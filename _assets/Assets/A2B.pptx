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8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9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0.xml" ContentType="application/vnd.openxmlformats-officedocument.presentationml.notesSlide+xml"/>
  <Override PartName="/ppt/tags/tag10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9"/>
  </p:notesMasterIdLst>
  <p:sldIdLst>
    <p:sldId id="2147483584" r:id="rId2"/>
    <p:sldId id="268" r:id="rId3"/>
    <p:sldId id="326" r:id="rId4"/>
    <p:sldId id="327" r:id="rId5"/>
    <p:sldId id="321" r:id="rId6"/>
    <p:sldId id="319" r:id="rId7"/>
    <p:sldId id="322" r:id="rId8"/>
    <p:sldId id="285" r:id="rId9"/>
    <p:sldId id="263" r:id="rId10"/>
    <p:sldId id="265" r:id="rId11"/>
    <p:sldId id="269" r:id="rId12"/>
    <p:sldId id="2147470545" r:id="rId13"/>
    <p:sldId id="271" r:id="rId14"/>
    <p:sldId id="299" r:id="rId15"/>
    <p:sldId id="287" r:id="rId16"/>
    <p:sldId id="308" r:id="rId17"/>
    <p:sldId id="309" r:id="rId18"/>
    <p:sldId id="2147483583" r:id="rId19"/>
    <p:sldId id="2147478485" r:id="rId20"/>
    <p:sldId id="272" r:id="rId21"/>
    <p:sldId id="259" r:id="rId22"/>
    <p:sldId id="293" r:id="rId23"/>
    <p:sldId id="2147375542" r:id="rId24"/>
    <p:sldId id="291" r:id="rId25"/>
    <p:sldId id="2147477811" r:id="rId26"/>
    <p:sldId id="357" r:id="rId27"/>
    <p:sldId id="28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74A33-8A6C-4F5E-80C4-EEFC08B09181}" v="38" dt="2025-08-13T10:42:25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4660"/>
  </p:normalViewPr>
  <p:slideViewPr>
    <p:cSldViewPr snapToGrid="0">
      <p:cViewPr>
        <p:scale>
          <a:sx n="66" d="100"/>
          <a:sy n="66" d="100"/>
        </p:scale>
        <p:origin x="1536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i Kadam" userId="2d2c718a-941c-44c5-9fc1-bfc327de9193" providerId="ADAL" clId="{FE374A33-8A6C-4F5E-80C4-EEFC08B09181}"/>
    <pc:docChg chg="undo custSel modSld delMainMaster modMainMaster">
      <pc:chgData name="Vasanti Kadam" userId="2d2c718a-941c-44c5-9fc1-bfc327de9193" providerId="ADAL" clId="{FE374A33-8A6C-4F5E-80C4-EEFC08B09181}" dt="2025-08-13T10:49:43.583" v="73" actId="2696"/>
      <pc:docMkLst>
        <pc:docMk/>
      </pc:docMkLst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415441156" sldId="259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415441156" sldId="259"/>
            <ac:spMk id="2" creationId="{86E2E97F-D35C-FB0A-267B-2A63C0C5589C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304826720" sldId="263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304826720" sldId="263"/>
            <ac:spMk id="19" creationId="{DDF95A2D-1235-E6AF-CD03-658C5105A0F3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228868084" sldId="265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228868084" sldId="265"/>
            <ac:spMk id="19" creationId="{DB9024D7-33C2-E242-22D3-717BE1107BDE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1523764211" sldId="268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1523764211" sldId="268"/>
            <ac:spMk id="19" creationId="{010809CC-932F-1A7D-563E-D8B74B4A0253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250380834" sldId="269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250380834" sldId="269"/>
            <ac:spMk id="19" creationId="{88277BBB-C7B0-78D5-D600-E4AC3C540254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458567544" sldId="271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458567544" sldId="271"/>
            <ac:spMk id="19" creationId="{4A52732E-FBD4-884F-449D-EC613903A95A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411917064" sldId="272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411917064" sldId="272"/>
            <ac:spMk id="4" creationId="{191E304C-345D-ECBB-0F87-2DBFB9D2E608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2442503109" sldId="285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2442503109" sldId="285"/>
            <ac:spMk id="19" creationId="{BB9FA72C-7296-EAE7-DEFA-CDFCD7BE5E1F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4193925163" sldId="287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4193925163" sldId="287"/>
            <ac:spMk id="19" creationId="{F1B91BEB-6AA8-1AD9-C99E-D3B1F49E2C71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1075121293" sldId="288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1075121293" sldId="288"/>
            <ac:spMk id="2" creationId="{9ECE3DB1-EA11-44B1-965B-AF4481889F10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781746218" sldId="291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781746218" sldId="291"/>
            <ac:spMk id="2" creationId="{4C90A9A4-8271-B725-D389-F0ABC95BBF83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724392099" sldId="293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724392099" sldId="293"/>
            <ac:spMk id="2" creationId="{B02DB5C9-C6C3-A0D7-BA33-18B8E147FD1D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1277501157" sldId="299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1277501157" sldId="299"/>
            <ac:spMk id="19" creationId="{4DA0D7DA-751B-21C6-6636-A3FBF3FB92BC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1268744002" sldId="308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1268744002" sldId="308"/>
            <ac:spMk id="19" creationId="{CB98F04B-D815-C83A-53BE-5C4FFFB35D2B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1244788004" sldId="309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1244788004" sldId="309"/>
            <ac:spMk id="19" creationId="{DC594F66-2EAE-C356-B052-AF81BDF4604E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439833511" sldId="319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439833511" sldId="319"/>
            <ac:spMk id="19" creationId="{6CCDD664-FDD3-2402-AB50-89A7054BE6EC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107054914" sldId="321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107054914" sldId="321"/>
            <ac:spMk id="19" creationId="{A341707B-5E6B-4E63-06BD-DEE060D34364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2023084799" sldId="322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2023084799" sldId="322"/>
            <ac:spMk id="19" creationId="{F49CA4F0-3D8D-D673-1076-F6E81BFFC3F5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942863406" sldId="326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942863406" sldId="326"/>
            <ac:spMk id="19" creationId="{D4AE91D9-370C-4A6C-ACEE-C11362B5F439}"/>
          </ac:spMkLst>
        </pc:spChg>
      </pc:sldChg>
      <pc:sldChg chg="addSp delSp 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1145256644" sldId="327"/>
        </pc:sldMkLst>
        <pc:spChg chg="add mod">
          <ac:chgData name="Vasanti Kadam" userId="2d2c718a-941c-44c5-9fc1-bfc327de9193" providerId="ADAL" clId="{FE374A33-8A6C-4F5E-80C4-EEFC08B09181}" dt="2025-08-13T10:42:25.147" v="69" actId="207"/>
          <ac:spMkLst>
            <pc:docMk/>
            <pc:sldMk cId="1145256644" sldId="327"/>
            <ac:spMk id="3" creationId="{3F743808-A23D-571D-E455-C42A2DCA3DF9}"/>
          </ac:spMkLst>
        </pc:spChg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1145256644" sldId="327"/>
            <ac:spMk id="19" creationId="{9C7507D0-0C11-2BAC-3BDA-8FCC1BF087D9}"/>
          </ac:spMkLst>
        </pc:spChg>
        <pc:spChg chg="mod">
          <ac:chgData name="Vasanti Kadam" userId="2d2c718a-941c-44c5-9fc1-bfc327de9193" providerId="ADAL" clId="{FE374A33-8A6C-4F5E-80C4-EEFC08B09181}" dt="2025-08-13T10:42:21.907" v="57" actId="207"/>
          <ac:spMkLst>
            <pc:docMk/>
            <pc:sldMk cId="1145256644" sldId="327"/>
            <ac:spMk id="264" creationId="{7834A514-AE27-9830-C737-9A50458523C3}"/>
          </ac:spMkLst>
        </pc:spChg>
        <pc:spChg chg="mod topLvl">
          <ac:chgData name="Vasanti Kadam" userId="2d2c718a-941c-44c5-9fc1-bfc327de9193" providerId="ADAL" clId="{FE374A33-8A6C-4F5E-80C4-EEFC08B09181}" dt="2025-08-13T10:41:17.243" v="10" actId="1076"/>
          <ac:spMkLst>
            <pc:docMk/>
            <pc:sldMk cId="1145256644" sldId="327"/>
            <ac:spMk id="298" creationId="{92ACA75B-0A55-4F3C-62EC-52ADA6D368DF}"/>
          </ac:spMkLst>
        </pc:spChg>
        <pc:grpChg chg="del">
          <ac:chgData name="Vasanti Kadam" userId="2d2c718a-941c-44c5-9fc1-bfc327de9193" providerId="ADAL" clId="{FE374A33-8A6C-4F5E-80C4-EEFC08B09181}" dt="2025-08-13T10:40:52.523" v="4" actId="165"/>
          <ac:grpSpMkLst>
            <pc:docMk/>
            <pc:sldMk cId="1145256644" sldId="327"/>
            <ac:grpSpMk id="296" creationId="{2A108BFF-24E7-451D-4244-66E5FA182BC2}"/>
          </ac:grpSpMkLst>
        </pc:grpChg>
        <pc:picChg chg="add mod">
          <ac:chgData name="Vasanti Kadam" userId="2d2c718a-941c-44c5-9fc1-bfc327de9193" providerId="ADAL" clId="{FE374A33-8A6C-4F5E-80C4-EEFC08B09181}" dt="2025-08-13T10:41:14.884" v="9" actId="12789"/>
          <ac:picMkLst>
            <pc:docMk/>
            <pc:sldMk cId="1145256644" sldId="327"/>
            <ac:picMk id="2" creationId="{1AC60F56-ADC3-9161-53F2-B58432D09828}"/>
          </ac:picMkLst>
        </pc:picChg>
        <pc:picChg chg="del mod topLvl">
          <ac:chgData name="Vasanti Kadam" userId="2d2c718a-941c-44c5-9fc1-bfc327de9193" providerId="ADAL" clId="{FE374A33-8A6C-4F5E-80C4-EEFC08B09181}" dt="2025-08-13T10:40:54.408" v="5" actId="478"/>
          <ac:picMkLst>
            <pc:docMk/>
            <pc:sldMk cId="1145256644" sldId="327"/>
            <ac:picMk id="297" creationId="{E54040C7-879F-322A-10F8-E0C197AC6851}"/>
          </ac:picMkLst>
        </pc:picChg>
        <pc:picChg chg="del">
          <ac:chgData name="Vasanti Kadam" userId="2d2c718a-941c-44c5-9fc1-bfc327de9193" providerId="ADAL" clId="{FE374A33-8A6C-4F5E-80C4-EEFC08B09181}" dt="2025-08-13T10:22:19.534" v="3" actId="478"/>
          <ac:picMkLst>
            <pc:docMk/>
            <pc:sldMk cId="1145256644" sldId="327"/>
            <ac:picMk id="299" creationId="{6AD97334-6A1E-37C9-F6E5-4712D2E8F1A8}"/>
          </ac:picMkLst>
        </pc:picChg>
      </pc:sldChg>
      <pc:sldChg chg="delSp 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474169204" sldId="334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474169204" sldId="334"/>
            <ac:spMk id="19" creationId="{EA898A13-0F6C-D173-32CD-37FEE038F91A}"/>
          </ac:spMkLst>
        </pc:spChg>
        <pc:grpChg chg="del">
          <ac:chgData name="Vasanti Kadam" userId="2d2c718a-941c-44c5-9fc1-bfc327de9193" providerId="ADAL" clId="{FE374A33-8A6C-4F5E-80C4-EEFC08B09181}" dt="2025-08-13T10:21:35.029" v="2" actId="165"/>
          <ac:grpSpMkLst>
            <pc:docMk/>
            <pc:sldMk cId="3474169204" sldId="334"/>
            <ac:grpSpMk id="31" creationId="{0073850A-24CB-EC6A-8D1D-741FD2458677}"/>
          </ac:grpSpMkLst>
        </pc:grpChg>
        <pc:picChg chg="mod topLvl">
          <ac:chgData name="Vasanti Kadam" userId="2d2c718a-941c-44c5-9fc1-bfc327de9193" providerId="ADAL" clId="{FE374A33-8A6C-4F5E-80C4-EEFC08B09181}" dt="2025-08-13T10:21:35.029" v="2" actId="165"/>
          <ac:picMkLst>
            <pc:docMk/>
            <pc:sldMk cId="3474169204" sldId="334"/>
            <ac:picMk id="32" creationId="{206274F8-3BA9-57B1-4547-617152D44154}"/>
          </ac:picMkLst>
        </pc:picChg>
        <pc:picChg chg="mod topLvl">
          <ac:chgData name="Vasanti Kadam" userId="2d2c718a-941c-44c5-9fc1-bfc327de9193" providerId="ADAL" clId="{FE374A33-8A6C-4F5E-80C4-EEFC08B09181}" dt="2025-08-13T10:21:35.029" v="2" actId="165"/>
          <ac:picMkLst>
            <pc:docMk/>
            <pc:sldMk cId="3474169204" sldId="334"/>
            <ac:picMk id="33" creationId="{1DE863E9-6EA9-17A5-7047-AE7959660A65}"/>
          </ac:picMkLst>
        </pc:pic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1145519197" sldId="357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1145519197" sldId="357"/>
            <ac:spMk id="2" creationId="{A832C9B6-ACCE-7BE0-1D69-2F48B20A1567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014601434" sldId="2147375542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014601434" sldId="2147375542"/>
            <ac:spMk id="2" creationId="{DF701E7D-7A2E-A9F5-2158-0F3E4B8B38F6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422329870" sldId="2147470545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422329870" sldId="2147470545"/>
            <ac:spMk id="2" creationId="{BB8C1E5D-5D74-AB75-5109-6FD778E355CE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3042826071" sldId="2147477811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3042826071" sldId="2147477811"/>
            <ac:spMk id="21" creationId="{FE4609BF-2C92-4BD9-0678-308C38F08429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4231678976" sldId="2147478485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4231678976" sldId="2147478485"/>
            <ac:spMk id="2" creationId="{E81DF1B0-2D8E-343D-19C2-397B3A3E5981}"/>
          </ac:spMkLst>
        </pc:spChg>
      </pc:sldChg>
      <pc:sldChg chg="modSp mod modClrScheme chgLayout">
        <pc:chgData name="Vasanti Kadam" userId="2d2c718a-941c-44c5-9fc1-bfc327de9193" providerId="ADAL" clId="{FE374A33-8A6C-4F5E-80C4-EEFC08B09181}" dt="2025-08-13T10:46:46.208" v="72" actId="700"/>
        <pc:sldMkLst>
          <pc:docMk/>
          <pc:sldMk cId="986057553" sldId="2147483583"/>
        </pc:sldMkLst>
        <pc:spChg chg="mod ord">
          <ac:chgData name="Vasanti Kadam" userId="2d2c718a-941c-44c5-9fc1-bfc327de9193" providerId="ADAL" clId="{FE374A33-8A6C-4F5E-80C4-EEFC08B09181}" dt="2025-08-13T10:46:46.208" v="72" actId="700"/>
          <ac:spMkLst>
            <pc:docMk/>
            <pc:sldMk cId="986057553" sldId="2147483583"/>
            <ac:spMk id="4" creationId="{DE40098F-A737-6FAA-6565-15BF51DC6888}"/>
          </ac:spMkLst>
        </pc:spChg>
      </pc:sldChg>
      <pc:sldMasterChg chg="addSp del">
        <pc:chgData name="Vasanti Kadam" userId="2d2c718a-941c-44c5-9fc1-bfc327de9193" providerId="ADAL" clId="{FE374A33-8A6C-4F5E-80C4-EEFC08B09181}" dt="2025-08-13T10:49:43.583" v="73" actId="2696"/>
        <pc:sldMasterMkLst>
          <pc:docMk/>
          <pc:sldMasterMk cId="233304937" sldId="2147483664"/>
        </pc:sldMasterMkLst>
        <pc:spChg chg="add">
          <ac:chgData name="Vasanti Kadam" userId="2d2c718a-941c-44c5-9fc1-bfc327de9193" providerId="ADAL" clId="{FE374A33-8A6C-4F5E-80C4-EEFC08B09181}" dt="2025-08-13T10:41:31.571" v="23"/>
          <ac:spMkLst>
            <pc:docMk/>
            <pc:sldMasterMk cId="233304937" sldId="2147483664"/>
            <ac:spMk id="3" creationId="{6DCAD779-1C19-0263-5E0B-DB9A57AA98EF}"/>
          </ac:spMkLst>
        </pc:spChg>
        <pc:spChg chg="add">
          <ac:chgData name="Vasanti Kadam" userId="2d2c718a-941c-44c5-9fc1-bfc327de9193" providerId="ADAL" clId="{FE374A33-8A6C-4F5E-80C4-EEFC08B09181}" dt="2025-08-13T10:41:31.571" v="23"/>
          <ac:spMkLst>
            <pc:docMk/>
            <pc:sldMasterMk cId="233304937" sldId="2147483664"/>
            <ac:spMk id="4" creationId="{DF726950-3E81-8E8F-EB6C-AEE8E5ED67A3}"/>
          </ac:spMkLst>
        </pc:spChg>
        <pc:spChg chg="add">
          <ac:chgData name="Vasanti Kadam" userId="2d2c718a-941c-44c5-9fc1-bfc327de9193" providerId="ADAL" clId="{FE374A33-8A6C-4F5E-80C4-EEFC08B09181}" dt="2025-08-13T10:41:31.571" v="23"/>
          <ac:spMkLst>
            <pc:docMk/>
            <pc:sldMasterMk cId="233304937" sldId="2147483664"/>
            <ac:spMk id="5" creationId="{E7FE3118-6EFD-E0A7-2666-736FE189E4D3}"/>
          </ac:spMkLst>
        </pc:spChg>
        <pc:picChg chg="add">
          <ac:chgData name="Vasanti Kadam" userId="2d2c718a-941c-44c5-9fc1-bfc327de9193" providerId="ADAL" clId="{FE374A33-8A6C-4F5E-80C4-EEFC08B09181}" dt="2025-08-13T10:41:31.571" v="23"/>
          <ac:picMkLst>
            <pc:docMk/>
            <pc:sldMasterMk cId="233304937" sldId="2147483664"/>
            <ac:picMk id="2" creationId="{DCB45812-BC6C-1611-E10F-59761AD294F6}"/>
          </ac:picMkLst>
        </pc:picChg>
        <pc:picChg chg="add">
          <ac:chgData name="Vasanti Kadam" userId="2d2c718a-941c-44c5-9fc1-bfc327de9193" providerId="ADAL" clId="{FE374A33-8A6C-4F5E-80C4-EEFC08B09181}" dt="2025-08-13T10:41:31.571" v="23"/>
          <ac:picMkLst>
            <pc:docMk/>
            <pc:sldMasterMk cId="233304937" sldId="2147483664"/>
            <ac:picMk id="6" creationId="{D7BA3E4F-87EB-2134-C2C7-42FE9D3DD031}"/>
          </ac:picMkLst>
        </pc:picChg>
        <pc:cxnChg chg="add">
          <ac:chgData name="Vasanti Kadam" userId="2d2c718a-941c-44c5-9fc1-bfc327de9193" providerId="ADAL" clId="{FE374A33-8A6C-4F5E-80C4-EEFC08B09181}" dt="2025-08-13T10:41:31.571" v="23"/>
          <ac:cxnSpMkLst>
            <pc:docMk/>
            <pc:sldMasterMk cId="233304937" sldId="2147483664"/>
            <ac:cxnSpMk id="10" creationId="{7E201903-5084-CD81-72E0-46BB08095DD9}"/>
          </ac:cxnSpMkLst>
        </pc:cxn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127.15232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5-05-12T14:42:39.31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28701 13004 0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96107-1882-4C08-B883-6CBE437FC85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81E63-D30D-4DA5-9D57-85C3E9E82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160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935D-7D48-3FE6-7EE8-A819C890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A4510-B0DE-B425-2A0A-DD72E810A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10D97-27D3-43B7-803F-DC526992F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52756-561B-49F4-663A-8E3878595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2281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680F8-881A-4627-1EA6-F96787364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A0ACC-BC0F-061A-234D-15BADB392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B39D3-0DD0-48BD-1D1E-80A07C06F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8D7E5-E8D9-E7B7-F5E9-A4FDFB385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356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1EA04-0F8D-7ACE-B10D-5656B6E9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39FE4-B27F-D685-587A-67A64938F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6FF32-858C-F4E8-5508-D687C0E61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7C611-2656-FC91-B832-BF8A3F0B8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16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2B35C-1784-72FE-4B8E-9D7B40F61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C4D5A-C21C-1165-A6CA-E345DB933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6FDC4-74F9-6D9B-C5DC-9A4D0471D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B2A78-0160-9688-99E1-6C38ED8C8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3834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A424-41A2-2584-2D2D-F5EAF651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EAA3A-D253-F0C5-22F4-FCAB54F0E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E3CF0-9890-9B1F-0744-9F6732823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2BB1F-1F41-78F2-B3D0-DEE1C64C3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1274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4E86B-6130-F2C9-C1BB-207A2DA0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3D3D3-B5AD-D9F5-4B04-0B98695F7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08604-C9E6-C4AA-0BFB-D47E124B4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AB171-E3DF-EE59-36A1-066F42BB8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279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DBDD4-4032-6632-6832-E09DA01A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F8221-3BD5-7E39-6FDD-593DE4F96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1300E-EA18-FDE1-AAA6-E0071844C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247D9-96C7-2B14-E759-192882A79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514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CB7FA-DC09-D996-B1E1-EE095910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D5436-ECDE-F07A-78A7-5D80EBECA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39096-0162-9372-F5A4-5529971B5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132D7-D428-F518-A008-8DFF4D2CE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506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466C1-C8B2-8DA2-0AAC-C6905D1B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01CF4-F116-CE4B-B7B6-E5AEAC4A3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9F10B-60B2-8FCA-94FD-61136CDAF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1D025-6177-43F9-6270-B19D30D57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7970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8807A-D0A6-062C-D251-1F1E3277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5F8ED-60B4-4B32-A30A-60032E2B1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308E9-BD0B-31CD-4552-1B2D563B5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DE0C8-BCAB-A1F1-BC7F-952B12AC6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282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B2EC8-333A-7093-DFC7-8929A016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ED2F2-F077-DB01-EAF3-03D603FD4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22E72-1148-9196-E526-E3122F072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BE886-FCE5-793F-E306-BA619FB18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007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97F8D-F5DB-1824-D027-8845367F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AFE05-92AD-004C-9DAC-728FD7A59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4AE26-4D91-7CF5-4B80-846903FA0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0C048-35B8-08CB-2466-232306025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578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8525F-364E-C332-8214-794CEE8C6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E9D6A-C8A2-1A67-A172-E03E88FB2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D906C-6697-42BC-C0BF-C4E994977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0FB68-5843-7939-7255-A41F28038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761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B7FF-8BCC-150D-72F8-632130D67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443D1-C75C-6D97-DEC1-0DF41E698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25A04-7C55-78D4-D7AF-A579FB1EF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9F184-A14A-1F7A-03EB-4BC14041B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685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7655E-E3BD-1B93-8304-2265B55C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2238A-09AC-AE96-133B-9B59B9A7E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0B102-4328-00E0-BDAF-566D9A8D2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E1610-05C1-56C0-4CDB-476A81637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4387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FAC74-8197-EC8B-499D-47DBFD98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14AB8-19E9-991C-B105-E5BD985D9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BAFF2-455E-479F-A617-5DB04C2FF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EA7F-103D-128F-3936-C9B68F2CC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8BC87-D17D-4D79-993F-1309A63429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75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643C5-0691-46C1-AF97-38EF75CE38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605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FD6D-D9B3-850C-987D-BC05E6FC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A75D8-3869-9289-4D3F-D6C4CAC10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B396B-FC2F-342D-6AAB-8CDFF54CD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7BAE7-CDDC-15BB-3C61-C03724F62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8352B-F276-4F8C-B06F-62A66CF421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593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E3FF-8484-1980-ED10-BF76B9F52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9A62F-BE28-C607-9442-44AC0CCE4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40B01-F6F6-1E8D-13AF-D88684AFD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C95F1-B26B-8139-718F-60C43D5DC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8352B-F276-4F8C-B06F-62A66CF4212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809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828B8-DD55-6867-7982-2C24693D1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0A1DD-E391-90EE-4C17-BA8B4CF0E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92D03-DFDA-8710-CCDC-7144CFB8C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1ABAD-CB5B-6257-6CF6-1479A74BB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8352B-F276-4F8C-B06F-62A66CF4212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432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E3540-27A8-F2EF-0AB5-9242C59E8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82D1D-0FFB-1A9A-776A-A8CE78D61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CD6D1-7702-2F22-0A8F-1F3BDC7A7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CE247-7531-027D-E3C0-FE2674509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4DA61-0D4C-4A08-9D9C-A512E81E789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25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Journey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820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499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69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82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jpe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18" Type="http://schemas.openxmlformats.org/officeDocument/2006/relationships/image" Target="../media/image24.png"/><Relationship Id="rId3" Type="http://schemas.openxmlformats.org/officeDocument/2006/relationships/image" Target="../media/image28.emf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5" Type="http://schemas.openxmlformats.org/officeDocument/2006/relationships/image" Target="../media/image4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1.emf"/><Relationship Id="rId7" Type="http://schemas.openxmlformats.org/officeDocument/2006/relationships/image" Target="../media/image5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emf"/><Relationship Id="rId11" Type="http://schemas.openxmlformats.org/officeDocument/2006/relationships/image" Target="../media/image59.emf"/><Relationship Id="rId5" Type="http://schemas.openxmlformats.org/officeDocument/2006/relationships/image" Target="../media/image53.emf"/><Relationship Id="rId10" Type="http://schemas.openxmlformats.org/officeDocument/2006/relationships/image" Target="../media/image58.emf"/><Relationship Id="rId4" Type="http://schemas.openxmlformats.org/officeDocument/2006/relationships/image" Target="../media/image52.emf"/><Relationship Id="rId9" Type="http://schemas.openxmlformats.org/officeDocument/2006/relationships/image" Target="../media/image5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emf"/><Relationship Id="rId4" Type="http://schemas.openxmlformats.org/officeDocument/2006/relationships/image" Target="../media/image67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10" Type="http://schemas.openxmlformats.org/officeDocument/2006/relationships/image" Target="../media/image76.emf"/><Relationship Id="rId4" Type="http://schemas.openxmlformats.org/officeDocument/2006/relationships/image" Target="../media/image70.svg"/><Relationship Id="rId9" Type="http://schemas.openxmlformats.org/officeDocument/2006/relationships/image" Target="../media/image75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openxmlformats.org/officeDocument/2006/relationships/image" Target="../media/image77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svg"/><Relationship Id="rId5" Type="http://schemas.openxmlformats.org/officeDocument/2006/relationships/image" Target="../media/image29.png"/><Relationship Id="rId4" Type="http://schemas.openxmlformats.org/officeDocument/2006/relationships/image" Target="../media/image7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image" Target="../media/image60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microsoft.com/office/2007/relationships/hdphoto" Target="../media/hdphoto1.wdp"/><Relationship Id="rId9" Type="http://schemas.openxmlformats.org/officeDocument/2006/relationships/image" Target="../media/image85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sv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svg"/><Relationship Id="rId5" Type="http://schemas.openxmlformats.org/officeDocument/2006/relationships/image" Target="../media/image88.png"/><Relationship Id="rId4" Type="http://schemas.openxmlformats.org/officeDocument/2006/relationships/image" Target="../media/image8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13" Type="http://schemas.openxmlformats.org/officeDocument/2006/relationships/image" Target="../media/image102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sv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svg"/><Relationship Id="rId4" Type="http://schemas.openxmlformats.org/officeDocument/2006/relationships/image" Target="../media/image93.svg"/><Relationship Id="rId9" Type="http://schemas.openxmlformats.org/officeDocument/2006/relationships/image" Target="../media/image98.png"/><Relationship Id="rId14" Type="http://schemas.openxmlformats.org/officeDocument/2006/relationships/image" Target="../media/image10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sv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729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3" Type="http://schemas.openxmlformats.org/officeDocument/2006/relationships/tags" Target="../tags/tag3.xml"/><Relationship Id="rId7" Type="http://schemas.openxmlformats.org/officeDocument/2006/relationships/image" Target="../media/image11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9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tags" Target="../tags/tag6.xml"/><Relationship Id="rId7" Type="http://schemas.openxmlformats.org/officeDocument/2006/relationships/image" Target="../media/image113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12.png"/><Relationship Id="rId5" Type="http://schemas.openxmlformats.org/officeDocument/2006/relationships/notesSlide" Target="../notesSlides/notesSlide19.xml"/><Relationship Id="rId10" Type="http://schemas.openxmlformats.org/officeDocument/2006/relationships/image" Target="../media/image116.e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15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tags" Target="../tags/tag9.xml"/><Relationship Id="rId7" Type="http://schemas.openxmlformats.org/officeDocument/2006/relationships/image" Target="../media/image118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17.png"/><Relationship Id="rId5" Type="http://schemas.openxmlformats.org/officeDocument/2006/relationships/notesSlide" Target="../notesSlides/notesSlide20.xml"/><Relationship Id="rId10" Type="http://schemas.openxmlformats.org/officeDocument/2006/relationships/image" Target="../media/image121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72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71.png"/><Relationship Id="rId5" Type="http://schemas.openxmlformats.org/officeDocument/2006/relationships/image" Target="../media/image123.png"/><Relationship Id="rId4" Type="http://schemas.openxmlformats.org/officeDocument/2006/relationships/image" Target="../media/image122.emf"/><Relationship Id="rId9" Type="http://schemas.openxmlformats.org/officeDocument/2006/relationships/image" Target="../media/image12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4.png"/><Relationship Id="rId3" Type="http://schemas.openxmlformats.org/officeDocument/2006/relationships/image" Target="../media/image126.png"/><Relationship Id="rId7" Type="http://schemas.openxmlformats.org/officeDocument/2006/relationships/image" Target="../media/image130.sv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3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1" Type="http://schemas.microsoft.com/office/2007/relationships/hdphoto" Target="../media/hdphoto4.wdp"/><Relationship Id="rId5" Type="http://schemas.openxmlformats.org/officeDocument/2006/relationships/image" Target="../media/image128.svg"/><Relationship Id="rId15" Type="http://schemas.openxmlformats.org/officeDocument/2006/relationships/image" Target="../media/image136.png"/><Relationship Id="rId10" Type="http://schemas.openxmlformats.org/officeDocument/2006/relationships/image" Target="../media/image132.png"/><Relationship Id="rId4" Type="http://schemas.openxmlformats.org/officeDocument/2006/relationships/image" Target="../media/image127.png"/><Relationship Id="rId9" Type="http://schemas.microsoft.com/office/2007/relationships/hdphoto" Target="../media/hdphoto3.wdp"/><Relationship Id="rId14" Type="http://schemas.openxmlformats.org/officeDocument/2006/relationships/image" Target="../media/image135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sv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svg"/><Relationship Id="rId5" Type="http://schemas.openxmlformats.org/officeDocument/2006/relationships/image" Target="../media/image141.png"/><Relationship Id="rId10" Type="http://schemas.openxmlformats.org/officeDocument/2006/relationships/image" Target="../media/image146.svg"/><Relationship Id="rId4" Type="http://schemas.openxmlformats.org/officeDocument/2006/relationships/image" Target="../media/image140.svg"/><Relationship Id="rId9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2DB0-3595-658C-5CA4-E3877210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D3EBDED-AAA5-C6D9-C451-7D050DD5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LOR Emipsumd Olorsi tam Etconsec</a:t>
            </a:r>
            <a:endParaRPr lang="en-US">
              <a:latin typeface="Arial" panose="020B0604020202020204" pitchFamily="34" charset="0"/>
            </a:endParaRPr>
          </a:p>
        </p:txBody>
      </p:sp>
      <p:pic>
        <p:nvPicPr>
          <p:cNvPr id="32" name="Picture 31" descr="A group of small brown blocks&#10;&#10;AI-generated content may be incorrect.">
            <a:extLst>
              <a:ext uri="{FF2B5EF4-FFF2-40B4-BE49-F238E27FC236}">
                <a16:creationId xmlns:a16="http://schemas.microsoft.com/office/drawing/2014/main" id="{7743A33C-8385-6691-0C91-8B029C019EE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140607" y="886470"/>
            <a:ext cx="11910786" cy="5660380"/>
          </a:xfrm>
          <a:prstGeom prst="roundRect">
            <a:avLst>
              <a:gd name="adj" fmla="val 3518"/>
            </a:avLst>
          </a:prstGeom>
        </p:spPr>
      </p:pic>
      <p:pic>
        <p:nvPicPr>
          <p:cNvPr id="33" name="Picture 32" descr="A blue robot with a black background&#10;&#10;AI-generated content may be incorrect.">
            <a:extLst>
              <a:ext uri="{FF2B5EF4-FFF2-40B4-BE49-F238E27FC236}">
                <a16:creationId xmlns:a16="http://schemas.microsoft.com/office/drawing/2014/main" id="{8924D2C3-9E46-8869-E3CF-3973A4EA921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4315" y="615635"/>
            <a:ext cx="408729" cy="377288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DA8B9D8-9F02-B4D6-A3D0-1D3FCEDAFBD0}"/>
              </a:ext>
            </a:extLst>
          </p:cNvPr>
          <p:cNvSpPr/>
          <p:nvPr/>
        </p:nvSpPr>
        <p:spPr>
          <a:xfrm>
            <a:off x="6873061" y="3609689"/>
            <a:ext cx="5063840" cy="2937161"/>
          </a:xfrm>
          <a:prstGeom prst="roundRect">
            <a:avLst>
              <a:gd name="adj" fmla="val 2665"/>
            </a:avLst>
          </a:prstGeom>
          <a:noFill/>
          <a:ln>
            <a:gradFill>
              <a:gsLst>
                <a:gs pos="0">
                  <a:srgbClr val="2D6EAA"/>
                </a:gs>
                <a:gs pos="50000">
                  <a:srgbClr val="2D6EAA"/>
                </a:gs>
                <a:gs pos="100000">
                  <a:srgbClr val="2D6EAA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C4CF35-7269-E9A0-32C6-D76DD36B6D0F}"/>
              </a:ext>
            </a:extLst>
          </p:cNvPr>
          <p:cNvSpPr txBox="1"/>
          <p:nvPr/>
        </p:nvSpPr>
        <p:spPr>
          <a:xfrm>
            <a:off x="345989" y="4783754"/>
            <a:ext cx="3497826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Tetur adip ISC-ingel itseddo ei usmodte mpo rinc-ididu ntutlabore etdolo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Remagnaal iquaute NI ma dminimve niamquisnostr ude xercitatio nullamcol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Aboris n isiutal iquipexea commo doc onsequatdu isauteiru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Redolorin reprehender itinvolu ptateve lites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09608B-0C6A-CEB7-9E6A-5CB8A165803D}"/>
              </a:ext>
            </a:extLst>
          </p:cNvPr>
          <p:cNvSpPr txBox="1"/>
          <p:nvPr/>
        </p:nvSpPr>
        <p:spPr>
          <a:xfrm>
            <a:off x="7444561" y="3908148"/>
            <a:ext cx="4419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Tx/>
              <a:buSzTx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Secillu MDO lore Eufugia tnull Apari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555AA7F-E716-A467-4754-E528CBFB4B9B}"/>
              </a:ext>
            </a:extLst>
          </p:cNvPr>
          <p:cNvSpPr/>
          <p:nvPr/>
        </p:nvSpPr>
        <p:spPr>
          <a:xfrm flipH="1" flipV="1">
            <a:off x="2987960" y="1247151"/>
            <a:ext cx="5254340" cy="1425241"/>
          </a:xfrm>
          <a:custGeom>
            <a:avLst/>
            <a:gdLst>
              <a:gd name="connsiteX0" fmla="*/ 0 w 2413000"/>
              <a:gd name="connsiteY0" fmla="*/ 0 h 422053"/>
              <a:gd name="connsiteX1" fmla="*/ 139700 w 2413000"/>
              <a:gd name="connsiteY1" fmla="*/ 127000 h 422053"/>
              <a:gd name="connsiteX2" fmla="*/ 533400 w 2413000"/>
              <a:gd name="connsiteY2" fmla="*/ 241300 h 422053"/>
              <a:gd name="connsiteX3" fmla="*/ 825500 w 2413000"/>
              <a:gd name="connsiteY3" fmla="*/ 330200 h 422053"/>
              <a:gd name="connsiteX4" fmla="*/ 2413000 w 2413000"/>
              <a:gd name="connsiteY4" fmla="*/ 419100 h 422053"/>
              <a:gd name="connsiteX0" fmla="*/ 0 w 2413000"/>
              <a:gd name="connsiteY0" fmla="*/ 0 h 648006"/>
              <a:gd name="connsiteX1" fmla="*/ 139700 w 2413000"/>
              <a:gd name="connsiteY1" fmla="*/ 127000 h 648006"/>
              <a:gd name="connsiteX2" fmla="*/ 533400 w 2413000"/>
              <a:gd name="connsiteY2" fmla="*/ 241300 h 648006"/>
              <a:gd name="connsiteX3" fmla="*/ 977900 w 2413000"/>
              <a:gd name="connsiteY3" fmla="*/ 622300 h 648006"/>
              <a:gd name="connsiteX4" fmla="*/ 2413000 w 2413000"/>
              <a:gd name="connsiteY4" fmla="*/ 419100 h 648006"/>
              <a:gd name="connsiteX0" fmla="*/ 0 w 2413000"/>
              <a:gd name="connsiteY0" fmla="*/ 0 h 419100"/>
              <a:gd name="connsiteX1" fmla="*/ 139700 w 2413000"/>
              <a:gd name="connsiteY1" fmla="*/ 127000 h 419100"/>
              <a:gd name="connsiteX2" fmla="*/ 533400 w 2413000"/>
              <a:gd name="connsiteY2" fmla="*/ 241300 h 419100"/>
              <a:gd name="connsiteX3" fmla="*/ 2413000 w 2413000"/>
              <a:gd name="connsiteY3" fmla="*/ 419100 h 419100"/>
              <a:gd name="connsiteX0" fmla="*/ 0 w 2413000"/>
              <a:gd name="connsiteY0" fmla="*/ 0 h 590495"/>
              <a:gd name="connsiteX1" fmla="*/ 139700 w 2413000"/>
              <a:gd name="connsiteY1" fmla="*/ 127000 h 590495"/>
              <a:gd name="connsiteX2" fmla="*/ 1016000 w 2413000"/>
              <a:gd name="connsiteY2" fmla="*/ 584200 h 590495"/>
              <a:gd name="connsiteX3" fmla="*/ 2413000 w 2413000"/>
              <a:gd name="connsiteY3" fmla="*/ 419100 h 590495"/>
              <a:gd name="connsiteX0" fmla="*/ 0 w 2413000"/>
              <a:gd name="connsiteY0" fmla="*/ 0 h 586825"/>
              <a:gd name="connsiteX1" fmla="*/ 685800 w 2413000"/>
              <a:gd name="connsiteY1" fmla="*/ 241300 h 586825"/>
              <a:gd name="connsiteX2" fmla="*/ 1016000 w 2413000"/>
              <a:gd name="connsiteY2" fmla="*/ 584200 h 586825"/>
              <a:gd name="connsiteX3" fmla="*/ 2413000 w 2413000"/>
              <a:gd name="connsiteY3" fmla="*/ 419100 h 586825"/>
              <a:gd name="connsiteX0" fmla="*/ 0 w 3759200"/>
              <a:gd name="connsiteY0" fmla="*/ 292255 h 345680"/>
              <a:gd name="connsiteX1" fmla="*/ 2032000 w 3759200"/>
              <a:gd name="connsiteY1" fmla="*/ 155 h 345680"/>
              <a:gd name="connsiteX2" fmla="*/ 2362200 w 3759200"/>
              <a:gd name="connsiteY2" fmla="*/ 343055 h 345680"/>
              <a:gd name="connsiteX3" fmla="*/ 3759200 w 3759200"/>
              <a:gd name="connsiteY3" fmla="*/ 177955 h 345680"/>
              <a:gd name="connsiteX0" fmla="*/ 0 w 3759200"/>
              <a:gd name="connsiteY0" fmla="*/ 119139 h 171714"/>
              <a:gd name="connsiteX1" fmla="*/ 1663700 w 3759200"/>
              <a:gd name="connsiteY1" fmla="*/ 93739 h 171714"/>
              <a:gd name="connsiteX2" fmla="*/ 2362200 w 3759200"/>
              <a:gd name="connsiteY2" fmla="*/ 169939 h 171714"/>
              <a:gd name="connsiteX3" fmla="*/ 3759200 w 3759200"/>
              <a:gd name="connsiteY3" fmla="*/ 4839 h 171714"/>
              <a:gd name="connsiteX0" fmla="*/ 0 w 3759200"/>
              <a:gd name="connsiteY0" fmla="*/ 114300 h 131110"/>
              <a:gd name="connsiteX1" fmla="*/ 1663700 w 3759200"/>
              <a:gd name="connsiteY1" fmla="*/ 88900 h 131110"/>
              <a:gd name="connsiteX2" fmla="*/ 3759200 w 3759200"/>
              <a:gd name="connsiteY2" fmla="*/ 0 h 131110"/>
              <a:gd name="connsiteX0" fmla="*/ 0 w 9537700"/>
              <a:gd name="connsiteY0" fmla="*/ 1574800 h 1684033"/>
              <a:gd name="connsiteX1" fmla="*/ 1663700 w 9537700"/>
              <a:gd name="connsiteY1" fmla="*/ 1549400 h 1684033"/>
              <a:gd name="connsiteX2" fmla="*/ 9537700 w 9537700"/>
              <a:gd name="connsiteY2" fmla="*/ 0 h 1684033"/>
              <a:gd name="connsiteX0" fmla="*/ 0 w 9537700"/>
              <a:gd name="connsiteY0" fmla="*/ 1574800 h 1684033"/>
              <a:gd name="connsiteX1" fmla="*/ 1663700 w 9537700"/>
              <a:gd name="connsiteY1" fmla="*/ 1549400 h 1684033"/>
              <a:gd name="connsiteX2" fmla="*/ 9537700 w 9537700"/>
              <a:gd name="connsiteY2" fmla="*/ 0 h 1684033"/>
              <a:gd name="connsiteX0" fmla="*/ 0 w 10871200"/>
              <a:gd name="connsiteY0" fmla="*/ 1828800 h 1956555"/>
              <a:gd name="connsiteX1" fmla="*/ 1663700 w 10871200"/>
              <a:gd name="connsiteY1" fmla="*/ 1803400 h 1956555"/>
              <a:gd name="connsiteX2" fmla="*/ 10871200 w 10871200"/>
              <a:gd name="connsiteY2" fmla="*/ 0 h 1956555"/>
              <a:gd name="connsiteX0" fmla="*/ 0 w 10871200"/>
              <a:gd name="connsiteY0" fmla="*/ 1828800 h 1956555"/>
              <a:gd name="connsiteX1" fmla="*/ 1663700 w 10871200"/>
              <a:gd name="connsiteY1" fmla="*/ 1803400 h 1956555"/>
              <a:gd name="connsiteX2" fmla="*/ 10871200 w 10871200"/>
              <a:gd name="connsiteY2" fmla="*/ 0 h 1956555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97"/>
              <a:gd name="connsiteX1" fmla="*/ 10871200 w 10871200"/>
              <a:gd name="connsiteY1" fmla="*/ 0 h 1828897"/>
              <a:gd name="connsiteX0" fmla="*/ 0 w 10871200"/>
              <a:gd name="connsiteY0" fmla="*/ 1828800 h 1828897"/>
              <a:gd name="connsiteX1" fmla="*/ 10871200 w 10871200"/>
              <a:gd name="connsiteY1" fmla="*/ 0 h 1828897"/>
              <a:gd name="connsiteX0" fmla="*/ 0 w 10871200"/>
              <a:gd name="connsiteY0" fmla="*/ 1828800 h 1828913"/>
              <a:gd name="connsiteX1" fmla="*/ 10871200 w 10871200"/>
              <a:gd name="connsiteY1" fmla="*/ 0 h 1828913"/>
              <a:gd name="connsiteX0" fmla="*/ 0 w 10871200"/>
              <a:gd name="connsiteY0" fmla="*/ 1828800 h 1829781"/>
              <a:gd name="connsiteX1" fmla="*/ 10871200 w 10871200"/>
              <a:gd name="connsiteY1" fmla="*/ 0 h 1829781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659423"/>
              <a:gd name="connsiteY0" fmla="*/ 2004365 h 2004365"/>
              <a:gd name="connsiteX1" fmla="*/ 10659423 w 10659423"/>
              <a:gd name="connsiteY1" fmla="*/ 0 h 2004365"/>
              <a:gd name="connsiteX0" fmla="*/ 0 w 10659423"/>
              <a:gd name="connsiteY0" fmla="*/ 2004365 h 2004365"/>
              <a:gd name="connsiteX1" fmla="*/ 10659423 w 10659423"/>
              <a:gd name="connsiteY1" fmla="*/ 0 h 2004365"/>
              <a:gd name="connsiteX0" fmla="*/ 0 w 10659423"/>
              <a:gd name="connsiteY0" fmla="*/ 2004365 h 2004365"/>
              <a:gd name="connsiteX1" fmla="*/ 10659423 w 10659423"/>
              <a:gd name="connsiteY1" fmla="*/ 0 h 2004365"/>
              <a:gd name="connsiteX0" fmla="*/ 0 w 10612362"/>
              <a:gd name="connsiteY0" fmla="*/ 2136038 h 2136038"/>
              <a:gd name="connsiteX1" fmla="*/ 10612362 w 10612362"/>
              <a:gd name="connsiteY1" fmla="*/ 0 h 2136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12362" h="2136038">
                <a:moveTo>
                  <a:pt x="0" y="2136038"/>
                </a:moveTo>
                <a:cubicBezTo>
                  <a:pt x="5075987" y="2018995"/>
                  <a:pt x="9262315" y="888390"/>
                  <a:pt x="10612362" y="0"/>
                </a:cubicBezTo>
              </a:path>
            </a:pathLst>
          </a:custGeom>
          <a:noFill/>
          <a:ln w="38100">
            <a:gradFill>
              <a:gsLst>
                <a:gs pos="0">
                  <a:srgbClr val="724D8D">
                    <a:alpha val="0"/>
                  </a:srgbClr>
                </a:gs>
                <a:gs pos="100000">
                  <a:srgbClr val="2D6EAA"/>
                </a:gs>
              </a:gsLst>
              <a:lin ang="5400000" scaled="1"/>
            </a:gradFill>
            <a:headEnd type="triangle" w="lg" len="lg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B3A1871-45B4-0DDC-6004-852C09644F56}"/>
              </a:ext>
            </a:extLst>
          </p:cNvPr>
          <p:cNvSpPr/>
          <p:nvPr/>
        </p:nvSpPr>
        <p:spPr>
          <a:xfrm>
            <a:off x="7029621" y="3452509"/>
            <a:ext cx="4750722" cy="310771"/>
          </a:xfrm>
          <a:prstGeom prst="roundRect">
            <a:avLst>
              <a:gd name="adj" fmla="val 20433"/>
            </a:avLst>
          </a:prstGeom>
          <a:solidFill>
            <a:srgbClr val="2D6E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latin typeface="Arial" panose="020B0604020202020204" pitchFamily="34" charset="0"/>
              </a:rPr>
              <a:t>Atu Rexcept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05DEA0-62DF-5FA5-8390-5DCC55F13DC2}"/>
              </a:ext>
            </a:extLst>
          </p:cNvPr>
          <p:cNvSpPr txBox="1"/>
          <p:nvPr/>
        </p:nvSpPr>
        <p:spPr>
          <a:xfrm>
            <a:off x="7444561" y="4441181"/>
            <a:ext cx="4419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50"/>
              </a:spcBef>
              <a:spcAft>
                <a:spcPts val="50"/>
              </a:spcAft>
              <a:defRPr/>
            </a:pPr>
            <a:r>
              <a:rPr lang="en-US" sz="1200" b="1">
                <a:solidFill>
                  <a:prstClr val="black"/>
                </a:solidFill>
                <a:latin typeface="Arial" panose="020B0604020202020204" pitchFamily="34" charset="0"/>
              </a:rPr>
              <a:t>Eursinto Ccaecat Cupidatatnon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6E160E-8AAE-ADC5-63EB-D11630B0A1B2}"/>
              </a:ext>
            </a:extLst>
          </p:cNvPr>
          <p:cNvSpPr txBox="1"/>
          <p:nvPr/>
        </p:nvSpPr>
        <p:spPr>
          <a:xfrm>
            <a:off x="7444561" y="4983469"/>
            <a:ext cx="4419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50"/>
              </a:spcBef>
              <a:spcAft>
                <a:spcPts val="50"/>
              </a:spcAft>
              <a:defRPr/>
            </a:pPr>
            <a:r>
              <a:rPr lang="en-US" sz="1200" b="1">
                <a:solidFill>
                  <a:prstClr val="black"/>
                </a:solidFill>
                <a:latin typeface="Arial" panose="020B0604020202020204" pitchFamily="34" charset="0"/>
              </a:rPr>
              <a:t>Proide ntsunti nculp aquiofficia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7D5B81-F3F3-FDDE-6C00-67CB25C1D32B}"/>
              </a:ext>
            </a:extLst>
          </p:cNvPr>
          <p:cNvSpPr txBox="1"/>
          <p:nvPr/>
        </p:nvSpPr>
        <p:spPr>
          <a:xfrm>
            <a:off x="7444561" y="5556385"/>
            <a:ext cx="4419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50"/>
              </a:spcBef>
              <a:spcAft>
                <a:spcPts val="50"/>
              </a:spcAft>
              <a:defRPr/>
            </a:pPr>
            <a:r>
              <a:rPr lang="en-US" sz="1200" b="1">
                <a:solidFill>
                  <a:prstClr val="black"/>
                </a:solidFill>
                <a:latin typeface="Arial" panose="020B0604020202020204" pitchFamily="34" charset="0"/>
              </a:rPr>
              <a:t>Deseruntmoll ita nimidestl abo-ru-mcu Rabiturno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A165B0-91A3-9037-CF36-092BC51731B1}"/>
              </a:ext>
            </a:extLst>
          </p:cNvPr>
          <p:cNvSpPr txBox="1"/>
          <p:nvPr/>
        </p:nvSpPr>
        <p:spPr>
          <a:xfrm>
            <a:off x="7444561" y="6101564"/>
            <a:ext cx="4419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50"/>
              </a:spcBef>
              <a:spcAft>
                <a:spcPts val="50"/>
              </a:spcAft>
              <a:defRPr/>
            </a:pPr>
            <a:r>
              <a:rPr lang="en-US" sz="1200" b="1">
                <a:solidFill>
                  <a:prstClr val="black"/>
                </a:solidFill>
                <a:latin typeface="Arial" panose="020B0604020202020204" pitchFamily="34" charset="0"/>
              </a:rPr>
              <a:t>Nnullasi Tametnis Ltempusconva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E81B51C-7E1B-FF52-4B99-FB02CBA3660F}"/>
              </a:ext>
            </a:extLst>
          </p:cNvPr>
          <p:cNvSpPr/>
          <p:nvPr/>
        </p:nvSpPr>
        <p:spPr>
          <a:xfrm>
            <a:off x="269883" y="4510034"/>
            <a:ext cx="3573932" cy="1943420"/>
          </a:xfrm>
          <a:prstGeom prst="roundRect">
            <a:avLst>
              <a:gd name="adj" fmla="val 2665"/>
            </a:avLst>
          </a:prstGeom>
          <a:noFill/>
          <a:ln>
            <a:gradFill>
              <a:gsLst>
                <a:gs pos="0">
                  <a:srgbClr val="724D8D"/>
                </a:gs>
                <a:gs pos="50000">
                  <a:srgbClr val="724D8D"/>
                </a:gs>
                <a:gs pos="100000">
                  <a:srgbClr val="724D8D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FFD102C-7E71-546C-7AAE-DD19EF6AF51A}"/>
              </a:ext>
            </a:extLst>
          </p:cNvPr>
          <p:cNvGrpSpPr/>
          <p:nvPr/>
        </p:nvGrpSpPr>
        <p:grpSpPr>
          <a:xfrm>
            <a:off x="6993337" y="4366391"/>
            <a:ext cx="451224" cy="451224"/>
            <a:chOff x="6711576" y="4455114"/>
            <a:chExt cx="451224" cy="451224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4834892-FAB4-83D3-7E78-75A1CE14D583}"/>
                </a:ext>
              </a:extLst>
            </p:cNvPr>
            <p:cNvSpPr/>
            <p:nvPr/>
          </p:nvSpPr>
          <p:spPr>
            <a:xfrm>
              <a:off x="6711576" y="4455114"/>
              <a:ext cx="451224" cy="451224"/>
            </a:xfrm>
            <a:prstGeom prst="ellipse">
              <a:avLst/>
            </a:prstGeom>
            <a:solidFill>
              <a:srgbClr val="2D6E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02695BFB-6FD5-B2B0-1778-51129468E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783965" y="4527503"/>
              <a:ext cx="306446" cy="306446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9418ED-1580-BB1F-8E93-0CC99EB517A1}"/>
              </a:ext>
            </a:extLst>
          </p:cNvPr>
          <p:cNvGrpSpPr/>
          <p:nvPr/>
        </p:nvGrpSpPr>
        <p:grpSpPr>
          <a:xfrm>
            <a:off x="6993337" y="4920109"/>
            <a:ext cx="451224" cy="451224"/>
            <a:chOff x="6711576" y="4955843"/>
            <a:chExt cx="451224" cy="451224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AEBE1AA-1036-96F8-BB3B-624655CB393D}"/>
                </a:ext>
              </a:extLst>
            </p:cNvPr>
            <p:cNvSpPr/>
            <p:nvPr/>
          </p:nvSpPr>
          <p:spPr>
            <a:xfrm>
              <a:off x="6711576" y="4955843"/>
              <a:ext cx="451224" cy="451224"/>
            </a:xfrm>
            <a:prstGeom prst="ellipse">
              <a:avLst/>
            </a:prstGeom>
            <a:solidFill>
              <a:srgbClr val="2D6E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Graphic 76">
              <a:extLst>
                <a:ext uri="{FF2B5EF4-FFF2-40B4-BE49-F238E27FC236}">
                  <a16:creationId xmlns:a16="http://schemas.microsoft.com/office/drawing/2014/main" id="{75D78DB8-3303-1C43-A30A-843562C24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774011" y="5018278"/>
              <a:ext cx="326354" cy="326354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FD53FD0-1885-3A48-A41A-8E921BB5B72A}"/>
              </a:ext>
            </a:extLst>
          </p:cNvPr>
          <p:cNvGrpSpPr/>
          <p:nvPr/>
        </p:nvGrpSpPr>
        <p:grpSpPr>
          <a:xfrm>
            <a:off x="6993337" y="5469272"/>
            <a:ext cx="451224" cy="451224"/>
            <a:chOff x="6711576" y="5456572"/>
            <a:chExt cx="451224" cy="451224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09F392A-3F4C-3DF5-CC54-A85B9751D63A}"/>
                </a:ext>
              </a:extLst>
            </p:cNvPr>
            <p:cNvSpPr/>
            <p:nvPr/>
          </p:nvSpPr>
          <p:spPr>
            <a:xfrm>
              <a:off x="6711576" y="5456572"/>
              <a:ext cx="451224" cy="451224"/>
            </a:xfrm>
            <a:prstGeom prst="ellipse">
              <a:avLst/>
            </a:prstGeom>
            <a:solidFill>
              <a:srgbClr val="2D6E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Graphic 79">
              <a:extLst>
                <a:ext uri="{FF2B5EF4-FFF2-40B4-BE49-F238E27FC236}">
                  <a16:creationId xmlns:a16="http://schemas.microsoft.com/office/drawing/2014/main" id="{8F0A2776-29CC-AA1C-1655-C2624E226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74226" y="5519222"/>
              <a:ext cx="325925" cy="325925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1C7A78D-E1D2-440F-8B3E-B8C2402F9109}"/>
              </a:ext>
            </a:extLst>
          </p:cNvPr>
          <p:cNvGrpSpPr/>
          <p:nvPr/>
        </p:nvGrpSpPr>
        <p:grpSpPr>
          <a:xfrm>
            <a:off x="6993337" y="6014451"/>
            <a:ext cx="451224" cy="451224"/>
            <a:chOff x="6711576" y="5957301"/>
            <a:chExt cx="451224" cy="451224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F4C3C72-FFA6-9D77-FC10-AC52536C098E}"/>
                </a:ext>
              </a:extLst>
            </p:cNvPr>
            <p:cNvSpPr/>
            <p:nvPr/>
          </p:nvSpPr>
          <p:spPr>
            <a:xfrm>
              <a:off x="6711576" y="5957301"/>
              <a:ext cx="451224" cy="451224"/>
            </a:xfrm>
            <a:prstGeom prst="ellipse">
              <a:avLst/>
            </a:prstGeom>
            <a:solidFill>
              <a:srgbClr val="2D6E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AC6CB912-10D5-CF9C-57DE-7D1F7BCB7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783867" y="6029592"/>
              <a:ext cx="306643" cy="306643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82C3F2A-E663-3CB8-908E-7A1A29D72845}"/>
              </a:ext>
            </a:extLst>
          </p:cNvPr>
          <p:cNvGrpSpPr/>
          <p:nvPr/>
        </p:nvGrpSpPr>
        <p:grpSpPr>
          <a:xfrm>
            <a:off x="6993337" y="3821035"/>
            <a:ext cx="451224" cy="451224"/>
            <a:chOff x="6711576" y="3954385"/>
            <a:chExt cx="451224" cy="451224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DB6934E-BD7F-FF6F-E656-9970F2C2649B}"/>
                </a:ext>
              </a:extLst>
            </p:cNvPr>
            <p:cNvSpPr/>
            <p:nvPr/>
          </p:nvSpPr>
          <p:spPr>
            <a:xfrm>
              <a:off x="6711576" y="3954385"/>
              <a:ext cx="451224" cy="451224"/>
            </a:xfrm>
            <a:prstGeom prst="ellipse">
              <a:avLst/>
            </a:prstGeom>
            <a:solidFill>
              <a:srgbClr val="2D6E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6" name="Graphic 85">
              <a:extLst>
                <a:ext uri="{FF2B5EF4-FFF2-40B4-BE49-F238E27FC236}">
                  <a16:creationId xmlns:a16="http://schemas.microsoft.com/office/drawing/2014/main" id="{B4385F05-6F3D-BD03-A66C-214A7937D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793426" y="4036235"/>
              <a:ext cx="287525" cy="287525"/>
            </a:xfrm>
            <a:prstGeom prst="rect">
              <a:avLst/>
            </a:prstGeom>
          </p:spPr>
        </p:pic>
      </p:grp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765E9E64-D031-7235-E5C4-D1FB1AF899C5}"/>
              </a:ext>
            </a:extLst>
          </p:cNvPr>
          <p:cNvSpPr/>
          <p:nvPr/>
        </p:nvSpPr>
        <p:spPr>
          <a:xfrm>
            <a:off x="371137" y="4354648"/>
            <a:ext cx="3371424" cy="310771"/>
          </a:xfrm>
          <a:prstGeom prst="roundRect">
            <a:avLst>
              <a:gd name="adj" fmla="val 20433"/>
            </a:avLst>
          </a:prstGeom>
          <a:solidFill>
            <a:srgbClr val="72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latin typeface="Arial" panose="020B0604020202020204" pitchFamily="34" charset="0"/>
              </a:rPr>
              <a:t>Llisquisa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8BACD558-C9BD-1016-D9BC-6BB7E7522571}"/>
              </a:ext>
            </a:extLst>
          </p:cNvPr>
          <p:cNvSpPr/>
          <p:nvPr/>
        </p:nvSpPr>
        <p:spPr>
          <a:xfrm>
            <a:off x="4015424" y="2502509"/>
            <a:ext cx="2675744" cy="3950944"/>
          </a:xfrm>
          <a:prstGeom prst="roundRect">
            <a:avLst>
              <a:gd name="adj" fmla="val 2665"/>
            </a:avLst>
          </a:prstGeom>
          <a:noFill/>
          <a:ln>
            <a:gradFill>
              <a:gsLst>
                <a:gs pos="0">
                  <a:srgbClr val="7ECAF8"/>
                </a:gs>
                <a:gs pos="50000">
                  <a:srgbClr val="7ECAF8"/>
                </a:gs>
                <a:gs pos="100000">
                  <a:srgbClr val="7ECAF8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4011522-B2BD-7AE5-94FA-2F856E4241F2}"/>
              </a:ext>
            </a:extLst>
          </p:cNvPr>
          <p:cNvCxnSpPr/>
          <p:nvPr/>
        </p:nvCxnSpPr>
        <p:spPr>
          <a:xfrm>
            <a:off x="4244601" y="3621107"/>
            <a:ext cx="2203043" cy="0"/>
          </a:xfrm>
          <a:prstGeom prst="line">
            <a:avLst/>
          </a:prstGeom>
          <a:ln w="6350">
            <a:solidFill>
              <a:srgbClr val="7ECA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CF613E7-BEEE-9C45-DEB7-A4A1F7813FD1}"/>
              </a:ext>
            </a:extLst>
          </p:cNvPr>
          <p:cNvCxnSpPr/>
          <p:nvPr/>
        </p:nvCxnSpPr>
        <p:spPr>
          <a:xfrm>
            <a:off x="4244601" y="4519023"/>
            <a:ext cx="2203043" cy="0"/>
          </a:xfrm>
          <a:prstGeom prst="line">
            <a:avLst/>
          </a:prstGeom>
          <a:ln w="6350">
            <a:solidFill>
              <a:srgbClr val="7ECA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41E3F7F-6308-6300-9266-4F353BC27B9C}"/>
              </a:ext>
            </a:extLst>
          </p:cNvPr>
          <p:cNvCxnSpPr/>
          <p:nvPr/>
        </p:nvCxnSpPr>
        <p:spPr>
          <a:xfrm>
            <a:off x="4244601" y="5416938"/>
            <a:ext cx="2203043" cy="0"/>
          </a:xfrm>
          <a:prstGeom prst="line">
            <a:avLst/>
          </a:prstGeom>
          <a:ln w="6350">
            <a:solidFill>
              <a:srgbClr val="7ECA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0D88A553-C738-0649-CDD0-181ED9D01DBF}"/>
              </a:ext>
            </a:extLst>
          </p:cNvPr>
          <p:cNvSpPr txBox="1"/>
          <p:nvPr/>
        </p:nvSpPr>
        <p:spPr>
          <a:xfrm>
            <a:off x="4741351" y="2934405"/>
            <a:ext cx="157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Clectuspel Lente squ EIN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E8E3FC5-4CB5-B2B0-19CF-6FDD8FF1B1C3}"/>
              </a:ext>
            </a:extLst>
          </p:cNvPr>
          <p:cNvSpPr txBox="1"/>
          <p:nvPr/>
        </p:nvSpPr>
        <p:spPr>
          <a:xfrm>
            <a:off x="4741351" y="3829981"/>
            <a:ext cx="157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Sumidor Ciportada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90B9FEC-AA5D-80C4-45F6-AC0A41FE5105}"/>
              </a:ext>
            </a:extLst>
          </p:cNvPr>
          <p:cNvSpPr txBox="1"/>
          <p:nvPr/>
        </p:nvSpPr>
        <p:spPr>
          <a:xfrm>
            <a:off x="4741351" y="4639876"/>
            <a:ext cx="1779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Pibusvivamu Ssuscipitt ort ORE Getfelisportt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0D52418-684E-3F10-B6F6-F4461CA1B977}"/>
              </a:ext>
            </a:extLst>
          </p:cNvPr>
          <p:cNvSpPr txBox="1"/>
          <p:nvPr/>
        </p:nvSpPr>
        <p:spPr>
          <a:xfrm>
            <a:off x="4741351" y="5639693"/>
            <a:ext cx="157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Itorvolutpa Tcrasultr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0B774A3-6160-7BA9-14F0-19E81BE2AAB2}"/>
              </a:ext>
            </a:extLst>
          </p:cNvPr>
          <p:cNvGrpSpPr/>
          <p:nvPr/>
        </p:nvGrpSpPr>
        <p:grpSpPr>
          <a:xfrm>
            <a:off x="5248446" y="1422179"/>
            <a:ext cx="420915" cy="1080330"/>
            <a:chOff x="5248446" y="1422179"/>
            <a:chExt cx="420915" cy="1080330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384AAAA5-DBA5-07CE-6051-9A41FCB3DF3D}"/>
                </a:ext>
              </a:extLst>
            </p:cNvPr>
            <p:cNvGrpSpPr/>
            <p:nvPr/>
          </p:nvGrpSpPr>
          <p:grpSpPr>
            <a:xfrm>
              <a:off x="5248446" y="1422179"/>
              <a:ext cx="420915" cy="420915"/>
              <a:chOff x="5248446" y="1447449"/>
              <a:chExt cx="420915" cy="420915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FBD694F2-0D46-B8C4-BD1F-EEE781F1B51F}"/>
                  </a:ext>
                </a:extLst>
              </p:cNvPr>
              <p:cNvSpPr/>
              <p:nvPr/>
            </p:nvSpPr>
            <p:spPr>
              <a:xfrm>
                <a:off x="5248446" y="1447449"/>
                <a:ext cx="420915" cy="420915"/>
              </a:xfrm>
              <a:prstGeom prst="ellipse">
                <a:avLst/>
              </a:prstGeom>
              <a:solidFill>
                <a:srgbClr val="2D6EA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A1F16313-1E03-0327-5BD5-6DE3895D863B}"/>
                  </a:ext>
                </a:extLst>
              </p:cNvPr>
              <p:cNvSpPr/>
              <p:nvPr/>
            </p:nvSpPr>
            <p:spPr>
              <a:xfrm>
                <a:off x="5307581" y="1506584"/>
                <a:ext cx="302644" cy="302644"/>
              </a:xfrm>
              <a:prstGeom prst="ellipse">
                <a:avLst/>
              </a:prstGeom>
              <a:solidFill>
                <a:srgbClr val="724D8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69A33EC-3D78-0950-0B2E-90DE40CAA6E0}"/>
                </a:ext>
              </a:extLst>
            </p:cNvPr>
            <p:cNvCxnSpPr>
              <a:cxnSpLocks/>
            </p:cNvCxnSpPr>
            <p:nvPr/>
          </p:nvCxnSpPr>
          <p:spPr>
            <a:xfrm>
              <a:off x="5458903" y="1783958"/>
              <a:ext cx="0" cy="718551"/>
            </a:xfrm>
            <a:prstGeom prst="line">
              <a:avLst/>
            </a:prstGeom>
            <a:ln w="12700">
              <a:solidFill>
                <a:srgbClr val="724D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6D5B600-FEB4-5732-2312-845F7203F874}"/>
              </a:ext>
            </a:extLst>
          </p:cNvPr>
          <p:cNvGrpSpPr/>
          <p:nvPr/>
        </p:nvGrpSpPr>
        <p:grpSpPr>
          <a:xfrm>
            <a:off x="7162622" y="4320180"/>
            <a:ext cx="4617720" cy="1641426"/>
            <a:chOff x="7162622" y="4320180"/>
            <a:chExt cx="4617720" cy="1641426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B267F16-03A2-A0AE-18E8-27A8F46D7F92}"/>
                </a:ext>
              </a:extLst>
            </p:cNvPr>
            <p:cNvCxnSpPr/>
            <p:nvPr/>
          </p:nvCxnSpPr>
          <p:spPr>
            <a:xfrm>
              <a:off x="7162622" y="4320180"/>
              <a:ext cx="4617720" cy="0"/>
            </a:xfrm>
            <a:prstGeom prst="line">
              <a:avLst/>
            </a:prstGeom>
            <a:ln>
              <a:gradFill>
                <a:gsLst>
                  <a:gs pos="0">
                    <a:srgbClr val="2D6EAA"/>
                  </a:gs>
                  <a:gs pos="100000">
                    <a:srgbClr val="2D6EAA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3FFDBD5-BD03-29DD-3441-8DB4EC6EFB45}"/>
                </a:ext>
              </a:extLst>
            </p:cNvPr>
            <p:cNvCxnSpPr/>
            <p:nvPr/>
          </p:nvCxnSpPr>
          <p:spPr>
            <a:xfrm>
              <a:off x="7162622" y="4867322"/>
              <a:ext cx="4617720" cy="0"/>
            </a:xfrm>
            <a:prstGeom prst="line">
              <a:avLst/>
            </a:prstGeom>
            <a:ln>
              <a:gradFill>
                <a:gsLst>
                  <a:gs pos="0">
                    <a:srgbClr val="2D6EAA"/>
                  </a:gs>
                  <a:gs pos="100000">
                    <a:srgbClr val="2D6EAA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BD8BE47-0780-B003-907C-7181DBE1604D}"/>
                </a:ext>
              </a:extLst>
            </p:cNvPr>
            <p:cNvCxnSpPr/>
            <p:nvPr/>
          </p:nvCxnSpPr>
          <p:spPr>
            <a:xfrm>
              <a:off x="7162622" y="5414464"/>
              <a:ext cx="4617720" cy="0"/>
            </a:xfrm>
            <a:prstGeom prst="line">
              <a:avLst/>
            </a:prstGeom>
            <a:ln>
              <a:gradFill>
                <a:gsLst>
                  <a:gs pos="0">
                    <a:srgbClr val="2D6EAA"/>
                  </a:gs>
                  <a:gs pos="100000">
                    <a:srgbClr val="2D6EAA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CD62F87-E4E8-D055-592F-D1CCF6D8E178}"/>
                </a:ext>
              </a:extLst>
            </p:cNvPr>
            <p:cNvCxnSpPr/>
            <p:nvPr/>
          </p:nvCxnSpPr>
          <p:spPr>
            <a:xfrm>
              <a:off x="7162622" y="5961606"/>
              <a:ext cx="4617720" cy="0"/>
            </a:xfrm>
            <a:prstGeom prst="line">
              <a:avLst/>
            </a:prstGeom>
            <a:ln>
              <a:gradFill>
                <a:gsLst>
                  <a:gs pos="0">
                    <a:srgbClr val="2D6EAA"/>
                  </a:gs>
                  <a:gs pos="100000">
                    <a:srgbClr val="2D6EAA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6" name="Graphic 105">
            <a:extLst>
              <a:ext uri="{FF2B5EF4-FFF2-40B4-BE49-F238E27FC236}">
                <a16:creationId xmlns:a16="http://schemas.microsoft.com/office/drawing/2014/main" id="{49A4AAA4-CEF6-CECD-4340-51CB3225437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96191" y="2947617"/>
            <a:ext cx="435241" cy="435241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6729E170-48E8-D140-521B-8CCCC53A42A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08186" y="3855188"/>
            <a:ext cx="411251" cy="411251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62DCFFBB-C2C0-8B12-FE63-8740AE16B46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96191" y="4745421"/>
            <a:ext cx="435241" cy="43524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B027D2E-B959-9AAB-77D2-59105D16F2A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296191" y="5652905"/>
            <a:ext cx="435241" cy="435241"/>
          </a:xfrm>
          <a:prstGeom prst="rect">
            <a:avLst/>
          </a:prstGeom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44412B0-FE85-7CE3-427B-00CF100AB2CE}"/>
              </a:ext>
            </a:extLst>
          </p:cNvPr>
          <p:cNvSpPr/>
          <p:nvPr/>
        </p:nvSpPr>
        <p:spPr>
          <a:xfrm>
            <a:off x="4107672" y="2374915"/>
            <a:ext cx="2491248" cy="310771"/>
          </a:xfrm>
          <a:prstGeom prst="roundRect">
            <a:avLst>
              <a:gd name="adj" fmla="val 20433"/>
            </a:avLst>
          </a:pr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latin typeface="Arial" panose="020B0604020202020204" pitchFamily="34" charset="0"/>
              </a:rPr>
              <a:t>ICI Esligula Sedmagna</a:t>
            </a:r>
          </a:p>
        </p:txBody>
      </p:sp>
    </p:spTree>
    <p:extLst>
      <p:ext uri="{BB962C8B-B14F-4D97-AF65-F5344CB8AC3E}">
        <p14:creationId xmlns:p14="http://schemas.microsoft.com/office/powerpoint/2010/main" val="2978385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8CB1-ED8C-D48D-36BF-FDC9C030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010809CC-932F-1A7D-563E-D8B74B4A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/>
              <a:t>Dictumporta Loremipsumdolo Rsitame:</a:t>
            </a:r>
            <a:endParaRPr lang="en-US" kern="0"/>
          </a:p>
        </p:txBody>
      </p:sp>
      <p:sp>
        <p:nvSpPr>
          <p:cNvPr id="31" name="Rounded Rectangle 11">
            <a:extLst>
              <a:ext uri="{FF2B5EF4-FFF2-40B4-BE49-F238E27FC236}">
                <a16:creationId xmlns:a16="http://schemas.microsoft.com/office/drawing/2014/main" id="{4E54D0E0-6D77-7728-D888-94AB207CFD18}"/>
              </a:ext>
            </a:extLst>
          </p:cNvPr>
          <p:cNvSpPr/>
          <p:nvPr/>
        </p:nvSpPr>
        <p:spPr bwMode="auto">
          <a:xfrm>
            <a:off x="73369" y="914357"/>
            <a:ext cx="12045263" cy="5486443"/>
          </a:xfrm>
          <a:prstGeom prst="roundRect">
            <a:avLst>
              <a:gd name="adj" fmla="val 1203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0303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ADBEEC-3086-4775-3880-853120B172B6}"/>
              </a:ext>
            </a:extLst>
          </p:cNvPr>
          <p:cNvSpPr txBox="1"/>
          <p:nvPr/>
        </p:nvSpPr>
        <p:spPr>
          <a:xfrm>
            <a:off x="220257" y="3665040"/>
            <a:ext cx="394896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Tconsectetura dipiscin gelitseddo eiusmodte mpori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Nci didun tu tlaboree tdoloremagna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Al iquauteni madmin imvenia, mquisn, ost rudexerci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Tat ionul lamcolabor isni siu taliquipe xeacomm odoconsequ atduisauteiru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Redolorinre prehenderit in voluptatevel ites sec illumd ol oreeufug iatnullapa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E28079-F026-847E-362B-6FAF974E4C71}"/>
              </a:ext>
            </a:extLst>
          </p:cNvPr>
          <p:cNvSpPr txBox="1"/>
          <p:nvPr/>
        </p:nvSpPr>
        <p:spPr>
          <a:xfrm>
            <a:off x="8751052" y="2587822"/>
            <a:ext cx="329853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Riaturexcep teu rsintoccaeca tcupid atatnonp roidentsun tinculpaq uioff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Iciad-eseru ntmollitani midestlaboru mcurabi turn onn ullasita metnisltempu sco nvallisqui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Saclectuspe l lentesque ini psumidorc iportada pibusvivam ussuscip itto rtor eg e tfelisp orttito rv olutpatc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Rasultri cieslig ulasedm agnadictu mporta loremip, sumdol ors itametcon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Sectetura dipiscinge lit seddoei U2S modtempori nc ididu ntutla boreetdol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D45440-57E5-FCB2-639D-C7E00DFDDE45}"/>
              </a:ext>
            </a:extLst>
          </p:cNvPr>
          <p:cNvSpPr txBox="1"/>
          <p:nvPr/>
        </p:nvSpPr>
        <p:spPr>
          <a:xfrm>
            <a:off x="4667317" y="3227777"/>
            <a:ext cx="3683039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Oremagna aliquauteni madminim veniamquis nostrudex ercit ationu lla mcolabo ris nisiutali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Quipexeac ommod oconsequa tduisa uteirur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Ed olori nr eprehe nderitinv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Oluptate velit essecillum doloree ufugiatnullapa riaturexcept eur sintoccaecatc 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893080-4B95-C32F-5396-25EC38C2605F}"/>
              </a:ext>
            </a:extLst>
          </p:cNvPr>
          <p:cNvGrpSpPr/>
          <p:nvPr/>
        </p:nvGrpSpPr>
        <p:grpSpPr>
          <a:xfrm>
            <a:off x="3867634" y="2140313"/>
            <a:ext cx="8250997" cy="1253615"/>
            <a:chOff x="4252390" y="2097569"/>
            <a:chExt cx="6667326" cy="1013000"/>
          </a:xfrm>
        </p:grpSpPr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AE5A84B1-3C1F-C7F7-2030-A8B47756B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2390" y="2605622"/>
              <a:ext cx="3327213" cy="504947"/>
            </a:xfrm>
            <a:custGeom>
              <a:avLst/>
              <a:gdLst>
                <a:gd name="T0" fmla="*/ 0 w 850"/>
                <a:gd name="T1" fmla="*/ 128 h 128"/>
                <a:gd name="T2" fmla="*/ 80 w 850"/>
                <a:gd name="T3" fmla="*/ 128 h 128"/>
                <a:gd name="T4" fmla="*/ 120 w 850"/>
                <a:gd name="T5" fmla="*/ 88 h 128"/>
                <a:gd name="T6" fmla="*/ 120 w 850"/>
                <a:gd name="T7" fmla="*/ 40 h 128"/>
                <a:gd name="T8" fmla="*/ 160 w 850"/>
                <a:gd name="T9" fmla="*/ 0 h 128"/>
                <a:gd name="T10" fmla="*/ 850 w 850"/>
                <a:gd name="T11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0" h="128">
                  <a:moveTo>
                    <a:pt x="0" y="128"/>
                  </a:moveTo>
                  <a:cubicBezTo>
                    <a:pt x="80" y="128"/>
                    <a:pt x="80" y="128"/>
                    <a:pt x="80" y="128"/>
                  </a:cubicBezTo>
                  <a:cubicBezTo>
                    <a:pt x="102" y="128"/>
                    <a:pt x="120" y="110"/>
                    <a:pt x="120" y="88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18"/>
                    <a:pt x="138" y="0"/>
                    <a:pt x="160" y="0"/>
                  </a:cubicBezTo>
                  <a:cubicBezTo>
                    <a:pt x="850" y="0"/>
                    <a:pt x="850" y="0"/>
                    <a:pt x="850" y="0"/>
                  </a:cubicBezTo>
                </a:path>
              </a:pathLst>
            </a:custGeom>
            <a:noFill/>
            <a:ln w="190500" cap="sq">
              <a:solidFill>
                <a:srgbClr val="66737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EE501372-AF9C-016E-CCBE-F0F6E20C7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3860" y="2602517"/>
              <a:ext cx="3327213" cy="504947"/>
            </a:xfrm>
            <a:custGeom>
              <a:avLst/>
              <a:gdLst>
                <a:gd name="T0" fmla="*/ 0 w 850"/>
                <a:gd name="T1" fmla="*/ 128 h 128"/>
                <a:gd name="T2" fmla="*/ 80 w 850"/>
                <a:gd name="T3" fmla="*/ 128 h 128"/>
                <a:gd name="T4" fmla="*/ 120 w 850"/>
                <a:gd name="T5" fmla="*/ 88 h 128"/>
                <a:gd name="T6" fmla="*/ 120 w 850"/>
                <a:gd name="T7" fmla="*/ 40 h 128"/>
                <a:gd name="T8" fmla="*/ 160 w 850"/>
                <a:gd name="T9" fmla="*/ 0 h 128"/>
                <a:gd name="T10" fmla="*/ 850 w 850"/>
                <a:gd name="T11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0" h="128">
                  <a:moveTo>
                    <a:pt x="0" y="128"/>
                  </a:moveTo>
                  <a:cubicBezTo>
                    <a:pt x="80" y="128"/>
                    <a:pt x="80" y="128"/>
                    <a:pt x="80" y="128"/>
                  </a:cubicBezTo>
                  <a:cubicBezTo>
                    <a:pt x="102" y="128"/>
                    <a:pt x="120" y="110"/>
                    <a:pt x="120" y="88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18"/>
                    <a:pt x="138" y="0"/>
                    <a:pt x="160" y="0"/>
                  </a:cubicBezTo>
                  <a:cubicBezTo>
                    <a:pt x="850" y="0"/>
                    <a:pt x="850" y="0"/>
                    <a:pt x="850" y="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8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4FA07083-61E4-7908-5F42-824D039D2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1033" y="2100675"/>
              <a:ext cx="3327213" cy="504947"/>
            </a:xfrm>
            <a:custGeom>
              <a:avLst/>
              <a:gdLst>
                <a:gd name="T0" fmla="*/ 0 w 850"/>
                <a:gd name="T1" fmla="*/ 128 h 128"/>
                <a:gd name="T2" fmla="*/ 80 w 850"/>
                <a:gd name="T3" fmla="*/ 128 h 128"/>
                <a:gd name="T4" fmla="*/ 120 w 850"/>
                <a:gd name="T5" fmla="*/ 88 h 128"/>
                <a:gd name="T6" fmla="*/ 120 w 850"/>
                <a:gd name="T7" fmla="*/ 40 h 128"/>
                <a:gd name="T8" fmla="*/ 160 w 850"/>
                <a:gd name="T9" fmla="*/ 0 h 128"/>
                <a:gd name="T10" fmla="*/ 850 w 850"/>
                <a:gd name="T11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0" h="128">
                  <a:moveTo>
                    <a:pt x="0" y="128"/>
                  </a:moveTo>
                  <a:cubicBezTo>
                    <a:pt x="80" y="128"/>
                    <a:pt x="80" y="128"/>
                    <a:pt x="80" y="128"/>
                  </a:cubicBezTo>
                  <a:cubicBezTo>
                    <a:pt x="102" y="128"/>
                    <a:pt x="120" y="110"/>
                    <a:pt x="120" y="88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18"/>
                    <a:pt x="138" y="0"/>
                    <a:pt x="160" y="0"/>
                  </a:cubicBezTo>
                  <a:cubicBezTo>
                    <a:pt x="850" y="0"/>
                    <a:pt x="850" y="0"/>
                    <a:pt x="850" y="0"/>
                  </a:cubicBezTo>
                </a:path>
              </a:pathLst>
            </a:custGeom>
            <a:noFill/>
            <a:ln w="190500" cap="flat">
              <a:solidFill>
                <a:srgbClr val="66737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ABA5AFC8-8857-E6F9-890B-35CFF3A9B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2503" y="2097569"/>
              <a:ext cx="3327213" cy="504947"/>
            </a:xfrm>
            <a:custGeom>
              <a:avLst/>
              <a:gdLst>
                <a:gd name="T0" fmla="*/ 0 w 850"/>
                <a:gd name="T1" fmla="*/ 128 h 128"/>
                <a:gd name="T2" fmla="*/ 80 w 850"/>
                <a:gd name="T3" fmla="*/ 128 h 128"/>
                <a:gd name="T4" fmla="*/ 120 w 850"/>
                <a:gd name="T5" fmla="*/ 88 h 128"/>
                <a:gd name="T6" fmla="*/ 120 w 850"/>
                <a:gd name="T7" fmla="*/ 40 h 128"/>
                <a:gd name="T8" fmla="*/ 160 w 850"/>
                <a:gd name="T9" fmla="*/ 0 h 128"/>
                <a:gd name="T10" fmla="*/ 850 w 850"/>
                <a:gd name="T11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0" h="128">
                  <a:moveTo>
                    <a:pt x="0" y="128"/>
                  </a:moveTo>
                  <a:cubicBezTo>
                    <a:pt x="80" y="128"/>
                    <a:pt x="80" y="128"/>
                    <a:pt x="80" y="128"/>
                  </a:cubicBezTo>
                  <a:cubicBezTo>
                    <a:pt x="102" y="128"/>
                    <a:pt x="120" y="110"/>
                    <a:pt x="120" y="88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18"/>
                    <a:pt x="138" y="0"/>
                    <a:pt x="160" y="0"/>
                  </a:cubicBezTo>
                  <a:cubicBezTo>
                    <a:pt x="850" y="0"/>
                    <a:pt x="850" y="0"/>
                    <a:pt x="850" y="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8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39DDF55-035B-89CB-C6E3-7B477148B05C}"/>
              </a:ext>
            </a:extLst>
          </p:cNvPr>
          <p:cNvGrpSpPr/>
          <p:nvPr/>
        </p:nvGrpSpPr>
        <p:grpSpPr>
          <a:xfrm>
            <a:off x="73369" y="3389271"/>
            <a:ext cx="3734382" cy="5577"/>
            <a:chOff x="73369" y="3389271"/>
            <a:chExt cx="3734382" cy="5577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D8861BF-1D6D-C4EE-952B-0788C8F7077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9" y="3394848"/>
              <a:ext cx="3734382" cy="0"/>
            </a:xfrm>
            <a:prstGeom prst="line">
              <a:avLst/>
            </a:prstGeom>
            <a:noFill/>
            <a:ln w="190500" cap="flat" cmpd="sng" algn="ctr">
              <a:solidFill>
                <a:srgbClr val="66737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1FC1949-21A3-A85B-F55B-7069937C9B9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9" y="3389271"/>
              <a:ext cx="3734382" cy="0"/>
            </a:xfrm>
            <a:prstGeom prst="line">
              <a:avLst/>
            </a:prstGeom>
            <a:noFill/>
            <a:ln w="12700" cap="flat">
              <a:solidFill>
                <a:schemeClr val="bg1">
                  <a:alpha val="8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2EC9A457-A0CD-E1ED-C52D-916C0388083D}"/>
              </a:ext>
            </a:extLst>
          </p:cNvPr>
          <p:cNvSpPr/>
          <p:nvPr/>
        </p:nvSpPr>
        <p:spPr bwMode="auto">
          <a:xfrm>
            <a:off x="1060345" y="2858941"/>
            <a:ext cx="1097503" cy="334740"/>
          </a:xfrm>
          <a:prstGeom prst="roundRect">
            <a:avLst>
              <a:gd name="adj" fmla="val 50000"/>
            </a:avLst>
          </a:prstGeom>
          <a:solidFill>
            <a:srgbClr val="43515C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none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Upida 1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954001C-F40A-425F-369C-76887F01F6E4}"/>
              </a:ext>
            </a:extLst>
          </p:cNvPr>
          <p:cNvGrpSpPr/>
          <p:nvPr/>
        </p:nvGrpSpPr>
        <p:grpSpPr>
          <a:xfrm>
            <a:off x="4254500" y="2981396"/>
            <a:ext cx="4228998" cy="3250726"/>
            <a:chOff x="4254500" y="2981396"/>
            <a:chExt cx="4228998" cy="309100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408C416-26A8-7465-1C71-C0F48B0F2D76}"/>
                </a:ext>
              </a:extLst>
            </p:cNvPr>
            <p:cNvCxnSpPr>
              <a:stCxn id="37" idx="1"/>
            </p:cNvCxnSpPr>
            <p:nvPr/>
          </p:nvCxnSpPr>
          <p:spPr bwMode="auto">
            <a:xfrm flipH="1">
              <a:off x="4254500" y="3393928"/>
              <a:ext cx="665" cy="2678475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C663F77-A38E-4201-B1A6-A1D4E60B11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483497" y="2981396"/>
              <a:ext cx="1" cy="3091007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654F17E-679B-EC2F-4CE2-809F5CAC027F}"/>
              </a:ext>
            </a:extLst>
          </p:cNvPr>
          <p:cNvGrpSpPr/>
          <p:nvPr/>
        </p:nvGrpSpPr>
        <p:grpSpPr>
          <a:xfrm>
            <a:off x="642685" y="2908583"/>
            <a:ext cx="364481" cy="505412"/>
            <a:chOff x="301362" y="5168026"/>
            <a:chExt cx="428626" cy="594359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EBDA603-7649-CE50-2CEA-FE24F37DDC42}"/>
                </a:ext>
              </a:extLst>
            </p:cNvPr>
            <p:cNvSpPr/>
            <p:nvPr/>
          </p:nvSpPr>
          <p:spPr bwMode="auto">
            <a:xfrm>
              <a:off x="356159" y="5676468"/>
              <a:ext cx="329564" cy="85917"/>
            </a:xfrm>
            <a:prstGeom prst="ellipse">
              <a:avLst/>
            </a:prstGeom>
            <a:solidFill>
              <a:srgbClr val="43515C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20303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  <a:latin typeface="Arial" panose="020B0604020202020204" pitchFamily="34" charset="0"/>
                </a:rPr>
                <a:t>  </a:t>
              </a:r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C664454C-B7A2-057B-F8F7-C73AA0E5B7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1362" y="5168026"/>
              <a:ext cx="428626" cy="555625"/>
            </a:xfrm>
            <a:custGeom>
              <a:avLst/>
              <a:gdLst>
                <a:gd name="T0" fmla="*/ 790 w 1580"/>
                <a:gd name="T1" fmla="*/ 0 h 2048"/>
                <a:gd name="T2" fmla="*/ 0 w 1580"/>
                <a:gd name="T3" fmla="*/ 790 h 2048"/>
                <a:gd name="T4" fmla="*/ 122 w 1580"/>
                <a:gd name="T5" fmla="*/ 1265 h 2048"/>
                <a:gd name="T6" fmla="*/ 387 w 1580"/>
                <a:gd name="T7" fmla="*/ 1663 h 2048"/>
                <a:gd name="T8" fmla="*/ 772 w 1580"/>
                <a:gd name="T9" fmla="*/ 2042 h 2048"/>
                <a:gd name="T10" fmla="*/ 790 w 1580"/>
                <a:gd name="T11" fmla="*/ 2048 h 2048"/>
                <a:gd name="T12" fmla="*/ 808 w 1580"/>
                <a:gd name="T13" fmla="*/ 2042 h 2048"/>
                <a:gd name="T14" fmla="*/ 1193 w 1580"/>
                <a:gd name="T15" fmla="*/ 1663 h 2048"/>
                <a:gd name="T16" fmla="*/ 1458 w 1580"/>
                <a:gd name="T17" fmla="*/ 1265 h 2048"/>
                <a:gd name="T18" fmla="*/ 1580 w 1580"/>
                <a:gd name="T19" fmla="*/ 790 h 2048"/>
                <a:gd name="T20" fmla="*/ 790 w 1580"/>
                <a:gd name="T21" fmla="*/ 0 h 2048"/>
                <a:gd name="T22" fmla="*/ 790 w 1580"/>
                <a:gd name="T23" fmla="*/ 517 h 2048"/>
                <a:gd name="T24" fmla="*/ 1063 w 1580"/>
                <a:gd name="T25" fmla="*/ 790 h 2048"/>
                <a:gd name="T26" fmla="*/ 790 w 1580"/>
                <a:gd name="T27" fmla="*/ 1063 h 2048"/>
                <a:gd name="T28" fmla="*/ 517 w 1580"/>
                <a:gd name="T29" fmla="*/ 790 h 2048"/>
                <a:gd name="T30" fmla="*/ 790 w 1580"/>
                <a:gd name="T31" fmla="*/ 517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80" h="2048">
                  <a:moveTo>
                    <a:pt x="790" y="0"/>
                  </a:moveTo>
                  <a:cubicBezTo>
                    <a:pt x="354" y="0"/>
                    <a:pt x="0" y="355"/>
                    <a:pt x="0" y="790"/>
                  </a:cubicBezTo>
                  <a:cubicBezTo>
                    <a:pt x="0" y="941"/>
                    <a:pt x="41" y="1100"/>
                    <a:pt x="122" y="1265"/>
                  </a:cubicBezTo>
                  <a:cubicBezTo>
                    <a:pt x="186" y="1396"/>
                    <a:pt x="275" y="1530"/>
                    <a:pt x="387" y="1663"/>
                  </a:cubicBezTo>
                  <a:cubicBezTo>
                    <a:pt x="577" y="1890"/>
                    <a:pt x="764" y="2036"/>
                    <a:pt x="772" y="2042"/>
                  </a:cubicBezTo>
                  <a:cubicBezTo>
                    <a:pt x="777" y="2046"/>
                    <a:pt x="784" y="2048"/>
                    <a:pt x="790" y="2048"/>
                  </a:cubicBezTo>
                  <a:cubicBezTo>
                    <a:pt x="796" y="2048"/>
                    <a:pt x="803" y="2046"/>
                    <a:pt x="808" y="2042"/>
                  </a:cubicBezTo>
                  <a:cubicBezTo>
                    <a:pt x="816" y="2036"/>
                    <a:pt x="1003" y="1890"/>
                    <a:pt x="1193" y="1663"/>
                  </a:cubicBezTo>
                  <a:cubicBezTo>
                    <a:pt x="1305" y="1530"/>
                    <a:pt x="1394" y="1396"/>
                    <a:pt x="1458" y="1265"/>
                  </a:cubicBezTo>
                  <a:cubicBezTo>
                    <a:pt x="1539" y="1100"/>
                    <a:pt x="1580" y="941"/>
                    <a:pt x="1580" y="790"/>
                  </a:cubicBezTo>
                  <a:cubicBezTo>
                    <a:pt x="1580" y="355"/>
                    <a:pt x="1226" y="0"/>
                    <a:pt x="790" y="0"/>
                  </a:cubicBezTo>
                  <a:close/>
                  <a:moveTo>
                    <a:pt x="790" y="517"/>
                  </a:moveTo>
                  <a:cubicBezTo>
                    <a:pt x="941" y="517"/>
                    <a:pt x="1063" y="640"/>
                    <a:pt x="1063" y="790"/>
                  </a:cubicBezTo>
                  <a:cubicBezTo>
                    <a:pt x="1063" y="941"/>
                    <a:pt x="941" y="1063"/>
                    <a:pt x="790" y="1063"/>
                  </a:cubicBezTo>
                  <a:cubicBezTo>
                    <a:pt x="639" y="1063"/>
                    <a:pt x="517" y="941"/>
                    <a:pt x="517" y="790"/>
                  </a:cubicBezTo>
                  <a:cubicBezTo>
                    <a:pt x="517" y="640"/>
                    <a:pt x="639" y="517"/>
                    <a:pt x="790" y="517"/>
                  </a:cubicBezTo>
                  <a:close/>
                </a:path>
              </a:pathLst>
            </a:custGeom>
            <a:solidFill>
              <a:srgbClr val="4FB7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59FE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27C390B0-E859-D78D-804E-9EC41CAD1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862" y="5168026"/>
              <a:ext cx="238126" cy="555625"/>
            </a:xfrm>
            <a:custGeom>
              <a:avLst/>
              <a:gdLst>
                <a:gd name="T0" fmla="*/ 88 w 878"/>
                <a:gd name="T1" fmla="*/ 0 h 2048"/>
                <a:gd name="T2" fmla="*/ 0 w 878"/>
                <a:gd name="T3" fmla="*/ 5 h 2048"/>
                <a:gd name="T4" fmla="*/ 703 w 878"/>
                <a:gd name="T5" fmla="*/ 790 h 2048"/>
                <a:gd name="T6" fmla="*/ 581 w 878"/>
                <a:gd name="T7" fmla="*/ 1265 h 2048"/>
                <a:gd name="T8" fmla="*/ 316 w 878"/>
                <a:gd name="T9" fmla="*/ 1663 h 2048"/>
                <a:gd name="T10" fmla="*/ 0 w 878"/>
                <a:gd name="T11" fmla="*/ 1984 h 2048"/>
                <a:gd name="T12" fmla="*/ 70 w 878"/>
                <a:gd name="T13" fmla="*/ 2042 h 2048"/>
                <a:gd name="T14" fmla="*/ 88 w 878"/>
                <a:gd name="T15" fmla="*/ 2048 h 2048"/>
                <a:gd name="T16" fmla="*/ 106 w 878"/>
                <a:gd name="T17" fmla="*/ 2042 h 2048"/>
                <a:gd name="T18" fmla="*/ 491 w 878"/>
                <a:gd name="T19" fmla="*/ 1663 h 2048"/>
                <a:gd name="T20" fmla="*/ 756 w 878"/>
                <a:gd name="T21" fmla="*/ 1265 h 2048"/>
                <a:gd name="T22" fmla="*/ 878 w 878"/>
                <a:gd name="T23" fmla="*/ 790 h 2048"/>
                <a:gd name="T24" fmla="*/ 88 w 878"/>
                <a:gd name="T25" fmla="*/ 0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8" h="2048">
                  <a:moveTo>
                    <a:pt x="88" y="0"/>
                  </a:moveTo>
                  <a:cubicBezTo>
                    <a:pt x="58" y="0"/>
                    <a:pt x="29" y="2"/>
                    <a:pt x="0" y="5"/>
                  </a:cubicBezTo>
                  <a:cubicBezTo>
                    <a:pt x="395" y="49"/>
                    <a:pt x="703" y="384"/>
                    <a:pt x="703" y="790"/>
                  </a:cubicBezTo>
                  <a:cubicBezTo>
                    <a:pt x="703" y="941"/>
                    <a:pt x="662" y="1101"/>
                    <a:pt x="581" y="1265"/>
                  </a:cubicBezTo>
                  <a:cubicBezTo>
                    <a:pt x="517" y="1396"/>
                    <a:pt x="428" y="1530"/>
                    <a:pt x="316" y="1663"/>
                  </a:cubicBezTo>
                  <a:cubicBezTo>
                    <a:pt x="194" y="1809"/>
                    <a:pt x="73" y="1921"/>
                    <a:pt x="0" y="1984"/>
                  </a:cubicBezTo>
                  <a:cubicBezTo>
                    <a:pt x="41" y="2019"/>
                    <a:pt x="67" y="2040"/>
                    <a:pt x="70" y="2042"/>
                  </a:cubicBezTo>
                  <a:cubicBezTo>
                    <a:pt x="75" y="2046"/>
                    <a:pt x="82" y="2048"/>
                    <a:pt x="88" y="2048"/>
                  </a:cubicBezTo>
                  <a:cubicBezTo>
                    <a:pt x="94" y="2048"/>
                    <a:pt x="101" y="2046"/>
                    <a:pt x="106" y="2042"/>
                  </a:cubicBezTo>
                  <a:cubicBezTo>
                    <a:pt x="114" y="2036"/>
                    <a:pt x="301" y="1890"/>
                    <a:pt x="491" y="1663"/>
                  </a:cubicBezTo>
                  <a:cubicBezTo>
                    <a:pt x="603" y="1530"/>
                    <a:pt x="692" y="1396"/>
                    <a:pt x="756" y="1265"/>
                  </a:cubicBezTo>
                  <a:cubicBezTo>
                    <a:pt x="837" y="1100"/>
                    <a:pt x="878" y="941"/>
                    <a:pt x="878" y="790"/>
                  </a:cubicBezTo>
                  <a:cubicBezTo>
                    <a:pt x="878" y="355"/>
                    <a:pt x="524" y="0"/>
                    <a:pt x="88" y="0"/>
                  </a:cubicBezTo>
                  <a:close/>
                </a:path>
              </a:pathLst>
            </a:custGeom>
            <a:solidFill>
              <a:srgbClr val="459F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0070C0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E2A27EE-4F10-4934-A0CC-F0C996502FC6}"/>
              </a:ext>
            </a:extLst>
          </p:cNvPr>
          <p:cNvSpPr/>
          <p:nvPr/>
        </p:nvSpPr>
        <p:spPr bwMode="auto">
          <a:xfrm>
            <a:off x="6225360" y="2199171"/>
            <a:ext cx="1097503" cy="334740"/>
          </a:xfrm>
          <a:prstGeom prst="roundRect">
            <a:avLst>
              <a:gd name="adj" fmla="val 50000"/>
            </a:avLst>
          </a:prstGeom>
          <a:solidFill>
            <a:srgbClr val="43515C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none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Tatno 2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E1D9E09-26C1-393A-5FD9-79CABA483C18}"/>
              </a:ext>
            </a:extLst>
          </p:cNvPr>
          <p:cNvGrpSpPr/>
          <p:nvPr/>
        </p:nvGrpSpPr>
        <p:grpSpPr>
          <a:xfrm>
            <a:off x="5819522" y="2291363"/>
            <a:ext cx="364481" cy="505412"/>
            <a:chOff x="301362" y="5168026"/>
            <a:chExt cx="428626" cy="5943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9129C5E7-0018-1A9E-FAE9-D85244F1D188}"/>
                </a:ext>
              </a:extLst>
            </p:cNvPr>
            <p:cNvSpPr/>
            <p:nvPr/>
          </p:nvSpPr>
          <p:spPr bwMode="auto">
            <a:xfrm>
              <a:off x="356159" y="5676468"/>
              <a:ext cx="329564" cy="85917"/>
            </a:xfrm>
            <a:prstGeom prst="ellipse">
              <a:avLst/>
            </a:prstGeom>
            <a:solidFill>
              <a:srgbClr val="43515C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20303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  <a:latin typeface="Arial" panose="020B0604020202020204" pitchFamily="34" charset="0"/>
                </a:rPr>
                <a:t>  </a:t>
              </a:r>
            </a:p>
          </p:txBody>
        </p:sp>
        <p:sp>
          <p:nvSpPr>
            <p:cNvPr id="85" name="Freeform 9">
              <a:extLst>
                <a:ext uri="{FF2B5EF4-FFF2-40B4-BE49-F238E27FC236}">
                  <a16:creationId xmlns:a16="http://schemas.microsoft.com/office/drawing/2014/main" id="{91B6CA3A-C049-5A71-7BE2-6C94D546EA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1362" y="5168026"/>
              <a:ext cx="428626" cy="555625"/>
            </a:xfrm>
            <a:custGeom>
              <a:avLst/>
              <a:gdLst>
                <a:gd name="T0" fmla="*/ 790 w 1580"/>
                <a:gd name="T1" fmla="*/ 0 h 2048"/>
                <a:gd name="T2" fmla="*/ 0 w 1580"/>
                <a:gd name="T3" fmla="*/ 790 h 2048"/>
                <a:gd name="T4" fmla="*/ 122 w 1580"/>
                <a:gd name="T5" fmla="*/ 1265 h 2048"/>
                <a:gd name="T6" fmla="*/ 387 w 1580"/>
                <a:gd name="T7" fmla="*/ 1663 h 2048"/>
                <a:gd name="T8" fmla="*/ 772 w 1580"/>
                <a:gd name="T9" fmla="*/ 2042 h 2048"/>
                <a:gd name="T10" fmla="*/ 790 w 1580"/>
                <a:gd name="T11" fmla="*/ 2048 h 2048"/>
                <a:gd name="T12" fmla="*/ 808 w 1580"/>
                <a:gd name="T13" fmla="*/ 2042 h 2048"/>
                <a:gd name="T14" fmla="*/ 1193 w 1580"/>
                <a:gd name="T15" fmla="*/ 1663 h 2048"/>
                <a:gd name="T16" fmla="*/ 1458 w 1580"/>
                <a:gd name="T17" fmla="*/ 1265 h 2048"/>
                <a:gd name="T18" fmla="*/ 1580 w 1580"/>
                <a:gd name="T19" fmla="*/ 790 h 2048"/>
                <a:gd name="T20" fmla="*/ 790 w 1580"/>
                <a:gd name="T21" fmla="*/ 0 h 2048"/>
                <a:gd name="T22" fmla="*/ 790 w 1580"/>
                <a:gd name="T23" fmla="*/ 517 h 2048"/>
                <a:gd name="T24" fmla="*/ 1063 w 1580"/>
                <a:gd name="T25" fmla="*/ 790 h 2048"/>
                <a:gd name="T26" fmla="*/ 790 w 1580"/>
                <a:gd name="T27" fmla="*/ 1063 h 2048"/>
                <a:gd name="T28" fmla="*/ 517 w 1580"/>
                <a:gd name="T29" fmla="*/ 790 h 2048"/>
                <a:gd name="T30" fmla="*/ 790 w 1580"/>
                <a:gd name="T31" fmla="*/ 517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80" h="2048">
                  <a:moveTo>
                    <a:pt x="790" y="0"/>
                  </a:moveTo>
                  <a:cubicBezTo>
                    <a:pt x="354" y="0"/>
                    <a:pt x="0" y="355"/>
                    <a:pt x="0" y="790"/>
                  </a:cubicBezTo>
                  <a:cubicBezTo>
                    <a:pt x="0" y="941"/>
                    <a:pt x="41" y="1100"/>
                    <a:pt x="122" y="1265"/>
                  </a:cubicBezTo>
                  <a:cubicBezTo>
                    <a:pt x="186" y="1396"/>
                    <a:pt x="275" y="1530"/>
                    <a:pt x="387" y="1663"/>
                  </a:cubicBezTo>
                  <a:cubicBezTo>
                    <a:pt x="577" y="1890"/>
                    <a:pt x="764" y="2036"/>
                    <a:pt x="772" y="2042"/>
                  </a:cubicBezTo>
                  <a:cubicBezTo>
                    <a:pt x="777" y="2046"/>
                    <a:pt x="784" y="2048"/>
                    <a:pt x="790" y="2048"/>
                  </a:cubicBezTo>
                  <a:cubicBezTo>
                    <a:pt x="796" y="2048"/>
                    <a:pt x="803" y="2046"/>
                    <a:pt x="808" y="2042"/>
                  </a:cubicBezTo>
                  <a:cubicBezTo>
                    <a:pt x="816" y="2036"/>
                    <a:pt x="1003" y="1890"/>
                    <a:pt x="1193" y="1663"/>
                  </a:cubicBezTo>
                  <a:cubicBezTo>
                    <a:pt x="1305" y="1530"/>
                    <a:pt x="1394" y="1396"/>
                    <a:pt x="1458" y="1265"/>
                  </a:cubicBezTo>
                  <a:cubicBezTo>
                    <a:pt x="1539" y="1100"/>
                    <a:pt x="1580" y="941"/>
                    <a:pt x="1580" y="790"/>
                  </a:cubicBezTo>
                  <a:cubicBezTo>
                    <a:pt x="1580" y="355"/>
                    <a:pt x="1226" y="0"/>
                    <a:pt x="790" y="0"/>
                  </a:cubicBezTo>
                  <a:close/>
                  <a:moveTo>
                    <a:pt x="790" y="517"/>
                  </a:moveTo>
                  <a:cubicBezTo>
                    <a:pt x="941" y="517"/>
                    <a:pt x="1063" y="640"/>
                    <a:pt x="1063" y="790"/>
                  </a:cubicBezTo>
                  <a:cubicBezTo>
                    <a:pt x="1063" y="941"/>
                    <a:pt x="941" y="1063"/>
                    <a:pt x="790" y="1063"/>
                  </a:cubicBezTo>
                  <a:cubicBezTo>
                    <a:pt x="639" y="1063"/>
                    <a:pt x="517" y="941"/>
                    <a:pt x="517" y="790"/>
                  </a:cubicBezTo>
                  <a:cubicBezTo>
                    <a:pt x="517" y="640"/>
                    <a:pt x="639" y="517"/>
                    <a:pt x="790" y="517"/>
                  </a:cubicBezTo>
                  <a:close/>
                </a:path>
              </a:pathLst>
            </a:custGeom>
            <a:solidFill>
              <a:srgbClr val="4FB7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59FE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6" name="Freeform 10">
              <a:extLst>
                <a:ext uri="{FF2B5EF4-FFF2-40B4-BE49-F238E27FC236}">
                  <a16:creationId xmlns:a16="http://schemas.microsoft.com/office/drawing/2014/main" id="{AB9795C4-1490-F417-B0DC-9C9027598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862" y="5168026"/>
              <a:ext cx="238126" cy="555625"/>
            </a:xfrm>
            <a:custGeom>
              <a:avLst/>
              <a:gdLst>
                <a:gd name="T0" fmla="*/ 88 w 878"/>
                <a:gd name="T1" fmla="*/ 0 h 2048"/>
                <a:gd name="T2" fmla="*/ 0 w 878"/>
                <a:gd name="T3" fmla="*/ 5 h 2048"/>
                <a:gd name="T4" fmla="*/ 703 w 878"/>
                <a:gd name="T5" fmla="*/ 790 h 2048"/>
                <a:gd name="T6" fmla="*/ 581 w 878"/>
                <a:gd name="T7" fmla="*/ 1265 h 2048"/>
                <a:gd name="T8" fmla="*/ 316 w 878"/>
                <a:gd name="T9" fmla="*/ 1663 h 2048"/>
                <a:gd name="T10" fmla="*/ 0 w 878"/>
                <a:gd name="T11" fmla="*/ 1984 h 2048"/>
                <a:gd name="T12" fmla="*/ 70 w 878"/>
                <a:gd name="T13" fmla="*/ 2042 h 2048"/>
                <a:gd name="T14" fmla="*/ 88 w 878"/>
                <a:gd name="T15" fmla="*/ 2048 h 2048"/>
                <a:gd name="T16" fmla="*/ 106 w 878"/>
                <a:gd name="T17" fmla="*/ 2042 h 2048"/>
                <a:gd name="T18" fmla="*/ 491 w 878"/>
                <a:gd name="T19" fmla="*/ 1663 h 2048"/>
                <a:gd name="T20" fmla="*/ 756 w 878"/>
                <a:gd name="T21" fmla="*/ 1265 h 2048"/>
                <a:gd name="T22" fmla="*/ 878 w 878"/>
                <a:gd name="T23" fmla="*/ 790 h 2048"/>
                <a:gd name="T24" fmla="*/ 88 w 878"/>
                <a:gd name="T25" fmla="*/ 0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8" h="2048">
                  <a:moveTo>
                    <a:pt x="88" y="0"/>
                  </a:moveTo>
                  <a:cubicBezTo>
                    <a:pt x="58" y="0"/>
                    <a:pt x="29" y="2"/>
                    <a:pt x="0" y="5"/>
                  </a:cubicBezTo>
                  <a:cubicBezTo>
                    <a:pt x="395" y="49"/>
                    <a:pt x="703" y="384"/>
                    <a:pt x="703" y="790"/>
                  </a:cubicBezTo>
                  <a:cubicBezTo>
                    <a:pt x="703" y="941"/>
                    <a:pt x="662" y="1101"/>
                    <a:pt x="581" y="1265"/>
                  </a:cubicBezTo>
                  <a:cubicBezTo>
                    <a:pt x="517" y="1396"/>
                    <a:pt x="428" y="1530"/>
                    <a:pt x="316" y="1663"/>
                  </a:cubicBezTo>
                  <a:cubicBezTo>
                    <a:pt x="194" y="1809"/>
                    <a:pt x="73" y="1921"/>
                    <a:pt x="0" y="1984"/>
                  </a:cubicBezTo>
                  <a:cubicBezTo>
                    <a:pt x="41" y="2019"/>
                    <a:pt x="67" y="2040"/>
                    <a:pt x="70" y="2042"/>
                  </a:cubicBezTo>
                  <a:cubicBezTo>
                    <a:pt x="75" y="2046"/>
                    <a:pt x="82" y="2048"/>
                    <a:pt x="88" y="2048"/>
                  </a:cubicBezTo>
                  <a:cubicBezTo>
                    <a:pt x="94" y="2048"/>
                    <a:pt x="101" y="2046"/>
                    <a:pt x="106" y="2042"/>
                  </a:cubicBezTo>
                  <a:cubicBezTo>
                    <a:pt x="114" y="2036"/>
                    <a:pt x="301" y="1890"/>
                    <a:pt x="491" y="1663"/>
                  </a:cubicBezTo>
                  <a:cubicBezTo>
                    <a:pt x="603" y="1530"/>
                    <a:pt x="692" y="1396"/>
                    <a:pt x="756" y="1265"/>
                  </a:cubicBezTo>
                  <a:cubicBezTo>
                    <a:pt x="837" y="1100"/>
                    <a:pt x="878" y="941"/>
                    <a:pt x="878" y="790"/>
                  </a:cubicBezTo>
                  <a:cubicBezTo>
                    <a:pt x="878" y="355"/>
                    <a:pt x="524" y="0"/>
                    <a:pt x="88" y="0"/>
                  </a:cubicBezTo>
                  <a:close/>
                </a:path>
              </a:pathLst>
            </a:custGeom>
            <a:solidFill>
              <a:srgbClr val="459F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0070C0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FC914D3-DABC-1890-BF46-8DC80B6B7F4F}"/>
              </a:ext>
            </a:extLst>
          </p:cNvPr>
          <p:cNvSpPr/>
          <p:nvPr/>
        </p:nvSpPr>
        <p:spPr bwMode="auto">
          <a:xfrm>
            <a:off x="10781853" y="1588364"/>
            <a:ext cx="1097503" cy="334740"/>
          </a:xfrm>
          <a:prstGeom prst="roundRect">
            <a:avLst>
              <a:gd name="adj" fmla="val 50000"/>
            </a:avLst>
          </a:prstGeom>
          <a:solidFill>
            <a:srgbClr val="43515C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none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Nproi 3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64103E9-009E-FF12-730F-9D770B644A0B}"/>
              </a:ext>
            </a:extLst>
          </p:cNvPr>
          <p:cNvGrpSpPr/>
          <p:nvPr/>
        </p:nvGrpSpPr>
        <p:grpSpPr>
          <a:xfrm>
            <a:off x="10376015" y="1680556"/>
            <a:ext cx="364481" cy="505412"/>
            <a:chOff x="301362" y="5168026"/>
            <a:chExt cx="428626" cy="594359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07AF7262-BC2A-0930-CD75-8B8DD07D2A4C}"/>
                </a:ext>
              </a:extLst>
            </p:cNvPr>
            <p:cNvSpPr/>
            <p:nvPr/>
          </p:nvSpPr>
          <p:spPr bwMode="auto">
            <a:xfrm>
              <a:off x="356159" y="5676468"/>
              <a:ext cx="329564" cy="85917"/>
            </a:xfrm>
            <a:prstGeom prst="ellipse">
              <a:avLst/>
            </a:prstGeom>
            <a:solidFill>
              <a:srgbClr val="43515C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20303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  <a:latin typeface="Arial" panose="020B0604020202020204" pitchFamily="34" charset="0"/>
                </a:rPr>
                <a:t>  </a:t>
              </a:r>
            </a:p>
          </p:txBody>
        </p:sp>
        <p:sp>
          <p:nvSpPr>
            <p:cNvPr id="90" name="Freeform 9">
              <a:extLst>
                <a:ext uri="{FF2B5EF4-FFF2-40B4-BE49-F238E27FC236}">
                  <a16:creationId xmlns:a16="http://schemas.microsoft.com/office/drawing/2014/main" id="{8F466DF4-4099-E72E-A511-0DDCBAAA16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1362" y="5168026"/>
              <a:ext cx="428626" cy="555625"/>
            </a:xfrm>
            <a:custGeom>
              <a:avLst/>
              <a:gdLst>
                <a:gd name="T0" fmla="*/ 790 w 1580"/>
                <a:gd name="T1" fmla="*/ 0 h 2048"/>
                <a:gd name="T2" fmla="*/ 0 w 1580"/>
                <a:gd name="T3" fmla="*/ 790 h 2048"/>
                <a:gd name="T4" fmla="*/ 122 w 1580"/>
                <a:gd name="T5" fmla="*/ 1265 h 2048"/>
                <a:gd name="T6" fmla="*/ 387 w 1580"/>
                <a:gd name="T7" fmla="*/ 1663 h 2048"/>
                <a:gd name="T8" fmla="*/ 772 w 1580"/>
                <a:gd name="T9" fmla="*/ 2042 h 2048"/>
                <a:gd name="T10" fmla="*/ 790 w 1580"/>
                <a:gd name="T11" fmla="*/ 2048 h 2048"/>
                <a:gd name="T12" fmla="*/ 808 w 1580"/>
                <a:gd name="T13" fmla="*/ 2042 h 2048"/>
                <a:gd name="T14" fmla="*/ 1193 w 1580"/>
                <a:gd name="T15" fmla="*/ 1663 h 2048"/>
                <a:gd name="T16" fmla="*/ 1458 w 1580"/>
                <a:gd name="T17" fmla="*/ 1265 h 2048"/>
                <a:gd name="T18" fmla="*/ 1580 w 1580"/>
                <a:gd name="T19" fmla="*/ 790 h 2048"/>
                <a:gd name="T20" fmla="*/ 790 w 1580"/>
                <a:gd name="T21" fmla="*/ 0 h 2048"/>
                <a:gd name="T22" fmla="*/ 790 w 1580"/>
                <a:gd name="T23" fmla="*/ 517 h 2048"/>
                <a:gd name="T24" fmla="*/ 1063 w 1580"/>
                <a:gd name="T25" fmla="*/ 790 h 2048"/>
                <a:gd name="T26" fmla="*/ 790 w 1580"/>
                <a:gd name="T27" fmla="*/ 1063 h 2048"/>
                <a:gd name="T28" fmla="*/ 517 w 1580"/>
                <a:gd name="T29" fmla="*/ 790 h 2048"/>
                <a:gd name="T30" fmla="*/ 790 w 1580"/>
                <a:gd name="T31" fmla="*/ 517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80" h="2048">
                  <a:moveTo>
                    <a:pt x="790" y="0"/>
                  </a:moveTo>
                  <a:cubicBezTo>
                    <a:pt x="354" y="0"/>
                    <a:pt x="0" y="355"/>
                    <a:pt x="0" y="790"/>
                  </a:cubicBezTo>
                  <a:cubicBezTo>
                    <a:pt x="0" y="941"/>
                    <a:pt x="41" y="1100"/>
                    <a:pt x="122" y="1265"/>
                  </a:cubicBezTo>
                  <a:cubicBezTo>
                    <a:pt x="186" y="1396"/>
                    <a:pt x="275" y="1530"/>
                    <a:pt x="387" y="1663"/>
                  </a:cubicBezTo>
                  <a:cubicBezTo>
                    <a:pt x="577" y="1890"/>
                    <a:pt x="764" y="2036"/>
                    <a:pt x="772" y="2042"/>
                  </a:cubicBezTo>
                  <a:cubicBezTo>
                    <a:pt x="777" y="2046"/>
                    <a:pt x="784" y="2048"/>
                    <a:pt x="790" y="2048"/>
                  </a:cubicBezTo>
                  <a:cubicBezTo>
                    <a:pt x="796" y="2048"/>
                    <a:pt x="803" y="2046"/>
                    <a:pt x="808" y="2042"/>
                  </a:cubicBezTo>
                  <a:cubicBezTo>
                    <a:pt x="816" y="2036"/>
                    <a:pt x="1003" y="1890"/>
                    <a:pt x="1193" y="1663"/>
                  </a:cubicBezTo>
                  <a:cubicBezTo>
                    <a:pt x="1305" y="1530"/>
                    <a:pt x="1394" y="1396"/>
                    <a:pt x="1458" y="1265"/>
                  </a:cubicBezTo>
                  <a:cubicBezTo>
                    <a:pt x="1539" y="1100"/>
                    <a:pt x="1580" y="941"/>
                    <a:pt x="1580" y="790"/>
                  </a:cubicBezTo>
                  <a:cubicBezTo>
                    <a:pt x="1580" y="355"/>
                    <a:pt x="1226" y="0"/>
                    <a:pt x="790" y="0"/>
                  </a:cubicBezTo>
                  <a:close/>
                  <a:moveTo>
                    <a:pt x="790" y="517"/>
                  </a:moveTo>
                  <a:cubicBezTo>
                    <a:pt x="941" y="517"/>
                    <a:pt x="1063" y="640"/>
                    <a:pt x="1063" y="790"/>
                  </a:cubicBezTo>
                  <a:cubicBezTo>
                    <a:pt x="1063" y="941"/>
                    <a:pt x="941" y="1063"/>
                    <a:pt x="790" y="1063"/>
                  </a:cubicBezTo>
                  <a:cubicBezTo>
                    <a:pt x="639" y="1063"/>
                    <a:pt x="517" y="941"/>
                    <a:pt x="517" y="790"/>
                  </a:cubicBezTo>
                  <a:cubicBezTo>
                    <a:pt x="517" y="640"/>
                    <a:pt x="639" y="517"/>
                    <a:pt x="790" y="517"/>
                  </a:cubicBezTo>
                  <a:close/>
                </a:path>
              </a:pathLst>
            </a:custGeom>
            <a:solidFill>
              <a:srgbClr val="4FB7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59FE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1" name="Freeform 10">
              <a:extLst>
                <a:ext uri="{FF2B5EF4-FFF2-40B4-BE49-F238E27FC236}">
                  <a16:creationId xmlns:a16="http://schemas.microsoft.com/office/drawing/2014/main" id="{714F29E0-F8AB-DEDD-B70C-060046D6D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862" y="5168026"/>
              <a:ext cx="238126" cy="555625"/>
            </a:xfrm>
            <a:custGeom>
              <a:avLst/>
              <a:gdLst>
                <a:gd name="T0" fmla="*/ 88 w 878"/>
                <a:gd name="T1" fmla="*/ 0 h 2048"/>
                <a:gd name="T2" fmla="*/ 0 w 878"/>
                <a:gd name="T3" fmla="*/ 5 h 2048"/>
                <a:gd name="T4" fmla="*/ 703 w 878"/>
                <a:gd name="T5" fmla="*/ 790 h 2048"/>
                <a:gd name="T6" fmla="*/ 581 w 878"/>
                <a:gd name="T7" fmla="*/ 1265 h 2048"/>
                <a:gd name="T8" fmla="*/ 316 w 878"/>
                <a:gd name="T9" fmla="*/ 1663 h 2048"/>
                <a:gd name="T10" fmla="*/ 0 w 878"/>
                <a:gd name="T11" fmla="*/ 1984 h 2048"/>
                <a:gd name="T12" fmla="*/ 70 w 878"/>
                <a:gd name="T13" fmla="*/ 2042 h 2048"/>
                <a:gd name="T14" fmla="*/ 88 w 878"/>
                <a:gd name="T15" fmla="*/ 2048 h 2048"/>
                <a:gd name="T16" fmla="*/ 106 w 878"/>
                <a:gd name="T17" fmla="*/ 2042 h 2048"/>
                <a:gd name="T18" fmla="*/ 491 w 878"/>
                <a:gd name="T19" fmla="*/ 1663 h 2048"/>
                <a:gd name="T20" fmla="*/ 756 w 878"/>
                <a:gd name="T21" fmla="*/ 1265 h 2048"/>
                <a:gd name="T22" fmla="*/ 878 w 878"/>
                <a:gd name="T23" fmla="*/ 790 h 2048"/>
                <a:gd name="T24" fmla="*/ 88 w 878"/>
                <a:gd name="T25" fmla="*/ 0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8" h="2048">
                  <a:moveTo>
                    <a:pt x="88" y="0"/>
                  </a:moveTo>
                  <a:cubicBezTo>
                    <a:pt x="58" y="0"/>
                    <a:pt x="29" y="2"/>
                    <a:pt x="0" y="5"/>
                  </a:cubicBezTo>
                  <a:cubicBezTo>
                    <a:pt x="395" y="49"/>
                    <a:pt x="703" y="384"/>
                    <a:pt x="703" y="790"/>
                  </a:cubicBezTo>
                  <a:cubicBezTo>
                    <a:pt x="703" y="941"/>
                    <a:pt x="662" y="1101"/>
                    <a:pt x="581" y="1265"/>
                  </a:cubicBezTo>
                  <a:cubicBezTo>
                    <a:pt x="517" y="1396"/>
                    <a:pt x="428" y="1530"/>
                    <a:pt x="316" y="1663"/>
                  </a:cubicBezTo>
                  <a:cubicBezTo>
                    <a:pt x="194" y="1809"/>
                    <a:pt x="73" y="1921"/>
                    <a:pt x="0" y="1984"/>
                  </a:cubicBezTo>
                  <a:cubicBezTo>
                    <a:pt x="41" y="2019"/>
                    <a:pt x="67" y="2040"/>
                    <a:pt x="70" y="2042"/>
                  </a:cubicBezTo>
                  <a:cubicBezTo>
                    <a:pt x="75" y="2046"/>
                    <a:pt x="82" y="2048"/>
                    <a:pt x="88" y="2048"/>
                  </a:cubicBezTo>
                  <a:cubicBezTo>
                    <a:pt x="94" y="2048"/>
                    <a:pt x="101" y="2046"/>
                    <a:pt x="106" y="2042"/>
                  </a:cubicBezTo>
                  <a:cubicBezTo>
                    <a:pt x="114" y="2036"/>
                    <a:pt x="301" y="1890"/>
                    <a:pt x="491" y="1663"/>
                  </a:cubicBezTo>
                  <a:cubicBezTo>
                    <a:pt x="603" y="1530"/>
                    <a:pt x="692" y="1396"/>
                    <a:pt x="756" y="1265"/>
                  </a:cubicBezTo>
                  <a:cubicBezTo>
                    <a:pt x="837" y="1100"/>
                    <a:pt x="878" y="941"/>
                    <a:pt x="878" y="790"/>
                  </a:cubicBezTo>
                  <a:cubicBezTo>
                    <a:pt x="878" y="355"/>
                    <a:pt x="524" y="0"/>
                    <a:pt x="88" y="0"/>
                  </a:cubicBezTo>
                  <a:close/>
                </a:path>
              </a:pathLst>
            </a:custGeom>
            <a:solidFill>
              <a:srgbClr val="459F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0070C0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8EE71D1-A65F-2BFD-B644-D7E50F4CA737}"/>
              </a:ext>
            </a:extLst>
          </p:cNvPr>
          <p:cNvGrpSpPr/>
          <p:nvPr/>
        </p:nvGrpSpPr>
        <p:grpSpPr>
          <a:xfrm>
            <a:off x="2960542" y="2859740"/>
            <a:ext cx="727414" cy="564442"/>
            <a:chOff x="3286413" y="2859740"/>
            <a:chExt cx="727414" cy="564442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2D442D98-BB7B-FD29-305C-DF038A14C3B7}"/>
                </a:ext>
              </a:extLst>
            </p:cNvPr>
            <p:cNvSpPr/>
            <p:nvPr/>
          </p:nvSpPr>
          <p:spPr bwMode="auto">
            <a:xfrm>
              <a:off x="3520038" y="3351123"/>
              <a:ext cx="450820" cy="73059"/>
            </a:xfrm>
            <a:prstGeom prst="ellipse">
              <a:avLst/>
            </a:prstGeom>
            <a:solidFill>
              <a:srgbClr val="43515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  <a:latin typeface="Arial" panose="020B0604020202020204" pitchFamily="34" charset="0"/>
                </a:rPr>
                <a:t>  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E6CDA85-A3AF-90F2-E554-75767DC55BA5}"/>
                </a:ext>
              </a:extLst>
            </p:cNvPr>
            <p:cNvGrpSpPr/>
            <p:nvPr/>
          </p:nvGrpSpPr>
          <p:grpSpPr>
            <a:xfrm>
              <a:off x="3286413" y="2859740"/>
              <a:ext cx="727414" cy="529833"/>
              <a:chOff x="3289899" y="2853862"/>
              <a:chExt cx="727414" cy="529833"/>
            </a:xfrm>
          </p:grpSpPr>
          <p:sp>
            <p:nvSpPr>
              <p:cNvPr id="95" name="Freeform 11">
                <a:extLst>
                  <a:ext uri="{FF2B5EF4-FFF2-40B4-BE49-F238E27FC236}">
                    <a16:creationId xmlns:a16="http://schemas.microsoft.com/office/drawing/2014/main" id="{BA6FB3E6-17D8-6D05-77EB-36EE6FA02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89899" y="3037818"/>
                <a:ext cx="352467" cy="123471"/>
              </a:xfrm>
              <a:custGeom>
                <a:avLst/>
                <a:gdLst>
                  <a:gd name="T0" fmla="*/ 1174 w 1240"/>
                  <a:gd name="T1" fmla="*/ 133 h 432"/>
                  <a:gd name="T2" fmla="*/ 367 w 1240"/>
                  <a:gd name="T3" fmla="*/ 133 h 432"/>
                  <a:gd name="T4" fmla="*/ 300 w 1240"/>
                  <a:gd name="T5" fmla="*/ 67 h 432"/>
                  <a:gd name="T6" fmla="*/ 367 w 1240"/>
                  <a:gd name="T7" fmla="*/ 0 h 432"/>
                  <a:gd name="T8" fmla="*/ 1174 w 1240"/>
                  <a:gd name="T9" fmla="*/ 0 h 432"/>
                  <a:gd name="T10" fmla="*/ 1240 w 1240"/>
                  <a:gd name="T11" fmla="*/ 67 h 432"/>
                  <a:gd name="T12" fmla="*/ 1174 w 1240"/>
                  <a:gd name="T13" fmla="*/ 133 h 432"/>
                  <a:gd name="T14" fmla="*/ 547 w 1240"/>
                  <a:gd name="T15" fmla="*/ 432 h 432"/>
                  <a:gd name="T16" fmla="*/ 66 w 1240"/>
                  <a:gd name="T17" fmla="*/ 432 h 432"/>
                  <a:gd name="T18" fmla="*/ 0 w 1240"/>
                  <a:gd name="T19" fmla="*/ 365 h 432"/>
                  <a:gd name="T20" fmla="*/ 66 w 1240"/>
                  <a:gd name="T21" fmla="*/ 299 h 432"/>
                  <a:gd name="T22" fmla="*/ 547 w 1240"/>
                  <a:gd name="T23" fmla="*/ 299 h 432"/>
                  <a:gd name="T24" fmla="*/ 614 w 1240"/>
                  <a:gd name="T25" fmla="*/ 365 h 432"/>
                  <a:gd name="T26" fmla="*/ 547 w 1240"/>
                  <a:gd name="T27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40" h="432">
                    <a:moveTo>
                      <a:pt x="1174" y="133"/>
                    </a:moveTo>
                    <a:cubicBezTo>
                      <a:pt x="367" y="133"/>
                      <a:pt x="367" y="133"/>
                      <a:pt x="367" y="133"/>
                    </a:cubicBezTo>
                    <a:cubicBezTo>
                      <a:pt x="330" y="133"/>
                      <a:pt x="300" y="103"/>
                      <a:pt x="300" y="67"/>
                    </a:cubicBezTo>
                    <a:cubicBezTo>
                      <a:pt x="300" y="30"/>
                      <a:pt x="330" y="0"/>
                      <a:pt x="367" y="0"/>
                    </a:cubicBezTo>
                    <a:cubicBezTo>
                      <a:pt x="1174" y="0"/>
                      <a:pt x="1174" y="0"/>
                      <a:pt x="1174" y="0"/>
                    </a:cubicBezTo>
                    <a:cubicBezTo>
                      <a:pt x="1211" y="0"/>
                      <a:pt x="1240" y="30"/>
                      <a:pt x="1240" y="67"/>
                    </a:cubicBezTo>
                    <a:cubicBezTo>
                      <a:pt x="1240" y="103"/>
                      <a:pt x="1211" y="133"/>
                      <a:pt x="1174" y="133"/>
                    </a:cubicBezTo>
                    <a:close/>
                    <a:moveTo>
                      <a:pt x="547" y="432"/>
                    </a:moveTo>
                    <a:cubicBezTo>
                      <a:pt x="66" y="432"/>
                      <a:pt x="66" y="432"/>
                      <a:pt x="66" y="432"/>
                    </a:cubicBezTo>
                    <a:cubicBezTo>
                      <a:pt x="29" y="432"/>
                      <a:pt x="0" y="402"/>
                      <a:pt x="0" y="365"/>
                    </a:cubicBezTo>
                    <a:cubicBezTo>
                      <a:pt x="0" y="329"/>
                      <a:pt x="29" y="299"/>
                      <a:pt x="66" y="299"/>
                    </a:cubicBezTo>
                    <a:cubicBezTo>
                      <a:pt x="547" y="299"/>
                      <a:pt x="547" y="299"/>
                      <a:pt x="547" y="299"/>
                    </a:cubicBezTo>
                    <a:cubicBezTo>
                      <a:pt x="584" y="299"/>
                      <a:pt x="614" y="329"/>
                      <a:pt x="614" y="365"/>
                    </a:cubicBezTo>
                    <a:cubicBezTo>
                      <a:pt x="614" y="402"/>
                      <a:pt x="584" y="432"/>
                      <a:pt x="547" y="432"/>
                    </a:cubicBezTo>
                    <a:close/>
                  </a:path>
                </a:pathLst>
              </a:custGeom>
              <a:solidFill>
                <a:srgbClr val="20303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3C3F1EA4-B495-A165-94FD-51BC6EFF5086}"/>
                  </a:ext>
                </a:extLst>
              </p:cNvPr>
              <p:cNvGrpSpPr/>
              <p:nvPr/>
            </p:nvGrpSpPr>
            <p:grpSpPr>
              <a:xfrm>
                <a:off x="3487861" y="2853862"/>
                <a:ext cx="529452" cy="529833"/>
                <a:chOff x="476824" y="2507920"/>
                <a:chExt cx="628077" cy="628531"/>
              </a:xfrm>
            </p:grpSpPr>
            <p:sp>
              <p:nvSpPr>
                <p:cNvPr id="97" name="Freeform 6">
                  <a:extLst>
                    <a:ext uri="{FF2B5EF4-FFF2-40B4-BE49-F238E27FC236}">
                      <a16:creationId xmlns:a16="http://schemas.microsoft.com/office/drawing/2014/main" id="{BF2A55C1-5E1F-8DF6-EB54-656136CF5D8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24" y="2507920"/>
                  <a:ext cx="628077" cy="628531"/>
                </a:xfrm>
                <a:custGeom>
                  <a:avLst/>
                  <a:gdLst>
                    <a:gd name="T0" fmla="*/ 873 w 1747"/>
                    <a:gd name="T1" fmla="*/ 0 h 1748"/>
                    <a:gd name="T2" fmla="*/ 0 w 1747"/>
                    <a:gd name="T3" fmla="*/ 874 h 1748"/>
                    <a:gd name="T4" fmla="*/ 873 w 1747"/>
                    <a:gd name="T5" fmla="*/ 1748 h 1748"/>
                    <a:gd name="T6" fmla="*/ 1747 w 1747"/>
                    <a:gd name="T7" fmla="*/ 874 h 1748"/>
                    <a:gd name="T8" fmla="*/ 873 w 1747"/>
                    <a:gd name="T9" fmla="*/ 0 h 1748"/>
                    <a:gd name="T10" fmla="*/ 873 w 1747"/>
                    <a:gd name="T11" fmla="*/ 1350 h 1748"/>
                    <a:gd name="T12" fmla="*/ 398 w 1747"/>
                    <a:gd name="T13" fmla="*/ 874 h 1748"/>
                    <a:gd name="T14" fmla="*/ 873 w 1747"/>
                    <a:gd name="T15" fmla="*/ 398 h 1748"/>
                    <a:gd name="T16" fmla="*/ 1349 w 1747"/>
                    <a:gd name="T17" fmla="*/ 874 h 1748"/>
                    <a:gd name="T18" fmla="*/ 873 w 1747"/>
                    <a:gd name="T19" fmla="*/ 1350 h 17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47" h="1748">
                      <a:moveTo>
                        <a:pt x="873" y="0"/>
                      </a:moveTo>
                      <a:cubicBezTo>
                        <a:pt x="392" y="0"/>
                        <a:pt x="0" y="392"/>
                        <a:pt x="0" y="874"/>
                      </a:cubicBezTo>
                      <a:cubicBezTo>
                        <a:pt x="0" y="1356"/>
                        <a:pt x="392" y="1748"/>
                        <a:pt x="873" y="1748"/>
                      </a:cubicBezTo>
                      <a:cubicBezTo>
                        <a:pt x="1355" y="1748"/>
                        <a:pt x="1747" y="1356"/>
                        <a:pt x="1747" y="874"/>
                      </a:cubicBezTo>
                      <a:cubicBezTo>
                        <a:pt x="1747" y="392"/>
                        <a:pt x="1355" y="0"/>
                        <a:pt x="873" y="0"/>
                      </a:cubicBezTo>
                      <a:close/>
                      <a:moveTo>
                        <a:pt x="873" y="1350"/>
                      </a:moveTo>
                      <a:cubicBezTo>
                        <a:pt x="611" y="1350"/>
                        <a:pt x="398" y="1137"/>
                        <a:pt x="398" y="874"/>
                      </a:cubicBezTo>
                      <a:cubicBezTo>
                        <a:pt x="398" y="611"/>
                        <a:pt x="611" y="398"/>
                        <a:pt x="873" y="398"/>
                      </a:cubicBezTo>
                      <a:cubicBezTo>
                        <a:pt x="1136" y="398"/>
                        <a:pt x="1349" y="611"/>
                        <a:pt x="1349" y="874"/>
                      </a:cubicBezTo>
                      <a:cubicBezTo>
                        <a:pt x="1349" y="1137"/>
                        <a:pt x="1136" y="1350"/>
                        <a:pt x="873" y="1350"/>
                      </a:cubicBezTo>
                      <a:close/>
                    </a:path>
                  </a:pathLst>
                </a:custGeom>
                <a:solidFill>
                  <a:srgbClr val="20303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Freeform 7">
                  <a:extLst>
                    <a:ext uri="{FF2B5EF4-FFF2-40B4-BE49-F238E27FC236}">
                      <a16:creationId xmlns:a16="http://schemas.microsoft.com/office/drawing/2014/main" id="{2204B012-3D4B-4A4B-22C2-C1332224B26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5715" y="2627265"/>
                  <a:ext cx="389689" cy="389841"/>
                </a:xfrm>
                <a:custGeom>
                  <a:avLst/>
                  <a:gdLst>
                    <a:gd name="T0" fmla="*/ 542 w 1084"/>
                    <a:gd name="T1" fmla="*/ 0 h 1084"/>
                    <a:gd name="T2" fmla="*/ 0 w 1084"/>
                    <a:gd name="T3" fmla="*/ 542 h 1084"/>
                    <a:gd name="T4" fmla="*/ 220 w 1084"/>
                    <a:gd name="T5" fmla="*/ 977 h 1084"/>
                    <a:gd name="T6" fmla="*/ 224 w 1084"/>
                    <a:gd name="T7" fmla="*/ 980 h 1084"/>
                    <a:gd name="T8" fmla="*/ 228 w 1084"/>
                    <a:gd name="T9" fmla="*/ 983 h 1084"/>
                    <a:gd name="T10" fmla="*/ 542 w 1084"/>
                    <a:gd name="T11" fmla="*/ 1084 h 1084"/>
                    <a:gd name="T12" fmla="*/ 856 w 1084"/>
                    <a:gd name="T13" fmla="*/ 983 h 1084"/>
                    <a:gd name="T14" fmla="*/ 861 w 1084"/>
                    <a:gd name="T15" fmla="*/ 980 h 1084"/>
                    <a:gd name="T16" fmla="*/ 865 w 1084"/>
                    <a:gd name="T17" fmla="*/ 977 h 1084"/>
                    <a:gd name="T18" fmla="*/ 1084 w 1084"/>
                    <a:gd name="T19" fmla="*/ 542 h 1084"/>
                    <a:gd name="T20" fmla="*/ 542 w 1084"/>
                    <a:gd name="T21" fmla="*/ 0 h 1084"/>
                    <a:gd name="T22" fmla="*/ 906 w 1084"/>
                    <a:gd name="T23" fmla="*/ 354 h 1084"/>
                    <a:gd name="T24" fmla="*/ 734 w 1084"/>
                    <a:gd name="T25" fmla="*/ 410 h 1084"/>
                    <a:gd name="T26" fmla="*/ 609 w 1084"/>
                    <a:gd name="T27" fmla="*/ 319 h 1084"/>
                    <a:gd name="T28" fmla="*/ 609 w 1084"/>
                    <a:gd name="T29" fmla="*/ 138 h 1084"/>
                    <a:gd name="T30" fmla="*/ 906 w 1084"/>
                    <a:gd name="T31" fmla="*/ 354 h 1084"/>
                    <a:gd name="T32" fmla="*/ 442 w 1084"/>
                    <a:gd name="T33" fmla="*/ 542 h 1084"/>
                    <a:gd name="T34" fmla="*/ 542 w 1084"/>
                    <a:gd name="T35" fmla="*/ 442 h 1084"/>
                    <a:gd name="T36" fmla="*/ 643 w 1084"/>
                    <a:gd name="T37" fmla="*/ 542 h 1084"/>
                    <a:gd name="T38" fmla="*/ 542 w 1084"/>
                    <a:gd name="T39" fmla="*/ 642 h 1084"/>
                    <a:gd name="T40" fmla="*/ 442 w 1084"/>
                    <a:gd name="T41" fmla="*/ 542 h 1084"/>
                    <a:gd name="T42" fmla="*/ 476 w 1084"/>
                    <a:gd name="T43" fmla="*/ 138 h 1084"/>
                    <a:gd name="T44" fmla="*/ 476 w 1084"/>
                    <a:gd name="T45" fmla="*/ 319 h 1084"/>
                    <a:gd name="T46" fmla="*/ 351 w 1084"/>
                    <a:gd name="T47" fmla="*/ 410 h 1084"/>
                    <a:gd name="T48" fmla="*/ 179 w 1084"/>
                    <a:gd name="T49" fmla="*/ 354 h 1084"/>
                    <a:gd name="T50" fmla="*/ 476 w 1084"/>
                    <a:gd name="T51" fmla="*/ 138 h 1084"/>
                    <a:gd name="T52" fmla="*/ 133 w 1084"/>
                    <a:gd name="T53" fmla="*/ 542 h 1084"/>
                    <a:gd name="T54" fmla="*/ 138 w 1084"/>
                    <a:gd name="T55" fmla="*/ 480 h 1084"/>
                    <a:gd name="T56" fmla="*/ 310 w 1084"/>
                    <a:gd name="T57" fmla="*/ 536 h 1084"/>
                    <a:gd name="T58" fmla="*/ 310 w 1084"/>
                    <a:gd name="T59" fmla="*/ 542 h 1084"/>
                    <a:gd name="T60" fmla="*/ 358 w 1084"/>
                    <a:gd name="T61" fmla="*/ 683 h 1084"/>
                    <a:gd name="T62" fmla="*/ 251 w 1084"/>
                    <a:gd name="T63" fmla="*/ 830 h 1084"/>
                    <a:gd name="T64" fmla="*/ 133 w 1084"/>
                    <a:gd name="T65" fmla="*/ 542 h 1084"/>
                    <a:gd name="T66" fmla="*/ 542 w 1084"/>
                    <a:gd name="T67" fmla="*/ 951 h 1084"/>
                    <a:gd name="T68" fmla="*/ 359 w 1084"/>
                    <a:gd name="T69" fmla="*/ 908 h 1084"/>
                    <a:gd name="T70" fmla="*/ 465 w 1084"/>
                    <a:gd name="T71" fmla="*/ 762 h 1084"/>
                    <a:gd name="T72" fmla="*/ 542 w 1084"/>
                    <a:gd name="T73" fmla="*/ 775 h 1084"/>
                    <a:gd name="T74" fmla="*/ 620 w 1084"/>
                    <a:gd name="T75" fmla="*/ 762 h 1084"/>
                    <a:gd name="T76" fmla="*/ 726 w 1084"/>
                    <a:gd name="T77" fmla="*/ 908 h 1084"/>
                    <a:gd name="T78" fmla="*/ 542 w 1084"/>
                    <a:gd name="T79" fmla="*/ 951 h 1084"/>
                    <a:gd name="T80" fmla="*/ 833 w 1084"/>
                    <a:gd name="T81" fmla="*/ 830 h 1084"/>
                    <a:gd name="T82" fmla="*/ 727 w 1084"/>
                    <a:gd name="T83" fmla="*/ 683 h 1084"/>
                    <a:gd name="T84" fmla="*/ 775 w 1084"/>
                    <a:gd name="T85" fmla="*/ 542 h 1084"/>
                    <a:gd name="T86" fmla="*/ 775 w 1084"/>
                    <a:gd name="T87" fmla="*/ 536 h 1084"/>
                    <a:gd name="T88" fmla="*/ 947 w 1084"/>
                    <a:gd name="T89" fmla="*/ 480 h 1084"/>
                    <a:gd name="T90" fmla="*/ 952 w 1084"/>
                    <a:gd name="T91" fmla="*/ 542 h 1084"/>
                    <a:gd name="T92" fmla="*/ 833 w 1084"/>
                    <a:gd name="T93" fmla="*/ 830 h 10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084" h="1084">
                      <a:moveTo>
                        <a:pt x="542" y="0"/>
                      </a:moveTo>
                      <a:cubicBezTo>
                        <a:pt x="244" y="0"/>
                        <a:pt x="0" y="243"/>
                        <a:pt x="0" y="542"/>
                      </a:cubicBezTo>
                      <a:cubicBezTo>
                        <a:pt x="0" y="720"/>
                        <a:pt x="87" y="879"/>
                        <a:pt x="220" y="977"/>
                      </a:cubicBezTo>
                      <a:cubicBezTo>
                        <a:pt x="221" y="978"/>
                        <a:pt x="223" y="980"/>
                        <a:pt x="224" y="980"/>
                      </a:cubicBezTo>
                      <a:cubicBezTo>
                        <a:pt x="225" y="982"/>
                        <a:pt x="227" y="983"/>
                        <a:pt x="228" y="983"/>
                      </a:cubicBezTo>
                      <a:cubicBezTo>
                        <a:pt x="317" y="1047"/>
                        <a:pt x="425" y="1084"/>
                        <a:pt x="542" y="1084"/>
                      </a:cubicBezTo>
                      <a:cubicBezTo>
                        <a:pt x="659" y="1084"/>
                        <a:pt x="768" y="1047"/>
                        <a:pt x="856" y="983"/>
                      </a:cubicBezTo>
                      <a:cubicBezTo>
                        <a:pt x="858" y="983"/>
                        <a:pt x="859" y="982"/>
                        <a:pt x="861" y="980"/>
                      </a:cubicBezTo>
                      <a:cubicBezTo>
                        <a:pt x="862" y="980"/>
                        <a:pt x="863" y="978"/>
                        <a:pt x="865" y="977"/>
                      </a:cubicBezTo>
                      <a:cubicBezTo>
                        <a:pt x="998" y="879"/>
                        <a:pt x="1084" y="720"/>
                        <a:pt x="1084" y="542"/>
                      </a:cubicBezTo>
                      <a:cubicBezTo>
                        <a:pt x="1084" y="243"/>
                        <a:pt x="841" y="0"/>
                        <a:pt x="542" y="0"/>
                      </a:cubicBezTo>
                      <a:close/>
                      <a:moveTo>
                        <a:pt x="906" y="354"/>
                      </a:moveTo>
                      <a:cubicBezTo>
                        <a:pt x="734" y="410"/>
                        <a:pt x="734" y="410"/>
                        <a:pt x="734" y="410"/>
                      </a:cubicBezTo>
                      <a:cubicBezTo>
                        <a:pt x="704" y="367"/>
                        <a:pt x="660" y="334"/>
                        <a:pt x="609" y="319"/>
                      </a:cubicBezTo>
                      <a:cubicBezTo>
                        <a:pt x="609" y="138"/>
                        <a:pt x="609" y="138"/>
                        <a:pt x="609" y="138"/>
                      </a:cubicBezTo>
                      <a:cubicBezTo>
                        <a:pt x="738" y="159"/>
                        <a:pt x="847" y="242"/>
                        <a:pt x="906" y="354"/>
                      </a:cubicBezTo>
                      <a:close/>
                      <a:moveTo>
                        <a:pt x="442" y="542"/>
                      </a:moveTo>
                      <a:cubicBezTo>
                        <a:pt x="442" y="487"/>
                        <a:pt x="487" y="442"/>
                        <a:pt x="542" y="442"/>
                      </a:cubicBezTo>
                      <a:cubicBezTo>
                        <a:pt x="598" y="442"/>
                        <a:pt x="643" y="487"/>
                        <a:pt x="643" y="542"/>
                      </a:cubicBezTo>
                      <a:cubicBezTo>
                        <a:pt x="643" y="597"/>
                        <a:pt x="598" y="642"/>
                        <a:pt x="542" y="642"/>
                      </a:cubicBezTo>
                      <a:cubicBezTo>
                        <a:pt x="487" y="642"/>
                        <a:pt x="442" y="597"/>
                        <a:pt x="442" y="542"/>
                      </a:cubicBezTo>
                      <a:close/>
                      <a:moveTo>
                        <a:pt x="476" y="138"/>
                      </a:moveTo>
                      <a:cubicBezTo>
                        <a:pt x="476" y="319"/>
                        <a:pt x="476" y="319"/>
                        <a:pt x="476" y="319"/>
                      </a:cubicBezTo>
                      <a:cubicBezTo>
                        <a:pt x="425" y="334"/>
                        <a:pt x="381" y="367"/>
                        <a:pt x="351" y="410"/>
                      </a:cubicBezTo>
                      <a:cubicBezTo>
                        <a:pt x="179" y="354"/>
                        <a:pt x="179" y="354"/>
                        <a:pt x="179" y="354"/>
                      </a:cubicBezTo>
                      <a:cubicBezTo>
                        <a:pt x="237" y="242"/>
                        <a:pt x="347" y="159"/>
                        <a:pt x="476" y="138"/>
                      </a:cubicBezTo>
                      <a:close/>
                      <a:moveTo>
                        <a:pt x="133" y="542"/>
                      </a:moveTo>
                      <a:cubicBezTo>
                        <a:pt x="133" y="521"/>
                        <a:pt x="135" y="500"/>
                        <a:pt x="138" y="480"/>
                      </a:cubicBezTo>
                      <a:cubicBezTo>
                        <a:pt x="310" y="536"/>
                        <a:pt x="310" y="536"/>
                        <a:pt x="310" y="536"/>
                      </a:cubicBezTo>
                      <a:cubicBezTo>
                        <a:pt x="310" y="538"/>
                        <a:pt x="310" y="540"/>
                        <a:pt x="310" y="542"/>
                      </a:cubicBezTo>
                      <a:cubicBezTo>
                        <a:pt x="310" y="595"/>
                        <a:pt x="327" y="644"/>
                        <a:pt x="358" y="683"/>
                      </a:cubicBezTo>
                      <a:cubicBezTo>
                        <a:pt x="251" y="830"/>
                        <a:pt x="251" y="830"/>
                        <a:pt x="251" y="830"/>
                      </a:cubicBezTo>
                      <a:cubicBezTo>
                        <a:pt x="178" y="756"/>
                        <a:pt x="133" y="654"/>
                        <a:pt x="133" y="542"/>
                      </a:cubicBezTo>
                      <a:close/>
                      <a:moveTo>
                        <a:pt x="542" y="951"/>
                      </a:moveTo>
                      <a:cubicBezTo>
                        <a:pt x="476" y="951"/>
                        <a:pt x="414" y="936"/>
                        <a:pt x="359" y="908"/>
                      </a:cubicBezTo>
                      <a:cubicBezTo>
                        <a:pt x="465" y="762"/>
                        <a:pt x="465" y="762"/>
                        <a:pt x="465" y="762"/>
                      </a:cubicBezTo>
                      <a:cubicBezTo>
                        <a:pt x="489" y="770"/>
                        <a:pt x="515" y="775"/>
                        <a:pt x="542" y="775"/>
                      </a:cubicBezTo>
                      <a:cubicBezTo>
                        <a:pt x="570" y="775"/>
                        <a:pt x="596" y="770"/>
                        <a:pt x="620" y="762"/>
                      </a:cubicBezTo>
                      <a:cubicBezTo>
                        <a:pt x="726" y="908"/>
                        <a:pt x="726" y="908"/>
                        <a:pt x="726" y="908"/>
                      </a:cubicBezTo>
                      <a:cubicBezTo>
                        <a:pt x="671" y="936"/>
                        <a:pt x="608" y="951"/>
                        <a:pt x="542" y="951"/>
                      </a:cubicBezTo>
                      <a:close/>
                      <a:moveTo>
                        <a:pt x="833" y="830"/>
                      </a:moveTo>
                      <a:cubicBezTo>
                        <a:pt x="727" y="683"/>
                        <a:pt x="727" y="683"/>
                        <a:pt x="727" y="683"/>
                      </a:cubicBezTo>
                      <a:cubicBezTo>
                        <a:pt x="757" y="644"/>
                        <a:pt x="775" y="595"/>
                        <a:pt x="775" y="542"/>
                      </a:cubicBezTo>
                      <a:cubicBezTo>
                        <a:pt x="775" y="540"/>
                        <a:pt x="775" y="538"/>
                        <a:pt x="775" y="536"/>
                      </a:cubicBezTo>
                      <a:cubicBezTo>
                        <a:pt x="947" y="480"/>
                        <a:pt x="947" y="480"/>
                        <a:pt x="947" y="480"/>
                      </a:cubicBezTo>
                      <a:cubicBezTo>
                        <a:pt x="950" y="500"/>
                        <a:pt x="952" y="521"/>
                        <a:pt x="952" y="542"/>
                      </a:cubicBezTo>
                      <a:cubicBezTo>
                        <a:pt x="952" y="654"/>
                        <a:pt x="906" y="756"/>
                        <a:pt x="833" y="830"/>
                      </a:cubicBezTo>
                      <a:close/>
                    </a:path>
                  </a:pathLst>
                </a:custGeom>
                <a:solidFill>
                  <a:srgbClr val="F34B4B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68E6E90-392A-5DDA-FC5B-4DB1B9AFF610}"/>
              </a:ext>
            </a:extLst>
          </p:cNvPr>
          <p:cNvGrpSpPr/>
          <p:nvPr/>
        </p:nvGrpSpPr>
        <p:grpSpPr>
          <a:xfrm>
            <a:off x="9057078" y="1614324"/>
            <a:ext cx="835787" cy="560597"/>
            <a:chOff x="8704414" y="1614324"/>
            <a:chExt cx="835787" cy="560597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F3B78E8-9BE0-E846-804A-F825B5491ADC}"/>
                </a:ext>
              </a:extLst>
            </p:cNvPr>
            <p:cNvSpPr/>
            <p:nvPr/>
          </p:nvSpPr>
          <p:spPr bwMode="auto">
            <a:xfrm>
              <a:off x="9064493" y="2101862"/>
              <a:ext cx="450820" cy="73059"/>
            </a:xfrm>
            <a:prstGeom prst="ellipse">
              <a:avLst/>
            </a:prstGeom>
            <a:solidFill>
              <a:srgbClr val="43515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  <a:latin typeface="Arial" panose="020B0604020202020204" pitchFamily="34" charset="0"/>
                </a:rPr>
                <a:t>  </a:t>
              </a: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08B39999-A3D1-6C8E-4D2D-A189FB4A9426}"/>
                </a:ext>
              </a:extLst>
            </p:cNvPr>
            <p:cNvGrpSpPr/>
            <p:nvPr/>
          </p:nvGrpSpPr>
          <p:grpSpPr>
            <a:xfrm>
              <a:off x="8919465" y="1614324"/>
              <a:ext cx="620736" cy="529833"/>
              <a:chOff x="368535" y="2507920"/>
              <a:chExt cx="736366" cy="628531"/>
            </a:xfrm>
          </p:grpSpPr>
          <p:sp>
            <p:nvSpPr>
              <p:cNvPr id="103" name="Freeform 5">
                <a:extLst>
                  <a:ext uri="{FF2B5EF4-FFF2-40B4-BE49-F238E27FC236}">
                    <a16:creationId xmlns:a16="http://schemas.microsoft.com/office/drawing/2014/main" id="{789EDD8E-1243-3F41-1CFA-6255B4C386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8535" y="2507920"/>
                <a:ext cx="446181" cy="628531"/>
              </a:xfrm>
              <a:custGeom>
                <a:avLst/>
                <a:gdLst>
                  <a:gd name="T0" fmla="*/ 603 w 1241"/>
                  <a:gd name="T1" fmla="*/ 1511 h 1748"/>
                  <a:gd name="T2" fmla="*/ 273 w 1241"/>
                  <a:gd name="T3" fmla="*/ 1511 h 1748"/>
                  <a:gd name="T4" fmla="*/ 207 w 1241"/>
                  <a:gd name="T5" fmla="*/ 1445 h 1748"/>
                  <a:gd name="T6" fmla="*/ 273 w 1241"/>
                  <a:gd name="T7" fmla="*/ 1378 h 1748"/>
                  <a:gd name="T8" fmla="*/ 603 w 1241"/>
                  <a:gd name="T9" fmla="*/ 1378 h 1748"/>
                  <a:gd name="T10" fmla="*/ 670 w 1241"/>
                  <a:gd name="T11" fmla="*/ 1445 h 1748"/>
                  <a:gd name="T12" fmla="*/ 603 w 1241"/>
                  <a:gd name="T13" fmla="*/ 1511 h 1748"/>
                  <a:gd name="T14" fmla="*/ 1174 w 1241"/>
                  <a:gd name="T15" fmla="*/ 1748 h 1748"/>
                  <a:gd name="T16" fmla="*/ 73 w 1241"/>
                  <a:gd name="T17" fmla="*/ 1748 h 1748"/>
                  <a:gd name="T18" fmla="*/ 7 w 1241"/>
                  <a:gd name="T19" fmla="*/ 1681 h 1748"/>
                  <a:gd name="T20" fmla="*/ 73 w 1241"/>
                  <a:gd name="T21" fmla="*/ 1615 h 1748"/>
                  <a:gd name="T22" fmla="*/ 1174 w 1241"/>
                  <a:gd name="T23" fmla="*/ 1615 h 1748"/>
                  <a:gd name="T24" fmla="*/ 1241 w 1241"/>
                  <a:gd name="T25" fmla="*/ 1681 h 1748"/>
                  <a:gd name="T26" fmla="*/ 1174 w 1241"/>
                  <a:gd name="T27" fmla="*/ 1748 h 1748"/>
                  <a:gd name="T28" fmla="*/ 1174 w 1241"/>
                  <a:gd name="T29" fmla="*/ 133 h 1748"/>
                  <a:gd name="T30" fmla="*/ 367 w 1241"/>
                  <a:gd name="T31" fmla="*/ 133 h 1748"/>
                  <a:gd name="T32" fmla="*/ 301 w 1241"/>
                  <a:gd name="T33" fmla="*/ 67 h 1748"/>
                  <a:gd name="T34" fmla="*/ 367 w 1241"/>
                  <a:gd name="T35" fmla="*/ 0 h 1748"/>
                  <a:gd name="T36" fmla="*/ 1174 w 1241"/>
                  <a:gd name="T37" fmla="*/ 0 h 1748"/>
                  <a:gd name="T38" fmla="*/ 1241 w 1241"/>
                  <a:gd name="T39" fmla="*/ 67 h 1748"/>
                  <a:gd name="T40" fmla="*/ 1174 w 1241"/>
                  <a:gd name="T41" fmla="*/ 133 h 1748"/>
                  <a:gd name="T42" fmla="*/ 548 w 1241"/>
                  <a:gd name="T43" fmla="*/ 432 h 1748"/>
                  <a:gd name="T44" fmla="*/ 66 w 1241"/>
                  <a:gd name="T45" fmla="*/ 432 h 1748"/>
                  <a:gd name="T46" fmla="*/ 0 w 1241"/>
                  <a:gd name="T47" fmla="*/ 365 h 1748"/>
                  <a:gd name="T48" fmla="*/ 66 w 1241"/>
                  <a:gd name="T49" fmla="*/ 299 h 1748"/>
                  <a:gd name="T50" fmla="*/ 548 w 1241"/>
                  <a:gd name="T51" fmla="*/ 299 h 1748"/>
                  <a:gd name="T52" fmla="*/ 614 w 1241"/>
                  <a:gd name="T53" fmla="*/ 365 h 1748"/>
                  <a:gd name="T54" fmla="*/ 548 w 1241"/>
                  <a:gd name="T55" fmla="*/ 432 h 17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41" h="1748">
                    <a:moveTo>
                      <a:pt x="603" y="1511"/>
                    </a:moveTo>
                    <a:cubicBezTo>
                      <a:pt x="273" y="1511"/>
                      <a:pt x="273" y="1511"/>
                      <a:pt x="273" y="1511"/>
                    </a:cubicBezTo>
                    <a:cubicBezTo>
                      <a:pt x="237" y="1511"/>
                      <a:pt x="207" y="1481"/>
                      <a:pt x="207" y="1445"/>
                    </a:cubicBezTo>
                    <a:cubicBezTo>
                      <a:pt x="207" y="1408"/>
                      <a:pt x="237" y="1378"/>
                      <a:pt x="273" y="1378"/>
                    </a:cubicBezTo>
                    <a:cubicBezTo>
                      <a:pt x="603" y="1378"/>
                      <a:pt x="603" y="1378"/>
                      <a:pt x="603" y="1378"/>
                    </a:cubicBezTo>
                    <a:cubicBezTo>
                      <a:pt x="640" y="1378"/>
                      <a:pt x="670" y="1408"/>
                      <a:pt x="670" y="1445"/>
                    </a:cubicBezTo>
                    <a:cubicBezTo>
                      <a:pt x="670" y="1481"/>
                      <a:pt x="640" y="1511"/>
                      <a:pt x="603" y="1511"/>
                    </a:cubicBezTo>
                    <a:close/>
                    <a:moveTo>
                      <a:pt x="1174" y="1748"/>
                    </a:moveTo>
                    <a:cubicBezTo>
                      <a:pt x="73" y="1748"/>
                      <a:pt x="73" y="1748"/>
                      <a:pt x="73" y="1748"/>
                    </a:cubicBezTo>
                    <a:cubicBezTo>
                      <a:pt x="37" y="1748"/>
                      <a:pt x="7" y="1718"/>
                      <a:pt x="7" y="1681"/>
                    </a:cubicBezTo>
                    <a:cubicBezTo>
                      <a:pt x="7" y="1645"/>
                      <a:pt x="37" y="1615"/>
                      <a:pt x="73" y="1615"/>
                    </a:cubicBezTo>
                    <a:cubicBezTo>
                      <a:pt x="1174" y="1615"/>
                      <a:pt x="1174" y="1615"/>
                      <a:pt x="1174" y="1615"/>
                    </a:cubicBezTo>
                    <a:cubicBezTo>
                      <a:pt x="1211" y="1615"/>
                      <a:pt x="1241" y="1645"/>
                      <a:pt x="1241" y="1681"/>
                    </a:cubicBezTo>
                    <a:cubicBezTo>
                      <a:pt x="1241" y="1718"/>
                      <a:pt x="1211" y="1748"/>
                      <a:pt x="1174" y="1748"/>
                    </a:cubicBezTo>
                    <a:close/>
                    <a:moveTo>
                      <a:pt x="1174" y="133"/>
                    </a:moveTo>
                    <a:cubicBezTo>
                      <a:pt x="367" y="133"/>
                      <a:pt x="367" y="133"/>
                      <a:pt x="367" y="133"/>
                    </a:cubicBezTo>
                    <a:cubicBezTo>
                      <a:pt x="331" y="133"/>
                      <a:pt x="301" y="103"/>
                      <a:pt x="301" y="67"/>
                    </a:cubicBezTo>
                    <a:cubicBezTo>
                      <a:pt x="301" y="30"/>
                      <a:pt x="331" y="0"/>
                      <a:pt x="367" y="0"/>
                    </a:cubicBezTo>
                    <a:cubicBezTo>
                      <a:pt x="1174" y="0"/>
                      <a:pt x="1174" y="0"/>
                      <a:pt x="1174" y="0"/>
                    </a:cubicBezTo>
                    <a:cubicBezTo>
                      <a:pt x="1211" y="0"/>
                      <a:pt x="1241" y="30"/>
                      <a:pt x="1241" y="67"/>
                    </a:cubicBezTo>
                    <a:cubicBezTo>
                      <a:pt x="1241" y="103"/>
                      <a:pt x="1211" y="133"/>
                      <a:pt x="1174" y="133"/>
                    </a:cubicBezTo>
                    <a:close/>
                    <a:moveTo>
                      <a:pt x="548" y="432"/>
                    </a:moveTo>
                    <a:cubicBezTo>
                      <a:pt x="66" y="432"/>
                      <a:pt x="66" y="432"/>
                      <a:pt x="66" y="432"/>
                    </a:cubicBezTo>
                    <a:cubicBezTo>
                      <a:pt x="30" y="432"/>
                      <a:pt x="0" y="402"/>
                      <a:pt x="0" y="365"/>
                    </a:cubicBezTo>
                    <a:cubicBezTo>
                      <a:pt x="0" y="329"/>
                      <a:pt x="30" y="299"/>
                      <a:pt x="66" y="299"/>
                    </a:cubicBezTo>
                    <a:cubicBezTo>
                      <a:pt x="548" y="299"/>
                      <a:pt x="548" y="299"/>
                      <a:pt x="548" y="299"/>
                    </a:cubicBezTo>
                    <a:cubicBezTo>
                      <a:pt x="584" y="299"/>
                      <a:pt x="614" y="329"/>
                      <a:pt x="614" y="365"/>
                    </a:cubicBezTo>
                    <a:cubicBezTo>
                      <a:pt x="614" y="402"/>
                      <a:pt x="584" y="432"/>
                      <a:pt x="548" y="432"/>
                    </a:cubicBezTo>
                    <a:close/>
                  </a:path>
                </a:pathLst>
              </a:custGeom>
              <a:solidFill>
                <a:srgbClr val="20303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6">
                <a:extLst>
                  <a:ext uri="{FF2B5EF4-FFF2-40B4-BE49-F238E27FC236}">
                    <a16:creationId xmlns:a16="http://schemas.microsoft.com/office/drawing/2014/main" id="{5EBBD0C2-39DC-7F7F-4C86-FAE7C59BDB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6824" y="2507920"/>
                <a:ext cx="628077" cy="628531"/>
              </a:xfrm>
              <a:custGeom>
                <a:avLst/>
                <a:gdLst>
                  <a:gd name="T0" fmla="*/ 873 w 1747"/>
                  <a:gd name="T1" fmla="*/ 0 h 1748"/>
                  <a:gd name="T2" fmla="*/ 0 w 1747"/>
                  <a:gd name="T3" fmla="*/ 874 h 1748"/>
                  <a:gd name="T4" fmla="*/ 873 w 1747"/>
                  <a:gd name="T5" fmla="*/ 1748 h 1748"/>
                  <a:gd name="T6" fmla="*/ 1747 w 1747"/>
                  <a:gd name="T7" fmla="*/ 874 h 1748"/>
                  <a:gd name="T8" fmla="*/ 873 w 1747"/>
                  <a:gd name="T9" fmla="*/ 0 h 1748"/>
                  <a:gd name="T10" fmla="*/ 873 w 1747"/>
                  <a:gd name="T11" fmla="*/ 1350 h 1748"/>
                  <a:gd name="T12" fmla="*/ 398 w 1747"/>
                  <a:gd name="T13" fmla="*/ 874 h 1748"/>
                  <a:gd name="T14" fmla="*/ 873 w 1747"/>
                  <a:gd name="T15" fmla="*/ 398 h 1748"/>
                  <a:gd name="T16" fmla="*/ 1349 w 1747"/>
                  <a:gd name="T17" fmla="*/ 874 h 1748"/>
                  <a:gd name="T18" fmla="*/ 873 w 1747"/>
                  <a:gd name="T19" fmla="*/ 1350 h 17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47" h="1748">
                    <a:moveTo>
                      <a:pt x="873" y="0"/>
                    </a:moveTo>
                    <a:cubicBezTo>
                      <a:pt x="392" y="0"/>
                      <a:pt x="0" y="392"/>
                      <a:pt x="0" y="874"/>
                    </a:cubicBezTo>
                    <a:cubicBezTo>
                      <a:pt x="0" y="1356"/>
                      <a:pt x="392" y="1748"/>
                      <a:pt x="873" y="1748"/>
                    </a:cubicBezTo>
                    <a:cubicBezTo>
                      <a:pt x="1355" y="1748"/>
                      <a:pt x="1747" y="1356"/>
                      <a:pt x="1747" y="874"/>
                    </a:cubicBezTo>
                    <a:cubicBezTo>
                      <a:pt x="1747" y="392"/>
                      <a:pt x="1355" y="0"/>
                      <a:pt x="873" y="0"/>
                    </a:cubicBezTo>
                    <a:close/>
                    <a:moveTo>
                      <a:pt x="873" y="1350"/>
                    </a:moveTo>
                    <a:cubicBezTo>
                      <a:pt x="611" y="1350"/>
                      <a:pt x="398" y="1137"/>
                      <a:pt x="398" y="874"/>
                    </a:cubicBezTo>
                    <a:cubicBezTo>
                      <a:pt x="398" y="611"/>
                      <a:pt x="611" y="398"/>
                      <a:pt x="873" y="398"/>
                    </a:cubicBezTo>
                    <a:cubicBezTo>
                      <a:pt x="1136" y="398"/>
                      <a:pt x="1349" y="611"/>
                      <a:pt x="1349" y="874"/>
                    </a:cubicBezTo>
                    <a:cubicBezTo>
                      <a:pt x="1349" y="1137"/>
                      <a:pt x="1136" y="1350"/>
                      <a:pt x="873" y="1350"/>
                    </a:cubicBezTo>
                    <a:close/>
                  </a:path>
                </a:pathLst>
              </a:custGeom>
              <a:solidFill>
                <a:srgbClr val="20303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7">
                <a:extLst>
                  <a:ext uri="{FF2B5EF4-FFF2-40B4-BE49-F238E27FC236}">
                    <a16:creationId xmlns:a16="http://schemas.microsoft.com/office/drawing/2014/main" id="{A12ADE6E-03C3-EE2E-299E-B1DAF00F5B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5715" y="2627265"/>
                <a:ext cx="389689" cy="389841"/>
              </a:xfrm>
              <a:custGeom>
                <a:avLst/>
                <a:gdLst>
                  <a:gd name="T0" fmla="*/ 542 w 1084"/>
                  <a:gd name="T1" fmla="*/ 0 h 1084"/>
                  <a:gd name="T2" fmla="*/ 0 w 1084"/>
                  <a:gd name="T3" fmla="*/ 542 h 1084"/>
                  <a:gd name="T4" fmla="*/ 220 w 1084"/>
                  <a:gd name="T5" fmla="*/ 977 h 1084"/>
                  <a:gd name="T6" fmla="*/ 224 w 1084"/>
                  <a:gd name="T7" fmla="*/ 980 h 1084"/>
                  <a:gd name="T8" fmla="*/ 228 w 1084"/>
                  <a:gd name="T9" fmla="*/ 983 h 1084"/>
                  <a:gd name="T10" fmla="*/ 542 w 1084"/>
                  <a:gd name="T11" fmla="*/ 1084 h 1084"/>
                  <a:gd name="T12" fmla="*/ 856 w 1084"/>
                  <a:gd name="T13" fmla="*/ 983 h 1084"/>
                  <a:gd name="T14" fmla="*/ 861 w 1084"/>
                  <a:gd name="T15" fmla="*/ 980 h 1084"/>
                  <a:gd name="T16" fmla="*/ 865 w 1084"/>
                  <a:gd name="T17" fmla="*/ 977 h 1084"/>
                  <a:gd name="T18" fmla="*/ 1084 w 1084"/>
                  <a:gd name="T19" fmla="*/ 542 h 1084"/>
                  <a:gd name="T20" fmla="*/ 542 w 1084"/>
                  <a:gd name="T21" fmla="*/ 0 h 1084"/>
                  <a:gd name="T22" fmla="*/ 906 w 1084"/>
                  <a:gd name="T23" fmla="*/ 354 h 1084"/>
                  <a:gd name="T24" fmla="*/ 734 w 1084"/>
                  <a:gd name="T25" fmla="*/ 410 h 1084"/>
                  <a:gd name="T26" fmla="*/ 609 w 1084"/>
                  <a:gd name="T27" fmla="*/ 319 h 1084"/>
                  <a:gd name="T28" fmla="*/ 609 w 1084"/>
                  <a:gd name="T29" fmla="*/ 138 h 1084"/>
                  <a:gd name="T30" fmla="*/ 906 w 1084"/>
                  <a:gd name="T31" fmla="*/ 354 h 1084"/>
                  <a:gd name="T32" fmla="*/ 442 w 1084"/>
                  <a:gd name="T33" fmla="*/ 542 h 1084"/>
                  <a:gd name="T34" fmla="*/ 542 w 1084"/>
                  <a:gd name="T35" fmla="*/ 442 h 1084"/>
                  <a:gd name="T36" fmla="*/ 643 w 1084"/>
                  <a:gd name="T37" fmla="*/ 542 h 1084"/>
                  <a:gd name="T38" fmla="*/ 542 w 1084"/>
                  <a:gd name="T39" fmla="*/ 642 h 1084"/>
                  <a:gd name="T40" fmla="*/ 442 w 1084"/>
                  <a:gd name="T41" fmla="*/ 542 h 1084"/>
                  <a:gd name="T42" fmla="*/ 476 w 1084"/>
                  <a:gd name="T43" fmla="*/ 138 h 1084"/>
                  <a:gd name="T44" fmla="*/ 476 w 1084"/>
                  <a:gd name="T45" fmla="*/ 319 h 1084"/>
                  <a:gd name="T46" fmla="*/ 351 w 1084"/>
                  <a:gd name="T47" fmla="*/ 410 h 1084"/>
                  <a:gd name="T48" fmla="*/ 179 w 1084"/>
                  <a:gd name="T49" fmla="*/ 354 h 1084"/>
                  <a:gd name="T50" fmla="*/ 476 w 1084"/>
                  <a:gd name="T51" fmla="*/ 138 h 1084"/>
                  <a:gd name="T52" fmla="*/ 133 w 1084"/>
                  <a:gd name="T53" fmla="*/ 542 h 1084"/>
                  <a:gd name="T54" fmla="*/ 138 w 1084"/>
                  <a:gd name="T55" fmla="*/ 480 h 1084"/>
                  <a:gd name="T56" fmla="*/ 310 w 1084"/>
                  <a:gd name="T57" fmla="*/ 536 h 1084"/>
                  <a:gd name="T58" fmla="*/ 310 w 1084"/>
                  <a:gd name="T59" fmla="*/ 542 h 1084"/>
                  <a:gd name="T60" fmla="*/ 358 w 1084"/>
                  <a:gd name="T61" fmla="*/ 683 h 1084"/>
                  <a:gd name="T62" fmla="*/ 251 w 1084"/>
                  <a:gd name="T63" fmla="*/ 830 h 1084"/>
                  <a:gd name="T64" fmla="*/ 133 w 1084"/>
                  <a:gd name="T65" fmla="*/ 542 h 1084"/>
                  <a:gd name="T66" fmla="*/ 542 w 1084"/>
                  <a:gd name="T67" fmla="*/ 951 h 1084"/>
                  <a:gd name="T68" fmla="*/ 359 w 1084"/>
                  <a:gd name="T69" fmla="*/ 908 h 1084"/>
                  <a:gd name="T70" fmla="*/ 465 w 1084"/>
                  <a:gd name="T71" fmla="*/ 762 h 1084"/>
                  <a:gd name="T72" fmla="*/ 542 w 1084"/>
                  <a:gd name="T73" fmla="*/ 775 h 1084"/>
                  <a:gd name="T74" fmla="*/ 620 w 1084"/>
                  <a:gd name="T75" fmla="*/ 762 h 1084"/>
                  <a:gd name="T76" fmla="*/ 726 w 1084"/>
                  <a:gd name="T77" fmla="*/ 908 h 1084"/>
                  <a:gd name="T78" fmla="*/ 542 w 1084"/>
                  <a:gd name="T79" fmla="*/ 951 h 1084"/>
                  <a:gd name="T80" fmla="*/ 833 w 1084"/>
                  <a:gd name="T81" fmla="*/ 830 h 1084"/>
                  <a:gd name="T82" fmla="*/ 727 w 1084"/>
                  <a:gd name="T83" fmla="*/ 683 h 1084"/>
                  <a:gd name="T84" fmla="*/ 775 w 1084"/>
                  <a:gd name="T85" fmla="*/ 542 h 1084"/>
                  <a:gd name="T86" fmla="*/ 775 w 1084"/>
                  <a:gd name="T87" fmla="*/ 536 h 1084"/>
                  <a:gd name="T88" fmla="*/ 947 w 1084"/>
                  <a:gd name="T89" fmla="*/ 480 h 1084"/>
                  <a:gd name="T90" fmla="*/ 952 w 1084"/>
                  <a:gd name="T91" fmla="*/ 542 h 1084"/>
                  <a:gd name="T92" fmla="*/ 833 w 1084"/>
                  <a:gd name="T93" fmla="*/ 830 h 10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84" h="1084">
                    <a:moveTo>
                      <a:pt x="542" y="0"/>
                    </a:moveTo>
                    <a:cubicBezTo>
                      <a:pt x="244" y="0"/>
                      <a:pt x="0" y="243"/>
                      <a:pt x="0" y="542"/>
                    </a:cubicBezTo>
                    <a:cubicBezTo>
                      <a:pt x="0" y="720"/>
                      <a:pt x="87" y="879"/>
                      <a:pt x="220" y="977"/>
                    </a:cubicBezTo>
                    <a:cubicBezTo>
                      <a:pt x="221" y="978"/>
                      <a:pt x="223" y="980"/>
                      <a:pt x="224" y="980"/>
                    </a:cubicBezTo>
                    <a:cubicBezTo>
                      <a:pt x="225" y="982"/>
                      <a:pt x="227" y="983"/>
                      <a:pt x="228" y="983"/>
                    </a:cubicBezTo>
                    <a:cubicBezTo>
                      <a:pt x="317" y="1047"/>
                      <a:pt x="425" y="1084"/>
                      <a:pt x="542" y="1084"/>
                    </a:cubicBezTo>
                    <a:cubicBezTo>
                      <a:pt x="659" y="1084"/>
                      <a:pt x="768" y="1047"/>
                      <a:pt x="856" y="983"/>
                    </a:cubicBezTo>
                    <a:cubicBezTo>
                      <a:pt x="858" y="983"/>
                      <a:pt x="859" y="982"/>
                      <a:pt x="861" y="980"/>
                    </a:cubicBezTo>
                    <a:cubicBezTo>
                      <a:pt x="862" y="980"/>
                      <a:pt x="863" y="978"/>
                      <a:pt x="865" y="977"/>
                    </a:cubicBezTo>
                    <a:cubicBezTo>
                      <a:pt x="998" y="879"/>
                      <a:pt x="1084" y="720"/>
                      <a:pt x="1084" y="542"/>
                    </a:cubicBezTo>
                    <a:cubicBezTo>
                      <a:pt x="1084" y="243"/>
                      <a:pt x="841" y="0"/>
                      <a:pt x="542" y="0"/>
                    </a:cubicBezTo>
                    <a:close/>
                    <a:moveTo>
                      <a:pt x="906" y="354"/>
                    </a:moveTo>
                    <a:cubicBezTo>
                      <a:pt x="734" y="410"/>
                      <a:pt x="734" y="410"/>
                      <a:pt x="734" y="410"/>
                    </a:cubicBezTo>
                    <a:cubicBezTo>
                      <a:pt x="704" y="367"/>
                      <a:pt x="660" y="334"/>
                      <a:pt x="609" y="319"/>
                    </a:cubicBezTo>
                    <a:cubicBezTo>
                      <a:pt x="609" y="138"/>
                      <a:pt x="609" y="138"/>
                      <a:pt x="609" y="138"/>
                    </a:cubicBezTo>
                    <a:cubicBezTo>
                      <a:pt x="738" y="159"/>
                      <a:pt x="847" y="242"/>
                      <a:pt x="906" y="354"/>
                    </a:cubicBezTo>
                    <a:close/>
                    <a:moveTo>
                      <a:pt x="442" y="542"/>
                    </a:moveTo>
                    <a:cubicBezTo>
                      <a:pt x="442" y="487"/>
                      <a:pt x="487" y="442"/>
                      <a:pt x="542" y="442"/>
                    </a:cubicBezTo>
                    <a:cubicBezTo>
                      <a:pt x="598" y="442"/>
                      <a:pt x="643" y="487"/>
                      <a:pt x="643" y="542"/>
                    </a:cubicBezTo>
                    <a:cubicBezTo>
                      <a:pt x="643" y="597"/>
                      <a:pt x="598" y="642"/>
                      <a:pt x="542" y="642"/>
                    </a:cubicBezTo>
                    <a:cubicBezTo>
                      <a:pt x="487" y="642"/>
                      <a:pt x="442" y="597"/>
                      <a:pt x="442" y="542"/>
                    </a:cubicBezTo>
                    <a:close/>
                    <a:moveTo>
                      <a:pt x="476" y="138"/>
                    </a:moveTo>
                    <a:cubicBezTo>
                      <a:pt x="476" y="319"/>
                      <a:pt x="476" y="319"/>
                      <a:pt x="476" y="319"/>
                    </a:cubicBezTo>
                    <a:cubicBezTo>
                      <a:pt x="425" y="334"/>
                      <a:pt x="381" y="367"/>
                      <a:pt x="351" y="410"/>
                    </a:cubicBezTo>
                    <a:cubicBezTo>
                      <a:pt x="179" y="354"/>
                      <a:pt x="179" y="354"/>
                      <a:pt x="179" y="354"/>
                    </a:cubicBezTo>
                    <a:cubicBezTo>
                      <a:pt x="237" y="242"/>
                      <a:pt x="347" y="159"/>
                      <a:pt x="476" y="138"/>
                    </a:cubicBezTo>
                    <a:close/>
                    <a:moveTo>
                      <a:pt x="133" y="542"/>
                    </a:moveTo>
                    <a:cubicBezTo>
                      <a:pt x="133" y="521"/>
                      <a:pt x="135" y="500"/>
                      <a:pt x="138" y="480"/>
                    </a:cubicBezTo>
                    <a:cubicBezTo>
                      <a:pt x="310" y="536"/>
                      <a:pt x="310" y="536"/>
                      <a:pt x="310" y="536"/>
                    </a:cubicBezTo>
                    <a:cubicBezTo>
                      <a:pt x="310" y="538"/>
                      <a:pt x="310" y="540"/>
                      <a:pt x="310" y="542"/>
                    </a:cubicBezTo>
                    <a:cubicBezTo>
                      <a:pt x="310" y="595"/>
                      <a:pt x="327" y="644"/>
                      <a:pt x="358" y="683"/>
                    </a:cubicBezTo>
                    <a:cubicBezTo>
                      <a:pt x="251" y="830"/>
                      <a:pt x="251" y="830"/>
                      <a:pt x="251" y="830"/>
                    </a:cubicBezTo>
                    <a:cubicBezTo>
                      <a:pt x="178" y="756"/>
                      <a:pt x="133" y="654"/>
                      <a:pt x="133" y="542"/>
                    </a:cubicBezTo>
                    <a:close/>
                    <a:moveTo>
                      <a:pt x="542" y="951"/>
                    </a:moveTo>
                    <a:cubicBezTo>
                      <a:pt x="476" y="951"/>
                      <a:pt x="414" y="936"/>
                      <a:pt x="359" y="908"/>
                    </a:cubicBezTo>
                    <a:cubicBezTo>
                      <a:pt x="465" y="762"/>
                      <a:pt x="465" y="762"/>
                      <a:pt x="465" y="762"/>
                    </a:cubicBezTo>
                    <a:cubicBezTo>
                      <a:pt x="489" y="770"/>
                      <a:pt x="515" y="775"/>
                      <a:pt x="542" y="775"/>
                    </a:cubicBezTo>
                    <a:cubicBezTo>
                      <a:pt x="570" y="775"/>
                      <a:pt x="596" y="770"/>
                      <a:pt x="620" y="762"/>
                    </a:cubicBezTo>
                    <a:cubicBezTo>
                      <a:pt x="726" y="908"/>
                      <a:pt x="726" y="908"/>
                      <a:pt x="726" y="908"/>
                    </a:cubicBezTo>
                    <a:cubicBezTo>
                      <a:pt x="671" y="936"/>
                      <a:pt x="608" y="951"/>
                      <a:pt x="542" y="951"/>
                    </a:cubicBezTo>
                    <a:close/>
                    <a:moveTo>
                      <a:pt x="833" y="830"/>
                    </a:moveTo>
                    <a:cubicBezTo>
                      <a:pt x="727" y="683"/>
                      <a:pt x="727" y="683"/>
                      <a:pt x="727" y="683"/>
                    </a:cubicBezTo>
                    <a:cubicBezTo>
                      <a:pt x="757" y="644"/>
                      <a:pt x="775" y="595"/>
                      <a:pt x="775" y="542"/>
                    </a:cubicBezTo>
                    <a:cubicBezTo>
                      <a:pt x="775" y="540"/>
                      <a:pt x="775" y="538"/>
                      <a:pt x="775" y="536"/>
                    </a:cubicBezTo>
                    <a:cubicBezTo>
                      <a:pt x="947" y="480"/>
                      <a:pt x="947" y="480"/>
                      <a:pt x="947" y="480"/>
                    </a:cubicBezTo>
                    <a:cubicBezTo>
                      <a:pt x="950" y="500"/>
                      <a:pt x="952" y="521"/>
                      <a:pt x="952" y="542"/>
                    </a:cubicBezTo>
                    <a:cubicBezTo>
                      <a:pt x="952" y="654"/>
                      <a:pt x="906" y="756"/>
                      <a:pt x="833" y="830"/>
                    </a:cubicBezTo>
                    <a:close/>
                  </a:path>
                </a:pathLst>
              </a:custGeom>
              <a:solidFill>
                <a:srgbClr val="F34B4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D47B5526-A143-D3DC-89FB-2DCBC746A5D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8704414" y="1827773"/>
              <a:ext cx="352467" cy="123471"/>
            </a:xfrm>
            <a:custGeom>
              <a:avLst/>
              <a:gdLst>
                <a:gd name="T0" fmla="*/ 1174 w 1240"/>
                <a:gd name="T1" fmla="*/ 133 h 432"/>
                <a:gd name="T2" fmla="*/ 367 w 1240"/>
                <a:gd name="T3" fmla="*/ 133 h 432"/>
                <a:gd name="T4" fmla="*/ 300 w 1240"/>
                <a:gd name="T5" fmla="*/ 67 h 432"/>
                <a:gd name="T6" fmla="*/ 367 w 1240"/>
                <a:gd name="T7" fmla="*/ 0 h 432"/>
                <a:gd name="T8" fmla="*/ 1174 w 1240"/>
                <a:gd name="T9" fmla="*/ 0 h 432"/>
                <a:gd name="T10" fmla="*/ 1240 w 1240"/>
                <a:gd name="T11" fmla="*/ 67 h 432"/>
                <a:gd name="T12" fmla="*/ 1174 w 1240"/>
                <a:gd name="T13" fmla="*/ 133 h 432"/>
                <a:gd name="T14" fmla="*/ 547 w 1240"/>
                <a:gd name="T15" fmla="*/ 432 h 432"/>
                <a:gd name="T16" fmla="*/ 66 w 1240"/>
                <a:gd name="T17" fmla="*/ 432 h 432"/>
                <a:gd name="T18" fmla="*/ 0 w 1240"/>
                <a:gd name="T19" fmla="*/ 365 h 432"/>
                <a:gd name="T20" fmla="*/ 66 w 1240"/>
                <a:gd name="T21" fmla="*/ 299 h 432"/>
                <a:gd name="T22" fmla="*/ 547 w 1240"/>
                <a:gd name="T23" fmla="*/ 299 h 432"/>
                <a:gd name="T24" fmla="*/ 614 w 1240"/>
                <a:gd name="T25" fmla="*/ 365 h 432"/>
                <a:gd name="T26" fmla="*/ 547 w 1240"/>
                <a:gd name="T27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40" h="432">
                  <a:moveTo>
                    <a:pt x="1174" y="133"/>
                  </a:moveTo>
                  <a:cubicBezTo>
                    <a:pt x="367" y="133"/>
                    <a:pt x="367" y="133"/>
                    <a:pt x="367" y="133"/>
                  </a:cubicBezTo>
                  <a:cubicBezTo>
                    <a:pt x="330" y="133"/>
                    <a:pt x="300" y="103"/>
                    <a:pt x="300" y="67"/>
                  </a:cubicBezTo>
                  <a:cubicBezTo>
                    <a:pt x="300" y="30"/>
                    <a:pt x="330" y="0"/>
                    <a:pt x="367" y="0"/>
                  </a:cubicBezTo>
                  <a:cubicBezTo>
                    <a:pt x="1174" y="0"/>
                    <a:pt x="1174" y="0"/>
                    <a:pt x="1174" y="0"/>
                  </a:cubicBezTo>
                  <a:cubicBezTo>
                    <a:pt x="1211" y="0"/>
                    <a:pt x="1240" y="30"/>
                    <a:pt x="1240" y="67"/>
                  </a:cubicBezTo>
                  <a:cubicBezTo>
                    <a:pt x="1240" y="103"/>
                    <a:pt x="1211" y="133"/>
                    <a:pt x="1174" y="133"/>
                  </a:cubicBezTo>
                  <a:close/>
                  <a:moveTo>
                    <a:pt x="547" y="432"/>
                  </a:moveTo>
                  <a:cubicBezTo>
                    <a:pt x="66" y="432"/>
                    <a:pt x="66" y="432"/>
                    <a:pt x="66" y="432"/>
                  </a:cubicBezTo>
                  <a:cubicBezTo>
                    <a:pt x="29" y="432"/>
                    <a:pt x="0" y="402"/>
                    <a:pt x="0" y="365"/>
                  </a:cubicBezTo>
                  <a:cubicBezTo>
                    <a:pt x="0" y="329"/>
                    <a:pt x="29" y="299"/>
                    <a:pt x="66" y="299"/>
                  </a:cubicBezTo>
                  <a:cubicBezTo>
                    <a:pt x="547" y="299"/>
                    <a:pt x="547" y="299"/>
                    <a:pt x="547" y="299"/>
                  </a:cubicBezTo>
                  <a:cubicBezTo>
                    <a:pt x="584" y="299"/>
                    <a:pt x="614" y="329"/>
                    <a:pt x="614" y="365"/>
                  </a:cubicBezTo>
                  <a:cubicBezTo>
                    <a:pt x="614" y="402"/>
                    <a:pt x="584" y="432"/>
                    <a:pt x="547" y="432"/>
                  </a:cubicBezTo>
                  <a:close/>
                </a:path>
              </a:pathLst>
            </a:custGeom>
            <a:solidFill>
              <a:srgbClr val="20303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08B737D9-4908-2849-3377-75CB5018B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343" y="2337757"/>
            <a:ext cx="1366038" cy="47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6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15507-5D4A-7D2B-3610-A27355CF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4AE91D9-370C-4A6C-ACEE-C11362B5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/>
              <a:t>DEN Tsuntinc Ulpaq Uioff ici Adeser Untmo Llitan: </a:t>
            </a:r>
            <a:r>
              <a:rPr lang="en-US" b="0"/>
              <a:t>Imi destlabo rumcura bi 4 turnonn ullas – itamet nisltempu sconv, allisquisa, clectus pel lentesquein ipsumidorc</a:t>
            </a:r>
            <a:endParaRPr lang="en-US" kern="0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65963686-E27F-D5F3-D080-930CFF5153D6}"/>
              </a:ext>
            </a:extLst>
          </p:cNvPr>
          <p:cNvSpPr/>
          <p:nvPr/>
        </p:nvSpPr>
        <p:spPr bwMode="auto">
          <a:xfrm rot="10800000">
            <a:off x="331806" y="2211443"/>
            <a:ext cx="11647081" cy="4335223"/>
          </a:xfrm>
          <a:prstGeom prst="round2SameRect">
            <a:avLst>
              <a:gd name="adj1" fmla="val 1567"/>
              <a:gd name="adj2" fmla="val 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459FED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0303D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EAA9E0B1-5E42-8F17-2D2C-3F4E0DD1CE73}"/>
              </a:ext>
            </a:extLst>
          </p:cNvPr>
          <p:cNvSpPr/>
          <p:nvPr/>
        </p:nvSpPr>
        <p:spPr bwMode="auto">
          <a:xfrm>
            <a:off x="332981" y="1645601"/>
            <a:ext cx="11647081" cy="565080"/>
          </a:xfrm>
          <a:prstGeom prst="round2SameRect">
            <a:avLst>
              <a:gd name="adj1" fmla="val 15947"/>
              <a:gd name="adj2" fmla="val 0"/>
            </a:avLst>
          </a:prstGeom>
          <a:solidFill>
            <a:srgbClr val="A97C50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A5436-85D8-73FB-FF1F-6AC64DC64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513" y="522939"/>
            <a:ext cx="1234967" cy="15991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038E81-E6C8-C63A-7AA3-29541F796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029" y="1542478"/>
            <a:ext cx="916406" cy="560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C8DFD5-6D2F-2D25-5A72-2FE58F9D7C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06" y="1236124"/>
            <a:ext cx="977500" cy="825656"/>
          </a:xfrm>
          <a:prstGeom prst="rect">
            <a:avLst/>
          </a:prstGeom>
        </p:spPr>
      </p:pic>
      <p:grpSp>
        <p:nvGrpSpPr>
          <p:cNvPr id="7" name="Group 145">
            <a:extLst>
              <a:ext uri="{FF2B5EF4-FFF2-40B4-BE49-F238E27FC236}">
                <a16:creationId xmlns:a16="http://schemas.microsoft.com/office/drawing/2014/main" id="{318ED0F0-587D-6041-72DF-8F229AC045E4}"/>
              </a:ext>
            </a:extLst>
          </p:cNvPr>
          <p:cNvGrpSpPr>
            <a:grpSpLocks noChangeAspect="1"/>
          </p:cNvGrpSpPr>
          <p:nvPr/>
        </p:nvGrpSpPr>
        <p:grpSpPr bwMode="auto">
          <a:xfrm rot="20571719" flipH="1">
            <a:off x="4807450" y="977661"/>
            <a:ext cx="550440" cy="714526"/>
            <a:chOff x="3421" y="1613"/>
            <a:chExt cx="842" cy="1093"/>
          </a:xfrm>
          <a:solidFill>
            <a:srgbClr val="7ECAF8"/>
          </a:solidFill>
        </p:grpSpPr>
        <p:sp>
          <p:nvSpPr>
            <p:cNvPr id="8" name="Freeform 146">
              <a:extLst>
                <a:ext uri="{FF2B5EF4-FFF2-40B4-BE49-F238E27FC236}">
                  <a16:creationId xmlns:a16="http://schemas.microsoft.com/office/drawing/2014/main" id="{52A163B8-99B4-F958-F99C-D33353D1E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295"/>
              <a:ext cx="51" cy="108"/>
            </a:xfrm>
            <a:custGeom>
              <a:avLst/>
              <a:gdLst>
                <a:gd name="T0" fmla="*/ 30 w 30"/>
                <a:gd name="T1" fmla="*/ 47 h 63"/>
                <a:gd name="T2" fmla="*/ 15 w 30"/>
                <a:gd name="T3" fmla="*/ 63 h 63"/>
                <a:gd name="T4" fmla="*/ 0 w 30"/>
                <a:gd name="T5" fmla="*/ 47 h 63"/>
                <a:gd name="T6" fmla="*/ 15 w 30"/>
                <a:gd name="T7" fmla="*/ 0 h 63"/>
                <a:gd name="T8" fmla="*/ 30 w 30"/>
                <a:gd name="T9" fmla="*/ 4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63">
                  <a:moveTo>
                    <a:pt x="30" y="47"/>
                  </a:moveTo>
                  <a:cubicBezTo>
                    <a:pt x="30" y="56"/>
                    <a:pt x="23" y="63"/>
                    <a:pt x="15" y="63"/>
                  </a:cubicBezTo>
                  <a:cubicBezTo>
                    <a:pt x="6" y="63"/>
                    <a:pt x="0" y="56"/>
                    <a:pt x="0" y="47"/>
                  </a:cubicBezTo>
                  <a:cubicBezTo>
                    <a:pt x="0" y="38"/>
                    <a:pt x="15" y="0"/>
                    <a:pt x="15" y="0"/>
                  </a:cubicBezTo>
                  <a:cubicBezTo>
                    <a:pt x="15" y="0"/>
                    <a:pt x="30" y="38"/>
                    <a:pt x="30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9" name="Freeform 147">
              <a:extLst>
                <a:ext uri="{FF2B5EF4-FFF2-40B4-BE49-F238E27FC236}">
                  <a16:creationId xmlns:a16="http://schemas.microsoft.com/office/drawing/2014/main" id="{D8CF90BF-E307-2DB1-E1E9-660864359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2377"/>
              <a:ext cx="22" cy="23"/>
            </a:xfrm>
            <a:custGeom>
              <a:avLst/>
              <a:gdLst>
                <a:gd name="T0" fmla="*/ 13 w 13"/>
                <a:gd name="T1" fmla="*/ 13 h 13"/>
                <a:gd name="T2" fmla="*/ 0 w 13"/>
                <a:gd name="T3" fmla="*/ 0 h 13"/>
                <a:gd name="T4" fmla="*/ 13 w 13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3">
                  <a:moveTo>
                    <a:pt x="13" y="13"/>
                  </a:moveTo>
                  <a:cubicBezTo>
                    <a:pt x="13" y="13"/>
                    <a:pt x="0" y="12"/>
                    <a:pt x="0" y="0"/>
                  </a:cubicBezTo>
                  <a:cubicBezTo>
                    <a:pt x="0" y="0"/>
                    <a:pt x="6" y="11"/>
                    <a:pt x="13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0" name="Freeform 148">
              <a:extLst>
                <a:ext uri="{FF2B5EF4-FFF2-40B4-BE49-F238E27FC236}">
                  <a16:creationId xmlns:a16="http://schemas.microsoft.com/office/drawing/2014/main" id="{77CC3DE7-CA9C-FCD5-BB9E-FD555D956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2095"/>
              <a:ext cx="52" cy="106"/>
            </a:xfrm>
            <a:custGeom>
              <a:avLst/>
              <a:gdLst>
                <a:gd name="T0" fmla="*/ 30 w 30"/>
                <a:gd name="T1" fmla="*/ 46 h 62"/>
                <a:gd name="T2" fmla="*/ 15 w 30"/>
                <a:gd name="T3" fmla="*/ 62 h 62"/>
                <a:gd name="T4" fmla="*/ 0 w 30"/>
                <a:gd name="T5" fmla="*/ 46 h 62"/>
                <a:gd name="T6" fmla="*/ 14 w 30"/>
                <a:gd name="T7" fmla="*/ 0 h 62"/>
                <a:gd name="T8" fmla="*/ 30 w 30"/>
                <a:gd name="T9" fmla="*/ 46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62">
                  <a:moveTo>
                    <a:pt x="30" y="46"/>
                  </a:moveTo>
                  <a:cubicBezTo>
                    <a:pt x="30" y="55"/>
                    <a:pt x="24" y="62"/>
                    <a:pt x="15" y="62"/>
                  </a:cubicBezTo>
                  <a:cubicBezTo>
                    <a:pt x="7" y="62"/>
                    <a:pt x="0" y="55"/>
                    <a:pt x="0" y="46"/>
                  </a:cubicBezTo>
                  <a:cubicBezTo>
                    <a:pt x="0" y="37"/>
                    <a:pt x="14" y="0"/>
                    <a:pt x="14" y="0"/>
                  </a:cubicBezTo>
                  <a:cubicBezTo>
                    <a:pt x="14" y="0"/>
                    <a:pt x="30" y="37"/>
                    <a:pt x="30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1" name="Freeform 149">
              <a:extLst>
                <a:ext uri="{FF2B5EF4-FFF2-40B4-BE49-F238E27FC236}">
                  <a16:creationId xmlns:a16="http://schemas.microsoft.com/office/drawing/2014/main" id="{C082AC4B-6E25-DE7E-3FCE-D46B59D6F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175"/>
              <a:ext cx="22" cy="23"/>
            </a:xfrm>
            <a:custGeom>
              <a:avLst/>
              <a:gdLst>
                <a:gd name="T0" fmla="*/ 13 w 13"/>
                <a:gd name="T1" fmla="*/ 13 h 13"/>
                <a:gd name="T2" fmla="*/ 0 w 13"/>
                <a:gd name="T3" fmla="*/ 0 h 13"/>
                <a:gd name="T4" fmla="*/ 13 w 13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3">
                  <a:moveTo>
                    <a:pt x="13" y="13"/>
                  </a:moveTo>
                  <a:cubicBezTo>
                    <a:pt x="13" y="13"/>
                    <a:pt x="0" y="12"/>
                    <a:pt x="0" y="0"/>
                  </a:cubicBezTo>
                  <a:cubicBezTo>
                    <a:pt x="0" y="0"/>
                    <a:pt x="6" y="11"/>
                    <a:pt x="13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2" name="Freeform 150">
              <a:extLst>
                <a:ext uri="{FF2B5EF4-FFF2-40B4-BE49-F238E27FC236}">
                  <a16:creationId xmlns:a16="http://schemas.microsoft.com/office/drawing/2014/main" id="{221E1DEE-EB19-0C62-3501-2BBBCB11A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915"/>
              <a:ext cx="58" cy="106"/>
            </a:xfrm>
            <a:custGeom>
              <a:avLst/>
              <a:gdLst>
                <a:gd name="T0" fmla="*/ 31 w 34"/>
                <a:gd name="T1" fmla="*/ 49 h 62"/>
                <a:gd name="T2" fmla="*/ 12 w 34"/>
                <a:gd name="T3" fmla="*/ 60 h 62"/>
                <a:gd name="T4" fmla="*/ 3 w 34"/>
                <a:gd name="T5" fmla="*/ 40 h 62"/>
                <a:gd name="T6" fmla="*/ 31 w 34"/>
                <a:gd name="T7" fmla="*/ 0 h 62"/>
                <a:gd name="T8" fmla="*/ 31 w 34"/>
                <a:gd name="T9" fmla="*/ 4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62">
                  <a:moveTo>
                    <a:pt x="31" y="49"/>
                  </a:moveTo>
                  <a:cubicBezTo>
                    <a:pt x="28" y="57"/>
                    <a:pt x="20" y="62"/>
                    <a:pt x="12" y="60"/>
                  </a:cubicBezTo>
                  <a:cubicBezTo>
                    <a:pt x="4" y="57"/>
                    <a:pt x="0" y="48"/>
                    <a:pt x="3" y="40"/>
                  </a:cubicBezTo>
                  <a:cubicBezTo>
                    <a:pt x="6" y="31"/>
                    <a:pt x="31" y="0"/>
                    <a:pt x="31" y="0"/>
                  </a:cubicBezTo>
                  <a:cubicBezTo>
                    <a:pt x="31" y="0"/>
                    <a:pt x="34" y="40"/>
                    <a:pt x="3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3" name="Freeform 151">
              <a:extLst>
                <a:ext uri="{FF2B5EF4-FFF2-40B4-BE49-F238E27FC236}">
                  <a16:creationId xmlns:a16="http://schemas.microsoft.com/office/drawing/2014/main" id="{09E39A05-EF3B-4D43-617F-4A2BE5508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1986"/>
              <a:ext cx="20" cy="29"/>
            </a:xfrm>
            <a:custGeom>
              <a:avLst/>
              <a:gdLst>
                <a:gd name="T0" fmla="*/ 12 w 12"/>
                <a:gd name="T1" fmla="*/ 17 h 17"/>
                <a:gd name="T2" fmla="*/ 4 w 12"/>
                <a:gd name="T3" fmla="*/ 0 h 17"/>
                <a:gd name="T4" fmla="*/ 12 w 12"/>
                <a:gd name="T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7">
                  <a:moveTo>
                    <a:pt x="12" y="17"/>
                  </a:moveTo>
                  <a:cubicBezTo>
                    <a:pt x="12" y="17"/>
                    <a:pt x="0" y="12"/>
                    <a:pt x="4" y="0"/>
                  </a:cubicBezTo>
                  <a:cubicBezTo>
                    <a:pt x="4" y="0"/>
                    <a:pt x="6" y="13"/>
                    <a:pt x="12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4" name="Freeform 152">
              <a:extLst>
                <a:ext uri="{FF2B5EF4-FFF2-40B4-BE49-F238E27FC236}">
                  <a16:creationId xmlns:a16="http://schemas.microsoft.com/office/drawing/2014/main" id="{560F5CA4-A14F-68CE-05DA-23DA85745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842"/>
              <a:ext cx="88" cy="84"/>
            </a:xfrm>
            <a:custGeom>
              <a:avLst/>
              <a:gdLst>
                <a:gd name="T0" fmla="*/ 27 w 51"/>
                <a:gd name="T1" fmla="*/ 43 h 49"/>
                <a:gd name="T2" fmla="*/ 6 w 51"/>
                <a:gd name="T3" fmla="*/ 43 h 49"/>
                <a:gd name="T4" fmla="*/ 7 w 51"/>
                <a:gd name="T5" fmla="*/ 21 h 49"/>
                <a:gd name="T6" fmla="*/ 51 w 51"/>
                <a:gd name="T7" fmla="*/ 0 h 49"/>
                <a:gd name="T8" fmla="*/ 27 w 51"/>
                <a:gd name="T9" fmla="*/ 4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9">
                  <a:moveTo>
                    <a:pt x="27" y="43"/>
                  </a:moveTo>
                  <a:cubicBezTo>
                    <a:pt x="21" y="49"/>
                    <a:pt x="11" y="49"/>
                    <a:pt x="6" y="43"/>
                  </a:cubicBezTo>
                  <a:cubicBezTo>
                    <a:pt x="0" y="37"/>
                    <a:pt x="0" y="27"/>
                    <a:pt x="7" y="21"/>
                  </a:cubicBezTo>
                  <a:cubicBezTo>
                    <a:pt x="13" y="15"/>
                    <a:pt x="51" y="0"/>
                    <a:pt x="51" y="0"/>
                  </a:cubicBezTo>
                  <a:cubicBezTo>
                    <a:pt x="51" y="0"/>
                    <a:pt x="34" y="37"/>
                    <a:pt x="27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5" name="Freeform 153">
              <a:extLst>
                <a:ext uri="{FF2B5EF4-FFF2-40B4-BE49-F238E27FC236}">
                  <a16:creationId xmlns:a16="http://schemas.microsoft.com/office/drawing/2014/main" id="{26925FF0-702F-843B-1970-C15A29D70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881"/>
              <a:ext cx="16" cy="33"/>
            </a:xfrm>
            <a:custGeom>
              <a:avLst/>
              <a:gdLst>
                <a:gd name="T0" fmla="*/ 8 w 9"/>
                <a:gd name="T1" fmla="*/ 19 h 19"/>
                <a:gd name="T2" fmla="*/ 9 w 9"/>
                <a:gd name="T3" fmla="*/ 0 h 19"/>
                <a:gd name="T4" fmla="*/ 8 w 9"/>
                <a:gd name="T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19">
                  <a:moveTo>
                    <a:pt x="8" y="19"/>
                  </a:moveTo>
                  <a:cubicBezTo>
                    <a:pt x="8" y="19"/>
                    <a:pt x="0" y="8"/>
                    <a:pt x="9" y="0"/>
                  </a:cubicBezTo>
                  <a:cubicBezTo>
                    <a:pt x="9" y="0"/>
                    <a:pt x="4" y="12"/>
                    <a:pt x="8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6" name="Freeform 154">
              <a:extLst>
                <a:ext uri="{FF2B5EF4-FFF2-40B4-BE49-F238E27FC236}">
                  <a16:creationId xmlns:a16="http://schemas.microsoft.com/office/drawing/2014/main" id="{0F946FE9-F1F2-940D-3E48-FAC089C0A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" y="2015"/>
              <a:ext cx="62" cy="102"/>
            </a:xfrm>
            <a:custGeom>
              <a:avLst/>
              <a:gdLst>
                <a:gd name="T0" fmla="*/ 31 w 36"/>
                <a:gd name="T1" fmla="*/ 48 h 60"/>
                <a:gd name="T2" fmla="*/ 10 w 36"/>
                <a:gd name="T3" fmla="*/ 57 h 60"/>
                <a:gd name="T4" fmla="*/ 3 w 36"/>
                <a:gd name="T5" fmla="*/ 36 h 60"/>
                <a:gd name="T6" fmla="*/ 36 w 36"/>
                <a:gd name="T7" fmla="*/ 0 h 60"/>
                <a:gd name="T8" fmla="*/ 31 w 36"/>
                <a:gd name="T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0">
                  <a:moveTo>
                    <a:pt x="31" y="48"/>
                  </a:moveTo>
                  <a:cubicBezTo>
                    <a:pt x="27" y="57"/>
                    <a:pt x="18" y="60"/>
                    <a:pt x="10" y="57"/>
                  </a:cubicBezTo>
                  <a:cubicBezTo>
                    <a:pt x="3" y="54"/>
                    <a:pt x="0" y="44"/>
                    <a:pt x="3" y="36"/>
                  </a:cubicBezTo>
                  <a:cubicBezTo>
                    <a:pt x="7" y="28"/>
                    <a:pt x="36" y="0"/>
                    <a:pt x="36" y="0"/>
                  </a:cubicBezTo>
                  <a:cubicBezTo>
                    <a:pt x="36" y="0"/>
                    <a:pt x="34" y="40"/>
                    <a:pt x="3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7" name="Freeform 155">
              <a:extLst>
                <a:ext uri="{FF2B5EF4-FFF2-40B4-BE49-F238E27FC236}">
                  <a16:creationId xmlns:a16="http://schemas.microsoft.com/office/drawing/2014/main" id="{1DB3589D-64D9-C033-054C-80BD5876A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" y="2080"/>
              <a:ext cx="19" cy="29"/>
            </a:xfrm>
            <a:custGeom>
              <a:avLst/>
              <a:gdLst>
                <a:gd name="T0" fmla="*/ 11 w 11"/>
                <a:gd name="T1" fmla="*/ 17 h 17"/>
                <a:gd name="T2" fmla="*/ 5 w 11"/>
                <a:gd name="T3" fmla="*/ 0 h 17"/>
                <a:gd name="T4" fmla="*/ 11 w 11"/>
                <a:gd name="T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7">
                  <a:moveTo>
                    <a:pt x="11" y="17"/>
                  </a:moveTo>
                  <a:cubicBezTo>
                    <a:pt x="11" y="17"/>
                    <a:pt x="0" y="11"/>
                    <a:pt x="5" y="0"/>
                  </a:cubicBezTo>
                  <a:cubicBezTo>
                    <a:pt x="5" y="0"/>
                    <a:pt x="5" y="12"/>
                    <a:pt x="11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8" name="Freeform 156">
              <a:extLst>
                <a:ext uri="{FF2B5EF4-FFF2-40B4-BE49-F238E27FC236}">
                  <a16:creationId xmlns:a16="http://schemas.microsoft.com/office/drawing/2014/main" id="{B85F3876-C73B-9F75-00CE-2C66353C1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2124"/>
              <a:ext cx="59" cy="106"/>
            </a:xfrm>
            <a:custGeom>
              <a:avLst/>
              <a:gdLst>
                <a:gd name="T0" fmla="*/ 31 w 34"/>
                <a:gd name="T1" fmla="*/ 49 h 62"/>
                <a:gd name="T2" fmla="*/ 12 w 34"/>
                <a:gd name="T3" fmla="*/ 60 h 62"/>
                <a:gd name="T4" fmla="*/ 2 w 34"/>
                <a:gd name="T5" fmla="*/ 40 h 62"/>
                <a:gd name="T6" fmla="*/ 29 w 34"/>
                <a:gd name="T7" fmla="*/ 0 h 62"/>
                <a:gd name="T8" fmla="*/ 31 w 34"/>
                <a:gd name="T9" fmla="*/ 4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62">
                  <a:moveTo>
                    <a:pt x="31" y="49"/>
                  </a:moveTo>
                  <a:cubicBezTo>
                    <a:pt x="29" y="57"/>
                    <a:pt x="20" y="62"/>
                    <a:pt x="12" y="60"/>
                  </a:cubicBezTo>
                  <a:cubicBezTo>
                    <a:pt x="4" y="58"/>
                    <a:pt x="0" y="49"/>
                    <a:pt x="2" y="40"/>
                  </a:cubicBezTo>
                  <a:cubicBezTo>
                    <a:pt x="5" y="32"/>
                    <a:pt x="29" y="0"/>
                    <a:pt x="29" y="0"/>
                  </a:cubicBezTo>
                  <a:cubicBezTo>
                    <a:pt x="29" y="0"/>
                    <a:pt x="34" y="40"/>
                    <a:pt x="3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0" name="Freeform 157">
              <a:extLst>
                <a:ext uri="{FF2B5EF4-FFF2-40B4-BE49-F238E27FC236}">
                  <a16:creationId xmlns:a16="http://schemas.microsoft.com/office/drawing/2014/main" id="{AB24A188-554D-94FF-FF8B-652ABAF3F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2196"/>
              <a:ext cx="21" cy="27"/>
            </a:xfrm>
            <a:custGeom>
              <a:avLst/>
              <a:gdLst>
                <a:gd name="T0" fmla="*/ 12 w 12"/>
                <a:gd name="T1" fmla="*/ 16 h 16"/>
                <a:gd name="T2" fmla="*/ 3 w 12"/>
                <a:gd name="T3" fmla="*/ 0 h 16"/>
                <a:gd name="T4" fmla="*/ 12 w 12"/>
                <a:gd name="T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6">
                  <a:moveTo>
                    <a:pt x="12" y="16"/>
                  </a:moveTo>
                  <a:cubicBezTo>
                    <a:pt x="12" y="16"/>
                    <a:pt x="0" y="12"/>
                    <a:pt x="3" y="0"/>
                  </a:cubicBezTo>
                  <a:cubicBezTo>
                    <a:pt x="3" y="0"/>
                    <a:pt x="6" y="12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1" name="Freeform 158">
              <a:extLst>
                <a:ext uri="{FF2B5EF4-FFF2-40B4-BE49-F238E27FC236}">
                  <a16:creationId xmlns:a16="http://schemas.microsoft.com/office/drawing/2014/main" id="{7DFF1F10-0F91-4B50-8AA4-FEADA621E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2362"/>
              <a:ext cx="53" cy="108"/>
            </a:xfrm>
            <a:custGeom>
              <a:avLst/>
              <a:gdLst>
                <a:gd name="T0" fmla="*/ 31 w 31"/>
                <a:gd name="T1" fmla="*/ 47 h 63"/>
                <a:gd name="T2" fmla="*/ 15 w 31"/>
                <a:gd name="T3" fmla="*/ 62 h 63"/>
                <a:gd name="T4" fmla="*/ 1 w 31"/>
                <a:gd name="T5" fmla="*/ 45 h 63"/>
                <a:gd name="T6" fmla="*/ 18 w 31"/>
                <a:gd name="T7" fmla="*/ 0 h 63"/>
                <a:gd name="T8" fmla="*/ 31 w 31"/>
                <a:gd name="T9" fmla="*/ 4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63">
                  <a:moveTo>
                    <a:pt x="31" y="47"/>
                  </a:moveTo>
                  <a:cubicBezTo>
                    <a:pt x="30" y="56"/>
                    <a:pt x="23" y="63"/>
                    <a:pt x="15" y="62"/>
                  </a:cubicBezTo>
                  <a:cubicBezTo>
                    <a:pt x="7" y="62"/>
                    <a:pt x="0" y="54"/>
                    <a:pt x="1" y="45"/>
                  </a:cubicBezTo>
                  <a:cubicBezTo>
                    <a:pt x="1" y="37"/>
                    <a:pt x="18" y="0"/>
                    <a:pt x="18" y="0"/>
                  </a:cubicBezTo>
                  <a:cubicBezTo>
                    <a:pt x="18" y="0"/>
                    <a:pt x="31" y="38"/>
                    <a:pt x="31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2" name="Freeform 159">
              <a:extLst>
                <a:ext uri="{FF2B5EF4-FFF2-40B4-BE49-F238E27FC236}">
                  <a16:creationId xmlns:a16="http://schemas.microsoft.com/office/drawing/2014/main" id="{9831D30B-FD7D-69D9-985D-52DAB4A7B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2442"/>
              <a:ext cx="22" cy="24"/>
            </a:xfrm>
            <a:custGeom>
              <a:avLst/>
              <a:gdLst>
                <a:gd name="T0" fmla="*/ 13 w 13"/>
                <a:gd name="T1" fmla="*/ 14 h 14"/>
                <a:gd name="T2" fmla="*/ 1 w 13"/>
                <a:gd name="T3" fmla="*/ 0 h 14"/>
                <a:gd name="T4" fmla="*/ 13 w 13"/>
                <a:gd name="T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3" y="14"/>
                    <a:pt x="0" y="12"/>
                    <a:pt x="1" y="0"/>
                  </a:cubicBezTo>
                  <a:cubicBezTo>
                    <a:pt x="1" y="0"/>
                    <a:pt x="6" y="11"/>
                    <a:pt x="13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3" name="Freeform 160">
              <a:extLst>
                <a:ext uri="{FF2B5EF4-FFF2-40B4-BE49-F238E27FC236}">
                  <a16:creationId xmlns:a16="http://schemas.microsoft.com/office/drawing/2014/main" id="{7C743DEB-A81E-05FB-1E11-BA22EEE00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2600"/>
              <a:ext cx="54" cy="106"/>
            </a:xfrm>
            <a:custGeom>
              <a:avLst/>
              <a:gdLst>
                <a:gd name="T0" fmla="*/ 30 w 31"/>
                <a:gd name="T1" fmla="*/ 47 h 62"/>
                <a:gd name="T2" fmla="*/ 14 w 31"/>
                <a:gd name="T3" fmla="*/ 62 h 62"/>
                <a:gd name="T4" fmla="*/ 0 w 31"/>
                <a:gd name="T5" fmla="*/ 45 h 62"/>
                <a:gd name="T6" fmla="*/ 18 w 31"/>
                <a:gd name="T7" fmla="*/ 0 h 62"/>
                <a:gd name="T8" fmla="*/ 30 w 31"/>
                <a:gd name="T9" fmla="*/ 4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62">
                  <a:moveTo>
                    <a:pt x="30" y="47"/>
                  </a:moveTo>
                  <a:cubicBezTo>
                    <a:pt x="30" y="56"/>
                    <a:pt x="23" y="62"/>
                    <a:pt x="14" y="62"/>
                  </a:cubicBezTo>
                  <a:cubicBezTo>
                    <a:pt x="6" y="62"/>
                    <a:pt x="0" y="54"/>
                    <a:pt x="0" y="45"/>
                  </a:cubicBezTo>
                  <a:cubicBezTo>
                    <a:pt x="1" y="36"/>
                    <a:pt x="18" y="0"/>
                    <a:pt x="18" y="0"/>
                  </a:cubicBezTo>
                  <a:cubicBezTo>
                    <a:pt x="18" y="0"/>
                    <a:pt x="31" y="38"/>
                    <a:pt x="30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4" name="Freeform 161">
              <a:extLst>
                <a:ext uri="{FF2B5EF4-FFF2-40B4-BE49-F238E27FC236}">
                  <a16:creationId xmlns:a16="http://schemas.microsoft.com/office/drawing/2014/main" id="{0BF23C7D-24AE-5779-DB5D-85A6A65CB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678"/>
              <a:ext cx="22" cy="24"/>
            </a:xfrm>
            <a:custGeom>
              <a:avLst/>
              <a:gdLst>
                <a:gd name="T0" fmla="*/ 13 w 13"/>
                <a:gd name="T1" fmla="*/ 14 h 14"/>
                <a:gd name="T2" fmla="*/ 1 w 13"/>
                <a:gd name="T3" fmla="*/ 0 h 14"/>
                <a:gd name="T4" fmla="*/ 13 w 13"/>
                <a:gd name="T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3" y="14"/>
                    <a:pt x="0" y="12"/>
                    <a:pt x="1" y="0"/>
                  </a:cubicBezTo>
                  <a:cubicBezTo>
                    <a:pt x="1" y="0"/>
                    <a:pt x="6" y="12"/>
                    <a:pt x="13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5" name="Freeform 162">
              <a:extLst>
                <a:ext uri="{FF2B5EF4-FFF2-40B4-BE49-F238E27FC236}">
                  <a16:creationId xmlns:a16="http://schemas.microsoft.com/office/drawing/2014/main" id="{DADBF18B-9C2A-A148-D70A-C6AD632D4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547"/>
              <a:ext cx="53" cy="106"/>
            </a:xfrm>
            <a:custGeom>
              <a:avLst/>
              <a:gdLst>
                <a:gd name="T0" fmla="*/ 30 w 31"/>
                <a:gd name="T1" fmla="*/ 47 h 62"/>
                <a:gd name="T2" fmla="*/ 15 w 31"/>
                <a:gd name="T3" fmla="*/ 62 h 62"/>
                <a:gd name="T4" fmla="*/ 1 w 31"/>
                <a:gd name="T5" fmla="*/ 45 h 62"/>
                <a:gd name="T6" fmla="*/ 18 w 31"/>
                <a:gd name="T7" fmla="*/ 0 h 62"/>
                <a:gd name="T8" fmla="*/ 30 w 31"/>
                <a:gd name="T9" fmla="*/ 4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62">
                  <a:moveTo>
                    <a:pt x="30" y="47"/>
                  </a:moveTo>
                  <a:cubicBezTo>
                    <a:pt x="30" y="55"/>
                    <a:pt x="23" y="62"/>
                    <a:pt x="15" y="62"/>
                  </a:cubicBezTo>
                  <a:cubicBezTo>
                    <a:pt x="6" y="61"/>
                    <a:pt x="0" y="54"/>
                    <a:pt x="1" y="45"/>
                  </a:cubicBezTo>
                  <a:cubicBezTo>
                    <a:pt x="1" y="36"/>
                    <a:pt x="18" y="0"/>
                    <a:pt x="18" y="0"/>
                  </a:cubicBezTo>
                  <a:cubicBezTo>
                    <a:pt x="18" y="0"/>
                    <a:pt x="31" y="38"/>
                    <a:pt x="30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6" name="Freeform 163">
              <a:extLst>
                <a:ext uri="{FF2B5EF4-FFF2-40B4-BE49-F238E27FC236}">
                  <a16:creationId xmlns:a16="http://schemas.microsoft.com/office/drawing/2014/main" id="{98F59596-5B2A-67A4-0142-18ECFF02E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2625"/>
              <a:ext cx="22" cy="24"/>
            </a:xfrm>
            <a:custGeom>
              <a:avLst/>
              <a:gdLst>
                <a:gd name="T0" fmla="*/ 13 w 13"/>
                <a:gd name="T1" fmla="*/ 14 h 14"/>
                <a:gd name="T2" fmla="*/ 1 w 13"/>
                <a:gd name="T3" fmla="*/ 0 h 14"/>
                <a:gd name="T4" fmla="*/ 13 w 13"/>
                <a:gd name="T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3" y="14"/>
                    <a:pt x="0" y="12"/>
                    <a:pt x="1" y="0"/>
                  </a:cubicBezTo>
                  <a:cubicBezTo>
                    <a:pt x="1" y="0"/>
                    <a:pt x="6" y="12"/>
                    <a:pt x="13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7" name="Freeform 164">
              <a:extLst>
                <a:ext uri="{FF2B5EF4-FFF2-40B4-BE49-F238E27FC236}">
                  <a16:creationId xmlns:a16="http://schemas.microsoft.com/office/drawing/2014/main" id="{7F52B517-53E2-A4F3-7B6A-4EA4A2F18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2600"/>
              <a:ext cx="54" cy="106"/>
            </a:xfrm>
            <a:custGeom>
              <a:avLst/>
              <a:gdLst>
                <a:gd name="T0" fmla="*/ 30 w 31"/>
                <a:gd name="T1" fmla="*/ 47 h 62"/>
                <a:gd name="T2" fmla="*/ 14 w 31"/>
                <a:gd name="T3" fmla="*/ 62 h 62"/>
                <a:gd name="T4" fmla="*/ 0 w 31"/>
                <a:gd name="T5" fmla="*/ 45 h 62"/>
                <a:gd name="T6" fmla="*/ 18 w 31"/>
                <a:gd name="T7" fmla="*/ 0 h 62"/>
                <a:gd name="T8" fmla="*/ 30 w 31"/>
                <a:gd name="T9" fmla="*/ 4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62">
                  <a:moveTo>
                    <a:pt x="30" y="47"/>
                  </a:moveTo>
                  <a:cubicBezTo>
                    <a:pt x="30" y="56"/>
                    <a:pt x="23" y="62"/>
                    <a:pt x="14" y="62"/>
                  </a:cubicBezTo>
                  <a:cubicBezTo>
                    <a:pt x="6" y="62"/>
                    <a:pt x="0" y="54"/>
                    <a:pt x="0" y="45"/>
                  </a:cubicBezTo>
                  <a:cubicBezTo>
                    <a:pt x="1" y="36"/>
                    <a:pt x="18" y="0"/>
                    <a:pt x="18" y="0"/>
                  </a:cubicBezTo>
                  <a:cubicBezTo>
                    <a:pt x="18" y="0"/>
                    <a:pt x="31" y="38"/>
                    <a:pt x="30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8" name="Freeform 165">
              <a:extLst>
                <a:ext uri="{FF2B5EF4-FFF2-40B4-BE49-F238E27FC236}">
                  <a16:creationId xmlns:a16="http://schemas.microsoft.com/office/drawing/2014/main" id="{B76CDEB4-4846-58DF-E76C-22BB769BE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4" y="2678"/>
              <a:ext cx="22" cy="24"/>
            </a:xfrm>
            <a:custGeom>
              <a:avLst/>
              <a:gdLst>
                <a:gd name="T0" fmla="*/ 13 w 13"/>
                <a:gd name="T1" fmla="*/ 14 h 14"/>
                <a:gd name="T2" fmla="*/ 1 w 13"/>
                <a:gd name="T3" fmla="*/ 0 h 14"/>
                <a:gd name="T4" fmla="*/ 13 w 13"/>
                <a:gd name="T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3" y="14"/>
                    <a:pt x="0" y="12"/>
                    <a:pt x="1" y="0"/>
                  </a:cubicBezTo>
                  <a:cubicBezTo>
                    <a:pt x="1" y="0"/>
                    <a:pt x="6" y="12"/>
                    <a:pt x="13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9" name="Freeform 166">
              <a:extLst>
                <a:ext uri="{FF2B5EF4-FFF2-40B4-BE49-F238E27FC236}">
                  <a16:creationId xmlns:a16="http://schemas.microsoft.com/office/drawing/2014/main" id="{21D0A376-BF67-884E-B72A-E2BB105F8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" y="2538"/>
              <a:ext cx="51" cy="108"/>
            </a:xfrm>
            <a:custGeom>
              <a:avLst/>
              <a:gdLst>
                <a:gd name="T0" fmla="*/ 30 w 30"/>
                <a:gd name="T1" fmla="*/ 47 h 63"/>
                <a:gd name="T2" fmla="*/ 14 w 30"/>
                <a:gd name="T3" fmla="*/ 63 h 63"/>
                <a:gd name="T4" fmla="*/ 0 w 30"/>
                <a:gd name="T5" fmla="*/ 46 h 63"/>
                <a:gd name="T6" fmla="*/ 17 w 30"/>
                <a:gd name="T7" fmla="*/ 0 h 63"/>
                <a:gd name="T8" fmla="*/ 30 w 30"/>
                <a:gd name="T9" fmla="*/ 4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63">
                  <a:moveTo>
                    <a:pt x="30" y="47"/>
                  </a:moveTo>
                  <a:cubicBezTo>
                    <a:pt x="29" y="56"/>
                    <a:pt x="22" y="63"/>
                    <a:pt x="14" y="63"/>
                  </a:cubicBezTo>
                  <a:cubicBezTo>
                    <a:pt x="6" y="62"/>
                    <a:pt x="0" y="55"/>
                    <a:pt x="0" y="46"/>
                  </a:cubicBezTo>
                  <a:cubicBezTo>
                    <a:pt x="0" y="37"/>
                    <a:pt x="17" y="0"/>
                    <a:pt x="17" y="0"/>
                  </a:cubicBezTo>
                  <a:cubicBezTo>
                    <a:pt x="17" y="0"/>
                    <a:pt x="30" y="39"/>
                    <a:pt x="30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0" name="Freeform 167">
              <a:extLst>
                <a:ext uri="{FF2B5EF4-FFF2-40B4-BE49-F238E27FC236}">
                  <a16:creationId xmlns:a16="http://schemas.microsoft.com/office/drawing/2014/main" id="{1ABF0E0E-7E17-02BB-718B-BD58C0C6E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2618"/>
              <a:ext cx="23" cy="24"/>
            </a:xfrm>
            <a:custGeom>
              <a:avLst/>
              <a:gdLst>
                <a:gd name="T0" fmla="*/ 13 w 13"/>
                <a:gd name="T1" fmla="*/ 14 h 14"/>
                <a:gd name="T2" fmla="*/ 1 w 13"/>
                <a:gd name="T3" fmla="*/ 0 h 14"/>
                <a:gd name="T4" fmla="*/ 13 w 13"/>
                <a:gd name="T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3" y="14"/>
                    <a:pt x="0" y="12"/>
                    <a:pt x="1" y="0"/>
                  </a:cubicBezTo>
                  <a:cubicBezTo>
                    <a:pt x="1" y="0"/>
                    <a:pt x="6" y="12"/>
                    <a:pt x="13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" name="Freeform 168">
              <a:extLst>
                <a:ext uri="{FF2B5EF4-FFF2-40B4-BE49-F238E27FC236}">
                  <a16:creationId xmlns:a16="http://schemas.microsoft.com/office/drawing/2014/main" id="{1E3019D8-B263-6CDA-BE1B-B0F17AA3C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785"/>
              <a:ext cx="73" cy="98"/>
            </a:xfrm>
            <a:custGeom>
              <a:avLst/>
              <a:gdLst>
                <a:gd name="T0" fmla="*/ 30 w 42"/>
                <a:gd name="T1" fmla="*/ 47 h 57"/>
                <a:gd name="T2" fmla="*/ 9 w 42"/>
                <a:gd name="T3" fmla="*/ 53 h 57"/>
                <a:gd name="T4" fmla="*/ 5 w 42"/>
                <a:gd name="T5" fmla="*/ 32 h 57"/>
                <a:gd name="T6" fmla="*/ 42 w 42"/>
                <a:gd name="T7" fmla="*/ 0 h 57"/>
                <a:gd name="T8" fmla="*/ 30 w 42"/>
                <a:gd name="T9" fmla="*/ 4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7">
                  <a:moveTo>
                    <a:pt x="30" y="47"/>
                  </a:moveTo>
                  <a:cubicBezTo>
                    <a:pt x="25" y="55"/>
                    <a:pt x="16" y="57"/>
                    <a:pt x="9" y="53"/>
                  </a:cubicBezTo>
                  <a:cubicBezTo>
                    <a:pt x="2" y="49"/>
                    <a:pt x="0" y="39"/>
                    <a:pt x="5" y="32"/>
                  </a:cubicBezTo>
                  <a:cubicBezTo>
                    <a:pt x="9" y="24"/>
                    <a:pt x="42" y="0"/>
                    <a:pt x="42" y="0"/>
                  </a:cubicBezTo>
                  <a:cubicBezTo>
                    <a:pt x="42" y="0"/>
                    <a:pt x="35" y="40"/>
                    <a:pt x="30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0" name="Freeform 169">
              <a:extLst>
                <a:ext uri="{FF2B5EF4-FFF2-40B4-BE49-F238E27FC236}">
                  <a16:creationId xmlns:a16="http://schemas.microsoft.com/office/drawing/2014/main" id="{95B58AE4-9B60-8A14-84A6-9AED52B71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844"/>
              <a:ext cx="18" cy="30"/>
            </a:xfrm>
            <a:custGeom>
              <a:avLst/>
              <a:gdLst>
                <a:gd name="T0" fmla="*/ 10 w 10"/>
                <a:gd name="T1" fmla="*/ 18 h 18"/>
                <a:gd name="T2" fmla="*/ 6 w 10"/>
                <a:gd name="T3" fmla="*/ 0 h 18"/>
                <a:gd name="T4" fmla="*/ 10 w 10"/>
                <a:gd name="T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8">
                  <a:moveTo>
                    <a:pt x="10" y="18"/>
                  </a:moveTo>
                  <a:cubicBezTo>
                    <a:pt x="10" y="18"/>
                    <a:pt x="0" y="10"/>
                    <a:pt x="6" y="0"/>
                  </a:cubicBezTo>
                  <a:cubicBezTo>
                    <a:pt x="6" y="0"/>
                    <a:pt x="5" y="12"/>
                    <a:pt x="10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5" name="Freeform 170">
              <a:extLst>
                <a:ext uri="{FF2B5EF4-FFF2-40B4-BE49-F238E27FC236}">
                  <a16:creationId xmlns:a16="http://schemas.microsoft.com/office/drawing/2014/main" id="{0B07125E-1E07-BD04-0BC6-E88F63962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613"/>
              <a:ext cx="105" cy="59"/>
            </a:xfrm>
            <a:custGeom>
              <a:avLst/>
              <a:gdLst>
                <a:gd name="T0" fmla="*/ 23 w 61"/>
                <a:gd name="T1" fmla="*/ 31 h 35"/>
                <a:gd name="T2" fmla="*/ 3 w 61"/>
                <a:gd name="T3" fmla="*/ 23 h 35"/>
                <a:gd name="T4" fmla="*/ 12 w 61"/>
                <a:gd name="T5" fmla="*/ 4 h 35"/>
                <a:gd name="T6" fmla="*/ 61 w 61"/>
                <a:gd name="T7" fmla="*/ 1 h 35"/>
                <a:gd name="T8" fmla="*/ 23 w 61"/>
                <a:gd name="T9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5">
                  <a:moveTo>
                    <a:pt x="23" y="31"/>
                  </a:moveTo>
                  <a:cubicBezTo>
                    <a:pt x="15" y="35"/>
                    <a:pt x="6" y="31"/>
                    <a:pt x="3" y="23"/>
                  </a:cubicBezTo>
                  <a:cubicBezTo>
                    <a:pt x="0" y="16"/>
                    <a:pt x="4" y="7"/>
                    <a:pt x="12" y="4"/>
                  </a:cubicBezTo>
                  <a:cubicBezTo>
                    <a:pt x="20" y="0"/>
                    <a:pt x="61" y="1"/>
                    <a:pt x="61" y="1"/>
                  </a:cubicBezTo>
                  <a:cubicBezTo>
                    <a:pt x="61" y="1"/>
                    <a:pt x="31" y="28"/>
                    <a:pt x="23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6" name="Freeform 171">
              <a:extLst>
                <a:ext uri="{FF2B5EF4-FFF2-40B4-BE49-F238E27FC236}">
                  <a16:creationId xmlns:a16="http://schemas.microsoft.com/office/drawing/2014/main" id="{7A9DE36A-2702-92B7-A236-212495D55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1623"/>
              <a:ext cx="19" cy="29"/>
            </a:xfrm>
            <a:custGeom>
              <a:avLst/>
              <a:gdLst>
                <a:gd name="T0" fmla="*/ 3 w 11"/>
                <a:gd name="T1" fmla="*/ 17 h 17"/>
                <a:gd name="T2" fmla="*/ 11 w 11"/>
                <a:gd name="T3" fmla="*/ 0 h 17"/>
                <a:gd name="T4" fmla="*/ 3 w 11"/>
                <a:gd name="T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7">
                  <a:moveTo>
                    <a:pt x="3" y="17"/>
                  </a:moveTo>
                  <a:cubicBezTo>
                    <a:pt x="3" y="17"/>
                    <a:pt x="0" y="4"/>
                    <a:pt x="11" y="0"/>
                  </a:cubicBezTo>
                  <a:cubicBezTo>
                    <a:pt x="11" y="0"/>
                    <a:pt x="3" y="9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7" name="Freeform 172">
              <a:extLst>
                <a:ext uri="{FF2B5EF4-FFF2-40B4-BE49-F238E27FC236}">
                  <a16:creationId xmlns:a16="http://schemas.microsoft.com/office/drawing/2014/main" id="{DEF492BE-D457-BD3A-99E7-140CF798C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1702"/>
              <a:ext cx="95" cy="78"/>
            </a:xfrm>
            <a:custGeom>
              <a:avLst/>
              <a:gdLst>
                <a:gd name="T0" fmla="*/ 27 w 55"/>
                <a:gd name="T1" fmla="*/ 40 h 46"/>
                <a:gd name="T2" fmla="*/ 6 w 55"/>
                <a:gd name="T3" fmla="*/ 38 h 46"/>
                <a:gd name="T4" fmla="*/ 9 w 55"/>
                <a:gd name="T5" fmla="*/ 17 h 46"/>
                <a:gd name="T6" fmla="*/ 55 w 55"/>
                <a:gd name="T7" fmla="*/ 0 h 46"/>
                <a:gd name="T8" fmla="*/ 27 w 55"/>
                <a:gd name="T9" fmla="*/ 4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46">
                  <a:moveTo>
                    <a:pt x="27" y="40"/>
                  </a:moveTo>
                  <a:cubicBezTo>
                    <a:pt x="20" y="46"/>
                    <a:pt x="11" y="45"/>
                    <a:pt x="6" y="38"/>
                  </a:cubicBezTo>
                  <a:cubicBezTo>
                    <a:pt x="0" y="32"/>
                    <a:pt x="2" y="22"/>
                    <a:pt x="9" y="17"/>
                  </a:cubicBezTo>
                  <a:cubicBezTo>
                    <a:pt x="16" y="11"/>
                    <a:pt x="55" y="0"/>
                    <a:pt x="55" y="0"/>
                  </a:cubicBezTo>
                  <a:cubicBezTo>
                    <a:pt x="55" y="0"/>
                    <a:pt x="34" y="35"/>
                    <a:pt x="27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8" name="Freeform 173">
              <a:extLst>
                <a:ext uri="{FF2B5EF4-FFF2-40B4-BE49-F238E27FC236}">
                  <a16:creationId xmlns:a16="http://schemas.microsoft.com/office/drawing/2014/main" id="{AA1AEF76-0606-B928-659B-F8C8D418E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1734"/>
              <a:ext cx="17" cy="31"/>
            </a:xfrm>
            <a:custGeom>
              <a:avLst/>
              <a:gdLst>
                <a:gd name="T0" fmla="*/ 7 w 10"/>
                <a:gd name="T1" fmla="*/ 18 h 18"/>
                <a:gd name="T2" fmla="*/ 10 w 10"/>
                <a:gd name="T3" fmla="*/ 0 h 18"/>
                <a:gd name="T4" fmla="*/ 7 w 10"/>
                <a:gd name="T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8">
                  <a:moveTo>
                    <a:pt x="7" y="18"/>
                  </a:moveTo>
                  <a:cubicBezTo>
                    <a:pt x="7" y="18"/>
                    <a:pt x="0" y="7"/>
                    <a:pt x="10" y="0"/>
                  </a:cubicBezTo>
                  <a:cubicBezTo>
                    <a:pt x="10" y="0"/>
                    <a:pt x="4" y="1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9" name="Freeform 174">
              <a:extLst>
                <a:ext uri="{FF2B5EF4-FFF2-40B4-BE49-F238E27FC236}">
                  <a16:creationId xmlns:a16="http://schemas.microsoft.com/office/drawing/2014/main" id="{CE2B5FBA-6A30-56DE-269D-2015BB592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1912"/>
              <a:ext cx="72" cy="99"/>
            </a:xfrm>
            <a:custGeom>
              <a:avLst/>
              <a:gdLst>
                <a:gd name="T0" fmla="*/ 30 w 42"/>
                <a:gd name="T1" fmla="*/ 48 h 58"/>
                <a:gd name="T2" fmla="*/ 9 w 42"/>
                <a:gd name="T3" fmla="*/ 53 h 58"/>
                <a:gd name="T4" fmla="*/ 5 w 42"/>
                <a:gd name="T5" fmla="*/ 32 h 58"/>
                <a:gd name="T6" fmla="*/ 42 w 42"/>
                <a:gd name="T7" fmla="*/ 0 h 58"/>
                <a:gd name="T8" fmla="*/ 30 w 42"/>
                <a:gd name="T9" fmla="*/ 4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8">
                  <a:moveTo>
                    <a:pt x="30" y="48"/>
                  </a:moveTo>
                  <a:cubicBezTo>
                    <a:pt x="25" y="55"/>
                    <a:pt x="16" y="58"/>
                    <a:pt x="9" y="53"/>
                  </a:cubicBezTo>
                  <a:cubicBezTo>
                    <a:pt x="2" y="49"/>
                    <a:pt x="0" y="39"/>
                    <a:pt x="5" y="32"/>
                  </a:cubicBezTo>
                  <a:cubicBezTo>
                    <a:pt x="9" y="24"/>
                    <a:pt x="42" y="0"/>
                    <a:pt x="42" y="0"/>
                  </a:cubicBezTo>
                  <a:cubicBezTo>
                    <a:pt x="42" y="0"/>
                    <a:pt x="35" y="40"/>
                    <a:pt x="3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50" name="Freeform 175">
              <a:extLst>
                <a:ext uri="{FF2B5EF4-FFF2-40B4-BE49-F238E27FC236}">
                  <a16:creationId xmlns:a16="http://schemas.microsoft.com/office/drawing/2014/main" id="{8E4032FB-8562-0FAF-8F24-9E059E40F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1970"/>
              <a:ext cx="18" cy="31"/>
            </a:xfrm>
            <a:custGeom>
              <a:avLst/>
              <a:gdLst>
                <a:gd name="T0" fmla="*/ 10 w 10"/>
                <a:gd name="T1" fmla="*/ 18 h 18"/>
                <a:gd name="T2" fmla="*/ 7 w 10"/>
                <a:gd name="T3" fmla="*/ 0 h 18"/>
                <a:gd name="T4" fmla="*/ 10 w 10"/>
                <a:gd name="T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8">
                  <a:moveTo>
                    <a:pt x="10" y="18"/>
                  </a:moveTo>
                  <a:cubicBezTo>
                    <a:pt x="10" y="18"/>
                    <a:pt x="0" y="10"/>
                    <a:pt x="7" y="0"/>
                  </a:cubicBezTo>
                  <a:cubicBezTo>
                    <a:pt x="7" y="0"/>
                    <a:pt x="6" y="12"/>
                    <a:pt x="10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51" name="Freeform 176">
              <a:extLst>
                <a:ext uri="{FF2B5EF4-FFF2-40B4-BE49-F238E27FC236}">
                  <a16:creationId xmlns:a16="http://schemas.microsoft.com/office/drawing/2014/main" id="{DCD8F785-A490-F503-0F36-0B2B1454F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2116"/>
              <a:ext cx="58" cy="104"/>
            </a:xfrm>
            <a:custGeom>
              <a:avLst/>
              <a:gdLst>
                <a:gd name="T0" fmla="*/ 31 w 34"/>
                <a:gd name="T1" fmla="*/ 48 h 61"/>
                <a:gd name="T2" fmla="*/ 11 w 34"/>
                <a:gd name="T3" fmla="*/ 58 h 61"/>
                <a:gd name="T4" fmla="*/ 3 w 34"/>
                <a:gd name="T5" fmla="*/ 38 h 61"/>
                <a:gd name="T6" fmla="*/ 34 w 34"/>
                <a:gd name="T7" fmla="*/ 0 h 61"/>
                <a:gd name="T8" fmla="*/ 31 w 34"/>
                <a:gd name="T9" fmla="*/ 4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61">
                  <a:moveTo>
                    <a:pt x="31" y="48"/>
                  </a:moveTo>
                  <a:cubicBezTo>
                    <a:pt x="28" y="57"/>
                    <a:pt x="19" y="61"/>
                    <a:pt x="11" y="58"/>
                  </a:cubicBezTo>
                  <a:cubicBezTo>
                    <a:pt x="4" y="55"/>
                    <a:pt x="0" y="46"/>
                    <a:pt x="3" y="38"/>
                  </a:cubicBezTo>
                  <a:cubicBezTo>
                    <a:pt x="6" y="29"/>
                    <a:pt x="34" y="0"/>
                    <a:pt x="34" y="0"/>
                  </a:cubicBezTo>
                  <a:cubicBezTo>
                    <a:pt x="34" y="0"/>
                    <a:pt x="34" y="40"/>
                    <a:pt x="3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52" name="Freeform 177">
              <a:extLst>
                <a:ext uri="{FF2B5EF4-FFF2-40B4-BE49-F238E27FC236}">
                  <a16:creationId xmlns:a16="http://schemas.microsoft.com/office/drawing/2014/main" id="{433A855F-CD87-57B4-D192-DE2AFBED7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2182"/>
              <a:ext cx="21" cy="29"/>
            </a:xfrm>
            <a:custGeom>
              <a:avLst/>
              <a:gdLst>
                <a:gd name="T0" fmla="*/ 12 w 12"/>
                <a:gd name="T1" fmla="*/ 17 h 17"/>
                <a:gd name="T2" fmla="*/ 5 w 12"/>
                <a:gd name="T3" fmla="*/ 0 h 17"/>
                <a:gd name="T4" fmla="*/ 12 w 12"/>
                <a:gd name="T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7">
                  <a:moveTo>
                    <a:pt x="12" y="17"/>
                  </a:moveTo>
                  <a:cubicBezTo>
                    <a:pt x="12" y="17"/>
                    <a:pt x="0" y="12"/>
                    <a:pt x="5" y="0"/>
                  </a:cubicBezTo>
                  <a:cubicBezTo>
                    <a:pt x="5" y="0"/>
                    <a:pt x="6" y="13"/>
                    <a:pt x="12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53" name="Freeform 178">
              <a:extLst>
                <a:ext uri="{FF2B5EF4-FFF2-40B4-BE49-F238E27FC236}">
                  <a16:creationId xmlns:a16="http://schemas.microsoft.com/office/drawing/2014/main" id="{5BFCBBB8-AAD7-8772-5B0B-D65BA60A1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2335"/>
              <a:ext cx="52" cy="107"/>
            </a:xfrm>
            <a:custGeom>
              <a:avLst/>
              <a:gdLst>
                <a:gd name="T0" fmla="*/ 30 w 30"/>
                <a:gd name="T1" fmla="*/ 47 h 63"/>
                <a:gd name="T2" fmla="*/ 14 w 30"/>
                <a:gd name="T3" fmla="*/ 63 h 63"/>
                <a:gd name="T4" fmla="*/ 0 w 30"/>
                <a:gd name="T5" fmla="*/ 46 h 63"/>
                <a:gd name="T6" fmla="*/ 17 w 30"/>
                <a:gd name="T7" fmla="*/ 0 h 63"/>
                <a:gd name="T8" fmla="*/ 30 w 30"/>
                <a:gd name="T9" fmla="*/ 4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63">
                  <a:moveTo>
                    <a:pt x="30" y="47"/>
                  </a:moveTo>
                  <a:cubicBezTo>
                    <a:pt x="29" y="56"/>
                    <a:pt x="23" y="63"/>
                    <a:pt x="14" y="63"/>
                  </a:cubicBezTo>
                  <a:cubicBezTo>
                    <a:pt x="6" y="62"/>
                    <a:pt x="0" y="55"/>
                    <a:pt x="0" y="46"/>
                  </a:cubicBezTo>
                  <a:cubicBezTo>
                    <a:pt x="0" y="37"/>
                    <a:pt x="17" y="0"/>
                    <a:pt x="17" y="0"/>
                  </a:cubicBezTo>
                  <a:cubicBezTo>
                    <a:pt x="17" y="0"/>
                    <a:pt x="30" y="38"/>
                    <a:pt x="30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54" name="Freeform 179">
              <a:extLst>
                <a:ext uri="{FF2B5EF4-FFF2-40B4-BE49-F238E27FC236}">
                  <a16:creationId xmlns:a16="http://schemas.microsoft.com/office/drawing/2014/main" id="{589B0B10-D395-744C-7632-157397653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2415"/>
              <a:ext cx="20" cy="24"/>
            </a:xfrm>
            <a:custGeom>
              <a:avLst/>
              <a:gdLst>
                <a:gd name="T0" fmla="*/ 12 w 12"/>
                <a:gd name="T1" fmla="*/ 14 h 14"/>
                <a:gd name="T2" fmla="*/ 0 w 12"/>
                <a:gd name="T3" fmla="*/ 0 h 14"/>
                <a:gd name="T4" fmla="*/ 12 w 12"/>
                <a:gd name="T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4">
                  <a:moveTo>
                    <a:pt x="12" y="14"/>
                  </a:moveTo>
                  <a:cubicBezTo>
                    <a:pt x="12" y="14"/>
                    <a:pt x="0" y="12"/>
                    <a:pt x="0" y="0"/>
                  </a:cubicBezTo>
                  <a:cubicBezTo>
                    <a:pt x="0" y="0"/>
                    <a:pt x="5" y="12"/>
                    <a:pt x="12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55" name="Freeform 180">
              <a:extLst>
                <a:ext uri="{FF2B5EF4-FFF2-40B4-BE49-F238E27FC236}">
                  <a16:creationId xmlns:a16="http://schemas.microsoft.com/office/drawing/2014/main" id="{CC9362DB-6DD3-F020-71F7-21634757F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1768"/>
              <a:ext cx="97" cy="76"/>
            </a:xfrm>
            <a:custGeom>
              <a:avLst/>
              <a:gdLst>
                <a:gd name="T0" fmla="*/ 27 w 56"/>
                <a:gd name="T1" fmla="*/ 39 h 44"/>
                <a:gd name="T2" fmla="*/ 5 w 56"/>
                <a:gd name="T3" fmla="*/ 36 h 44"/>
                <a:gd name="T4" fmla="*/ 9 w 56"/>
                <a:gd name="T5" fmla="*/ 15 h 44"/>
                <a:gd name="T6" fmla="*/ 56 w 56"/>
                <a:gd name="T7" fmla="*/ 0 h 44"/>
                <a:gd name="T8" fmla="*/ 27 w 56"/>
                <a:gd name="T9" fmla="*/ 3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44">
                  <a:moveTo>
                    <a:pt x="27" y="39"/>
                  </a:moveTo>
                  <a:cubicBezTo>
                    <a:pt x="19" y="44"/>
                    <a:pt x="10" y="43"/>
                    <a:pt x="5" y="36"/>
                  </a:cubicBezTo>
                  <a:cubicBezTo>
                    <a:pt x="0" y="29"/>
                    <a:pt x="2" y="20"/>
                    <a:pt x="9" y="15"/>
                  </a:cubicBezTo>
                  <a:cubicBezTo>
                    <a:pt x="16" y="9"/>
                    <a:pt x="56" y="0"/>
                    <a:pt x="56" y="0"/>
                  </a:cubicBezTo>
                  <a:cubicBezTo>
                    <a:pt x="56" y="0"/>
                    <a:pt x="34" y="34"/>
                    <a:pt x="27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56" name="Freeform 181">
              <a:extLst>
                <a:ext uri="{FF2B5EF4-FFF2-40B4-BE49-F238E27FC236}">
                  <a16:creationId xmlns:a16="http://schemas.microsoft.com/office/drawing/2014/main" id="{94A863B1-5D1E-C4AA-A7C0-4207C1300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1797"/>
              <a:ext cx="18" cy="31"/>
            </a:xfrm>
            <a:custGeom>
              <a:avLst/>
              <a:gdLst>
                <a:gd name="T0" fmla="*/ 6 w 10"/>
                <a:gd name="T1" fmla="*/ 18 h 18"/>
                <a:gd name="T2" fmla="*/ 10 w 10"/>
                <a:gd name="T3" fmla="*/ 0 h 18"/>
                <a:gd name="T4" fmla="*/ 6 w 10"/>
                <a:gd name="T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8">
                  <a:moveTo>
                    <a:pt x="6" y="18"/>
                  </a:moveTo>
                  <a:cubicBezTo>
                    <a:pt x="6" y="18"/>
                    <a:pt x="0" y="7"/>
                    <a:pt x="10" y="0"/>
                  </a:cubicBezTo>
                  <a:cubicBezTo>
                    <a:pt x="10" y="0"/>
                    <a:pt x="4" y="11"/>
                    <a:pt x="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57" name="Group 189">
            <a:extLst>
              <a:ext uri="{FF2B5EF4-FFF2-40B4-BE49-F238E27FC236}">
                <a16:creationId xmlns:a16="http://schemas.microsoft.com/office/drawing/2014/main" id="{5E0F7A83-4A58-0383-7C7C-A3089514B363}"/>
              </a:ext>
            </a:extLst>
          </p:cNvPr>
          <p:cNvGrpSpPr>
            <a:grpSpLocks noChangeAspect="1"/>
          </p:cNvGrpSpPr>
          <p:nvPr/>
        </p:nvGrpSpPr>
        <p:grpSpPr bwMode="auto">
          <a:xfrm rot="20300532" flipH="1">
            <a:off x="3939634" y="640270"/>
            <a:ext cx="765855" cy="695048"/>
            <a:chOff x="2697" y="1121"/>
            <a:chExt cx="2293" cy="2081"/>
          </a:xfrm>
        </p:grpSpPr>
        <p:sp>
          <p:nvSpPr>
            <p:cNvPr id="58" name="Freeform 190">
              <a:extLst>
                <a:ext uri="{FF2B5EF4-FFF2-40B4-BE49-F238E27FC236}">
                  <a16:creationId xmlns:a16="http://schemas.microsoft.com/office/drawing/2014/main" id="{A33510B9-0C6E-036C-BC9D-8693DE53C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598"/>
              <a:ext cx="430" cy="498"/>
            </a:xfrm>
            <a:custGeom>
              <a:avLst/>
              <a:gdLst>
                <a:gd name="T0" fmla="*/ 136 w 251"/>
                <a:gd name="T1" fmla="*/ 155 h 292"/>
                <a:gd name="T2" fmla="*/ 245 w 251"/>
                <a:gd name="T3" fmla="*/ 6 h 292"/>
                <a:gd name="T4" fmla="*/ 115 w 251"/>
                <a:gd name="T5" fmla="*/ 137 h 292"/>
                <a:gd name="T6" fmla="*/ 6 w 251"/>
                <a:gd name="T7" fmla="*/ 286 h 292"/>
                <a:gd name="T8" fmla="*/ 136 w 251"/>
                <a:gd name="T9" fmla="*/ 15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" h="292">
                  <a:moveTo>
                    <a:pt x="136" y="155"/>
                  </a:moveTo>
                  <a:cubicBezTo>
                    <a:pt x="202" y="78"/>
                    <a:pt x="251" y="11"/>
                    <a:pt x="245" y="6"/>
                  </a:cubicBezTo>
                  <a:cubicBezTo>
                    <a:pt x="239" y="0"/>
                    <a:pt x="180" y="59"/>
                    <a:pt x="115" y="137"/>
                  </a:cubicBezTo>
                  <a:cubicBezTo>
                    <a:pt x="49" y="214"/>
                    <a:pt x="0" y="281"/>
                    <a:pt x="6" y="286"/>
                  </a:cubicBezTo>
                  <a:cubicBezTo>
                    <a:pt x="12" y="292"/>
                    <a:pt x="70" y="233"/>
                    <a:pt x="136" y="155"/>
                  </a:cubicBezTo>
                  <a:close/>
                </a:path>
              </a:pathLst>
            </a:custGeom>
            <a:solidFill>
              <a:srgbClr val="1C6F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59" name="Freeform 191">
              <a:extLst>
                <a:ext uri="{FF2B5EF4-FFF2-40B4-BE49-F238E27FC236}">
                  <a16:creationId xmlns:a16="http://schemas.microsoft.com/office/drawing/2014/main" id="{A4EED481-7019-BE98-FCAB-D5CD5D4F6B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7" y="1121"/>
              <a:ext cx="2063" cy="1965"/>
            </a:xfrm>
            <a:custGeom>
              <a:avLst/>
              <a:gdLst>
                <a:gd name="T0" fmla="*/ 19 w 1204"/>
                <a:gd name="T1" fmla="*/ 1109 h 1151"/>
                <a:gd name="T2" fmla="*/ 617 w 1204"/>
                <a:gd name="T3" fmla="*/ 999 h 1151"/>
                <a:gd name="T4" fmla="*/ 754 w 1204"/>
                <a:gd name="T5" fmla="*/ 1141 h 1151"/>
                <a:gd name="T6" fmla="*/ 994 w 1204"/>
                <a:gd name="T7" fmla="*/ 901 h 1151"/>
                <a:gd name="T8" fmla="*/ 1192 w 1204"/>
                <a:gd name="T9" fmla="*/ 625 h 1151"/>
                <a:gd name="T10" fmla="*/ 1083 w 1204"/>
                <a:gd name="T11" fmla="*/ 549 h 1151"/>
                <a:gd name="T12" fmla="*/ 1066 w 1204"/>
                <a:gd name="T13" fmla="*/ 284 h 1151"/>
                <a:gd name="T14" fmla="*/ 884 w 1204"/>
                <a:gd name="T15" fmla="*/ 5 h 1151"/>
                <a:gd name="T16" fmla="*/ 803 w 1204"/>
                <a:gd name="T17" fmla="*/ 28 h 1151"/>
                <a:gd name="T18" fmla="*/ 765 w 1204"/>
                <a:gd name="T19" fmla="*/ 67 h 1151"/>
                <a:gd name="T20" fmla="*/ 648 w 1204"/>
                <a:gd name="T21" fmla="*/ 247 h 1151"/>
                <a:gd name="T22" fmla="*/ 647 w 1204"/>
                <a:gd name="T23" fmla="*/ 247 h 1151"/>
                <a:gd name="T24" fmla="*/ 573 w 1204"/>
                <a:gd name="T25" fmla="*/ 302 h 1151"/>
                <a:gd name="T26" fmla="*/ 464 w 1204"/>
                <a:gd name="T27" fmla="*/ 450 h 1151"/>
                <a:gd name="T28" fmla="*/ 335 w 1204"/>
                <a:gd name="T29" fmla="*/ 582 h 1151"/>
                <a:gd name="T30" fmla="*/ 293 w 1204"/>
                <a:gd name="T31" fmla="*/ 664 h 1151"/>
                <a:gd name="T32" fmla="*/ 495 w 1204"/>
                <a:gd name="T33" fmla="*/ 873 h 1151"/>
                <a:gd name="T34" fmla="*/ 0 w 1204"/>
                <a:gd name="T35" fmla="*/ 1052 h 1151"/>
                <a:gd name="T36" fmla="*/ 19 w 1204"/>
                <a:gd name="T37" fmla="*/ 1109 h 1151"/>
                <a:gd name="T38" fmla="*/ 1016 w 1204"/>
                <a:gd name="T39" fmla="*/ 303 h 1151"/>
                <a:gd name="T40" fmla="*/ 1047 w 1204"/>
                <a:gd name="T41" fmla="*/ 503 h 1151"/>
                <a:gd name="T42" fmla="*/ 992 w 1204"/>
                <a:gd name="T43" fmla="*/ 486 h 1151"/>
                <a:gd name="T44" fmla="*/ 704 w 1204"/>
                <a:gd name="T45" fmla="*/ 286 h 1151"/>
                <a:gd name="T46" fmla="*/ 698 w 1204"/>
                <a:gd name="T47" fmla="*/ 267 h 1151"/>
                <a:gd name="T48" fmla="*/ 806 w 1204"/>
                <a:gd name="T49" fmla="*/ 102 h 1151"/>
                <a:gd name="T50" fmla="*/ 839 w 1204"/>
                <a:gd name="T51" fmla="*/ 67 h 1151"/>
                <a:gd name="T52" fmla="*/ 871 w 1204"/>
                <a:gd name="T53" fmla="*/ 56 h 1151"/>
                <a:gd name="T54" fmla="*/ 1016 w 1204"/>
                <a:gd name="T55" fmla="*/ 303 h 1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04" h="1151">
                  <a:moveTo>
                    <a:pt x="19" y="1109"/>
                  </a:moveTo>
                  <a:cubicBezTo>
                    <a:pt x="477" y="973"/>
                    <a:pt x="590" y="988"/>
                    <a:pt x="617" y="999"/>
                  </a:cubicBezTo>
                  <a:cubicBezTo>
                    <a:pt x="754" y="1141"/>
                    <a:pt x="754" y="1141"/>
                    <a:pt x="754" y="1141"/>
                  </a:cubicBezTo>
                  <a:cubicBezTo>
                    <a:pt x="766" y="1151"/>
                    <a:pt x="874" y="1043"/>
                    <a:pt x="994" y="901"/>
                  </a:cubicBezTo>
                  <a:cubicBezTo>
                    <a:pt x="1115" y="758"/>
                    <a:pt x="1204" y="635"/>
                    <a:pt x="1192" y="625"/>
                  </a:cubicBezTo>
                  <a:cubicBezTo>
                    <a:pt x="1083" y="549"/>
                    <a:pt x="1083" y="549"/>
                    <a:pt x="1083" y="549"/>
                  </a:cubicBezTo>
                  <a:cubicBezTo>
                    <a:pt x="1097" y="532"/>
                    <a:pt x="1131" y="465"/>
                    <a:pt x="1066" y="284"/>
                  </a:cubicBezTo>
                  <a:cubicBezTo>
                    <a:pt x="1001" y="106"/>
                    <a:pt x="945" y="20"/>
                    <a:pt x="884" y="5"/>
                  </a:cubicBezTo>
                  <a:cubicBezTo>
                    <a:pt x="865" y="0"/>
                    <a:pt x="835" y="0"/>
                    <a:pt x="803" y="28"/>
                  </a:cubicBezTo>
                  <a:cubicBezTo>
                    <a:pt x="791" y="38"/>
                    <a:pt x="778" y="52"/>
                    <a:pt x="765" y="67"/>
                  </a:cubicBezTo>
                  <a:cubicBezTo>
                    <a:pt x="707" y="136"/>
                    <a:pt x="658" y="229"/>
                    <a:pt x="648" y="247"/>
                  </a:cubicBezTo>
                  <a:cubicBezTo>
                    <a:pt x="647" y="247"/>
                    <a:pt x="647" y="247"/>
                    <a:pt x="647" y="247"/>
                  </a:cubicBezTo>
                  <a:cubicBezTo>
                    <a:pt x="641" y="241"/>
                    <a:pt x="613" y="263"/>
                    <a:pt x="573" y="302"/>
                  </a:cubicBezTo>
                  <a:cubicBezTo>
                    <a:pt x="561" y="329"/>
                    <a:pt x="518" y="386"/>
                    <a:pt x="464" y="450"/>
                  </a:cubicBezTo>
                  <a:cubicBezTo>
                    <a:pt x="410" y="514"/>
                    <a:pt x="360" y="565"/>
                    <a:pt x="335" y="582"/>
                  </a:cubicBezTo>
                  <a:cubicBezTo>
                    <a:pt x="304" y="627"/>
                    <a:pt x="287" y="659"/>
                    <a:pt x="293" y="664"/>
                  </a:cubicBezTo>
                  <a:cubicBezTo>
                    <a:pt x="495" y="873"/>
                    <a:pt x="495" y="873"/>
                    <a:pt x="495" y="873"/>
                  </a:cubicBezTo>
                  <a:cubicBezTo>
                    <a:pt x="414" y="937"/>
                    <a:pt x="0" y="1052"/>
                    <a:pt x="0" y="1052"/>
                  </a:cubicBezTo>
                  <a:lnTo>
                    <a:pt x="19" y="1109"/>
                  </a:lnTo>
                  <a:close/>
                  <a:moveTo>
                    <a:pt x="1016" y="303"/>
                  </a:moveTo>
                  <a:cubicBezTo>
                    <a:pt x="1059" y="421"/>
                    <a:pt x="1054" y="479"/>
                    <a:pt x="1047" y="503"/>
                  </a:cubicBezTo>
                  <a:cubicBezTo>
                    <a:pt x="1031" y="499"/>
                    <a:pt x="1012" y="493"/>
                    <a:pt x="992" y="486"/>
                  </a:cubicBezTo>
                  <a:cubicBezTo>
                    <a:pt x="704" y="286"/>
                    <a:pt x="704" y="286"/>
                    <a:pt x="704" y="286"/>
                  </a:cubicBezTo>
                  <a:cubicBezTo>
                    <a:pt x="701" y="280"/>
                    <a:pt x="699" y="273"/>
                    <a:pt x="698" y="267"/>
                  </a:cubicBezTo>
                  <a:cubicBezTo>
                    <a:pt x="711" y="242"/>
                    <a:pt x="756" y="161"/>
                    <a:pt x="806" y="102"/>
                  </a:cubicBezTo>
                  <a:cubicBezTo>
                    <a:pt x="817" y="88"/>
                    <a:pt x="828" y="77"/>
                    <a:pt x="839" y="67"/>
                  </a:cubicBezTo>
                  <a:cubicBezTo>
                    <a:pt x="854" y="54"/>
                    <a:pt x="864" y="54"/>
                    <a:pt x="871" y="56"/>
                  </a:cubicBezTo>
                  <a:cubicBezTo>
                    <a:pt x="899" y="63"/>
                    <a:pt x="947" y="112"/>
                    <a:pt x="1016" y="303"/>
                  </a:cubicBezTo>
                  <a:close/>
                </a:path>
              </a:pathLst>
            </a:custGeom>
            <a:solidFill>
              <a:srgbClr val="498C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60" name="Freeform 192">
              <a:extLst>
                <a:ext uri="{FF2B5EF4-FFF2-40B4-BE49-F238E27FC236}">
                  <a16:creationId xmlns:a16="http://schemas.microsoft.com/office/drawing/2014/main" id="{DF61D213-24C0-14B4-E63C-871F70D61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2611"/>
              <a:ext cx="1057" cy="403"/>
            </a:xfrm>
            <a:custGeom>
              <a:avLst/>
              <a:gdLst>
                <a:gd name="T0" fmla="*/ 496 w 617"/>
                <a:gd name="T1" fmla="*/ 1 h 236"/>
                <a:gd name="T2" fmla="*/ 495 w 617"/>
                <a:gd name="T3" fmla="*/ 0 h 236"/>
                <a:gd name="T4" fmla="*/ 0 w 617"/>
                <a:gd name="T5" fmla="*/ 179 h 236"/>
                <a:gd name="T6" fmla="*/ 19 w 617"/>
                <a:gd name="T7" fmla="*/ 236 h 236"/>
                <a:gd name="T8" fmla="*/ 617 w 617"/>
                <a:gd name="T9" fmla="*/ 126 h 236"/>
                <a:gd name="T10" fmla="*/ 496 w 617"/>
                <a:gd name="T11" fmla="*/ 1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7" h="236">
                  <a:moveTo>
                    <a:pt x="496" y="1"/>
                  </a:moveTo>
                  <a:cubicBezTo>
                    <a:pt x="495" y="0"/>
                    <a:pt x="495" y="0"/>
                    <a:pt x="495" y="0"/>
                  </a:cubicBezTo>
                  <a:cubicBezTo>
                    <a:pt x="414" y="64"/>
                    <a:pt x="0" y="179"/>
                    <a:pt x="0" y="179"/>
                  </a:cubicBezTo>
                  <a:cubicBezTo>
                    <a:pt x="19" y="236"/>
                    <a:pt x="19" y="236"/>
                    <a:pt x="19" y="236"/>
                  </a:cubicBezTo>
                  <a:cubicBezTo>
                    <a:pt x="477" y="100"/>
                    <a:pt x="590" y="115"/>
                    <a:pt x="617" y="126"/>
                  </a:cubicBezTo>
                  <a:lnTo>
                    <a:pt x="496" y="1"/>
                  </a:lnTo>
                  <a:close/>
                </a:path>
              </a:pathLst>
            </a:custGeom>
            <a:solidFill>
              <a:srgbClr val="1C6F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61" name="Freeform 193">
              <a:extLst>
                <a:ext uri="{FF2B5EF4-FFF2-40B4-BE49-F238E27FC236}">
                  <a16:creationId xmlns:a16="http://schemas.microsoft.com/office/drawing/2014/main" id="{B188F76C-30DB-816E-0927-6E646E9BD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2830"/>
              <a:ext cx="262" cy="372"/>
            </a:xfrm>
            <a:custGeom>
              <a:avLst/>
              <a:gdLst>
                <a:gd name="T0" fmla="*/ 134 w 153"/>
                <a:gd name="T1" fmla="*/ 51 h 218"/>
                <a:gd name="T2" fmla="*/ 134 w 153"/>
                <a:gd name="T3" fmla="*/ 51 h 218"/>
                <a:gd name="T4" fmla="*/ 16 w 153"/>
                <a:gd name="T5" fmla="*/ 1 h 218"/>
                <a:gd name="T6" fmla="*/ 11 w 153"/>
                <a:gd name="T7" fmla="*/ 0 h 218"/>
                <a:gd name="T8" fmla="*/ 29 w 153"/>
                <a:gd name="T9" fmla="*/ 114 h 218"/>
                <a:gd name="T10" fmla="*/ 88 w 153"/>
                <a:gd name="T11" fmla="*/ 214 h 218"/>
                <a:gd name="T12" fmla="*/ 90 w 153"/>
                <a:gd name="T13" fmla="*/ 213 h 218"/>
                <a:gd name="T14" fmla="*/ 153 w 153"/>
                <a:gd name="T15" fmla="*/ 108 h 218"/>
                <a:gd name="T16" fmla="*/ 134 w 153"/>
                <a:gd name="T17" fmla="*/ 51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3" h="218">
                  <a:moveTo>
                    <a:pt x="134" y="51"/>
                  </a:moveTo>
                  <a:cubicBezTo>
                    <a:pt x="134" y="51"/>
                    <a:pt x="134" y="51"/>
                    <a:pt x="134" y="51"/>
                  </a:cubicBezTo>
                  <a:cubicBezTo>
                    <a:pt x="117" y="25"/>
                    <a:pt x="38" y="6"/>
                    <a:pt x="16" y="1"/>
                  </a:cubicBezTo>
                  <a:cubicBezTo>
                    <a:pt x="14" y="0"/>
                    <a:pt x="12" y="0"/>
                    <a:pt x="11" y="0"/>
                  </a:cubicBezTo>
                  <a:cubicBezTo>
                    <a:pt x="0" y="4"/>
                    <a:pt x="8" y="55"/>
                    <a:pt x="29" y="114"/>
                  </a:cubicBezTo>
                  <a:cubicBezTo>
                    <a:pt x="51" y="173"/>
                    <a:pt x="77" y="218"/>
                    <a:pt x="88" y="214"/>
                  </a:cubicBezTo>
                  <a:cubicBezTo>
                    <a:pt x="89" y="214"/>
                    <a:pt x="89" y="213"/>
                    <a:pt x="90" y="213"/>
                  </a:cubicBezTo>
                  <a:cubicBezTo>
                    <a:pt x="138" y="177"/>
                    <a:pt x="152" y="108"/>
                    <a:pt x="153" y="108"/>
                  </a:cubicBezTo>
                  <a:lnTo>
                    <a:pt x="134" y="51"/>
                  </a:lnTo>
                  <a:close/>
                </a:path>
              </a:pathLst>
            </a:custGeom>
            <a:solidFill>
              <a:srgbClr val="498C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31E97466-398D-FACC-5FB0-8D1C839518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26" y="1650104"/>
            <a:ext cx="11282387" cy="560577"/>
          </a:xfrm>
          <a:prstGeom prst="rect">
            <a:avLst/>
          </a:prstGeom>
        </p:spPr>
      </p:pic>
      <p:sp>
        <p:nvSpPr>
          <p:cNvPr id="63" name="Freeform 197">
            <a:extLst>
              <a:ext uri="{FF2B5EF4-FFF2-40B4-BE49-F238E27FC236}">
                <a16:creationId xmlns:a16="http://schemas.microsoft.com/office/drawing/2014/main" id="{8086A206-83D2-DD45-2CA7-493422FF635B}"/>
              </a:ext>
            </a:extLst>
          </p:cNvPr>
          <p:cNvSpPr>
            <a:spLocks/>
          </p:cNvSpPr>
          <p:nvPr/>
        </p:nvSpPr>
        <p:spPr bwMode="auto">
          <a:xfrm rot="18768651">
            <a:off x="9776584" y="1597323"/>
            <a:ext cx="270935" cy="462963"/>
          </a:xfrm>
          <a:custGeom>
            <a:avLst/>
            <a:gdLst>
              <a:gd name="T0" fmla="*/ 215 w 224"/>
              <a:gd name="T1" fmla="*/ 262 h 386"/>
              <a:gd name="T2" fmla="*/ 194 w 224"/>
              <a:gd name="T3" fmla="*/ 215 h 386"/>
              <a:gd name="T4" fmla="*/ 193 w 224"/>
              <a:gd name="T5" fmla="*/ 201 h 386"/>
              <a:gd name="T6" fmla="*/ 196 w 224"/>
              <a:gd name="T7" fmla="*/ 126 h 386"/>
              <a:gd name="T8" fmla="*/ 168 w 224"/>
              <a:gd name="T9" fmla="*/ 78 h 386"/>
              <a:gd name="T10" fmla="*/ 169 w 224"/>
              <a:gd name="T11" fmla="*/ 55 h 386"/>
              <a:gd name="T12" fmla="*/ 216 w 224"/>
              <a:gd name="T13" fmla="*/ 6 h 386"/>
              <a:gd name="T14" fmla="*/ 190 w 224"/>
              <a:gd name="T15" fmla="*/ 4 h 386"/>
              <a:gd name="T16" fmla="*/ 143 w 224"/>
              <a:gd name="T17" fmla="*/ 45 h 386"/>
              <a:gd name="T18" fmla="*/ 139 w 224"/>
              <a:gd name="T19" fmla="*/ 72 h 386"/>
              <a:gd name="T20" fmla="*/ 138 w 224"/>
              <a:gd name="T21" fmla="*/ 73 h 386"/>
              <a:gd name="T22" fmla="*/ 90 w 224"/>
              <a:gd name="T23" fmla="*/ 136 h 386"/>
              <a:gd name="T24" fmla="*/ 59 w 224"/>
              <a:gd name="T25" fmla="*/ 181 h 386"/>
              <a:gd name="T26" fmla="*/ 64 w 224"/>
              <a:gd name="T27" fmla="*/ 204 h 386"/>
              <a:gd name="T28" fmla="*/ 65 w 224"/>
              <a:gd name="T29" fmla="*/ 182 h 386"/>
              <a:gd name="T30" fmla="*/ 96 w 224"/>
              <a:gd name="T31" fmla="*/ 144 h 386"/>
              <a:gd name="T32" fmla="*/ 140 w 224"/>
              <a:gd name="T33" fmla="*/ 107 h 386"/>
              <a:gd name="T34" fmla="*/ 145 w 224"/>
              <a:gd name="T35" fmla="*/ 96 h 386"/>
              <a:gd name="T36" fmla="*/ 173 w 224"/>
              <a:gd name="T37" fmla="*/ 139 h 386"/>
              <a:gd name="T38" fmla="*/ 167 w 224"/>
              <a:gd name="T39" fmla="*/ 191 h 386"/>
              <a:gd name="T40" fmla="*/ 133 w 224"/>
              <a:gd name="T41" fmla="*/ 205 h 386"/>
              <a:gd name="T42" fmla="*/ 90 w 224"/>
              <a:gd name="T43" fmla="*/ 217 h 386"/>
              <a:gd name="T44" fmla="*/ 64 w 224"/>
              <a:gd name="T45" fmla="*/ 244 h 386"/>
              <a:gd name="T46" fmla="*/ 61 w 224"/>
              <a:gd name="T47" fmla="*/ 246 h 386"/>
              <a:gd name="T48" fmla="*/ 20 w 224"/>
              <a:gd name="T49" fmla="*/ 281 h 386"/>
              <a:gd name="T50" fmla="*/ 2 w 224"/>
              <a:gd name="T51" fmla="*/ 326 h 386"/>
              <a:gd name="T52" fmla="*/ 27 w 224"/>
              <a:gd name="T53" fmla="*/ 288 h 386"/>
              <a:gd name="T54" fmla="*/ 58 w 224"/>
              <a:gd name="T55" fmla="*/ 267 h 386"/>
              <a:gd name="T56" fmla="*/ 66 w 224"/>
              <a:gd name="T57" fmla="*/ 300 h 386"/>
              <a:gd name="T58" fmla="*/ 89 w 224"/>
              <a:gd name="T59" fmla="*/ 330 h 386"/>
              <a:gd name="T60" fmla="*/ 92 w 224"/>
              <a:gd name="T61" fmla="*/ 357 h 386"/>
              <a:gd name="T62" fmla="*/ 57 w 224"/>
              <a:gd name="T63" fmla="*/ 375 h 386"/>
              <a:gd name="T64" fmla="*/ 39 w 224"/>
              <a:gd name="T65" fmla="*/ 374 h 386"/>
              <a:gd name="T66" fmla="*/ 57 w 224"/>
              <a:gd name="T67" fmla="*/ 381 h 386"/>
              <a:gd name="T68" fmla="*/ 104 w 224"/>
              <a:gd name="T69" fmla="*/ 361 h 386"/>
              <a:gd name="T70" fmla="*/ 102 w 224"/>
              <a:gd name="T71" fmla="*/ 324 h 386"/>
              <a:gd name="T72" fmla="*/ 82 w 224"/>
              <a:gd name="T73" fmla="*/ 292 h 386"/>
              <a:gd name="T74" fmla="*/ 99 w 224"/>
              <a:gd name="T75" fmla="*/ 235 h 386"/>
              <a:gd name="T76" fmla="*/ 180 w 224"/>
              <a:gd name="T77" fmla="*/ 212 h 386"/>
              <a:gd name="T78" fmla="*/ 181 w 224"/>
              <a:gd name="T79" fmla="*/ 217 h 386"/>
              <a:gd name="T80" fmla="*/ 205 w 224"/>
              <a:gd name="T81" fmla="*/ 266 h 386"/>
              <a:gd name="T82" fmla="*/ 204 w 224"/>
              <a:gd name="T83" fmla="*/ 333 h 386"/>
              <a:gd name="T84" fmla="*/ 218 w 224"/>
              <a:gd name="T85" fmla="*/ 314 h 386"/>
              <a:gd name="T86" fmla="*/ 215 w 224"/>
              <a:gd name="T87" fmla="*/ 262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24" h="386">
                <a:moveTo>
                  <a:pt x="215" y="262"/>
                </a:moveTo>
                <a:cubicBezTo>
                  <a:pt x="208" y="243"/>
                  <a:pt x="195" y="228"/>
                  <a:pt x="194" y="215"/>
                </a:cubicBezTo>
                <a:cubicBezTo>
                  <a:pt x="193" y="210"/>
                  <a:pt x="193" y="205"/>
                  <a:pt x="193" y="201"/>
                </a:cubicBezTo>
                <a:cubicBezTo>
                  <a:pt x="212" y="179"/>
                  <a:pt x="208" y="144"/>
                  <a:pt x="196" y="126"/>
                </a:cubicBezTo>
                <a:cubicBezTo>
                  <a:pt x="183" y="104"/>
                  <a:pt x="170" y="90"/>
                  <a:pt x="168" y="78"/>
                </a:cubicBezTo>
                <a:cubicBezTo>
                  <a:pt x="164" y="67"/>
                  <a:pt x="168" y="59"/>
                  <a:pt x="169" y="55"/>
                </a:cubicBezTo>
                <a:cubicBezTo>
                  <a:pt x="181" y="25"/>
                  <a:pt x="219" y="14"/>
                  <a:pt x="216" y="6"/>
                </a:cubicBezTo>
                <a:cubicBezTo>
                  <a:pt x="215" y="2"/>
                  <a:pt x="205" y="0"/>
                  <a:pt x="190" y="4"/>
                </a:cubicBezTo>
                <a:cubicBezTo>
                  <a:pt x="176" y="7"/>
                  <a:pt x="153" y="20"/>
                  <a:pt x="143" y="45"/>
                </a:cubicBezTo>
                <a:cubicBezTo>
                  <a:pt x="142" y="49"/>
                  <a:pt x="138" y="59"/>
                  <a:pt x="139" y="72"/>
                </a:cubicBezTo>
                <a:cubicBezTo>
                  <a:pt x="138" y="72"/>
                  <a:pt x="138" y="73"/>
                  <a:pt x="138" y="73"/>
                </a:cubicBezTo>
                <a:cubicBezTo>
                  <a:pt x="139" y="80"/>
                  <a:pt x="127" y="117"/>
                  <a:pt x="90" y="136"/>
                </a:cubicBezTo>
                <a:cubicBezTo>
                  <a:pt x="73" y="148"/>
                  <a:pt x="60" y="165"/>
                  <a:pt x="59" y="181"/>
                </a:cubicBezTo>
                <a:cubicBezTo>
                  <a:pt x="57" y="196"/>
                  <a:pt x="64" y="205"/>
                  <a:pt x="64" y="204"/>
                </a:cubicBezTo>
                <a:cubicBezTo>
                  <a:pt x="66" y="204"/>
                  <a:pt x="61" y="195"/>
                  <a:pt x="65" y="182"/>
                </a:cubicBezTo>
                <a:cubicBezTo>
                  <a:pt x="67" y="169"/>
                  <a:pt x="80" y="155"/>
                  <a:pt x="96" y="144"/>
                </a:cubicBezTo>
                <a:cubicBezTo>
                  <a:pt x="111" y="135"/>
                  <a:pt x="131" y="123"/>
                  <a:pt x="140" y="107"/>
                </a:cubicBezTo>
                <a:cubicBezTo>
                  <a:pt x="142" y="104"/>
                  <a:pt x="144" y="100"/>
                  <a:pt x="145" y="96"/>
                </a:cubicBezTo>
                <a:cubicBezTo>
                  <a:pt x="153" y="111"/>
                  <a:pt x="165" y="125"/>
                  <a:pt x="173" y="139"/>
                </a:cubicBezTo>
                <a:cubicBezTo>
                  <a:pt x="183" y="156"/>
                  <a:pt x="185" y="180"/>
                  <a:pt x="167" y="191"/>
                </a:cubicBezTo>
                <a:cubicBezTo>
                  <a:pt x="158" y="198"/>
                  <a:pt x="146" y="202"/>
                  <a:pt x="133" y="205"/>
                </a:cubicBezTo>
                <a:cubicBezTo>
                  <a:pt x="121" y="208"/>
                  <a:pt x="105" y="208"/>
                  <a:pt x="90" y="217"/>
                </a:cubicBezTo>
                <a:cubicBezTo>
                  <a:pt x="77" y="222"/>
                  <a:pt x="69" y="232"/>
                  <a:pt x="64" y="244"/>
                </a:cubicBezTo>
                <a:cubicBezTo>
                  <a:pt x="63" y="244"/>
                  <a:pt x="62" y="245"/>
                  <a:pt x="61" y="246"/>
                </a:cubicBezTo>
                <a:cubicBezTo>
                  <a:pt x="60" y="250"/>
                  <a:pt x="39" y="263"/>
                  <a:pt x="20" y="281"/>
                </a:cubicBezTo>
                <a:cubicBezTo>
                  <a:pt x="0" y="299"/>
                  <a:pt x="0" y="326"/>
                  <a:pt x="2" y="326"/>
                </a:cubicBezTo>
                <a:cubicBezTo>
                  <a:pt x="5" y="326"/>
                  <a:pt x="8" y="302"/>
                  <a:pt x="27" y="288"/>
                </a:cubicBezTo>
                <a:cubicBezTo>
                  <a:pt x="37" y="281"/>
                  <a:pt x="49" y="273"/>
                  <a:pt x="58" y="267"/>
                </a:cubicBezTo>
                <a:cubicBezTo>
                  <a:pt x="57" y="279"/>
                  <a:pt x="60" y="291"/>
                  <a:pt x="66" y="300"/>
                </a:cubicBezTo>
                <a:cubicBezTo>
                  <a:pt x="73" y="313"/>
                  <a:pt x="84" y="322"/>
                  <a:pt x="89" y="330"/>
                </a:cubicBezTo>
                <a:cubicBezTo>
                  <a:pt x="93" y="339"/>
                  <a:pt x="95" y="349"/>
                  <a:pt x="92" y="357"/>
                </a:cubicBezTo>
                <a:cubicBezTo>
                  <a:pt x="87" y="374"/>
                  <a:pt x="68" y="376"/>
                  <a:pt x="57" y="375"/>
                </a:cubicBezTo>
                <a:cubicBezTo>
                  <a:pt x="46" y="374"/>
                  <a:pt x="39" y="372"/>
                  <a:pt x="39" y="374"/>
                </a:cubicBezTo>
                <a:cubicBezTo>
                  <a:pt x="39" y="374"/>
                  <a:pt x="44" y="378"/>
                  <a:pt x="57" y="381"/>
                </a:cubicBezTo>
                <a:cubicBezTo>
                  <a:pt x="67" y="384"/>
                  <a:pt x="93" y="386"/>
                  <a:pt x="104" y="361"/>
                </a:cubicBezTo>
                <a:cubicBezTo>
                  <a:pt x="108" y="350"/>
                  <a:pt x="107" y="336"/>
                  <a:pt x="102" y="324"/>
                </a:cubicBezTo>
                <a:cubicBezTo>
                  <a:pt x="95" y="311"/>
                  <a:pt x="86" y="303"/>
                  <a:pt x="82" y="292"/>
                </a:cubicBezTo>
                <a:cubicBezTo>
                  <a:pt x="71" y="272"/>
                  <a:pt x="77" y="245"/>
                  <a:pt x="99" y="235"/>
                </a:cubicBezTo>
                <a:cubicBezTo>
                  <a:pt x="118" y="227"/>
                  <a:pt x="154" y="230"/>
                  <a:pt x="180" y="212"/>
                </a:cubicBezTo>
                <a:cubicBezTo>
                  <a:pt x="180" y="214"/>
                  <a:pt x="181" y="215"/>
                  <a:pt x="181" y="217"/>
                </a:cubicBezTo>
                <a:cubicBezTo>
                  <a:pt x="184" y="235"/>
                  <a:pt x="199" y="250"/>
                  <a:pt x="205" y="266"/>
                </a:cubicBezTo>
                <a:cubicBezTo>
                  <a:pt x="224" y="300"/>
                  <a:pt x="203" y="332"/>
                  <a:pt x="204" y="333"/>
                </a:cubicBezTo>
                <a:cubicBezTo>
                  <a:pt x="204" y="333"/>
                  <a:pt x="212" y="327"/>
                  <a:pt x="218" y="314"/>
                </a:cubicBezTo>
                <a:cubicBezTo>
                  <a:pt x="223" y="300"/>
                  <a:pt x="222" y="280"/>
                  <a:pt x="215" y="262"/>
                </a:cubicBezTo>
                <a:close/>
              </a:path>
            </a:pathLst>
          </a:custGeom>
          <a:gradFill>
            <a:gsLst>
              <a:gs pos="0">
                <a:srgbClr val="617A04"/>
              </a:gs>
              <a:gs pos="41000">
                <a:srgbClr val="8B5E3C"/>
              </a:gs>
            </a:gsLst>
            <a:lin ang="4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4" name="Freeform 201">
            <a:extLst>
              <a:ext uri="{FF2B5EF4-FFF2-40B4-BE49-F238E27FC236}">
                <a16:creationId xmlns:a16="http://schemas.microsoft.com/office/drawing/2014/main" id="{00FD37B7-36CC-CD1C-3DAE-EACAAC41673D}"/>
              </a:ext>
            </a:extLst>
          </p:cNvPr>
          <p:cNvSpPr>
            <a:spLocks/>
          </p:cNvSpPr>
          <p:nvPr/>
        </p:nvSpPr>
        <p:spPr bwMode="auto">
          <a:xfrm rot="2497354">
            <a:off x="9665598" y="1581645"/>
            <a:ext cx="134923" cy="224716"/>
          </a:xfrm>
          <a:custGeom>
            <a:avLst/>
            <a:gdLst>
              <a:gd name="T0" fmla="*/ 56 w 166"/>
              <a:gd name="T1" fmla="*/ 276 h 280"/>
              <a:gd name="T2" fmla="*/ 41 w 166"/>
              <a:gd name="T3" fmla="*/ 279 h 280"/>
              <a:gd name="T4" fmla="*/ 7 w 166"/>
              <a:gd name="T5" fmla="*/ 252 h 280"/>
              <a:gd name="T6" fmla="*/ 23 w 166"/>
              <a:gd name="T7" fmla="*/ 190 h 280"/>
              <a:gd name="T8" fmla="*/ 60 w 166"/>
              <a:gd name="T9" fmla="*/ 177 h 280"/>
              <a:gd name="T10" fmla="*/ 90 w 166"/>
              <a:gd name="T11" fmla="*/ 174 h 280"/>
              <a:gd name="T12" fmla="*/ 128 w 166"/>
              <a:gd name="T13" fmla="*/ 153 h 280"/>
              <a:gd name="T14" fmla="*/ 125 w 166"/>
              <a:gd name="T15" fmla="*/ 144 h 280"/>
              <a:gd name="T16" fmla="*/ 102 w 166"/>
              <a:gd name="T17" fmla="*/ 127 h 280"/>
              <a:gd name="T18" fmla="*/ 70 w 166"/>
              <a:gd name="T19" fmla="*/ 80 h 280"/>
              <a:gd name="T20" fmla="*/ 71 w 166"/>
              <a:gd name="T21" fmla="*/ 43 h 280"/>
              <a:gd name="T22" fmla="*/ 131 w 166"/>
              <a:gd name="T23" fmla="*/ 8 h 280"/>
              <a:gd name="T24" fmla="*/ 109 w 166"/>
              <a:gd name="T25" fmla="*/ 58 h 280"/>
              <a:gd name="T26" fmla="*/ 128 w 166"/>
              <a:gd name="T27" fmla="*/ 98 h 280"/>
              <a:gd name="T28" fmla="*/ 149 w 166"/>
              <a:gd name="T29" fmla="*/ 116 h 280"/>
              <a:gd name="T30" fmla="*/ 161 w 166"/>
              <a:gd name="T31" fmla="*/ 163 h 280"/>
              <a:gd name="T32" fmla="*/ 94 w 166"/>
              <a:gd name="T33" fmla="*/ 204 h 280"/>
              <a:gd name="T34" fmla="*/ 59 w 166"/>
              <a:gd name="T35" fmla="*/ 205 h 280"/>
              <a:gd name="T36" fmla="*/ 38 w 166"/>
              <a:gd name="T37" fmla="*/ 210 h 280"/>
              <a:gd name="T38" fmla="*/ 24 w 166"/>
              <a:gd name="T39" fmla="*/ 246 h 280"/>
              <a:gd name="T40" fmla="*/ 56 w 166"/>
              <a:gd name="T41" fmla="*/ 276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66" h="280">
                <a:moveTo>
                  <a:pt x="56" y="276"/>
                </a:moveTo>
                <a:cubicBezTo>
                  <a:pt x="56" y="277"/>
                  <a:pt x="51" y="280"/>
                  <a:pt x="41" y="279"/>
                </a:cubicBezTo>
                <a:cubicBezTo>
                  <a:pt x="31" y="278"/>
                  <a:pt x="15" y="270"/>
                  <a:pt x="7" y="252"/>
                </a:cubicBezTo>
                <a:cubicBezTo>
                  <a:pt x="0" y="234"/>
                  <a:pt x="3" y="208"/>
                  <a:pt x="23" y="190"/>
                </a:cubicBezTo>
                <a:cubicBezTo>
                  <a:pt x="33" y="182"/>
                  <a:pt x="46" y="177"/>
                  <a:pt x="60" y="177"/>
                </a:cubicBezTo>
                <a:cubicBezTo>
                  <a:pt x="70" y="176"/>
                  <a:pt x="80" y="176"/>
                  <a:pt x="90" y="174"/>
                </a:cubicBezTo>
                <a:cubicBezTo>
                  <a:pt x="109" y="171"/>
                  <a:pt x="128" y="161"/>
                  <a:pt x="128" y="153"/>
                </a:cubicBezTo>
                <a:cubicBezTo>
                  <a:pt x="129" y="150"/>
                  <a:pt x="126" y="144"/>
                  <a:pt x="125" y="144"/>
                </a:cubicBezTo>
                <a:cubicBezTo>
                  <a:pt x="119" y="139"/>
                  <a:pt x="110" y="133"/>
                  <a:pt x="102" y="127"/>
                </a:cubicBezTo>
                <a:cubicBezTo>
                  <a:pt x="87" y="114"/>
                  <a:pt x="74" y="98"/>
                  <a:pt x="70" y="80"/>
                </a:cubicBezTo>
                <a:cubicBezTo>
                  <a:pt x="65" y="62"/>
                  <a:pt x="70" y="49"/>
                  <a:pt x="71" y="43"/>
                </a:cubicBezTo>
                <a:cubicBezTo>
                  <a:pt x="93" y="2"/>
                  <a:pt x="127" y="0"/>
                  <a:pt x="131" y="8"/>
                </a:cubicBezTo>
                <a:cubicBezTo>
                  <a:pt x="137" y="18"/>
                  <a:pt x="118" y="39"/>
                  <a:pt x="109" y="58"/>
                </a:cubicBezTo>
                <a:cubicBezTo>
                  <a:pt x="108" y="62"/>
                  <a:pt x="102" y="74"/>
                  <a:pt x="128" y="98"/>
                </a:cubicBezTo>
                <a:cubicBezTo>
                  <a:pt x="134" y="104"/>
                  <a:pt x="140" y="108"/>
                  <a:pt x="149" y="116"/>
                </a:cubicBezTo>
                <a:cubicBezTo>
                  <a:pt x="163" y="129"/>
                  <a:pt x="166" y="146"/>
                  <a:pt x="161" y="163"/>
                </a:cubicBezTo>
                <a:cubicBezTo>
                  <a:pt x="148" y="197"/>
                  <a:pt x="116" y="201"/>
                  <a:pt x="94" y="204"/>
                </a:cubicBezTo>
                <a:cubicBezTo>
                  <a:pt x="82" y="205"/>
                  <a:pt x="70" y="205"/>
                  <a:pt x="59" y="205"/>
                </a:cubicBezTo>
                <a:cubicBezTo>
                  <a:pt x="51" y="204"/>
                  <a:pt x="44" y="206"/>
                  <a:pt x="38" y="210"/>
                </a:cubicBezTo>
                <a:cubicBezTo>
                  <a:pt x="26" y="218"/>
                  <a:pt x="22" y="234"/>
                  <a:pt x="24" y="246"/>
                </a:cubicBezTo>
                <a:cubicBezTo>
                  <a:pt x="30" y="272"/>
                  <a:pt x="58" y="272"/>
                  <a:pt x="56" y="276"/>
                </a:cubicBezTo>
                <a:close/>
              </a:path>
            </a:pathLst>
          </a:custGeom>
          <a:gradFill>
            <a:gsLst>
              <a:gs pos="0">
                <a:srgbClr val="617A04"/>
              </a:gs>
              <a:gs pos="41000">
                <a:srgbClr val="8B5E3C"/>
              </a:gs>
            </a:gsLst>
            <a:lin ang="4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5" name="Freeform 201">
            <a:extLst>
              <a:ext uri="{FF2B5EF4-FFF2-40B4-BE49-F238E27FC236}">
                <a16:creationId xmlns:a16="http://schemas.microsoft.com/office/drawing/2014/main" id="{BAC91D94-5651-F84F-BABE-48FA404C8BD8}"/>
              </a:ext>
            </a:extLst>
          </p:cNvPr>
          <p:cNvSpPr>
            <a:spLocks/>
          </p:cNvSpPr>
          <p:nvPr/>
        </p:nvSpPr>
        <p:spPr bwMode="auto">
          <a:xfrm rot="1502478">
            <a:off x="5146466" y="1562540"/>
            <a:ext cx="134923" cy="224716"/>
          </a:xfrm>
          <a:custGeom>
            <a:avLst/>
            <a:gdLst>
              <a:gd name="T0" fmla="*/ 56 w 166"/>
              <a:gd name="T1" fmla="*/ 276 h 280"/>
              <a:gd name="T2" fmla="*/ 41 w 166"/>
              <a:gd name="T3" fmla="*/ 279 h 280"/>
              <a:gd name="T4" fmla="*/ 7 w 166"/>
              <a:gd name="T5" fmla="*/ 252 h 280"/>
              <a:gd name="T6" fmla="*/ 23 w 166"/>
              <a:gd name="T7" fmla="*/ 190 h 280"/>
              <a:gd name="T8" fmla="*/ 60 w 166"/>
              <a:gd name="T9" fmla="*/ 177 h 280"/>
              <a:gd name="T10" fmla="*/ 90 w 166"/>
              <a:gd name="T11" fmla="*/ 174 h 280"/>
              <a:gd name="T12" fmla="*/ 128 w 166"/>
              <a:gd name="T13" fmla="*/ 153 h 280"/>
              <a:gd name="T14" fmla="*/ 125 w 166"/>
              <a:gd name="T15" fmla="*/ 144 h 280"/>
              <a:gd name="T16" fmla="*/ 102 w 166"/>
              <a:gd name="T17" fmla="*/ 127 h 280"/>
              <a:gd name="T18" fmla="*/ 70 w 166"/>
              <a:gd name="T19" fmla="*/ 80 h 280"/>
              <a:gd name="T20" fmla="*/ 71 w 166"/>
              <a:gd name="T21" fmla="*/ 43 h 280"/>
              <a:gd name="T22" fmla="*/ 131 w 166"/>
              <a:gd name="T23" fmla="*/ 8 h 280"/>
              <a:gd name="T24" fmla="*/ 109 w 166"/>
              <a:gd name="T25" fmla="*/ 58 h 280"/>
              <a:gd name="T26" fmla="*/ 128 w 166"/>
              <a:gd name="T27" fmla="*/ 98 h 280"/>
              <a:gd name="T28" fmla="*/ 149 w 166"/>
              <a:gd name="T29" fmla="*/ 116 h 280"/>
              <a:gd name="T30" fmla="*/ 161 w 166"/>
              <a:gd name="T31" fmla="*/ 163 h 280"/>
              <a:gd name="T32" fmla="*/ 94 w 166"/>
              <a:gd name="T33" fmla="*/ 204 h 280"/>
              <a:gd name="T34" fmla="*/ 59 w 166"/>
              <a:gd name="T35" fmla="*/ 205 h 280"/>
              <a:gd name="T36" fmla="*/ 38 w 166"/>
              <a:gd name="T37" fmla="*/ 210 h 280"/>
              <a:gd name="T38" fmla="*/ 24 w 166"/>
              <a:gd name="T39" fmla="*/ 246 h 280"/>
              <a:gd name="T40" fmla="*/ 56 w 166"/>
              <a:gd name="T41" fmla="*/ 276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66" h="280">
                <a:moveTo>
                  <a:pt x="56" y="276"/>
                </a:moveTo>
                <a:cubicBezTo>
                  <a:pt x="56" y="277"/>
                  <a:pt x="51" y="280"/>
                  <a:pt x="41" y="279"/>
                </a:cubicBezTo>
                <a:cubicBezTo>
                  <a:pt x="31" y="278"/>
                  <a:pt x="15" y="270"/>
                  <a:pt x="7" y="252"/>
                </a:cubicBezTo>
                <a:cubicBezTo>
                  <a:pt x="0" y="234"/>
                  <a:pt x="3" y="208"/>
                  <a:pt x="23" y="190"/>
                </a:cubicBezTo>
                <a:cubicBezTo>
                  <a:pt x="33" y="182"/>
                  <a:pt x="46" y="177"/>
                  <a:pt x="60" y="177"/>
                </a:cubicBezTo>
                <a:cubicBezTo>
                  <a:pt x="70" y="176"/>
                  <a:pt x="80" y="176"/>
                  <a:pt x="90" y="174"/>
                </a:cubicBezTo>
                <a:cubicBezTo>
                  <a:pt x="109" y="171"/>
                  <a:pt x="128" y="161"/>
                  <a:pt x="128" y="153"/>
                </a:cubicBezTo>
                <a:cubicBezTo>
                  <a:pt x="129" y="150"/>
                  <a:pt x="126" y="144"/>
                  <a:pt x="125" y="144"/>
                </a:cubicBezTo>
                <a:cubicBezTo>
                  <a:pt x="119" y="139"/>
                  <a:pt x="110" y="133"/>
                  <a:pt x="102" y="127"/>
                </a:cubicBezTo>
                <a:cubicBezTo>
                  <a:pt x="87" y="114"/>
                  <a:pt x="74" y="98"/>
                  <a:pt x="70" y="80"/>
                </a:cubicBezTo>
                <a:cubicBezTo>
                  <a:pt x="65" y="62"/>
                  <a:pt x="70" y="49"/>
                  <a:pt x="71" y="43"/>
                </a:cubicBezTo>
                <a:cubicBezTo>
                  <a:pt x="93" y="2"/>
                  <a:pt x="127" y="0"/>
                  <a:pt x="131" y="8"/>
                </a:cubicBezTo>
                <a:cubicBezTo>
                  <a:pt x="137" y="18"/>
                  <a:pt x="118" y="39"/>
                  <a:pt x="109" y="58"/>
                </a:cubicBezTo>
                <a:cubicBezTo>
                  <a:pt x="108" y="62"/>
                  <a:pt x="102" y="74"/>
                  <a:pt x="128" y="98"/>
                </a:cubicBezTo>
                <a:cubicBezTo>
                  <a:pt x="134" y="104"/>
                  <a:pt x="140" y="108"/>
                  <a:pt x="149" y="116"/>
                </a:cubicBezTo>
                <a:cubicBezTo>
                  <a:pt x="163" y="129"/>
                  <a:pt x="166" y="146"/>
                  <a:pt x="161" y="163"/>
                </a:cubicBezTo>
                <a:cubicBezTo>
                  <a:pt x="148" y="197"/>
                  <a:pt x="116" y="201"/>
                  <a:pt x="94" y="204"/>
                </a:cubicBezTo>
                <a:cubicBezTo>
                  <a:pt x="82" y="205"/>
                  <a:pt x="70" y="205"/>
                  <a:pt x="59" y="205"/>
                </a:cubicBezTo>
                <a:cubicBezTo>
                  <a:pt x="51" y="204"/>
                  <a:pt x="44" y="206"/>
                  <a:pt x="38" y="210"/>
                </a:cubicBezTo>
                <a:cubicBezTo>
                  <a:pt x="26" y="218"/>
                  <a:pt x="22" y="234"/>
                  <a:pt x="24" y="246"/>
                </a:cubicBezTo>
                <a:cubicBezTo>
                  <a:pt x="30" y="272"/>
                  <a:pt x="58" y="272"/>
                  <a:pt x="56" y="276"/>
                </a:cubicBezTo>
                <a:close/>
              </a:path>
            </a:pathLst>
          </a:custGeom>
          <a:gradFill>
            <a:gsLst>
              <a:gs pos="0">
                <a:srgbClr val="617A04"/>
              </a:gs>
              <a:gs pos="41000">
                <a:srgbClr val="8B5E3C"/>
              </a:gs>
            </a:gsLst>
            <a:lin ang="4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DEEFE92-8831-146A-6D7D-9A546D239336}"/>
              </a:ext>
            </a:extLst>
          </p:cNvPr>
          <p:cNvSpPr/>
          <p:nvPr/>
        </p:nvSpPr>
        <p:spPr>
          <a:xfrm>
            <a:off x="7836484" y="2369929"/>
            <a:ext cx="3927025" cy="295494"/>
          </a:xfrm>
          <a:prstGeom prst="roundRect">
            <a:avLst>
              <a:gd name="adj" fmla="val 50000"/>
            </a:avLst>
          </a:prstGeom>
          <a:solidFill>
            <a:srgbClr val="FED05D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FBBE26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Iport ad Apibu svi Vamuss Uscip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E23D8FF-9164-BF32-7AB3-733ACD9031D6}"/>
              </a:ext>
            </a:extLst>
          </p:cNvPr>
          <p:cNvSpPr/>
          <p:nvPr/>
        </p:nvSpPr>
        <p:spPr bwMode="auto">
          <a:xfrm>
            <a:off x="7836484" y="2766527"/>
            <a:ext cx="4023708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114300" lvl="0" indent="-1143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Ittorto-reget felisportti torvo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lutpatc ra sultricies ligul – asedmag nadictu mpo RtA LoRe, mips-umdolor sitametconse</a:t>
            </a:r>
            <a:r>
              <a:rPr lang="en-US" sz="1200">
                <a:solidFill>
                  <a:srgbClr val="000000"/>
                </a:solidFill>
              </a:rPr>
              <a:t>, ctetura DIP, iscingeli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tseddoe ius-modt emp orincidi dunt utlaboreet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Dolorem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25-40% AgNa aliquaute  nimadmi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nim ve ni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50-60% am 5 quisn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ostrude xercitatio nul LA</a:t>
            </a:r>
          </a:p>
          <a:p>
            <a:pPr marL="114300" lvl="0" indent="-1143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Mcolabo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risnisiutal iq uipexea com-modo co 3-5%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lang="en-US" sz="1200">
                <a:solidFill>
                  <a:srgbClr val="000000"/>
                </a:solidFill>
              </a:rPr>
              <a:t>nsequa tduisautei ruredo 4 lor 5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Inrepreh end eritin voluptat evelite sse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cillumdo loreeuf ugiatn ull apariat ure xcepteursin to ccaec at/cupi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; datat nonpr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Oidents </a:t>
            </a:r>
            <a:r>
              <a:rPr lang="en-US" sz="1200" b="1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untincul paquiofficia deseruntmo llitani  midestl abor Umcurabitur no nn ullasita / metnisl tempusc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2F27633-3B36-8169-BB3C-33FA747DC882}"/>
              </a:ext>
            </a:extLst>
          </p:cNvPr>
          <p:cNvCxnSpPr>
            <a:cxnSpLocks/>
          </p:cNvCxnSpPr>
          <p:nvPr/>
        </p:nvCxnSpPr>
        <p:spPr bwMode="auto">
          <a:xfrm>
            <a:off x="3086100" y="2315966"/>
            <a:ext cx="0" cy="4076947"/>
          </a:xfrm>
          <a:prstGeom prst="line">
            <a:avLst/>
          </a:prstGeom>
          <a:noFill/>
          <a:ln w="6350" cap="flat" cmpd="sng" algn="ctr">
            <a:solidFill>
              <a:srgbClr val="A2ABB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A9A8304-EE1E-AAD1-1FF3-29A18836FC97}"/>
              </a:ext>
            </a:extLst>
          </p:cNvPr>
          <p:cNvCxnSpPr>
            <a:cxnSpLocks/>
          </p:cNvCxnSpPr>
          <p:nvPr/>
        </p:nvCxnSpPr>
        <p:spPr bwMode="auto">
          <a:xfrm>
            <a:off x="7770355" y="2315966"/>
            <a:ext cx="0" cy="4076947"/>
          </a:xfrm>
          <a:prstGeom prst="line">
            <a:avLst/>
          </a:prstGeom>
          <a:noFill/>
          <a:ln w="6350" cap="flat" cmpd="sng" algn="ctr">
            <a:solidFill>
              <a:srgbClr val="A2ABB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158E8D62-4F07-167C-74EE-02803B0EA54C}"/>
              </a:ext>
            </a:extLst>
          </p:cNvPr>
          <p:cNvSpPr/>
          <p:nvPr/>
        </p:nvSpPr>
        <p:spPr>
          <a:xfrm>
            <a:off x="3420311" y="2369929"/>
            <a:ext cx="3997380" cy="295494"/>
          </a:xfrm>
          <a:prstGeom prst="roundRect">
            <a:avLst>
              <a:gd name="adj" fmla="val 50000"/>
            </a:avLst>
          </a:prstGeom>
          <a:solidFill>
            <a:srgbClr val="FCA523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E38803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Onva ll Isq Uisaclec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C4585B1-F817-CD43-C21C-49A13F457F0F}"/>
              </a:ext>
            </a:extLst>
          </p:cNvPr>
          <p:cNvSpPr/>
          <p:nvPr/>
        </p:nvSpPr>
        <p:spPr bwMode="auto">
          <a:xfrm>
            <a:off x="3117643" y="2666106"/>
            <a:ext cx="4639471" cy="10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Tuspe 334 LLEn te sque 1 inipsu Midor cipo, rtadap ibu sviva mus SUS cipittor 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toreget;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felispor 94 tT2 itorvolut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000000"/>
                </a:solidFill>
                <a:latin typeface="Arial"/>
                <a:cs typeface="Arial"/>
              </a:rPr>
              <a:t>Patcrasult rici ESL Igulasedm Agnadictum por Ta-Loremips umdolorsi Tametco, NS, ect Etur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Adipisci nge litseddo eiusmo dtemporin cidid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43D8475-9327-6442-305F-5DDA1F63FD53}"/>
              </a:ext>
            </a:extLst>
          </p:cNvPr>
          <p:cNvSpPr/>
          <p:nvPr/>
        </p:nvSpPr>
        <p:spPr bwMode="auto">
          <a:xfrm>
            <a:off x="3117643" y="3803254"/>
            <a:ext cx="4639472" cy="94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173038" indent="-173038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</a:rPr>
              <a:t>Untutl aboreetdol oremagn AALIQ ua UTE N2I madmi </a:t>
            </a:r>
          </a:p>
          <a:p>
            <a:pPr marL="173038" indent="-173038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</a:rPr>
              <a:t>Nimveniamqui sn ostrudexe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Rcitationu llamcolabor isn isiutaliqu</a:t>
            </a:r>
          </a:p>
          <a:p>
            <a:pPr marL="173038" indent="-173038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</a:rPr>
              <a:t>Ipex-eac ommodocons equatduis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7BA5D41-6772-0E52-ED23-11B593E4BDD5}"/>
              </a:ext>
            </a:extLst>
          </p:cNvPr>
          <p:cNvSpPr/>
          <p:nvPr/>
        </p:nvSpPr>
        <p:spPr bwMode="auto">
          <a:xfrm>
            <a:off x="3117643" y="4945185"/>
            <a:ext cx="4505260" cy="50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 teiru red olorinre prehe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Nderitinvo lu ptate ve/lite sseci ll Umdol’o reeufug iatnullapari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8132E1E-387F-976A-FFC5-E4B0411A085F}"/>
              </a:ext>
            </a:extLst>
          </p:cNvPr>
          <p:cNvSpPr/>
          <p:nvPr/>
        </p:nvSpPr>
        <p:spPr bwMode="auto">
          <a:xfrm>
            <a:off x="3117643" y="5666221"/>
            <a:ext cx="4639474" cy="72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Atur excepteursint oc Caeca’t cupidatatno npr oidents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Untinc ulpa qui officiad eseruntmol lit animid estlaborum 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Curabitur nonnullasi tametnisl te 9 mpusco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5C58DBB-A2CD-149E-24B0-702BA92F422B}"/>
              </a:ext>
            </a:extLst>
          </p:cNvPr>
          <p:cNvCxnSpPr>
            <a:cxnSpLocks/>
          </p:cNvCxnSpPr>
          <p:nvPr/>
        </p:nvCxnSpPr>
        <p:spPr bwMode="auto">
          <a:xfrm>
            <a:off x="3265693" y="3789770"/>
            <a:ext cx="4126598" cy="0"/>
          </a:xfrm>
          <a:prstGeom prst="line">
            <a:avLst/>
          </a:prstGeom>
          <a:noFill/>
          <a:ln w="6350" cap="flat" cmpd="sng" algn="ctr">
            <a:solidFill>
              <a:srgbClr val="DFE3E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7AE9D17-C36C-A14C-1746-C2BCEE57E155}"/>
              </a:ext>
            </a:extLst>
          </p:cNvPr>
          <p:cNvCxnSpPr>
            <a:cxnSpLocks/>
          </p:cNvCxnSpPr>
          <p:nvPr/>
        </p:nvCxnSpPr>
        <p:spPr bwMode="auto">
          <a:xfrm>
            <a:off x="3265693" y="4786194"/>
            <a:ext cx="4126598" cy="0"/>
          </a:xfrm>
          <a:prstGeom prst="line">
            <a:avLst/>
          </a:prstGeom>
          <a:noFill/>
          <a:ln w="6350" cap="flat" cmpd="sng" algn="ctr">
            <a:solidFill>
              <a:srgbClr val="DFE3E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F6B64D2-E4F2-1D12-3754-F47477CE0164}"/>
              </a:ext>
            </a:extLst>
          </p:cNvPr>
          <p:cNvCxnSpPr>
            <a:cxnSpLocks/>
          </p:cNvCxnSpPr>
          <p:nvPr/>
        </p:nvCxnSpPr>
        <p:spPr bwMode="auto">
          <a:xfrm>
            <a:off x="3265693" y="5603448"/>
            <a:ext cx="4126598" cy="0"/>
          </a:xfrm>
          <a:prstGeom prst="line">
            <a:avLst/>
          </a:prstGeom>
          <a:noFill/>
          <a:ln w="6350" cap="flat" cmpd="sng" algn="ctr">
            <a:solidFill>
              <a:srgbClr val="DFE3E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220B97E-5284-6F5E-2464-529E1AF1D9B0}"/>
              </a:ext>
            </a:extLst>
          </p:cNvPr>
          <p:cNvGrpSpPr/>
          <p:nvPr/>
        </p:nvGrpSpPr>
        <p:grpSpPr>
          <a:xfrm>
            <a:off x="382929" y="2363788"/>
            <a:ext cx="2474562" cy="3939850"/>
            <a:chOff x="382929" y="2363788"/>
            <a:chExt cx="2474562" cy="393985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9338E030-8438-0C79-B9A7-6FF1F55FE397}"/>
                </a:ext>
              </a:extLst>
            </p:cNvPr>
            <p:cNvSpPr/>
            <p:nvPr/>
          </p:nvSpPr>
          <p:spPr bwMode="auto">
            <a:xfrm>
              <a:off x="485983" y="2926058"/>
              <a:ext cx="2318601" cy="584200"/>
            </a:xfrm>
            <a:prstGeom prst="roundRect">
              <a:avLst>
                <a:gd name="adj" fmla="val 11763"/>
              </a:avLst>
            </a:pr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7ECAF8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Nvalli Squisacle Ctusp</a:t>
              </a: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204821F9-929D-0CB9-BE9F-E983856FCD94}"/>
                </a:ext>
              </a:extLst>
            </p:cNvPr>
            <p:cNvSpPr/>
            <p:nvPr/>
          </p:nvSpPr>
          <p:spPr bwMode="auto">
            <a:xfrm>
              <a:off x="485983" y="3857185"/>
              <a:ext cx="2318601" cy="584201"/>
            </a:xfrm>
            <a:prstGeom prst="roundRect">
              <a:avLst>
                <a:gd name="adj" fmla="val 5189"/>
              </a:avLst>
            </a:pr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7ECAF8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Ellente Squeinipsu mid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Orciportad Apibusvivam</a:t>
              </a: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A58B793A-7972-A898-91F2-989A1461233B}"/>
                </a:ext>
              </a:extLst>
            </p:cNvPr>
            <p:cNvSpPr/>
            <p:nvPr/>
          </p:nvSpPr>
          <p:spPr bwMode="auto">
            <a:xfrm>
              <a:off x="485983" y="4788313"/>
              <a:ext cx="2318601" cy="584199"/>
            </a:xfrm>
            <a:prstGeom prst="roundRect">
              <a:avLst>
                <a:gd name="adj" fmla="val 5189"/>
              </a:avLst>
            </a:pr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7ECAF8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Ussusci pit Tortoregetf</a:t>
              </a:r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67BA61E5-91E4-1FFF-8AF0-D6EB46506D0C}"/>
                </a:ext>
              </a:extLst>
            </p:cNvPr>
            <p:cNvSpPr/>
            <p:nvPr/>
          </p:nvSpPr>
          <p:spPr bwMode="auto">
            <a:xfrm>
              <a:off x="485983" y="5719439"/>
              <a:ext cx="2318601" cy="584199"/>
            </a:xfrm>
            <a:prstGeom prst="roundRect">
              <a:avLst>
                <a:gd name="adj" fmla="val 5711"/>
              </a:avLst>
            </a:pr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7ECAF8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Elisporttit orv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Olutpatc Rasultrici</a:t>
              </a:r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95992AF7-A3B9-1DA2-DB1B-60491470C577}"/>
                </a:ext>
              </a:extLst>
            </p:cNvPr>
            <p:cNvSpPr/>
            <p:nvPr/>
          </p:nvSpPr>
          <p:spPr>
            <a:xfrm>
              <a:off x="433075" y="2363788"/>
              <a:ext cx="2424416" cy="307777"/>
            </a:xfrm>
            <a:prstGeom prst="roundRect">
              <a:avLst>
                <a:gd name="adj" fmla="val 50000"/>
              </a:avLst>
            </a:prstGeom>
            <a:solidFill>
              <a:srgbClr val="66737C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43515C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Esligula Sedma Gnadi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A8F91EE6-8FCE-0034-99D1-3185E539DBF2}"/>
                </a:ext>
              </a:extLst>
            </p:cNvPr>
            <p:cNvSpPr/>
            <p:nvPr/>
          </p:nvSpPr>
          <p:spPr bwMode="auto">
            <a:xfrm>
              <a:off x="382929" y="2814462"/>
              <a:ext cx="286581" cy="28658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7ECAF8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1" u="none" strike="noStrike" kern="1200" cap="none" spc="0" normalizeH="0" baseline="0" noProof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1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FB895A8-B368-F188-5E49-4A60738BA880}"/>
                </a:ext>
              </a:extLst>
            </p:cNvPr>
            <p:cNvSpPr/>
            <p:nvPr/>
          </p:nvSpPr>
          <p:spPr bwMode="auto">
            <a:xfrm>
              <a:off x="382929" y="3748318"/>
              <a:ext cx="286581" cy="28658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7ECAF8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1" u="none" strike="noStrike" kern="1200" cap="none" spc="0" normalizeH="0" baseline="0" noProof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2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FC18DB7-C519-574D-B30C-9DA0F28D1D67}"/>
                </a:ext>
              </a:extLst>
            </p:cNvPr>
            <p:cNvSpPr/>
            <p:nvPr/>
          </p:nvSpPr>
          <p:spPr bwMode="auto">
            <a:xfrm>
              <a:off x="382929" y="4682174"/>
              <a:ext cx="286581" cy="28658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7ECAF8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1" u="none" strike="noStrike" kern="1200" cap="none" spc="0" normalizeH="0" baseline="0" noProof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3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7A3EE9D9-5B2F-0B15-98D5-695C82A1BF21}"/>
                </a:ext>
              </a:extLst>
            </p:cNvPr>
            <p:cNvSpPr/>
            <p:nvPr/>
          </p:nvSpPr>
          <p:spPr bwMode="auto">
            <a:xfrm>
              <a:off x="382929" y="5616030"/>
              <a:ext cx="286581" cy="28658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7ECAF8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1" u="none" strike="noStrike" kern="1200" cap="none" spc="0" normalizeH="0" baseline="0" noProof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2863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49005-3A6C-9234-89D8-2F1091BFF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9C7507D0-0C11-2BAC-3BDA-8FCC1BF0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/>
              <a:t>CTU Mportalo Remip Sumdo lor Sitame Tcons Ectetu: </a:t>
            </a:r>
            <a:r>
              <a:rPr lang="en-US" b="0"/>
              <a:t>Rad ipiscing elitsed do 4 eiusmod tempo – rincid iduntutla boree, tdoloremag, naaliqu aut enimadminim veniamquis</a:t>
            </a:r>
            <a:endParaRPr lang="en-US" kern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DF9A54-E86F-7330-B2F3-02C7661B09DE}"/>
              </a:ext>
            </a:extLst>
          </p:cNvPr>
          <p:cNvSpPr/>
          <p:nvPr/>
        </p:nvSpPr>
        <p:spPr bwMode="auto">
          <a:xfrm>
            <a:off x="92348" y="1346269"/>
            <a:ext cx="11998050" cy="2718574"/>
          </a:xfrm>
          <a:prstGeom prst="rect">
            <a:avLst/>
          </a:prstGeom>
          <a:solidFill>
            <a:srgbClr val="FFFFFF"/>
          </a:solidFill>
          <a:ln w="6350" cmpd="sng">
            <a:solidFill>
              <a:srgbClr val="B2E0FA"/>
            </a:solidFill>
            <a:miter lim="800000"/>
            <a:headEnd/>
            <a:tailEnd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0303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3F0EA6E-8345-640F-9BD4-8BB00E97464E}"/>
              </a:ext>
            </a:extLst>
          </p:cNvPr>
          <p:cNvSpPr/>
          <p:nvPr/>
        </p:nvSpPr>
        <p:spPr>
          <a:xfrm>
            <a:off x="198115" y="1498669"/>
            <a:ext cx="1879165" cy="1367797"/>
          </a:xfrm>
          <a:custGeom>
            <a:avLst/>
            <a:gdLst>
              <a:gd name="connsiteX0" fmla="*/ 0 w 2407069"/>
              <a:gd name="connsiteY0" fmla="*/ 0 h 1064404"/>
              <a:gd name="connsiteX1" fmla="*/ 2407069 w 2407069"/>
              <a:gd name="connsiteY1" fmla="*/ 0 h 1064404"/>
              <a:gd name="connsiteX2" fmla="*/ 2407069 w 2407069"/>
              <a:gd name="connsiteY2" fmla="*/ 1064404 h 1064404"/>
              <a:gd name="connsiteX3" fmla="*/ 0 w 2407069"/>
              <a:gd name="connsiteY3" fmla="*/ 1064404 h 1064404"/>
              <a:gd name="connsiteX4" fmla="*/ 0 w 2407069"/>
              <a:gd name="connsiteY4" fmla="*/ 0 h 106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7069" h="1064404">
                <a:moveTo>
                  <a:pt x="0" y="0"/>
                </a:moveTo>
                <a:lnTo>
                  <a:pt x="2407069" y="0"/>
                </a:lnTo>
                <a:lnTo>
                  <a:pt x="2407069" y="1064404"/>
                </a:lnTo>
                <a:lnTo>
                  <a:pt x="0" y="10644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114300" marR="0" lvl="0" indent="-11430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498CC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Nostrud exercita tionullam col abo risnisiu TA liquipe</a:t>
            </a:r>
          </a:p>
          <a:p>
            <a:pPr marL="114300" marR="0" lvl="0" indent="-11430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498CC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14300" marR="0" lvl="0" indent="-11430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498CC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$232XE AcO mmodoco nseq uat duisau te 18 irured</a:t>
            </a:r>
          </a:p>
          <a:p>
            <a:pPr marL="114300" marR="0" lvl="0" indent="-11430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498CC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14300" marR="0" lvl="0" indent="-11430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498CC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Olo RINr, EPRe hende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ABEEBB0-B74D-C05B-7E39-4DB5E32483F0}"/>
              </a:ext>
            </a:extLst>
          </p:cNvPr>
          <p:cNvSpPr/>
          <p:nvPr/>
        </p:nvSpPr>
        <p:spPr>
          <a:xfrm>
            <a:off x="3589865" y="1500418"/>
            <a:ext cx="1809189" cy="2253010"/>
          </a:xfrm>
          <a:custGeom>
            <a:avLst/>
            <a:gdLst>
              <a:gd name="connsiteX0" fmla="*/ 0 w 2659176"/>
              <a:gd name="connsiteY0" fmla="*/ 0 h 2813687"/>
              <a:gd name="connsiteX1" fmla="*/ 2659176 w 2659176"/>
              <a:gd name="connsiteY1" fmla="*/ 0 h 2813687"/>
              <a:gd name="connsiteX2" fmla="*/ 2659176 w 2659176"/>
              <a:gd name="connsiteY2" fmla="*/ 2813687 h 2813687"/>
              <a:gd name="connsiteX3" fmla="*/ 0 w 2659176"/>
              <a:gd name="connsiteY3" fmla="*/ 2813687 h 2813687"/>
              <a:gd name="connsiteX4" fmla="*/ 0 w 2659176"/>
              <a:gd name="connsiteY4" fmla="*/ 0 h 281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9176" h="2813687">
                <a:moveTo>
                  <a:pt x="0" y="0"/>
                </a:moveTo>
                <a:lnTo>
                  <a:pt x="2659176" y="0"/>
                </a:lnTo>
                <a:lnTo>
                  <a:pt x="2659176" y="2813687"/>
                </a:lnTo>
                <a:lnTo>
                  <a:pt x="0" y="281368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Ritinv oluptatev el Itessec Illumdolor eeu fugiatn ullaparia turexcept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Eursinto ccaecatcup idatatn onproiden 100+ tsuntin culpa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Quioffi cia deserunt mollitan imidest lab 46 orumcurab (~$0.5I turno)</a:t>
            </a:r>
          </a:p>
          <a:p>
            <a:pPr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457200" indent="-174625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Nnulla sitametni </a:t>
            </a:r>
            <a:r>
              <a:rPr lang="en-US" sz="1050" b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~$35SL </a:t>
            </a: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te MpU sconval lis </a:t>
            </a:r>
            <a:r>
              <a:rPr lang="en-US" sz="1050" b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~$20QU </a:t>
            </a: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is AC lectusp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Ellentes queinipsum idorcip ortadapib 100+ usvivam ussus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8CACA77-4D85-6B92-2E13-D73C88276BD3}"/>
              </a:ext>
            </a:extLst>
          </p:cNvPr>
          <p:cNvSpPr/>
          <p:nvPr/>
        </p:nvSpPr>
        <p:spPr>
          <a:xfrm>
            <a:off x="5501846" y="1499652"/>
            <a:ext cx="2008129" cy="2353256"/>
          </a:xfrm>
          <a:custGeom>
            <a:avLst/>
            <a:gdLst>
              <a:gd name="connsiteX0" fmla="*/ 0 w 2533315"/>
              <a:gd name="connsiteY0" fmla="*/ 0 h 3008633"/>
              <a:gd name="connsiteX1" fmla="*/ 2533315 w 2533315"/>
              <a:gd name="connsiteY1" fmla="*/ 0 h 3008633"/>
              <a:gd name="connsiteX2" fmla="*/ 2533315 w 2533315"/>
              <a:gd name="connsiteY2" fmla="*/ 3008633 h 3008633"/>
              <a:gd name="connsiteX3" fmla="*/ 0 w 2533315"/>
              <a:gd name="connsiteY3" fmla="*/ 3008633 h 3008633"/>
              <a:gd name="connsiteX4" fmla="*/ 0 w 2533315"/>
              <a:gd name="connsiteY4" fmla="*/ 0 h 3008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3315" h="3008633">
                <a:moveTo>
                  <a:pt x="0" y="0"/>
                </a:moveTo>
                <a:lnTo>
                  <a:pt x="2533315" y="0"/>
                </a:lnTo>
                <a:lnTo>
                  <a:pt x="2533315" y="3008633"/>
                </a:lnTo>
                <a:lnTo>
                  <a:pt x="0" y="300863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Cipittort O2R egetfeli spo rttitorvolu T2 pa T3 crasultri cie slig ulasedma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Gnadictumpo &amp; rtalor emips um dolors itametconse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Ctetur 90+ adipi sci ngelitse ddoeiusmodt empori nci diduntut labore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50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804863" lvl="2" indent="-2286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Et 2019, DOL oremagnaa li qua utenimad mi </a:t>
            </a:r>
            <a:r>
              <a:rPr lang="en-US" sz="1050" b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~$54NI </a:t>
            </a: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mv eniamquisn OsT rudexer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33603C1-C213-D520-0772-6C8DFFDAC779}"/>
              </a:ext>
            </a:extLst>
          </p:cNvPr>
          <p:cNvSpPr/>
          <p:nvPr/>
        </p:nvSpPr>
        <p:spPr>
          <a:xfrm>
            <a:off x="9962983" y="1479503"/>
            <a:ext cx="2082463" cy="588767"/>
          </a:xfrm>
          <a:custGeom>
            <a:avLst/>
            <a:gdLst>
              <a:gd name="connsiteX0" fmla="*/ 0 w 2533315"/>
              <a:gd name="connsiteY0" fmla="*/ 0 h 3008633"/>
              <a:gd name="connsiteX1" fmla="*/ 2533315 w 2533315"/>
              <a:gd name="connsiteY1" fmla="*/ 0 h 3008633"/>
              <a:gd name="connsiteX2" fmla="*/ 2533315 w 2533315"/>
              <a:gd name="connsiteY2" fmla="*/ 3008633 h 3008633"/>
              <a:gd name="connsiteX3" fmla="*/ 0 w 2533315"/>
              <a:gd name="connsiteY3" fmla="*/ 3008633 h 3008633"/>
              <a:gd name="connsiteX4" fmla="*/ 0 w 2533315"/>
              <a:gd name="connsiteY4" fmla="*/ 0 h 3008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3315" h="3008633">
                <a:moveTo>
                  <a:pt x="0" y="0"/>
                </a:moveTo>
                <a:lnTo>
                  <a:pt x="2533315" y="0"/>
                </a:lnTo>
                <a:lnTo>
                  <a:pt x="2533315" y="3008633"/>
                </a:lnTo>
                <a:lnTo>
                  <a:pt x="0" y="300863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CIT’a tionulla mco laboris nisiuta liquipex eacommod oconsequatd, uisautei ruredolor inr eprehender itinvolup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884EE786-C41E-C410-9F9E-9C80E3F91C4A}"/>
              </a:ext>
            </a:extLst>
          </p:cNvPr>
          <p:cNvSpPr/>
          <p:nvPr/>
        </p:nvSpPr>
        <p:spPr bwMode="auto">
          <a:xfrm>
            <a:off x="101600" y="774501"/>
            <a:ext cx="11988800" cy="629920"/>
          </a:xfrm>
          <a:prstGeom prst="round2SameRect">
            <a:avLst/>
          </a:prstGeom>
          <a:solidFill>
            <a:srgbClr val="B2E0FA"/>
          </a:solidFill>
          <a:ln w="9525">
            <a:solidFill>
              <a:srgbClr val="B2E0FA"/>
            </a:solidFill>
            <a:miter lim="800000"/>
            <a:headEnd/>
            <a:tailEnd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303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8D5045-B09A-772C-1171-EC577CF9F314}"/>
              </a:ext>
            </a:extLst>
          </p:cNvPr>
          <p:cNvSpPr/>
          <p:nvPr/>
        </p:nvSpPr>
        <p:spPr>
          <a:xfrm>
            <a:off x="2456365" y="946573"/>
            <a:ext cx="9313849" cy="272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4EDFC"/>
              </a:buClr>
              <a:buSzPct val="120000"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TAT eveli tessecil, lumdoloreeu fugiatnul, lap ariatu rexcepteur si ntocc aecatcu pidatatnon</a:t>
            </a:r>
            <a:r>
              <a:rPr lang="en-US" sz="1200" ker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 pro identsuntincu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5FAAA8-A75E-41F6-E4F6-BCF7464B1955}"/>
              </a:ext>
            </a:extLst>
          </p:cNvPr>
          <p:cNvSpPr/>
          <p:nvPr/>
        </p:nvSpPr>
        <p:spPr>
          <a:xfrm>
            <a:off x="535098" y="935573"/>
            <a:ext cx="19433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Lpaquiof Ficiadeser: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41" name="Rectangle: Top Corners Rounded 40">
            <a:extLst>
              <a:ext uri="{FF2B5EF4-FFF2-40B4-BE49-F238E27FC236}">
                <a16:creationId xmlns:a16="http://schemas.microsoft.com/office/drawing/2014/main" id="{D461EA46-F604-EE3B-F2BC-35B973473D1D}"/>
              </a:ext>
            </a:extLst>
          </p:cNvPr>
          <p:cNvSpPr/>
          <p:nvPr/>
        </p:nvSpPr>
        <p:spPr bwMode="auto">
          <a:xfrm flipV="1">
            <a:off x="101600" y="3907004"/>
            <a:ext cx="11988800" cy="328248"/>
          </a:xfrm>
          <a:prstGeom prst="round2SameRect">
            <a:avLst>
              <a:gd name="adj1" fmla="val 15947"/>
              <a:gd name="adj2" fmla="val 0"/>
            </a:avLst>
          </a:prstGeom>
          <a:solidFill>
            <a:srgbClr val="A97C50"/>
          </a:solidFill>
          <a:ln w="9525">
            <a:solidFill>
              <a:srgbClr val="A97C50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B3DE392-B0E4-75D5-04E0-6D49A1081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267" y="3929009"/>
            <a:ext cx="6707638" cy="31329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1864CFD-50C3-E29E-237F-911F0C197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94" y="4550078"/>
            <a:ext cx="6168531" cy="29655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8ABBDE4F-057A-A39A-0BC3-9AE77890AEEE}"/>
              </a:ext>
            </a:extLst>
          </p:cNvPr>
          <p:cNvGrpSpPr/>
          <p:nvPr/>
        </p:nvGrpSpPr>
        <p:grpSpPr>
          <a:xfrm>
            <a:off x="849067" y="3772949"/>
            <a:ext cx="463432" cy="356750"/>
            <a:chOff x="392050" y="3260517"/>
            <a:chExt cx="463432" cy="356750"/>
          </a:xfrm>
        </p:grpSpPr>
        <p:grpSp>
          <p:nvGrpSpPr>
            <p:cNvPr id="70" name="Group 4">
              <a:extLst>
                <a:ext uri="{FF2B5EF4-FFF2-40B4-BE49-F238E27FC236}">
                  <a16:creationId xmlns:a16="http://schemas.microsoft.com/office/drawing/2014/main" id="{1EEC425B-D6C5-3BBE-136C-BE4B20696A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2050" y="3338485"/>
              <a:ext cx="463432" cy="278782"/>
              <a:chOff x="1228" y="2176"/>
              <a:chExt cx="402" cy="212"/>
            </a:xfrm>
          </p:grpSpPr>
          <p:sp>
            <p:nvSpPr>
              <p:cNvPr id="89" name="Freeform 14">
                <a:extLst>
                  <a:ext uri="{FF2B5EF4-FFF2-40B4-BE49-F238E27FC236}">
                    <a16:creationId xmlns:a16="http://schemas.microsoft.com/office/drawing/2014/main" id="{B5AAF846-8A02-D581-BC86-24D1FA29B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190"/>
                <a:ext cx="48" cy="47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8 w 80"/>
                  <a:gd name="T5" fmla="*/ 38 h 80"/>
                  <a:gd name="T6" fmla="*/ 38 w 80"/>
                  <a:gd name="T7" fmla="*/ 2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4"/>
                      <a:pt x="20" y="80"/>
                      <a:pt x="42" y="79"/>
                    </a:cubicBezTo>
                    <a:cubicBezTo>
                      <a:pt x="63" y="78"/>
                      <a:pt x="80" y="60"/>
                      <a:pt x="78" y="38"/>
                    </a:cubicBezTo>
                    <a:cubicBezTo>
                      <a:pt x="77" y="17"/>
                      <a:pt x="59" y="0"/>
                      <a:pt x="38" y="2"/>
                    </a:cubicBezTo>
                    <a:cubicBezTo>
                      <a:pt x="16" y="3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0" name="Freeform 15">
                <a:extLst>
                  <a:ext uri="{FF2B5EF4-FFF2-40B4-BE49-F238E27FC236}">
                    <a16:creationId xmlns:a16="http://schemas.microsoft.com/office/drawing/2014/main" id="{AE789E5F-1DA3-F5FC-5DED-6C75DD975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4" y="2205"/>
                <a:ext cx="48" cy="47"/>
              </a:xfrm>
              <a:custGeom>
                <a:avLst/>
                <a:gdLst>
                  <a:gd name="T0" fmla="*/ 1 w 80"/>
                  <a:gd name="T1" fmla="*/ 42 h 79"/>
                  <a:gd name="T2" fmla="*/ 42 w 80"/>
                  <a:gd name="T3" fmla="*/ 78 h 79"/>
                  <a:gd name="T4" fmla="*/ 78 w 80"/>
                  <a:gd name="T5" fmla="*/ 37 h 79"/>
                  <a:gd name="T6" fmla="*/ 38 w 80"/>
                  <a:gd name="T7" fmla="*/ 1 h 79"/>
                  <a:gd name="T8" fmla="*/ 1 w 80"/>
                  <a:gd name="T9" fmla="*/ 4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79">
                    <a:moveTo>
                      <a:pt x="1" y="42"/>
                    </a:moveTo>
                    <a:cubicBezTo>
                      <a:pt x="2" y="63"/>
                      <a:pt x="20" y="79"/>
                      <a:pt x="42" y="78"/>
                    </a:cubicBezTo>
                    <a:cubicBezTo>
                      <a:pt x="63" y="77"/>
                      <a:pt x="80" y="59"/>
                      <a:pt x="78" y="37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1" name="Freeform 16">
                <a:extLst>
                  <a:ext uri="{FF2B5EF4-FFF2-40B4-BE49-F238E27FC236}">
                    <a16:creationId xmlns:a16="http://schemas.microsoft.com/office/drawing/2014/main" id="{88722B9D-93B7-D8F7-ABD6-5F483B7951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207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8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3"/>
                      <a:pt x="21" y="80"/>
                      <a:pt x="42" y="78"/>
                    </a:cubicBezTo>
                    <a:cubicBezTo>
                      <a:pt x="63" y="77"/>
                      <a:pt x="80" y="59"/>
                      <a:pt x="79" y="38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2" name="Freeform 17">
                <a:extLst>
                  <a:ext uri="{FF2B5EF4-FFF2-40B4-BE49-F238E27FC236}">
                    <a16:creationId xmlns:a16="http://schemas.microsoft.com/office/drawing/2014/main" id="{76FAFFB9-7598-FC22-17A4-4892BD953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0" y="2182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3" y="64"/>
                      <a:pt x="21" y="80"/>
                      <a:pt x="42" y="79"/>
                    </a:cubicBezTo>
                    <a:cubicBezTo>
                      <a:pt x="64" y="78"/>
                      <a:pt x="80" y="59"/>
                      <a:pt x="79" y="38"/>
                    </a:cubicBezTo>
                    <a:cubicBezTo>
                      <a:pt x="78" y="17"/>
                      <a:pt x="59" y="0"/>
                      <a:pt x="38" y="1"/>
                    </a:cubicBezTo>
                    <a:cubicBezTo>
                      <a:pt x="17" y="2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3" name="Freeform 18">
                <a:extLst>
                  <a:ext uri="{FF2B5EF4-FFF2-40B4-BE49-F238E27FC236}">
                    <a16:creationId xmlns:a16="http://schemas.microsoft.com/office/drawing/2014/main" id="{DF408CA0-318C-0981-F420-EF6E7784C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2207"/>
                <a:ext cx="48" cy="48"/>
              </a:xfrm>
              <a:custGeom>
                <a:avLst/>
                <a:gdLst>
                  <a:gd name="T0" fmla="*/ 2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2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2" y="42"/>
                    </a:moveTo>
                    <a:cubicBezTo>
                      <a:pt x="3" y="63"/>
                      <a:pt x="21" y="80"/>
                      <a:pt x="42" y="79"/>
                    </a:cubicBezTo>
                    <a:cubicBezTo>
                      <a:pt x="64" y="77"/>
                      <a:pt x="80" y="59"/>
                      <a:pt x="79" y="38"/>
                    </a:cubicBezTo>
                    <a:cubicBezTo>
                      <a:pt x="78" y="16"/>
                      <a:pt x="60" y="0"/>
                      <a:pt x="38" y="1"/>
                    </a:cubicBezTo>
                    <a:cubicBezTo>
                      <a:pt x="17" y="2"/>
                      <a:pt x="0" y="21"/>
                      <a:pt x="2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Freeform 19">
                <a:extLst>
                  <a:ext uri="{FF2B5EF4-FFF2-40B4-BE49-F238E27FC236}">
                    <a16:creationId xmlns:a16="http://schemas.microsoft.com/office/drawing/2014/main" id="{B84C5900-C2D7-764A-9316-C4564A4F2E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5" y="2188"/>
                <a:ext cx="57" cy="58"/>
              </a:xfrm>
              <a:custGeom>
                <a:avLst/>
                <a:gdLst>
                  <a:gd name="T0" fmla="*/ 1 w 96"/>
                  <a:gd name="T1" fmla="*/ 50 h 96"/>
                  <a:gd name="T2" fmla="*/ 50 w 96"/>
                  <a:gd name="T3" fmla="*/ 94 h 96"/>
                  <a:gd name="T4" fmla="*/ 95 w 96"/>
                  <a:gd name="T5" fmla="*/ 45 h 96"/>
                  <a:gd name="T6" fmla="*/ 45 w 96"/>
                  <a:gd name="T7" fmla="*/ 1 h 96"/>
                  <a:gd name="T8" fmla="*/ 1 w 96"/>
                  <a:gd name="T9" fmla="*/ 5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96">
                    <a:moveTo>
                      <a:pt x="1" y="50"/>
                    </a:moveTo>
                    <a:cubicBezTo>
                      <a:pt x="3" y="76"/>
                      <a:pt x="25" y="96"/>
                      <a:pt x="50" y="94"/>
                    </a:cubicBezTo>
                    <a:cubicBezTo>
                      <a:pt x="76" y="93"/>
                      <a:pt x="96" y="71"/>
                      <a:pt x="95" y="45"/>
                    </a:cubicBezTo>
                    <a:cubicBezTo>
                      <a:pt x="93" y="19"/>
                      <a:pt x="71" y="0"/>
                      <a:pt x="45" y="1"/>
                    </a:cubicBezTo>
                    <a:cubicBezTo>
                      <a:pt x="20" y="3"/>
                      <a:pt x="0" y="25"/>
                      <a:pt x="1" y="50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5" name="Freeform 20">
                <a:extLst>
                  <a:ext uri="{FF2B5EF4-FFF2-40B4-BE49-F238E27FC236}">
                    <a16:creationId xmlns:a16="http://schemas.microsoft.com/office/drawing/2014/main" id="{82E0510A-9F30-F9AE-6BA0-901E62322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6" y="2176"/>
                <a:ext cx="49" cy="49"/>
              </a:xfrm>
              <a:custGeom>
                <a:avLst/>
                <a:gdLst>
                  <a:gd name="T0" fmla="*/ 1 w 82"/>
                  <a:gd name="T1" fmla="*/ 43 h 82"/>
                  <a:gd name="T2" fmla="*/ 43 w 82"/>
                  <a:gd name="T3" fmla="*/ 81 h 82"/>
                  <a:gd name="T4" fmla="*/ 81 w 82"/>
                  <a:gd name="T5" fmla="*/ 39 h 82"/>
                  <a:gd name="T6" fmla="*/ 39 w 82"/>
                  <a:gd name="T7" fmla="*/ 1 h 82"/>
                  <a:gd name="T8" fmla="*/ 1 w 82"/>
                  <a:gd name="T9" fmla="*/ 4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1" y="43"/>
                    </a:moveTo>
                    <a:cubicBezTo>
                      <a:pt x="2" y="66"/>
                      <a:pt x="21" y="82"/>
                      <a:pt x="43" y="81"/>
                    </a:cubicBezTo>
                    <a:cubicBezTo>
                      <a:pt x="65" y="80"/>
                      <a:pt x="82" y="61"/>
                      <a:pt x="81" y="39"/>
                    </a:cubicBezTo>
                    <a:cubicBezTo>
                      <a:pt x="80" y="17"/>
                      <a:pt x="61" y="0"/>
                      <a:pt x="39" y="1"/>
                    </a:cubicBezTo>
                    <a:cubicBezTo>
                      <a:pt x="17" y="3"/>
                      <a:pt x="0" y="21"/>
                      <a:pt x="1" y="43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6" name="Oval 21">
                <a:extLst>
                  <a:ext uri="{FF2B5EF4-FFF2-40B4-BE49-F238E27FC236}">
                    <a16:creationId xmlns:a16="http://schemas.microsoft.com/office/drawing/2014/main" id="{95258E50-1806-A356-061C-E6D80C75A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0" y="2228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7" name="Oval 22">
                <a:extLst>
                  <a:ext uri="{FF2B5EF4-FFF2-40B4-BE49-F238E27FC236}">
                    <a16:creationId xmlns:a16="http://schemas.microsoft.com/office/drawing/2014/main" id="{CC565491-BA7D-238D-EF9B-E811AF4AD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5" y="2241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8" name="Oval 23">
                <a:extLst>
                  <a:ext uri="{FF2B5EF4-FFF2-40B4-BE49-F238E27FC236}">
                    <a16:creationId xmlns:a16="http://schemas.microsoft.com/office/drawing/2014/main" id="{E3DFA4C2-6DD5-D03F-BF4F-77174805F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2234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9" name="Oval 24">
                <a:extLst>
                  <a:ext uri="{FF2B5EF4-FFF2-40B4-BE49-F238E27FC236}">
                    <a16:creationId xmlns:a16="http://schemas.microsoft.com/office/drawing/2014/main" id="{D744EC82-2A40-072D-44C8-13ECCBE6C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2" y="2223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0" name="Oval 25">
                <a:extLst>
                  <a:ext uri="{FF2B5EF4-FFF2-40B4-BE49-F238E27FC236}">
                    <a16:creationId xmlns:a16="http://schemas.microsoft.com/office/drawing/2014/main" id="{7BCC6779-CD73-D82C-F303-5DFD64865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" y="2206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1" name="Oval 26">
                <a:extLst>
                  <a:ext uri="{FF2B5EF4-FFF2-40B4-BE49-F238E27FC236}">
                    <a16:creationId xmlns:a16="http://schemas.microsoft.com/office/drawing/2014/main" id="{AC4A06CC-DD55-AD75-C57F-A0CBDE7C2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8" y="2237"/>
                <a:ext cx="34" cy="35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2" name="Oval 27">
                <a:extLst>
                  <a:ext uri="{FF2B5EF4-FFF2-40B4-BE49-F238E27FC236}">
                    <a16:creationId xmlns:a16="http://schemas.microsoft.com/office/drawing/2014/main" id="{2F5D2F53-3410-C534-1BBB-087029CFF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2224"/>
                <a:ext cx="42" cy="41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3" name="Oval 28">
                <a:extLst>
                  <a:ext uri="{FF2B5EF4-FFF2-40B4-BE49-F238E27FC236}">
                    <a16:creationId xmlns:a16="http://schemas.microsoft.com/office/drawing/2014/main" id="{A74243A3-CC49-68F4-EAD8-77F72CAE6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2" y="2209"/>
                <a:ext cx="47" cy="46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4" name="Freeform 29">
                <a:extLst>
                  <a:ext uri="{FF2B5EF4-FFF2-40B4-BE49-F238E27FC236}">
                    <a16:creationId xmlns:a16="http://schemas.microsoft.com/office/drawing/2014/main" id="{8A0F9B99-43CB-4064-1628-897D8E330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2182"/>
                <a:ext cx="402" cy="206"/>
              </a:xfrm>
              <a:custGeom>
                <a:avLst/>
                <a:gdLst>
                  <a:gd name="T0" fmla="*/ 661 w 671"/>
                  <a:gd name="T1" fmla="*/ 63 h 346"/>
                  <a:gd name="T2" fmla="*/ 566 w 671"/>
                  <a:gd name="T3" fmla="*/ 5 h 346"/>
                  <a:gd name="T4" fmla="*/ 542 w 671"/>
                  <a:gd name="T5" fmla="*/ 0 h 346"/>
                  <a:gd name="T6" fmla="*/ 505 w 671"/>
                  <a:gd name="T7" fmla="*/ 38 h 346"/>
                  <a:gd name="T8" fmla="*/ 521 w 671"/>
                  <a:gd name="T9" fmla="*/ 74 h 346"/>
                  <a:gd name="T10" fmla="*/ 358 w 671"/>
                  <a:gd name="T11" fmla="*/ 131 h 346"/>
                  <a:gd name="T12" fmla="*/ 201 w 671"/>
                  <a:gd name="T13" fmla="*/ 78 h 346"/>
                  <a:gd name="T14" fmla="*/ 209 w 671"/>
                  <a:gd name="T15" fmla="*/ 48 h 346"/>
                  <a:gd name="T16" fmla="*/ 175 w 671"/>
                  <a:gd name="T17" fmla="*/ 15 h 346"/>
                  <a:gd name="T18" fmla="*/ 158 w 671"/>
                  <a:gd name="T19" fmla="*/ 17 h 346"/>
                  <a:gd name="T20" fmla="*/ 20 w 671"/>
                  <a:gd name="T21" fmla="*/ 59 h 346"/>
                  <a:gd name="T22" fmla="*/ 0 w 671"/>
                  <a:gd name="T23" fmla="*/ 59 h 346"/>
                  <a:gd name="T24" fmla="*/ 358 w 671"/>
                  <a:gd name="T25" fmla="*/ 346 h 346"/>
                  <a:gd name="T26" fmla="*/ 671 w 671"/>
                  <a:gd name="T27" fmla="*/ 63 h 346"/>
                  <a:gd name="T28" fmla="*/ 661 w 671"/>
                  <a:gd name="T29" fmla="*/ 63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1" h="346">
                    <a:moveTo>
                      <a:pt x="661" y="63"/>
                    </a:moveTo>
                    <a:cubicBezTo>
                      <a:pt x="626" y="63"/>
                      <a:pt x="596" y="22"/>
                      <a:pt x="566" y="5"/>
                    </a:cubicBezTo>
                    <a:cubicBezTo>
                      <a:pt x="559" y="1"/>
                      <a:pt x="551" y="0"/>
                      <a:pt x="542" y="0"/>
                    </a:cubicBezTo>
                    <a:cubicBezTo>
                      <a:pt x="522" y="2"/>
                      <a:pt x="506" y="18"/>
                      <a:pt x="505" y="38"/>
                    </a:cubicBezTo>
                    <a:cubicBezTo>
                      <a:pt x="504" y="53"/>
                      <a:pt x="511" y="66"/>
                      <a:pt x="521" y="74"/>
                    </a:cubicBezTo>
                    <a:cubicBezTo>
                      <a:pt x="477" y="110"/>
                      <a:pt x="420" y="131"/>
                      <a:pt x="358" y="131"/>
                    </a:cubicBezTo>
                    <a:cubicBezTo>
                      <a:pt x="299" y="131"/>
                      <a:pt x="244" y="111"/>
                      <a:pt x="201" y="78"/>
                    </a:cubicBezTo>
                    <a:cubicBezTo>
                      <a:pt x="207" y="70"/>
                      <a:pt x="211" y="60"/>
                      <a:pt x="209" y="48"/>
                    </a:cubicBezTo>
                    <a:cubicBezTo>
                      <a:pt x="207" y="31"/>
                      <a:pt x="193" y="16"/>
                      <a:pt x="175" y="15"/>
                    </a:cubicBezTo>
                    <a:cubicBezTo>
                      <a:pt x="169" y="14"/>
                      <a:pt x="163" y="15"/>
                      <a:pt x="158" y="17"/>
                    </a:cubicBezTo>
                    <a:cubicBezTo>
                      <a:pt x="122" y="29"/>
                      <a:pt x="57" y="59"/>
                      <a:pt x="20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232"/>
                      <a:pt x="185" y="346"/>
                      <a:pt x="358" y="346"/>
                    </a:cubicBezTo>
                    <a:cubicBezTo>
                      <a:pt x="531" y="346"/>
                      <a:pt x="671" y="236"/>
                      <a:pt x="671" y="63"/>
                    </a:cubicBezTo>
                    <a:lnTo>
                      <a:pt x="661" y="63"/>
                    </a:lnTo>
                    <a:close/>
                  </a:path>
                </a:pathLst>
              </a:cu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012C67B-BE37-57CD-14C5-8529FB6D0DE5}"/>
                </a:ext>
              </a:extLst>
            </p:cNvPr>
            <p:cNvGrpSpPr/>
            <p:nvPr/>
          </p:nvGrpSpPr>
          <p:grpSpPr>
            <a:xfrm>
              <a:off x="604623" y="3260517"/>
              <a:ext cx="57385" cy="60579"/>
              <a:chOff x="570482" y="2982346"/>
              <a:chExt cx="57385" cy="60579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34FDC74F-0B14-178B-9744-98AB43F18862}"/>
                  </a:ext>
                </a:extLst>
              </p:cNvPr>
              <p:cNvSpPr/>
              <p:nvPr/>
            </p:nvSpPr>
            <p:spPr>
              <a:xfrm>
                <a:off x="577766" y="2990538"/>
                <a:ext cx="50101" cy="52387"/>
              </a:xfrm>
              <a:custGeom>
                <a:avLst/>
                <a:gdLst>
                  <a:gd name="connsiteX0" fmla="*/ 59925 w 57149"/>
                  <a:gd name="connsiteY0" fmla="*/ 915 h 52387"/>
                  <a:gd name="connsiteX1" fmla="*/ 17539 w 57149"/>
                  <a:gd name="connsiteY1" fmla="*/ 9487 h 52387"/>
                  <a:gd name="connsiteX2" fmla="*/ 12253 w 57149"/>
                  <a:gd name="connsiteY2" fmla="*/ 14678 h 52387"/>
                  <a:gd name="connsiteX3" fmla="*/ 10681 w 57149"/>
                  <a:gd name="connsiteY3" fmla="*/ 16583 h 52387"/>
                  <a:gd name="connsiteX4" fmla="*/ 7823 w 57149"/>
                  <a:gd name="connsiteY4" fmla="*/ 20108 h 52387"/>
                  <a:gd name="connsiteX5" fmla="*/ 6347 w 57149"/>
                  <a:gd name="connsiteY5" fmla="*/ 22394 h 52387"/>
                  <a:gd name="connsiteX6" fmla="*/ 4347 w 57149"/>
                  <a:gd name="connsiteY6" fmla="*/ 25632 h 52387"/>
                  <a:gd name="connsiteX7" fmla="*/ 3156 w 57149"/>
                  <a:gd name="connsiteY7" fmla="*/ 28109 h 52387"/>
                  <a:gd name="connsiteX8" fmla="*/ 1823 w 57149"/>
                  <a:gd name="connsiteY8" fmla="*/ 31109 h 52387"/>
                  <a:gd name="connsiteX9" fmla="*/ 1061 w 57149"/>
                  <a:gd name="connsiteY9" fmla="*/ 33586 h 52387"/>
                  <a:gd name="connsiteX10" fmla="*/ 346 w 57149"/>
                  <a:gd name="connsiteY10" fmla="*/ 36395 h 52387"/>
                  <a:gd name="connsiteX11" fmla="*/ 108 w 57149"/>
                  <a:gd name="connsiteY11" fmla="*/ 38824 h 52387"/>
                  <a:gd name="connsiteX12" fmla="*/ 13 w 57149"/>
                  <a:gd name="connsiteY12" fmla="*/ 41348 h 52387"/>
                  <a:gd name="connsiteX13" fmla="*/ 299 w 57149"/>
                  <a:gd name="connsiteY13" fmla="*/ 43587 h 52387"/>
                  <a:gd name="connsiteX14" fmla="*/ 775 w 57149"/>
                  <a:gd name="connsiteY14" fmla="*/ 45778 h 52387"/>
                  <a:gd name="connsiteX15" fmla="*/ 1632 w 57149"/>
                  <a:gd name="connsiteY15" fmla="*/ 47730 h 52387"/>
                  <a:gd name="connsiteX16" fmla="*/ 1727 w 57149"/>
                  <a:gd name="connsiteY16" fmla="*/ 47921 h 52387"/>
                  <a:gd name="connsiteX17" fmla="*/ 1537 w 57149"/>
                  <a:gd name="connsiteY17" fmla="*/ 47825 h 52387"/>
                  <a:gd name="connsiteX18" fmla="*/ 2013 w 57149"/>
                  <a:gd name="connsiteY18" fmla="*/ 48540 h 52387"/>
                  <a:gd name="connsiteX19" fmla="*/ 2204 w 57149"/>
                  <a:gd name="connsiteY19" fmla="*/ 49016 h 52387"/>
                  <a:gd name="connsiteX20" fmla="*/ 2204 w 57149"/>
                  <a:gd name="connsiteY20" fmla="*/ 48826 h 52387"/>
                  <a:gd name="connsiteX21" fmla="*/ 3251 w 57149"/>
                  <a:gd name="connsiteY21" fmla="*/ 50397 h 52387"/>
                  <a:gd name="connsiteX22" fmla="*/ 33493 w 57149"/>
                  <a:gd name="connsiteY22" fmla="*/ 50159 h 52387"/>
                  <a:gd name="connsiteX23" fmla="*/ 45638 w 57149"/>
                  <a:gd name="connsiteY23" fmla="*/ 41825 h 52387"/>
                  <a:gd name="connsiteX24" fmla="*/ 54496 w 57149"/>
                  <a:gd name="connsiteY24" fmla="*/ 29680 h 52387"/>
                  <a:gd name="connsiteX25" fmla="*/ 55925 w 57149"/>
                  <a:gd name="connsiteY25" fmla="*/ 26299 h 52387"/>
                  <a:gd name="connsiteX26" fmla="*/ 59211 w 57149"/>
                  <a:gd name="connsiteY26" fmla="*/ 13202 h 52387"/>
                  <a:gd name="connsiteX27" fmla="*/ 59925 w 57149"/>
                  <a:gd name="connsiteY27" fmla="*/ 915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7149" h="52387">
                    <a:moveTo>
                      <a:pt x="59925" y="915"/>
                    </a:moveTo>
                    <a:cubicBezTo>
                      <a:pt x="59925" y="915"/>
                      <a:pt x="33208" y="-4133"/>
                      <a:pt x="17539" y="9487"/>
                    </a:cubicBezTo>
                    <a:cubicBezTo>
                      <a:pt x="15634" y="11154"/>
                      <a:pt x="13872" y="12869"/>
                      <a:pt x="12253" y="14678"/>
                    </a:cubicBezTo>
                    <a:cubicBezTo>
                      <a:pt x="11681" y="15298"/>
                      <a:pt x="11252" y="15917"/>
                      <a:pt x="10681" y="16583"/>
                    </a:cubicBezTo>
                    <a:cubicBezTo>
                      <a:pt x="9681" y="17774"/>
                      <a:pt x="8681" y="18917"/>
                      <a:pt x="7823" y="20108"/>
                    </a:cubicBezTo>
                    <a:cubicBezTo>
                      <a:pt x="7252" y="20870"/>
                      <a:pt x="6823" y="21632"/>
                      <a:pt x="6347" y="22394"/>
                    </a:cubicBezTo>
                    <a:cubicBezTo>
                      <a:pt x="5633" y="23489"/>
                      <a:pt x="4918" y="24537"/>
                      <a:pt x="4347" y="25632"/>
                    </a:cubicBezTo>
                    <a:cubicBezTo>
                      <a:pt x="3871" y="26442"/>
                      <a:pt x="3585" y="27299"/>
                      <a:pt x="3156" y="28109"/>
                    </a:cubicBezTo>
                    <a:cubicBezTo>
                      <a:pt x="2680" y="29109"/>
                      <a:pt x="2204" y="30109"/>
                      <a:pt x="1823" y="31109"/>
                    </a:cubicBezTo>
                    <a:cubicBezTo>
                      <a:pt x="1489" y="31966"/>
                      <a:pt x="1299" y="32776"/>
                      <a:pt x="1061" y="33586"/>
                    </a:cubicBezTo>
                    <a:cubicBezTo>
                      <a:pt x="775" y="34538"/>
                      <a:pt x="489" y="35443"/>
                      <a:pt x="346" y="36395"/>
                    </a:cubicBezTo>
                    <a:cubicBezTo>
                      <a:pt x="203" y="37205"/>
                      <a:pt x="156" y="38015"/>
                      <a:pt x="108" y="38824"/>
                    </a:cubicBezTo>
                    <a:cubicBezTo>
                      <a:pt x="61" y="39682"/>
                      <a:pt x="-35" y="40539"/>
                      <a:pt x="13" y="41348"/>
                    </a:cubicBezTo>
                    <a:cubicBezTo>
                      <a:pt x="61" y="42110"/>
                      <a:pt x="156" y="42825"/>
                      <a:pt x="299" y="43587"/>
                    </a:cubicBezTo>
                    <a:cubicBezTo>
                      <a:pt x="442" y="44349"/>
                      <a:pt x="537" y="45111"/>
                      <a:pt x="775" y="45778"/>
                    </a:cubicBezTo>
                    <a:cubicBezTo>
                      <a:pt x="1013" y="46444"/>
                      <a:pt x="1299" y="47063"/>
                      <a:pt x="1632" y="47730"/>
                    </a:cubicBezTo>
                    <a:cubicBezTo>
                      <a:pt x="1680" y="47778"/>
                      <a:pt x="1680" y="47825"/>
                      <a:pt x="1727" y="47921"/>
                    </a:cubicBezTo>
                    <a:cubicBezTo>
                      <a:pt x="1680" y="47873"/>
                      <a:pt x="1585" y="47873"/>
                      <a:pt x="1537" y="47825"/>
                    </a:cubicBezTo>
                    <a:cubicBezTo>
                      <a:pt x="1680" y="48064"/>
                      <a:pt x="1870" y="48302"/>
                      <a:pt x="2013" y="48540"/>
                    </a:cubicBezTo>
                    <a:cubicBezTo>
                      <a:pt x="2108" y="48683"/>
                      <a:pt x="2108" y="48873"/>
                      <a:pt x="2204" y="49016"/>
                    </a:cubicBezTo>
                    <a:cubicBezTo>
                      <a:pt x="2204" y="48968"/>
                      <a:pt x="2204" y="48873"/>
                      <a:pt x="2204" y="48826"/>
                    </a:cubicBezTo>
                    <a:cubicBezTo>
                      <a:pt x="2537" y="49349"/>
                      <a:pt x="2823" y="49921"/>
                      <a:pt x="3251" y="50397"/>
                    </a:cubicBezTo>
                    <a:cubicBezTo>
                      <a:pt x="9062" y="57065"/>
                      <a:pt x="21206" y="56588"/>
                      <a:pt x="33493" y="50159"/>
                    </a:cubicBezTo>
                    <a:cubicBezTo>
                      <a:pt x="37589" y="48016"/>
                      <a:pt x="41732" y="45206"/>
                      <a:pt x="45638" y="41825"/>
                    </a:cubicBezTo>
                    <a:cubicBezTo>
                      <a:pt x="49543" y="38396"/>
                      <a:pt x="52400" y="34157"/>
                      <a:pt x="54496" y="29680"/>
                    </a:cubicBezTo>
                    <a:cubicBezTo>
                      <a:pt x="55020" y="28585"/>
                      <a:pt x="55496" y="27442"/>
                      <a:pt x="55925" y="26299"/>
                    </a:cubicBezTo>
                    <a:cubicBezTo>
                      <a:pt x="57639" y="21775"/>
                      <a:pt x="58639" y="17203"/>
                      <a:pt x="59211" y="13202"/>
                    </a:cubicBezTo>
                    <a:cubicBezTo>
                      <a:pt x="60163" y="6154"/>
                      <a:pt x="59925" y="915"/>
                      <a:pt x="59925" y="915"/>
                    </a:cubicBezTo>
                    <a:close/>
                  </a:path>
                </a:pathLst>
              </a:custGeom>
              <a:solidFill>
                <a:srgbClr val="CCCCCC"/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EF68122-7CF7-6969-7B97-9145543049D7}"/>
                  </a:ext>
                </a:extLst>
              </p:cNvPr>
              <p:cNvSpPr/>
              <p:nvPr/>
            </p:nvSpPr>
            <p:spPr>
              <a:xfrm>
                <a:off x="570482" y="2982346"/>
                <a:ext cx="50101" cy="52387"/>
              </a:xfrm>
              <a:custGeom>
                <a:avLst/>
                <a:gdLst>
                  <a:gd name="connsiteX0" fmla="*/ 45659 w 57149"/>
                  <a:gd name="connsiteY0" fmla="*/ 41729 h 52387"/>
                  <a:gd name="connsiteX1" fmla="*/ 3273 w 57149"/>
                  <a:gd name="connsiteY1" fmla="*/ 50302 h 52387"/>
                  <a:gd name="connsiteX2" fmla="*/ 17608 w 57149"/>
                  <a:gd name="connsiteY2" fmla="*/ 9487 h 52387"/>
                  <a:gd name="connsiteX3" fmla="*/ 59994 w 57149"/>
                  <a:gd name="connsiteY3" fmla="*/ 915 h 52387"/>
                  <a:gd name="connsiteX4" fmla="*/ 45659 w 57149"/>
                  <a:gd name="connsiteY4" fmla="*/ 41729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49" h="52387">
                    <a:moveTo>
                      <a:pt x="45659" y="41729"/>
                    </a:moveTo>
                    <a:cubicBezTo>
                      <a:pt x="29991" y="55350"/>
                      <a:pt x="10988" y="59208"/>
                      <a:pt x="3273" y="50302"/>
                    </a:cubicBezTo>
                    <a:cubicBezTo>
                      <a:pt x="-4442" y="41396"/>
                      <a:pt x="1940" y="23108"/>
                      <a:pt x="17608" y="9487"/>
                    </a:cubicBezTo>
                    <a:cubicBezTo>
                      <a:pt x="33277" y="-4133"/>
                      <a:pt x="59994" y="915"/>
                      <a:pt x="59994" y="915"/>
                    </a:cubicBezTo>
                    <a:cubicBezTo>
                      <a:pt x="59994" y="915"/>
                      <a:pt x="61328" y="28109"/>
                      <a:pt x="45659" y="41729"/>
                    </a:cubicBezTo>
                    <a:close/>
                  </a:path>
                </a:pathLst>
              </a:custGeom>
              <a:solidFill>
                <a:srgbClr val="FFD313"/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81D0427-D131-8ED0-0520-81ADB4E6057E}"/>
                  </a:ext>
                </a:extLst>
              </p:cNvPr>
              <p:cNvSpPr/>
              <p:nvPr/>
            </p:nvSpPr>
            <p:spPr>
              <a:xfrm>
                <a:off x="571890" y="2983261"/>
                <a:ext cx="50101" cy="52387"/>
              </a:xfrm>
              <a:custGeom>
                <a:avLst/>
                <a:gdLst>
                  <a:gd name="connsiteX0" fmla="*/ 58436 w 57149"/>
                  <a:gd name="connsiteY0" fmla="*/ 0 h 52387"/>
                  <a:gd name="connsiteX1" fmla="*/ 40100 w 57149"/>
                  <a:gd name="connsiteY1" fmla="*/ 36195 h 52387"/>
                  <a:gd name="connsiteX2" fmla="*/ 0 w 57149"/>
                  <a:gd name="connsiteY2" fmla="*/ 46815 h 52387"/>
                  <a:gd name="connsiteX3" fmla="*/ 1715 w 57149"/>
                  <a:gd name="connsiteY3" fmla="*/ 49387 h 52387"/>
                  <a:gd name="connsiteX4" fmla="*/ 44101 w 57149"/>
                  <a:gd name="connsiteY4" fmla="*/ 40815 h 52387"/>
                  <a:gd name="connsiteX5" fmla="*/ 58436 w 57149"/>
                  <a:gd name="connsiteY5" fmla="*/ 0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149" h="52387">
                    <a:moveTo>
                      <a:pt x="58436" y="0"/>
                    </a:moveTo>
                    <a:cubicBezTo>
                      <a:pt x="49816" y="11097"/>
                      <a:pt x="58198" y="20431"/>
                      <a:pt x="40100" y="36195"/>
                    </a:cubicBezTo>
                    <a:cubicBezTo>
                      <a:pt x="25813" y="48625"/>
                      <a:pt x="8763" y="52911"/>
                      <a:pt x="0" y="46815"/>
                    </a:cubicBezTo>
                    <a:cubicBezTo>
                      <a:pt x="476" y="47720"/>
                      <a:pt x="1048" y="48577"/>
                      <a:pt x="1715" y="49387"/>
                    </a:cubicBezTo>
                    <a:cubicBezTo>
                      <a:pt x="9477" y="58293"/>
                      <a:pt x="28432" y="54435"/>
                      <a:pt x="44101" y="40815"/>
                    </a:cubicBezTo>
                    <a:cubicBezTo>
                      <a:pt x="59722" y="27194"/>
                      <a:pt x="58436" y="0"/>
                      <a:pt x="58436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FA69F7AB-D0ED-79E1-0B4D-62B0B19DFF94}"/>
                  </a:ext>
                </a:extLst>
              </p:cNvPr>
              <p:cNvSpPr/>
              <p:nvPr/>
            </p:nvSpPr>
            <p:spPr>
              <a:xfrm>
                <a:off x="570508" y="2982346"/>
                <a:ext cx="50101" cy="47625"/>
              </a:xfrm>
              <a:custGeom>
                <a:avLst/>
                <a:gdLst>
                  <a:gd name="connsiteX0" fmla="*/ 19437 w 57149"/>
                  <a:gd name="connsiteY0" fmla="*/ 13964 h 47624"/>
                  <a:gd name="connsiteX1" fmla="*/ 60013 w 57149"/>
                  <a:gd name="connsiteY1" fmla="*/ 915 h 47624"/>
                  <a:gd name="connsiteX2" fmla="*/ 17627 w 57149"/>
                  <a:gd name="connsiteY2" fmla="*/ 9487 h 47624"/>
                  <a:gd name="connsiteX3" fmla="*/ 2244 w 57149"/>
                  <a:gd name="connsiteY3" fmla="*/ 48921 h 47624"/>
                  <a:gd name="connsiteX4" fmla="*/ 19437 w 57149"/>
                  <a:gd name="connsiteY4" fmla="*/ 13964 h 4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49" h="47624">
                    <a:moveTo>
                      <a:pt x="19437" y="13964"/>
                    </a:moveTo>
                    <a:cubicBezTo>
                      <a:pt x="38249" y="-2419"/>
                      <a:pt x="47298" y="5820"/>
                      <a:pt x="60013" y="915"/>
                    </a:cubicBezTo>
                    <a:cubicBezTo>
                      <a:pt x="60013" y="915"/>
                      <a:pt x="33296" y="-4133"/>
                      <a:pt x="17627" y="9487"/>
                    </a:cubicBezTo>
                    <a:cubicBezTo>
                      <a:pt x="2721" y="22441"/>
                      <a:pt x="-3804" y="39634"/>
                      <a:pt x="2244" y="48921"/>
                    </a:cubicBezTo>
                    <a:cubicBezTo>
                      <a:pt x="54" y="39253"/>
                      <a:pt x="6673" y="25061"/>
                      <a:pt x="19437" y="13964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5C61954C-F4D3-D832-83CC-6CAEEAFD6FBE}"/>
                </a:ext>
              </a:extLst>
            </p:cNvPr>
            <p:cNvGrpSpPr/>
            <p:nvPr/>
          </p:nvGrpSpPr>
          <p:grpSpPr>
            <a:xfrm>
              <a:off x="672338" y="3317735"/>
              <a:ext cx="46991" cy="58845"/>
              <a:chOff x="625602" y="3130060"/>
              <a:chExt cx="46991" cy="58845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F01F2D04-9F5D-C7A1-9995-D071BBE23A65}"/>
                  </a:ext>
                </a:extLst>
              </p:cNvPr>
              <p:cNvSpPr/>
              <p:nvPr/>
            </p:nvSpPr>
            <p:spPr>
              <a:xfrm>
                <a:off x="625643" y="3130061"/>
                <a:ext cx="45925" cy="57150"/>
              </a:xfrm>
              <a:custGeom>
                <a:avLst/>
                <a:gdLst>
                  <a:gd name="connsiteX0" fmla="*/ 13788 w 52387"/>
                  <a:gd name="connsiteY0" fmla="*/ 45700 h 57149"/>
                  <a:gd name="connsiteX1" fmla="*/ 4644 w 52387"/>
                  <a:gd name="connsiteY1" fmla="*/ 3409 h 57149"/>
                  <a:gd name="connsiteX2" fmla="*/ 45650 w 52387"/>
                  <a:gd name="connsiteY2" fmla="*/ 17220 h 57149"/>
                  <a:gd name="connsiteX3" fmla="*/ 54794 w 52387"/>
                  <a:gd name="connsiteY3" fmla="*/ 59511 h 57149"/>
                  <a:gd name="connsiteX4" fmla="*/ 13788 w 52387"/>
                  <a:gd name="connsiteY4" fmla="*/ 45700 h 57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387" h="57149">
                    <a:moveTo>
                      <a:pt x="13788" y="45700"/>
                    </a:moveTo>
                    <a:cubicBezTo>
                      <a:pt x="-70" y="30222"/>
                      <a:pt x="-4166" y="11267"/>
                      <a:pt x="4644" y="3409"/>
                    </a:cubicBezTo>
                    <a:cubicBezTo>
                      <a:pt x="13455" y="-4449"/>
                      <a:pt x="31791" y="1742"/>
                      <a:pt x="45650" y="17220"/>
                    </a:cubicBezTo>
                    <a:cubicBezTo>
                      <a:pt x="59508" y="32698"/>
                      <a:pt x="54794" y="59511"/>
                      <a:pt x="54794" y="59511"/>
                    </a:cubicBezTo>
                    <a:cubicBezTo>
                      <a:pt x="54794" y="59511"/>
                      <a:pt x="27600" y="61178"/>
                      <a:pt x="13788" y="45700"/>
                    </a:cubicBezTo>
                    <a:close/>
                  </a:path>
                </a:pathLst>
              </a:custGeom>
              <a:solidFill>
                <a:srgbClr val="FFD313"/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9A1C849-E17F-4817-BEE4-6E7EF4A2790E}"/>
                  </a:ext>
                </a:extLst>
              </p:cNvPr>
              <p:cNvSpPr/>
              <p:nvPr/>
            </p:nvSpPr>
            <p:spPr>
              <a:xfrm>
                <a:off x="625602" y="3131755"/>
                <a:ext cx="45925" cy="57150"/>
              </a:xfrm>
              <a:custGeom>
                <a:avLst/>
                <a:gdLst>
                  <a:gd name="connsiteX0" fmla="*/ 54841 w 52387"/>
                  <a:gd name="connsiteY0" fmla="*/ 57817 h 57149"/>
                  <a:gd name="connsiteX1" fmla="*/ 18360 w 52387"/>
                  <a:gd name="connsiteY1" fmla="*/ 39957 h 57149"/>
                  <a:gd name="connsiteX2" fmla="*/ 7169 w 52387"/>
                  <a:gd name="connsiteY2" fmla="*/ 0 h 57149"/>
                  <a:gd name="connsiteX3" fmla="*/ 4644 w 52387"/>
                  <a:gd name="connsiteY3" fmla="*/ 1762 h 57149"/>
                  <a:gd name="connsiteX4" fmla="*/ 13788 w 52387"/>
                  <a:gd name="connsiteY4" fmla="*/ 44053 h 57149"/>
                  <a:gd name="connsiteX5" fmla="*/ 54841 w 52387"/>
                  <a:gd name="connsiteY5" fmla="*/ 57817 h 57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387" h="57149">
                    <a:moveTo>
                      <a:pt x="54841" y="57817"/>
                    </a:moveTo>
                    <a:cubicBezTo>
                      <a:pt x="43649" y="49339"/>
                      <a:pt x="34410" y="57864"/>
                      <a:pt x="18360" y="39957"/>
                    </a:cubicBezTo>
                    <a:cubicBezTo>
                      <a:pt x="5740" y="25813"/>
                      <a:pt x="1215" y="8858"/>
                      <a:pt x="7169" y="0"/>
                    </a:cubicBezTo>
                    <a:cubicBezTo>
                      <a:pt x="6264" y="476"/>
                      <a:pt x="5406" y="1048"/>
                      <a:pt x="4644" y="1762"/>
                    </a:cubicBezTo>
                    <a:cubicBezTo>
                      <a:pt x="-4166" y="9620"/>
                      <a:pt x="-70" y="28575"/>
                      <a:pt x="13788" y="44053"/>
                    </a:cubicBezTo>
                    <a:cubicBezTo>
                      <a:pt x="27647" y="59484"/>
                      <a:pt x="54841" y="57817"/>
                      <a:pt x="54841" y="57817"/>
                    </a:cubicBezTo>
                    <a:close/>
                  </a:path>
                </a:pathLst>
              </a:custGeom>
              <a:solidFill>
                <a:srgbClr val="E6E6E6"/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9775510-5B38-0770-B865-54E41D2F3F53}"/>
                  </a:ext>
                </a:extLst>
              </p:cNvPr>
              <p:cNvSpPr/>
              <p:nvPr/>
            </p:nvSpPr>
            <p:spPr>
              <a:xfrm>
                <a:off x="630842" y="3130060"/>
                <a:ext cx="41751" cy="57150"/>
              </a:xfrm>
              <a:custGeom>
                <a:avLst/>
                <a:gdLst>
                  <a:gd name="connsiteX0" fmla="*/ 35242 w 47624"/>
                  <a:gd name="connsiteY0" fmla="*/ 19126 h 57149"/>
                  <a:gd name="connsiteX1" fmla="*/ 48816 w 47624"/>
                  <a:gd name="connsiteY1" fmla="*/ 59512 h 57149"/>
                  <a:gd name="connsiteX2" fmla="*/ 39672 w 47624"/>
                  <a:gd name="connsiteY2" fmla="*/ 17221 h 57149"/>
                  <a:gd name="connsiteX3" fmla="*/ 0 w 47624"/>
                  <a:gd name="connsiteY3" fmla="*/ 2362 h 57149"/>
                  <a:gd name="connsiteX4" fmla="*/ 35242 w 47624"/>
                  <a:gd name="connsiteY4" fmla="*/ 19126 h 57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4" h="57149">
                    <a:moveTo>
                      <a:pt x="35242" y="19126"/>
                    </a:moveTo>
                    <a:cubicBezTo>
                      <a:pt x="51864" y="37700"/>
                      <a:pt x="43767" y="46844"/>
                      <a:pt x="48816" y="59512"/>
                    </a:cubicBezTo>
                    <a:cubicBezTo>
                      <a:pt x="48816" y="59512"/>
                      <a:pt x="53530" y="32699"/>
                      <a:pt x="39672" y="17221"/>
                    </a:cubicBezTo>
                    <a:cubicBezTo>
                      <a:pt x="26479" y="2505"/>
                      <a:pt x="9239" y="-3829"/>
                      <a:pt x="0" y="2362"/>
                    </a:cubicBezTo>
                    <a:cubicBezTo>
                      <a:pt x="9715" y="76"/>
                      <a:pt x="23955" y="6505"/>
                      <a:pt x="35242" y="19126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5ADAC814-474B-A60F-4ADD-CE39437DCC4E}"/>
                </a:ext>
              </a:extLst>
            </p:cNvPr>
            <p:cNvGrpSpPr/>
            <p:nvPr/>
          </p:nvGrpSpPr>
          <p:grpSpPr>
            <a:xfrm>
              <a:off x="624852" y="3357532"/>
              <a:ext cx="50139" cy="54159"/>
              <a:chOff x="554188" y="3205993"/>
              <a:chExt cx="50139" cy="54159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B60BDD0-5FB2-E772-66DF-F317EE2601AD}"/>
                  </a:ext>
                </a:extLst>
              </p:cNvPr>
              <p:cNvSpPr/>
              <p:nvPr/>
            </p:nvSpPr>
            <p:spPr>
              <a:xfrm>
                <a:off x="554226" y="3205993"/>
                <a:ext cx="50101" cy="52387"/>
              </a:xfrm>
              <a:custGeom>
                <a:avLst/>
                <a:gdLst>
                  <a:gd name="connsiteX0" fmla="*/ 15292 w 57149"/>
                  <a:gd name="connsiteY0" fmla="*/ 12678 h 52387"/>
                  <a:gd name="connsiteX1" fmla="*/ 57869 w 57149"/>
                  <a:gd name="connsiteY1" fmla="*/ 5106 h 52387"/>
                  <a:gd name="connsiteX2" fmla="*/ 42582 w 57149"/>
                  <a:gd name="connsiteY2" fmla="*/ 45587 h 52387"/>
                  <a:gd name="connsiteX3" fmla="*/ 5 w 57149"/>
                  <a:gd name="connsiteY3" fmla="*/ 53159 h 52387"/>
                  <a:gd name="connsiteX4" fmla="*/ 15292 w 57149"/>
                  <a:gd name="connsiteY4" fmla="*/ 12678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49" h="52387">
                    <a:moveTo>
                      <a:pt x="15292" y="12678"/>
                    </a:moveTo>
                    <a:cubicBezTo>
                      <a:pt x="31294" y="-609"/>
                      <a:pt x="50344" y="-3991"/>
                      <a:pt x="57869" y="5106"/>
                    </a:cubicBezTo>
                    <a:cubicBezTo>
                      <a:pt x="65394" y="14202"/>
                      <a:pt x="58536" y="32299"/>
                      <a:pt x="42582" y="45587"/>
                    </a:cubicBezTo>
                    <a:cubicBezTo>
                      <a:pt x="26580" y="58874"/>
                      <a:pt x="5" y="53159"/>
                      <a:pt x="5" y="53159"/>
                    </a:cubicBezTo>
                    <a:cubicBezTo>
                      <a:pt x="5" y="53159"/>
                      <a:pt x="-710" y="25918"/>
                      <a:pt x="15292" y="12678"/>
                    </a:cubicBezTo>
                    <a:close/>
                  </a:path>
                </a:pathLst>
              </a:custGeom>
              <a:solidFill>
                <a:srgbClr val="FFD313"/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E5BFF5C-1D10-AB99-B93D-2E7A7B3B2367}"/>
                  </a:ext>
                </a:extLst>
              </p:cNvPr>
              <p:cNvSpPr/>
              <p:nvPr/>
            </p:nvSpPr>
            <p:spPr>
              <a:xfrm>
                <a:off x="554226" y="3206053"/>
                <a:ext cx="50101" cy="52387"/>
              </a:xfrm>
              <a:custGeom>
                <a:avLst/>
                <a:gdLst>
                  <a:gd name="connsiteX0" fmla="*/ 5 w 57149"/>
                  <a:gd name="connsiteY0" fmla="*/ 53099 h 52387"/>
                  <a:gd name="connsiteX1" fmla="*/ 19198 w 57149"/>
                  <a:gd name="connsiteY1" fmla="*/ 17333 h 52387"/>
                  <a:gd name="connsiteX2" fmla="*/ 59536 w 57149"/>
                  <a:gd name="connsiteY2" fmla="*/ 7665 h 52387"/>
                  <a:gd name="connsiteX3" fmla="*/ 57869 w 57149"/>
                  <a:gd name="connsiteY3" fmla="*/ 5093 h 52387"/>
                  <a:gd name="connsiteX4" fmla="*/ 15292 w 57149"/>
                  <a:gd name="connsiteY4" fmla="*/ 12665 h 52387"/>
                  <a:gd name="connsiteX5" fmla="*/ 5 w 57149"/>
                  <a:gd name="connsiteY5" fmla="*/ 53099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149" h="52387">
                    <a:moveTo>
                      <a:pt x="5" y="53099"/>
                    </a:moveTo>
                    <a:cubicBezTo>
                      <a:pt x="8911" y="42240"/>
                      <a:pt x="719" y="32668"/>
                      <a:pt x="19198" y="17333"/>
                    </a:cubicBezTo>
                    <a:cubicBezTo>
                      <a:pt x="33771" y="5236"/>
                      <a:pt x="50916" y="1331"/>
                      <a:pt x="59536" y="7665"/>
                    </a:cubicBezTo>
                    <a:cubicBezTo>
                      <a:pt x="59107" y="6760"/>
                      <a:pt x="58536" y="5855"/>
                      <a:pt x="57869" y="5093"/>
                    </a:cubicBezTo>
                    <a:cubicBezTo>
                      <a:pt x="50344" y="-4003"/>
                      <a:pt x="31247" y="-574"/>
                      <a:pt x="15292" y="12665"/>
                    </a:cubicBezTo>
                    <a:cubicBezTo>
                      <a:pt x="-710" y="25857"/>
                      <a:pt x="5" y="53099"/>
                      <a:pt x="5" y="53099"/>
                    </a:cubicBezTo>
                    <a:close/>
                  </a:path>
                </a:pathLst>
              </a:custGeom>
              <a:solidFill>
                <a:srgbClr val="E6E6E6"/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C90036D5-FB0E-E62D-7F42-8BE0275573AC}"/>
                  </a:ext>
                </a:extLst>
              </p:cNvPr>
              <p:cNvSpPr/>
              <p:nvPr/>
            </p:nvSpPr>
            <p:spPr>
              <a:xfrm>
                <a:off x="554188" y="3212527"/>
                <a:ext cx="50101" cy="47625"/>
              </a:xfrm>
              <a:custGeom>
                <a:avLst/>
                <a:gdLst>
                  <a:gd name="connsiteX0" fmla="*/ 40862 w 57149"/>
                  <a:gd name="connsiteY0" fmla="*/ 34528 h 47624"/>
                  <a:gd name="connsiteX1" fmla="*/ 0 w 57149"/>
                  <a:gd name="connsiteY1" fmla="*/ 46625 h 47624"/>
                  <a:gd name="connsiteX2" fmla="*/ 42577 w 57149"/>
                  <a:gd name="connsiteY2" fmla="*/ 39052 h 47624"/>
                  <a:gd name="connsiteX3" fmla="*/ 58864 w 57149"/>
                  <a:gd name="connsiteY3" fmla="*/ 0 h 47624"/>
                  <a:gd name="connsiteX4" fmla="*/ 40862 w 57149"/>
                  <a:gd name="connsiteY4" fmla="*/ 34528 h 4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49" h="47624">
                    <a:moveTo>
                      <a:pt x="40862" y="34528"/>
                    </a:moveTo>
                    <a:cubicBezTo>
                      <a:pt x="21669" y="50435"/>
                      <a:pt x="12811" y="42005"/>
                      <a:pt x="0" y="46625"/>
                    </a:cubicBezTo>
                    <a:cubicBezTo>
                      <a:pt x="0" y="46625"/>
                      <a:pt x="26622" y="52292"/>
                      <a:pt x="42577" y="39052"/>
                    </a:cubicBezTo>
                    <a:cubicBezTo>
                      <a:pt x="57769" y="26432"/>
                      <a:pt x="64722" y="9430"/>
                      <a:pt x="58864" y="0"/>
                    </a:cubicBezTo>
                    <a:cubicBezTo>
                      <a:pt x="60865" y="9668"/>
                      <a:pt x="53911" y="23717"/>
                      <a:pt x="40862" y="34528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101AE1B-EC81-5B48-43BD-3D35E58D999F}"/>
                </a:ext>
              </a:extLst>
            </p:cNvPr>
            <p:cNvGrpSpPr/>
            <p:nvPr/>
          </p:nvGrpSpPr>
          <p:grpSpPr>
            <a:xfrm>
              <a:off x="569927" y="3354845"/>
              <a:ext cx="42449" cy="52418"/>
              <a:chOff x="612776" y="3307127"/>
              <a:chExt cx="42449" cy="52418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98A8D550-CB5A-F346-E62F-94DDDD045489}"/>
                  </a:ext>
                </a:extLst>
              </p:cNvPr>
              <p:cNvSpPr/>
              <p:nvPr/>
            </p:nvSpPr>
            <p:spPr>
              <a:xfrm>
                <a:off x="612776" y="3307127"/>
                <a:ext cx="41751" cy="52387"/>
              </a:xfrm>
              <a:custGeom>
                <a:avLst/>
                <a:gdLst>
                  <a:gd name="connsiteX0" fmla="*/ 37419 w 47624"/>
                  <a:gd name="connsiteY0" fmla="*/ 12747 h 52387"/>
                  <a:gd name="connsiteX1" fmla="*/ 45230 w 47624"/>
                  <a:gd name="connsiteY1" fmla="*/ 50704 h 52387"/>
                  <a:gd name="connsiteX2" fmla="*/ 8606 w 47624"/>
                  <a:gd name="connsiteY2" fmla="*/ 37988 h 52387"/>
                  <a:gd name="connsiteX3" fmla="*/ 795 w 47624"/>
                  <a:gd name="connsiteY3" fmla="*/ 31 h 52387"/>
                  <a:gd name="connsiteX4" fmla="*/ 37419 w 47624"/>
                  <a:gd name="connsiteY4" fmla="*/ 12747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4" h="52387">
                    <a:moveTo>
                      <a:pt x="37419" y="12747"/>
                    </a:moveTo>
                    <a:cubicBezTo>
                      <a:pt x="49706" y="26749"/>
                      <a:pt x="53183" y="43751"/>
                      <a:pt x="45230" y="50704"/>
                    </a:cubicBezTo>
                    <a:cubicBezTo>
                      <a:pt x="37276" y="57657"/>
                      <a:pt x="20893" y="51990"/>
                      <a:pt x="8606" y="37988"/>
                    </a:cubicBezTo>
                    <a:cubicBezTo>
                      <a:pt x="-3681" y="23986"/>
                      <a:pt x="795" y="31"/>
                      <a:pt x="795" y="31"/>
                    </a:cubicBezTo>
                    <a:cubicBezTo>
                      <a:pt x="795" y="31"/>
                      <a:pt x="25132" y="-1255"/>
                      <a:pt x="37419" y="12747"/>
                    </a:cubicBezTo>
                    <a:close/>
                  </a:path>
                </a:pathLst>
              </a:custGeom>
              <a:solidFill>
                <a:srgbClr val="FFD313"/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0A753698-FEFB-6668-89A7-6A77BD60E2C6}"/>
                  </a:ext>
                </a:extLst>
              </p:cNvPr>
              <p:cNvSpPr/>
              <p:nvPr/>
            </p:nvSpPr>
            <p:spPr>
              <a:xfrm>
                <a:off x="613474" y="3307127"/>
                <a:ext cx="41751" cy="47625"/>
              </a:xfrm>
              <a:custGeom>
                <a:avLst/>
                <a:gdLst>
                  <a:gd name="connsiteX0" fmla="*/ 0 w 47624"/>
                  <a:gd name="connsiteY0" fmla="*/ 31 h 47624"/>
                  <a:gd name="connsiteX1" fmla="*/ 32480 w 47624"/>
                  <a:gd name="connsiteY1" fmla="*/ 16366 h 47624"/>
                  <a:gd name="connsiteX2" fmla="*/ 42148 w 47624"/>
                  <a:gd name="connsiteY2" fmla="*/ 52275 h 47624"/>
                  <a:gd name="connsiteX3" fmla="*/ 44434 w 47624"/>
                  <a:gd name="connsiteY3" fmla="*/ 50751 h 47624"/>
                  <a:gd name="connsiteX4" fmla="*/ 36624 w 47624"/>
                  <a:gd name="connsiteY4" fmla="*/ 12794 h 47624"/>
                  <a:gd name="connsiteX5" fmla="*/ 0 w 47624"/>
                  <a:gd name="connsiteY5" fmla="*/ 31 h 4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4">
                    <a:moveTo>
                      <a:pt x="0" y="31"/>
                    </a:moveTo>
                    <a:cubicBezTo>
                      <a:pt x="9954" y="7746"/>
                      <a:pt x="18288" y="174"/>
                      <a:pt x="32480" y="16366"/>
                    </a:cubicBezTo>
                    <a:cubicBezTo>
                      <a:pt x="43672" y="29130"/>
                      <a:pt x="47577" y="44370"/>
                      <a:pt x="42148" y="52275"/>
                    </a:cubicBezTo>
                    <a:cubicBezTo>
                      <a:pt x="42958" y="51847"/>
                      <a:pt x="43720" y="51323"/>
                      <a:pt x="44434" y="50751"/>
                    </a:cubicBezTo>
                    <a:cubicBezTo>
                      <a:pt x="52387" y="43798"/>
                      <a:pt x="48863" y="26796"/>
                      <a:pt x="36624" y="12794"/>
                    </a:cubicBezTo>
                    <a:cubicBezTo>
                      <a:pt x="24336" y="-1255"/>
                      <a:pt x="0" y="31"/>
                      <a:pt x="0" y="31"/>
                    </a:cubicBezTo>
                    <a:close/>
                  </a:path>
                </a:pathLst>
              </a:custGeom>
              <a:solidFill>
                <a:srgbClr val="E6E6E6"/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DF04A401-28EE-D95E-E9E3-DABA8647FB32}"/>
                  </a:ext>
                </a:extLst>
              </p:cNvPr>
              <p:cNvSpPr/>
              <p:nvPr/>
            </p:nvSpPr>
            <p:spPr>
              <a:xfrm>
                <a:off x="612790" y="3307158"/>
                <a:ext cx="37575" cy="52387"/>
              </a:xfrm>
              <a:custGeom>
                <a:avLst/>
                <a:gdLst>
                  <a:gd name="connsiteX0" fmla="*/ 12592 w 42862"/>
                  <a:gd name="connsiteY0" fmla="*/ 36290 h 52387"/>
                  <a:gd name="connsiteX1" fmla="*/ 781 w 42862"/>
                  <a:gd name="connsiteY1" fmla="*/ 0 h 52387"/>
                  <a:gd name="connsiteX2" fmla="*/ 8591 w 42862"/>
                  <a:gd name="connsiteY2" fmla="*/ 37957 h 52387"/>
                  <a:gd name="connsiteX3" fmla="*/ 43977 w 42862"/>
                  <a:gd name="connsiteY3" fmla="*/ 51578 h 52387"/>
                  <a:gd name="connsiteX4" fmla="*/ 12592 w 42862"/>
                  <a:gd name="connsiteY4" fmla="*/ 36290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862" h="52387">
                    <a:moveTo>
                      <a:pt x="12592" y="36290"/>
                    </a:moveTo>
                    <a:cubicBezTo>
                      <a:pt x="-2124" y="19526"/>
                      <a:pt x="5210" y="11382"/>
                      <a:pt x="781" y="0"/>
                    </a:cubicBezTo>
                    <a:cubicBezTo>
                      <a:pt x="781" y="0"/>
                      <a:pt x="-3648" y="23955"/>
                      <a:pt x="8591" y="37957"/>
                    </a:cubicBezTo>
                    <a:cubicBezTo>
                      <a:pt x="20259" y="51244"/>
                      <a:pt x="35642" y="57055"/>
                      <a:pt x="43977" y="51578"/>
                    </a:cubicBezTo>
                    <a:cubicBezTo>
                      <a:pt x="35309" y="53578"/>
                      <a:pt x="22593" y="47673"/>
                      <a:pt x="12592" y="3629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47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BF08025-944B-10D3-A58D-AC0BB7B307A8}"/>
              </a:ext>
            </a:extLst>
          </p:cNvPr>
          <p:cNvGrpSpPr/>
          <p:nvPr/>
        </p:nvGrpSpPr>
        <p:grpSpPr>
          <a:xfrm>
            <a:off x="3490583" y="3382959"/>
            <a:ext cx="565479" cy="746717"/>
            <a:chOff x="4684112" y="2961023"/>
            <a:chExt cx="616420" cy="746717"/>
          </a:xfrm>
        </p:grpSpPr>
        <p:grpSp>
          <p:nvGrpSpPr>
            <p:cNvPr id="125" name="Group 4">
              <a:extLst>
                <a:ext uri="{FF2B5EF4-FFF2-40B4-BE49-F238E27FC236}">
                  <a16:creationId xmlns:a16="http://schemas.microsoft.com/office/drawing/2014/main" id="{1741133D-4021-D6A7-2AF7-C37331A01C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684112" y="3428960"/>
              <a:ext cx="528639" cy="278780"/>
              <a:chOff x="1228" y="2176"/>
              <a:chExt cx="402" cy="212"/>
            </a:xfrm>
          </p:grpSpPr>
          <p:sp>
            <p:nvSpPr>
              <p:cNvPr id="127" name="Freeform 14">
                <a:extLst>
                  <a:ext uri="{FF2B5EF4-FFF2-40B4-BE49-F238E27FC236}">
                    <a16:creationId xmlns:a16="http://schemas.microsoft.com/office/drawing/2014/main" id="{BF99BB4B-44FD-C47A-2188-F7FBA38D3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190"/>
                <a:ext cx="48" cy="47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8 w 80"/>
                  <a:gd name="T5" fmla="*/ 38 h 80"/>
                  <a:gd name="T6" fmla="*/ 38 w 80"/>
                  <a:gd name="T7" fmla="*/ 2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4"/>
                      <a:pt x="20" y="80"/>
                      <a:pt x="42" y="79"/>
                    </a:cubicBezTo>
                    <a:cubicBezTo>
                      <a:pt x="63" y="78"/>
                      <a:pt x="80" y="60"/>
                      <a:pt x="78" y="38"/>
                    </a:cubicBezTo>
                    <a:cubicBezTo>
                      <a:pt x="77" y="17"/>
                      <a:pt x="59" y="0"/>
                      <a:pt x="38" y="2"/>
                    </a:cubicBezTo>
                    <a:cubicBezTo>
                      <a:pt x="16" y="3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8" name="Freeform 15">
                <a:extLst>
                  <a:ext uri="{FF2B5EF4-FFF2-40B4-BE49-F238E27FC236}">
                    <a16:creationId xmlns:a16="http://schemas.microsoft.com/office/drawing/2014/main" id="{3A27010D-C6F8-728B-A5A4-F2619D87E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4" y="2205"/>
                <a:ext cx="48" cy="47"/>
              </a:xfrm>
              <a:custGeom>
                <a:avLst/>
                <a:gdLst>
                  <a:gd name="T0" fmla="*/ 1 w 80"/>
                  <a:gd name="T1" fmla="*/ 42 h 79"/>
                  <a:gd name="T2" fmla="*/ 42 w 80"/>
                  <a:gd name="T3" fmla="*/ 78 h 79"/>
                  <a:gd name="T4" fmla="*/ 78 w 80"/>
                  <a:gd name="T5" fmla="*/ 37 h 79"/>
                  <a:gd name="T6" fmla="*/ 38 w 80"/>
                  <a:gd name="T7" fmla="*/ 1 h 79"/>
                  <a:gd name="T8" fmla="*/ 1 w 80"/>
                  <a:gd name="T9" fmla="*/ 4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79">
                    <a:moveTo>
                      <a:pt x="1" y="42"/>
                    </a:moveTo>
                    <a:cubicBezTo>
                      <a:pt x="2" y="63"/>
                      <a:pt x="20" y="79"/>
                      <a:pt x="42" y="78"/>
                    </a:cubicBezTo>
                    <a:cubicBezTo>
                      <a:pt x="63" y="77"/>
                      <a:pt x="80" y="59"/>
                      <a:pt x="78" y="37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9" name="Freeform 16">
                <a:extLst>
                  <a:ext uri="{FF2B5EF4-FFF2-40B4-BE49-F238E27FC236}">
                    <a16:creationId xmlns:a16="http://schemas.microsoft.com/office/drawing/2014/main" id="{B9C5B1ED-15F3-C6D6-4452-C60E1F129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207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8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3"/>
                      <a:pt x="21" y="80"/>
                      <a:pt x="42" y="78"/>
                    </a:cubicBezTo>
                    <a:cubicBezTo>
                      <a:pt x="63" y="77"/>
                      <a:pt x="80" y="59"/>
                      <a:pt x="79" y="38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0" name="Freeform 17">
                <a:extLst>
                  <a:ext uri="{FF2B5EF4-FFF2-40B4-BE49-F238E27FC236}">
                    <a16:creationId xmlns:a16="http://schemas.microsoft.com/office/drawing/2014/main" id="{C3E53F9E-9AE3-D44C-BED2-3B61A1E35D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0" y="2182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3" y="64"/>
                      <a:pt x="21" y="80"/>
                      <a:pt x="42" y="79"/>
                    </a:cubicBezTo>
                    <a:cubicBezTo>
                      <a:pt x="64" y="78"/>
                      <a:pt x="80" y="59"/>
                      <a:pt x="79" y="38"/>
                    </a:cubicBezTo>
                    <a:cubicBezTo>
                      <a:pt x="78" y="17"/>
                      <a:pt x="59" y="0"/>
                      <a:pt x="38" y="1"/>
                    </a:cubicBezTo>
                    <a:cubicBezTo>
                      <a:pt x="17" y="2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1" name="Freeform 18">
                <a:extLst>
                  <a:ext uri="{FF2B5EF4-FFF2-40B4-BE49-F238E27FC236}">
                    <a16:creationId xmlns:a16="http://schemas.microsoft.com/office/drawing/2014/main" id="{4DFB128F-2276-9F17-CDEF-5CCBEEDD5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2207"/>
                <a:ext cx="48" cy="48"/>
              </a:xfrm>
              <a:custGeom>
                <a:avLst/>
                <a:gdLst>
                  <a:gd name="T0" fmla="*/ 2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2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2" y="42"/>
                    </a:moveTo>
                    <a:cubicBezTo>
                      <a:pt x="3" y="63"/>
                      <a:pt x="21" y="80"/>
                      <a:pt x="42" y="79"/>
                    </a:cubicBezTo>
                    <a:cubicBezTo>
                      <a:pt x="64" y="77"/>
                      <a:pt x="80" y="59"/>
                      <a:pt x="79" y="38"/>
                    </a:cubicBezTo>
                    <a:cubicBezTo>
                      <a:pt x="78" y="16"/>
                      <a:pt x="60" y="0"/>
                      <a:pt x="38" y="1"/>
                    </a:cubicBezTo>
                    <a:cubicBezTo>
                      <a:pt x="17" y="2"/>
                      <a:pt x="0" y="21"/>
                      <a:pt x="2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2" name="Freeform 19">
                <a:extLst>
                  <a:ext uri="{FF2B5EF4-FFF2-40B4-BE49-F238E27FC236}">
                    <a16:creationId xmlns:a16="http://schemas.microsoft.com/office/drawing/2014/main" id="{4E9170F8-55F7-E031-C554-3D6DD18E4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5" y="2188"/>
                <a:ext cx="57" cy="58"/>
              </a:xfrm>
              <a:custGeom>
                <a:avLst/>
                <a:gdLst>
                  <a:gd name="T0" fmla="*/ 1 w 96"/>
                  <a:gd name="T1" fmla="*/ 50 h 96"/>
                  <a:gd name="T2" fmla="*/ 50 w 96"/>
                  <a:gd name="T3" fmla="*/ 94 h 96"/>
                  <a:gd name="T4" fmla="*/ 95 w 96"/>
                  <a:gd name="T5" fmla="*/ 45 h 96"/>
                  <a:gd name="T6" fmla="*/ 45 w 96"/>
                  <a:gd name="T7" fmla="*/ 1 h 96"/>
                  <a:gd name="T8" fmla="*/ 1 w 96"/>
                  <a:gd name="T9" fmla="*/ 5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96">
                    <a:moveTo>
                      <a:pt x="1" y="50"/>
                    </a:moveTo>
                    <a:cubicBezTo>
                      <a:pt x="3" y="76"/>
                      <a:pt x="25" y="96"/>
                      <a:pt x="50" y="94"/>
                    </a:cubicBezTo>
                    <a:cubicBezTo>
                      <a:pt x="76" y="93"/>
                      <a:pt x="96" y="71"/>
                      <a:pt x="95" y="45"/>
                    </a:cubicBezTo>
                    <a:cubicBezTo>
                      <a:pt x="93" y="19"/>
                      <a:pt x="71" y="0"/>
                      <a:pt x="45" y="1"/>
                    </a:cubicBezTo>
                    <a:cubicBezTo>
                      <a:pt x="20" y="3"/>
                      <a:pt x="0" y="25"/>
                      <a:pt x="1" y="50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3" name="Freeform 20">
                <a:extLst>
                  <a:ext uri="{FF2B5EF4-FFF2-40B4-BE49-F238E27FC236}">
                    <a16:creationId xmlns:a16="http://schemas.microsoft.com/office/drawing/2014/main" id="{DA010099-8378-2719-D92E-BAD9CE343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6" y="2176"/>
                <a:ext cx="49" cy="49"/>
              </a:xfrm>
              <a:custGeom>
                <a:avLst/>
                <a:gdLst>
                  <a:gd name="T0" fmla="*/ 1 w 82"/>
                  <a:gd name="T1" fmla="*/ 43 h 82"/>
                  <a:gd name="T2" fmla="*/ 43 w 82"/>
                  <a:gd name="T3" fmla="*/ 81 h 82"/>
                  <a:gd name="T4" fmla="*/ 81 w 82"/>
                  <a:gd name="T5" fmla="*/ 39 h 82"/>
                  <a:gd name="T6" fmla="*/ 39 w 82"/>
                  <a:gd name="T7" fmla="*/ 1 h 82"/>
                  <a:gd name="T8" fmla="*/ 1 w 82"/>
                  <a:gd name="T9" fmla="*/ 4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1" y="43"/>
                    </a:moveTo>
                    <a:cubicBezTo>
                      <a:pt x="2" y="66"/>
                      <a:pt x="21" y="82"/>
                      <a:pt x="43" y="81"/>
                    </a:cubicBezTo>
                    <a:cubicBezTo>
                      <a:pt x="65" y="80"/>
                      <a:pt x="82" y="61"/>
                      <a:pt x="81" y="39"/>
                    </a:cubicBezTo>
                    <a:cubicBezTo>
                      <a:pt x="80" y="17"/>
                      <a:pt x="61" y="0"/>
                      <a:pt x="39" y="1"/>
                    </a:cubicBezTo>
                    <a:cubicBezTo>
                      <a:pt x="17" y="3"/>
                      <a:pt x="0" y="21"/>
                      <a:pt x="1" y="43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4" name="Oval 21">
                <a:extLst>
                  <a:ext uri="{FF2B5EF4-FFF2-40B4-BE49-F238E27FC236}">
                    <a16:creationId xmlns:a16="http://schemas.microsoft.com/office/drawing/2014/main" id="{4733EDEB-5196-BE1D-4E46-172F46CF7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0" y="2228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5" name="Oval 22">
                <a:extLst>
                  <a:ext uri="{FF2B5EF4-FFF2-40B4-BE49-F238E27FC236}">
                    <a16:creationId xmlns:a16="http://schemas.microsoft.com/office/drawing/2014/main" id="{E8D0AB94-607C-19C3-9A5C-FCB390259D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5" y="2241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6" name="Oval 23">
                <a:extLst>
                  <a:ext uri="{FF2B5EF4-FFF2-40B4-BE49-F238E27FC236}">
                    <a16:creationId xmlns:a16="http://schemas.microsoft.com/office/drawing/2014/main" id="{9BFAA27C-BE63-3F58-31B8-FEE9749FE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2234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7" name="Oval 24">
                <a:extLst>
                  <a:ext uri="{FF2B5EF4-FFF2-40B4-BE49-F238E27FC236}">
                    <a16:creationId xmlns:a16="http://schemas.microsoft.com/office/drawing/2014/main" id="{6D988799-D079-4F06-89AE-E809C07C84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2" y="2223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8" name="Oval 25">
                <a:extLst>
                  <a:ext uri="{FF2B5EF4-FFF2-40B4-BE49-F238E27FC236}">
                    <a16:creationId xmlns:a16="http://schemas.microsoft.com/office/drawing/2014/main" id="{E6A62EBC-29AD-2B72-0B1E-9DC7CDE96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" y="2206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9" name="Oval 26">
                <a:extLst>
                  <a:ext uri="{FF2B5EF4-FFF2-40B4-BE49-F238E27FC236}">
                    <a16:creationId xmlns:a16="http://schemas.microsoft.com/office/drawing/2014/main" id="{0B996CBD-4270-B06F-CEC1-10F401A62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8" y="2237"/>
                <a:ext cx="34" cy="35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0" name="Oval 27">
                <a:extLst>
                  <a:ext uri="{FF2B5EF4-FFF2-40B4-BE49-F238E27FC236}">
                    <a16:creationId xmlns:a16="http://schemas.microsoft.com/office/drawing/2014/main" id="{10D99B94-5BBB-4850-5EF9-B33C1EB35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2224"/>
                <a:ext cx="42" cy="41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1" name="Oval 28">
                <a:extLst>
                  <a:ext uri="{FF2B5EF4-FFF2-40B4-BE49-F238E27FC236}">
                    <a16:creationId xmlns:a16="http://schemas.microsoft.com/office/drawing/2014/main" id="{B4F9541B-6499-A64E-24E8-8756431ACF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2" y="2209"/>
                <a:ext cx="47" cy="46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2" name="Freeform 29">
                <a:extLst>
                  <a:ext uri="{FF2B5EF4-FFF2-40B4-BE49-F238E27FC236}">
                    <a16:creationId xmlns:a16="http://schemas.microsoft.com/office/drawing/2014/main" id="{0D9E3D23-710A-C6E6-3FAF-BFCEEEC31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2182"/>
                <a:ext cx="402" cy="206"/>
              </a:xfrm>
              <a:custGeom>
                <a:avLst/>
                <a:gdLst>
                  <a:gd name="T0" fmla="*/ 661 w 671"/>
                  <a:gd name="T1" fmla="*/ 63 h 346"/>
                  <a:gd name="T2" fmla="*/ 566 w 671"/>
                  <a:gd name="T3" fmla="*/ 5 h 346"/>
                  <a:gd name="T4" fmla="*/ 542 w 671"/>
                  <a:gd name="T5" fmla="*/ 0 h 346"/>
                  <a:gd name="T6" fmla="*/ 505 w 671"/>
                  <a:gd name="T7" fmla="*/ 38 h 346"/>
                  <a:gd name="T8" fmla="*/ 521 w 671"/>
                  <a:gd name="T9" fmla="*/ 74 h 346"/>
                  <a:gd name="T10" fmla="*/ 358 w 671"/>
                  <a:gd name="T11" fmla="*/ 131 h 346"/>
                  <a:gd name="T12" fmla="*/ 201 w 671"/>
                  <a:gd name="T13" fmla="*/ 78 h 346"/>
                  <a:gd name="T14" fmla="*/ 209 w 671"/>
                  <a:gd name="T15" fmla="*/ 48 h 346"/>
                  <a:gd name="T16" fmla="*/ 175 w 671"/>
                  <a:gd name="T17" fmla="*/ 15 h 346"/>
                  <a:gd name="T18" fmla="*/ 158 w 671"/>
                  <a:gd name="T19" fmla="*/ 17 h 346"/>
                  <a:gd name="T20" fmla="*/ 20 w 671"/>
                  <a:gd name="T21" fmla="*/ 59 h 346"/>
                  <a:gd name="T22" fmla="*/ 0 w 671"/>
                  <a:gd name="T23" fmla="*/ 59 h 346"/>
                  <a:gd name="T24" fmla="*/ 358 w 671"/>
                  <a:gd name="T25" fmla="*/ 346 h 346"/>
                  <a:gd name="T26" fmla="*/ 671 w 671"/>
                  <a:gd name="T27" fmla="*/ 63 h 346"/>
                  <a:gd name="T28" fmla="*/ 661 w 671"/>
                  <a:gd name="T29" fmla="*/ 63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1" h="346">
                    <a:moveTo>
                      <a:pt x="661" y="63"/>
                    </a:moveTo>
                    <a:cubicBezTo>
                      <a:pt x="626" y="63"/>
                      <a:pt x="596" y="22"/>
                      <a:pt x="566" y="5"/>
                    </a:cubicBezTo>
                    <a:cubicBezTo>
                      <a:pt x="559" y="1"/>
                      <a:pt x="551" y="0"/>
                      <a:pt x="542" y="0"/>
                    </a:cubicBezTo>
                    <a:cubicBezTo>
                      <a:pt x="522" y="2"/>
                      <a:pt x="506" y="18"/>
                      <a:pt x="505" y="38"/>
                    </a:cubicBezTo>
                    <a:cubicBezTo>
                      <a:pt x="504" y="53"/>
                      <a:pt x="511" y="66"/>
                      <a:pt x="521" y="74"/>
                    </a:cubicBezTo>
                    <a:cubicBezTo>
                      <a:pt x="477" y="110"/>
                      <a:pt x="420" y="131"/>
                      <a:pt x="358" y="131"/>
                    </a:cubicBezTo>
                    <a:cubicBezTo>
                      <a:pt x="299" y="131"/>
                      <a:pt x="244" y="111"/>
                      <a:pt x="201" y="78"/>
                    </a:cubicBezTo>
                    <a:cubicBezTo>
                      <a:pt x="207" y="70"/>
                      <a:pt x="211" y="60"/>
                      <a:pt x="209" y="48"/>
                    </a:cubicBezTo>
                    <a:cubicBezTo>
                      <a:pt x="207" y="31"/>
                      <a:pt x="193" y="16"/>
                      <a:pt x="175" y="15"/>
                    </a:cubicBezTo>
                    <a:cubicBezTo>
                      <a:pt x="169" y="14"/>
                      <a:pt x="163" y="15"/>
                      <a:pt x="158" y="17"/>
                    </a:cubicBezTo>
                    <a:cubicBezTo>
                      <a:pt x="122" y="29"/>
                      <a:pt x="57" y="59"/>
                      <a:pt x="20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232"/>
                      <a:pt x="185" y="346"/>
                      <a:pt x="358" y="346"/>
                    </a:cubicBezTo>
                    <a:cubicBezTo>
                      <a:pt x="531" y="346"/>
                      <a:pt x="671" y="236"/>
                      <a:pt x="671" y="63"/>
                    </a:cubicBezTo>
                    <a:lnTo>
                      <a:pt x="661" y="63"/>
                    </a:lnTo>
                    <a:close/>
                  </a:path>
                </a:pathLst>
              </a:cu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328876ED-FF4C-A6F1-AB3B-49E21ABA9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3918" y="2961023"/>
              <a:ext cx="536614" cy="551522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4D7340A-CCB0-CCBE-3E08-6AA6B5916B31}"/>
              </a:ext>
            </a:extLst>
          </p:cNvPr>
          <p:cNvGrpSpPr/>
          <p:nvPr/>
        </p:nvGrpSpPr>
        <p:grpSpPr>
          <a:xfrm>
            <a:off x="1954880" y="3497926"/>
            <a:ext cx="473155" cy="631750"/>
            <a:chOff x="3095124" y="3075990"/>
            <a:chExt cx="528639" cy="631750"/>
          </a:xfrm>
        </p:grpSpPr>
        <p:grpSp>
          <p:nvGrpSpPr>
            <p:cNvPr id="144" name="Group 4">
              <a:extLst>
                <a:ext uri="{FF2B5EF4-FFF2-40B4-BE49-F238E27FC236}">
                  <a16:creationId xmlns:a16="http://schemas.microsoft.com/office/drawing/2014/main" id="{BA9C9FAD-B5E6-C01F-1F2F-8F576DC67F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095124" y="3428960"/>
              <a:ext cx="528639" cy="278780"/>
              <a:chOff x="1228" y="2176"/>
              <a:chExt cx="402" cy="212"/>
            </a:xfrm>
          </p:grpSpPr>
          <p:sp>
            <p:nvSpPr>
              <p:cNvPr id="146" name="Freeform 14">
                <a:extLst>
                  <a:ext uri="{FF2B5EF4-FFF2-40B4-BE49-F238E27FC236}">
                    <a16:creationId xmlns:a16="http://schemas.microsoft.com/office/drawing/2014/main" id="{125077B5-9008-72AF-874C-B31070E30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190"/>
                <a:ext cx="48" cy="47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8 w 80"/>
                  <a:gd name="T5" fmla="*/ 38 h 80"/>
                  <a:gd name="T6" fmla="*/ 38 w 80"/>
                  <a:gd name="T7" fmla="*/ 2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4"/>
                      <a:pt x="20" y="80"/>
                      <a:pt x="42" y="79"/>
                    </a:cubicBezTo>
                    <a:cubicBezTo>
                      <a:pt x="63" y="78"/>
                      <a:pt x="80" y="60"/>
                      <a:pt x="78" y="38"/>
                    </a:cubicBezTo>
                    <a:cubicBezTo>
                      <a:pt x="77" y="17"/>
                      <a:pt x="59" y="0"/>
                      <a:pt x="38" y="2"/>
                    </a:cubicBezTo>
                    <a:cubicBezTo>
                      <a:pt x="16" y="3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7" name="Freeform 15">
                <a:extLst>
                  <a:ext uri="{FF2B5EF4-FFF2-40B4-BE49-F238E27FC236}">
                    <a16:creationId xmlns:a16="http://schemas.microsoft.com/office/drawing/2014/main" id="{E249CA51-B7B0-A5AD-EC9A-CF35176F88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4" y="2205"/>
                <a:ext cx="48" cy="47"/>
              </a:xfrm>
              <a:custGeom>
                <a:avLst/>
                <a:gdLst>
                  <a:gd name="T0" fmla="*/ 1 w 80"/>
                  <a:gd name="T1" fmla="*/ 42 h 79"/>
                  <a:gd name="T2" fmla="*/ 42 w 80"/>
                  <a:gd name="T3" fmla="*/ 78 h 79"/>
                  <a:gd name="T4" fmla="*/ 78 w 80"/>
                  <a:gd name="T5" fmla="*/ 37 h 79"/>
                  <a:gd name="T6" fmla="*/ 38 w 80"/>
                  <a:gd name="T7" fmla="*/ 1 h 79"/>
                  <a:gd name="T8" fmla="*/ 1 w 80"/>
                  <a:gd name="T9" fmla="*/ 4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79">
                    <a:moveTo>
                      <a:pt x="1" y="42"/>
                    </a:moveTo>
                    <a:cubicBezTo>
                      <a:pt x="2" y="63"/>
                      <a:pt x="20" y="79"/>
                      <a:pt x="42" y="78"/>
                    </a:cubicBezTo>
                    <a:cubicBezTo>
                      <a:pt x="63" y="77"/>
                      <a:pt x="80" y="59"/>
                      <a:pt x="78" y="37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8" name="Freeform 16">
                <a:extLst>
                  <a:ext uri="{FF2B5EF4-FFF2-40B4-BE49-F238E27FC236}">
                    <a16:creationId xmlns:a16="http://schemas.microsoft.com/office/drawing/2014/main" id="{C520ED95-7BD7-B574-1C27-6237A7D98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207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8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3"/>
                      <a:pt x="21" y="80"/>
                      <a:pt x="42" y="78"/>
                    </a:cubicBezTo>
                    <a:cubicBezTo>
                      <a:pt x="63" y="77"/>
                      <a:pt x="80" y="59"/>
                      <a:pt x="79" y="38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9" name="Freeform 17">
                <a:extLst>
                  <a:ext uri="{FF2B5EF4-FFF2-40B4-BE49-F238E27FC236}">
                    <a16:creationId xmlns:a16="http://schemas.microsoft.com/office/drawing/2014/main" id="{2C913FCD-CEAB-0DDE-50D0-FA03136EB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0" y="2182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3" y="64"/>
                      <a:pt x="21" y="80"/>
                      <a:pt x="42" y="79"/>
                    </a:cubicBezTo>
                    <a:cubicBezTo>
                      <a:pt x="64" y="78"/>
                      <a:pt x="80" y="59"/>
                      <a:pt x="79" y="38"/>
                    </a:cubicBezTo>
                    <a:cubicBezTo>
                      <a:pt x="78" y="17"/>
                      <a:pt x="59" y="0"/>
                      <a:pt x="38" y="1"/>
                    </a:cubicBezTo>
                    <a:cubicBezTo>
                      <a:pt x="17" y="2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0" name="Freeform 18">
                <a:extLst>
                  <a:ext uri="{FF2B5EF4-FFF2-40B4-BE49-F238E27FC236}">
                    <a16:creationId xmlns:a16="http://schemas.microsoft.com/office/drawing/2014/main" id="{C7A5BDB5-7E2A-C427-4B9D-91BF5CBD2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2207"/>
                <a:ext cx="48" cy="48"/>
              </a:xfrm>
              <a:custGeom>
                <a:avLst/>
                <a:gdLst>
                  <a:gd name="T0" fmla="*/ 2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2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2" y="42"/>
                    </a:moveTo>
                    <a:cubicBezTo>
                      <a:pt x="3" y="63"/>
                      <a:pt x="21" y="80"/>
                      <a:pt x="42" y="79"/>
                    </a:cubicBezTo>
                    <a:cubicBezTo>
                      <a:pt x="64" y="77"/>
                      <a:pt x="80" y="59"/>
                      <a:pt x="79" y="38"/>
                    </a:cubicBezTo>
                    <a:cubicBezTo>
                      <a:pt x="78" y="16"/>
                      <a:pt x="60" y="0"/>
                      <a:pt x="38" y="1"/>
                    </a:cubicBezTo>
                    <a:cubicBezTo>
                      <a:pt x="17" y="2"/>
                      <a:pt x="0" y="21"/>
                      <a:pt x="2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1" name="Freeform 19">
                <a:extLst>
                  <a:ext uri="{FF2B5EF4-FFF2-40B4-BE49-F238E27FC236}">
                    <a16:creationId xmlns:a16="http://schemas.microsoft.com/office/drawing/2014/main" id="{3A1F5305-6F11-CAAE-E8A6-268AC3B9A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5" y="2188"/>
                <a:ext cx="57" cy="58"/>
              </a:xfrm>
              <a:custGeom>
                <a:avLst/>
                <a:gdLst>
                  <a:gd name="T0" fmla="*/ 1 w 96"/>
                  <a:gd name="T1" fmla="*/ 50 h 96"/>
                  <a:gd name="T2" fmla="*/ 50 w 96"/>
                  <a:gd name="T3" fmla="*/ 94 h 96"/>
                  <a:gd name="T4" fmla="*/ 95 w 96"/>
                  <a:gd name="T5" fmla="*/ 45 h 96"/>
                  <a:gd name="T6" fmla="*/ 45 w 96"/>
                  <a:gd name="T7" fmla="*/ 1 h 96"/>
                  <a:gd name="T8" fmla="*/ 1 w 96"/>
                  <a:gd name="T9" fmla="*/ 5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96">
                    <a:moveTo>
                      <a:pt x="1" y="50"/>
                    </a:moveTo>
                    <a:cubicBezTo>
                      <a:pt x="3" y="76"/>
                      <a:pt x="25" y="96"/>
                      <a:pt x="50" y="94"/>
                    </a:cubicBezTo>
                    <a:cubicBezTo>
                      <a:pt x="76" y="93"/>
                      <a:pt x="96" y="71"/>
                      <a:pt x="95" y="45"/>
                    </a:cubicBezTo>
                    <a:cubicBezTo>
                      <a:pt x="93" y="19"/>
                      <a:pt x="71" y="0"/>
                      <a:pt x="45" y="1"/>
                    </a:cubicBezTo>
                    <a:cubicBezTo>
                      <a:pt x="20" y="3"/>
                      <a:pt x="0" y="25"/>
                      <a:pt x="1" y="50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2" name="Freeform 20">
                <a:extLst>
                  <a:ext uri="{FF2B5EF4-FFF2-40B4-BE49-F238E27FC236}">
                    <a16:creationId xmlns:a16="http://schemas.microsoft.com/office/drawing/2014/main" id="{C98C81E2-425B-EBE2-AF8A-8D0CA704E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6" y="2176"/>
                <a:ext cx="49" cy="49"/>
              </a:xfrm>
              <a:custGeom>
                <a:avLst/>
                <a:gdLst>
                  <a:gd name="T0" fmla="*/ 1 w 82"/>
                  <a:gd name="T1" fmla="*/ 43 h 82"/>
                  <a:gd name="T2" fmla="*/ 43 w 82"/>
                  <a:gd name="T3" fmla="*/ 81 h 82"/>
                  <a:gd name="T4" fmla="*/ 81 w 82"/>
                  <a:gd name="T5" fmla="*/ 39 h 82"/>
                  <a:gd name="T6" fmla="*/ 39 w 82"/>
                  <a:gd name="T7" fmla="*/ 1 h 82"/>
                  <a:gd name="T8" fmla="*/ 1 w 82"/>
                  <a:gd name="T9" fmla="*/ 4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1" y="43"/>
                    </a:moveTo>
                    <a:cubicBezTo>
                      <a:pt x="2" y="66"/>
                      <a:pt x="21" y="82"/>
                      <a:pt x="43" y="81"/>
                    </a:cubicBezTo>
                    <a:cubicBezTo>
                      <a:pt x="65" y="80"/>
                      <a:pt x="82" y="61"/>
                      <a:pt x="81" y="39"/>
                    </a:cubicBezTo>
                    <a:cubicBezTo>
                      <a:pt x="80" y="17"/>
                      <a:pt x="61" y="0"/>
                      <a:pt x="39" y="1"/>
                    </a:cubicBezTo>
                    <a:cubicBezTo>
                      <a:pt x="17" y="3"/>
                      <a:pt x="0" y="21"/>
                      <a:pt x="1" y="43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21">
                <a:extLst>
                  <a:ext uri="{FF2B5EF4-FFF2-40B4-BE49-F238E27FC236}">
                    <a16:creationId xmlns:a16="http://schemas.microsoft.com/office/drawing/2014/main" id="{ADF2D589-580D-18ED-07A4-CF4750145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0" y="2228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4" name="Oval 22">
                <a:extLst>
                  <a:ext uri="{FF2B5EF4-FFF2-40B4-BE49-F238E27FC236}">
                    <a16:creationId xmlns:a16="http://schemas.microsoft.com/office/drawing/2014/main" id="{DD9E9D23-DA7A-8E98-2AE5-E23A187B2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5" y="2241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5" name="Oval 23">
                <a:extLst>
                  <a:ext uri="{FF2B5EF4-FFF2-40B4-BE49-F238E27FC236}">
                    <a16:creationId xmlns:a16="http://schemas.microsoft.com/office/drawing/2014/main" id="{6F89A193-8240-8A93-33E8-8018313ED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2234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6" name="Oval 24">
                <a:extLst>
                  <a:ext uri="{FF2B5EF4-FFF2-40B4-BE49-F238E27FC236}">
                    <a16:creationId xmlns:a16="http://schemas.microsoft.com/office/drawing/2014/main" id="{EBAA8278-7914-09D3-E094-F7A241F31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2" y="2223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7" name="Oval 25">
                <a:extLst>
                  <a:ext uri="{FF2B5EF4-FFF2-40B4-BE49-F238E27FC236}">
                    <a16:creationId xmlns:a16="http://schemas.microsoft.com/office/drawing/2014/main" id="{7A6EDE15-52AB-C715-A59C-817E09507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" y="2206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8" name="Oval 26">
                <a:extLst>
                  <a:ext uri="{FF2B5EF4-FFF2-40B4-BE49-F238E27FC236}">
                    <a16:creationId xmlns:a16="http://schemas.microsoft.com/office/drawing/2014/main" id="{0DDB1CB4-5D4A-6E42-FB33-78924A845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8" y="2237"/>
                <a:ext cx="34" cy="35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9" name="Oval 27">
                <a:extLst>
                  <a:ext uri="{FF2B5EF4-FFF2-40B4-BE49-F238E27FC236}">
                    <a16:creationId xmlns:a16="http://schemas.microsoft.com/office/drawing/2014/main" id="{EA4071F3-5F1B-E9F9-BDD4-AC1BA5FF57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2224"/>
                <a:ext cx="42" cy="41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0" name="Oval 28">
                <a:extLst>
                  <a:ext uri="{FF2B5EF4-FFF2-40B4-BE49-F238E27FC236}">
                    <a16:creationId xmlns:a16="http://schemas.microsoft.com/office/drawing/2014/main" id="{46A34196-D6D8-89BB-0703-BE87C8152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2" y="2209"/>
                <a:ext cx="47" cy="46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1" name="Freeform 29">
                <a:extLst>
                  <a:ext uri="{FF2B5EF4-FFF2-40B4-BE49-F238E27FC236}">
                    <a16:creationId xmlns:a16="http://schemas.microsoft.com/office/drawing/2014/main" id="{1025C23B-E791-6B8F-F182-0923FCED7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2182"/>
                <a:ext cx="402" cy="206"/>
              </a:xfrm>
              <a:custGeom>
                <a:avLst/>
                <a:gdLst>
                  <a:gd name="T0" fmla="*/ 661 w 671"/>
                  <a:gd name="T1" fmla="*/ 63 h 346"/>
                  <a:gd name="T2" fmla="*/ 566 w 671"/>
                  <a:gd name="T3" fmla="*/ 5 h 346"/>
                  <a:gd name="T4" fmla="*/ 542 w 671"/>
                  <a:gd name="T5" fmla="*/ 0 h 346"/>
                  <a:gd name="T6" fmla="*/ 505 w 671"/>
                  <a:gd name="T7" fmla="*/ 38 h 346"/>
                  <a:gd name="T8" fmla="*/ 521 w 671"/>
                  <a:gd name="T9" fmla="*/ 74 h 346"/>
                  <a:gd name="T10" fmla="*/ 358 w 671"/>
                  <a:gd name="T11" fmla="*/ 131 h 346"/>
                  <a:gd name="T12" fmla="*/ 201 w 671"/>
                  <a:gd name="T13" fmla="*/ 78 h 346"/>
                  <a:gd name="T14" fmla="*/ 209 w 671"/>
                  <a:gd name="T15" fmla="*/ 48 h 346"/>
                  <a:gd name="T16" fmla="*/ 175 w 671"/>
                  <a:gd name="T17" fmla="*/ 15 h 346"/>
                  <a:gd name="T18" fmla="*/ 158 w 671"/>
                  <a:gd name="T19" fmla="*/ 17 h 346"/>
                  <a:gd name="T20" fmla="*/ 20 w 671"/>
                  <a:gd name="T21" fmla="*/ 59 h 346"/>
                  <a:gd name="T22" fmla="*/ 0 w 671"/>
                  <a:gd name="T23" fmla="*/ 59 h 346"/>
                  <a:gd name="T24" fmla="*/ 358 w 671"/>
                  <a:gd name="T25" fmla="*/ 346 h 346"/>
                  <a:gd name="T26" fmla="*/ 671 w 671"/>
                  <a:gd name="T27" fmla="*/ 63 h 346"/>
                  <a:gd name="T28" fmla="*/ 661 w 671"/>
                  <a:gd name="T29" fmla="*/ 63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1" h="346">
                    <a:moveTo>
                      <a:pt x="661" y="63"/>
                    </a:moveTo>
                    <a:cubicBezTo>
                      <a:pt x="626" y="63"/>
                      <a:pt x="596" y="22"/>
                      <a:pt x="566" y="5"/>
                    </a:cubicBezTo>
                    <a:cubicBezTo>
                      <a:pt x="559" y="1"/>
                      <a:pt x="551" y="0"/>
                      <a:pt x="542" y="0"/>
                    </a:cubicBezTo>
                    <a:cubicBezTo>
                      <a:pt x="522" y="2"/>
                      <a:pt x="506" y="18"/>
                      <a:pt x="505" y="38"/>
                    </a:cubicBezTo>
                    <a:cubicBezTo>
                      <a:pt x="504" y="53"/>
                      <a:pt x="511" y="66"/>
                      <a:pt x="521" y="74"/>
                    </a:cubicBezTo>
                    <a:cubicBezTo>
                      <a:pt x="477" y="110"/>
                      <a:pt x="420" y="131"/>
                      <a:pt x="358" y="131"/>
                    </a:cubicBezTo>
                    <a:cubicBezTo>
                      <a:pt x="299" y="131"/>
                      <a:pt x="244" y="111"/>
                      <a:pt x="201" y="78"/>
                    </a:cubicBezTo>
                    <a:cubicBezTo>
                      <a:pt x="207" y="70"/>
                      <a:pt x="211" y="60"/>
                      <a:pt x="209" y="48"/>
                    </a:cubicBezTo>
                    <a:cubicBezTo>
                      <a:pt x="207" y="31"/>
                      <a:pt x="193" y="16"/>
                      <a:pt x="175" y="15"/>
                    </a:cubicBezTo>
                    <a:cubicBezTo>
                      <a:pt x="169" y="14"/>
                      <a:pt x="163" y="15"/>
                      <a:pt x="158" y="17"/>
                    </a:cubicBezTo>
                    <a:cubicBezTo>
                      <a:pt x="122" y="29"/>
                      <a:pt x="57" y="59"/>
                      <a:pt x="20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232"/>
                      <a:pt x="185" y="346"/>
                      <a:pt x="358" y="346"/>
                    </a:cubicBezTo>
                    <a:cubicBezTo>
                      <a:pt x="531" y="346"/>
                      <a:pt x="671" y="236"/>
                      <a:pt x="671" y="63"/>
                    </a:cubicBezTo>
                    <a:lnTo>
                      <a:pt x="661" y="63"/>
                    </a:lnTo>
                    <a:close/>
                  </a:path>
                </a:pathLst>
              </a:cu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145" name="Graphic 144">
              <a:extLst>
                <a:ext uri="{FF2B5EF4-FFF2-40B4-BE49-F238E27FC236}">
                  <a16:creationId xmlns:a16="http://schemas.microsoft.com/office/drawing/2014/main" id="{028E7912-3F7D-384A-B86C-2AEFC001D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11923" y="3075990"/>
              <a:ext cx="200991" cy="432905"/>
            </a:xfrm>
            <a:prstGeom prst="rect">
              <a:avLst/>
            </a:prstGeom>
          </p:spPr>
        </p:pic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77083718-7B70-D91C-BEBE-414070FE1F12}"/>
              </a:ext>
            </a:extLst>
          </p:cNvPr>
          <p:cNvGrpSpPr/>
          <p:nvPr/>
        </p:nvGrpSpPr>
        <p:grpSpPr>
          <a:xfrm>
            <a:off x="5286502" y="3003633"/>
            <a:ext cx="839164" cy="1126043"/>
            <a:chOff x="6194204" y="2581697"/>
            <a:chExt cx="932628" cy="1126043"/>
          </a:xfrm>
        </p:grpSpPr>
        <p:grpSp>
          <p:nvGrpSpPr>
            <p:cNvPr id="163" name="Group 4">
              <a:extLst>
                <a:ext uri="{FF2B5EF4-FFF2-40B4-BE49-F238E27FC236}">
                  <a16:creationId xmlns:a16="http://schemas.microsoft.com/office/drawing/2014/main" id="{74F66277-0E19-9594-EC21-94D775FBDF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333717" y="3428960"/>
              <a:ext cx="528639" cy="278780"/>
              <a:chOff x="1228" y="2176"/>
              <a:chExt cx="402" cy="212"/>
            </a:xfrm>
          </p:grpSpPr>
          <p:sp>
            <p:nvSpPr>
              <p:cNvPr id="165" name="Freeform 14">
                <a:extLst>
                  <a:ext uri="{FF2B5EF4-FFF2-40B4-BE49-F238E27FC236}">
                    <a16:creationId xmlns:a16="http://schemas.microsoft.com/office/drawing/2014/main" id="{C431E548-16B7-3F20-E1A7-A0397EB6F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190"/>
                <a:ext cx="48" cy="47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8 w 80"/>
                  <a:gd name="T5" fmla="*/ 38 h 80"/>
                  <a:gd name="T6" fmla="*/ 38 w 80"/>
                  <a:gd name="T7" fmla="*/ 2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4"/>
                      <a:pt x="20" y="80"/>
                      <a:pt x="42" y="79"/>
                    </a:cubicBezTo>
                    <a:cubicBezTo>
                      <a:pt x="63" y="78"/>
                      <a:pt x="80" y="60"/>
                      <a:pt x="78" y="38"/>
                    </a:cubicBezTo>
                    <a:cubicBezTo>
                      <a:pt x="77" y="17"/>
                      <a:pt x="59" y="0"/>
                      <a:pt x="38" y="2"/>
                    </a:cubicBezTo>
                    <a:cubicBezTo>
                      <a:pt x="16" y="3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6" name="Freeform 15">
                <a:extLst>
                  <a:ext uri="{FF2B5EF4-FFF2-40B4-BE49-F238E27FC236}">
                    <a16:creationId xmlns:a16="http://schemas.microsoft.com/office/drawing/2014/main" id="{40B5F47D-1AF1-29FA-692D-5C6E97B36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4" y="2205"/>
                <a:ext cx="48" cy="47"/>
              </a:xfrm>
              <a:custGeom>
                <a:avLst/>
                <a:gdLst>
                  <a:gd name="T0" fmla="*/ 1 w 80"/>
                  <a:gd name="T1" fmla="*/ 42 h 79"/>
                  <a:gd name="T2" fmla="*/ 42 w 80"/>
                  <a:gd name="T3" fmla="*/ 78 h 79"/>
                  <a:gd name="T4" fmla="*/ 78 w 80"/>
                  <a:gd name="T5" fmla="*/ 37 h 79"/>
                  <a:gd name="T6" fmla="*/ 38 w 80"/>
                  <a:gd name="T7" fmla="*/ 1 h 79"/>
                  <a:gd name="T8" fmla="*/ 1 w 80"/>
                  <a:gd name="T9" fmla="*/ 4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79">
                    <a:moveTo>
                      <a:pt x="1" y="42"/>
                    </a:moveTo>
                    <a:cubicBezTo>
                      <a:pt x="2" y="63"/>
                      <a:pt x="20" y="79"/>
                      <a:pt x="42" y="78"/>
                    </a:cubicBezTo>
                    <a:cubicBezTo>
                      <a:pt x="63" y="77"/>
                      <a:pt x="80" y="59"/>
                      <a:pt x="78" y="37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7" name="Freeform 16">
                <a:extLst>
                  <a:ext uri="{FF2B5EF4-FFF2-40B4-BE49-F238E27FC236}">
                    <a16:creationId xmlns:a16="http://schemas.microsoft.com/office/drawing/2014/main" id="{A1714002-770C-4282-3230-3E9CCC0B92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207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8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3"/>
                      <a:pt x="21" y="80"/>
                      <a:pt x="42" y="78"/>
                    </a:cubicBezTo>
                    <a:cubicBezTo>
                      <a:pt x="63" y="77"/>
                      <a:pt x="80" y="59"/>
                      <a:pt x="79" y="38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8" name="Freeform 17">
                <a:extLst>
                  <a:ext uri="{FF2B5EF4-FFF2-40B4-BE49-F238E27FC236}">
                    <a16:creationId xmlns:a16="http://schemas.microsoft.com/office/drawing/2014/main" id="{79E670A0-54D4-0FED-5AF0-6A4F746B7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0" y="2182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3" y="64"/>
                      <a:pt x="21" y="80"/>
                      <a:pt x="42" y="79"/>
                    </a:cubicBezTo>
                    <a:cubicBezTo>
                      <a:pt x="64" y="78"/>
                      <a:pt x="80" y="59"/>
                      <a:pt x="79" y="38"/>
                    </a:cubicBezTo>
                    <a:cubicBezTo>
                      <a:pt x="78" y="17"/>
                      <a:pt x="59" y="0"/>
                      <a:pt x="38" y="1"/>
                    </a:cubicBezTo>
                    <a:cubicBezTo>
                      <a:pt x="17" y="2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9" name="Freeform 18">
                <a:extLst>
                  <a:ext uri="{FF2B5EF4-FFF2-40B4-BE49-F238E27FC236}">
                    <a16:creationId xmlns:a16="http://schemas.microsoft.com/office/drawing/2014/main" id="{95BD4AA6-D83B-4DC8-9B79-136CFE89F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2207"/>
                <a:ext cx="48" cy="48"/>
              </a:xfrm>
              <a:custGeom>
                <a:avLst/>
                <a:gdLst>
                  <a:gd name="T0" fmla="*/ 2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2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2" y="42"/>
                    </a:moveTo>
                    <a:cubicBezTo>
                      <a:pt x="3" y="63"/>
                      <a:pt x="21" y="80"/>
                      <a:pt x="42" y="79"/>
                    </a:cubicBezTo>
                    <a:cubicBezTo>
                      <a:pt x="64" y="77"/>
                      <a:pt x="80" y="59"/>
                      <a:pt x="79" y="38"/>
                    </a:cubicBezTo>
                    <a:cubicBezTo>
                      <a:pt x="78" y="16"/>
                      <a:pt x="60" y="0"/>
                      <a:pt x="38" y="1"/>
                    </a:cubicBezTo>
                    <a:cubicBezTo>
                      <a:pt x="17" y="2"/>
                      <a:pt x="0" y="21"/>
                      <a:pt x="2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0" name="Freeform 19">
                <a:extLst>
                  <a:ext uri="{FF2B5EF4-FFF2-40B4-BE49-F238E27FC236}">
                    <a16:creationId xmlns:a16="http://schemas.microsoft.com/office/drawing/2014/main" id="{A238D359-251F-6755-24C2-1C4AA59A75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5" y="2188"/>
                <a:ext cx="57" cy="58"/>
              </a:xfrm>
              <a:custGeom>
                <a:avLst/>
                <a:gdLst>
                  <a:gd name="T0" fmla="*/ 1 w 96"/>
                  <a:gd name="T1" fmla="*/ 50 h 96"/>
                  <a:gd name="T2" fmla="*/ 50 w 96"/>
                  <a:gd name="T3" fmla="*/ 94 h 96"/>
                  <a:gd name="T4" fmla="*/ 95 w 96"/>
                  <a:gd name="T5" fmla="*/ 45 h 96"/>
                  <a:gd name="T6" fmla="*/ 45 w 96"/>
                  <a:gd name="T7" fmla="*/ 1 h 96"/>
                  <a:gd name="T8" fmla="*/ 1 w 96"/>
                  <a:gd name="T9" fmla="*/ 5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96">
                    <a:moveTo>
                      <a:pt x="1" y="50"/>
                    </a:moveTo>
                    <a:cubicBezTo>
                      <a:pt x="3" y="76"/>
                      <a:pt x="25" y="96"/>
                      <a:pt x="50" y="94"/>
                    </a:cubicBezTo>
                    <a:cubicBezTo>
                      <a:pt x="76" y="93"/>
                      <a:pt x="96" y="71"/>
                      <a:pt x="95" y="45"/>
                    </a:cubicBezTo>
                    <a:cubicBezTo>
                      <a:pt x="93" y="19"/>
                      <a:pt x="71" y="0"/>
                      <a:pt x="45" y="1"/>
                    </a:cubicBezTo>
                    <a:cubicBezTo>
                      <a:pt x="20" y="3"/>
                      <a:pt x="0" y="25"/>
                      <a:pt x="1" y="50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1" name="Freeform 20">
                <a:extLst>
                  <a:ext uri="{FF2B5EF4-FFF2-40B4-BE49-F238E27FC236}">
                    <a16:creationId xmlns:a16="http://schemas.microsoft.com/office/drawing/2014/main" id="{E2559C71-F2D1-5555-31DF-3983A7DF0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6" y="2176"/>
                <a:ext cx="49" cy="49"/>
              </a:xfrm>
              <a:custGeom>
                <a:avLst/>
                <a:gdLst>
                  <a:gd name="T0" fmla="*/ 1 w 82"/>
                  <a:gd name="T1" fmla="*/ 43 h 82"/>
                  <a:gd name="T2" fmla="*/ 43 w 82"/>
                  <a:gd name="T3" fmla="*/ 81 h 82"/>
                  <a:gd name="T4" fmla="*/ 81 w 82"/>
                  <a:gd name="T5" fmla="*/ 39 h 82"/>
                  <a:gd name="T6" fmla="*/ 39 w 82"/>
                  <a:gd name="T7" fmla="*/ 1 h 82"/>
                  <a:gd name="T8" fmla="*/ 1 w 82"/>
                  <a:gd name="T9" fmla="*/ 4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1" y="43"/>
                    </a:moveTo>
                    <a:cubicBezTo>
                      <a:pt x="2" y="66"/>
                      <a:pt x="21" y="82"/>
                      <a:pt x="43" y="81"/>
                    </a:cubicBezTo>
                    <a:cubicBezTo>
                      <a:pt x="65" y="80"/>
                      <a:pt x="82" y="61"/>
                      <a:pt x="81" y="39"/>
                    </a:cubicBezTo>
                    <a:cubicBezTo>
                      <a:pt x="80" y="17"/>
                      <a:pt x="61" y="0"/>
                      <a:pt x="39" y="1"/>
                    </a:cubicBezTo>
                    <a:cubicBezTo>
                      <a:pt x="17" y="3"/>
                      <a:pt x="0" y="21"/>
                      <a:pt x="1" y="43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2" name="Oval 21">
                <a:extLst>
                  <a:ext uri="{FF2B5EF4-FFF2-40B4-BE49-F238E27FC236}">
                    <a16:creationId xmlns:a16="http://schemas.microsoft.com/office/drawing/2014/main" id="{208ABA92-2E25-71C7-956F-E5F38476E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0" y="2228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3" name="Oval 22">
                <a:extLst>
                  <a:ext uri="{FF2B5EF4-FFF2-40B4-BE49-F238E27FC236}">
                    <a16:creationId xmlns:a16="http://schemas.microsoft.com/office/drawing/2014/main" id="{6CFE2F0C-B4D2-FF33-8726-83C659290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5" y="2241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4" name="Oval 23">
                <a:extLst>
                  <a:ext uri="{FF2B5EF4-FFF2-40B4-BE49-F238E27FC236}">
                    <a16:creationId xmlns:a16="http://schemas.microsoft.com/office/drawing/2014/main" id="{7FE9AA52-F55A-EB93-5326-842394F08E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2234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5" name="Oval 24">
                <a:extLst>
                  <a:ext uri="{FF2B5EF4-FFF2-40B4-BE49-F238E27FC236}">
                    <a16:creationId xmlns:a16="http://schemas.microsoft.com/office/drawing/2014/main" id="{C49D244F-17E0-7D57-CD55-91074550F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2" y="2223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6" name="Oval 25">
                <a:extLst>
                  <a:ext uri="{FF2B5EF4-FFF2-40B4-BE49-F238E27FC236}">
                    <a16:creationId xmlns:a16="http://schemas.microsoft.com/office/drawing/2014/main" id="{D77A925D-6CAB-F70F-67E5-FCD36FBC3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" y="2206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7" name="Oval 26">
                <a:extLst>
                  <a:ext uri="{FF2B5EF4-FFF2-40B4-BE49-F238E27FC236}">
                    <a16:creationId xmlns:a16="http://schemas.microsoft.com/office/drawing/2014/main" id="{A3CA0F2A-A7AB-EECF-8351-DE5F8DAB2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8" y="2237"/>
                <a:ext cx="34" cy="35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8" name="Oval 27">
                <a:extLst>
                  <a:ext uri="{FF2B5EF4-FFF2-40B4-BE49-F238E27FC236}">
                    <a16:creationId xmlns:a16="http://schemas.microsoft.com/office/drawing/2014/main" id="{5A386353-33E0-02CD-74CE-8653FC69F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2224"/>
                <a:ext cx="42" cy="41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9" name="Oval 28">
                <a:extLst>
                  <a:ext uri="{FF2B5EF4-FFF2-40B4-BE49-F238E27FC236}">
                    <a16:creationId xmlns:a16="http://schemas.microsoft.com/office/drawing/2014/main" id="{7226386C-6D76-6318-0A57-61029A051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2" y="2209"/>
                <a:ext cx="47" cy="46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0" name="Freeform 29">
                <a:extLst>
                  <a:ext uri="{FF2B5EF4-FFF2-40B4-BE49-F238E27FC236}">
                    <a16:creationId xmlns:a16="http://schemas.microsoft.com/office/drawing/2014/main" id="{DCC6EC0E-3F63-3A2E-7178-B80A914E7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2182"/>
                <a:ext cx="402" cy="206"/>
              </a:xfrm>
              <a:custGeom>
                <a:avLst/>
                <a:gdLst>
                  <a:gd name="T0" fmla="*/ 661 w 671"/>
                  <a:gd name="T1" fmla="*/ 63 h 346"/>
                  <a:gd name="T2" fmla="*/ 566 w 671"/>
                  <a:gd name="T3" fmla="*/ 5 h 346"/>
                  <a:gd name="T4" fmla="*/ 542 w 671"/>
                  <a:gd name="T5" fmla="*/ 0 h 346"/>
                  <a:gd name="T6" fmla="*/ 505 w 671"/>
                  <a:gd name="T7" fmla="*/ 38 h 346"/>
                  <a:gd name="T8" fmla="*/ 521 w 671"/>
                  <a:gd name="T9" fmla="*/ 74 h 346"/>
                  <a:gd name="T10" fmla="*/ 358 w 671"/>
                  <a:gd name="T11" fmla="*/ 131 h 346"/>
                  <a:gd name="T12" fmla="*/ 201 w 671"/>
                  <a:gd name="T13" fmla="*/ 78 h 346"/>
                  <a:gd name="T14" fmla="*/ 209 w 671"/>
                  <a:gd name="T15" fmla="*/ 48 h 346"/>
                  <a:gd name="T16" fmla="*/ 175 w 671"/>
                  <a:gd name="T17" fmla="*/ 15 h 346"/>
                  <a:gd name="T18" fmla="*/ 158 w 671"/>
                  <a:gd name="T19" fmla="*/ 17 h 346"/>
                  <a:gd name="T20" fmla="*/ 20 w 671"/>
                  <a:gd name="T21" fmla="*/ 59 h 346"/>
                  <a:gd name="T22" fmla="*/ 0 w 671"/>
                  <a:gd name="T23" fmla="*/ 59 h 346"/>
                  <a:gd name="T24" fmla="*/ 358 w 671"/>
                  <a:gd name="T25" fmla="*/ 346 h 346"/>
                  <a:gd name="T26" fmla="*/ 671 w 671"/>
                  <a:gd name="T27" fmla="*/ 63 h 346"/>
                  <a:gd name="T28" fmla="*/ 661 w 671"/>
                  <a:gd name="T29" fmla="*/ 63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1" h="346">
                    <a:moveTo>
                      <a:pt x="661" y="63"/>
                    </a:moveTo>
                    <a:cubicBezTo>
                      <a:pt x="626" y="63"/>
                      <a:pt x="596" y="22"/>
                      <a:pt x="566" y="5"/>
                    </a:cubicBezTo>
                    <a:cubicBezTo>
                      <a:pt x="559" y="1"/>
                      <a:pt x="551" y="0"/>
                      <a:pt x="542" y="0"/>
                    </a:cubicBezTo>
                    <a:cubicBezTo>
                      <a:pt x="522" y="2"/>
                      <a:pt x="506" y="18"/>
                      <a:pt x="505" y="38"/>
                    </a:cubicBezTo>
                    <a:cubicBezTo>
                      <a:pt x="504" y="53"/>
                      <a:pt x="511" y="66"/>
                      <a:pt x="521" y="74"/>
                    </a:cubicBezTo>
                    <a:cubicBezTo>
                      <a:pt x="477" y="110"/>
                      <a:pt x="420" y="131"/>
                      <a:pt x="358" y="131"/>
                    </a:cubicBezTo>
                    <a:cubicBezTo>
                      <a:pt x="299" y="131"/>
                      <a:pt x="244" y="111"/>
                      <a:pt x="201" y="78"/>
                    </a:cubicBezTo>
                    <a:cubicBezTo>
                      <a:pt x="207" y="70"/>
                      <a:pt x="211" y="60"/>
                      <a:pt x="209" y="48"/>
                    </a:cubicBezTo>
                    <a:cubicBezTo>
                      <a:pt x="207" y="31"/>
                      <a:pt x="193" y="16"/>
                      <a:pt x="175" y="15"/>
                    </a:cubicBezTo>
                    <a:cubicBezTo>
                      <a:pt x="169" y="14"/>
                      <a:pt x="163" y="15"/>
                      <a:pt x="158" y="17"/>
                    </a:cubicBezTo>
                    <a:cubicBezTo>
                      <a:pt x="122" y="29"/>
                      <a:pt x="57" y="59"/>
                      <a:pt x="20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232"/>
                      <a:pt x="185" y="346"/>
                      <a:pt x="358" y="346"/>
                    </a:cubicBezTo>
                    <a:cubicBezTo>
                      <a:pt x="531" y="346"/>
                      <a:pt x="671" y="236"/>
                      <a:pt x="671" y="63"/>
                    </a:cubicBezTo>
                    <a:lnTo>
                      <a:pt x="661" y="63"/>
                    </a:lnTo>
                    <a:close/>
                  </a:path>
                </a:pathLst>
              </a:cu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164" name="Graphic 163">
              <a:extLst>
                <a:ext uri="{FF2B5EF4-FFF2-40B4-BE49-F238E27FC236}">
                  <a16:creationId xmlns:a16="http://schemas.microsoft.com/office/drawing/2014/main" id="{971D26AF-561E-FA61-B654-A60E98704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94204" y="2581697"/>
              <a:ext cx="932628" cy="932628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251F13D-8A7D-3E19-95F6-7CB9439E46FF}"/>
              </a:ext>
            </a:extLst>
          </p:cNvPr>
          <p:cNvGrpSpPr/>
          <p:nvPr/>
        </p:nvGrpSpPr>
        <p:grpSpPr>
          <a:xfrm>
            <a:off x="7460098" y="2588820"/>
            <a:ext cx="652603" cy="1517996"/>
            <a:chOff x="7920922" y="1971731"/>
            <a:chExt cx="819117" cy="1736009"/>
          </a:xfrm>
        </p:grpSpPr>
        <p:grpSp>
          <p:nvGrpSpPr>
            <p:cNvPr id="182" name="Group 4">
              <a:extLst>
                <a:ext uri="{FF2B5EF4-FFF2-40B4-BE49-F238E27FC236}">
                  <a16:creationId xmlns:a16="http://schemas.microsoft.com/office/drawing/2014/main" id="{F41CE24D-E24D-288C-8C96-4E504799E7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079319" y="3428960"/>
              <a:ext cx="528639" cy="278780"/>
              <a:chOff x="1228" y="2176"/>
              <a:chExt cx="402" cy="212"/>
            </a:xfrm>
          </p:grpSpPr>
          <p:sp>
            <p:nvSpPr>
              <p:cNvPr id="184" name="Freeform 14">
                <a:extLst>
                  <a:ext uri="{FF2B5EF4-FFF2-40B4-BE49-F238E27FC236}">
                    <a16:creationId xmlns:a16="http://schemas.microsoft.com/office/drawing/2014/main" id="{D2317855-CB72-074D-844D-E5646672A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190"/>
                <a:ext cx="48" cy="47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8 w 80"/>
                  <a:gd name="T5" fmla="*/ 38 h 80"/>
                  <a:gd name="T6" fmla="*/ 38 w 80"/>
                  <a:gd name="T7" fmla="*/ 2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4"/>
                      <a:pt x="20" y="80"/>
                      <a:pt x="42" y="79"/>
                    </a:cubicBezTo>
                    <a:cubicBezTo>
                      <a:pt x="63" y="78"/>
                      <a:pt x="80" y="60"/>
                      <a:pt x="78" y="38"/>
                    </a:cubicBezTo>
                    <a:cubicBezTo>
                      <a:pt x="77" y="17"/>
                      <a:pt x="59" y="0"/>
                      <a:pt x="38" y="2"/>
                    </a:cubicBezTo>
                    <a:cubicBezTo>
                      <a:pt x="16" y="3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5" name="Freeform 15">
                <a:extLst>
                  <a:ext uri="{FF2B5EF4-FFF2-40B4-BE49-F238E27FC236}">
                    <a16:creationId xmlns:a16="http://schemas.microsoft.com/office/drawing/2014/main" id="{036B49C1-CFF5-8617-B448-D6513D994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4" y="2205"/>
                <a:ext cx="48" cy="47"/>
              </a:xfrm>
              <a:custGeom>
                <a:avLst/>
                <a:gdLst>
                  <a:gd name="T0" fmla="*/ 1 w 80"/>
                  <a:gd name="T1" fmla="*/ 42 h 79"/>
                  <a:gd name="T2" fmla="*/ 42 w 80"/>
                  <a:gd name="T3" fmla="*/ 78 h 79"/>
                  <a:gd name="T4" fmla="*/ 78 w 80"/>
                  <a:gd name="T5" fmla="*/ 37 h 79"/>
                  <a:gd name="T6" fmla="*/ 38 w 80"/>
                  <a:gd name="T7" fmla="*/ 1 h 79"/>
                  <a:gd name="T8" fmla="*/ 1 w 80"/>
                  <a:gd name="T9" fmla="*/ 4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79">
                    <a:moveTo>
                      <a:pt x="1" y="42"/>
                    </a:moveTo>
                    <a:cubicBezTo>
                      <a:pt x="2" y="63"/>
                      <a:pt x="20" y="79"/>
                      <a:pt x="42" y="78"/>
                    </a:cubicBezTo>
                    <a:cubicBezTo>
                      <a:pt x="63" y="77"/>
                      <a:pt x="80" y="59"/>
                      <a:pt x="78" y="37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6" name="Freeform 16">
                <a:extLst>
                  <a:ext uri="{FF2B5EF4-FFF2-40B4-BE49-F238E27FC236}">
                    <a16:creationId xmlns:a16="http://schemas.microsoft.com/office/drawing/2014/main" id="{469AE8F5-5276-FF16-8115-79281144B9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207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8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3"/>
                      <a:pt x="21" y="80"/>
                      <a:pt x="42" y="78"/>
                    </a:cubicBezTo>
                    <a:cubicBezTo>
                      <a:pt x="63" y="77"/>
                      <a:pt x="80" y="59"/>
                      <a:pt x="79" y="38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7" name="Freeform 17">
                <a:extLst>
                  <a:ext uri="{FF2B5EF4-FFF2-40B4-BE49-F238E27FC236}">
                    <a16:creationId xmlns:a16="http://schemas.microsoft.com/office/drawing/2014/main" id="{51895B10-6933-0D1C-FFF7-7483639FA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0" y="2182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3" y="64"/>
                      <a:pt x="21" y="80"/>
                      <a:pt x="42" y="79"/>
                    </a:cubicBezTo>
                    <a:cubicBezTo>
                      <a:pt x="64" y="78"/>
                      <a:pt x="80" y="59"/>
                      <a:pt x="79" y="38"/>
                    </a:cubicBezTo>
                    <a:cubicBezTo>
                      <a:pt x="78" y="17"/>
                      <a:pt x="59" y="0"/>
                      <a:pt x="38" y="1"/>
                    </a:cubicBezTo>
                    <a:cubicBezTo>
                      <a:pt x="17" y="2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">
                <a:extLst>
                  <a:ext uri="{FF2B5EF4-FFF2-40B4-BE49-F238E27FC236}">
                    <a16:creationId xmlns:a16="http://schemas.microsoft.com/office/drawing/2014/main" id="{EAB7215C-EDDD-70CE-E490-36B578C98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2207"/>
                <a:ext cx="48" cy="48"/>
              </a:xfrm>
              <a:custGeom>
                <a:avLst/>
                <a:gdLst>
                  <a:gd name="T0" fmla="*/ 2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2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2" y="42"/>
                    </a:moveTo>
                    <a:cubicBezTo>
                      <a:pt x="3" y="63"/>
                      <a:pt x="21" y="80"/>
                      <a:pt x="42" y="79"/>
                    </a:cubicBezTo>
                    <a:cubicBezTo>
                      <a:pt x="64" y="77"/>
                      <a:pt x="80" y="59"/>
                      <a:pt x="79" y="38"/>
                    </a:cubicBezTo>
                    <a:cubicBezTo>
                      <a:pt x="78" y="16"/>
                      <a:pt x="60" y="0"/>
                      <a:pt x="38" y="1"/>
                    </a:cubicBezTo>
                    <a:cubicBezTo>
                      <a:pt x="17" y="2"/>
                      <a:pt x="0" y="21"/>
                      <a:pt x="2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9" name="Freeform 19">
                <a:extLst>
                  <a:ext uri="{FF2B5EF4-FFF2-40B4-BE49-F238E27FC236}">
                    <a16:creationId xmlns:a16="http://schemas.microsoft.com/office/drawing/2014/main" id="{E93A6E6A-1AEC-16B2-C87F-CCEB8F851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5" y="2188"/>
                <a:ext cx="57" cy="58"/>
              </a:xfrm>
              <a:custGeom>
                <a:avLst/>
                <a:gdLst>
                  <a:gd name="T0" fmla="*/ 1 w 96"/>
                  <a:gd name="T1" fmla="*/ 50 h 96"/>
                  <a:gd name="T2" fmla="*/ 50 w 96"/>
                  <a:gd name="T3" fmla="*/ 94 h 96"/>
                  <a:gd name="T4" fmla="*/ 95 w 96"/>
                  <a:gd name="T5" fmla="*/ 45 h 96"/>
                  <a:gd name="T6" fmla="*/ 45 w 96"/>
                  <a:gd name="T7" fmla="*/ 1 h 96"/>
                  <a:gd name="T8" fmla="*/ 1 w 96"/>
                  <a:gd name="T9" fmla="*/ 5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96">
                    <a:moveTo>
                      <a:pt x="1" y="50"/>
                    </a:moveTo>
                    <a:cubicBezTo>
                      <a:pt x="3" y="76"/>
                      <a:pt x="25" y="96"/>
                      <a:pt x="50" y="94"/>
                    </a:cubicBezTo>
                    <a:cubicBezTo>
                      <a:pt x="76" y="93"/>
                      <a:pt x="96" y="71"/>
                      <a:pt x="95" y="45"/>
                    </a:cubicBezTo>
                    <a:cubicBezTo>
                      <a:pt x="93" y="19"/>
                      <a:pt x="71" y="0"/>
                      <a:pt x="45" y="1"/>
                    </a:cubicBezTo>
                    <a:cubicBezTo>
                      <a:pt x="20" y="3"/>
                      <a:pt x="0" y="25"/>
                      <a:pt x="1" y="50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0" name="Freeform 20">
                <a:extLst>
                  <a:ext uri="{FF2B5EF4-FFF2-40B4-BE49-F238E27FC236}">
                    <a16:creationId xmlns:a16="http://schemas.microsoft.com/office/drawing/2014/main" id="{16226171-6859-C16D-BCAB-CCC576B9F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6" y="2176"/>
                <a:ext cx="49" cy="49"/>
              </a:xfrm>
              <a:custGeom>
                <a:avLst/>
                <a:gdLst>
                  <a:gd name="T0" fmla="*/ 1 w 82"/>
                  <a:gd name="T1" fmla="*/ 43 h 82"/>
                  <a:gd name="T2" fmla="*/ 43 w 82"/>
                  <a:gd name="T3" fmla="*/ 81 h 82"/>
                  <a:gd name="T4" fmla="*/ 81 w 82"/>
                  <a:gd name="T5" fmla="*/ 39 h 82"/>
                  <a:gd name="T6" fmla="*/ 39 w 82"/>
                  <a:gd name="T7" fmla="*/ 1 h 82"/>
                  <a:gd name="T8" fmla="*/ 1 w 82"/>
                  <a:gd name="T9" fmla="*/ 4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1" y="43"/>
                    </a:moveTo>
                    <a:cubicBezTo>
                      <a:pt x="2" y="66"/>
                      <a:pt x="21" y="82"/>
                      <a:pt x="43" y="81"/>
                    </a:cubicBezTo>
                    <a:cubicBezTo>
                      <a:pt x="65" y="80"/>
                      <a:pt x="82" y="61"/>
                      <a:pt x="81" y="39"/>
                    </a:cubicBezTo>
                    <a:cubicBezTo>
                      <a:pt x="80" y="17"/>
                      <a:pt x="61" y="0"/>
                      <a:pt x="39" y="1"/>
                    </a:cubicBezTo>
                    <a:cubicBezTo>
                      <a:pt x="17" y="3"/>
                      <a:pt x="0" y="21"/>
                      <a:pt x="1" y="43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1" name="Oval 21">
                <a:extLst>
                  <a:ext uri="{FF2B5EF4-FFF2-40B4-BE49-F238E27FC236}">
                    <a16:creationId xmlns:a16="http://schemas.microsoft.com/office/drawing/2014/main" id="{D19D06D6-84BE-6762-409F-9B064907F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0" y="2228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2" name="Oval 22">
                <a:extLst>
                  <a:ext uri="{FF2B5EF4-FFF2-40B4-BE49-F238E27FC236}">
                    <a16:creationId xmlns:a16="http://schemas.microsoft.com/office/drawing/2014/main" id="{1A8B4C3E-7DFF-1A0F-6329-A27D2506B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5" y="2241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3" name="Oval 23">
                <a:extLst>
                  <a:ext uri="{FF2B5EF4-FFF2-40B4-BE49-F238E27FC236}">
                    <a16:creationId xmlns:a16="http://schemas.microsoft.com/office/drawing/2014/main" id="{D16D4E39-6237-4BE5-8493-D15087280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2234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4" name="Oval 24">
                <a:extLst>
                  <a:ext uri="{FF2B5EF4-FFF2-40B4-BE49-F238E27FC236}">
                    <a16:creationId xmlns:a16="http://schemas.microsoft.com/office/drawing/2014/main" id="{2FB77B16-8E22-9B06-29EC-258ED04F7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2" y="2223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5" name="Oval 25">
                <a:extLst>
                  <a:ext uri="{FF2B5EF4-FFF2-40B4-BE49-F238E27FC236}">
                    <a16:creationId xmlns:a16="http://schemas.microsoft.com/office/drawing/2014/main" id="{7BC3A1B4-9375-9E23-3C6D-8E697825EA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" y="2206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6" name="Oval 26">
                <a:extLst>
                  <a:ext uri="{FF2B5EF4-FFF2-40B4-BE49-F238E27FC236}">
                    <a16:creationId xmlns:a16="http://schemas.microsoft.com/office/drawing/2014/main" id="{02D3337F-B0D2-2413-ADF4-4C83854363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8" y="2237"/>
                <a:ext cx="34" cy="35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7" name="Oval 27">
                <a:extLst>
                  <a:ext uri="{FF2B5EF4-FFF2-40B4-BE49-F238E27FC236}">
                    <a16:creationId xmlns:a16="http://schemas.microsoft.com/office/drawing/2014/main" id="{AA8F2E3F-2FB1-492C-2A8D-5DD0F9A32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2224"/>
                <a:ext cx="42" cy="41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8" name="Oval 28">
                <a:extLst>
                  <a:ext uri="{FF2B5EF4-FFF2-40B4-BE49-F238E27FC236}">
                    <a16:creationId xmlns:a16="http://schemas.microsoft.com/office/drawing/2014/main" id="{94C76C53-5BB4-0A39-9021-7D4C36A42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2" y="2209"/>
                <a:ext cx="47" cy="46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9" name="Freeform 29">
                <a:extLst>
                  <a:ext uri="{FF2B5EF4-FFF2-40B4-BE49-F238E27FC236}">
                    <a16:creationId xmlns:a16="http://schemas.microsoft.com/office/drawing/2014/main" id="{50E4C906-B6A9-8CD6-9176-439CBACBC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2182"/>
                <a:ext cx="402" cy="206"/>
              </a:xfrm>
              <a:custGeom>
                <a:avLst/>
                <a:gdLst>
                  <a:gd name="T0" fmla="*/ 661 w 671"/>
                  <a:gd name="T1" fmla="*/ 63 h 346"/>
                  <a:gd name="T2" fmla="*/ 566 w 671"/>
                  <a:gd name="T3" fmla="*/ 5 h 346"/>
                  <a:gd name="T4" fmla="*/ 542 w 671"/>
                  <a:gd name="T5" fmla="*/ 0 h 346"/>
                  <a:gd name="T6" fmla="*/ 505 w 671"/>
                  <a:gd name="T7" fmla="*/ 38 h 346"/>
                  <a:gd name="T8" fmla="*/ 521 w 671"/>
                  <a:gd name="T9" fmla="*/ 74 h 346"/>
                  <a:gd name="T10" fmla="*/ 358 w 671"/>
                  <a:gd name="T11" fmla="*/ 131 h 346"/>
                  <a:gd name="T12" fmla="*/ 201 w 671"/>
                  <a:gd name="T13" fmla="*/ 78 h 346"/>
                  <a:gd name="T14" fmla="*/ 209 w 671"/>
                  <a:gd name="T15" fmla="*/ 48 h 346"/>
                  <a:gd name="T16" fmla="*/ 175 w 671"/>
                  <a:gd name="T17" fmla="*/ 15 h 346"/>
                  <a:gd name="T18" fmla="*/ 158 w 671"/>
                  <a:gd name="T19" fmla="*/ 17 h 346"/>
                  <a:gd name="T20" fmla="*/ 20 w 671"/>
                  <a:gd name="T21" fmla="*/ 59 h 346"/>
                  <a:gd name="T22" fmla="*/ 0 w 671"/>
                  <a:gd name="T23" fmla="*/ 59 h 346"/>
                  <a:gd name="T24" fmla="*/ 358 w 671"/>
                  <a:gd name="T25" fmla="*/ 346 h 346"/>
                  <a:gd name="T26" fmla="*/ 671 w 671"/>
                  <a:gd name="T27" fmla="*/ 63 h 346"/>
                  <a:gd name="T28" fmla="*/ 661 w 671"/>
                  <a:gd name="T29" fmla="*/ 63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1" h="346">
                    <a:moveTo>
                      <a:pt x="661" y="63"/>
                    </a:moveTo>
                    <a:cubicBezTo>
                      <a:pt x="626" y="63"/>
                      <a:pt x="596" y="22"/>
                      <a:pt x="566" y="5"/>
                    </a:cubicBezTo>
                    <a:cubicBezTo>
                      <a:pt x="559" y="1"/>
                      <a:pt x="551" y="0"/>
                      <a:pt x="542" y="0"/>
                    </a:cubicBezTo>
                    <a:cubicBezTo>
                      <a:pt x="522" y="2"/>
                      <a:pt x="506" y="18"/>
                      <a:pt x="505" y="38"/>
                    </a:cubicBezTo>
                    <a:cubicBezTo>
                      <a:pt x="504" y="53"/>
                      <a:pt x="511" y="66"/>
                      <a:pt x="521" y="74"/>
                    </a:cubicBezTo>
                    <a:cubicBezTo>
                      <a:pt x="477" y="110"/>
                      <a:pt x="420" y="131"/>
                      <a:pt x="358" y="131"/>
                    </a:cubicBezTo>
                    <a:cubicBezTo>
                      <a:pt x="299" y="131"/>
                      <a:pt x="244" y="111"/>
                      <a:pt x="201" y="78"/>
                    </a:cubicBezTo>
                    <a:cubicBezTo>
                      <a:pt x="207" y="70"/>
                      <a:pt x="211" y="60"/>
                      <a:pt x="209" y="48"/>
                    </a:cubicBezTo>
                    <a:cubicBezTo>
                      <a:pt x="207" y="31"/>
                      <a:pt x="193" y="16"/>
                      <a:pt x="175" y="15"/>
                    </a:cubicBezTo>
                    <a:cubicBezTo>
                      <a:pt x="169" y="14"/>
                      <a:pt x="163" y="15"/>
                      <a:pt x="158" y="17"/>
                    </a:cubicBezTo>
                    <a:cubicBezTo>
                      <a:pt x="122" y="29"/>
                      <a:pt x="57" y="59"/>
                      <a:pt x="20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232"/>
                      <a:pt x="185" y="346"/>
                      <a:pt x="358" y="346"/>
                    </a:cubicBezTo>
                    <a:cubicBezTo>
                      <a:pt x="531" y="346"/>
                      <a:pt x="671" y="236"/>
                      <a:pt x="671" y="63"/>
                    </a:cubicBezTo>
                    <a:lnTo>
                      <a:pt x="661" y="63"/>
                    </a:lnTo>
                    <a:close/>
                  </a:path>
                </a:pathLst>
              </a:cu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183" name="Graphic 182">
              <a:extLst>
                <a:ext uri="{FF2B5EF4-FFF2-40B4-BE49-F238E27FC236}">
                  <a16:creationId xmlns:a16="http://schemas.microsoft.com/office/drawing/2014/main" id="{48BA8C56-5E54-E262-4C6F-B806738AF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20922" y="1971731"/>
              <a:ext cx="819117" cy="1534316"/>
            </a:xfrm>
            <a:prstGeom prst="rect">
              <a:avLst/>
            </a:prstGeom>
          </p:spPr>
        </p:pic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A386F0D1-9296-FC26-FC75-303DC9E8DE07}"/>
              </a:ext>
            </a:extLst>
          </p:cNvPr>
          <p:cNvGrpSpPr/>
          <p:nvPr/>
        </p:nvGrpSpPr>
        <p:grpSpPr>
          <a:xfrm>
            <a:off x="9539444" y="2059862"/>
            <a:ext cx="881109" cy="2069819"/>
            <a:chOff x="9515886" y="1628561"/>
            <a:chExt cx="983535" cy="2079179"/>
          </a:xfrm>
        </p:grpSpPr>
        <p:grpSp>
          <p:nvGrpSpPr>
            <p:cNvPr id="201" name="Group 4">
              <a:extLst>
                <a:ext uri="{FF2B5EF4-FFF2-40B4-BE49-F238E27FC236}">
                  <a16:creationId xmlns:a16="http://schemas.microsoft.com/office/drawing/2014/main" id="{E10FD784-11CC-98C4-745D-6565AD31A4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43342" y="3428960"/>
              <a:ext cx="528639" cy="278780"/>
              <a:chOff x="1228" y="2176"/>
              <a:chExt cx="402" cy="212"/>
            </a:xfrm>
          </p:grpSpPr>
          <p:sp>
            <p:nvSpPr>
              <p:cNvPr id="203" name="Freeform 14">
                <a:extLst>
                  <a:ext uri="{FF2B5EF4-FFF2-40B4-BE49-F238E27FC236}">
                    <a16:creationId xmlns:a16="http://schemas.microsoft.com/office/drawing/2014/main" id="{9E95075D-2B5A-B987-62FF-CEFB15714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190"/>
                <a:ext cx="48" cy="47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8 w 80"/>
                  <a:gd name="T5" fmla="*/ 38 h 80"/>
                  <a:gd name="T6" fmla="*/ 38 w 80"/>
                  <a:gd name="T7" fmla="*/ 2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4"/>
                      <a:pt x="20" y="80"/>
                      <a:pt x="42" y="79"/>
                    </a:cubicBezTo>
                    <a:cubicBezTo>
                      <a:pt x="63" y="78"/>
                      <a:pt x="80" y="60"/>
                      <a:pt x="78" y="38"/>
                    </a:cubicBezTo>
                    <a:cubicBezTo>
                      <a:pt x="77" y="17"/>
                      <a:pt x="59" y="0"/>
                      <a:pt x="38" y="2"/>
                    </a:cubicBezTo>
                    <a:cubicBezTo>
                      <a:pt x="16" y="3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4" name="Freeform 15">
                <a:extLst>
                  <a:ext uri="{FF2B5EF4-FFF2-40B4-BE49-F238E27FC236}">
                    <a16:creationId xmlns:a16="http://schemas.microsoft.com/office/drawing/2014/main" id="{5E15AEEE-7DFF-5F11-9ED5-6B8ECAD1C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4" y="2205"/>
                <a:ext cx="48" cy="47"/>
              </a:xfrm>
              <a:custGeom>
                <a:avLst/>
                <a:gdLst>
                  <a:gd name="T0" fmla="*/ 1 w 80"/>
                  <a:gd name="T1" fmla="*/ 42 h 79"/>
                  <a:gd name="T2" fmla="*/ 42 w 80"/>
                  <a:gd name="T3" fmla="*/ 78 h 79"/>
                  <a:gd name="T4" fmla="*/ 78 w 80"/>
                  <a:gd name="T5" fmla="*/ 37 h 79"/>
                  <a:gd name="T6" fmla="*/ 38 w 80"/>
                  <a:gd name="T7" fmla="*/ 1 h 79"/>
                  <a:gd name="T8" fmla="*/ 1 w 80"/>
                  <a:gd name="T9" fmla="*/ 4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79">
                    <a:moveTo>
                      <a:pt x="1" y="42"/>
                    </a:moveTo>
                    <a:cubicBezTo>
                      <a:pt x="2" y="63"/>
                      <a:pt x="20" y="79"/>
                      <a:pt x="42" y="78"/>
                    </a:cubicBezTo>
                    <a:cubicBezTo>
                      <a:pt x="63" y="77"/>
                      <a:pt x="80" y="59"/>
                      <a:pt x="78" y="37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5" name="Freeform 16">
                <a:extLst>
                  <a:ext uri="{FF2B5EF4-FFF2-40B4-BE49-F238E27FC236}">
                    <a16:creationId xmlns:a16="http://schemas.microsoft.com/office/drawing/2014/main" id="{4C8D5E66-7C96-E533-4766-247E3346D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207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8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2" y="63"/>
                      <a:pt x="21" y="80"/>
                      <a:pt x="42" y="78"/>
                    </a:cubicBezTo>
                    <a:cubicBezTo>
                      <a:pt x="63" y="77"/>
                      <a:pt x="80" y="59"/>
                      <a:pt x="79" y="38"/>
                    </a:cubicBezTo>
                    <a:cubicBezTo>
                      <a:pt x="77" y="16"/>
                      <a:pt x="59" y="0"/>
                      <a:pt x="38" y="1"/>
                    </a:cubicBezTo>
                    <a:cubicBezTo>
                      <a:pt x="16" y="2"/>
                      <a:pt x="0" y="20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6" name="Freeform 17">
                <a:extLst>
                  <a:ext uri="{FF2B5EF4-FFF2-40B4-BE49-F238E27FC236}">
                    <a16:creationId xmlns:a16="http://schemas.microsoft.com/office/drawing/2014/main" id="{B762D1B2-D871-EC5E-9B01-6C110007D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0" y="2182"/>
                <a:ext cx="48" cy="48"/>
              </a:xfrm>
              <a:custGeom>
                <a:avLst/>
                <a:gdLst>
                  <a:gd name="T0" fmla="*/ 1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1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1" y="42"/>
                    </a:moveTo>
                    <a:cubicBezTo>
                      <a:pt x="3" y="64"/>
                      <a:pt x="21" y="80"/>
                      <a:pt x="42" y="79"/>
                    </a:cubicBezTo>
                    <a:cubicBezTo>
                      <a:pt x="64" y="78"/>
                      <a:pt x="80" y="59"/>
                      <a:pt x="79" y="38"/>
                    </a:cubicBezTo>
                    <a:cubicBezTo>
                      <a:pt x="78" y="17"/>
                      <a:pt x="59" y="0"/>
                      <a:pt x="38" y="1"/>
                    </a:cubicBezTo>
                    <a:cubicBezTo>
                      <a:pt x="17" y="2"/>
                      <a:pt x="0" y="21"/>
                      <a:pt x="1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7" name="Freeform 18">
                <a:extLst>
                  <a:ext uri="{FF2B5EF4-FFF2-40B4-BE49-F238E27FC236}">
                    <a16:creationId xmlns:a16="http://schemas.microsoft.com/office/drawing/2014/main" id="{C018D763-79EC-2DC9-397D-DD2C35E13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2207"/>
                <a:ext cx="48" cy="48"/>
              </a:xfrm>
              <a:custGeom>
                <a:avLst/>
                <a:gdLst>
                  <a:gd name="T0" fmla="*/ 2 w 80"/>
                  <a:gd name="T1" fmla="*/ 42 h 80"/>
                  <a:gd name="T2" fmla="*/ 42 w 80"/>
                  <a:gd name="T3" fmla="*/ 79 h 80"/>
                  <a:gd name="T4" fmla="*/ 79 w 80"/>
                  <a:gd name="T5" fmla="*/ 38 h 80"/>
                  <a:gd name="T6" fmla="*/ 38 w 80"/>
                  <a:gd name="T7" fmla="*/ 1 h 80"/>
                  <a:gd name="T8" fmla="*/ 2 w 80"/>
                  <a:gd name="T9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80">
                    <a:moveTo>
                      <a:pt x="2" y="42"/>
                    </a:moveTo>
                    <a:cubicBezTo>
                      <a:pt x="3" y="63"/>
                      <a:pt x="21" y="80"/>
                      <a:pt x="42" y="79"/>
                    </a:cubicBezTo>
                    <a:cubicBezTo>
                      <a:pt x="64" y="77"/>
                      <a:pt x="80" y="59"/>
                      <a:pt x="79" y="38"/>
                    </a:cubicBezTo>
                    <a:cubicBezTo>
                      <a:pt x="78" y="16"/>
                      <a:pt x="60" y="0"/>
                      <a:pt x="38" y="1"/>
                    </a:cubicBezTo>
                    <a:cubicBezTo>
                      <a:pt x="17" y="2"/>
                      <a:pt x="0" y="21"/>
                      <a:pt x="2" y="42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8" name="Freeform 19">
                <a:extLst>
                  <a:ext uri="{FF2B5EF4-FFF2-40B4-BE49-F238E27FC236}">
                    <a16:creationId xmlns:a16="http://schemas.microsoft.com/office/drawing/2014/main" id="{8D6C1580-8905-1F74-D150-0EB391E8D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5" y="2188"/>
                <a:ext cx="57" cy="58"/>
              </a:xfrm>
              <a:custGeom>
                <a:avLst/>
                <a:gdLst>
                  <a:gd name="T0" fmla="*/ 1 w 96"/>
                  <a:gd name="T1" fmla="*/ 50 h 96"/>
                  <a:gd name="T2" fmla="*/ 50 w 96"/>
                  <a:gd name="T3" fmla="*/ 94 h 96"/>
                  <a:gd name="T4" fmla="*/ 95 w 96"/>
                  <a:gd name="T5" fmla="*/ 45 h 96"/>
                  <a:gd name="T6" fmla="*/ 45 w 96"/>
                  <a:gd name="T7" fmla="*/ 1 h 96"/>
                  <a:gd name="T8" fmla="*/ 1 w 96"/>
                  <a:gd name="T9" fmla="*/ 5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96">
                    <a:moveTo>
                      <a:pt x="1" y="50"/>
                    </a:moveTo>
                    <a:cubicBezTo>
                      <a:pt x="3" y="76"/>
                      <a:pt x="25" y="96"/>
                      <a:pt x="50" y="94"/>
                    </a:cubicBezTo>
                    <a:cubicBezTo>
                      <a:pt x="76" y="93"/>
                      <a:pt x="96" y="71"/>
                      <a:pt x="95" y="45"/>
                    </a:cubicBezTo>
                    <a:cubicBezTo>
                      <a:pt x="93" y="19"/>
                      <a:pt x="71" y="0"/>
                      <a:pt x="45" y="1"/>
                    </a:cubicBezTo>
                    <a:cubicBezTo>
                      <a:pt x="20" y="3"/>
                      <a:pt x="0" y="25"/>
                      <a:pt x="1" y="50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9" name="Freeform 20">
                <a:extLst>
                  <a:ext uri="{FF2B5EF4-FFF2-40B4-BE49-F238E27FC236}">
                    <a16:creationId xmlns:a16="http://schemas.microsoft.com/office/drawing/2014/main" id="{37CBD72E-D070-4C7B-77BC-C722E3027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6" y="2176"/>
                <a:ext cx="49" cy="49"/>
              </a:xfrm>
              <a:custGeom>
                <a:avLst/>
                <a:gdLst>
                  <a:gd name="T0" fmla="*/ 1 w 82"/>
                  <a:gd name="T1" fmla="*/ 43 h 82"/>
                  <a:gd name="T2" fmla="*/ 43 w 82"/>
                  <a:gd name="T3" fmla="*/ 81 h 82"/>
                  <a:gd name="T4" fmla="*/ 81 w 82"/>
                  <a:gd name="T5" fmla="*/ 39 h 82"/>
                  <a:gd name="T6" fmla="*/ 39 w 82"/>
                  <a:gd name="T7" fmla="*/ 1 h 82"/>
                  <a:gd name="T8" fmla="*/ 1 w 82"/>
                  <a:gd name="T9" fmla="*/ 4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1" y="43"/>
                    </a:moveTo>
                    <a:cubicBezTo>
                      <a:pt x="2" y="66"/>
                      <a:pt x="21" y="82"/>
                      <a:pt x="43" y="81"/>
                    </a:cubicBezTo>
                    <a:cubicBezTo>
                      <a:pt x="65" y="80"/>
                      <a:pt x="82" y="61"/>
                      <a:pt x="81" y="39"/>
                    </a:cubicBezTo>
                    <a:cubicBezTo>
                      <a:pt x="80" y="17"/>
                      <a:pt x="61" y="0"/>
                      <a:pt x="39" y="1"/>
                    </a:cubicBezTo>
                    <a:cubicBezTo>
                      <a:pt x="17" y="3"/>
                      <a:pt x="0" y="21"/>
                      <a:pt x="1" y="43"/>
                    </a:cubicBezTo>
                    <a:close/>
                  </a:path>
                </a:pathLst>
              </a:custGeom>
              <a:solidFill>
                <a:srgbClr val="8B5E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0" name="Oval 21">
                <a:extLst>
                  <a:ext uri="{FF2B5EF4-FFF2-40B4-BE49-F238E27FC236}">
                    <a16:creationId xmlns:a16="http://schemas.microsoft.com/office/drawing/2014/main" id="{07F4086E-C1C6-3DB4-2995-07E47CDBA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0" y="2228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1" name="Oval 22">
                <a:extLst>
                  <a:ext uri="{FF2B5EF4-FFF2-40B4-BE49-F238E27FC236}">
                    <a16:creationId xmlns:a16="http://schemas.microsoft.com/office/drawing/2014/main" id="{4F4D0F3F-49BD-A92A-EF69-D396AF39A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5" y="2241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2" name="Oval 23">
                <a:extLst>
                  <a:ext uri="{FF2B5EF4-FFF2-40B4-BE49-F238E27FC236}">
                    <a16:creationId xmlns:a16="http://schemas.microsoft.com/office/drawing/2014/main" id="{01D14F6B-D6CC-C4F5-C5A6-46B24824D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2234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3" name="Oval 24">
                <a:extLst>
                  <a:ext uri="{FF2B5EF4-FFF2-40B4-BE49-F238E27FC236}">
                    <a16:creationId xmlns:a16="http://schemas.microsoft.com/office/drawing/2014/main" id="{C2663396-3C8D-8985-AC05-200346782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2" y="2223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4" name="Oval 25">
                <a:extLst>
                  <a:ext uri="{FF2B5EF4-FFF2-40B4-BE49-F238E27FC236}">
                    <a16:creationId xmlns:a16="http://schemas.microsoft.com/office/drawing/2014/main" id="{502DCB28-2222-E68B-573B-E39C62C0C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" y="2206"/>
                <a:ext cx="34" cy="34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5" name="Oval 26">
                <a:extLst>
                  <a:ext uri="{FF2B5EF4-FFF2-40B4-BE49-F238E27FC236}">
                    <a16:creationId xmlns:a16="http://schemas.microsoft.com/office/drawing/2014/main" id="{6F308142-401B-520B-19B0-F36EDC5EB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8" y="2237"/>
                <a:ext cx="34" cy="35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6" name="Oval 27">
                <a:extLst>
                  <a:ext uri="{FF2B5EF4-FFF2-40B4-BE49-F238E27FC236}">
                    <a16:creationId xmlns:a16="http://schemas.microsoft.com/office/drawing/2014/main" id="{3479CDED-9226-DEF3-5459-A8F1EF795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2224"/>
                <a:ext cx="42" cy="41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7" name="Oval 28">
                <a:extLst>
                  <a:ext uri="{FF2B5EF4-FFF2-40B4-BE49-F238E27FC236}">
                    <a16:creationId xmlns:a16="http://schemas.microsoft.com/office/drawing/2014/main" id="{8675B2A0-687D-AC13-903C-7D0B73A23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2" y="2209"/>
                <a:ext cx="47" cy="46"/>
              </a:xfrm>
              <a:prstGeom prst="ellipse">
                <a:avLst/>
              </a:pr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reeform 29">
                <a:extLst>
                  <a:ext uri="{FF2B5EF4-FFF2-40B4-BE49-F238E27FC236}">
                    <a16:creationId xmlns:a16="http://schemas.microsoft.com/office/drawing/2014/main" id="{1F2EE7E9-332A-586F-FE87-FDB13A61B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2182"/>
                <a:ext cx="402" cy="206"/>
              </a:xfrm>
              <a:custGeom>
                <a:avLst/>
                <a:gdLst>
                  <a:gd name="T0" fmla="*/ 661 w 671"/>
                  <a:gd name="T1" fmla="*/ 63 h 346"/>
                  <a:gd name="T2" fmla="*/ 566 w 671"/>
                  <a:gd name="T3" fmla="*/ 5 h 346"/>
                  <a:gd name="T4" fmla="*/ 542 w 671"/>
                  <a:gd name="T5" fmla="*/ 0 h 346"/>
                  <a:gd name="T6" fmla="*/ 505 w 671"/>
                  <a:gd name="T7" fmla="*/ 38 h 346"/>
                  <a:gd name="T8" fmla="*/ 521 w 671"/>
                  <a:gd name="T9" fmla="*/ 74 h 346"/>
                  <a:gd name="T10" fmla="*/ 358 w 671"/>
                  <a:gd name="T11" fmla="*/ 131 h 346"/>
                  <a:gd name="T12" fmla="*/ 201 w 671"/>
                  <a:gd name="T13" fmla="*/ 78 h 346"/>
                  <a:gd name="T14" fmla="*/ 209 w 671"/>
                  <a:gd name="T15" fmla="*/ 48 h 346"/>
                  <a:gd name="T16" fmla="*/ 175 w 671"/>
                  <a:gd name="T17" fmla="*/ 15 h 346"/>
                  <a:gd name="T18" fmla="*/ 158 w 671"/>
                  <a:gd name="T19" fmla="*/ 17 h 346"/>
                  <a:gd name="T20" fmla="*/ 20 w 671"/>
                  <a:gd name="T21" fmla="*/ 59 h 346"/>
                  <a:gd name="T22" fmla="*/ 0 w 671"/>
                  <a:gd name="T23" fmla="*/ 59 h 346"/>
                  <a:gd name="T24" fmla="*/ 358 w 671"/>
                  <a:gd name="T25" fmla="*/ 346 h 346"/>
                  <a:gd name="T26" fmla="*/ 671 w 671"/>
                  <a:gd name="T27" fmla="*/ 63 h 346"/>
                  <a:gd name="T28" fmla="*/ 661 w 671"/>
                  <a:gd name="T29" fmla="*/ 63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1" h="346">
                    <a:moveTo>
                      <a:pt x="661" y="63"/>
                    </a:moveTo>
                    <a:cubicBezTo>
                      <a:pt x="626" y="63"/>
                      <a:pt x="596" y="22"/>
                      <a:pt x="566" y="5"/>
                    </a:cubicBezTo>
                    <a:cubicBezTo>
                      <a:pt x="559" y="1"/>
                      <a:pt x="551" y="0"/>
                      <a:pt x="542" y="0"/>
                    </a:cubicBezTo>
                    <a:cubicBezTo>
                      <a:pt x="522" y="2"/>
                      <a:pt x="506" y="18"/>
                      <a:pt x="505" y="38"/>
                    </a:cubicBezTo>
                    <a:cubicBezTo>
                      <a:pt x="504" y="53"/>
                      <a:pt x="511" y="66"/>
                      <a:pt x="521" y="74"/>
                    </a:cubicBezTo>
                    <a:cubicBezTo>
                      <a:pt x="477" y="110"/>
                      <a:pt x="420" y="131"/>
                      <a:pt x="358" y="131"/>
                    </a:cubicBezTo>
                    <a:cubicBezTo>
                      <a:pt x="299" y="131"/>
                      <a:pt x="244" y="111"/>
                      <a:pt x="201" y="78"/>
                    </a:cubicBezTo>
                    <a:cubicBezTo>
                      <a:pt x="207" y="70"/>
                      <a:pt x="211" y="60"/>
                      <a:pt x="209" y="48"/>
                    </a:cubicBezTo>
                    <a:cubicBezTo>
                      <a:pt x="207" y="31"/>
                      <a:pt x="193" y="16"/>
                      <a:pt x="175" y="15"/>
                    </a:cubicBezTo>
                    <a:cubicBezTo>
                      <a:pt x="169" y="14"/>
                      <a:pt x="163" y="15"/>
                      <a:pt x="158" y="17"/>
                    </a:cubicBezTo>
                    <a:cubicBezTo>
                      <a:pt x="122" y="29"/>
                      <a:pt x="57" y="59"/>
                      <a:pt x="20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232"/>
                      <a:pt x="185" y="346"/>
                      <a:pt x="358" y="346"/>
                    </a:cubicBezTo>
                    <a:cubicBezTo>
                      <a:pt x="531" y="346"/>
                      <a:pt x="671" y="236"/>
                      <a:pt x="671" y="63"/>
                    </a:cubicBezTo>
                    <a:lnTo>
                      <a:pt x="661" y="63"/>
                    </a:lnTo>
                    <a:close/>
                  </a:path>
                </a:pathLst>
              </a:custGeom>
              <a:solidFill>
                <a:srgbClr val="A97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02" name="Graphic 201">
              <a:extLst>
                <a:ext uri="{FF2B5EF4-FFF2-40B4-BE49-F238E27FC236}">
                  <a16:creationId xmlns:a16="http://schemas.microsoft.com/office/drawing/2014/main" id="{89675B10-EFEF-7467-7B12-A89DCEBE8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515886" y="1628561"/>
              <a:ext cx="983535" cy="1881545"/>
            </a:xfrm>
            <a:prstGeom prst="rect">
              <a:avLst/>
            </a:prstGeom>
          </p:spPr>
        </p:pic>
      </p:grpSp>
      <p:sp>
        <p:nvSpPr>
          <p:cNvPr id="219" name="TextBox 218">
            <a:extLst>
              <a:ext uri="{FF2B5EF4-FFF2-40B4-BE49-F238E27FC236}">
                <a16:creationId xmlns:a16="http://schemas.microsoft.com/office/drawing/2014/main" id="{9A864009-C946-C85D-8040-48709B6ADD1E}"/>
              </a:ext>
            </a:extLst>
          </p:cNvPr>
          <p:cNvSpPr txBox="1"/>
          <p:nvPr/>
        </p:nvSpPr>
        <p:spPr>
          <a:xfrm>
            <a:off x="1758300" y="3921751"/>
            <a:ext cx="917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Untm-Oll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B75585F-C77A-E958-84EF-DE05C918B076}"/>
              </a:ext>
            </a:extLst>
          </p:cNvPr>
          <p:cNvSpPr txBox="1"/>
          <p:nvPr/>
        </p:nvSpPr>
        <p:spPr>
          <a:xfrm>
            <a:off x="3272038" y="3921751"/>
            <a:ext cx="972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Itanimi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F06C2E6-00C1-CB78-D6B0-608CBCE4772D}"/>
              </a:ext>
            </a:extLst>
          </p:cNvPr>
          <p:cNvSpPr txBox="1"/>
          <p:nvPr/>
        </p:nvSpPr>
        <p:spPr>
          <a:xfrm>
            <a:off x="4970277" y="3921751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D2E Stlaboru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8CE57F60-4120-50E5-7291-426287DF0B3E}"/>
              </a:ext>
            </a:extLst>
          </p:cNvPr>
          <p:cNvSpPr txBox="1"/>
          <p:nvPr/>
        </p:nvSpPr>
        <p:spPr>
          <a:xfrm>
            <a:off x="7125616" y="3921751"/>
            <a:ext cx="14782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MCU Rabiturno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FBE597B-86F4-5D8F-1AB4-6FF6D51D3336}"/>
              </a:ext>
            </a:extLst>
          </p:cNvPr>
          <p:cNvSpPr txBox="1"/>
          <p:nvPr/>
        </p:nvSpPr>
        <p:spPr>
          <a:xfrm>
            <a:off x="9117382" y="3921751"/>
            <a:ext cx="1739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Nnullasit Ametnisl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079FB93A-E981-0B67-8C56-C41BA677883E}"/>
              </a:ext>
            </a:extLst>
          </p:cNvPr>
          <p:cNvSpPr txBox="1"/>
          <p:nvPr/>
        </p:nvSpPr>
        <p:spPr>
          <a:xfrm>
            <a:off x="394642" y="3896837"/>
            <a:ext cx="97308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Tempusc</a:t>
            </a: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grpSp>
        <p:nvGrpSpPr>
          <p:cNvPr id="225" name="Graphic 62">
            <a:extLst>
              <a:ext uri="{FF2B5EF4-FFF2-40B4-BE49-F238E27FC236}">
                <a16:creationId xmlns:a16="http://schemas.microsoft.com/office/drawing/2014/main" id="{8A76F5FD-1557-CF82-121F-DC77CEC671E7}"/>
              </a:ext>
            </a:extLst>
          </p:cNvPr>
          <p:cNvGrpSpPr/>
          <p:nvPr/>
        </p:nvGrpSpPr>
        <p:grpSpPr>
          <a:xfrm rot="1065593" flipH="1">
            <a:off x="651216" y="2907051"/>
            <a:ext cx="585725" cy="782366"/>
            <a:chOff x="399304" y="2418410"/>
            <a:chExt cx="585725" cy="782366"/>
          </a:xfrm>
          <a:solidFill>
            <a:schemeClr val="accent1"/>
          </a:solidFill>
        </p:grpSpPr>
        <p:grpSp>
          <p:nvGrpSpPr>
            <p:cNvPr id="226" name="Graphic 62">
              <a:extLst>
                <a:ext uri="{FF2B5EF4-FFF2-40B4-BE49-F238E27FC236}">
                  <a16:creationId xmlns:a16="http://schemas.microsoft.com/office/drawing/2014/main" id="{C44E6512-F7EF-728D-0198-1797C7065AB2}"/>
                </a:ext>
              </a:extLst>
            </p:cNvPr>
            <p:cNvGrpSpPr/>
            <p:nvPr/>
          </p:nvGrpSpPr>
          <p:grpSpPr>
            <a:xfrm>
              <a:off x="499195" y="2418410"/>
              <a:ext cx="485834" cy="485077"/>
              <a:chOff x="499195" y="2418411"/>
              <a:chExt cx="485834" cy="485077"/>
            </a:xfrm>
            <a:solidFill>
              <a:schemeClr val="accent1"/>
            </a:solidFill>
          </p:grpSpPr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70F4D602-4687-BEB4-2071-A3E0EE7A3932}"/>
                  </a:ext>
                </a:extLst>
              </p:cNvPr>
              <p:cNvSpPr/>
              <p:nvPr/>
            </p:nvSpPr>
            <p:spPr>
              <a:xfrm>
                <a:off x="499195" y="2611483"/>
                <a:ext cx="292696" cy="292005"/>
              </a:xfrm>
              <a:custGeom>
                <a:avLst/>
                <a:gdLst>
                  <a:gd name="connsiteX0" fmla="*/ 235612 w 292696"/>
                  <a:gd name="connsiteY0" fmla="*/ 0 h 292004"/>
                  <a:gd name="connsiteX1" fmla="*/ 31261 w 292696"/>
                  <a:gd name="connsiteY1" fmla="*/ 204350 h 292004"/>
                  <a:gd name="connsiteX2" fmla="*/ 19494 w 292696"/>
                  <a:gd name="connsiteY2" fmla="*/ 230333 h 292004"/>
                  <a:gd name="connsiteX3" fmla="*/ 6498 w 292696"/>
                  <a:gd name="connsiteY3" fmla="*/ 259354 h 292004"/>
                  <a:gd name="connsiteX4" fmla="*/ 5460 w 292696"/>
                  <a:gd name="connsiteY4" fmla="*/ 260391 h 292004"/>
                  <a:gd name="connsiteX5" fmla="*/ 5460 w 292696"/>
                  <a:gd name="connsiteY5" fmla="*/ 286752 h 292004"/>
                  <a:gd name="connsiteX6" fmla="*/ 5460 w 292696"/>
                  <a:gd name="connsiteY6" fmla="*/ 286752 h 292004"/>
                  <a:gd name="connsiteX7" fmla="*/ 31821 w 292696"/>
                  <a:gd name="connsiteY7" fmla="*/ 286752 h 292004"/>
                  <a:gd name="connsiteX8" fmla="*/ 32140 w 292696"/>
                  <a:gd name="connsiteY8" fmla="*/ 286434 h 292004"/>
                  <a:gd name="connsiteX9" fmla="*/ 61909 w 292696"/>
                  <a:gd name="connsiteY9" fmla="*/ 273401 h 292004"/>
                  <a:gd name="connsiteX10" fmla="*/ 88508 w 292696"/>
                  <a:gd name="connsiteY10" fmla="*/ 261596 h 292004"/>
                  <a:gd name="connsiteX11" fmla="*/ 292858 w 292696"/>
                  <a:gd name="connsiteY11" fmla="*/ 57246 h 292004"/>
                  <a:gd name="connsiteX12" fmla="*/ 235612 w 292696"/>
                  <a:gd name="connsiteY12" fmla="*/ 0 h 29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2696" h="292004">
                    <a:moveTo>
                      <a:pt x="235612" y="0"/>
                    </a:moveTo>
                    <a:lnTo>
                      <a:pt x="31261" y="204350"/>
                    </a:lnTo>
                    <a:cubicBezTo>
                      <a:pt x="24029" y="211582"/>
                      <a:pt x="20107" y="220870"/>
                      <a:pt x="19494" y="230333"/>
                    </a:cubicBezTo>
                    <a:cubicBezTo>
                      <a:pt x="18784" y="241269"/>
                      <a:pt x="14246" y="251603"/>
                      <a:pt x="6498" y="259354"/>
                    </a:cubicBezTo>
                    <a:lnTo>
                      <a:pt x="5460" y="260391"/>
                    </a:lnTo>
                    <a:cubicBezTo>
                      <a:pt x="-1820" y="267672"/>
                      <a:pt x="-1820" y="279474"/>
                      <a:pt x="5460" y="286752"/>
                    </a:cubicBezTo>
                    <a:lnTo>
                      <a:pt x="5460" y="286752"/>
                    </a:lnTo>
                    <a:cubicBezTo>
                      <a:pt x="12741" y="294033"/>
                      <a:pt x="24543" y="294033"/>
                      <a:pt x="31821" y="286752"/>
                    </a:cubicBezTo>
                    <a:lnTo>
                      <a:pt x="32140" y="286434"/>
                    </a:lnTo>
                    <a:cubicBezTo>
                      <a:pt x="40072" y="278501"/>
                      <a:pt x="50704" y="273957"/>
                      <a:pt x="61909" y="273401"/>
                    </a:cubicBezTo>
                    <a:cubicBezTo>
                      <a:pt x="71584" y="272922"/>
                      <a:pt x="81119" y="268985"/>
                      <a:pt x="88508" y="261596"/>
                    </a:cubicBezTo>
                    <a:lnTo>
                      <a:pt x="292858" y="57246"/>
                    </a:lnTo>
                    <a:lnTo>
                      <a:pt x="235612" y="0"/>
                    </a:lnTo>
                    <a:close/>
                  </a:path>
                </a:pathLst>
              </a:custGeom>
              <a:solidFill>
                <a:srgbClr val="CEE0EF"/>
              </a:solidFill>
              <a:ln w="2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6F38AD14-8F66-3F4D-244E-0079A6C976D4}"/>
                  </a:ext>
                </a:extLst>
              </p:cNvPr>
              <p:cNvSpPr/>
              <p:nvPr/>
            </p:nvSpPr>
            <p:spPr>
              <a:xfrm>
                <a:off x="697440" y="2522685"/>
                <a:ext cx="183223" cy="183223"/>
              </a:xfrm>
              <a:custGeom>
                <a:avLst/>
                <a:gdLst>
                  <a:gd name="connsiteX0" fmla="*/ 131976 w 183223"/>
                  <a:gd name="connsiteY0" fmla="*/ 183407 h 183223"/>
                  <a:gd name="connsiteX1" fmla="*/ 0 w 183223"/>
                  <a:gd name="connsiteY1" fmla="*/ 51432 h 183223"/>
                  <a:gd name="connsiteX2" fmla="*/ 47013 w 183223"/>
                  <a:gd name="connsiteY2" fmla="*/ 4418 h 183223"/>
                  <a:gd name="connsiteX3" fmla="*/ 68343 w 183223"/>
                  <a:gd name="connsiteY3" fmla="*/ 4418 h 183223"/>
                  <a:gd name="connsiteX4" fmla="*/ 178989 w 183223"/>
                  <a:gd name="connsiteY4" fmla="*/ 115064 h 183223"/>
                  <a:gd name="connsiteX5" fmla="*/ 178989 w 183223"/>
                  <a:gd name="connsiteY5" fmla="*/ 136394 h 183223"/>
                  <a:gd name="connsiteX6" fmla="*/ 131976 w 183223"/>
                  <a:gd name="connsiteY6" fmla="*/ 183407 h 183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3223" h="183223">
                    <a:moveTo>
                      <a:pt x="131976" y="183407"/>
                    </a:moveTo>
                    <a:lnTo>
                      <a:pt x="0" y="51432"/>
                    </a:lnTo>
                    <a:lnTo>
                      <a:pt x="47013" y="4418"/>
                    </a:lnTo>
                    <a:cubicBezTo>
                      <a:pt x="52904" y="-1473"/>
                      <a:pt x="62455" y="-1473"/>
                      <a:pt x="68343" y="4418"/>
                    </a:cubicBezTo>
                    <a:lnTo>
                      <a:pt x="178989" y="115064"/>
                    </a:lnTo>
                    <a:cubicBezTo>
                      <a:pt x="184880" y="120955"/>
                      <a:pt x="184880" y="130506"/>
                      <a:pt x="178989" y="136394"/>
                    </a:cubicBezTo>
                    <a:lnTo>
                      <a:pt x="131976" y="183407"/>
                    </a:lnTo>
                    <a:close/>
                  </a:path>
                </a:pathLst>
              </a:custGeom>
              <a:solidFill>
                <a:srgbClr val="1C6FB4"/>
              </a:solidFill>
              <a:ln w="2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CB0BFC39-8F41-90B2-FD09-9670635C18DA}"/>
                  </a:ext>
                </a:extLst>
              </p:cNvPr>
              <p:cNvSpPr/>
              <p:nvPr/>
            </p:nvSpPr>
            <p:spPr>
              <a:xfrm>
                <a:off x="822548" y="2418411"/>
                <a:ext cx="162481" cy="162481"/>
              </a:xfrm>
              <a:custGeom>
                <a:avLst/>
                <a:gdLst>
                  <a:gd name="connsiteX0" fmla="*/ 57244 w 162480"/>
                  <a:gd name="connsiteY0" fmla="*/ 162574 h 162480"/>
                  <a:gd name="connsiteX1" fmla="*/ 0 w 162480"/>
                  <a:gd name="connsiteY1" fmla="*/ 105330 h 162480"/>
                  <a:gd name="connsiteX2" fmla="*/ 93474 w 162480"/>
                  <a:gd name="connsiteY2" fmla="*/ 11856 h 162480"/>
                  <a:gd name="connsiteX3" fmla="*/ 150718 w 162480"/>
                  <a:gd name="connsiteY3" fmla="*/ 11856 h 162480"/>
                  <a:gd name="connsiteX4" fmla="*/ 150718 w 162480"/>
                  <a:gd name="connsiteY4" fmla="*/ 11856 h 162480"/>
                  <a:gd name="connsiteX5" fmla="*/ 150718 w 162480"/>
                  <a:gd name="connsiteY5" fmla="*/ 69100 h 162480"/>
                  <a:gd name="connsiteX6" fmla="*/ 57244 w 162480"/>
                  <a:gd name="connsiteY6" fmla="*/ 162574 h 162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480" h="162480">
                    <a:moveTo>
                      <a:pt x="57244" y="162574"/>
                    </a:moveTo>
                    <a:lnTo>
                      <a:pt x="0" y="105330"/>
                    </a:lnTo>
                    <a:lnTo>
                      <a:pt x="93474" y="11856"/>
                    </a:lnTo>
                    <a:cubicBezTo>
                      <a:pt x="109282" y="-3952"/>
                      <a:pt x="134910" y="-3952"/>
                      <a:pt x="150718" y="11856"/>
                    </a:cubicBezTo>
                    <a:lnTo>
                      <a:pt x="150718" y="11856"/>
                    </a:lnTo>
                    <a:cubicBezTo>
                      <a:pt x="166526" y="27664"/>
                      <a:pt x="166526" y="53292"/>
                      <a:pt x="150718" y="69100"/>
                    </a:cubicBezTo>
                    <a:lnTo>
                      <a:pt x="57244" y="162574"/>
                    </a:lnTo>
                    <a:close/>
                  </a:path>
                </a:pathLst>
              </a:custGeom>
              <a:solidFill>
                <a:srgbClr val="498CC3"/>
              </a:solidFill>
              <a:ln w="2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8B8740BC-69C1-5423-91AF-F44017D9EC7B}"/>
                  </a:ext>
                </a:extLst>
              </p:cNvPr>
              <p:cNvSpPr/>
              <p:nvPr/>
            </p:nvSpPr>
            <p:spPr>
              <a:xfrm>
                <a:off x="768236" y="2505737"/>
                <a:ext cx="129524" cy="129524"/>
              </a:xfrm>
              <a:custGeom>
                <a:avLst/>
                <a:gdLst>
                  <a:gd name="connsiteX0" fmla="*/ 125143 w 129523"/>
                  <a:gd name="connsiteY0" fmla="*/ 88834 h 129523"/>
                  <a:gd name="connsiteX1" fmla="*/ 40726 w 129523"/>
                  <a:gd name="connsiteY1" fmla="*/ 4418 h 129523"/>
                  <a:gd name="connsiteX2" fmla="*/ 19396 w 129523"/>
                  <a:gd name="connsiteY2" fmla="*/ 4418 h 129523"/>
                  <a:gd name="connsiteX3" fmla="*/ 0 w 129523"/>
                  <a:gd name="connsiteY3" fmla="*/ 23814 h 129523"/>
                  <a:gd name="connsiteX4" fmla="*/ 105746 w 129523"/>
                  <a:gd name="connsiteY4" fmla="*/ 129561 h 129523"/>
                  <a:gd name="connsiteX5" fmla="*/ 125143 w 129523"/>
                  <a:gd name="connsiteY5" fmla="*/ 110164 h 129523"/>
                  <a:gd name="connsiteX6" fmla="*/ 125143 w 129523"/>
                  <a:gd name="connsiteY6" fmla="*/ 88834 h 129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523" h="129523">
                    <a:moveTo>
                      <a:pt x="125143" y="88834"/>
                    </a:moveTo>
                    <a:lnTo>
                      <a:pt x="40726" y="4418"/>
                    </a:lnTo>
                    <a:cubicBezTo>
                      <a:pt x="34835" y="-1473"/>
                      <a:pt x="25285" y="-1473"/>
                      <a:pt x="19396" y="4418"/>
                    </a:cubicBezTo>
                    <a:lnTo>
                      <a:pt x="0" y="23814"/>
                    </a:lnTo>
                    <a:lnTo>
                      <a:pt x="105746" y="129561"/>
                    </a:lnTo>
                    <a:lnTo>
                      <a:pt x="125143" y="110164"/>
                    </a:lnTo>
                    <a:cubicBezTo>
                      <a:pt x="131033" y="104276"/>
                      <a:pt x="131033" y="94725"/>
                      <a:pt x="125143" y="88834"/>
                    </a:cubicBezTo>
                    <a:close/>
                  </a:path>
                </a:pathLst>
              </a:custGeom>
              <a:solidFill>
                <a:srgbClr val="1C6FB4"/>
              </a:solidFill>
              <a:ln w="2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45A633B-DA1A-708A-9ADB-BE2075CA2F7E}"/>
                </a:ext>
              </a:extLst>
            </p:cNvPr>
            <p:cNvSpPr/>
            <p:nvPr/>
          </p:nvSpPr>
          <p:spPr>
            <a:xfrm>
              <a:off x="535459" y="2757603"/>
              <a:ext cx="135055" cy="110164"/>
            </a:xfrm>
            <a:custGeom>
              <a:avLst/>
              <a:gdLst>
                <a:gd name="connsiteX0" fmla="*/ 4917 w 135055"/>
                <a:gd name="connsiteY0" fmla="*/ 110035 h 110164"/>
                <a:gd name="connsiteX1" fmla="*/ 21612 w 135055"/>
                <a:gd name="connsiteY1" fmla="*/ 107150 h 110164"/>
                <a:gd name="connsiteX2" fmla="*/ 33057 w 135055"/>
                <a:gd name="connsiteY2" fmla="*/ 102068 h 110164"/>
                <a:gd name="connsiteX3" fmla="*/ 135125 w 135055"/>
                <a:gd name="connsiteY3" fmla="*/ 0 h 110164"/>
                <a:gd name="connsiteX4" fmla="*/ 85823 w 135055"/>
                <a:gd name="connsiteY4" fmla="*/ 0 h 110164"/>
                <a:gd name="connsiteX5" fmla="*/ 8406 w 135055"/>
                <a:gd name="connsiteY5" fmla="*/ 77417 h 110164"/>
                <a:gd name="connsiteX6" fmla="*/ 3340 w 135055"/>
                <a:gd name="connsiteY6" fmla="*/ 88595 h 110164"/>
                <a:gd name="connsiteX7" fmla="*/ 190 w 135055"/>
                <a:gd name="connsiteY7" fmla="*/ 105230 h 110164"/>
                <a:gd name="connsiteX8" fmla="*/ 4917 w 135055"/>
                <a:gd name="connsiteY8" fmla="*/ 110035 h 110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055" h="110164">
                  <a:moveTo>
                    <a:pt x="4917" y="110035"/>
                  </a:moveTo>
                  <a:cubicBezTo>
                    <a:pt x="10282" y="108410"/>
                    <a:pt x="15883" y="107433"/>
                    <a:pt x="21612" y="107150"/>
                  </a:cubicBezTo>
                  <a:cubicBezTo>
                    <a:pt x="25929" y="106935"/>
                    <a:pt x="29994" y="105131"/>
                    <a:pt x="33057" y="102068"/>
                  </a:cubicBezTo>
                  <a:lnTo>
                    <a:pt x="135125" y="0"/>
                  </a:lnTo>
                  <a:lnTo>
                    <a:pt x="85823" y="0"/>
                  </a:lnTo>
                  <a:lnTo>
                    <a:pt x="8406" y="77417"/>
                  </a:lnTo>
                  <a:cubicBezTo>
                    <a:pt x="4569" y="81254"/>
                    <a:pt x="3532" y="85615"/>
                    <a:pt x="3340" y="88595"/>
                  </a:cubicBezTo>
                  <a:cubicBezTo>
                    <a:pt x="2969" y="94306"/>
                    <a:pt x="1902" y="99888"/>
                    <a:pt x="190" y="105230"/>
                  </a:cubicBezTo>
                  <a:cubicBezTo>
                    <a:pt x="-753" y="108162"/>
                    <a:pt x="1969" y="110927"/>
                    <a:pt x="4917" y="110035"/>
                  </a:cubicBezTo>
                  <a:close/>
                </a:path>
              </a:pathLst>
            </a:custGeom>
            <a:solidFill>
              <a:srgbClr val="498CC3"/>
            </a:solidFill>
            <a:ln w="2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71A5E06E-7402-038A-F452-34C6085A4255}"/>
                </a:ext>
              </a:extLst>
            </p:cNvPr>
            <p:cNvSpPr/>
            <p:nvPr/>
          </p:nvSpPr>
          <p:spPr>
            <a:xfrm rot="1065593">
              <a:off x="462763" y="2918306"/>
              <a:ext cx="56096" cy="84344"/>
            </a:xfrm>
            <a:custGeom>
              <a:avLst/>
              <a:gdLst>
                <a:gd name="connsiteX0" fmla="*/ 0 w 57156"/>
                <a:gd name="connsiteY0" fmla="*/ 44017 h 72367"/>
                <a:gd name="connsiteX1" fmla="*/ 28578 w 57156"/>
                <a:gd name="connsiteY1" fmla="*/ 72596 h 72367"/>
                <a:gd name="connsiteX2" fmla="*/ 57156 w 57156"/>
                <a:gd name="connsiteY2" fmla="*/ 44017 h 72367"/>
                <a:gd name="connsiteX3" fmla="*/ 39198 w 57156"/>
                <a:gd name="connsiteY3" fmla="*/ 12217 h 72367"/>
                <a:gd name="connsiteX4" fmla="*/ 28578 w 57156"/>
                <a:gd name="connsiteY4" fmla="*/ 0 h 72367"/>
                <a:gd name="connsiteX5" fmla="*/ 18103 w 57156"/>
                <a:gd name="connsiteY5" fmla="*/ 12042 h 72367"/>
                <a:gd name="connsiteX6" fmla="*/ 0 w 57156"/>
                <a:gd name="connsiteY6" fmla="*/ 44017 h 7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6" h="72367">
                  <a:moveTo>
                    <a:pt x="0" y="44017"/>
                  </a:moveTo>
                  <a:cubicBezTo>
                    <a:pt x="0" y="59775"/>
                    <a:pt x="12821" y="72596"/>
                    <a:pt x="28578" y="72596"/>
                  </a:cubicBezTo>
                  <a:cubicBezTo>
                    <a:pt x="44335" y="72596"/>
                    <a:pt x="57156" y="59775"/>
                    <a:pt x="57156" y="44017"/>
                  </a:cubicBezTo>
                  <a:cubicBezTo>
                    <a:pt x="57156" y="42402"/>
                    <a:pt x="56290" y="33275"/>
                    <a:pt x="39198" y="12217"/>
                  </a:cubicBezTo>
                  <a:cubicBezTo>
                    <a:pt x="35969" y="8239"/>
                    <a:pt x="32404" y="4139"/>
                    <a:pt x="28578" y="0"/>
                  </a:cubicBezTo>
                  <a:cubicBezTo>
                    <a:pt x="24819" y="4066"/>
                    <a:pt x="21302" y="8108"/>
                    <a:pt x="18103" y="12042"/>
                  </a:cubicBezTo>
                  <a:cubicBezTo>
                    <a:pt x="873" y="33220"/>
                    <a:pt x="0" y="42393"/>
                    <a:pt x="0" y="44017"/>
                  </a:cubicBezTo>
                  <a:close/>
                </a:path>
              </a:pathLst>
            </a:custGeom>
            <a:solidFill>
              <a:srgbClr val="498CC3"/>
            </a:solidFill>
            <a:ln w="2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9CD75E5E-CDA7-B331-CE8C-497399AE1663}"/>
                </a:ext>
              </a:extLst>
            </p:cNvPr>
            <p:cNvSpPr/>
            <p:nvPr/>
          </p:nvSpPr>
          <p:spPr>
            <a:xfrm rot="1065593">
              <a:off x="399304" y="3116432"/>
              <a:ext cx="56096" cy="84344"/>
            </a:xfrm>
            <a:custGeom>
              <a:avLst/>
              <a:gdLst>
                <a:gd name="connsiteX0" fmla="*/ 0 w 57156"/>
                <a:gd name="connsiteY0" fmla="*/ 44017 h 72367"/>
                <a:gd name="connsiteX1" fmla="*/ 28578 w 57156"/>
                <a:gd name="connsiteY1" fmla="*/ 72596 h 72367"/>
                <a:gd name="connsiteX2" fmla="*/ 57156 w 57156"/>
                <a:gd name="connsiteY2" fmla="*/ 44017 h 72367"/>
                <a:gd name="connsiteX3" fmla="*/ 39198 w 57156"/>
                <a:gd name="connsiteY3" fmla="*/ 12217 h 72367"/>
                <a:gd name="connsiteX4" fmla="*/ 28578 w 57156"/>
                <a:gd name="connsiteY4" fmla="*/ 0 h 72367"/>
                <a:gd name="connsiteX5" fmla="*/ 18103 w 57156"/>
                <a:gd name="connsiteY5" fmla="*/ 12042 h 72367"/>
                <a:gd name="connsiteX6" fmla="*/ 0 w 57156"/>
                <a:gd name="connsiteY6" fmla="*/ 44017 h 7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6" h="72367">
                  <a:moveTo>
                    <a:pt x="0" y="44017"/>
                  </a:moveTo>
                  <a:cubicBezTo>
                    <a:pt x="0" y="59775"/>
                    <a:pt x="12821" y="72596"/>
                    <a:pt x="28578" y="72596"/>
                  </a:cubicBezTo>
                  <a:cubicBezTo>
                    <a:pt x="44335" y="72596"/>
                    <a:pt x="57156" y="59775"/>
                    <a:pt x="57156" y="44017"/>
                  </a:cubicBezTo>
                  <a:cubicBezTo>
                    <a:pt x="57156" y="42402"/>
                    <a:pt x="56290" y="33275"/>
                    <a:pt x="39198" y="12217"/>
                  </a:cubicBezTo>
                  <a:cubicBezTo>
                    <a:pt x="35969" y="8239"/>
                    <a:pt x="32404" y="4139"/>
                    <a:pt x="28578" y="0"/>
                  </a:cubicBezTo>
                  <a:cubicBezTo>
                    <a:pt x="24819" y="4066"/>
                    <a:pt x="21302" y="8108"/>
                    <a:pt x="18103" y="12042"/>
                  </a:cubicBezTo>
                  <a:cubicBezTo>
                    <a:pt x="873" y="33220"/>
                    <a:pt x="0" y="42393"/>
                    <a:pt x="0" y="44017"/>
                  </a:cubicBezTo>
                  <a:close/>
                </a:path>
              </a:pathLst>
            </a:custGeom>
            <a:solidFill>
              <a:srgbClr val="498CC3"/>
            </a:solidFill>
            <a:ln w="2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AAB3E31-49D2-B594-03C5-D48EC188FDA7}"/>
              </a:ext>
            </a:extLst>
          </p:cNvPr>
          <p:cNvGrpSpPr/>
          <p:nvPr/>
        </p:nvGrpSpPr>
        <p:grpSpPr>
          <a:xfrm rot="21361812">
            <a:off x="285106" y="3182902"/>
            <a:ext cx="416339" cy="706808"/>
            <a:chOff x="104551" y="2897733"/>
            <a:chExt cx="416339" cy="706808"/>
          </a:xfrm>
        </p:grpSpPr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AA378EC-9CDE-B669-81BB-77E393749524}"/>
                </a:ext>
              </a:extLst>
            </p:cNvPr>
            <p:cNvSpPr/>
            <p:nvPr/>
          </p:nvSpPr>
          <p:spPr>
            <a:xfrm>
              <a:off x="104551" y="2897733"/>
              <a:ext cx="416339" cy="699449"/>
            </a:xfrm>
            <a:custGeom>
              <a:avLst/>
              <a:gdLst>
                <a:gd name="connsiteX0" fmla="*/ 410011 w 416339"/>
                <a:gd name="connsiteY0" fmla="*/ 74472 h 699449"/>
                <a:gd name="connsiteX1" fmla="*/ 208835 w 416339"/>
                <a:gd name="connsiteY1" fmla="*/ 1696 h 699449"/>
                <a:gd name="connsiteX2" fmla="*/ 167701 w 416339"/>
                <a:gd name="connsiteY2" fmla="*/ 23513 h 699449"/>
                <a:gd name="connsiteX3" fmla="*/ 167701 w 416339"/>
                <a:gd name="connsiteY3" fmla="*/ 23513 h 699449"/>
                <a:gd name="connsiteX4" fmla="*/ 185187 w 416339"/>
                <a:gd name="connsiteY4" fmla="*/ 66479 h 699449"/>
                <a:gd name="connsiteX5" fmla="*/ 191016 w 416339"/>
                <a:gd name="connsiteY5" fmla="*/ 68644 h 699449"/>
                <a:gd name="connsiteX6" fmla="*/ 181857 w 416339"/>
                <a:gd name="connsiteY6" fmla="*/ 87629 h 699449"/>
                <a:gd name="connsiteX7" fmla="*/ 7660 w 416339"/>
                <a:gd name="connsiteY7" fmla="*/ 564420 h 699449"/>
                <a:gd name="connsiteX8" fmla="*/ 65282 w 416339"/>
                <a:gd name="connsiteY8" fmla="*/ 706475 h 699449"/>
                <a:gd name="connsiteX9" fmla="*/ 65282 w 416339"/>
                <a:gd name="connsiteY9" fmla="*/ 706475 h 699449"/>
                <a:gd name="connsiteX10" fmla="*/ 201175 w 416339"/>
                <a:gd name="connsiteY10" fmla="*/ 634365 h 699449"/>
                <a:gd name="connsiteX11" fmla="*/ 375371 w 416339"/>
                <a:gd name="connsiteY11" fmla="*/ 157574 h 699449"/>
                <a:gd name="connsiteX12" fmla="*/ 380534 w 416339"/>
                <a:gd name="connsiteY12" fmla="*/ 137090 h 699449"/>
                <a:gd name="connsiteX13" fmla="*/ 386363 w 416339"/>
                <a:gd name="connsiteY13" fmla="*/ 139255 h 699449"/>
                <a:gd name="connsiteX14" fmla="*/ 427497 w 416339"/>
                <a:gd name="connsiteY14" fmla="*/ 117439 h 699449"/>
                <a:gd name="connsiteX15" fmla="*/ 427497 w 416339"/>
                <a:gd name="connsiteY15" fmla="*/ 117439 h 699449"/>
                <a:gd name="connsiteX16" fmla="*/ 410011 w 416339"/>
                <a:gd name="connsiteY16" fmla="*/ 74472 h 699449"/>
                <a:gd name="connsiteX17" fmla="*/ 410011 w 416339"/>
                <a:gd name="connsiteY17" fmla="*/ 74472 h 69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6339" h="699449">
                  <a:moveTo>
                    <a:pt x="410011" y="74472"/>
                  </a:moveTo>
                  <a:lnTo>
                    <a:pt x="208835" y="1696"/>
                  </a:lnTo>
                  <a:cubicBezTo>
                    <a:pt x="192681" y="-4132"/>
                    <a:pt x="174362" y="5527"/>
                    <a:pt x="167701" y="23513"/>
                  </a:cubicBezTo>
                  <a:lnTo>
                    <a:pt x="167701" y="23513"/>
                  </a:lnTo>
                  <a:cubicBezTo>
                    <a:pt x="161206" y="41332"/>
                    <a:pt x="169033" y="60650"/>
                    <a:pt x="185187" y="66479"/>
                  </a:cubicBezTo>
                  <a:lnTo>
                    <a:pt x="191016" y="68644"/>
                  </a:lnTo>
                  <a:cubicBezTo>
                    <a:pt x="187685" y="73806"/>
                    <a:pt x="184521" y="80135"/>
                    <a:pt x="181857" y="87629"/>
                  </a:cubicBezTo>
                  <a:lnTo>
                    <a:pt x="7660" y="564420"/>
                  </a:lnTo>
                  <a:cubicBezTo>
                    <a:pt x="-13989" y="623540"/>
                    <a:pt x="11824" y="687157"/>
                    <a:pt x="65282" y="706475"/>
                  </a:cubicBezTo>
                  <a:lnTo>
                    <a:pt x="65282" y="706475"/>
                  </a:lnTo>
                  <a:cubicBezTo>
                    <a:pt x="118740" y="725793"/>
                    <a:pt x="179525" y="693485"/>
                    <a:pt x="201175" y="634365"/>
                  </a:cubicBezTo>
                  <a:lnTo>
                    <a:pt x="375371" y="157574"/>
                  </a:lnTo>
                  <a:cubicBezTo>
                    <a:pt x="378036" y="150080"/>
                    <a:pt x="379868" y="143418"/>
                    <a:pt x="380534" y="137090"/>
                  </a:cubicBezTo>
                  <a:lnTo>
                    <a:pt x="386363" y="139255"/>
                  </a:lnTo>
                  <a:cubicBezTo>
                    <a:pt x="402516" y="145083"/>
                    <a:pt x="420835" y="135424"/>
                    <a:pt x="427497" y="117439"/>
                  </a:cubicBezTo>
                  <a:lnTo>
                    <a:pt x="427497" y="117439"/>
                  </a:lnTo>
                  <a:cubicBezTo>
                    <a:pt x="433992" y="99619"/>
                    <a:pt x="426165" y="80301"/>
                    <a:pt x="410011" y="74472"/>
                  </a:cubicBezTo>
                  <a:lnTo>
                    <a:pt x="410011" y="74472"/>
                  </a:lnTo>
                  <a:close/>
                </a:path>
              </a:pathLst>
            </a:custGeom>
            <a:solidFill>
              <a:srgbClr val="CEE0EF"/>
            </a:solidFill>
            <a:ln w="1648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5A695773-F2F4-B7D2-4058-0F5DE2AEE0F9}"/>
                </a:ext>
              </a:extLst>
            </p:cNvPr>
            <p:cNvSpPr/>
            <p:nvPr/>
          </p:nvSpPr>
          <p:spPr>
            <a:xfrm>
              <a:off x="104551" y="3104934"/>
              <a:ext cx="316418" cy="499607"/>
            </a:xfrm>
            <a:custGeom>
              <a:avLst/>
              <a:gdLst>
                <a:gd name="connsiteX0" fmla="*/ 123736 w 316417"/>
                <a:gd name="connsiteY0" fmla="*/ 39469 h 499606"/>
                <a:gd name="connsiteX1" fmla="*/ 7660 w 316417"/>
                <a:gd name="connsiteY1" fmla="*/ 357219 h 499606"/>
                <a:gd name="connsiteX2" fmla="*/ 65282 w 316417"/>
                <a:gd name="connsiteY2" fmla="*/ 499274 h 499606"/>
                <a:gd name="connsiteX3" fmla="*/ 65282 w 316417"/>
                <a:gd name="connsiteY3" fmla="*/ 499274 h 499606"/>
                <a:gd name="connsiteX4" fmla="*/ 201175 w 316417"/>
                <a:gd name="connsiteY4" fmla="*/ 427164 h 499606"/>
                <a:gd name="connsiteX5" fmla="*/ 331739 w 316417"/>
                <a:gd name="connsiteY5" fmla="*/ 69945 h 499606"/>
                <a:gd name="connsiteX6" fmla="*/ 119905 w 316417"/>
                <a:gd name="connsiteY6" fmla="*/ 56456 h 499606"/>
                <a:gd name="connsiteX7" fmla="*/ 138058 w 316417"/>
                <a:gd name="connsiteY7" fmla="*/ 0 h 499606"/>
                <a:gd name="connsiteX8" fmla="*/ 123736 w 316417"/>
                <a:gd name="connsiteY8" fmla="*/ 39469 h 49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417" h="499606">
                  <a:moveTo>
                    <a:pt x="123736" y="39469"/>
                  </a:moveTo>
                  <a:lnTo>
                    <a:pt x="7660" y="357219"/>
                  </a:lnTo>
                  <a:cubicBezTo>
                    <a:pt x="-13989" y="416339"/>
                    <a:pt x="11824" y="479956"/>
                    <a:pt x="65282" y="499274"/>
                  </a:cubicBezTo>
                  <a:lnTo>
                    <a:pt x="65282" y="499274"/>
                  </a:lnTo>
                  <a:cubicBezTo>
                    <a:pt x="118740" y="518592"/>
                    <a:pt x="179525" y="486284"/>
                    <a:pt x="201175" y="427164"/>
                  </a:cubicBezTo>
                  <a:lnTo>
                    <a:pt x="331739" y="69945"/>
                  </a:lnTo>
                  <a:lnTo>
                    <a:pt x="119905" y="56456"/>
                  </a:lnTo>
                  <a:lnTo>
                    <a:pt x="138058" y="0"/>
                  </a:lnTo>
                  <a:lnTo>
                    <a:pt x="123736" y="39469"/>
                  </a:lnTo>
                  <a:close/>
                </a:path>
              </a:pathLst>
            </a:custGeom>
            <a:solidFill>
              <a:srgbClr val="498CC3"/>
            </a:solidFill>
            <a:ln w="1648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0F16D75E-CE9B-E2AC-D774-8AF4A40F4060}"/>
                </a:ext>
              </a:extLst>
            </p:cNvPr>
            <p:cNvSpPr/>
            <p:nvPr/>
          </p:nvSpPr>
          <p:spPr>
            <a:xfrm>
              <a:off x="292381" y="2914375"/>
              <a:ext cx="149882" cy="49961"/>
            </a:xfrm>
            <a:custGeom>
              <a:avLst/>
              <a:gdLst>
                <a:gd name="connsiteX0" fmla="*/ 142244 w 149882"/>
                <a:gd name="connsiteY0" fmla="*/ 65491 h 49960"/>
                <a:gd name="connsiteX1" fmla="*/ 4686 w 149882"/>
                <a:gd name="connsiteY1" fmla="*/ 15696 h 49960"/>
                <a:gd name="connsiteX2" fmla="*/ 522 w 149882"/>
                <a:gd name="connsiteY2" fmla="*/ 5538 h 49960"/>
                <a:gd name="connsiteX3" fmla="*/ 522 w 149882"/>
                <a:gd name="connsiteY3" fmla="*/ 5538 h 49960"/>
                <a:gd name="connsiteX4" fmla="*/ 10181 w 149882"/>
                <a:gd name="connsiteY4" fmla="*/ 375 h 49960"/>
                <a:gd name="connsiteX5" fmla="*/ 147740 w 149882"/>
                <a:gd name="connsiteY5" fmla="*/ 50169 h 49960"/>
                <a:gd name="connsiteX6" fmla="*/ 151903 w 149882"/>
                <a:gd name="connsiteY6" fmla="*/ 60328 h 49960"/>
                <a:gd name="connsiteX7" fmla="*/ 151903 w 149882"/>
                <a:gd name="connsiteY7" fmla="*/ 60328 h 49960"/>
                <a:gd name="connsiteX8" fmla="*/ 142244 w 149882"/>
                <a:gd name="connsiteY8" fmla="*/ 65491 h 49960"/>
                <a:gd name="connsiteX9" fmla="*/ 142244 w 149882"/>
                <a:gd name="connsiteY9" fmla="*/ 65491 h 49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882" h="49960">
                  <a:moveTo>
                    <a:pt x="142244" y="65491"/>
                  </a:moveTo>
                  <a:lnTo>
                    <a:pt x="4686" y="15696"/>
                  </a:lnTo>
                  <a:cubicBezTo>
                    <a:pt x="855" y="14364"/>
                    <a:pt x="-977" y="9868"/>
                    <a:pt x="522" y="5538"/>
                  </a:cubicBezTo>
                  <a:lnTo>
                    <a:pt x="522" y="5538"/>
                  </a:lnTo>
                  <a:cubicBezTo>
                    <a:pt x="2021" y="1374"/>
                    <a:pt x="6351" y="-957"/>
                    <a:pt x="10181" y="375"/>
                  </a:cubicBezTo>
                  <a:lnTo>
                    <a:pt x="147740" y="50169"/>
                  </a:lnTo>
                  <a:cubicBezTo>
                    <a:pt x="151570" y="51502"/>
                    <a:pt x="153402" y="55998"/>
                    <a:pt x="151903" y="60328"/>
                  </a:cubicBezTo>
                  <a:lnTo>
                    <a:pt x="151903" y="60328"/>
                  </a:lnTo>
                  <a:cubicBezTo>
                    <a:pt x="150404" y="64658"/>
                    <a:pt x="146074" y="66989"/>
                    <a:pt x="142244" y="65491"/>
                  </a:cubicBezTo>
                  <a:lnTo>
                    <a:pt x="142244" y="65491"/>
                  </a:lnTo>
                  <a:close/>
                </a:path>
              </a:pathLst>
            </a:custGeom>
            <a:solidFill>
              <a:srgbClr val="FFFFFF">
                <a:alpha val="73000"/>
              </a:srgbClr>
            </a:solidFill>
            <a:ln w="1648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B6DFB8FC-6E62-68B5-24AE-7E75BAF167F5}"/>
                </a:ext>
              </a:extLst>
            </p:cNvPr>
            <p:cNvGrpSpPr/>
            <p:nvPr/>
          </p:nvGrpSpPr>
          <p:grpSpPr>
            <a:xfrm>
              <a:off x="130806" y="3189917"/>
              <a:ext cx="237980" cy="345250"/>
              <a:chOff x="140078" y="3174358"/>
              <a:chExt cx="237980" cy="345250"/>
            </a:xfrm>
          </p:grpSpPr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BAA90C79-A2ED-E3E0-0A3B-9D20216E78CD}"/>
                  </a:ext>
                </a:extLst>
              </p:cNvPr>
              <p:cNvSpPr/>
              <p:nvPr/>
            </p:nvSpPr>
            <p:spPr>
              <a:xfrm>
                <a:off x="244829" y="3178314"/>
                <a:ext cx="133229" cy="116575"/>
              </a:xfrm>
              <a:custGeom>
                <a:avLst/>
                <a:gdLst>
                  <a:gd name="connsiteX0" fmla="*/ 130842 w 133228"/>
                  <a:gd name="connsiteY0" fmla="*/ 41363 h 116574"/>
                  <a:gd name="connsiteX1" fmla="*/ 123515 w 133228"/>
                  <a:gd name="connsiteY1" fmla="*/ 44694 h 116574"/>
                  <a:gd name="connsiteX2" fmla="*/ 117353 w 133228"/>
                  <a:gd name="connsiteY2" fmla="*/ 61181 h 116574"/>
                  <a:gd name="connsiteX3" fmla="*/ 17431 w 133228"/>
                  <a:gd name="connsiteY3" fmla="*/ 24210 h 116574"/>
                  <a:gd name="connsiteX4" fmla="*/ 23593 w 133228"/>
                  <a:gd name="connsiteY4" fmla="*/ 7723 h 116574"/>
                  <a:gd name="connsiteX5" fmla="*/ 20263 w 133228"/>
                  <a:gd name="connsiteY5" fmla="*/ 396 h 116574"/>
                  <a:gd name="connsiteX6" fmla="*/ 12935 w 133228"/>
                  <a:gd name="connsiteY6" fmla="*/ 3726 h 116574"/>
                  <a:gd name="connsiteX7" fmla="*/ 4109 w 133228"/>
                  <a:gd name="connsiteY7" fmla="*/ 27041 h 116574"/>
                  <a:gd name="connsiteX8" fmla="*/ 1111 w 133228"/>
                  <a:gd name="connsiteY8" fmla="*/ 62347 h 116574"/>
                  <a:gd name="connsiteX9" fmla="*/ 16765 w 133228"/>
                  <a:gd name="connsiteY9" fmla="*/ 94988 h 116574"/>
                  <a:gd name="connsiteX10" fmla="*/ 36083 w 133228"/>
                  <a:gd name="connsiteY10" fmla="*/ 117970 h 116574"/>
                  <a:gd name="connsiteX11" fmla="*/ 38415 w 133228"/>
                  <a:gd name="connsiteY11" fmla="*/ 119635 h 116574"/>
                  <a:gd name="connsiteX12" fmla="*/ 41413 w 133228"/>
                  <a:gd name="connsiteY12" fmla="*/ 119968 h 116574"/>
                  <a:gd name="connsiteX13" fmla="*/ 71056 w 133228"/>
                  <a:gd name="connsiteY13" fmla="*/ 115305 h 116574"/>
                  <a:gd name="connsiteX14" fmla="*/ 104530 w 133228"/>
                  <a:gd name="connsiteY14" fmla="*/ 100817 h 116574"/>
                  <a:gd name="connsiteX15" fmla="*/ 125513 w 133228"/>
                  <a:gd name="connsiteY15" fmla="*/ 72173 h 116574"/>
                  <a:gd name="connsiteX16" fmla="*/ 134340 w 133228"/>
                  <a:gd name="connsiteY16" fmla="*/ 48858 h 116574"/>
                  <a:gd name="connsiteX17" fmla="*/ 130842 w 133228"/>
                  <a:gd name="connsiteY17" fmla="*/ 41363 h 116574"/>
                  <a:gd name="connsiteX18" fmla="*/ 130842 w 133228"/>
                  <a:gd name="connsiteY18" fmla="*/ 41363 h 116574"/>
                  <a:gd name="connsiteX19" fmla="*/ 69224 w 133228"/>
                  <a:gd name="connsiteY19" fmla="*/ 103814 h 116574"/>
                  <a:gd name="connsiteX20" fmla="*/ 42911 w 133228"/>
                  <a:gd name="connsiteY20" fmla="*/ 107978 h 116574"/>
                  <a:gd name="connsiteX21" fmla="*/ 25758 w 133228"/>
                  <a:gd name="connsiteY21" fmla="*/ 87494 h 116574"/>
                  <a:gd name="connsiteX22" fmla="*/ 16266 w 133228"/>
                  <a:gd name="connsiteY22" fmla="*/ 72173 h 116574"/>
                  <a:gd name="connsiteX23" fmla="*/ 86544 w 133228"/>
                  <a:gd name="connsiteY23" fmla="*/ 98319 h 116574"/>
                  <a:gd name="connsiteX24" fmla="*/ 69224 w 133228"/>
                  <a:gd name="connsiteY24" fmla="*/ 103814 h 116574"/>
                  <a:gd name="connsiteX25" fmla="*/ 69224 w 133228"/>
                  <a:gd name="connsiteY25" fmla="*/ 103814 h 116574"/>
                  <a:gd name="connsiteX26" fmla="*/ 98534 w 133228"/>
                  <a:gd name="connsiteY26" fmla="*/ 90658 h 116574"/>
                  <a:gd name="connsiteX27" fmla="*/ 12269 w 133228"/>
                  <a:gd name="connsiteY27" fmla="*/ 58683 h 116574"/>
                  <a:gd name="connsiteX28" fmla="*/ 13601 w 133228"/>
                  <a:gd name="connsiteY28" fmla="*/ 35035 h 116574"/>
                  <a:gd name="connsiteX29" fmla="*/ 113023 w 133228"/>
                  <a:gd name="connsiteY29" fmla="*/ 72006 h 116574"/>
                  <a:gd name="connsiteX30" fmla="*/ 98534 w 133228"/>
                  <a:gd name="connsiteY30" fmla="*/ 90658 h 116574"/>
                  <a:gd name="connsiteX31" fmla="*/ 98534 w 133228"/>
                  <a:gd name="connsiteY31" fmla="*/ 90658 h 116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33228" h="116574">
                    <a:moveTo>
                      <a:pt x="130842" y="41363"/>
                    </a:moveTo>
                    <a:cubicBezTo>
                      <a:pt x="127845" y="40198"/>
                      <a:pt x="124514" y="41697"/>
                      <a:pt x="123515" y="44694"/>
                    </a:cubicBezTo>
                    <a:lnTo>
                      <a:pt x="117353" y="61181"/>
                    </a:lnTo>
                    <a:lnTo>
                      <a:pt x="17431" y="24210"/>
                    </a:lnTo>
                    <a:lnTo>
                      <a:pt x="23593" y="7723"/>
                    </a:lnTo>
                    <a:cubicBezTo>
                      <a:pt x="24759" y="4726"/>
                      <a:pt x="23260" y="1395"/>
                      <a:pt x="20263" y="396"/>
                    </a:cubicBezTo>
                    <a:cubicBezTo>
                      <a:pt x="17265" y="-770"/>
                      <a:pt x="13934" y="729"/>
                      <a:pt x="12935" y="3726"/>
                    </a:cubicBezTo>
                    <a:lnTo>
                      <a:pt x="4109" y="27041"/>
                    </a:lnTo>
                    <a:cubicBezTo>
                      <a:pt x="-55" y="38199"/>
                      <a:pt x="-1054" y="50356"/>
                      <a:pt x="1111" y="62347"/>
                    </a:cubicBezTo>
                    <a:cubicBezTo>
                      <a:pt x="3276" y="74171"/>
                      <a:pt x="8772" y="85495"/>
                      <a:pt x="16765" y="94988"/>
                    </a:cubicBezTo>
                    <a:lnTo>
                      <a:pt x="36083" y="117970"/>
                    </a:lnTo>
                    <a:cubicBezTo>
                      <a:pt x="36750" y="118802"/>
                      <a:pt x="37582" y="119302"/>
                      <a:pt x="38415" y="119635"/>
                    </a:cubicBezTo>
                    <a:cubicBezTo>
                      <a:pt x="39248" y="119968"/>
                      <a:pt x="40413" y="120135"/>
                      <a:pt x="41413" y="119968"/>
                    </a:cubicBezTo>
                    <a:lnTo>
                      <a:pt x="71056" y="115305"/>
                    </a:lnTo>
                    <a:cubicBezTo>
                      <a:pt x="83380" y="113307"/>
                      <a:pt x="95037" y="108311"/>
                      <a:pt x="104530" y="100817"/>
                    </a:cubicBezTo>
                    <a:cubicBezTo>
                      <a:pt x="114022" y="93323"/>
                      <a:pt x="121350" y="83330"/>
                      <a:pt x="125513" y="72173"/>
                    </a:cubicBezTo>
                    <a:lnTo>
                      <a:pt x="134340" y="48858"/>
                    </a:lnTo>
                    <a:cubicBezTo>
                      <a:pt x="135339" y="45860"/>
                      <a:pt x="133840" y="42529"/>
                      <a:pt x="130842" y="41363"/>
                    </a:cubicBezTo>
                    <a:lnTo>
                      <a:pt x="130842" y="41363"/>
                    </a:lnTo>
                    <a:close/>
                    <a:moveTo>
                      <a:pt x="69224" y="103814"/>
                    </a:moveTo>
                    <a:lnTo>
                      <a:pt x="42911" y="107978"/>
                    </a:lnTo>
                    <a:lnTo>
                      <a:pt x="25758" y="87494"/>
                    </a:lnTo>
                    <a:cubicBezTo>
                      <a:pt x="21761" y="82831"/>
                      <a:pt x="18597" y="77668"/>
                      <a:pt x="16266" y="72173"/>
                    </a:cubicBezTo>
                    <a:lnTo>
                      <a:pt x="86544" y="98319"/>
                    </a:lnTo>
                    <a:cubicBezTo>
                      <a:pt x="81215" y="100983"/>
                      <a:pt x="75386" y="102815"/>
                      <a:pt x="69224" y="103814"/>
                    </a:cubicBezTo>
                    <a:lnTo>
                      <a:pt x="69224" y="103814"/>
                    </a:lnTo>
                    <a:close/>
                    <a:moveTo>
                      <a:pt x="98534" y="90658"/>
                    </a:moveTo>
                    <a:lnTo>
                      <a:pt x="12269" y="58683"/>
                    </a:lnTo>
                    <a:cubicBezTo>
                      <a:pt x="10937" y="50856"/>
                      <a:pt x="11436" y="42696"/>
                      <a:pt x="13601" y="35035"/>
                    </a:cubicBezTo>
                    <a:lnTo>
                      <a:pt x="113023" y="72006"/>
                    </a:lnTo>
                    <a:cubicBezTo>
                      <a:pt x="109692" y="79167"/>
                      <a:pt x="104696" y="85495"/>
                      <a:pt x="98534" y="90658"/>
                    </a:cubicBezTo>
                    <a:lnTo>
                      <a:pt x="98534" y="90658"/>
                    </a:lnTo>
                    <a:close/>
                  </a:path>
                </a:pathLst>
              </a:custGeom>
              <a:solidFill>
                <a:srgbClr val="FEFEFE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515EEDC6-0708-3F36-7D4D-6BCDC71E92F5}"/>
                  </a:ext>
                </a:extLst>
              </p:cNvPr>
              <p:cNvSpPr/>
              <p:nvPr/>
            </p:nvSpPr>
            <p:spPr>
              <a:xfrm>
                <a:off x="195201" y="3286625"/>
                <a:ext cx="116575" cy="133228"/>
              </a:xfrm>
              <a:custGeom>
                <a:avLst/>
                <a:gdLst>
                  <a:gd name="connsiteX0" fmla="*/ 129510 w 116575"/>
                  <a:gd name="connsiteY0" fmla="*/ 58121 h 133228"/>
                  <a:gd name="connsiteX1" fmla="*/ 113856 w 116575"/>
                  <a:gd name="connsiteY1" fmla="*/ 25480 h 133228"/>
                  <a:gd name="connsiteX2" fmla="*/ 92539 w 116575"/>
                  <a:gd name="connsiteY2" fmla="*/ 0 h 133228"/>
                  <a:gd name="connsiteX3" fmla="*/ 59732 w 116575"/>
                  <a:gd name="connsiteY3" fmla="*/ 5329 h 133228"/>
                  <a:gd name="connsiteX4" fmla="*/ 26258 w 116575"/>
                  <a:gd name="connsiteY4" fmla="*/ 19818 h 133228"/>
                  <a:gd name="connsiteX5" fmla="*/ 5108 w 116575"/>
                  <a:gd name="connsiteY5" fmla="*/ 48129 h 133228"/>
                  <a:gd name="connsiteX6" fmla="*/ 4109 w 116575"/>
                  <a:gd name="connsiteY6" fmla="*/ 50960 h 133228"/>
                  <a:gd name="connsiteX7" fmla="*/ 1111 w 116575"/>
                  <a:gd name="connsiteY7" fmla="*/ 86265 h 133228"/>
                  <a:gd name="connsiteX8" fmla="*/ 16765 w 116575"/>
                  <a:gd name="connsiteY8" fmla="*/ 118906 h 133228"/>
                  <a:gd name="connsiteX9" fmla="*/ 38082 w 116575"/>
                  <a:gd name="connsiteY9" fmla="*/ 144386 h 133228"/>
                  <a:gd name="connsiteX10" fmla="*/ 70889 w 116575"/>
                  <a:gd name="connsiteY10" fmla="*/ 139057 h 133228"/>
                  <a:gd name="connsiteX11" fmla="*/ 70889 w 116575"/>
                  <a:gd name="connsiteY11" fmla="*/ 139057 h 133228"/>
                  <a:gd name="connsiteX12" fmla="*/ 104363 w 116575"/>
                  <a:gd name="connsiteY12" fmla="*/ 124569 h 133228"/>
                  <a:gd name="connsiteX13" fmla="*/ 125347 w 116575"/>
                  <a:gd name="connsiteY13" fmla="*/ 95925 h 133228"/>
                  <a:gd name="connsiteX14" fmla="*/ 126346 w 116575"/>
                  <a:gd name="connsiteY14" fmla="*/ 93093 h 133228"/>
                  <a:gd name="connsiteX15" fmla="*/ 129510 w 116575"/>
                  <a:gd name="connsiteY15" fmla="*/ 58121 h 133228"/>
                  <a:gd name="connsiteX16" fmla="*/ 129510 w 116575"/>
                  <a:gd name="connsiteY16" fmla="*/ 58121 h 133228"/>
                  <a:gd name="connsiteX17" fmla="*/ 13601 w 116575"/>
                  <a:gd name="connsiteY17" fmla="*/ 59120 h 133228"/>
                  <a:gd name="connsiteX18" fmla="*/ 113023 w 116575"/>
                  <a:gd name="connsiteY18" fmla="*/ 96091 h 133228"/>
                  <a:gd name="connsiteX19" fmla="*/ 98534 w 116575"/>
                  <a:gd name="connsiteY19" fmla="*/ 114743 h 133228"/>
                  <a:gd name="connsiteX20" fmla="*/ 12269 w 116575"/>
                  <a:gd name="connsiteY20" fmla="*/ 82768 h 133228"/>
                  <a:gd name="connsiteX21" fmla="*/ 13601 w 116575"/>
                  <a:gd name="connsiteY21" fmla="*/ 59120 h 133228"/>
                  <a:gd name="connsiteX22" fmla="*/ 13601 w 116575"/>
                  <a:gd name="connsiteY22" fmla="*/ 59120 h 133228"/>
                  <a:gd name="connsiteX23" fmla="*/ 17598 w 116575"/>
                  <a:gd name="connsiteY23" fmla="*/ 48295 h 133228"/>
                  <a:gd name="connsiteX24" fmla="*/ 32087 w 116575"/>
                  <a:gd name="connsiteY24" fmla="*/ 29643 h 133228"/>
                  <a:gd name="connsiteX25" fmla="*/ 118352 w 116575"/>
                  <a:gd name="connsiteY25" fmla="*/ 61785 h 133228"/>
                  <a:gd name="connsiteX26" fmla="*/ 117020 w 116575"/>
                  <a:gd name="connsiteY26" fmla="*/ 85433 h 133228"/>
                  <a:gd name="connsiteX27" fmla="*/ 17598 w 116575"/>
                  <a:gd name="connsiteY27" fmla="*/ 48295 h 133228"/>
                  <a:gd name="connsiteX28" fmla="*/ 17598 w 116575"/>
                  <a:gd name="connsiteY28" fmla="*/ 48295 h 133228"/>
                  <a:gd name="connsiteX29" fmla="*/ 17598 w 116575"/>
                  <a:gd name="connsiteY29" fmla="*/ 48295 h 133228"/>
                  <a:gd name="connsiteX30" fmla="*/ 61397 w 116575"/>
                  <a:gd name="connsiteY30" fmla="*/ 16487 h 133228"/>
                  <a:gd name="connsiteX31" fmla="*/ 87876 w 116575"/>
                  <a:gd name="connsiteY31" fmla="*/ 12324 h 133228"/>
                  <a:gd name="connsiteX32" fmla="*/ 105029 w 116575"/>
                  <a:gd name="connsiteY32" fmla="*/ 32808 h 133228"/>
                  <a:gd name="connsiteX33" fmla="*/ 114522 w 116575"/>
                  <a:gd name="connsiteY33" fmla="*/ 48129 h 133228"/>
                  <a:gd name="connsiteX34" fmla="*/ 44244 w 116575"/>
                  <a:gd name="connsiteY34" fmla="*/ 21816 h 133228"/>
                  <a:gd name="connsiteX35" fmla="*/ 61397 w 116575"/>
                  <a:gd name="connsiteY35" fmla="*/ 16487 h 133228"/>
                  <a:gd name="connsiteX36" fmla="*/ 61397 w 116575"/>
                  <a:gd name="connsiteY36" fmla="*/ 16487 h 133228"/>
                  <a:gd name="connsiteX37" fmla="*/ 69224 w 116575"/>
                  <a:gd name="connsiteY37" fmla="*/ 127899 h 133228"/>
                  <a:gd name="connsiteX38" fmla="*/ 42745 w 116575"/>
                  <a:gd name="connsiteY38" fmla="*/ 132063 h 133228"/>
                  <a:gd name="connsiteX39" fmla="*/ 25592 w 116575"/>
                  <a:gd name="connsiteY39" fmla="*/ 111579 h 133228"/>
                  <a:gd name="connsiteX40" fmla="*/ 16099 w 116575"/>
                  <a:gd name="connsiteY40" fmla="*/ 96258 h 133228"/>
                  <a:gd name="connsiteX41" fmla="*/ 86377 w 116575"/>
                  <a:gd name="connsiteY41" fmla="*/ 122404 h 133228"/>
                  <a:gd name="connsiteX42" fmla="*/ 69224 w 116575"/>
                  <a:gd name="connsiteY42" fmla="*/ 127899 h 133228"/>
                  <a:gd name="connsiteX43" fmla="*/ 69224 w 116575"/>
                  <a:gd name="connsiteY43" fmla="*/ 127899 h 133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16575" h="133228">
                    <a:moveTo>
                      <a:pt x="129510" y="58121"/>
                    </a:moveTo>
                    <a:cubicBezTo>
                      <a:pt x="127345" y="46297"/>
                      <a:pt x="121849" y="34972"/>
                      <a:pt x="113856" y="25480"/>
                    </a:cubicBezTo>
                    <a:lnTo>
                      <a:pt x="92539" y="0"/>
                    </a:lnTo>
                    <a:lnTo>
                      <a:pt x="59732" y="5329"/>
                    </a:lnTo>
                    <a:cubicBezTo>
                      <a:pt x="47408" y="7328"/>
                      <a:pt x="35750" y="12324"/>
                      <a:pt x="26258" y="19818"/>
                    </a:cubicBezTo>
                    <a:cubicBezTo>
                      <a:pt x="16599" y="27145"/>
                      <a:pt x="9271" y="36971"/>
                      <a:pt x="5108" y="48129"/>
                    </a:cubicBezTo>
                    <a:lnTo>
                      <a:pt x="4109" y="50960"/>
                    </a:lnTo>
                    <a:cubicBezTo>
                      <a:pt x="-55" y="62118"/>
                      <a:pt x="-1054" y="74275"/>
                      <a:pt x="1111" y="86265"/>
                    </a:cubicBezTo>
                    <a:cubicBezTo>
                      <a:pt x="3276" y="98089"/>
                      <a:pt x="8772" y="109414"/>
                      <a:pt x="16765" y="118906"/>
                    </a:cubicBezTo>
                    <a:lnTo>
                      <a:pt x="38082" y="144386"/>
                    </a:lnTo>
                    <a:lnTo>
                      <a:pt x="70889" y="139057"/>
                    </a:lnTo>
                    <a:lnTo>
                      <a:pt x="70889" y="139057"/>
                    </a:lnTo>
                    <a:cubicBezTo>
                      <a:pt x="83213" y="137059"/>
                      <a:pt x="94871" y="132063"/>
                      <a:pt x="104363" y="124569"/>
                    </a:cubicBezTo>
                    <a:cubicBezTo>
                      <a:pt x="113856" y="117074"/>
                      <a:pt x="121183" y="107082"/>
                      <a:pt x="125347" y="95925"/>
                    </a:cubicBezTo>
                    <a:lnTo>
                      <a:pt x="126346" y="93093"/>
                    </a:lnTo>
                    <a:cubicBezTo>
                      <a:pt x="130676" y="82102"/>
                      <a:pt x="131675" y="69945"/>
                      <a:pt x="129510" y="58121"/>
                    </a:cubicBezTo>
                    <a:lnTo>
                      <a:pt x="129510" y="58121"/>
                    </a:lnTo>
                    <a:close/>
                    <a:moveTo>
                      <a:pt x="13601" y="59120"/>
                    </a:moveTo>
                    <a:lnTo>
                      <a:pt x="113023" y="96091"/>
                    </a:lnTo>
                    <a:cubicBezTo>
                      <a:pt x="109692" y="103252"/>
                      <a:pt x="104696" y="109580"/>
                      <a:pt x="98534" y="114743"/>
                    </a:cubicBezTo>
                    <a:lnTo>
                      <a:pt x="12269" y="82768"/>
                    </a:lnTo>
                    <a:cubicBezTo>
                      <a:pt x="10937" y="74774"/>
                      <a:pt x="11436" y="66781"/>
                      <a:pt x="13601" y="59120"/>
                    </a:cubicBezTo>
                    <a:lnTo>
                      <a:pt x="13601" y="59120"/>
                    </a:lnTo>
                    <a:close/>
                    <a:moveTo>
                      <a:pt x="17598" y="48295"/>
                    </a:moveTo>
                    <a:cubicBezTo>
                      <a:pt x="20929" y="41134"/>
                      <a:pt x="25925" y="34806"/>
                      <a:pt x="32087" y="29643"/>
                    </a:cubicBezTo>
                    <a:lnTo>
                      <a:pt x="118352" y="61785"/>
                    </a:lnTo>
                    <a:cubicBezTo>
                      <a:pt x="119684" y="69612"/>
                      <a:pt x="119185" y="77772"/>
                      <a:pt x="117020" y="85433"/>
                    </a:cubicBezTo>
                    <a:lnTo>
                      <a:pt x="17598" y="48295"/>
                    </a:lnTo>
                    <a:lnTo>
                      <a:pt x="17598" y="48295"/>
                    </a:lnTo>
                    <a:lnTo>
                      <a:pt x="17598" y="48295"/>
                    </a:lnTo>
                    <a:close/>
                    <a:moveTo>
                      <a:pt x="61397" y="16487"/>
                    </a:moveTo>
                    <a:lnTo>
                      <a:pt x="87876" y="12324"/>
                    </a:lnTo>
                    <a:lnTo>
                      <a:pt x="105029" y="32808"/>
                    </a:lnTo>
                    <a:cubicBezTo>
                      <a:pt x="109026" y="37471"/>
                      <a:pt x="112190" y="42633"/>
                      <a:pt x="114522" y="48129"/>
                    </a:cubicBezTo>
                    <a:lnTo>
                      <a:pt x="44244" y="21816"/>
                    </a:lnTo>
                    <a:cubicBezTo>
                      <a:pt x="49406" y="19318"/>
                      <a:pt x="55235" y="17486"/>
                      <a:pt x="61397" y="16487"/>
                    </a:cubicBezTo>
                    <a:lnTo>
                      <a:pt x="61397" y="16487"/>
                    </a:lnTo>
                    <a:close/>
                    <a:moveTo>
                      <a:pt x="69224" y="127899"/>
                    </a:moveTo>
                    <a:lnTo>
                      <a:pt x="42745" y="132063"/>
                    </a:lnTo>
                    <a:lnTo>
                      <a:pt x="25592" y="111579"/>
                    </a:lnTo>
                    <a:cubicBezTo>
                      <a:pt x="21595" y="106916"/>
                      <a:pt x="18431" y="101753"/>
                      <a:pt x="16099" y="96258"/>
                    </a:cubicBezTo>
                    <a:lnTo>
                      <a:pt x="86377" y="122404"/>
                    </a:lnTo>
                    <a:cubicBezTo>
                      <a:pt x="81048" y="125068"/>
                      <a:pt x="75386" y="126900"/>
                      <a:pt x="69224" y="127899"/>
                    </a:cubicBezTo>
                    <a:lnTo>
                      <a:pt x="69224" y="127899"/>
                    </a:lnTo>
                    <a:close/>
                  </a:path>
                </a:pathLst>
              </a:custGeom>
              <a:solidFill>
                <a:srgbClr val="FEFEFE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B936BF52-AEDD-48E1-51A0-6EFE6DA5EB8D}"/>
                  </a:ext>
                </a:extLst>
              </p:cNvPr>
              <p:cNvSpPr/>
              <p:nvPr/>
            </p:nvSpPr>
            <p:spPr>
              <a:xfrm>
                <a:off x="141522" y="3419687"/>
                <a:ext cx="133229" cy="99921"/>
              </a:xfrm>
              <a:custGeom>
                <a:avLst/>
                <a:gdLst>
                  <a:gd name="connsiteX0" fmla="*/ 133229 w 133228"/>
                  <a:gd name="connsiteY0" fmla="*/ 58121 h 99921"/>
                  <a:gd name="connsiteX1" fmla="*/ 117574 w 133228"/>
                  <a:gd name="connsiteY1" fmla="*/ 25480 h 99921"/>
                  <a:gd name="connsiteX2" fmla="*/ 96258 w 133228"/>
                  <a:gd name="connsiteY2" fmla="*/ 0 h 99921"/>
                  <a:gd name="connsiteX3" fmla="*/ 63450 w 133228"/>
                  <a:gd name="connsiteY3" fmla="*/ 5329 h 99921"/>
                  <a:gd name="connsiteX4" fmla="*/ 29976 w 133228"/>
                  <a:gd name="connsiteY4" fmla="*/ 19818 h 99921"/>
                  <a:gd name="connsiteX5" fmla="*/ 8826 w 133228"/>
                  <a:gd name="connsiteY5" fmla="*/ 48295 h 99921"/>
                  <a:gd name="connsiteX6" fmla="*/ 0 w 133228"/>
                  <a:gd name="connsiteY6" fmla="*/ 71610 h 99921"/>
                  <a:gd name="connsiteX7" fmla="*/ 10825 w 133228"/>
                  <a:gd name="connsiteY7" fmla="*/ 75607 h 99921"/>
                  <a:gd name="connsiteX8" fmla="*/ 16987 w 133228"/>
                  <a:gd name="connsiteY8" fmla="*/ 59120 h 99921"/>
                  <a:gd name="connsiteX9" fmla="*/ 116742 w 133228"/>
                  <a:gd name="connsiteY9" fmla="*/ 96258 h 99921"/>
                  <a:gd name="connsiteX10" fmla="*/ 112578 w 133228"/>
                  <a:gd name="connsiteY10" fmla="*/ 107415 h 99921"/>
                  <a:gd name="connsiteX11" fmla="*/ 115909 w 133228"/>
                  <a:gd name="connsiteY11" fmla="*/ 114743 h 99921"/>
                  <a:gd name="connsiteX12" fmla="*/ 115909 w 133228"/>
                  <a:gd name="connsiteY12" fmla="*/ 114743 h 99921"/>
                  <a:gd name="connsiteX13" fmla="*/ 123236 w 133228"/>
                  <a:gd name="connsiteY13" fmla="*/ 111412 h 99921"/>
                  <a:gd name="connsiteX14" fmla="*/ 129898 w 133228"/>
                  <a:gd name="connsiteY14" fmla="*/ 93426 h 99921"/>
                  <a:gd name="connsiteX15" fmla="*/ 133229 w 133228"/>
                  <a:gd name="connsiteY15" fmla="*/ 58121 h 99921"/>
                  <a:gd name="connsiteX16" fmla="*/ 133229 w 133228"/>
                  <a:gd name="connsiteY16" fmla="*/ 58121 h 99921"/>
                  <a:gd name="connsiteX17" fmla="*/ 120738 w 133228"/>
                  <a:gd name="connsiteY17" fmla="*/ 85433 h 99921"/>
                  <a:gd name="connsiteX18" fmla="*/ 21317 w 133228"/>
                  <a:gd name="connsiteY18" fmla="*/ 48462 h 99921"/>
                  <a:gd name="connsiteX19" fmla="*/ 35805 w 133228"/>
                  <a:gd name="connsiteY19" fmla="*/ 29810 h 99921"/>
                  <a:gd name="connsiteX20" fmla="*/ 122071 w 133228"/>
                  <a:gd name="connsiteY20" fmla="*/ 61785 h 99921"/>
                  <a:gd name="connsiteX21" fmla="*/ 120738 w 133228"/>
                  <a:gd name="connsiteY21" fmla="*/ 85433 h 99921"/>
                  <a:gd name="connsiteX22" fmla="*/ 120738 w 133228"/>
                  <a:gd name="connsiteY22" fmla="*/ 85433 h 99921"/>
                  <a:gd name="connsiteX23" fmla="*/ 65115 w 133228"/>
                  <a:gd name="connsiteY23" fmla="*/ 16487 h 99921"/>
                  <a:gd name="connsiteX24" fmla="*/ 91595 w 133228"/>
                  <a:gd name="connsiteY24" fmla="*/ 12324 h 99921"/>
                  <a:gd name="connsiteX25" fmla="*/ 108748 w 133228"/>
                  <a:gd name="connsiteY25" fmla="*/ 32808 h 99921"/>
                  <a:gd name="connsiteX26" fmla="*/ 118240 w 133228"/>
                  <a:gd name="connsiteY26" fmla="*/ 48129 h 99921"/>
                  <a:gd name="connsiteX27" fmla="*/ 47962 w 133228"/>
                  <a:gd name="connsiteY27" fmla="*/ 21983 h 99921"/>
                  <a:gd name="connsiteX28" fmla="*/ 65115 w 133228"/>
                  <a:gd name="connsiteY28" fmla="*/ 16487 h 99921"/>
                  <a:gd name="connsiteX29" fmla="*/ 65115 w 133228"/>
                  <a:gd name="connsiteY29" fmla="*/ 16487 h 9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3228" h="99921">
                    <a:moveTo>
                      <a:pt x="133229" y="58121"/>
                    </a:moveTo>
                    <a:cubicBezTo>
                      <a:pt x="131064" y="46297"/>
                      <a:pt x="125568" y="34972"/>
                      <a:pt x="117574" y="25480"/>
                    </a:cubicBezTo>
                    <a:lnTo>
                      <a:pt x="96258" y="0"/>
                    </a:lnTo>
                    <a:lnTo>
                      <a:pt x="63450" y="5329"/>
                    </a:lnTo>
                    <a:cubicBezTo>
                      <a:pt x="51126" y="7328"/>
                      <a:pt x="39469" y="12324"/>
                      <a:pt x="29976" y="19818"/>
                    </a:cubicBezTo>
                    <a:cubicBezTo>
                      <a:pt x="20317" y="27312"/>
                      <a:pt x="12990" y="37137"/>
                      <a:pt x="8826" y="48295"/>
                    </a:cubicBezTo>
                    <a:lnTo>
                      <a:pt x="0" y="71610"/>
                    </a:lnTo>
                    <a:lnTo>
                      <a:pt x="10825" y="75607"/>
                    </a:lnTo>
                    <a:lnTo>
                      <a:pt x="16987" y="59120"/>
                    </a:lnTo>
                    <a:lnTo>
                      <a:pt x="116742" y="96258"/>
                    </a:lnTo>
                    <a:lnTo>
                      <a:pt x="112578" y="107415"/>
                    </a:lnTo>
                    <a:cubicBezTo>
                      <a:pt x="111412" y="110413"/>
                      <a:pt x="112911" y="113744"/>
                      <a:pt x="115909" y="114743"/>
                    </a:cubicBezTo>
                    <a:lnTo>
                      <a:pt x="115909" y="114743"/>
                    </a:lnTo>
                    <a:cubicBezTo>
                      <a:pt x="118907" y="115909"/>
                      <a:pt x="122237" y="114410"/>
                      <a:pt x="123236" y="111412"/>
                    </a:cubicBezTo>
                    <a:lnTo>
                      <a:pt x="129898" y="93426"/>
                    </a:lnTo>
                    <a:cubicBezTo>
                      <a:pt x="134394" y="82269"/>
                      <a:pt x="135394" y="70111"/>
                      <a:pt x="133229" y="58121"/>
                    </a:cubicBezTo>
                    <a:lnTo>
                      <a:pt x="133229" y="58121"/>
                    </a:lnTo>
                    <a:close/>
                    <a:moveTo>
                      <a:pt x="120738" y="85433"/>
                    </a:moveTo>
                    <a:lnTo>
                      <a:pt x="21317" y="48462"/>
                    </a:lnTo>
                    <a:cubicBezTo>
                      <a:pt x="24647" y="41301"/>
                      <a:pt x="29643" y="34972"/>
                      <a:pt x="35805" y="29810"/>
                    </a:cubicBezTo>
                    <a:lnTo>
                      <a:pt x="122071" y="61785"/>
                    </a:lnTo>
                    <a:cubicBezTo>
                      <a:pt x="123403" y="69612"/>
                      <a:pt x="122903" y="77772"/>
                      <a:pt x="120738" y="85433"/>
                    </a:cubicBezTo>
                    <a:lnTo>
                      <a:pt x="120738" y="85433"/>
                    </a:lnTo>
                    <a:close/>
                    <a:moveTo>
                      <a:pt x="65115" y="16487"/>
                    </a:moveTo>
                    <a:lnTo>
                      <a:pt x="91595" y="12324"/>
                    </a:lnTo>
                    <a:lnTo>
                      <a:pt x="108748" y="32808"/>
                    </a:lnTo>
                    <a:cubicBezTo>
                      <a:pt x="112745" y="37471"/>
                      <a:pt x="115909" y="42633"/>
                      <a:pt x="118240" y="48129"/>
                    </a:cubicBezTo>
                    <a:lnTo>
                      <a:pt x="47962" y="21983"/>
                    </a:lnTo>
                    <a:cubicBezTo>
                      <a:pt x="53291" y="19318"/>
                      <a:pt x="58954" y="17486"/>
                      <a:pt x="65115" y="16487"/>
                    </a:cubicBezTo>
                    <a:lnTo>
                      <a:pt x="65115" y="16487"/>
                    </a:lnTo>
                    <a:close/>
                  </a:path>
                </a:pathLst>
              </a:custGeom>
              <a:solidFill>
                <a:srgbClr val="FEFEFE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77BBE716-3AFC-5774-4287-DD77CF41CEBF}"/>
                  </a:ext>
                </a:extLst>
              </p:cNvPr>
              <p:cNvSpPr/>
              <p:nvPr/>
            </p:nvSpPr>
            <p:spPr>
              <a:xfrm>
                <a:off x="140078" y="3174358"/>
                <a:ext cx="183189" cy="333071"/>
              </a:xfrm>
              <a:custGeom>
                <a:avLst/>
                <a:gdLst>
                  <a:gd name="connsiteX0" fmla="*/ 6773 w 183189"/>
                  <a:gd name="connsiteY0" fmla="*/ 332426 h 333071"/>
                  <a:gd name="connsiteX1" fmla="*/ 111 w 183189"/>
                  <a:gd name="connsiteY1" fmla="*/ 323600 h 333071"/>
                  <a:gd name="connsiteX2" fmla="*/ 3942 w 183189"/>
                  <a:gd name="connsiteY2" fmla="*/ 295955 h 333071"/>
                  <a:gd name="connsiteX3" fmla="*/ 17431 w 183189"/>
                  <a:gd name="connsiteY3" fmla="*/ 273139 h 333071"/>
                  <a:gd name="connsiteX4" fmla="*/ 63395 w 183189"/>
                  <a:gd name="connsiteY4" fmla="*/ 246993 h 333071"/>
                  <a:gd name="connsiteX5" fmla="*/ 90707 w 183189"/>
                  <a:gd name="connsiteY5" fmla="*/ 242664 h 333071"/>
                  <a:gd name="connsiteX6" fmla="*/ 167813 w 183189"/>
                  <a:gd name="connsiteY6" fmla="*/ 202862 h 333071"/>
                  <a:gd name="connsiteX7" fmla="*/ 136338 w 183189"/>
                  <a:gd name="connsiteY7" fmla="*/ 123924 h 333071"/>
                  <a:gd name="connsiteX8" fmla="*/ 117852 w 183189"/>
                  <a:gd name="connsiteY8" fmla="*/ 102107 h 333071"/>
                  <a:gd name="connsiteX9" fmla="*/ 100199 w 183189"/>
                  <a:gd name="connsiteY9" fmla="*/ 52313 h 333071"/>
                  <a:gd name="connsiteX10" fmla="*/ 105195 w 183189"/>
                  <a:gd name="connsiteY10" fmla="*/ 26334 h 333071"/>
                  <a:gd name="connsiteX11" fmla="*/ 120517 w 183189"/>
                  <a:gd name="connsiteY11" fmla="*/ 3019 h 333071"/>
                  <a:gd name="connsiteX12" fmla="*/ 134839 w 183189"/>
                  <a:gd name="connsiteY12" fmla="*/ 2852 h 333071"/>
                  <a:gd name="connsiteX13" fmla="*/ 135005 w 183189"/>
                  <a:gd name="connsiteY13" fmla="*/ 17174 h 333071"/>
                  <a:gd name="connsiteX14" fmla="*/ 134006 w 183189"/>
                  <a:gd name="connsiteY14" fmla="*/ 89950 h 333071"/>
                  <a:gd name="connsiteX15" fmla="*/ 151492 w 183189"/>
                  <a:gd name="connsiteY15" fmla="*/ 110601 h 333071"/>
                  <a:gd name="connsiteX16" fmla="*/ 183467 w 183189"/>
                  <a:gd name="connsiteY16" fmla="*/ 153400 h 333071"/>
                  <a:gd name="connsiteX17" fmla="*/ 186798 w 183189"/>
                  <a:gd name="connsiteY17" fmla="*/ 210023 h 333071"/>
                  <a:gd name="connsiteX18" fmla="*/ 146663 w 183189"/>
                  <a:gd name="connsiteY18" fmla="*/ 250824 h 333071"/>
                  <a:gd name="connsiteX19" fmla="*/ 93538 w 183189"/>
                  <a:gd name="connsiteY19" fmla="*/ 262814 h 333071"/>
                  <a:gd name="connsiteX20" fmla="*/ 67558 w 183189"/>
                  <a:gd name="connsiteY20" fmla="*/ 266978 h 333071"/>
                  <a:gd name="connsiteX21" fmla="*/ 20429 w 183189"/>
                  <a:gd name="connsiteY21" fmla="*/ 322601 h 333071"/>
                  <a:gd name="connsiteX22" fmla="*/ 10936 w 183189"/>
                  <a:gd name="connsiteY22" fmla="*/ 333259 h 333071"/>
                  <a:gd name="connsiteX23" fmla="*/ 6773 w 183189"/>
                  <a:gd name="connsiteY23" fmla="*/ 332426 h 333071"/>
                  <a:gd name="connsiteX24" fmla="*/ 6773 w 183189"/>
                  <a:gd name="connsiteY24" fmla="*/ 332426 h 333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189" h="333071">
                    <a:moveTo>
                      <a:pt x="6773" y="332426"/>
                    </a:moveTo>
                    <a:cubicBezTo>
                      <a:pt x="3109" y="331094"/>
                      <a:pt x="444" y="327763"/>
                      <a:pt x="111" y="323600"/>
                    </a:cubicBezTo>
                    <a:cubicBezTo>
                      <a:pt x="-388" y="314107"/>
                      <a:pt x="777" y="304781"/>
                      <a:pt x="3942" y="295955"/>
                    </a:cubicBezTo>
                    <a:cubicBezTo>
                      <a:pt x="6939" y="287628"/>
                      <a:pt x="11436" y="279967"/>
                      <a:pt x="17431" y="273139"/>
                    </a:cubicBezTo>
                    <a:cubicBezTo>
                      <a:pt x="28755" y="260150"/>
                      <a:pt x="45243" y="250824"/>
                      <a:pt x="63395" y="246993"/>
                    </a:cubicBezTo>
                    <a:cubicBezTo>
                      <a:pt x="72221" y="245162"/>
                      <a:pt x="81714" y="243829"/>
                      <a:pt x="90707" y="242664"/>
                    </a:cubicBezTo>
                    <a:cubicBezTo>
                      <a:pt x="124347" y="238001"/>
                      <a:pt x="156155" y="233671"/>
                      <a:pt x="167813" y="202862"/>
                    </a:cubicBezTo>
                    <a:cubicBezTo>
                      <a:pt x="179304" y="172052"/>
                      <a:pt x="158487" y="148737"/>
                      <a:pt x="136338" y="123924"/>
                    </a:cubicBezTo>
                    <a:cubicBezTo>
                      <a:pt x="130009" y="116929"/>
                      <a:pt x="123514" y="109602"/>
                      <a:pt x="117852" y="102107"/>
                    </a:cubicBezTo>
                    <a:cubicBezTo>
                      <a:pt x="106528" y="87286"/>
                      <a:pt x="100366" y="69633"/>
                      <a:pt x="100199" y="52313"/>
                    </a:cubicBezTo>
                    <a:cubicBezTo>
                      <a:pt x="100199" y="43320"/>
                      <a:pt x="101865" y="34494"/>
                      <a:pt x="105195" y="26334"/>
                    </a:cubicBezTo>
                    <a:cubicBezTo>
                      <a:pt x="108693" y="17674"/>
                      <a:pt x="113855" y="9847"/>
                      <a:pt x="120517" y="3019"/>
                    </a:cubicBezTo>
                    <a:cubicBezTo>
                      <a:pt x="124514" y="-978"/>
                      <a:pt x="130842" y="-978"/>
                      <a:pt x="134839" y="2852"/>
                    </a:cubicBezTo>
                    <a:cubicBezTo>
                      <a:pt x="138836" y="6683"/>
                      <a:pt x="138836" y="13177"/>
                      <a:pt x="135005" y="17174"/>
                    </a:cubicBezTo>
                    <a:cubicBezTo>
                      <a:pt x="113023" y="39490"/>
                      <a:pt x="118685" y="69800"/>
                      <a:pt x="134006" y="89950"/>
                    </a:cubicBezTo>
                    <a:cubicBezTo>
                      <a:pt x="139169" y="96778"/>
                      <a:pt x="145164" y="103440"/>
                      <a:pt x="151492" y="110601"/>
                    </a:cubicBezTo>
                    <a:cubicBezTo>
                      <a:pt x="163483" y="123924"/>
                      <a:pt x="175807" y="137746"/>
                      <a:pt x="183467" y="153400"/>
                    </a:cubicBezTo>
                    <a:cubicBezTo>
                      <a:pt x="192793" y="172385"/>
                      <a:pt x="193959" y="190871"/>
                      <a:pt x="186798" y="210023"/>
                    </a:cubicBezTo>
                    <a:cubicBezTo>
                      <a:pt x="179637" y="229174"/>
                      <a:pt x="166481" y="242497"/>
                      <a:pt x="146663" y="250824"/>
                    </a:cubicBezTo>
                    <a:cubicBezTo>
                      <a:pt x="130176" y="257818"/>
                      <a:pt x="111524" y="260316"/>
                      <a:pt x="93538" y="262814"/>
                    </a:cubicBezTo>
                    <a:cubicBezTo>
                      <a:pt x="84378" y="264147"/>
                      <a:pt x="75719" y="265312"/>
                      <a:pt x="67558" y="266978"/>
                    </a:cubicBezTo>
                    <a:cubicBezTo>
                      <a:pt x="42744" y="272140"/>
                      <a:pt x="18597" y="291458"/>
                      <a:pt x="20429" y="322601"/>
                    </a:cubicBezTo>
                    <a:cubicBezTo>
                      <a:pt x="20762" y="328096"/>
                      <a:pt x="16432" y="332926"/>
                      <a:pt x="10936" y="333259"/>
                    </a:cubicBezTo>
                    <a:cubicBezTo>
                      <a:pt x="9437" y="333092"/>
                      <a:pt x="7938" y="332926"/>
                      <a:pt x="6773" y="332426"/>
                    </a:cubicBezTo>
                    <a:lnTo>
                      <a:pt x="6773" y="332426"/>
                    </a:lnTo>
                    <a:close/>
                  </a:path>
                </a:pathLst>
              </a:custGeom>
              <a:solidFill>
                <a:srgbClr val="BBD7FF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DE9AA589-8E5C-C4D9-85DC-3CF758561A7C}"/>
                  </a:ext>
                </a:extLst>
              </p:cNvPr>
              <p:cNvSpPr/>
              <p:nvPr/>
            </p:nvSpPr>
            <p:spPr>
              <a:xfrm>
                <a:off x="172012" y="3468964"/>
                <a:ext cx="16654" cy="16654"/>
              </a:xfrm>
              <a:custGeom>
                <a:avLst/>
                <a:gdLst>
                  <a:gd name="connsiteX0" fmla="*/ 28298 w 16653"/>
                  <a:gd name="connsiteY0" fmla="*/ 10676 h 16653"/>
                  <a:gd name="connsiteX1" fmla="*/ 15141 w 16653"/>
                  <a:gd name="connsiteY1" fmla="*/ 28661 h 16653"/>
                  <a:gd name="connsiteX2" fmla="*/ 486 w 16653"/>
                  <a:gd name="connsiteY2" fmla="*/ 18003 h 16653"/>
                  <a:gd name="connsiteX3" fmla="*/ 13642 w 16653"/>
                  <a:gd name="connsiteY3" fmla="*/ 17 h 16653"/>
                  <a:gd name="connsiteX4" fmla="*/ 28298 w 16653"/>
                  <a:gd name="connsiteY4" fmla="*/ 10676 h 16653"/>
                  <a:gd name="connsiteX5" fmla="*/ 28298 w 16653"/>
                  <a:gd name="connsiteY5" fmla="*/ 10676 h 1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653" h="16653">
                    <a:moveTo>
                      <a:pt x="28298" y="10676"/>
                    </a:moveTo>
                    <a:cubicBezTo>
                      <a:pt x="30629" y="19502"/>
                      <a:pt x="24301" y="28162"/>
                      <a:pt x="15141" y="28661"/>
                    </a:cubicBezTo>
                    <a:cubicBezTo>
                      <a:pt x="8313" y="28995"/>
                      <a:pt x="2151" y="24498"/>
                      <a:pt x="486" y="18003"/>
                    </a:cubicBezTo>
                    <a:cubicBezTo>
                      <a:pt x="-1845" y="9177"/>
                      <a:pt x="4483" y="517"/>
                      <a:pt x="13642" y="17"/>
                    </a:cubicBezTo>
                    <a:cubicBezTo>
                      <a:pt x="20304" y="-316"/>
                      <a:pt x="26466" y="4181"/>
                      <a:pt x="28298" y="10676"/>
                    </a:cubicBezTo>
                    <a:lnTo>
                      <a:pt x="28298" y="10676"/>
                    </a:lnTo>
                    <a:close/>
                  </a:path>
                </a:pathLst>
              </a:custGeom>
              <a:solidFill>
                <a:srgbClr val="BBD7FF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46BDB6BA-F614-0956-8EDB-4C9AFDBFE7EC}"/>
                  </a:ext>
                </a:extLst>
              </p:cNvPr>
              <p:cNvSpPr/>
              <p:nvPr/>
            </p:nvSpPr>
            <p:spPr>
              <a:xfrm>
                <a:off x="174163" y="3470313"/>
                <a:ext cx="16654" cy="16654"/>
              </a:xfrm>
              <a:custGeom>
                <a:avLst/>
                <a:gdLst>
                  <a:gd name="connsiteX0" fmla="*/ 18152 w 16653"/>
                  <a:gd name="connsiteY0" fmla="*/ 0 h 16653"/>
                  <a:gd name="connsiteX1" fmla="*/ 20317 w 16653"/>
                  <a:gd name="connsiteY1" fmla="*/ 6661 h 16653"/>
                  <a:gd name="connsiteX2" fmla="*/ 8826 w 16653"/>
                  <a:gd name="connsiteY2" fmla="*/ 21650 h 16653"/>
                  <a:gd name="connsiteX3" fmla="*/ 0 w 16653"/>
                  <a:gd name="connsiteY3" fmla="*/ 20650 h 16653"/>
                  <a:gd name="connsiteX4" fmla="*/ 15987 w 16653"/>
                  <a:gd name="connsiteY4" fmla="*/ 26812 h 16653"/>
                  <a:gd name="connsiteX5" fmla="*/ 26479 w 16653"/>
                  <a:gd name="connsiteY5" fmla="*/ 12324 h 16653"/>
                  <a:gd name="connsiteX6" fmla="*/ 18152 w 16653"/>
                  <a:gd name="connsiteY6" fmla="*/ 0 h 16653"/>
                  <a:gd name="connsiteX7" fmla="*/ 18152 w 16653"/>
                  <a:gd name="connsiteY7" fmla="*/ 0 h 1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53" h="16653">
                    <a:moveTo>
                      <a:pt x="18152" y="0"/>
                    </a:moveTo>
                    <a:cubicBezTo>
                      <a:pt x="19318" y="1998"/>
                      <a:pt x="20151" y="4163"/>
                      <a:pt x="20317" y="6661"/>
                    </a:cubicBezTo>
                    <a:cubicBezTo>
                      <a:pt x="20817" y="13822"/>
                      <a:pt x="15821" y="20317"/>
                      <a:pt x="8826" y="21650"/>
                    </a:cubicBezTo>
                    <a:cubicBezTo>
                      <a:pt x="5662" y="22316"/>
                      <a:pt x="2665" y="21816"/>
                      <a:pt x="0" y="20650"/>
                    </a:cubicBezTo>
                    <a:cubicBezTo>
                      <a:pt x="3164" y="25813"/>
                      <a:pt x="9493" y="28478"/>
                      <a:pt x="15987" y="26812"/>
                    </a:cubicBezTo>
                    <a:cubicBezTo>
                      <a:pt x="22482" y="24980"/>
                      <a:pt x="26812" y="18985"/>
                      <a:pt x="26479" y="12324"/>
                    </a:cubicBezTo>
                    <a:cubicBezTo>
                      <a:pt x="26146" y="6661"/>
                      <a:pt x="22815" y="2165"/>
                      <a:pt x="18152" y="0"/>
                    </a:cubicBezTo>
                    <a:lnTo>
                      <a:pt x="18152" y="0"/>
                    </a:lnTo>
                    <a:close/>
                  </a:path>
                </a:pathLst>
              </a:custGeom>
              <a:solidFill>
                <a:srgbClr val="92B9FF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5FAF5114-4B26-5740-F345-3F1300DB6F95}"/>
                  </a:ext>
                </a:extLst>
              </p:cNvPr>
              <p:cNvSpPr/>
              <p:nvPr/>
            </p:nvSpPr>
            <p:spPr>
              <a:xfrm>
                <a:off x="244611" y="3378368"/>
                <a:ext cx="16654" cy="16654"/>
              </a:xfrm>
              <a:custGeom>
                <a:avLst/>
                <a:gdLst>
                  <a:gd name="connsiteX0" fmla="*/ 27642 w 16653"/>
                  <a:gd name="connsiteY0" fmla="*/ 10343 h 16653"/>
                  <a:gd name="connsiteX1" fmla="*/ 14818 w 16653"/>
                  <a:gd name="connsiteY1" fmla="*/ 27829 h 16653"/>
                  <a:gd name="connsiteX2" fmla="*/ 496 w 16653"/>
                  <a:gd name="connsiteY2" fmla="*/ 17504 h 16653"/>
                  <a:gd name="connsiteX3" fmla="*/ 13153 w 16653"/>
                  <a:gd name="connsiteY3" fmla="*/ 18 h 16653"/>
                  <a:gd name="connsiteX4" fmla="*/ 27642 w 16653"/>
                  <a:gd name="connsiteY4" fmla="*/ 10343 h 16653"/>
                  <a:gd name="connsiteX5" fmla="*/ 27642 w 16653"/>
                  <a:gd name="connsiteY5" fmla="*/ 10343 h 1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653" h="16653">
                    <a:moveTo>
                      <a:pt x="27642" y="10343"/>
                    </a:moveTo>
                    <a:cubicBezTo>
                      <a:pt x="29807" y="19003"/>
                      <a:pt x="23645" y="27330"/>
                      <a:pt x="14818" y="27829"/>
                    </a:cubicBezTo>
                    <a:cubicBezTo>
                      <a:pt x="8323" y="28162"/>
                      <a:pt x="2162" y="23833"/>
                      <a:pt x="496" y="17504"/>
                    </a:cubicBezTo>
                    <a:cubicBezTo>
                      <a:pt x="-1835" y="9011"/>
                      <a:pt x="4327" y="518"/>
                      <a:pt x="13153" y="18"/>
                    </a:cubicBezTo>
                    <a:cubicBezTo>
                      <a:pt x="19814" y="-315"/>
                      <a:pt x="25976" y="4015"/>
                      <a:pt x="27642" y="10343"/>
                    </a:cubicBezTo>
                    <a:lnTo>
                      <a:pt x="27642" y="10343"/>
                    </a:lnTo>
                    <a:close/>
                  </a:path>
                </a:pathLst>
              </a:custGeom>
              <a:solidFill>
                <a:srgbClr val="BBD7FF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6479B24E-2A03-0CA8-8638-07115183D127}"/>
                  </a:ext>
                </a:extLst>
              </p:cNvPr>
              <p:cNvSpPr/>
              <p:nvPr/>
            </p:nvSpPr>
            <p:spPr>
              <a:xfrm>
                <a:off x="246939" y="3379718"/>
                <a:ext cx="16654" cy="16654"/>
              </a:xfrm>
              <a:custGeom>
                <a:avLst/>
                <a:gdLst>
                  <a:gd name="connsiteX0" fmla="*/ 17653 w 16653"/>
                  <a:gd name="connsiteY0" fmla="*/ 0 h 16653"/>
                  <a:gd name="connsiteX1" fmla="*/ 19818 w 16653"/>
                  <a:gd name="connsiteY1" fmla="*/ 6495 h 16653"/>
                  <a:gd name="connsiteX2" fmla="*/ 8660 w 16653"/>
                  <a:gd name="connsiteY2" fmla="*/ 21150 h 16653"/>
                  <a:gd name="connsiteX3" fmla="*/ 0 w 16653"/>
                  <a:gd name="connsiteY3" fmla="*/ 20151 h 16653"/>
                  <a:gd name="connsiteX4" fmla="*/ 15488 w 16653"/>
                  <a:gd name="connsiteY4" fmla="*/ 26146 h 16653"/>
                  <a:gd name="connsiteX5" fmla="*/ 25647 w 16653"/>
                  <a:gd name="connsiteY5" fmla="*/ 11991 h 16653"/>
                  <a:gd name="connsiteX6" fmla="*/ 17653 w 16653"/>
                  <a:gd name="connsiteY6" fmla="*/ 0 h 16653"/>
                  <a:gd name="connsiteX7" fmla="*/ 17653 w 16653"/>
                  <a:gd name="connsiteY7" fmla="*/ 0 h 1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53" h="16653">
                    <a:moveTo>
                      <a:pt x="17653" y="0"/>
                    </a:moveTo>
                    <a:cubicBezTo>
                      <a:pt x="18819" y="1832"/>
                      <a:pt x="19651" y="3997"/>
                      <a:pt x="19818" y="6495"/>
                    </a:cubicBezTo>
                    <a:cubicBezTo>
                      <a:pt x="20317" y="13489"/>
                      <a:pt x="15488" y="19818"/>
                      <a:pt x="8660" y="21150"/>
                    </a:cubicBezTo>
                    <a:cubicBezTo>
                      <a:pt x="5662" y="21816"/>
                      <a:pt x="2665" y="21317"/>
                      <a:pt x="0" y="20151"/>
                    </a:cubicBezTo>
                    <a:cubicBezTo>
                      <a:pt x="3164" y="25147"/>
                      <a:pt x="9326" y="27811"/>
                      <a:pt x="15488" y="26146"/>
                    </a:cubicBezTo>
                    <a:cubicBezTo>
                      <a:pt x="21816" y="24481"/>
                      <a:pt x="26146" y="18485"/>
                      <a:pt x="25647" y="11991"/>
                    </a:cubicBezTo>
                    <a:cubicBezTo>
                      <a:pt x="25313" y="6495"/>
                      <a:pt x="22149" y="1998"/>
                      <a:pt x="17653" y="0"/>
                    </a:cubicBezTo>
                    <a:lnTo>
                      <a:pt x="17653" y="0"/>
                    </a:lnTo>
                    <a:close/>
                  </a:path>
                </a:pathLst>
              </a:custGeom>
              <a:solidFill>
                <a:srgbClr val="92B9FF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E3416D88-5AE3-A6B0-79F2-9E687B28C11F}"/>
                  </a:ext>
                </a:extLst>
              </p:cNvPr>
              <p:cNvSpPr/>
              <p:nvPr/>
            </p:nvSpPr>
            <p:spPr>
              <a:xfrm>
                <a:off x="241106" y="3306714"/>
                <a:ext cx="16654" cy="16654"/>
              </a:xfrm>
              <a:custGeom>
                <a:avLst/>
                <a:gdLst>
                  <a:gd name="connsiteX0" fmla="*/ 28315 w 16653"/>
                  <a:gd name="connsiteY0" fmla="*/ 11219 h 16653"/>
                  <a:gd name="connsiteX1" fmla="*/ 15659 w 16653"/>
                  <a:gd name="connsiteY1" fmla="*/ 28705 h 16653"/>
                  <a:gd name="connsiteX2" fmla="*/ 337 w 16653"/>
                  <a:gd name="connsiteY2" fmla="*/ 17548 h 16653"/>
                  <a:gd name="connsiteX3" fmla="*/ 12994 w 16653"/>
                  <a:gd name="connsiteY3" fmla="*/ 61 h 16653"/>
                  <a:gd name="connsiteX4" fmla="*/ 28315 w 16653"/>
                  <a:gd name="connsiteY4" fmla="*/ 11219 h 16653"/>
                  <a:gd name="connsiteX5" fmla="*/ 28315 w 16653"/>
                  <a:gd name="connsiteY5" fmla="*/ 11219 h 1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653" h="16653">
                    <a:moveTo>
                      <a:pt x="28315" y="11219"/>
                    </a:moveTo>
                    <a:cubicBezTo>
                      <a:pt x="30147" y="19713"/>
                      <a:pt x="24318" y="27873"/>
                      <a:pt x="15659" y="28705"/>
                    </a:cubicBezTo>
                    <a:cubicBezTo>
                      <a:pt x="8498" y="29372"/>
                      <a:pt x="1836" y="24542"/>
                      <a:pt x="337" y="17548"/>
                    </a:cubicBezTo>
                    <a:cubicBezTo>
                      <a:pt x="-1495" y="9054"/>
                      <a:pt x="4334" y="894"/>
                      <a:pt x="12994" y="61"/>
                    </a:cubicBezTo>
                    <a:cubicBezTo>
                      <a:pt x="19989" y="-605"/>
                      <a:pt x="26650" y="4225"/>
                      <a:pt x="28315" y="11219"/>
                    </a:cubicBezTo>
                    <a:lnTo>
                      <a:pt x="28315" y="11219"/>
                    </a:lnTo>
                    <a:close/>
                  </a:path>
                </a:pathLst>
              </a:custGeom>
              <a:solidFill>
                <a:srgbClr val="BBD7FF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8BFB9799-375F-0EE0-FA05-5083A6D9CAC0}"/>
                  </a:ext>
                </a:extLst>
              </p:cNvPr>
              <p:cNvSpPr/>
              <p:nvPr/>
            </p:nvSpPr>
            <p:spPr>
              <a:xfrm>
                <a:off x="243109" y="3308108"/>
                <a:ext cx="16654" cy="16654"/>
              </a:xfrm>
              <a:custGeom>
                <a:avLst/>
                <a:gdLst>
                  <a:gd name="connsiteX0" fmla="*/ 18319 w 16653"/>
                  <a:gd name="connsiteY0" fmla="*/ 0 h 16653"/>
                  <a:gd name="connsiteX1" fmla="*/ 20317 w 16653"/>
                  <a:gd name="connsiteY1" fmla="*/ 5496 h 16653"/>
                  <a:gd name="connsiteX2" fmla="*/ 8327 w 16653"/>
                  <a:gd name="connsiteY2" fmla="*/ 21983 h 16653"/>
                  <a:gd name="connsiteX3" fmla="*/ 0 w 16653"/>
                  <a:gd name="connsiteY3" fmla="*/ 20817 h 16653"/>
                  <a:gd name="connsiteX4" fmla="*/ 15155 w 16653"/>
                  <a:gd name="connsiteY4" fmla="*/ 27145 h 16653"/>
                  <a:gd name="connsiteX5" fmla="*/ 26479 w 16653"/>
                  <a:gd name="connsiteY5" fmla="*/ 12157 h 16653"/>
                  <a:gd name="connsiteX6" fmla="*/ 18319 w 16653"/>
                  <a:gd name="connsiteY6" fmla="*/ 0 h 16653"/>
                  <a:gd name="connsiteX7" fmla="*/ 18319 w 16653"/>
                  <a:gd name="connsiteY7" fmla="*/ 0 h 1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53" h="16653">
                    <a:moveTo>
                      <a:pt x="18319" y="0"/>
                    </a:moveTo>
                    <a:cubicBezTo>
                      <a:pt x="19318" y="1665"/>
                      <a:pt x="19984" y="3497"/>
                      <a:pt x="20317" y="5496"/>
                    </a:cubicBezTo>
                    <a:cubicBezTo>
                      <a:pt x="21650" y="13323"/>
                      <a:pt x="16154" y="20650"/>
                      <a:pt x="8327" y="21983"/>
                    </a:cubicBezTo>
                    <a:cubicBezTo>
                      <a:pt x="5329" y="22482"/>
                      <a:pt x="2498" y="21983"/>
                      <a:pt x="0" y="20817"/>
                    </a:cubicBezTo>
                    <a:cubicBezTo>
                      <a:pt x="3164" y="25646"/>
                      <a:pt x="9159" y="28478"/>
                      <a:pt x="15155" y="27145"/>
                    </a:cubicBezTo>
                    <a:cubicBezTo>
                      <a:pt x="22149" y="25646"/>
                      <a:pt x="26979" y="19318"/>
                      <a:pt x="26479" y="12157"/>
                    </a:cubicBezTo>
                    <a:cubicBezTo>
                      <a:pt x="26313" y="6495"/>
                      <a:pt x="22815" y="2165"/>
                      <a:pt x="18319" y="0"/>
                    </a:cubicBezTo>
                    <a:lnTo>
                      <a:pt x="18319" y="0"/>
                    </a:lnTo>
                    <a:close/>
                  </a:path>
                </a:pathLst>
              </a:custGeom>
              <a:solidFill>
                <a:srgbClr val="92B9FF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ECB90999-80D2-874E-8BCB-B675790979DF}"/>
                  </a:ext>
                </a:extLst>
              </p:cNvPr>
              <p:cNvSpPr/>
              <p:nvPr/>
            </p:nvSpPr>
            <p:spPr>
              <a:xfrm>
                <a:off x="321404" y="3220993"/>
                <a:ext cx="16654" cy="16654"/>
              </a:xfrm>
              <a:custGeom>
                <a:avLst/>
                <a:gdLst>
                  <a:gd name="connsiteX0" fmla="*/ 29454 w 16653"/>
                  <a:gd name="connsiteY0" fmla="*/ 11008 h 16653"/>
                  <a:gd name="connsiteX1" fmla="*/ 15798 w 16653"/>
                  <a:gd name="connsiteY1" fmla="*/ 29660 h 16653"/>
                  <a:gd name="connsiteX2" fmla="*/ 476 w 16653"/>
                  <a:gd name="connsiteY2" fmla="*/ 18669 h 16653"/>
                  <a:gd name="connsiteX3" fmla="*/ 14132 w 16653"/>
                  <a:gd name="connsiteY3" fmla="*/ 17 h 16653"/>
                  <a:gd name="connsiteX4" fmla="*/ 29454 w 16653"/>
                  <a:gd name="connsiteY4" fmla="*/ 11008 h 16653"/>
                  <a:gd name="connsiteX5" fmla="*/ 29454 w 16653"/>
                  <a:gd name="connsiteY5" fmla="*/ 11008 h 1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653" h="16653">
                    <a:moveTo>
                      <a:pt x="29454" y="11008"/>
                    </a:moveTo>
                    <a:cubicBezTo>
                      <a:pt x="31785" y="20168"/>
                      <a:pt x="25290" y="29160"/>
                      <a:pt x="15798" y="29660"/>
                    </a:cubicBezTo>
                    <a:cubicBezTo>
                      <a:pt x="8803" y="29993"/>
                      <a:pt x="2308" y="25330"/>
                      <a:pt x="476" y="18669"/>
                    </a:cubicBezTo>
                    <a:cubicBezTo>
                      <a:pt x="-1855" y="9509"/>
                      <a:pt x="4640" y="516"/>
                      <a:pt x="14132" y="17"/>
                    </a:cubicBezTo>
                    <a:cubicBezTo>
                      <a:pt x="21293" y="-316"/>
                      <a:pt x="27788" y="4347"/>
                      <a:pt x="29454" y="11008"/>
                    </a:cubicBezTo>
                    <a:lnTo>
                      <a:pt x="29454" y="11008"/>
                    </a:lnTo>
                    <a:close/>
                  </a:path>
                </a:pathLst>
              </a:custGeom>
              <a:solidFill>
                <a:srgbClr val="BBD7FF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34F76ABE-602E-9D7F-E850-DEB575D36D4E}"/>
                  </a:ext>
                </a:extLst>
              </p:cNvPr>
              <p:cNvSpPr/>
              <p:nvPr/>
            </p:nvSpPr>
            <p:spPr>
              <a:xfrm>
                <a:off x="323879" y="3222342"/>
                <a:ext cx="16654" cy="16654"/>
              </a:xfrm>
              <a:custGeom>
                <a:avLst/>
                <a:gdLst>
                  <a:gd name="connsiteX0" fmla="*/ 18819 w 16653"/>
                  <a:gd name="connsiteY0" fmla="*/ 0 h 16653"/>
                  <a:gd name="connsiteX1" fmla="*/ 21150 w 16653"/>
                  <a:gd name="connsiteY1" fmla="*/ 6828 h 16653"/>
                  <a:gd name="connsiteX2" fmla="*/ 9159 w 16653"/>
                  <a:gd name="connsiteY2" fmla="*/ 22482 h 16653"/>
                  <a:gd name="connsiteX3" fmla="*/ 0 w 16653"/>
                  <a:gd name="connsiteY3" fmla="*/ 21483 h 16653"/>
                  <a:gd name="connsiteX4" fmla="*/ 16654 w 16653"/>
                  <a:gd name="connsiteY4" fmla="*/ 27811 h 16653"/>
                  <a:gd name="connsiteX5" fmla="*/ 27645 w 16653"/>
                  <a:gd name="connsiteY5" fmla="*/ 12657 h 16653"/>
                  <a:gd name="connsiteX6" fmla="*/ 18819 w 16653"/>
                  <a:gd name="connsiteY6" fmla="*/ 0 h 16653"/>
                  <a:gd name="connsiteX7" fmla="*/ 18819 w 16653"/>
                  <a:gd name="connsiteY7" fmla="*/ 0 h 1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53" h="16653">
                    <a:moveTo>
                      <a:pt x="18819" y="0"/>
                    </a:moveTo>
                    <a:cubicBezTo>
                      <a:pt x="20151" y="1998"/>
                      <a:pt x="20984" y="4330"/>
                      <a:pt x="21150" y="6828"/>
                    </a:cubicBezTo>
                    <a:cubicBezTo>
                      <a:pt x="21650" y="14156"/>
                      <a:pt x="16487" y="20983"/>
                      <a:pt x="9159" y="22482"/>
                    </a:cubicBezTo>
                    <a:cubicBezTo>
                      <a:pt x="5995" y="23148"/>
                      <a:pt x="2665" y="22649"/>
                      <a:pt x="0" y="21483"/>
                    </a:cubicBezTo>
                    <a:cubicBezTo>
                      <a:pt x="3331" y="26812"/>
                      <a:pt x="9992" y="29643"/>
                      <a:pt x="16654" y="27811"/>
                    </a:cubicBezTo>
                    <a:cubicBezTo>
                      <a:pt x="23315" y="25980"/>
                      <a:pt x="27978" y="19651"/>
                      <a:pt x="27645" y="12657"/>
                    </a:cubicBezTo>
                    <a:cubicBezTo>
                      <a:pt x="27145" y="6994"/>
                      <a:pt x="23648" y="2331"/>
                      <a:pt x="18819" y="0"/>
                    </a:cubicBezTo>
                    <a:lnTo>
                      <a:pt x="18819" y="0"/>
                    </a:lnTo>
                    <a:close/>
                  </a:path>
                </a:pathLst>
              </a:custGeom>
              <a:solidFill>
                <a:srgbClr val="92B9FF"/>
              </a:solidFill>
              <a:ln w="16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A9B5B40-91AF-C5F0-562E-C9D155B16BDD}"/>
              </a:ext>
            </a:extLst>
          </p:cNvPr>
          <p:cNvGrpSpPr/>
          <p:nvPr/>
        </p:nvGrpSpPr>
        <p:grpSpPr>
          <a:xfrm>
            <a:off x="136517" y="4488614"/>
            <a:ext cx="7386320" cy="2052314"/>
            <a:chOff x="0" y="4496901"/>
            <a:chExt cx="7386320" cy="2052314"/>
          </a:xfrm>
        </p:grpSpPr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9428C748-15A6-90B7-5887-43BD9874EEA3}"/>
                </a:ext>
              </a:extLst>
            </p:cNvPr>
            <p:cNvGrpSpPr/>
            <p:nvPr/>
          </p:nvGrpSpPr>
          <p:grpSpPr>
            <a:xfrm>
              <a:off x="257475" y="4496901"/>
              <a:ext cx="7128843" cy="677108"/>
              <a:chOff x="257475" y="4634549"/>
              <a:chExt cx="7128843" cy="67710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59C73472-CEB6-E679-6B47-5466273E922F}"/>
                  </a:ext>
                </a:extLst>
              </p:cNvPr>
              <p:cNvSpPr/>
              <p:nvPr/>
            </p:nvSpPr>
            <p:spPr>
              <a:xfrm>
                <a:off x="795832" y="4634549"/>
                <a:ext cx="6590486" cy="6771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3A0F8"/>
                  </a:buClr>
                  <a:buSzPct val="120000"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/>
                  </a:rPr>
                  <a:t>Onva-ll-Isqui: </a:t>
                </a:r>
                <a:endPara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3A0F8"/>
                  </a:buClr>
                  <a:buSzPct val="120000"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/>
                  </a:rPr>
                  <a:t>SAC lectusp elle-ntesque inipsumid orc iport ad apib usviv amu ssusc ipittort. ORE getfelis por ttitorvol utpatcr as ultricies, ligulasedm, agn adictump orta loremi psumdolors.</a:t>
                </a: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</a:endParaRPr>
              </a:p>
            </p:txBody>
          </p:sp>
          <p:pic>
            <p:nvPicPr>
              <p:cNvPr id="262" name="Graphic 261">
                <a:extLst>
                  <a:ext uri="{FF2B5EF4-FFF2-40B4-BE49-F238E27FC236}">
                    <a16:creationId xmlns:a16="http://schemas.microsoft.com/office/drawing/2014/main" id="{CB0E9F67-473F-E4AB-491B-1A3DC2689E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257475" y="4790223"/>
                <a:ext cx="365760" cy="365760"/>
              </a:xfrm>
              <a:prstGeom prst="rect">
                <a:avLst/>
              </a:prstGeom>
            </p:spPr>
          </p:pic>
        </p:grp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1D3FF716-E721-697F-505B-2DD14B0BE0A9}"/>
                </a:ext>
              </a:extLst>
            </p:cNvPr>
            <p:cNvGrpSpPr/>
            <p:nvPr/>
          </p:nvGrpSpPr>
          <p:grpSpPr>
            <a:xfrm>
              <a:off x="257475" y="5276836"/>
              <a:ext cx="7128844" cy="492443"/>
              <a:chOff x="257475" y="5443833"/>
              <a:chExt cx="7128844" cy="492443"/>
            </a:xfrm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E66871F7-B57D-FF03-6E39-63BF5F110AE2}"/>
                  </a:ext>
                </a:extLst>
              </p:cNvPr>
              <p:cNvSpPr/>
              <p:nvPr/>
            </p:nvSpPr>
            <p:spPr>
              <a:xfrm>
                <a:off x="795832" y="5443833"/>
                <a:ext cx="6590487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3A0F8"/>
                  </a:buClr>
                  <a:buSzPct val="120000"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/>
                  </a:rPr>
                  <a:t>Itamet Consectet uradipi: 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3A0F8"/>
                  </a:buClr>
                  <a:buSzPct val="120000"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/>
                  </a:rPr>
                  <a:t>Scinge litsedd oe ius modtemp (OR, INCI, DI, DU) ntut labore etdolore magnaaliq ua Utenim</a:t>
                </a:r>
              </a:p>
            </p:txBody>
          </p:sp>
          <p:sp>
            <p:nvSpPr>
              <p:cNvPr id="260" name="Freeform 57">
                <a:extLst>
                  <a:ext uri="{FF2B5EF4-FFF2-40B4-BE49-F238E27FC236}">
                    <a16:creationId xmlns:a16="http://schemas.microsoft.com/office/drawing/2014/main" id="{0DF35C65-23E8-868B-41CA-8934CA19304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7475" y="5507174"/>
                <a:ext cx="365760" cy="365760"/>
              </a:xfrm>
              <a:custGeom>
                <a:avLst/>
                <a:gdLst>
                  <a:gd name="T0" fmla="*/ 165 w 200"/>
                  <a:gd name="T1" fmla="*/ 24 h 200"/>
                  <a:gd name="T2" fmla="*/ 126 w 200"/>
                  <a:gd name="T3" fmla="*/ 10 h 200"/>
                  <a:gd name="T4" fmla="*/ 0 w 200"/>
                  <a:gd name="T5" fmla="*/ 100 h 200"/>
                  <a:gd name="T6" fmla="*/ 33 w 200"/>
                  <a:gd name="T7" fmla="*/ 200 h 200"/>
                  <a:gd name="T8" fmla="*/ 62 w 200"/>
                  <a:gd name="T9" fmla="*/ 200 h 200"/>
                  <a:gd name="T10" fmla="*/ 74 w 200"/>
                  <a:gd name="T11" fmla="*/ 168 h 200"/>
                  <a:gd name="T12" fmla="*/ 100 w 200"/>
                  <a:gd name="T13" fmla="*/ 171 h 200"/>
                  <a:gd name="T14" fmla="*/ 136 w 200"/>
                  <a:gd name="T15" fmla="*/ 194 h 200"/>
                  <a:gd name="T16" fmla="*/ 88 w 200"/>
                  <a:gd name="T17" fmla="*/ 200 h 200"/>
                  <a:gd name="T18" fmla="*/ 146 w 200"/>
                  <a:gd name="T19" fmla="*/ 200 h 200"/>
                  <a:gd name="T20" fmla="*/ 178 w 200"/>
                  <a:gd name="T21" fmla="*/ 169 h 200"/>
                  <a:gd name="T22" fmla="*/ 177 w 200"/>
                  <a:gd name="T23" fmla="*/ 131 h 200"/>
                  <a:gd name="T24" fmla="*/ 136 w 200"/>
                  <a:gd name="T25" fmla="*/ 144 h 200"/>
                  <a:gd name="T26" fmla="*/ 85 w 200"/>
                  <a:gd name="T27" fmla="*/ 135 h 200"/>
                  <a:gd name="T28" fmla="*/ 76 w 200"/>
                  <a:gd name="T29" fmla="*/ 130 h 200"/>
                  <a:gd name="T30" fmla="*/ 53 w 200"/>
                  <a:gd name="T31" fmla="*/ 58 h 200"/>
                  <a:gd name="T32" fmla="*/ 44 w 200"/>
                  <a:gd name="T33" fmla="*/ 164 h 200"/>
                  <a:gd name="T34" fmla="*/ 42 w 200"/>
                  <a:gd name="T35" fmla="*/ 164 h 200"/>
                  <a:gd name="T36" fmla="*/ 57 w 200"/>
                  <a:gd name="T37" fmla="*/ 138 h 200"/>
                  <a:gd name="T38" fmla="*/ 26 w 200"/>
                  <a:gd name="T39" fmla="*/ 144 h 200"/>
                  <a:gd name="T40" fmla="*/ 61 w 200"/>
                  <a:gd name="T41" fmla="*/ 133 h 200"/>
                  <a:gd name="T42" fmla="*/ 31 w 200"/>
                  <a:gd name="T43" fmla="*/ 133 h 200"/>
                  <a:gd name="T44" fmla="*/ 30 w 200"/>
                  <a:gd name="T45" fmla="*/ 133 h 200"/>
                  <a:gd name="T46" fmla="*/ 7 w 200"/>
                  <a:gd name="T47" fmla="*/ 97 h 200"/>
                  <a:gd name="T48" fmla="*/ 121 w 200"/>
                  <a:gd name="T49" fmla="*/ 118 h 200"/>
                  <a:gd name="T50" fmla="*/ 120 w 200"/>
                  <a:gd name="T51" fmla="*/ 118 h 200"/>
                  <a:gd name="T52" fmla="*/ 109 w 200"/>
                  <a:gd name="T53" fmla="*/ 106 h 200"/>
                  <a:gd name="T54" fmla="*/ 82 w 200"/>
                  <a:gd name="T55" fmla="*/ 118 h 200"/>
                  <a:gd name="T56" fmla="*/ 81 w 200"/>
                  <a:gd name="T57" fmla="*/ 118 h 200"/>
                  <a:gd name="T58" fmla="*/ 80 w 200"/>
                  <a:gd name="T59" fmla="*/ 119 h 200"/>
                  <a:gd name="T60" fmla="*/ 97 w 200"/>
                  <a:gd name="T61" fmla="*/ 55 h 200"/>
                  <a:gd name="T62" fmla="*/ 122 w 200"/>
                  <a:gd name="T63" fmla="*/ 134 h 200"/>
                  <a:gd name="T64" fmla="*/ 153 w 200"/>
                  <a:gd name="T65" fmla="*/ 97 h 200"/>
                  <a:gd name="T66" fmla="*/ 171 w 200"/>
                  <a:gd name="T67" fmla="*/ 133 h 200"/>
                  <a:gd name="T68" fmla="*/ 141 w 200"/>
                  <a:gd name="T69" fmla="*/ 133 h 200"/>
                  <a:gd name="T70" fmla="*/ 140 w 200"/>
                  <a:gd name="T71" fmla="*/ 133 h 200"/>
                  <a:gd name="T72" fmla="*/ 173 w 200"/>
                  <a:gd name="T73" fmla="*/ 146 h 200"/>
                  <a:gd name="T74" fmla="*/ 157 w 200"/>
                  <a:gd name="T75" fmla="*/ 158 h 200"/>
                  <a:gd name="T76" fmla="*/ 157 w 200"/>
                  <a:gd name="T77" fmla="*/ 164 h 200"/>
                  <a:gd name="T78" fmla="*/ 179 w 200"/>
                  <a:gd name="T79" fmla="*/ 50 h 200"/>
                  <a:gd name="T80" fmla="*/ 145 w 200"/>
                  <a:gd name="T81" fmla="*/ 52 h 200"/>
                  <a:gd name="T82" fmla="*/ 49 w 200"/>
                  <a:gd name="T83" fmla="*/ 51 h 200"/>
                  <a:gd name="T84" fmla="*/ 23 w 200"/>
                  <a:gd name="T85" fmla="*/ 131 h 200"/>
                  <a:gd name="T86" fmla="*/ 32 w 200"/>
                  <a:gd name="T87" fmla="*/ 165 h 200"/>
                  <a:gd name="T88" fmla="*/ 18 w 200"/>
                  <a:gd name="T89" fmla="*/ 186 h 200"/>
                  <a:gd name="T90" fmla="*/ 45 w 200"/>
                  <a:gd name="T91" fmla="*/ 177 h 200"/>
                  <a:gd name="T92" fmla="*/ 55 w 200"/>
                  <a:gd name="T93" fmla="*/ 194 h 200"/>
                  <a:gd name="T94" fmla="*/ 62 w 200"/>
                  <a:gd name="T95" fmla="*/ 153 h 200"/>
                  <a:gd name="T96" fmla="*/ 76 w 200"/>
                  <a:gd name="T97" fmla="*/ 104 h 200"/>
                  <a:gd name="T98" fmla="*/ 89 w 200"/>
                  <a:gd name="T99" fmla="*/ 156 h 200"/>
                  <a:gd name="T100" fmla="*/ 102 w 200"/>
                  <a:gd name="T101" fmla="*/ 155 h 200"/>
                  <a:gd name="T102" fmla="*/ 128 w 200"/>
                  <a:gd name="T103" fmla="*/ 162 h 200"/>
                  <a:gd name="T104" fmla="*/ 127 w 200"/>
                  <a:gd name="T105" fmla="*/ 115 h 200"/>
                  <a:gd name="T106" fmla="*/ 130 w 200"/>
                  <a:gd name="T107" fmla="*/ 144 h 200"/>
                  <a:gd name="T108" fmla="*/ 183 w 200"/>
                  <a:gd name="T109" fmla="*/ 194 h 200"/>
                  <a:gd name="T110" fmla="*/ 142 w 200"/>
                  <a:gd name="T111" fmla="*/ 183 h 200"/>
                  <a:gd name="T112" fmla="*/ 158 w 200"/>
                  <a:gd name="T113" fmla="*/ 17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00" h="200">
                    <a:moveTo>
                      <a:pt x="178" y="169"/>
                    </a:moveTo>
                    <a:cubicBezTo>
                      <a:pt x="175" y="167"/>
                      <a:pt x="175" y="167"/>
                      <a:pt x="175" y="167"/>
                    </a:cubicBezTo>
                    <a:cubicBezTo>
                      <a:pt x="191" y="149"/>
                      <a:pt x="200" y="125"/>
                      <a:pt x="200" y="100"/>
                    </a:cubicBezTo>
                    <a:cubicBezTo>
                      <a:pt x="200" y="80"/>
                      <a:pt x="194" y="61"/>
                      <a:pt x="183" y="44"/>
                    </a:cubicBezTo>
                    <a:cubicBezTo>
                      <a:pt x="183" y="44"/>
                      <a:pt x="183" y="44"/>
                      <a:pt x="182" y="44"/>
                    </a:cubicBezTo>
                    <a:cubicBezTo>
                      <a:pt x="177" y="36"/>
                      <a:pt x="172" y="30"/>
                      <a:pt x="165" y="24"/>
                    </a:cubicBezTo>
                    <a:cubicBezTo>
                      <a:pt x="164" y="23"/>
                      <a:pt x="162" y="23"/>
                      <a:pt x="160" y="25"/>
                    </a:cubicBezTo>
                    <a:cubicBezTo>
                      <a:pt x="159" y="26"/>
                      <a:pt x="160" y="28"/>
                      <a:pt x="161" y="29"/>
                    </a:cubicBezTo>
                    <a:cubicBezTo>
                      <a:pt x="166" y="34"/>
                      <a:pt x="171" y="39"/>
                      <a:pt x="175" y="44"/>
                    </a:cubicBezTo>
                    <a:cubicBezTo>
                      <a:pt x="168" y="47"/>
                      <a:pt x="160" y="49"/>
                      <a:pt x="151" y="51"/>
                    </a:cubicBezTo>
                    <a:cubicBezTo>
                      <a:pt x="149" y="43"/>
                      <a:pt x="146" y="37"/>
                      <a:pt x="142" y="30"/>
                    </a:cubicBezTo>
                    <a:cubicBezTo>
                      <a:pt x="138" y="22"/>
                      <a:pt x="132" y="15"/>
                      <a:pt x="126" y="10"/>
                    </a:cubicBezTo>
                    <a:cubicBezTo>
                      <a:pt x="135" y="13"/>
                      <a:pt x="144" y="17"/>
                      <a:pt x="153" y="23"/>
                    </a:cubicBezTo>
                    <a:cubicBezTo>
                      <a:pt x="154" y="24"/>
                      <a:pt x="156" y="23"/>
                      <a:pt x="157" y="22"/>
                    </a:cubicBezTo>
                    <a:cubicBezTo>
                      <a:pt x="158" y="20"/>
                      <a:pt x="158" y="19"/>
                      <a:pt x="156" y="18"/>
                    </a:cubicBezTo>
                    <a:cubicBezTo>
                      <a:pt x="140" y="6"/>
                      <a:pt x="120" y="0"/>
                      <a:pt x="100" y="0"/>
                    </a:cubicBezTo>
                    <a:cubicBezTo>
                      <a:pt x="73" y="0"/>
                      <a:pt x="48" y="11"/>
                      <a:pt x="29" y="30"/>
                    </a:cubicBezTo>
                    <a:cubicBezTo>
                      <a:pt x="11" y="49"/>
                      <a:pt x="0" y="74"/>
                      <a:pt x="0" y="100"/>
                    </a:cubicBezTo>
                    <a:cubicBezTo>
                      <a:pt x="0" y="125"/>
                      <a:pt x="9" y="149"/>
                      <a:pt x="26" y="167"/>
                    </a:cubicBezTo>
                    <a:cubicBezTo>
                      <a:pt x="23" y="169"/>
                      <a:pt x="23" y="169"/>
                      <a:pt x="23" y="169"/>
                    </a:cubicBezTo>
                    <a:cubicBezTo>
                      <a:pt x="21" y="169"/>
                      <a:pt x="11" y="173"/>
                      <a:pt x="11" y="186"/>
                    </a:cubicBezTo>
                    <a:cubicBezTo>
                      <a:pt x="11" y="197"/>
                      <a:pt x="11" y="197"/>
                      <a:pt x="11" y="197"/>
                    </a:cubicBezTo>
                    <a:cubicBezTo>
                      <a:pt x="11" y="199"/>
                      <a:pt x="13" y="200"/>
                      <a:pt x="14" y="200"/>
                    </a:cubicBezTo>
                    <a:cubicBezTo>
                      <a:pt x="33" y="200"/>
                      <a:pt x="33" y="200"/>
                      <a:pt x="33" y="200"/>
                    </a:cubicBezTo>
                    <a:cubicBezTo>
                      <a:pt x="35" y="200"/>
                      <a:pt x="35" y="200"/>
                      <a:pt x="35" y="200"/>
                    </a:cubicBezTo>
                    <a:cubicBezTo>
                      <a:pt x="39" y="200"/>
                      <a:pt x="39" y="200"/>
                      <a:pt x="39" y="200"/>
                    </a:cubicBezTo>
                    <a:cubicBezTo>
                      <a:pt x="55" y="200"/>
                      <a:pt x="55" y="200"/>
                      <a:pt x="55" y="200"/>
                    </a:cubicBezTo>
                    <a:cubicBezTo>
                      <a:pt x="61" y="200"/>
                      <a:pt x="61" y="200"/>
                      <a:pt x="61" y="200"/>
                    </a:cubicBezTo>
                    <a:cubicBezTo>
                      <a:pt x="61" y="200"/>
                      <a:pt x="61" y="200"/>
                      <a:pt x="61" y="200"/>
                    </a:cubicBezTo>
                    <a:cubicBezTo>
                      <a:pt x="61" y="200"/>
                      <a:pt x="62" y="200"/>
                      <a:pt x="62" y="200"/>
                    </a:cubicBezTo>
                    <a:cubicBezTo>
                      <a:pt x="75" y="200"/>
                      <a:pt x="75" y="200"/>
                      <a:pt x="75" y="200"/>
                    </a:cubicBezTo>
                    <a:cubicBezTo>
                      <a:pt x="76" y="200"/>
                      <a:pt x="78" y="199"/>
                      <a:pt x="78" y="197"/>
                    </a:cubicBezTo>
                    <a:cubicBezTo>
                      <a:pt x="78" y="196"/>
                      <a:pt x="76" y="194"/>
                      <a:pt x="75" y="194"/>
                    </a:cubicBezTo>
                    <a:cubicBezTo>
                      <a:pt x="65" y="194"/>
                      <a:pt x="65" y="194"/>
                      <a:pt x="65" y="194"/>
                    </a:cubicBezTo>
                    <a:cubicBezTo>
                      <a:pt x="65" y="183"/>
                      <a:pt x="65" y="183"/>
                      <a:pt x="65" y="183"/>
                    </a:cubicBezTo>
                    <a:cubicBezTo>
                      <a:pt x="65" y="172"/>
                      <a:pt x="74" y="168"/>
                      <a:pt x="74" y="168"/>
                    </a:cubicBezTo>
                    <a:cubicBezTo>
                      <a:pt x="74" y="168"/>
                      <a:pt x="74" y="168"/>
                      <a:pt x="75" y="168"/>
                    </a:cubicBezTo>
                    <a:cubicBezTo>
                      <a:pt x="90" y="162"/>
                      <a:pt x="90" y="162"/>
                      <a:pt x="90" y="162"/>
                    </a:cubicBezTo>
                    <a:cubicBezTo>
                      <a:pt x="90" y="162"/>
                      <a:pt x="90" y="162"/>
                      <a:pt x="90" y="162"/>
                    </a:cubicBezTo>
                    <a:cubicBezTo>
                      <a:pt x="98" y="170"/>
                      <a:pt x="98" y="170"/>
                      <a:pt x="98" y="170"/>
                    </a:cubicBezTo>
                    <a:cubicBezTo>
                      <a:pt x="99" y="171"/>
                      <a:pt x="100" y="171"/>
                      <a:pt x="100" y="171"/>
                    </a:cubicBezTo>
                    <a:cubicBezTo>
                      <a:pt x="100" y="171"/>
                      <a:pt x="100" y="171"/>
                      <a:pt x="100" y="171"/>
                    </a:cubicBezTo>
                    <a:cubicBezTo>
                      <a:pt x="101" y="171"/>
                      <a:pt x="102" y="171"/>
                      <a:pt x="103" y="170"/>
                    </a:cubicBezTo>
                    <a:cubicBezTo>
                      <a:pt x="110" y="162"/>
                      <a:pt x="110" y="162"/>
                      <a:pt x="110" y="162"/>
                    </a:cubicBezTo>
                    <a:cubicBezTo>
                      <a:pt x="126" y="168"/>
                      <a:pt x="126" y="168"/>
                      <a:pt x="126" y="168"/>
                    </a:cubicBezTo>
                    <a:cubicBezTo>
                      <a:pt x="126" y="168"/>
                      <a:pt x="126" y="168"/>
                      <a:pt x="126" y="168"/>
                    </a:cubicBezTo>
                    <a:cubicBezTo>
                      <a:pt x="126" y="168"/>
                      <a:pt x="136" y="172"/>
                      <a:pt x="136" y="183"/>
                    </a:cubicBezTo>
                    <a:cubicBezTo>
                      <a:pt x="136" y="194"/>
                      <a:pt x="136" y="194"/>
                      <a:pt x="136" y="194"/>
                    </a:cubicBezTo>
                    <a:cubicBezTo>
                      <a:pt x="112" y="194"/>
                      <a:pt x="112" y="194"/>
                      <a:pt x="112" y="194"/>
                    </a:cubicBezTo>
                    <a:cubicBezTo>
                      <a:pt x="88" y="194"/>
                      <a:pt x="88" y="194"/>
                      <a:pt x="88" y="194"/>
                    </a:cubicBezTo>
                    <a:cubicBezTo>
                      <a:pt x="84" y="194"/>
                      <a:pt x="84" y="194"/>
                      <a:pt x="84" y="194"/>
                    </a:cubicBezTo>
                    <a:cubicBezTo>
                      <a:pt x="83" y="194"/>
                      <a:pt x="81" y="196"/>
                      <a:pt x="81" y="197"/>
                    </a:cubicBezTo>
                    <a:cubicBezTo>
                      <a:pt x="81" y="199"/>
                      <a:pt x="83" y="200"/>
                      <a:pt x="84" y="200"/>
                    </a:cubicBezTo>
                    <a:cubicBezTo>
                      <a:pt x="88" y="200"/>
                      <a:pt x="88" y="200"/>
                      <a:pt x="88" y="200"/>
                    </a:cubicBezTo>
                    <a:cubicBezTo>
                      <a:pt x="112" y="200"/>
                      <a:pt x="112" y="200"/>
                      <a:pt x="112" y="200"/>
                    </a:cubicBezTo>
                    <a:cubicBezTo>
                      <a:pt x="139" y="200"/>
                      <a:pt x="139" y="200"/>
                      <a:pt x="139" y="200"/>
                    </a:cubicBezTo>
                    <a:cubicBezTo>
                      <a:pt x="139" y="200"/>
                      <a:pt x="139" y="200"/>
                      <a:pt x="139" y="200"/>
                    </a:cubicBezTo>
                    <a:cubicBezTo>
                      <a:pt x="139" y="200"/>
                      <a:pt x="139" y="200"/>
                      <a:pt x="139" y="200"/>
                    </a:cubicBezTo>
                    <a:cubicBezTo>
                      <a:pt x="143" y="200"/>
                      <a:pt x="143" y="200"/>
                      <a:pt x="143" y="200"/>
                    </a:cubicBezTo>
                    <a:cubicBezTo>
                      <a:pt x="146" y="200"/>
                      <a:pt x="146" y="200"/>
                      <a:pt x="146" y="200"/>
                    </a:cubicBezTo>
                    <a:cubicBezTo>
                      <a:pt x="149" y="200"/>
                      <a:pt x="149" y="200"/>
                      <a:pt x="149" y="200"/>
                    </a:cubicBezTo>
                    <a:cubicBezTo>
                      <a:pt x="165" y="200"/>
                      <a:pt x="165" y="200"/>
                      <a:pt x="165" y="200"/>
                    </a:cubicBezTo>
                    <a:cubicBezTo>
                      <a:pt x="186" y="200"/>
                      <a:pt x="186" y="200"/>
                      <a:pt x="186" y="200"/>
                    </a:cubicBezTo>
                    <a:cubicBezTo>
                      <a:pt x="188" y="200"/>
                      <a:pt x="189" y="199"/>
                      <a:pt x="189" y="197"/>
                    </a:cubicBezTo>
                    <a:cubicBezTo>
                      <a:pt x="189" y="186"/>
                      <a:pt x="189" y="186"/>
                      <a:pt x="189" y="186"/>
                    </a:cubicBezTo>
                    <a:cubicBezTo>
                      <a:pt x="189" y="173"/>
                      <a:pt x="179" y="169"/>
                      <a:pt x="178" y="169"/>
                    </a:cubicBezTo>
                    <a:close/>
                    <a:moveTo>
                      <a:pt x="165" y="164"/>
                    </a:moveTo>
                    <a:cubicBezTo>
                      <a:pt x="165" y="162"/>
                      <a:pt x="165" y="162"/>
                      <a:pt x="165" y="162"/>
                    </a:cubicBezTo>
                    <a:cubicBezTo>
                      <a:pt x="169" y="160"/>
                      <a:pt x="171" y="156"/>
                      <a:pt x="173" y="153"/>
                    </a:cubicBezTo>
                    <a:cubicBezTo>
                      <a:pt x="177" y="152"/>
                      <a:pt x="181" y="148"/>
                      <a:pt x="181" y="144"/>
                    </a:cubicBezTo>
                    <a:cubicBezTo>
                      <a:pt x="181" y="141"/>
                      <a:pt x="179" y="138"/>
                      <a:pt x="177" y="137"/>
                    </a:cubicBezTo>
                    <a:cubicBezTo>
                      <a:pt x="177" y="131"/>
                      <a:pt x="177" y="131"/>
                      <a:pt x="177" y="131"/>
                    </a:cubicBezTo>
                    <a:cubicBezTo>
                      <a:pt x="177" y="120"/>
                      <a:pt x="169" y="111"/>
                      <a:pt x="159" y="110"/>
                    </a:cubicBezTo>
                    <a:cubicBezTo>
                      <a:pt x="159" y="108"/>
                      <a:pt x="159" y="106"/>
                      <a:pt x="159" y="104"/>
                    </a:cubicBezTo>
                    <a:cubicBezTo>
                      <a:pt x="194" y="104"/>
                      <a:pt x="194" y="104"/>
                      <a:pt x="194" y="104"/>
                    </a:cubicBezTo>
                    <a:cubicBezTo>
                      <a:pt x="193" y="126"/>
                      <a:pt x="184" y="148"/>
                      <a:pt x="168" y="165"/>
                    </a:cubicBezTo>
                    <a:lnTo>
                      <a:pt x="165" y="164"/>
                    </a:lnTo>
                    <a:close/>
                    <a:moveTo>
                      <a:pt x="136" y="144"/>
                    </a:moveTo>
                    <a:cubicBezTo>
                      <a:pt x="136" y="143"/>
                      <a:pt x="137" y="142"/>
                      <a:pt x="138" y="142"/>
                    </a:cubicBezTo>
                    <a:cubicBezTo>
                      <a:pt x="138" y="146"/>
                      <a:pt x="138" y="146"/>
                      <a:pt x="138" y="146"/>
                    </a:cubicBezTo>
                    <a:cubicBezTo>
                      <a:pt x="137" y="145"/>
                      <a:pt x="136" y="145"/>
                      <a:pt x="136" y="144"/>
                    </a:cubicBezTo>
                    <a:close/>
                    <a:moveTo>
                      <a:pt x="102" y="149"/>
                    </a:moveTo>
                    <a:cubicBezTo>
                      <a:pt x="99" y="149"/>
                      <a:pt x="99" y="149"/>
                      <a:pt x="99" y="149"/>
                    </a:cubicBezTo>
                    <a:cubicBezTo>
                      <a:pt x="91" y="149"/>
                      <a:pt x="85" y="142"/>
                      <a:pt x="85" y="135"/>
                    </a:cubicBezTo>
                    <a:cubicBezTo>
                      <a:pt x="85" y="124"/>
                      <a:pt x="85" y="124"/>
                      <a:pt x="85" y="124"/>
                    </a:cubicBezTo>
                    <a:cubicBezTo>
                      <a:pt x="90" y="123"/>
                      <a:pt x="100" y="122"/>
                      <a:pt x="107" y="115"/>
                    </a:cubicBezTo>
                    <a:cubicBezTo>
                      <a:pt x="109" y="118"/>
                      <a:pt x="112" y="121"/>
                      <a:pt x="116" y="123"/>
                    </a:cubicBezTo>
                    <a:cubicBezTo>
                      <a:pt x="116" y="135"/>
                      <a:pt x="116" y="135"/>
                      <a:pt x="116" y="135"/>
                    </a:cubicBezTo>
                    <a:cubicBezTo>
                      <a:pt x="116" y="142"/>
                      <a:pt x="110" y="149"/>
                      <a:pt x="102" y="149"/>
                    </a:cubicBezTo>
                    <a:close/>
                    <a:moveTo>
                      <a:pt x="76" y="130"/>
                    </a:moveTo>
                    <a:cubicBezTo>
                      <a:pt x="76" y="128"/>
                      <a:pt x="77" y="127"/>
                      <a:pt x="79" y="126"/>
                    </a:cubicBezTo>
                    <a:cubicBezTo>
                      <a:pt x="79" y="134"/>
                      <a:pt x="79" y="134"/>
                      <a:pt x="79" y="134"/>
                    </a:cubicBezTo>
                    <a:cubicBezTo>
                      <a:pt x="77" y="134"/>
                      <a:pt x="76" y="132"/>
                      <a:pt x="76" y="130"/>
                    </a:cubicBezTo>
                    <a:close/>
                    <a:moveTo>
                      <a:pt x="80" y="97"/>
                    </a:moveTo>
                    <a:cubicBezTo>
                      <a:pt x="48" y="97"/>
                      <a:pt x="48" y="97"/>
                      <a:pt x="48" y="97"/>
                    </a:cubicBezTo>
                    <a:cubicBezTo>
                      <a:pt x="48" y="83"/>
                      <a:pt x="50" y="70"/>
                      <a:pt x="53" y="58"/>
                    </a:cubicBezTo>
                    <a:cubicBezTo>
                      <a:pt x="67" y="60"/>
                      <a:pt x="82" y="62"/>
                      <a:pt x="97" y="62"/>
                    </a:cubicBezTo>
                    <a:cubicBezTo>
                      <a:pt x="97" y="89"/>
                      <a:pt x="97" y="89"/>
                      <a:pt x="97" y="89"/>
                    </a:cubicBezTo>
                    <a:cubicBezTo>
                      <a:pt x="90" y="90"/>
                      <a:pt x="84" y="93"/>
                      <a:pt x="80" y="97"/>
                    </a:cubicBezTo>
                    <a:cubicBezTo>
                      <a:pt x="80" y="97"/>
                      <a:pt x="80" y="97"/>
                      <a:pt x="80" y="97"/>
                    </a:cubicBezTo>
                    <a:close/>
                    <a:moveTo>
                      <a:pt x="42" y="164"/>
                    </a:moveTo>
                    <a:cubicBezTo>
                      <a:pt x="43" y="164"/>
                      <a:pt x="43" y="164"/>
                      <a:pt x="44" y="164"/>
                    </a:cubicBezTo>
                    <a:cubicBezTo>
                      <a:pt x="47" y="164"/>
                      <a:pt x="47" y="164"/>
                      <a:pt x="47" y="164"/>
                    </a:cubicBezTo>
                    <a:cubicBezTo>
                      <a:pt x="47" y="164"/>
                      <a:pt x="48" y="164"/>
                      <a:pt x="49" y="164"/>
                    </a:cubicBezTo>
                    <a:cubicBezTo>
                      <a:pt x="49" y="166"/>
                      <a:pt x="49" y="166"/>
                      <a:pt x="49" y="166"/>
                    </a:cubicBezTo>
                    <a:cubicBezTo>
                      <a:pt x="45" y="169"/>
                      <a:pt x="45" y="169"/>
                      <a:pt x="45" y="169"/>
                    </a:cubicBezTo>
                    <a:cubicBezTo>
                      <a:pt x="42" y="166"/>
                      <a:pt x="42" y="166"/>
                      <a:pt x="42" y="166"/>
                    </a:cubicBezTo>
                    <a:cubicBezTo>
                      <a:pt x="42" y="164"/>
                      <a:pt x="42" y="164"/>
                      <a:pt x="42" y="164"/>
                    </a:cubicBezTo>
                    <a:close/>
                    <a:moveTo>
                      <a:pt x="47" y="158"/>
                    </a:moveTo>
                    <a:cubicBezTo>
                      <a:pt x="44" y="158"/>
                      <a:pt x="44" y="158"/>
                      <a:pt x="44" y="158"/>
                    </a:cubicBezTo>
                    <a:cubicBezTo>
                      <a:pt x="38" y="158"/>
                      <a:pt x="34" y="153"/>
                      <a:pt x="34" y="148"/>
                    </a:cubicBezTo>
                    <a:cubicBezTo>
                      <a:pt x="34" y="139"/>
                      <a:pt x="34" y="139"/>
                      <a:pt x="34" y="139"/>
                    </a:cubicBezTo>
                    <a:cubicBezTo>
                      <a:pt x="38" y="139"/>
                      <a:pt x="45" y="137"/>
                      <a:pt x="51" y="133"/>
                    </a:cubicBezTo>
                    <a:cubicBezTo>
                      <a:pt x="52" y="135"/>
                      <a:pt x="54" y="137"/>
                      <a:pt x="57" y="138"/>
                    </a:cubicBezTo>
                    <a:cubicBezTo>
                      <a:pt x="57" y="148"/>
                      <a:pt x="57" y="148"/>
                      <a:pt x="57" y="148"/>
                    </a:cubicBezTo>
                    <a:cubicBezTo>
                      <a:pt x="57" y="153"/>
                      <a:pt x="52" y="158"/>
                      <a:pt x="47" y="158"/>
                    </a:cubicBezTo>
                    <a:close/>
                    <a:moveTo>
                      <a:pt x="26" y="144"/>
                    </a:moveTo>
                    <a:cubicBezTo>
                      <a:pt x="26" y="143"/>
                      <a:pt x="27" y="142"/>
                      <a:pt x="27" y="142"/>
                    </a:cubicBezTo>
                    <a:cubicBezTo>
                      <a:pt x="27" y="146"/>
                      <a:pt x="27" y="146"/>
                      <a:pt x="27" y="146"/>
                    </a:cubicBezTo>
                    <a:cubicBezTo>
                      <a:pt x="27" y="145"/>
                      <a:pt x="26" y="145"/>
                      <a:pt x="26" y="144"/>
                    </a:cubicBezTo>
                    <a:close/>
                    <a:moveTo>
                      <a:pt x="63" y="142"/>
                    </a:moveTo>
                    <a:cubicBezTo>
                      <a:pt x="64" y="142"/>
                      <a:pt x="64" y="143"/>
                      <a:pt x="64" y="144"/>
                    </a:cubicBezTo>
                    <a:cubicBezTo>
                      <a:pt x="64" y="145"/>
                      <a:pt x="64" y="145"/>
                      <a:pt x="63" y="146"/>
                    </a:cubicBezTo>
                    <a:lnTo>
                      <a:pt x="63" y="142"/>
                    </a:lnTo>
                    <a:close/>
                    <a:moveTo>
                      <a:pt x="61" y="133"/>
                    </a:moveTo>
                    <a:cubicBezTo>
                      <a:pt x="61" y="133"/>
                      <a:pt x="61" y="133"/>
                      <a:pt x="61" y="133"/>
                    </a:cubicBezTo>
                    <a:cubicBezTo>
                      <a:pt x="61" y="133"/>
                      <a:pt x="61" y="133"/>
                      <a:pt x="61" y="133"/>
                    </a:cubicBezTo>
                    <a:cubicBezTo>
                      <a:pt x="56" y="132"/>
                      <a:pt x="55" y="126"/>
                      <a:pt x="55" y="126"/>
                    </a:cubicBezTo>
                    <a:cubicBezTo>
                      <a:pt x="55" y="125"/>
                      <a:pt x="54" y="124"/>
                      <a:pt x="52" y="124"/>
                    </a:cubicBezTo>
                    <a:cubicBezTo>
                      <a:pt x="51" y="124"/>
                      <a:pt x="50" y="124"/>
                      <a:pt x="49" y="125"/>
                    </a:cubicBezTo>
                    <a:cubicBezTo>
                      <a:pt x="43" y="133"/>
                      <a:pt x="31" y="133"/>
                      <a:pt x="31" y="133"/>
                    </a:cubicBezTo>
                    <a:cubicBezTo>
                      <a:pt x="31" y="133"/>
                      <a:pt x="31" y="133"/>
                      <a:pt x="31" y="13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30" y="131"/>
                      <a:pt x="30" y="131"/>
                      <a:pt x="30" y="131"/>
                    </a:cubicBezTo>
                    <a:cubicBezTo>
                      <a:pt x="30" y="123"/>
                      <a:pt x="36" y="116"/>
                      <a:pt x="45" y="116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54" y="116"/>
                      <a:pt x="61" y="123"/>
                      <a:pt x="61" y="131"/>
                    </a:cubicBezTo>
                    <a:cubicBezTo>
                      <a:pt x="61" y="133"/>
                      <a:pt x="61" y="133"/>
                      <a:pt x="61" y="133"/>
                    </a:cubicBezTo>
                    <a:close/>
                    <a:moveTo>
                      <a:pt x="7" y="97"/>
                    </a:moveTo>
                    <a:cubicBezTo>
                      <a:pt x="7" y="80"/>
                      <a:pt x="13" y="63"/>
                      <a:pt x="22" y="50"/>
                    </a:cubicBezTo>
                    <a:cubicBezTo>
                      <a:pt x="29" y="53"/>
                      <a:pt x="37" y="55"/>
                      <a:pt x="47" y="57"/>
                    </a:cubicBezTo>
                    <a:cubicBezTo>
                      <a:pt x="43" y="69"/>
                      <a:pt x="41" y="83"/>
                      <a:pt x="41" y="97"/>
                    </a:cubicBezTo>
                    <a:lnTo>
                      <a:pt x="7" y="97"/>
                    </a:lnTo>
                    <a:close/>
                    <a:moveTo>
                      <a:pt x="121" y="115"/>
                    </a:moveTo>
                    <a:cubicBezTo>
                      <a:pt x="121" y="118"/>
                      <a:pt x="121" y="118"/>
                      <a:pt x="121" y="118"/>
                    </a:cubicBezTo>
                    <a:cubicBezTo>
                      <a:pt x="121" y="118"/>
                      <a:pt x="121" y="118"/>
                      <a:pt x="121" y="118"/>
                    </a:cubicBezTo>
                    <a:cubicBezTo>
                      <a:pt x="121" y="118"/>
                      <a:pt x="121" y="118"/>
                      <a:pt x="121" y="118"/>
                    </a:cubicBezTo>
                    <a:cubicBezTo>
                      <a:pt x="121" y="118"/>
                      <a:pt x="121" y="118"/>
                      <a:pt x="121" y="118"/>
                    </a:cubicBezTo>
                    <a:cubicBezTo>
                      <a:pt x="120" y="118"/>
                      <a:pt x="120" y="118"/>
                      <a:pt x="120" y="118"/>
                    </a:cubicBezTo>
                    <a:cubicBezTo>
                      <a:pt x="120" y="118"/>
                      <a:pt x="120" y="118"/>
                      <a:pt x="120" y="118"/>
                    </a:cubicBezTo>
                    <a:cubicBezTo>
                      <a:pt x="120" y="118"/>
                      <a:pt x="120" y="118"/>
                      <a:pt x="120" y="118"/>
                    </a:cubicBezTo>
                    <a:cubicBezTo>
                      <a:pt x="120" y="118"/>
                      <a:pt x="120" y="118"/>
                      <a:pt x="120" y="118"/>
                    </a:cubicBezTo>
                    <a:cubicBezTo>
                      <a:pt x="120" y="118"/>
                      <a:pt x="120" y="118"/>
                      <a:pt x="120" y="118"/>
                    </a:cubicBezTo>
                    <a:cubicBezTo>
                      <a:pt x="120" y="118"/>
                      <a:pt x="120" y="118"/>
                      <a:pt x="120" y="118"/>
                    </a:cubicBezTo>
                    <a:cubicBezTo>
                      <a:pt x="120" y="118"/>
                      <a:pt x="120" y="118"/>
                      <a:pt x="120" y="118"/>
                    </a:cubicBezTo>
                    <a:cubicBezTo>
                      <a:pt x="114" y="116"/>
                      <a:pt x="112" y="109"/>
                      <a:pt x="112" y="109"/>
                    </a:cubicBezTo>
                    <a:cubicBezTo>
                      <a:pt x="111" y="107"/>
                      <a:pt x="110" y="106"/>
                      <a:pt x="109" y="106"/>
                    </a:cubicBezTo>
                    <a:cubicBezTo>
                      <a:pt x="108" y="106"/>
                      <a:pt x="107" y="106"/>
                      <a:pt x="106" y="107"/>
                    </a:cubicBezTo>
                    <a:cubicBezTo>
                      <a:pt x="99" y="118"/>
                      <a:pt x="82" y="118"/>
                      <a:pt x="82" y="118"/>
                    </a:cubicBezTo>
                    <a:cubicBezTo>
                      <a:pt x="82" y="118"/>
                      <a:pt x="82" y="118"/>
                      <a:pt x="82" y="118"/>
                    </a:cubicBezTo>
                    <a:cubicBezTo>
                      <a:pt x="82" y="118"/>
                      <a:pt x="82" y="118"/>
                      <a:pt x="82" y="118"/>
                    </a:cubicBezTo>
                    <a:cubicBezTo>
                      <a:pt x="82" y="118"/>
                      <a:pt x="82" y="118"/>
                      <a:pt x="82" y="118"/>
                    </a:cubicBezTo>
                    <a:cubicBezTo>
                      <a:pt x="82" y="118"/>
                      <a:pt x="82" y="118"/>
                      <a:pt x="82" y="118"/>
                    </a:cubicBezTo>
                    <a:cubicBezTo>
                      <a:pt x="82" y="118"/>
                      <a:pt x="81" y="118"/>
                      <a:pt x="81" y="118"/>
                    </a:cubicBezTo>
                    <a:cubicBezTo>
                      <a:pt x="81" y="118"/>
                      <a:pt x="81" y="118"/>
                      <a:pt x="81" y="118"/>
                    </a:cubicBezTo>
                    <a:cubicBezTo>
                      <a:pt x="81" y="118"/>
                      <a:pt x="81" y="118"/>
                      <a:pt x="81" y="118"/>
                    </a:cubicBezTo>
                    <a:cubicBezTo>
                      <a:pt x="81" y="118"/>
                      <a:pt x="81" y="118"/>
                      <a:pt x="81" y="118"/>
                    </a:cubicBezTo>
                    <a:cubicBezTo>
                      <a:pt x="81" y="118"/>
                      <a:pt x="81" y="118"/>
                      <a:pt x="81" y="118"/>
                    </a:cubicBezTo>
                    <a:cubicBezTo>
                      <a:pt x="81" y="118"/>
                      <a:pt x="81" y="118"/>
                      <a:pt x="81" y="118"/>
                    </a:cubicBezTo>
                    <a:cubicBezTo>
                      <a:pt x="81" y="118"/>
                      <a:pt x="81" y="118"/>
                      <a:pt x="81" y="118"/>
                    </a:cubicBezTo>
                    <a:cubicBezTo>
                      <a:pt x="80" y="118"/>
                      <a:pt x="80" y="118"/>
                      <a:pt x="80" y="118"/>
                    </a:cubicBezTo>
                    <a:cubicBezTo>
                      <a:pt x="80" y="118"/>
                      <a:pt x="80" y="118"/>
                      <a:pt x="80" y="118"/>
                    </a:cubicBezTo>
                    <a:cubicBezTo>
                      <a:pt x="80" y="118"/>
                      <a:pt x="80" y="118"/>
                      <a:pt x="80" y="118"/>
                    </a:cubicBezTo>
                    <a:cubicBezTo>
                      <a:pt x="80" y="118"/>
                      <a:pt x="80" y="118"/>
                      <a:pt x="80" y="118"/>
                    </a:cubicBezTo>
                    <a:cubicBezTo>
                      <a:pt x="80" y="119"/>
                      <a:pt x="80" y="119"/>
                      <a:pt x="80" y="119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80" y="104"/>
                      <a:pt x="89" y="95"/>
                      <a:pt x="99" y="95"/>
                    </a:cubicBezTo>
                    <a:cubicBezTo>
                      <a:pt x="101" y="95"/>
                      <a:pt x="101" y="95"/>
                      <a:pt x="101" y="95"/>
                    </a:cubicBezTo>
                    <a:cubicBezTo>
                      <a:pt x="112" y="95"/>
                      <a:pt x="121" y="104"/>
                      <a:pt x="121" y="115"/>
                    </a:cubicBezTo>
                    <a:close/>
                    <a:moveTo>
                      <a:pt x="97" y="7"/>
                    </a:moveTo>
                    <a:cubicBezTo>
                      <a:pt x="97" y="55"/>
                      <a:pt x="97" y="55"/>
                      <a:pt x="97" y="55"/>
                    </a:cubicBezTo>
                    <a:cubicBezTo>
                      <a:pt x="82" y="55"/>
                      <a:pt x="68" y="54"/>
                      <a:pt x="55" y="52"/>
                    </a:cubicBezTo>
                    <a:cubicBezTo>
                      <a:pt x="57" y="45"/>
                      <a:pt x="60" y="39"/>
                      <a:pt x="63" y="34"/>
                    </a:cubicBezTo>
                    <a:cubicBezTo>
                      <a:pt x="73" y="18"/>
                      <a:pt x="84" y="8"/>
                      <a:pt x="97" y="7"/>
                    </a:cubicBezTo>
                    <a:close/>
                    <a:moveTo>
                      <a:pt x="122" y="126"/>
                    </a:moveTo>
                    <a:cubicBezTo>
                      <a:pt x="124" y="127"/>
                      <a:pt x="125" y="128"/>
                      <a:pt x="125" y="130"/>
                    </a:cubicBezTo>
                    <a:cubicBezTo>
                      <a:pt x="125" y="132"/>
                      <a:pt x="124" y="134"/>
                      <a:pt x="122" y="134"/>
                    </a:cubicBezTo>
                    <a:lnTo>
                      <a:pt x="122" y="126"/>
                    </a:lnTo>
                    <a:close/>
                    <a:moveTo>
                      <a:pt x="120" y="97"/>
                    </a:moveTo>
                    <a:cubicBezTo>
                      <a:pt x="116" y="93"/>
                      <a:pt x="110" y="89"/>
                      <a:pt x="103" y="89"/>
                    </a:cubicBezTo>
                    <a:cubicBezTo>
                      <a:pt x="103" y="62"/>
                      <a:pt x="103" y="62"/>
                      <a:pt x="103" y="62"/>
                    </a:cubicBezTo>
                    <a:cubicBezTo>
                      <a:pt x="119" y="62"/>
                      <a:pt x="134" y="60"/>
                      <a:pt x="147" y="58"/>
                    </a:cubicBezTo>
                    <a:cubicBezTo>
                      <a:pt x="151" y="70"/>
                      <a:pt x="153" y="83"/>
                      <a:pt x="153" y="97"/>
                    </a:cubicBezTo>
                    <a:cubicBezTo>
                      <a:pt x="120" y="97"/>
                      <a:pt x="120" y="97"/>
                      <a:pt x="120" y="97"/>
                    </a:cubicBezTo>
                    <a:cubicBezTo>
                      <a:pt x="120" y="97"/>
                      <a:pt x="120" y="97"/>
                      <a:pt x="120" y="97"/>
                    </a:cubicBezTo>
                    <a:close/>
                    <a:moveTo>
                      <a:pt x="155" y="116"/>
                    </a:moveTo>
                    <a:cubicBezTo>
                      <a:pt x="156" y="116"/>
                      <a:pt x="156" y="116"/>
                      <a:pt x="156" y="116"/>
                    </a:cubicBezTo>
                    <a:cubicBezTo>
                      <a:pt x="164" y="116"/>
                      <a:pt x="171" y="123"/>
                      <a:pt x="171" y="131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66" y="132"/>
                      <a:pt x="165" y="126"/>
                      <a:pt x="165" y="126"/>
                    </a:cubicBezTo>
                    <a:cubicBezTo>
                      <a:pt x="165" y="125"/>
                      <a:pt x="164" y="124"/>
                      <a:pt x="163" y="124"/>
                    </a:cubicBezTo>
                    <a:cubicBezTo>
                      <a:pt x="161" y="124"/>
                      <a:pt x="160" y="124"/>
                      <a:pt x="159" y="125"/>
                    </a:cubicBezTo>
                    <a:cubicBezTo>
                      <a:pt x="154" y="133"/>
                      <a:pt x="141" y="133"/>
                      <a:pt x="141" y="133"/>
                    </a:cubicBezTo>
                    <a:cubicBezTo>
                      <a:pt x="141" y="133"/>
                      <a:pt x="141" y="133"/>
                      <a:pt x="141" y="133"/>
                    </a:cubicBezTo>
                    <a:cubicBezTo>
                      <a:pt x="141" y="133"/>
                      <a:pt x="141" y="133"/>
                      <a:pt x="140" y="133"/>
                    </a:cubicBezTo>
                    <a:cubicBezTo>
                      <a:pt x="140" y="133"/>
                      <a:pt x="140" y="133"/>
                      <a:pt x="140" y="133"/>
                    </a:cubicBezTo>
                    <a:cubicBezTo>
                      <a:pt x="140" y="133"/>
                      <a:pt x="140" y="133"/>
                      <a:pt x="140" y="133"/>
                    </a:cubicBezTo>
                    <a:cubicBezTo>
                      <a:pt x="140" y="133"/>
                      <a:pt x="140" y="133"/>
                      <a:pt x="140" y="133"/>
                    </a:cubicBezTo>
                    <a:cubicBezTo>
                      <a:pt x="140" y="133"/>
                      <a:pt x="140" y="133"/>
                      <a:pt x="140" y="133"/>
                    </a:cubicBezTo>
                    <a:cubicBezTo>
                      <a:pt x="140" y="133"/>
                      <a:pt x="140" y="133"/>
                      <a:pt x="140" y="133"/>
                    </a:cubicBez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0" y="123"/>
                      <a:pt x="146" y="116"/>
                      <a:pt x="155" y="116"/>
                    </a:cubicBezTo>
                    <a:close/>
                    <a:moveTo>
                      <a:pt x="173" y="142"/>
                    </a:moveTo>
                    <a:cubicBezTo>
                      <a:pt x="174" y="142"/>
                      <a:pt x="174" y="143"/>
                      <a:pt x="174" y="144"/>
                    </a:cubicBezTo>
                    <a:cubicBezTo>
                      <a:pt x="174" y="145"/>
                      <a:pt x="174" y="145"/>
                      <a:pt x="173" y="146"/>
                    </a:cubicBezTo>
                    <a:lnTo>
                      <a:pt x="173" y="142"/>
                    </a:lnTo>
                    <a:close/>
                    <a:moveTo>
                      <a:pt x="144" y="139"/>
                    </a:moveTo>
                    <a:cubicBezTo>
                      <a:pt x="148" y="139"/>
                      <a:pt x="155" y="137"/>
                      <a:pt x="161" y="133"/>
                    </a:cubicBezTo>
                    <a:cubicBezTo>
                      <a:pt x="162" y="135"/>
                      <a:pt x="164" y="137"/>
                      <a:pt x="167" y="138"/>
                    </a:cubicBezTo>
                    <a:cubicBezTo>
                      <a:pt x="167" y="148"/>
                      <a:pt x="167" y="148"/>
                      <a:pt x="167" y="148"/>
                    </a:cubicBezTo>
                    <a:cubicBezTo>
                      <a:pt x="167" y="153"/>
                      <a:pt x="162" y="158"/>
                      <a:pt x="157" y="158"/>
                    </a:cubicBezTo>
                    <a:cubicBezTo>
                      <a:pt x="154" y="158"/>
                      <a:pt x="154" y="158"/>
                      <a:pt x="154" y="158"/>
                    </a:cubicBezTo>
                    <a:cubicBezTo>
                      <a:pt x="148" y="158"/>
                      <a:pt x="144" y="153"/>
                      <a:pt x="144" y="148"/>
                    </a:cubicBezTo>
                    <a:cubicBezTo>
                      <a:pt x="144" y="139"/>
                      <a:pt x="144" y="139"/>
                      <a:pt x="144" y="139"/>
                    </a:cubicBezTo>
                    <a:close/>
                    <a:moveTo>
                      <a:pt x="152" y="164"/>
                    </a:moveTo>
                    <a:cubicBezTo>
                      <a:pt x="153" y="164"/>
                      <a:pt x="153" y="164"/>
                      <a:pt x="154" y="164"/>
                    </a:cubicBezTo>
                    <a:cubicBezTo>
                      <a:pt x="157" y="164"/>
                      <a:pt x="157" y="164"/>
                      <a:pt x="157" y="164"/>
                    </a:cubicBezTo>
                    <a:cubicBezTo>
                      <a:pt x="158" y="164"/>
                      <a:pt x="158" y="164"/>
                      <a:pt x="159" y="164"/>
                    </a:cubicBezTo>
                    <a:cubicBezTo>
                      <a:pt x="159" y="166"/>
                      <a:pt x="159" y="166"/>
                      <a:pt x="159" y="166"/>
                    </a:cubicBezTo>
                    <a:cubicBezTo>
                      <a:pt x="155" y="169"/>
                      <a:pt x="155" y="169"/>
                      <a:pt x="155" y="169"/>
                    </a:cubicBezTo>
                    <a:cubicBezTo>
                      <a:pt x="152" y="166"/>
                      <a:pt x="152" y="166"/>
                      <a:pt x="152" y="166"/>
                    </a:cubicBezTo>
                    <a:lnTo>
                      <a:pt x="152" y="164"/>
                    </a:lnTo>
                    <a:close/>
                    <a:moveTo>
                      <a:pt x="179" y="50"/>
                    </a:moveTo>
                    <a:cubicBezTo>
                      <a:pt x="188" y="64"/>
                      <a:pt x="193" y="80"/>
                      <a:pt x="194" y="97"/>
                    </a:cubicBezTo>
                    <a:cubicBezTo>
                      <a:pt x="159" y="97"/>
                      <a:pt x="159" y="97"/>
                      <a:pt x="159" y="97"/>
                    </a:cubicBezTo>
                    <a:cubicBezTo>
                      <a:pt x="159" y="83"/>
                      <a:pt x="157" y="69"/>
                      <a:pt x="153" y="57"/>
                    </a:cubicBezTo>
                    <a:cubicBezTo>
                      <a:pt x="163" y="55"/>
                      <a:pt x="172" y="53"/>
                      <a:pt x="179" y="50"/>
                    </a:cubicBezTo>
                    <a:close/>
                    <a:moveTo>
                      <a:pt x="137" y="34"/>
                    </a:moveTo>
                    <a:cubicBezTo>
                      <a:pt x="140" y="39"/>
                      <a:pt x="143" y="45"/>
                      <a:pt x="145" y="52"/>
                    </a:cubicBezTo>
                    <a:cubicBezTo>
                      <a:pt x="132" y="54"/>
                      <a:pt x="118" y="55"/>
                      <a:pt x="103" y="55"/>
                    </a:cubicBezTo>
                    <a:cubicBezTo>
                      <a:pt x="103" y="7"/>
                      <a:pt x="103" y="7"/>
                      <a:pt x="103" y="7"/>
                    </a:cubicBezTo>
                    <a:cubicBezTo>
                      <a:pt x="116" y="8"/>
                      <a:pt x="128" y="18"/>
                      <a:pt x="137" y="34"/>
                    </a:cubicBezTo>
                    <a:close/>
                    <a:moveTo>
                      <a:pt x="74" y="10"/>
                    </a:moveTo>
                    <a:cubicBezTo>
                      <a:pt x="68" y="15"/>
                      <a:pt x="63" y="22"/>
                      <a:pt x="58" y="30"/>
                    </a:cubicBezTo>
                    <a:cubicBezTo>
                      <a:pt x="54" y="37"/>
                      <a:pt x="51" y="43"/>
                      <a:pt x="49" y="51"/>
                    </a:cubicBezTo>
                    <a:cubicBezTo>
                      <a:pt x="40" y="49"/>
                      <a:pt x="32" y="47"/>
                      <a:pt x="25" y="44"/>
                    </a:cubicBezTo>
                    <a:cubicBezTo>
                      <a:pt x="37" y="28"/>
                      <a:pt x="54" y="16"/>
                      <a:pt x="74" y="10"/>
                    </a:cubicBezTo>
                    <a:close/>
                    <a:moveTo>
                      <a:pt x="7" y="104"/>
                    </a:moveTo>
                    <a:cubicBezTo>
                      <a:pt x="41" y="104"/>
                      <a:pt x="41" y="104"/>
                      <a:pt x="41" y="104"/>
                    </a:cubicBezTo>
                    <a:cubicBezTo>
                      <a:pt x="41" y="106"/>
                      <a:pt x="41" y="108"/>
                      <a:pt x="41" y="110"/>
                    </a:cubicBezTo>
                    <a:cubicBezTo>
                      <a:pt x="31" y="112"/>
                      <a:pt x="23" y="120"/>
                      <a:pt x="23" y="131"/>
                    </a:cubicBezTo>
                    <a:cubicBezTo>
                      <a:pt x="23" y="137"/>
                      <a:pt x="23" y="137"/>
                      <a:pt x="23" y="137"/>
                    </a:cubicBezTo>
                    <a:cubicBezTo>
                      <a:pt x="21" y="138"/>
                      <a:pt x="20" y="141"/>
                      <a:pt x="20" y="144"/>
                    </a:cubicBezTo>
                    <a:cubicBezTo>
                      <a:pt x="20" y="148"/>
                      <a:pt x="24" y="152"/>
                      <a:pt x="28" y="153"/>
                    </a:cubicBezTo>
                    <a:cubicBezTo>
                      <a:pt x="29" y="156"/>
                      <a:pt x="32" y="160"/>
                      <a:pt x="36" y="162"/>
                    </a:cubicBezTo>
                    <a:cubicBezTo>
                      <a:pt x="36" y="164"/>
                      <a:pt x="36" y="164"/>
                      <a:pt x="36" y="164"/>
                    </a:cubicBezTo>
                    <a:cubicBezTo>
                      <a:pt x="32" y="165"/>
                      <a:pt x="32" y="165"/>
                      <a:pt x="32" y="165"/>
                    </a:cubicBezTo>
                    <a:cubicBezTo>
                      <a:pt x="16" y="148"/>
                      <a:pt x="7" y="127"/>
                      <a:pt x="7" y="104"/>
                    </a:cubicBezTo>
                    <a:close/>
                    <a:moveTo>
                      <a:pt x="39" y="194"/>
                    </a:moveTo>
                    <a:cubicBezTo>
                      <a:pt x="35" y="194"/>
                      <a:pt x="35" y="194"/>
                      <a:pt x="35" y="194"/>
                    </a:cubicBezTo>
                    <a:cubicBezTo>
                      <a:pt x="33" y="194"/>
                      <a:pt x="33" y="194"/>
                      <a:pt x="33" y="194"/>
                    </a:cubicBezTo>
                    <a:cubicBezTo>
                      <a:pt x="18" y="194"/>
                      <a:pt x="18" y="194"/>
                      <a:pt x="18" y="194"/>
                    </a:cubicBezTo>
                    <a:cubicBezTo>
                      <a:pt x="18" y="186"/>
                      <a:pt x="18" y="186"/>
                      <a:pt x="18" y="186"/>
                    </a:cubicBezTo>
                    <a:cubicBezTo>
                      <a:pt x="18" y="177"/>
                      <a:pt x="24" y="175"/>
                      <a:pt x="25" y="175"/>
                    </a:cubicBezTo>
                    <a:cubicBezTo>
                      <a:pt x="25" y="175"/>
                      <a:pt x="25" y="175"/>
                      <a:pt x="25" y="174"/>
                    </a:cubicBezTo>
                    <a:cubicBezTo>
                      <a:pt x="37" y="170"/>
                      <a:pt x="37" y="170"/>
                      <a:pt x="37" y="170"/>
                    </a:cubicBezTo>
                    <a:cubicBezTo>
                      <a:pt x="43" y="176"/>
                      <a:pt x="43" y="176"/>
                      <a:pt x="43" y="176"/>
                    </a:cubicBezTo>
                    <a:cubicBezTo>
                      <a:pt x="44" y="177"/>
                      <a:pt x="44" y="177"/>
                      <a:pt x="45" y="177"/>
                    </a:cubicBezTo>
                    <a:cubicBezTo>
                      <a:pt x="45" y="177"/>
                      <a:pt x="45" y="177"/>
                      <a:pt x="45" y="177"/>
                    </a:cubicBezTo>
                    <a:cubicBezTo>
                      <a:pt x="46" y="177"/>
                      <a:pt x="47" y="177"/>
                      <a:pt x="48" y="176"/>
                    </a:cubicBezTo>
                    <a:cubicBezTo>
                      <a:pt x="54" y="170"/>
                      <a:pt x="54" y="170"/>
                      <a:pt x="54" y="170"/>
                    </a:cubicBezTo>
                    <a:cubicBezTo>
                      <a:pt x="61" y="173"/>
                      <a:pt x="61" y="173"/>
                      <a:pt x="61" y="173"/>
                    </a:cubicBezTo>
                    <a:cubicBezTo>
                      <a:pt x="59" y="176"/>
                      <a:pt x="59" y="179"/>
                      <a:pt x="59" y="183"/>
                    </a:cubicBezTo>
                    <a:cubicBezTo>
                      <a:pt x="59" y="194"/>
                      <a:pt x="59" y="194"/>
                      <a:pt x="59" y="194"/>
                    </a:cubicBezTo>
                    <a:cubicBezTo>
                      <a:pt x="55" y="194"/>
                      <a:pt x="55" y="194"/>
                      <a:pt x="55" y="194"/>
                    </a:cubicBezTo>
                    <a:lnTo>
                      <a:pt x="39" y="194"/>
                    </a:lnTo>
                    <a:close/>
                    <a:moveTo>
                      <a:pt x="72" y="162"/>
                    </a:moveTo>
                    <a:cubicBezTo>
                      <a:pt x="70" y="163"/>
                      <a:pt x="67" y="165"/>
                      <a:pt x="65" y="167"/>
                    </a:cubicBezTo>
                    <a:cubicBezTo>
                      <a:pt x="55" y="164"/>
                      <a:pt x="55" y="164"/>
                      <a:pt x="55" y="164"/>
                    </a:cubicBezTo>
                    <a:cubicBezTo>
                      <a:pt x="55" y="162"/>
                      <a:pt x="55" y="162"/>
                      <a:pt x="55" y="162"/>
                    </a:cubicBezTo>
                    <a:cubicBezTo>
                      <a:pt x="58" y="160"/>
                      <a:pt x="61" y="156"/>
                      <a:pt x="62" y="153"/>
                    </a:cubicBezTo>
                    <a:cubicBezTo>
                      <a:pt x="67" y="152"/>
                      <a:pt x="71" y="148"/>
                      <a:pt x="71" y="144"/>
                    </a:cubicBezTo>
                    <a:cubicBezTo>
                      <a:pt x="71" y="141"/>
                      <a:pt x="69" y="138"/>
                      <a:pt x="67" y="137"/>
                    </a:cubicBezTo>
                    <a:cubicBezTo>
                      <a:pt x="67" y="131"/>
                      <a:pt x="67" y="131"/>
                      <a:pt x="67" y="131"/>
                    </a:cubicBezTo>
                    <a:cubicBezTo>
                      <a:pt x="67" y="120"/>
                      <a:pt x="59" y="111"/>
                      <a:pt x="48" y="110"/>
                    </a:cubicBezTo>
                    <a:cubicBezTo>
                      <a:pt x="48" y="108"/>
                      <a:pt x="48" y="106"/>
                      <a:pt x="48" y="104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4" y="107"/>
                      <a:pt x="74" y="111"/>
                      <a:pt x="74" y="115"/>
                    </a:cubicBezTo>
                    <a:cubicBezTo>
                      <a:pt x="74" y="122"/>
                      <a:pt x="74" y="122"/>
                      <a:pt x="74" y="122"/>
                    </a:cubicBezTo>
                    <a:cubicBezTo>
                      <a:pt x="71" y="124"/>
                      <a:pt x="69" y="127"/>
                      <a:pt x="69" y="130"/>
                    </a:cubicBezTo>
                    <a:cubicBezTo>
                      <a:pt x="69" y="136"/>
                      <a:pt x="74" y="141"/>
                      <a:pt x="80" y="141"/>
                    </a:cubicBezTo>
                    <a:cubicBezTo>
                      <a:pt x="81" y="146"/>
                      <a:pt x="85" y="150"/>
                      <a:pt x="89" y="152"/>
                    </a:cubicBezTo>
                    <a:cubicBezTo>
                      <a:pt x="89" y="156"/>
                      <a:pt x="89" y="156"/>
                      <a:pt x="89" y="156"/>
                    </a:cubicBezTo>
                    <a:lnTo>
                      <a:pt x="72" y="162"/>
                    </a:lnTo>
                    <a:close/>
                    <a:moveTo>
                      <a:pt x="100" y="163"/>
                    </a:moveTo>
                    <a:cubicBezTo>
                      <a:pt x="95" y="159"/>
                      <a:pt x="95" y="159"/>
                      <a:pt x="95" y="159"/>
                    </a:cubicBezTo>
                    <a:cubicBezTo>
                      <a:pt x="95" y="155"/>
                      <a:pt x="95" y="155"/>
                      <a:pt x="95" y="155"/>
                    </a:cubicBezTo>
                    <a:cubicBezTo>
                      <a:pt x="96" y="155"/>
                      <a:pt x="98" y="155"/>
                      <a:pt x="99" y="155"/>
                    </a:cubicBezTo>
                    <a:cubicBezTo>
                      <a:pt x="102" y="155"/>
                      <a:pt x="102" y="155"/>
                      <a:pt x="102" y="155"/>
                    </a:cubicBezTo>
                    <a:cubicBezTo>
                      <a:pt x="103" y="155"/>
                      <a:pt x="104" y="155"/>
                      <a:pt x="105" y="155"/>
                    </a:cubicBezTo>
                    <a:cubicBezTo>
                      <a:pt x="105" y="158"/>
                      <a:pt x="105" y="158"/>
                      <a:pt x="105" y="158"/>
                    </a:cubicBezTo>
                    <a:cubicBezTo>
                      <a:pt x="105" y="158"/>
                      <a:pt x="105" y="158"/>
                      <a:pt x="105" y="158"/>
                    </a:cubicBezTo>
                    <a:cubicBezTo>
                      <a:pt x="105" y="158"/>
                      <a:pt x="105" y="158"/>
                      <a:pt x="105" y="158"/>
                    </a:cubicBezTo>
                    <a:lnTo>
                      <a:pt x="100" y="163"/>
                    </a:lnTo>
                    <a:close/>
                    <a:moveTo>
                      <a:pt x="128" y="162"/>
                    </a:moveTo>
                    <a:cubicBezTo>
                      <a:pt x="112" y="156"/>
                      <a:pt x="112" y="156"/>
                      <a:pt x="112" y="156"/>
                    </a:cubicBezTo>
                    <a:cubicBezTo>
                      <a:pt x="112" y="152"/>
                      <a:pt x="112" y="152"/>
                      <a:pt x="112" y="152"/>
                    </a:cubicBezTo>
                    <a:cubicBezTo>
                      <a:pt x="116" y="150"/>
                      <a:pt x="120" y="146"/>
                      <a:pt x="121" y="141"/>
                    </a:cubicBezTo>
                    <a:cubicBezTo>
                      <a:pt x="127" y="141"/>
                      <a:pt x="131" y="136"/>
                      <a:pt x="131" y="130"/>
                    </a:cubicBezTo>
                    <a:cubicBezTo>
                      <a:pt x="131" y="127"/>
                      <a:pt x="130" y="124"/>
                      <a:pt x="127" y="122"/>
                    </a:cubicBezTo>
                    <a:cubicBezTo>
                      <a:pt x="127" y="115"/>
                      <a:pt x="127" y="115"/>
                      <a:pt x="127" y="115"/>
                    </a:cubicBezTo>
                    <a:cubicBezTo>
                      <a:pt x="127" y="111"/>
                      <a:pt x="126" y="107"/>
                      <a:pt x="125" y="104"/>
                    </a:cubicBezTo>
                    <a:cubicBezTo>
                      <a:pt x="153" y="104"/>
                      <a:pt x="153" y="104"/>
                      <a:pt x="153" y="104"/>
                    </a:cubicBezTo>
                    <a:cubicBezTo>
                      <a:pt x="153" y="106"/>
                      <a:pt x="153" y="108"/>
                      <a:pt x="153" y="110"/>
                    </a:cubicBezTo>
                    <a:cubicBezTo>
                      <a:pt x="142" y="111"/>
                      <a:pt x="133" y="120"/>
                      <a:pt x="133" y="131"/>
                    </a:cubicBezTo>
                    <a:cubicBezTo>
                      <a:pt x="133" y="137"/>
                      <a:pt x="133" y="137"/>
                      <a:pt x="133" y="137"/>
                    </a:cubicBezTo>
                    <a:cubicBezTo>
                      <a:pt x="131" y="138"/>
                      <a:pt x="130" y="141"/>
                      <a:pt x="130" y="144"/>
                    </a:cubicBezTo>
                    <a:cubicBezTo>
                      <a:pt x="130" y="148"/>
                      <a:pt x="134" y="152"/>
                      <a:pt x="138" y="153"/>
                    </a:cubicBezTo>
                    <a:cubicBezTo>
                      <a:pt x="140" y="156"/>
                      <a:pt x="142" y="160"/>
                      <a:pt x="146" y="162"/>
                    </a:cubicBezTo>
                    <a:cubicBezTo>
                      <a:pt x="146" y="164"/>
                      <a:pt x="146" y="164"/>
                      <a:pt x="146" y="164"/>
                    </a:cubicBezTo>
                    <a:cubicBezTo>
                      <a:pt x="136" y="167"/>
                      <a:pt x="136" y="167"/>
                      <a:pt x="136" y="167"/>
                    </a:cubicBezTo>
                    <a:cubicBezTo>
                      <a:pt x="133" y="165"/>
                      <a:pt x="130" y="163"/>
                      <a:pt x="128" y="162"/>
                    </a:cubicBezTo>
                    <a:close/>
                    <a:moveTo>
                      <a:pt x="183" y="194"/>
                    </a:moveTo>
                    <a:cubicBezTo>
                      <a:pt x="165" y="194"/>
                      <a:pt x="165" y="194"/>
                      <a:pt x="165" y="194"/>
                    </a:cubicBezTo>
                    <a:cubicBezTo>
                      <a:pt x="149" y="194"/>
                      <a:pt x="149" y="194"/>
                      <a:pt x="149" y="194"/>
                    </a:cubicBezTo>
                    <a:cubicBezTo>
                      <a:pt x="146" y="194"/>
                      <a:pt x="146" y="194"/>
                      <a:pt x="146" y="194"/>
                    </a:cubicBezTo>
                    <a:cubicBezTo>
                      <a:pt x="143" y="194"/>
                      <a:pt x="143" y="194"/>
                      <a:pt x="143" y="194"/>
                    </a:cubicBezTo>
                    <a:cubicBezTo>
                      <a:pt x="142" y="194"/>
                      <a:pt x="142" y="194"/>
                      <a:pt x="142" y="194"/>
                    </a:cubicBezTo>
                    <a:cubicBezTo>
                      <a:pt x="142" y="183"/>
                      <a:pt x="142" y="183"/>
                      <a:pt x="142" y="183"/>
                    </a:cubicBezTo>
                    <a:cubicBezTo>
                      <a:pt x="142" y="179"/>
                      <a:pt x="141" y="176"/>
                      <a:pt x="140" y="173"/>
                    </a:cubicBezTo>
                    <a:cubicBezTo>
                      <a:pt x="147" y="170"/>
                      <a:pt x="147" y="170"/>
                      <a:pt x="147" y="170"/>
                    </a:cubicBezTo>
                    <a:cubicBezTo>
                      <a:pt x="153" y="176"/>
                      <a:pt x="153" y="176"/>
                      <a:pt x="153" y="176"/>
                    </a:cubicBezTo>
                    <a:cubicBezTo>
                      <a:pt x="154" y="177"/>
                      <a:pt x="155" y="177"/>
                      <a:pt x="155" y="177"/>
                    </a:cubicBezTo>
                    <a:cubicBezTo>
                      <a:pt x="155" y="177"/>
                      <a:pt x="155" y="177"/>
                      <a:pt x="155" y="177"/>
                    </a:cubicBezTo>
                    <a:cubicBezTo>
                      <a:pt x="156" y="177"/>
                      <a:pt x="157" y="177"/>
                      <a:pt x="158" y="176"/>
                    </a:cubicBezTo>
                    <a:cubicBezTo>
                      <a:pt x="164" y="170"/>
                      <a:pt x="164" y="170"/>
                      <a:pt x="164" y="170"/>
                    </a:cubicBezTo>
                    <a:cubicBezTo>
                      <a:pt x="176" y="174"/>
                      <a:pt x="176" y="174"/>
                      <a:pt x="176" y="174"/>
                    </a:cubicBezTo>
                    <a:cubicBezTo>
                      <a:pt x="176" y="175"/>
                      <a:pt x="176" y="175"/>
                      <a:pt x="176" y="175"/>
                    </a:cubicBezTo>
                    <a:cubicBezTo>
                      <a:pt x="176" y="175"/>
                      <a:pt x="183" y="177"/>
                      <a:pt x="183" y="186"/>
                    </a:cubicBezTo>
                    <a:cubicBezTo>
                      <a:pt x="183" y="194"/>
                      <a:pt x="183" y="194"/>
                      <a:pt x="183" y="19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DA24DD9F-BBBF-D18C-88DD-47E494C2012F}"/>
                </a:ext>
              </a:extLst>
            </p:cNvPr>
            <p:cNvGrpSpPr/>
            <p:nvPr/>
          </p:nvGrpSpPr>
          <p:grpSpPr>
            <a:xfrm>
              <a:off x="257475" y="5872107"/>
              <a:ext cx="7128843" cy="677108"/>
              <a:chOff x="257475" y="5931099"/>
              <a:chExt cx="7128843" cy="677108"/>
            </a:xfrm>
          </p:grpSpPr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01087F49-55EB-436F-CC7E-D7F908062783}"/>
                  </a:ext>
                </a:extLst>
              </p:cNvPr>
              <p:cNvSpPr/>
              <p:nvPr/>
            </p:nvSpPr>
            <p:spPr>
              <a:xfrm>
                <a:off x="795831" y="5931099"/>
                <a:ext cx="6590487" cy="6771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3A0F8"/>
                  </a:buClr>
                  <a:buSzPct val="120000"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/>
                  </a:rPr>
                  <a:t>Admi-Nimv Eniamquisno: 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3A0F8"/>
                  </a:buClr>
                  <a:buSzPct val="120000"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/>
                  </a:rPr>
                  <a:t>STR’u dexe-rcit ationullamcol aborisn isiutal iquipex eac ommod oconsequa tdui sauteirured olor inr epre-hend</a:t>
                </a:r>
              </a:p>
            </p:txBody>
          </p:sp>
          <p:sp>
            <p:nvSpPr>
              <p:cNvPr id="258" name="Freeform 25">
                <a:extLst>
                  <a:ext uri="{FF2B5EF4-FFF2-40B4-BE49-F238E27FC236}">
                    <a16:creationId xmlns:a16="http://schemas.microsoft.com/office/drawing/2014/main" id="{A909699F-60D2-38F4-46CA-4FDA256762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7475" y="6086773"/>
                <a:ext cx="365760" cy="365760"/>
              </a:xfrm>
              <a:custGeom>
                <a:avLst/>
                <a:gdLst>
                  <a:gd name="T0" fmla="*/ 147 w 202"/>
                  <a:gd name="T1" fmla="*/ 19 h 208"/>
                  <a:gd name="T2" fmla="*/ 147 w 202"/>
                  <a:gd name="T3" fmla="*/ 22 h 208"/>
                  <a:gd name="T4" fmla="*/ 145 w 202"/>
                  <a:gd name="T5" fmla="*/ 24 h 208"/>
                  <a:gd name="T6" fmla="*/ 123 w 202"/>
                  <a:gd name="T7" fmla="*/ 27 h 208"/>
                  <a:gd name="T8" fmla="*/ 120 w 202"/>
                  <a:gd name="T9" fmla="*/ 26 h 208"/>
                  <a:gd name="T10" fmla="*/ 119 w 202"/>
                  <a:gd name="T11" fmla="*/ 23 h 208"/>
                  <a:gd name="T12" fmla="*/ 122 w 202"/>
                  <a:gd name="T13" fmla="*/ 17 h 208"/>
                  <a:gd name="T14" fmla="*/ 121 w 202"/>
                  <a:gd name="T15" fmla="*/ 17 h 208"/>
                  <a:gd name="T16" fmla="*/ 101 w 202"/>
                  <a:gd name="T17" fmla="*/ 14 h 208"/>
                  <a:gd name="T18" fmla="*/ 8 w 202"/>
                  <a:gd name="T19" fmla="*/ 107 h 208"/>
                  <a:gd name="T20" fmla="*/ 101 w 202"/>
                  <a:gd name="T21" fmla="*/ 201 h 208"/>
                  <a:gd name="T22" fmla="*/ 194 w 202"/>
                  <a:gd name="T23" fmla="*/ 107 h 208"/>
                  <a:gd name="T24" fmla="*/ 198 w 202"/>
                  <a:gd name="T25" fmla="*/ 103 h 208"/>
                  <a:gd name="T26" fmla="*/ 202 w 202"/>
                  <a:gd name="T27" fmla="*/ 107 h 208"/>
                  <a:gd name="T28" fmla="*/ 101 w 202"/>
                  <a:gd name="T29" fmla="*/ 208 h 208"/>
                  <a:gd name="T30" fmla="*/ 0 w 202"/>
                  <a:gd name="T31" fmla="*/ 107 h 208"/>
                  <a:gd name="T32" fmla="*/ 101 w 202"/>
                  <a:gd name="T33" fmla="*/ 6 h 208"/>
                  <a:gd name="T34" fmla="*/ 124 w 202"/>
                  <a:gd name="T35" fmla="*/ 9 h 208"/>
                  <a:gd name="T36" fmla="*/ 125 w 202"/>
                  <a:gd name="T37" fmla="*/ 9 h 208"/>
                  <a:gd name="T38" fmla="*/ 128 w 202"/>
                  <a:gd name="T39" fmla="*/ 2 h 208"/>
                  <a:gd name="T40" fmla="*/ 130 w 202"/>
                  <a:gd name="T41" fmla="*/ 1 h 208"/>
                  <a:gd name="T42" fmla="*/ 133 w 202"/>
                  <a:gd name="T43" fmla="*/ 2 h 208"/>
                  <a:gd name="T44" fmla="*/ 147 w 202"/>
                  <a:gd name="T45" fmla="*/ 19 h 208"/>
                  <a:gd name="T46" fmla="*/ 101 w 202"/>
                  <a:gd name="T47" fmla="*/ 50 h 208"/>
                  <a:gd name="T48" fmla="*/ 97 w 202"/>
                  <a:gd name="T49" fmla="*/ 54 h 208"/>
                  <a:gd name="T50" fmla="*/ 97 w 202"/>
                  <a:gd name="T51" fmla="*/ 107 h 208"/>
                  <a:gd name="T52" fmla="*/ 101 w 202"/>
                  <a:gd name="T53" fmla="*/ 111 h 208"/>
                  <a:gd name="T54" fmla="*/ 128 w 202"/>
                  <a:gd name="T55" fmla="*/ 111 h 208"/>
                  <a:gd name="T56" fmla="*/ 132 w 202"/>
                  <a:gd name="T57" fmla="*/ 107 h 208"/>
                  <a:gd name="T58" fmla="*/ 128 w 202"/>
                  <a:gd name="T59" fmla="*/ 103 h 208"/>
                  <a:gd name="T60" fmla="*/ 105 w 202"/>
                  <a:gd name="T61" fmla="*/ 103 h 208"/>
                  <a:gd name="T62" fmla="*/ 105 w 202"/>
                  <a:gd name="T63" fmla="*/ 54 h 208"/>
                  <a:gd name="T64" fmla="*/ 101 w 202"/>
                  <a:gd name="T65" fmla="*/ 5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02" h="208">
                    <a:moveTo>
                      <a:pt x="147" y="19"/>
                    </a:moveTo>
                    <a:cubicBezTo>
                      <a:pt x="148" y="20"/>
                      <a:pt x="148" y="21"/>
                      <a:pt x="147" y="22"/>
                    </a:cubicBezTo>
                    <a:cubicBezTo>
                      <a:pt x="147" y="23"/>
                      <a:pt x="146" y="24"/>
                      <a:pt x="145" y="24"/>
                    </a:cubicBezTo>
                    <a:cubicBezTo>
                      <a:pt x="123" y="27"/>
                      <a:pt x="123" y="27"/>
                      <a:pt x="123" y="27"/>
                    </a:cubicBezTo>
                    <a:cubicBezTo>
                      <a:pt x="121" y="27"/>
                      <a:pt x="120" y="27"/>
                      <a:pt x="120" y="26"/>
                    </a:cubicBezTo>
                    <a:cubicBezTo>
                      <a:pt x="119" y="25"/>
                      <a:pt x="119" y="24"/>
                      <a:pt x="119" y="23"/>
                    </a:cubicBezTo>
                    <a:cubicBezTo>
                      <a:pt x="122" y="17"/>
                      <a:pt x="122" y="17"/>
                      <a:pt x="122" y="17"/>
                    </a:cubicBezTo>
                    <a:cubicBezTo>
                      <a:pt x="121" y="17"/>
                      <a:pt x="121" y="17"/>
                      <a:pt x="121" y="17"/>
                    </a:cubicBezTo>
                    <a:cubicBezTo>
                      <a:pt x="114" y="15"/>
                      <a:pt x="107" y="14"/>
                      <a:pt x="101" y="14"/>
                    </a:cubicBezTo>
                    <a:cubicBezTo>
                      <a:pt x="49" y="14"/>
                      <a:pt x="8" y="56"/>
                      <a:pt x="8" y="107"/>
                    </a:cubicBezTo>
                    <a:cubicBezTo>
                      <a:pt x="8" y="159"/>
                      <a:pt x="49" y="201"/>
                      <a:pt x="101" y="201"/>
                    </a:cubicBezTo>
                    <a:cubicBezTo>
                      <a:pt x="152" y="201"/>
                      <a:pt x="194" y="159"/>
                      <a:pt x="194" y="107"/>
                    </a:cubicBezTo>
                    <a:cubicBezTo>
                      <a:pt x="194" y="105"/>
                      <a:pt x="196" y="103"/>
                      <a:pt x="198" y="103"/>
                    </a:cubicBezTo>
                    <a:cubicBezTo>
                      <a:pt x="200" y="103"/>
                      <a:pt x="202" y="105"/>
                      <a:pt x="202" y="107"/>
                    </a:cubicBezTo>
                    <a:cubicBezTo>
                      <a:pt x="202" y="163"/>
                      <a:pt x="156" y="208"/>
                      <a:pt x="101" y="208"/>
                    </a:cubicBezTo>
                    <a:cubicBezTo>
                      <a:pt x="45" y="208"/>
                      <a:pt x="0" y="163"/>
                      <a:pt x="0" y="107"/>
                    </a:cubicBezTo>
                    <a:cubicBezTo>
                      <a:pt x="0" y="52"/>
                      <a:pt x="45" y="6"/>
                      <a:pt x="101" y="6"/>
                    </a:cubicBezTo>
                    <a:cubicBezTo>
                      <a:pt x="108" y="6"/>
                      <a:pt x="116" y="7"/>
                      <a:pt x="124" y="9"/>
                    </a:cubicBezTo>
                    <a:cubicBezTo>
                      <a:pt x="125" y="9"/>
                      <a:pt x="125" y="9"/>
                      <a:pt x="125" y="9"/>
                    </a:cubicBezTo>
                    <a:cubicBezTo>
                      <a:pt x="128" y="2"/>
                      <a:pt x="128" y="2"/>
                      <a:pt x="128" y="2"/>
                    </a:cubicBezTo>
                    <a:cubicBezTo>
                      <a:pt x="128" y="1"/>
                      <a:pt x="129" y="1"/>
                      <a:pt x="130" y="1"/>
                    </a:cubicBezTo>
                    <a:cubicBezTo>
                      <a:pt x="131" y="0"/>
                      <a:pt x="132" y="1"/>
                      <a:pt x="133" y="2"/>
                    </a:cubicBezTo>
                    <a:lnTo>
                      <a:pt x="147" y="19"/>
                    </a:lnTo>
                    <a:close/>
                    <a:moveTo>
                      <a:pt x="101" y="50"/>
                    </a:moveTo>
                    <a:cubicBezTo>
                      <a:pt x="98" y="50"/>
                      <a:pt x="97" y="52"/>
                      <a:pt x="97" y="54"/>
                    </a:cubicBezTo>
                    <a:cubicBezTo>
                      <a:pt x="97" y="107"/>
                      <a:pt x="97" y="107"/>
                      <a:pt x="97" y="107"/>
                    </a:cubicBezTo>
                    <a:cubicBezTo>
                      <a:pt x="97" y="110"/>
                      <a:pt x="98" y="111"/>
                      <a:pt x="101" y="111"/>
                    </a:cubicBezTo>
                    <a:cubicBezTo>
                      <a:pt x="128" y="111"/>
                      <a:pt x="128" y="111"/>
                      <a:pt x="128" y="111"/>
                    </a:cubicBezTo>
                    <a:cubicBezTo>
                      <a:pt x="130" y="111"/>
                      <a:pt x="132" y="110"/>
                      <a:pt x="132" y="107"/>
                    </a:cubicBezTo>
                    <a:cubicBezTo>
                      <a:pt x="132" y="105"/>
                      <a:pt x="130" y="103"/>
                      <a:pt x="128" y="103"/>
                    </a:cubicBezTo>
                    <a:cubicBezTo>
                      <a:pt x="105" y="103"/>
                      <a:pt x="105" y="103"/>
                      <a:pt x="105" y="103"/>
                    </a:cubicBezTo>
                    <a:cubicBezTo>
                      <a:pt x="105" y="54"/>
                      <a:pt x="105" y="54"/>
                      <a:pt x="105" y="54"/>
                    </a:cubicBezTo>
                    <a:cubicBezTo>
                      <a:pt x="105" y="52"/>
                      <a:pt x="103" y="50"/>
                      <a:pt x="101" y="5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F1E733F7-BC87-DD47-D8B7-456247C81F3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0" y="5824747"/>
              <a:ext cx="7386320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669CDD92-47E4-26A7-2848-10428FCC1CD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0" y="5216152"/>
              <a:ext cx="7386320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63" name="Rectangle: Diagonal Corners Rounded 262">
            <a:extLst>
              <a:ext uri="{FF2B5EF4-FFF2-40B4-BE49-F238E27FC236}">
                <a16:creationId xmlns:a16="http://schemas.microsoft.com/office/drawing/2014/main" id="{CB85A1ED-EF54-FBCE-BC19-2F2D5A7AF133}"/>
              </a:ext>
            </a:extLst>
          </p:cNvPr>
          <p:cNvSpPr/>
          <p:nvPr/>
        </p:nvSpPr>
        <p:spPr bwMode="auto">
          <a:xfrm rot="10800000">
            <a:off x="7558903" y="4661639"/>
            <a:ext cx="4531485" cy="1111603"/>
          </a:xfrm>
          <a:prstGeom prst="round2DiagRect">
            <a:avLst>
              <a:gd name="adj1" fmla="val 10859"/>
              <a:gd name="adj2" fmla="val 0"/>
            </a:avLst>
          </a:prstGeom>
          <a:solidFill>
            <a:schemeClr val="bg1">
              <a:alpha val="80000"/>
            </a:schemeClr>
          </a:solidFill>
          <a:ln w="6350" cmpd="sng">
            <a:solidFill>
              <a:srgbClr val="A97C50"/>
            </a:solidFill>
            <a:miter lim="800000"/>
            <a:headEnd/>
            <a:tailEnd/>
          </a:ln>
          <a:effectLst>
            <a:outerShdw blurRad="190500" dist="38100" dir="5400000" algn="t" rotWithShape="0">
              <a:srgbClr val="966126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13253">
                  <a:lumMod val="90000"/>
                  <a:lumOff val="1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7834A514-AE27-9830-C737-9A50458523C3}"/>
              </a:ext>
            </a:extLst>
          </p:cNvPr>
          <p:cNvSpPr txBox="1"/>
          <p:nvPr/>
        </p:nvSpPr>
        <p:spPr>
          <a:xfrm>
            <a:off x="7558912" y="4663559"/>
            <a:ext cx="4531486" cy="298674"/>
          </a:xfrm>
          <a:prstGeom prst="round2DiagRect">
            <a:avLst>
              <a:gd name="adj1" fmla="val 28573"/>
              <a:gd name="adj2" fmla="val 0"/>
            </a:avLst>
          </a:prstGeom>
          <a:solidFill>
            <a:srgbClr val="A97C50"/>
          </a:solidFill>
          <a:ln w="6350" cmpd="sng">
            <a:solidFill>
              <a:srgbClr val="A97C50"/>
            </a:solidFill>
            <a:miter lim="800000"/>
            <a:headEnd/>
            <a:tailEnd/>
          </a:ln>
          <a:effectLst>
            <a:outerShdw blurRad="190500" dist="38100" dir="5400000" algn="t" rotWithShape="0">
              <a:srgbClr val="966126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Eritinv </a:t>
            </a: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O2L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Uptatev Elitess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BDE5C631-3B61-F472-9B8E-64FB87B297ED}"/>
              </a:ext>
            </a:extLst>
          </p:cNvPr>
          <p:cNvSpPr/>
          <p:nvPr/>
        </p:nvSpPr>
        <p:spPr>
          <a:xfrm>
            <a:off x="10942933" y="5188456"/>
            <a:ext cx="11015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EcI Llumdol</a:t>
            </a: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A5A9E46B-D22E-7235-34AC-82D7CDD80E82}"/>
              </a:ext>
            </a:extLst>
          </p:cNvPr>
          <p:cNvSpPr/>
          <p:nvPr/>
        </p:nvSpPr>
        <p:spPr bwMode="auto">
          <a:xfrm>
            <a:off x="9825441" y="5173671"/>
            <a:ext cx="1118763" cy="324374"/>
          </a:xfrm>
          <a:prstGeom prst="roundRect">
            <a:avLst>
              <a:gd name="adj" fmla="val 17081"/>
            </a:avLst>
          </a:prstGeom>
          <a:solidFill>
            <a:srgbClr val="86BA3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FFD26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03E4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48CF5BDC-65B7-BB62-3A0D-A94FE6F32AFC}"/>
              </a:ext>
            </a:extLst>
          </p:cNvPr>
          <p:cNvSpPr/>
          <p:nvPr/>
        </p:nvSpPr>
        <p:spPr bwMode="auto">
          <a:xfrm>
            <a:off x="9782828" y="5172095"/>
            <a:ext cx="1203988" cy="3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~$165OR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0EC3D5F1-CF80-6887-89CB-0D7BA36E5431}"/>
              </a:ext>
            </a:extLst>
          </p:cNvPr>
          <p:cNvGrpSpPr/>
          <p:nvPr/>
        </p:nvGrpSpPr>
        <p:grpSpPr>
          <a:xfrm rot="10800000">
            <a:off x="103208" y="772351"/>
            <a:ext cx="922140" cy="653748"/>
            <a:chOff x="11346754" y="191654"/>
            <a:chExt cx="922140" cy="653748"/>
          </a:xfrm>
          <a:noFill/>
        </p:grpSpPr>
        <p:sp>
          <p:nvSpPr>
            <p:cNvPr id="269" name="Hexagon 268">
              <a:extLst>
                <a:ext uri="{FF2B5EF4-FFF2-40B4-BE49-F238E27FC236}">
                  <a16:creationId xmlns:a16="http://schemas.microsoft.com/office/drawing/2014/main" id="{C3617AD1-7D2A-E817-8906-0826A11FEA34}"/>
                </a:ext>
              </a:extLst>
            </p:cNvPr>
            <p:cNvSpPr/>
            <p:nvPr/>
          </p:nvSpPr>
          <p:spPr bwMode="auto">
            <a:xfrm rot="16200000">
              <a:off x="11749512" y="663959"/>
              <a:ext cx="194883" cy="168003"/>
            </a:xfrm>
            <a:prstGeom prst="hexagon">
              <a:avLst/>
            </a:prstGeom>
            <a:grpFill/>
            <a:ln w="12700">
              <a:solidFill>
                <a:schemeClr val="bg1">
                  <a:alpha val="30000"/>
                </a:schemeClr>
              </a:solidFill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0" name="Hexagon 269">
              <a:extLst>
                <a:ext uri="{FF2B5EF4-FFF2-40B4-BE49-F238E27FC236}">
                  <a16:creationId xmlns:a16="http://schemas.microsoft.com/office/drawing/2014/main" id="{C2478D8E-C8C2-A0C6-08AD-D9E2F81D142B}"/>
                </a:ext>
              </a:extLst>
            </p:cNvPr>
            <p:cNvSpPr/>
            <p:nvPr/>
          </p:nvSpPr>
          <p:spPr bwMode="auto">
            <a:xfrm rot="16200000">
              <a:off x="11917516" y="663959"/>
              <a:ext cx="194883" cy="168003"/>
            </a:xfrm>
            <a:prstGeom prst="hexagon">
              <a:avLst/>
            </a:prstGeom>
            <a:grpFill/>
            <a:ln w="12700">
              <a:solidFill>
                <a:schemeClr val="bg1">
                  <a:alpha val="30000"/>
                </a:schemeClr>
              </a:solidFill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1" name="Hexagon 270">
              <a:extLst>
                <a:ext uri="{FF2B5EF4-FFF2-40B4-BE49-F238E27FC236}">
                  <a16:creationId xmlns:a16="http://schemas.microsoft.com/office/drawing/2014/main" id="{7C7CBCBA-FF0B-0CC1-0F92-6C4194DD721E}"/>
                </a:ext>
              </a:extLst>
            </p:cNvPr>
            <p:cNvSpPr/>
            <p:nvPr/>
          </p:nvSpPr>
          <p:spPr bwMode="auto">
            <a:xfrm rot="16200000">
              <a:off x="12001518" y="511500"/>
              <a:ext cx="194883" cy="168003"/>
            </a:xfrm>
            <a:prstGeom prst="hexagon">
              <a:avLst/>
            </a:prstGeom>
            <a:grpFill/>
            <a:ln w="12700">
              <a:solidFill>
                <a:schemeClr val="bg1">
                  <a:alpha val="30000"/>
                </a:schemeClr>
              </a:solidFill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B6314402-FB67-781A-C544-E68F9165C967}"/>
                </a:ext>
              </a:extLst>
            </p:cNvPr>
            <p:cNvCxnSpPr>
              <a:cxnSpLocks/>
              <a:endCxn id="269" idx="0"/>
            </p:cNvCxnSpPr>
            <p:nvPr/>
          </p:nvCxnSpPr>
          <p:spPr bwMode="auto">
            <a:xfrm>
              <a:off x="11846953" y="595502"/>
              <a:ext cx="0" cy="55017"/>
            </a:xfrm>
            <a:prstGeom prst="line">
              <a:avLst/>
            </a:prstGeom>
            <a:grpFill/>
            <a:ln w="12700" cap="flat" cmpd="sng" algn="ctr">
              <a:solidFill>
                <a:schemeClr val="bg1">
                  <a:alpha val="3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AA6E0482-5DD6-536C-7487-C5F6E3AFD67A}"/>
                </a:ext>
              </a:extLst>
            </p:cNvPr>
            <p:cNvCxnSpPr>
              <a:cxnSpLocks/>
              <a:endCxn id="269" idx="4"/>
            </p:cNvCxnSpPr>
            <p:nvPr/>
          </p:nvCxnSpPr>
          <p:spPr bwMode="auto">
            <a:xfrm flipV="1">
              <a:off x="11678951" y="803401"/>
              <a:ext cx="84002" cy="42001"/>
            </a:xfrm>
            <a:prstGeom prst="line">
              <a:avLst/>
            </a:prstGeom>
            <a:grpFill/>
            <a:ln w="12700" cap="flat" cmpd="sng" algn="ctr">
              <a:solidFill>
                <a:schemeClr val="bg1">
                  <a:alpha val="3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85F15773-B406-E43B-5E1C-A1EB928FD3B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1594949" y="803401"/>
              <a:ext cx="84002" cy="42001"/>
            </a:xfrm>
            <a:prstGeom prst="line">
              <a:avLst/>
            </a:prstGeom>
            <a:grpFill/>
            <a:ln w="12700" cap="flat" cmpd="sng" algn="ctr">
              <a:solidFill>
                <a:schemeClr val="bg1">
                  <a:alpha val="3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D7746E57-080C-A159-A9B9-6E23F363184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510947" y="803401"/>
              <a:ext cx="84002" cy="42001"/>
            </a:xfrm>
            <a:prstGeom prst="line">
              <a:avLst/>
            </a:prstGeom>
            <a:grpFill/>
            <a:ln w="12700" cap="flat" cmpd="sng" algn="ctr">
              <a:solidFill>
                <a:schemeClr val="bg1">
                  <a:alpha val="3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64E83612-4CE1-83B9-0845-51A9E907FF1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1428851" y="803401"/>
              <a:ext cx="84002" cy="42001"/>
            </a:xfrm>
            <a:prstGeom prst="line">
              <a:avLst/>
            </a:prstGeom>
            <a:grpFill/>
            <a:ln w="12700" cap="flat" cmpd="sng" algn="ctr">
              <a:solidFill>
                <a:schemeClr val="bg1">
                  <a:alpha val="3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9DB0F682-2492-449A-5F2F-EE57E9CA6EC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346754" y="803401"/>
              <a:ext cx="84002" cy="42001"/>
            </a:xfrm>
            <a:prstGeom prst="line">
              <a:avLst/>
            </a:prstGeom>
            <a:grpFill/>
            <a:ln w="12700" cap="flat" cmpd="sng" algn="ctr">
              <a:solidFill>
                <a:schemeClr val="bg1">
                  <a:alpha val="3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85F1B719-49C9-7399-1F12-F1D3364D153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846954" y="670802"/>
              <a:ext cx="60872" cy="29137"/>
            </a:xfrm>
            <a:prstGeom prst="line">
              <a:avLst/>
            </a:prstGeom>
            <a:grpFill/>
            <a:ln w="12700" cap="flat" cmpd="sng" algn="ctr">
              <a:solidFill>
                <a:schemeClr val="bg1">
                  <a:alpha val="3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B2E8383E-9E75-D761-0DC2-A274B66D263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846954" y="795265"/>
              <a:ext cx="60872" cy="29137"/>
            </a:xfrm>
            <a:prstGeom prst="line">
              <a:avLst/>
            </a:prstGeom>
            <a:grpFill/>
            <a:ln w="12700" cap="flat" cmpd="sng" algn="ctr">
              <a:solidFill>
                <a:schemeClr val="bg1">
                  <a:alpha val="3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164FA27A-39D8-FA98-0C4F-0567CA49D58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779574" y="720451"/>
              <a:ext cx="0" cy="55017"/>
            </a:xfrm>
            <a:prstGeom prst="line">
              <a:avLst/>
            </a:prstGeom>
            <a:grpFill/>
            <a:ln w="12700" cap="flat" cmpd="sng" algn="ctr">
              <a:solidFill>
                <a:schemeClr val="bg1">
                  <a:alpha val="3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E19D701E-84C4-14A7-8668-AA284E48780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098959" y="514074"/>
              <a:ext cx="60872" cy="29137"/>
            </a:xfrm>
            <a:prstGeom prst="line">
              <a:avLst/>
            </a:prstGeom>
            <a:grpFill/>
            <a:ln w="12700" cap="flat" cmpd="sng" algn="ctr">
              <a:solidFill>
                <a:schemeClr val="bg1">
                  <a:alpha val="3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2373D674-EDC4-D64E-28BE-5E2A8B4C603A}"/>
                </a:ext>
              </a:extLst>
            </p:cNvPr>
            <p:cNvSpPr/>
            <p:nvPr/>
          </p:nvSpPr>
          <p:spPr bwMode="auto">
            <a:xfrm>
              <a:off x="11824393" y="555193"/>
              <a:ext cx="45719" cy="45719"/>
            </a:xfrm>
            <a:prstGeom prst="ellipse">
              <a:avLst/>
            </a:prstGeom>
            <a:grpFill/>
            <a:ln w="12700">
              <a:solidFill>
                <a:schemeClr val="bg1">
                  <a:alpha val="30000"/>
                </a:schemeClr>
              </a:solidFill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3" name="Hexagon 282">
              <a:extLst>
                <a:ext uri="{FF2B5EF4-FFF2-40B4-BE49-F238E27FC236}">
                  <a16:creationId xmlns:a16="http://schemas.microsoft.com/office/drawing/2014/main" id="{9D344AF8-7BA4-71C7-9E05-3400DA0064A1}"/>
                </a:ext>
              </a:extLst>
            </p:cNvPr>
            <p:cNvSpPr/>
            <p:nvPr/>
          </p:nvSpPr>
          <p:spPr bwMode="auto">
            <a:xfrm rot="16200000">
              <a:off x="11580540" y="663959"/>
              <a:ext cx="194883" cy="168003"/>
            </a:xfrm>
            <a:prstGeom prst="hexagon">
              <a:avLst/>
            </a:prstGeom>
            <a:grpFill/>
            <a:ln w="12700">
              <a:solidFill>
                <a:schemeClr val="bg1">
                  <a:alpha val="30000"/>
                </a:schemeClr>
              </a:solidFill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4" name="Hexagon 283">
              <a:extLst>
                <a:ext uri="{FF2B5EF4-FFF2-40B4-BE49-F238E27FC236}">
                  <a16:creationId xmlns:a16="http://schemas.microsoft.com/office/drawing/2014/main" id="{291B5632-55D0-2B14-BFAD-C9A96CB2B3E3}"/>
                </a:ext>
              </a:extLst>
            </p:cNvPr>
            <p:cNvSpPr/>
            <p:nvPr/>
          </p:nvSpPr>
          <p:spPr bwMode="auto">
            <a:xfrm rot="16200000">
              <a:off x="12087451" y="357653"/>
              <a:ext cx="194883" cy="168003"/>
            </a:xfrm>
            <a:prstGeom prst="hexagon">
              <a:avLst/>
            </a:prstGeom>
            <a:grpFill/>
            <a:ln w="12700">
              <a:solidFill>
                <a:schemeClr val="bg1">
                  <a:alpha val="30000"/>
                </a:schemeClr>
              </a:solidFill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5" name="Hexagon 284">
              <a:extLst>
                <a:ext uri="{FF2B5EF4-FFF2-40B4-BE49-F238E27FC236}">
                  <a16:creationId xmlns:a16="http://schemas.microsoft.com/office/drawing/2014/main" id="{37B9C8A2-921D-37E9-5CEA-A354B5C4F4C3}"/>
                </a:ext>
              </a:extLst>
            </p:cNvPr>
            <p:cNvSpPr/>
            <p:nvPr/>
          </p:nvSpPr>
          <p:spPr bwMode="auto">
            <a:xfrm rot="16200000">
              <a:off x="12003450" y="205094"/>
              <a:ext cx="194883" cy="168003"/>
            </a:xfrm>
            <a:prstGeom prst="hexagon">
              <a:avLst/>
            </a:prstGeom>
            <a:grpFill/>
            <a:ln w="12700">
              <a:solidFill>
                <a:schemeClr val="bg1">
                  <a:alpha val="30000"/>
                </a:schemeClr>
              </a:solidFill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204A1F0-D8B8-BA94-8E1F-D6C37307D9C7}"/>
              </a:ext>
            </a:extLst>
          </p:cNvPr>
          <p:cNvCxnSpPr>
            <a:cxnSpLocks/>
          </p:cNvCxnSpPr>
          <p:nvPr/>
        </p:nvCxnSpPr>
        <p:spPr bwMode="auto">
          <a:xfrm flipV="1">
            <a:off x="2082802" y="1512935"/>
            <a:ext cx="0" cy="1888501"/>
          </a:xfrm>
          <a:prstGeom prst="line">
            <a:avLst/>
          </a:prstGeom>
          <a:noFill/>
          <a:ln w="9525" cap="flat" cmpd="sng" algn="ctr">
            <a:solidFill>
              <a:srgbClr val="97C63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7" name="Freeform: Shape 286">
            <a:extLst>
              <a:ext uri="{FF2B5EF4-FFF2-40B4-BE49-F238E27FC236}">
                <a16:creationId xmlns:a16="http://schemas.microsoft.com/office/drawing/2014/main" id="{5CE90179-B965-700B-1D61-2C8930FADBC5}"/>
              </a:ext>
            </a:extLst>
          </p:cNvPr>
          <p:cNvSpPr/>
          <p:nvPr/>
        </p:nvSpPr>
        <p:spPr>
          <a:xfrm>
            <a:off x="2077290" y="1497628"/>
            <a:ext cx="1463613" cy="1401980"/>
          </a:xfrm>
          <a:custGeom>
            <a:avLst/>
            <a:gdLst>
              <a:gd name="connsiteX0" fmla="*/ 0 w 2278707"/>
              <a:gd name="connsiteY0" fmla="*/ 0 h 2349210"/>
              <a:gd name="connsiteX1" fmla="*/ 2278707 w 2278707"/>
              <a:gd name="connsiteY1" fmla="*/ 0 h 2349210"/>
              <a:gd name="connsiteX2" fmla="*/ 2278707 w 2278707"/>
              <a:gd name="connsiteY2" fmla="*/ 2349210 h 2349210"/>
              <a:gd name="connsiteX3" fmla="*/ 0 w 2278707"/>
              <a:gd name="connsiteY3" fmla="*/ 2349210 h 2349210"/>
              <a:gd name="connsiteX4" fmla="*/ 0 w 2278707"/>
              <a:gd name="connsiteY4" fmla="*/ 0 h 2349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8707" h="2349210">
                <a:moveTo>
                  <a:pt x="0" y="0"/>
                </a:moveTo>
                <a:lnTo>
                  <a:pt x="2278707" y="0"/>
                </a:lnTo>
                <a:lnTo>
                  <a:pt x="2278707" y="2349210"/>
                </a:lnTo>
                <a:lnTo>
                  <a:pt x="0" y="234921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114300" marR="0" lvl="0" indent="-11430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97C63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Eeu fugiatnu llapariat ure xcepteurs intoccae catcup</a:t>
            </a:r>
          </a:p>
          <a:p>
            <a:pPr marL="114300" marR="0" lvl="0" indent="-11430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97C63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14300" marR="0" lvl="0" indent="-11430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97C63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Idatatnon proidentsu nti nculpaquio fficiades erunt</a:t>
            </a:r>
          </a:p>
          <a:p>
            <a:pPr marL="114300" marR="0" lvl="0" indent="-11430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97C63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14300" lvl="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  <a:defRPr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Mollitan imidestlabo rumcurabi</a:t>
            </a:r>
          </a:p>
        </p:txBody>
      </p: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B9292D22-C1DF-8757-DD2A-0B4C1FF96C86}"/>
              </a:ext>
            </a:extLst>
          </p:cNvPr>
          <p:cNvCxnSpPr>
            <a:cxnSpLocks/>
          </p:cNvCxnSpPr>
          <p:nvPr/>
        </p:nvCxnSpPr>
        <p:spPr bwMode="auto">
          <a:xfrm flipV="1">
            <a:off x="3613481" y="1512935"/>
            <a:ext cx="0" cy="1888501"/>
          </a:xfrm>
          <a:prstGeom prst="line">
            <a:avLst/>
          </a:prstGeom>
          <a:noFill/>
          <a:ln w="9525" cap="flat" cmpd="sng" algn="ctr">
            <a:solidFill>
              <a:srgbClr val="97C63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3FFD295A-777E-8D36-1F2B-6210AEBF5BAA}"/>
              </a:ext>
            </a:extLst>
          </p:cNvPr>
          <p:cNvCxnSpPr>
            <a:cxnSpLocks/>
          </p:cNvCxnSpPr>
          <p:nvPr/>
        </p:nvCxnSpPr>
        <p:spPr bwMode="auto">
          <a:xfrm flipV="1">
            <a:off x="5535084" y="1494443"/>
            <a:ext cx="0" cy="1425576"/>
          </a:xfrm>
          <a:prstGeom prst="line">
            <a:avLst/>
          </a:prstGeom>
          <a:noFill/>
          <a:ln w="9525" cap="flat" cmpd="sng" algn="ctr">
            <a:solidFill>
              <a:srgbClr val="97C63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CF0F1158-7BDA-0603-050C-7038705E5940}"/>
              </a:ext>
            </a:extLst>
          </p:cNvPr>
          <p:cNvCxnSpPr>
            <a:cxnSpLocks/>
          </p:cNvCxnSpPr>
          <p:nvPr/>
        </p:nvCxnSpPr>
        <p:spPr bwMode="auto">
          <a:xfrm flipV="1">
            <a:off x="7770686" y="1512935"/>
            <a:ext cx="0" cy="846724"/>
          </a:xfrm>
          <a:prstGeom prst="line">
            <a:avLst/>
          </a:prstGeom>
          <a:noFill/>
          <a:ln w="9525" cap="flat" cmpd="sng" algn="ctr">
            <a:solidFill>
              <a:srgbClr val="97C63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1" name="Freeform: Shape 290">
            <a:extLst>
              <a:ext uri="{FF2B5EF4-FFF2-40B4-BE49-F238E27FC236}">
                <a16:creationId xmlns:a16="http://schemas.microsoft.com/office/drawing/2014/main" id="{55D1D15B-EB54-DE38-5DFA-E0FACF3B3056}"/>
              </a:ext>
            </a:extLst>
          </p:cNvPr>
          <p:cNvSpPr/>
          <p:nvPr/>
        </p:nvSpPr>
        <p:spPr>
          <a:xfrm>
            <a:off x="7744493" y="1490557"/>
            <a:ext cx="1998703" cy="1040388"/>
          </a:xfrm>
          <a:custGeom>
            <a:avLst/>
            <a:gdLst>
              <a:gd name="connsiteX0" fmla="*/ 0 w 2533315"/>
              <a:gd name="connsiteY0" fmla="*/ 0 h 3008633"/>
              <a:gd name="connsiteX1" fmla="*/ 2533315 w 2533315"/>
              <a:gd name="connsiteY1" fmla="*/ 0 h 3008633"/>
              <a:gd name="connsiteX2" fmla="*/ 2533315 w 2533315"/>
              <a:gd name="connsiteY2" fmla="*/ 3008633 h 3008633"/>
              <a:gd name="connsiteX3" fmla="*/ 0 w 2533315"/>
              <a:gd name="connsiteY3" fmla="*/ 3008633 h 3008633"/>
              <a:gd name="connsiteX4" fmla="*/ 0 w 2533315"/>
              <a:gd name="connsiteY4" fmla="*/ 0 h 3008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3315" h="3008633">
                <a:moveTo>
                  <a:pt x="0" y="0"/>
                </a:moveTo>
                <a:lnTo>
                  <a:pt x="2533315" y="0"/>
                </a:lnTo>
                <a:lnTo>
                  <a:pt x="2533315" y="3008633"/>
                </a:lnTo>
                <a:lnTo>
                  <a:pt x="0" y="300863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Turno nnullasi tame TNI SLTe mpu Sconval lisquisa clectus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Pellentesqu einip su mid orcip ortadapi, busvivam ussuscipi &amp; ttortorege tfelispor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F91E913B-65E1-B8C7-3562-914598560F6E}"/>
              </a:ext>
            </a:extLst>
          </p:cNvPr>
          <p:cNvSpPr/>
          <p:nvPr/>
        </p:nvSpPr>
        <p:spPr>
          <a:xfrm>
            <a:off x="8164821" y="2477117"/>
            <a:ext cx="1374603" cy="23325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Ttito rvolutp atcrasul tri 2020 cie 2021 sligulase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Dm 2020, agnadictump ortalorem </a:t>
            </a:r>
            <a:r>
              <a:rPr lang="en-US" sz="1050" b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~$69IP </a:t>
            </a: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su mdolorsita MeT consect eturadi piscin gelitse ddoei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</p:txBody>
      </p: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74420BB8-9C9D-7B29-DD48-5F82A5D89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9984401" y="1512936"/>
            <a:ext cx="0" cy="498744"/>
          </a:xfrm>
          <a:prstGeom prst="line">
            <a:avLst/>
          </a:prstGeom>
          <a:noFill/>
          <a:ln w="9525" cap="flat" cmpd="sng" algn="ctr">
            <a:solidFill>
              <a:srgbClr val="97C63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4" name="Freeform: Shape 293">
            <a:extLst>
              <a:ext uri="{FF2B5EF4-FFF2-40B4-BE49-F238E27FC236}">
                <a16:creationId xmlns:a16="http://schemas.microsoft.com/office/drawing/2014/main" id="{6B86B03C-EDA3-C02C-0413-B676E088044B}"/>
              </a:ext>
            </a:extLst>
          </p:cNvPr>
          <p:cNvSpPr/>
          <p:nvPr/>
        </p:nvSpPr>
        <p:spPr>
          <a:xfrm>
            <a:off x="10327627" y="2095207"/>
            <a:ext cx="1677535" cy="942805"/>
          </a:xfrm>
          <a:custGeom>
            <a:avLst/>
            <a:gdLst>
              <a:gd name="connsiteX0" fmla="*/ 0 w 2533315"/>
              <a:gd name="connsiteY0" fmla="*/ 0 h 3008633"/>
              <a:gd name="connsiteX1" fmla="*/ 2533315 w 2533315"/>
              <a:gd name="connsiteY1" fmla="*/ 0 h 3008633"/>
              <a:gd name="connsiteX2" fmla="*/ 2533315 w 2533315"/>
              <a:gd name="connsiteY2" fmla="*/ 3008633 h 3008633"/>
              <a:gd name="connsiteX3" fmla="*/ 0 w 2533315"/>
              <a:gd name="connsiteY3" fmla="*/ 3008633 h 3008633"/>
              <a:gd name="connsiteX4" fmla="*/ 0 w 2533315"/>
              <a:gd name="connsiteY4" fmla="*/ 0 h 3008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3315" h="3008633">
                <a:moveTo>
                  <a:pt x="0" y="0"/>
                </a:moveTo>
                <a:lnTo>
                  <a:pt x="2533315" y="0"/>
                </a:lnTo>
                <a:lnTo>
                  <a:pt x="2533315" y="3008633"/>
                </a:lnTo>
                <a:lnTo>
                  <a:pt x="0" y="300863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USM odtemporinci diduntutl A2B oreetdolo rem agnaali quaut enimadm. </a:t>
            </a:r>
          </a:p>
          <a:p>
            <a:pPr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Inimven iamquisn ostrudex ercitat: I2O Null Am 3 colabori sni 2022-2023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Si 2021, utaliquipex eacommodo ~</a:t>
            </a:r>
            <a:r>
              <a:rPr lang="en-US" sz="1050" b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$45CO </a:t>
            </a:r>
            <a:r>
              <a:rPr lang="en-US" sz="105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ns equatduisa UtE iruredo</a:t>
            </a:r>
          </a:p>
          <a:p>
            <a:pPr marL="114300" indent="-114300" defTabSz="622300">
              <a:lnSpc>
                <a:spcPct val="90000"/>
              </a:lnSpc>
              <a:spcBef>
                <a:spcPct val="0"/>
              </a:spcBef>
              <a:buClr>
                <a:srgbClr val="97C63A"/>
              </a:buClr>
              <a:buFont typeface="Arial" panose="020B0604020202020204" pitchFamily="34" charset="0"/>
              <a:buChar char="•"/>
            </a:pPr>
            <a:endParaRPr lang="en-US" sz="105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</p:txBody>
      </p: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70BDDEC3-EEA8-F041-AFAF-55243E9CBAF8}"/>
              </a:ext>
            </a:extLst>
          </p:cNvPr>
          <p:cNvCxnSpPr>
            <a:cxnSpLocks/>
          </p:cNvCxnSpPr>
          <p:nvPr/>
        </p:nvCxnSpPr>
        <p:spPr bwMode="auto">
          <a:xfrm flipV="1">
            <a:off x="221795" y="1512936"/>
            <a:ext cx="0" cy="1409939"/>
          </a:xfrm>
          <a:prstGeom prst="line">
            <a:avLst/>
          </a:prstGeom>
          <a:noFill/>
          <a:ln w="9525" cap="flat" cmpd="sng" algn="ctr">
            <a:solidFill>
              <a:srgbClr val="498CC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8" name="Freeform 181">
            <a:extLst>
              <a:ext uri="{FF2B5EF4-FFF2-40B4-BE49-F238E27FC236}">
                <a16:creationId xmlns:a16="http://schemas.microsoft.com/office/drawing/2014/main" id="{92ACA75B-0A55-4F3C-62EC-52ADA6D368DF}"/>
              </a:ext>
            </a:extLst>
          </p:cNvPr>
          <p:cNvSpPr>
            <a:spLocks noEditPoints="1"/>
          </p:cNvSpPr>
          <p:nvPr/>
        </p:nvSpPr>
        <p:spPr bwMode="auto">
          <a:xfrm>
            <a:off x="9454110" y="5990657"/>
            <a:ext cx="549275" cy="346075"/>
          </a:xfrm>
          <a:custGeom>
            <a:avLst/>
            <a:gdLst>
              <a:gd name="T0" fmla="*/ 171 w 200"/>
              <a:gd name="T1" fmla="*/ 91 h 125"/>
              <a:gd name="T2" fmla="*/ 200 w 200"/>
              <a:gd name="T3" fmla="*/ 12 h 125"/>
              <a:gd name="T4" fmla="*/ 143 w 200"/>
              <a:gd name="T5" fmla="*/ 20 h 125"/>
              <a:gd name="T6" fmla="*/ 142 w 200"/>
              <a:gd name="T7" fmla="*/ 23 h 125"/>
              <a:gd name="T8" fmla="*/ 83 w 200"/>
              <a:gd name="T9" fmla="*/ 17 h 125"/>
              <a:gd name="T10" fmla="*/ 48 w 200"/>
              <a:gd name="T11" fmla="*/ 12 h 125"/>
              <a:gd name="T12" fmla="*/ 1 w 200"/>
              <a:gd name="T13" fmla="*/ 1 h 125"/>
              <a:gd name="T14" fmla="*/ 3 w 200"/>
              <a:gd name="T15" fmla="*/ 83 h 125"/>
              <a:gd name="T16" fmla="*/ 33 w 200"/>
              <a:gd name="T17" fmla="*/ 76 h 125"/>
              <a:gd name="T18" fmla="*/ 86 w 200"/>
              <a:gd name="T19" fmla="*/ 120 h 125"/>
              <a:gd name="T20" fmla="*/ 109 w 200"/>
              <a:gd name="T21" fmla="*/ 122 h 125"/>
              <a:gd name="T22" fmla="*/ 127 w 200"/>
              <a:gd name="T23" fmla="*/ 114 h 125"/>
              <a:gd name="T24" fmla="*/ 138 w 200"/>
              <a:gd name="T25" fmla="*/ 112 h 125"/>
              <a:gd name="T26" fmla="*/ 145 w 200"/>
              <a:gd name="T27" fmla="*/ 105 h 125"/>
              <a:gd name="T28" fmla="*/ 158 w 200"/>
              <a:gd name="T29" fmla="*/ 89 h 125"/>
              <a:gd name="T30" fmla="*/ 152 w 200"/>
              <a:gd name="T31" fmla="*/ 22 h 125"/>
              <a:gd name="T32" fmla="*/ 194 w 200"/>
              <a:gd name="T33" fmla="*/ 85 h 125"/>
              <a:gd name="T34" fmla="*/ 151 w 200"/>
              <a:gd name="T35" fmla="*/ 23 h 125"/>
              <a:gd name="T36" fmla="*/ 26 w 200"/>
              <a:gd name="T37" fmla="*/ 75 h 125"/>
              <a:gd name="T38" fmla="*/ 6 w 200"/>
              <a:gd name="T39" fmla="*/ 7 h 125"/>
              <a:gd name="T40" fmla="*/ 42 w 200"/>
              <a:gd name="T41" fmla="*/ 13 h 125"/>
              <a:gd name="T42" fmla="*/ 150 w 200"/>
              <a:gd name="T43" fmla="*/ 97 h 125"/>
              <a:gd name="T44" fmla="*/ 117 w 200"/>
              <a:gd name="T45" fmla="*/ 72 h 125"/>
              <a:gd name="T46" fmla="*/ 114 w 200"/>
              <a:gd name="T47" fmla="*/ 77 h 125"/>
              <a:gd name="T48" fmla="*/ 139 w 200"/>
              <a:gd name="T49" fmla="*/ 102 h 125"/>
              <a:gd name="T50" fmla="*/ 127 w 200"/>
              <a:gd name="T51" fmla="*/ 106 h 125"/>
              <a:gd name="T52" fmla="*/ 101 w 200"/>
              <a:gd name="T53" fmla="*/ 88 h 125"/>
              <a:gd name="T54" fmla="*/ 122 w 200"/>
              <a:gd name="T55" fmla="*/ 110 h 125"/>
              <a:gd name="T56" fmla="*/ 110 w 200"/>
              <a:gd name="T57" fmla="*/ 115 h 125"/>
              <a:gd name="T58" fmla="*/ 87 w 200"/>
              <a:gd name="T59" fmla="*/ 93 h 125"/>
              <a:gd name="T60" fmla="*/ 103 w 200"/>
              <a:gd name="T61" fmla="*/ 116 h 125"/>
              <a:gd name="T62" fmla="*/ 100 w 200"/>
              <a:gd name="T63" fmla="*/ 118 h 125"/>
              <a:gd name="T64" fmla="*/ 42 w 200"/>
              <a:gd name="T65" fmla="*/ 76 h 125"/>
              <a:gd name="T66" fmla="*/ 35 w 200"/>
              <a:gd name="T67" fmla="*/ 69 h 125"/>
              <a:gd name="T68" fmla="*/ 47 w 200"/>
              <a:gd name="T69" fmla="*/ 24 h 125"/>
              <a:gd name="T70" fmla="*/ 63 w 200"/>
              <a:gd name="T71" fmla="*/ 50 h 125"/>
              <a:gd name="T72" fmla="*/ 93 w 200"/>
              <a:gd name="T73" fmla="*/ 49 h 125"/>
              <a:gd name="T74" fmla="*/ 103 w 200"/>
              <a:gd name="T75" fmla="*/ 45 h 125"/>
              <a:gd name="T76" fmla="*/ 122 w 200"/>
              <a:gd name="T77" fmla="*/ 61 h 125"/>
              <a:gd name="T78" fmla="*/ 156 w 200"/>
              <a:gd name="T79" fmla="*/ 83 h 125"/>
              <a:gd name="T80" fmla="*/ 106 w 200"/>
              <a:gd name="T81" fmla="*/ 39 h 125"/>
              <a:gd name="T82" fmla="*/ 97 w 200"/>
              <a:gd name="T83" fmla="*/ 41 h 125"/>
              <a:gd name="T84" fmla="*/ 71 w 200"/>
              <a:gd name="T85" fmla="*/ 51 h 125"/>
              <a:gd name="T86" fmla="*/ 115 w 200"/>
              <a:gd name="T87" fmla="*/ 19 h 125"/>
              <a:gd name="T88" fmla="*/ 149 w 200"/>
              <a:gd name="T89" fmla="*/ 33 h 125"/>
              <a:gd name="T90" fmla="*/ 156 w 200"/>
              <a:gd name="T91" fmla="*/ 8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00" h="125">
                <a:moveTo>
                  <a:pt x="167" y="85"/>
                </a:moveTo>
                <a:cubicBezTo>
                  <a:pt x="168" y="86"/>
                  <a:pt x="168" y="88"/>
                  <a:pt x="168" y="89"/>
                </a:cubicBezTo>
                <a:cubicBezTo>
                  <a:pt x="169" y="90"/>
                  <a:pt x="170" y="91"/>
                  <a:pt x="171" y="91"/>
                </a:cubicBezTo>
                <a:cubicBezTo>
                  <a:pt x="197" y="91"/>
                  <a:pt x="197" y="91"/>
                  <a:pt x="197" y="91"/>
                </a:cubicBezTo>
                <a:cubicBezTo>
                  <a:pt x="198" y="91"/>
                  <a:pt x="200" y="90"/>
                  <a:pt x="200" y="88"/>
                </a:cubicBezTo>
                <a:cubicBezTo>
                  <a:pt x="200" y="12"/>
                  <a:pt x="200" y="12"/>
                  <a:pt x="200" y="12"/>
                </a:cubicBezTo>
                <a:cubicBezTo>
                  <a:pt x="200" y="10"/>
                  <a:pt x="198" y="9"/>
                  <a:pt x="197" y="9"/>
                </a:cubicBezTo>
                <a:cubicBezTo>
                  <a:pt x="164" y="9"/>
                  <a:pt x="146" y="17"/>
                  <a:pt x="145" y="18"/>
                </a:cubicBezTo>
                <a:cubicBezTo>
                  <a:pt x="144" y="18"/>
                  <a:pt x="144" y="19"/>
                  <a:pt x="143" y="20"/>
                </a:cubicBezTo>
                <a:cubicBezTo>
                  <a:pt x="143" y="20"/>
                  <a:pt x="143" y="21"/>
                  <a:pt x="144" y="22"/>
                </a:cubicBezTo>
                <a:cubicBezTo>
                  <a:pt x="145" y="24"/>
                  <a:pt x="145" y="24"/>
                  <a:pt x="145" y="24"/>
                </a:cubicBezTo>
                <a:cubicBezTo>
                  <a:pt x="142" y="23"/>
                  <a:pt x="142" y="23"/>
                  <a:pt x="142" y="23"/>
                </a:cubicBezTo>
                <a:cubicBezTo>
                  <a:pt x="136" y="21"/>
                  <a:pt x="127" y="17"/>
                  <a:pt x="118" y="13"/>
                </a:cubicBezTo>
                <a:cubicBezTo>
                  <a:pt x="104" y="7"/>
                  <a:pt x="95" y="8"/>
                  <a:pt x="83" y="17"/>
                </a:cubicBezTo>
                <a:cubicBezTo>
                  <a:pt x="83" y="17"/>
                  <a:pt x="83" y="17"/>
                  <a:pt x="83" y="17"/>
                </a:cubicBezTo>
                <a:cubicBezTo>
                  <a:pt x="48" y="17"/>
                  <a:pt x="48" y="17"/>
                  <a:pt x="48" y="17"/>
                </a:cubicBezTo>
                <a:cubicBezTo>
                  <a:pt x="48" y="16"/>
                  <a:pt x="48" y="16"/>
                  <a:pt x="48" y="16"/>
                </a:cubicBezTo>
                <a:cubicBezTo>
                  <a:pt x="48" y="15"/>
                  <a:pt x="48" y="13"/>
                  <a:pt x="48" y="12"/>
                </a:cubicBezTo>
                <a:cubicBezTo>
                  <a:pt x="48" y="11"/>
                  <a:pt x="48" y="10"/>
                  <a:pt x="47" y="10"/>
                </a:cubicBezTo>
                <a:cubicBezTo>
                  <a:pt x="42" y="4"/>
                  <a:pt x="21" y="1"/>
                  <a:pt x="3" y="0"/>
                </a:cubicBezTo>
                <a:cubicBezTo>
                  <a:pt x="2" y="0"/>
                  <a:pt x="2" y="1"/>
                  <a:pt x="1" y="1"/>
                </a:cubicBezTo>
                <a:cubicBezTo>
                  <a:pt x="0" y="2"/>
                  <a:pt x="0" y="3"/>
                  <a:pt x="0" y="4"/>
                </a:cubicBezTo>
                <a:cubicBezTo>
                  <a:pt x="0" y="79"/>
                  <a:pt x="0" y="79"/>
                  <a:pt x="0" y="79"/>
                </a:cubicBezTo>
                <a:cubicBezTo>
                  <a:pt x="0" y="81"/>
                  <a:pt x="1" y="83"/>
                  <a:pt x="3" y="83"/>
                </a:cubicBezTo>
                <a:cubicBezTo>
                  <a:pt x="28" y="83"/>
                  <a:pt x="28" y="83"/>
                  <a:pt x="28" y="83"/>
                </a:cubicBezTo>
                <a:cubicBezTo>
                  <a:pt x="30" y="83"/>
                  <a:pt x="31" y="82"/>
                  <a:pt x="31" y="80"/>
                </a:cubicBezTo>
                <a:cubicBezTo>
                  <a:pt x="33" y="76"/>
                  <a:pt x="33" y="76"/>
                  <a:pt x="33" y="76"/>
                </a:cubicBezTo>
                <a:cubicBezTo>
                  <a:pt x="37" y="80"/>
                  <a:pt x="37" y="80"/>
                  <a:pt x="37" y="80"/>
                </a:cubicBezTo>
                <a:cubicBezTo>
                  <a:pt x="41" y="84"/>
                  <a:pt x="45" y="88"/>
                  <a:pt x="47" y="90"/>
                </a:cubicBezTo>
                <a:cubicBezTo>
                  <a:pt x="63" y="103"/>
                  <a:pt x="82" y="117"/>
                  <a:pt x="86" y="120"/>
                </a:cubicBezTo>
                <a:cubicBezTo>
                  <a:pt x="89" y="122"/>
                  <a:pt x="95" y="125"/>
                  <a:pt x="100" y="125"/>
                </a:cubicBezTo>
                <a:cubicBezTo>
                  <a:pt x="104" y="125"/>
                  <a:pt x="107" y="124"/>
                  <a:pt x="109" y="122"/>
                </a:cubicBezTo>
                <a:cubicBezTo>
                  <a:pt x="109" y="122"/>
                  <a:pt x="109" y="122"/>
                  <a:pt x="109" y="122"/>
                </a:cubicBezTo>
                <a:cubicBezTo>
                  <a:pt x="110" y="122"/>
                  <a:pt x="110" y="122"/>
                  <a:pt x="110" y="122"/>
                </a:cubicBezTo>
                <a:cubicBezTo>
                  <a:pt x="113" y="123"/>
                  <a:pt x="116" y="123"/>
                  <a:pt x="119" y="122"/>
                </a:cubicBezTo>
                <a:cubicBezTo>
                  <a:pt x="122" y="120"/>
                  <a:pt x="125" y="118"/>
                  <a:pt x="127" y="114"/>
                </a:cubicBezTo>
                <a:cubicBezTo>
                  <a:pt x="127" y="113"/>
                  <a:pt x="127" y="113"/>
                  <a:pt x="127" y="113"/>
                </a:cubicBezTo>
                <a:cubicBezTo>
                  <a:pt x="128" y="114"/>
                  <a:pt x="128" y="114"/>
                  <a:pt x="128" y="114"/>
                </a:cubicBezTo>
                <a:cubicBezTo>
                  <a:pt x="131" y="114"/>
                  <a:pt x="135" y="114"/>
                  <a:pt x="138" y="112"/>
                </a:cubicBezTo>
                <a:cubicBezTo>
                  <a:pt x="141" y="111"/>
                  <a:pt x="143" y="108"/>
                  <a:pt x="144" y="105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149" y="105"/>
                  <a:pt x="152" y="104"/>
                  <a:pt x="154" y="102"/>
                </a:cubicBezTo>
                <a:cubicBezTo>
                  <a:pt x="158" y="99"/>
                  <a:pt x="159" y="94"/>
                  <a:pt x="159" y="90"/>
                </a:cubicBezTo>
                <a:cubicBezTo>
                  <a:pt x="158" y="89"/>
                  <a:pt x="158" y="89"/>
                  <a:pt x="158" y="89"/>
                </a:cubicBezTo>
                <a:cubicBezTo>
                  <a:pt x="167" y="83"/>
                  <a:pt x="167" y="83"/>
                  <a:pt x="167" y="83"/>
                </a:cubicBezTo>
                <a:lnTo>
                  <a:pt x="167" y="85"/>
                </a:lnTo>
                <a:close/>
                <a:moveTo>
                  <a:pt x="152" y="22"/>
                </a:moveTo>
                <a:cubicBezTo>
                  <a:pt x="158" y="19"/>
                  <a:pt x="172" y="16"/>
                  <a:pt x="192" y="15"/>
                </a:cubicBezTo>
                <a:cubicBezTo>
                  <a:pt x="194" y="15"/>
                  <a:pt x="194" y="15"/>
                  <a:pt x="194" y="15"/>
                </a:cubicBezTo>
                <a:cubicBezTo>
                  <a:pt x="194" y="85"/>
                  <a:pt x="194" y="85"/>
                  <a:pt x="194" y="85"/>
                </a:cubicBezTo>
                <a:cubicBezTo>
                  <a:pt x="174" y="85"/>
                  <a:pt x="174" y="85"/>
                  <a:pt x="174" y="85"/>
                </a:cubicBezTo>
                <a:cubicBezTo>
                  <a:pt x="174" y="84"/>
                  <a:pt x="174" y="84"/>
                  <a:pt x="174" y="84"/>
                </a:cubicBezTo>
                <a:cubicBezTo>
                  <a:pt x="170" y="71"/>
                  <a:pt x="158" y="37"/>
                  <a:pt x="151" y="23"/>
                </a:cubicBezTo>
                <a:cubicBezTo>
                  <a:pt x="151" y="22"/>
                  <a:pt x="151" y="22"/>
                  <a:pt x="151" y="22"/>
                </a:cubicBezTo>
                <a:lnTo>
                  <a:pt x="152" y="22"/>
                </a:lnTo>
                <a:close/>
                <a:moveTo>
                  <a:pt x="26" y="75"/>
                </a:moveTo>
                <a:cubicBezTo>
                  <a:pt x="26" y="76"/>
                  <a:pt x="26" y="76"/>
                  <a:pt x="26" y="76"/>
                </a:cubicBezTo>
                <a:cubicBezTo>
                  <a:pt x="6" y="76"/>
                  <a:pt x="6" y="76"/>
                  <a:pt x="6" y="76"/>
                </a:cubicBezTo>
                <a:cubicBezTo>
                  <a:pt x="6" y="7"/>
                  <a:pt x="6" y="7"/>
                  <a:pt x="6" y="7"/>
                </a:cubicBezTo>
                <a:cubicBezTo>
                  <a:pt x="7" y="7"/>
                  <a:pt x="7" y="7"/>
                  <a:pt x="7" y="7"/>
                </a:cubicBezTo>
                <a:cubicBezTo>
                  <a:pt x="20" y="8"/>
                  <a:pt x="35" y="10"/>
                  <a:pt x="41" y="13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4"/>
                  <a:pt x="42" y="14"/>
                  <a:pt x="42" y="14"/>
                </a:cubicBezTo>
                <a:cubicBezTo>
                  <a:pt x="39" y="33"/>
                  <a:pt x="29" y="66"/>
                  <a:pt x="26" y="75"/>
                </a:cubicBezTo>
                <a:close/>
                <a:moveTo>
                  <a:pt x="150" y="97"/>
                </a:moveTo>
                <a:cubicBezTo>
                  <a:pt x="148" y="98"/>
                  <a:pt x="146" y="99"/>
                  <a:pt x="144" y="98"/>
                </a:cubicBezTo>
                <a:cubicBezTo>
                  <a:pt x="140" y="95"/>
                  <a:pt x="126" y="80"/>
                  <a:pt x="119" y="73"/>
                </a:cubicBezTo>
                <a:cubicBezTo>
                  <a:pt x="118" y="72"/>
                  <a:pt x="118" y="72"/>
                  <a:pt x="117" y="72"/>
                </a:cubicBezTo>
                <a:cubicBezTo>
                  <a:pt x="116" y="72"/>
                  <a:pt x="115" y="72"/>
                  <a:pt x="115" y="73"/>
                </a:cubicBezTo>
                <a:cubicBezTo>
                  <a:pt x="114" y="73"/>
                  <a:pt x="114" y="74"/>
                  <a:pt x="114" y="75"/>
                </a:cubicBezTo>
                <a:cubicBezTo>
                  <a:pt x="114" y="76"/>
                  <a:pt x="114" y="77"/>
                  <a:pt x="114" y="77"/>
                </a:cubicBezTo>
                <a:cubicBezTo>
                  <a:pt x="119" y="82"/>
                  <a:pt x="133" y="96"/>
                  <a:pt x="138" y="101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8" y="105"/>
                  <a:pt x="136" y="106"/>
                  <a:pt x="135" y="106"/>
                </a:cubicBezTo>
                <a:cubicBezTo>
                  <a:pt x="132" y="108"/>
                  <a:pt x="129" y="108"/>
                  <a:pt x="127" y="106"/>
                </a:cubicBezTo>
                <a:cubicBezTo>
                  <a:pt x="127" y="106"/>
                  <a:pt x="127" y="106"/>
                  <a:pt x="127" y="106"/>
                </a:cubicBezTo>
                <a:cubicBezTo>
                  <a:pt x="122" y="102"/>
                  <a:pt x="109" y="89"/>
                  <a:pt x="106" y="86"/>
                </a:cubicBezTo>
                <a:cubicBezTo>
                  <a:pt x="105" y="84"/>
                  <a:pt x="103" y="84"/>
                  <a:pt x="102" y="85"/>
                </a:cubicBezTo>
                <a:cubicBezTo>
                  <a:pt x="101" y="86"/>
                  <a:pt x="101" y="87"/>
                  <a:pt x="101" y="88"/>
                </a:cubicBezTo>
                <a:cubicBezTo>
                  <a:pt x="101" y="88"/>
                  <a:pt x="101" y="89"/>
                  <a:pt x="102" y="90"/>
                </a:cubicBezTo>
                <a:cubicBezTo>
                  <a:pt x="104" y="92"/>
                  <a:pt x="115" y="104"/>
                  <a:pt x="121" y="110"/>
                </a:cubicBezTo>
                <a:cubicBezTo>
                  <a:pt x="122" y="110"/>
                  <a:pt x="122" y="110"/>
                  <a:pt x="122" y="110"/>
                </a:cubicBezTo>
                <a:cubicBezTo>
                  <a:pt x="121" y="111"/>
                  <a:pt x="121" y="111"/>
                  <a:pt x="121" y="111"/>
                </a:cubicBezTo>
                <a:cubicBezTo>
                  <a:pt x="121" y="113"/>
                  <a:pt x="119" y="115"/>
                  <a:pt x="116" y="116"/>
                </a:cubicBezTo>
                <a:cubicBezTo>
                  <a:pt x="114" y="117"/>
                  <a:pt x="112" y="116"/>
                  <a:pt x="110" y="115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04" y="110"/>
                  <a:pt x="93" y="98"/>
                  <a:pt x="90" y="94"/>
                </a:cubicBezTo>
                <a:cubicBezTo>
                  <a:pt x="89" y="93"/>
                  <a:pt x="88" y="93"/>
                  <a:pt x="87" y="93"/>
                </a:cubicBezTo>
                <a:cubicBezTo>
                  <a:pt x="86" y="93"/>
                  <a:pt x="86" y="93"/>
                  <a:pt x="85" y="94"/>
                </a:cubicBezTo>
                <a:cubicBezTo>
                  <a:pt x="84" y="95"/>
                  <a:pt x="84" y="97"/>
                  <a:pt x="85" y="98"/>
                </a:cubicBezTo>
                <a:cubicBezTo>
                  <a:pt x="87" y="101"/>
                  <a:pt x="96" y="110"/>
                  <a:pt x="103" y="116"/>
                </a:cubicBezTo>
                <a:cubicBezTo>
                  <a:pt x="104" y="118"/>
                  <a:pt x="104" y="118"/>
                  <a:pt x="104" y="118"/>
                </a:cubicBezTo>
                <a:cubicBezTo>
                  <a:pt x="102" y="118"/>
                  <a:pt x="102" y="118"/>
                  <a:pt x="102" y="118"/>
                </a:cubicBezTo>
                <a:cubicBezTo>
                  <a:pt x="101" y="118"/>
                  <a:pt x="101" y="118"/>
                  <a:pt x="100" y="118"/>
                </a:cubicBezTo>
                <a:cubicBezTo>
                  <a:pt x="97" y="118"/>
                  <a:pt x="92" y="116"/>
                  <a:pt x="89" y="115"/>
                </a:cubicBezTo>
                <a:cubicBezTo>
                  <a:pt x="86" y="113"/>
                  <a:pt x="67" y="99"/>
                  <a:pt x="51" y="85"/>
                </a:cubicBezTo>
                <a:cubicBezTo>
                  <a:pt x="49" y="83"/>
                  <a:pt x="45" y="79"/>
                  <a:pt x="42" y="76"/>
                </a:cubicBezTo>
                <a:cubicBezTo>
                  <a:pt x="42" y="76"/>
                  <a:pt x="42" y="76"/>
                  <a:pt x="42" y="76"/>
                </a:cubicBezTo>
                <a:cubicBezTo>
                  <a:pt x="40" y="73"/>
                  <a:pt x="37" y="71"/>
                  <a:pt x="35" y="69"/>
                </a:cubicBezTo>
                <a:cubicBezTo>
                  <a:pt x="35" y="69"/>
                  <a:pt x="35" y="69"/>
                  <a:pt x="35" y="69"/>
                </a:cubicBezTo>
                <a:cubicBezTo>
                  <a:pt x="35" y="68"/>
                  <a:pt x="35" y="68"/>
                  <a:pt x="35" y="68"/>
                </a:cubicBezTo>
                <a:cubicBezTo>
                  <a:pt x="39" y="56"/>
                  <a:pt x="44" y="39"/>
                  <a:pt x="47" y="24"/>
                </a:cubicBezTo>
                <a:cubicBezTo>
                  <a:pt x="47" y="24"/>
                  <a:pt x="47" y="24"/>
                  <a:pt x="47" y="24"/>
                </a:cubicBezTo>
                <a:cubicBezTo>
                  <a:pt x="76" y="24"/>
                  <a:pt x="76" y="24"/>
                  <a:pt x="76" y="24"/>
                </a:cubicBezTo>
                <a:cubicBezTo>
                  <a:pt x="74" y="25"/>
                  <a:pt x="74" y="25"/>
                  <a:pt x="74" y="25"/>
                </a:cubicBezTo>
                <a:cubicBezTo>
                  <a:pt x="69" y="31"/>
                  <a:pt x="61" y="42"/>
                  <a:pt x="63" y="50"/>
                </a:cubicBezTo>
                <a:cubicBezTo>
                  <a:pt x="64" y="54"/>
                  <a:pt x="66" y="56"/>
                  <a:pt x="69" y="57"/>
                </a:cubicBezTo>
                <a:cubicBezTo>
                  <a:pt x="79" y="60"/>
                  <a:pt x="87" y="57"/>
                  <a:pt x="93" y="49"/>
                </a:cubicBezTo>
                <a:cubicBezTo>
                  <a:pt x="93" y="49"/>
                  <a:pt x="93" y="49"/>
                  <a:pt x="93" y="49"/>
                </a:cubicBezTo>
                <a:cubicBezTo>
                  <a:pt x="94" y="49"/>
                  <a:pt x="94" y="49"/>
                  <a:pt x="94" y="49"/>
                </a:cubicBezTo>
                <a:cubicBezTo>
                  <a:pt x="96" y="48"/>
                  <a:pt x="98" y="48"/>
                  <a:pt x="100" y="47"/>
                </a:cubicBezTo>
                <a:cubicBezTo>
                  <a:pt x="101" y="46"/>
                  <a:pt x="101" y="46"/>
                  <a:pt x="103" y="45"/>
                </a:cubicBezTo>
                <a:cubicBezTo>
                  <a:pt x="103" y="45"/>
                  <a:pt x="103" y="45"/>
                  <a:pt x="103" y="45"/>
                </a:cubicBezTo>
                <a:cubicBezTo>
                  <a:pt x="104" y="46"/>
                  <a:pt x="104" y="46"/>
                  <a:pt x="104" y="46"/>
                </a:cubicBezTo>
                <a:cubicBezTo>
                  <a:pt x="109" y="50"/>
                  <a:pt x="115" y="56"/>
                  <a:pt x="122" y="61"/>
                </a:cubicBezTo>
                <a:cubicBezTo>
                  <a:pt x="134" y="71"/>
                  <a:pt x="148" y="82"/>
                  <a:pt x="152" y="89"/>
                </a:cubicBezTo>
                <a:cubicBezTo>
                  <a:pt x="154" y="93"/>
                  <a:pt x="151" y="96"/>
                  <a:pt x="150" y="97"/>
                </a:cubicBezTo>
                <a:close/>
                <a:moveTo>
                  <a:pt x="156" y="83"/>
                </a:moveTo>
                <a:cubicBezTo>
                  <a:pt x="155" y="83"/>
                  <a:pt x="155" y="83"/>
                  <a:pt x="155" y="83"/>
                </a:cubicBezTo>
                <a:cubicBezTo>
                  <a:pt x="149" y="75"/>
                  <a:pt x="137" y="65"/>
                  <a:pt x="126" y="56"/>
                </a:cubicBezTo>
                <a:cubicBezTo>
                  <a:pt x="118" y="50"/>
                  <a:pt x="111" y="44"/>
                  <a:pt x="106" y="39"/>
                </a:cubicBezTo>
                <a:cubicBezTo>
                  <a:pt x="106" y="38"/>
                  <a:pt x="104" y="38"/>
                  <a:pt x="103" y="38"/>
                </a:cubicBezTo>
                <a:cubicBezTo>
                  <a:pt x="100" y="39"/>
                  <a:pt x="99" y="40"/>
                  <a:pt x="97" y="41"/>
                </a:cubicBezTo>
                <a:cubicBezTo>
                  <a:pt x="97" y="41"/>
                  <a:pt x="97" y="41"/>
                  <a:pt x="97" y="41"/>
                </a:cubicBezTo>
                <a:cubicBezTo>
                  <a:pt x="95" y="42"/>
                  <a:pt x="94" y="42"/>
                  <a:pt x="91" y="43"/>
                </a:cubicBezTo>
                <a:cubicBezTo>
                  <a:pt x="90" y="43"/>
                  <a:pt x="89" y="43"/>
                  <a:pt x="89" y="44"/>
                </a:cubicBezTo>
                <a:cubicBezTo>
                  <a:pt x="84" y="51"/>
                  <a:pt x="78" y="53"/>
                  <a:pt x="71" y="51"/>
                </a:cubicBezTo>
                <a:cubicBezTo>
                  <a:pt x="70" y="50"/>
                  <a:pt x="69" y="50"/>
                  <a:pt x="69" y="49"/>
                </a:cubicBezTo>
                <a:cubicBezTo>
                  <a:pt x="68" y="44"/>
                  <a:pt x="73" y="35"/>
                  <a:pt x="79" y="30"/>
                </a:cubicBezTo>
                <a:cubicBezTo>
                  <a:pt x="92" y="16"/>
                  <a:pt x="100" y="12"/>
                  <a:pt x="115" y="19"/>
                </a:cubicBezTo>
                <a:cubicBezTo>
                  <a:pt x="130" y="25"/>
                  <a:pt x="144" y="31"/>
                  <a:pt x="148" y="32"/>
                </a:cubicBezTo>
                <a:cubicBezTo>
                  <a:pt x="148" y="32"/>
                  <a:pt x="148" y="32"/>
                  <a:pt x="148" y="32"/>
                </a:cubicBezTo>
                <a:cubicBezTo>
                  <a:pt x="149" y="33"/>
                  <a:pt x="149" y="33"/>
                  <a:pt x="149" y="33"/>
                </a:cubicBezTo>
                <a:cubicBezTo>
                  <a:pt x="154" y="45"/>
                  <a:pt x="160" y="64"/>
                  <a:pt x="165" y="76"/>
                </a:cubicBezTo>
                <a:cubicBezTo>
                  <a:pt x="165" y="77"/>
                  <a:pt x="165" y="77"/>
                  <a:pt x="165" y="77"/>
                </a:cubicBezTo>
                <a:lnTo>
                  <a:pt x="156" y="8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A4C7E7D9-A46A-EC49-C968-93A573E36971}"/>
              </a:ext>
            </a:extLst>
          </p:cNvPr>
          <p:cNvSpPr txBox="1"/>
          <p:nvPr/>
        </p:nvSpPr>
        <p:spPr>
          <a:xfrm>
            <a:off x="7613050" y="5051319"/>
            <a:ext cx="2200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</a:rPr>
              <a:t>Lorinre pre HEN deritinvo lu ptatevel ite ssecill umdoloreeuf ugiatnu llapari</a:t>
            </a:r>
          </a:p>
        </p:txBody>
      </p:sp>
      <p:sp>
        <p:nvSpPr>
          <p:cNvPr id="301" name="Pentagon 85">
            <a:extLst>
              <a:ext uri="{FF2B5EF4-FFF2-40B4-BE49-F238E27FC236}">
                <a16:creationId xmlns:a16="http://schemas.microsoft.com/office/drawing/2014/main" id="{63B961D7-D9D7-B408-B5BD-3B5FD6E372A9}"/>
              </a:ext>
            </a:extLst>
          </p:cNvPr>
          <p:cNvSpPr/>
          <p:nvPr/>
        </p:nvSpPr>
        <p:spPr>
          <a:xfrm>
            <a:off x="7768552" y="4200550"/>
            <a:ext cx="4331100" cy="165127"/>
          </a:xfrm>
          <a:prstGeom prst="homePlate">
            <a:avLst>
              <a:gd name="adj" fmla="val 27860"/>
            </a:avLst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sz="1050" i="1" kern="0">
              <a:solidFill>
                <a:prstClr val="black"/>
              </a:solidFill>
              <a:latin typeface="Gill Sans MT" panose="020B0502020104020203" pitchFamily="34" charset="0"/>
            </a:endParaRPr>
          </a:p>
        </p:txBody>
      </p:sp>
      <p:sp>
        <p:nvSpPr>
          <p:cNvPr id="302" name="Pentagon 85">
            <a:extLst>
              <a:ext uri="{FF2B5EF4-FFF2-40B4-BE49-F238E27FC236}">
                <a16:creationId xmlns:a16="http://schemas.microsoft.com/office/drawing/2014/main" id="{BED9EDB9-6C38-8911-BA7F-A8F465392364}"/>
              </a:ext>
            </a:extLst>
          </p:cNvPr>
          <p:cNvSpPr/>
          <p:nvPr/>
        </p:nvSpPr>
        <p:spPr>
          <a:xfrm>
            <a:off x="3477952" y="4197314"/>
            <a:ext cx="4435743" cy="177865"/>
          </a:xfrm>
          <a:prstGeom prst="homePlate">
            <a:avLst>
              <a:gd name="adj" fmla="val 27860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sz="1050" i="1" kern="0">
              <a:solidFill>
                <a:prstClr val="black"/>
              </a:solidFill>
              <a:latin typeface="Gill Sans MT" panose="020B0502020104020203" pitchFamily="34" charset="0"/>
            </a:endParaRPr>
          </a:p>
        </p:txBody>
      </p:sp>
      <p:sp>
        <p:nvSpPr>
          <p:cNvPr id="303" name="Pentagon 85">
            <a:extLst>
              <a:ext uri="{FF2B5EF4-FFF2-40B4-BE49-F238E27FC236}">
                <a16:creationId xmlns:a16="http://schemas.microsoft.com/office/drawing/2014/main" id="{0D92481A-BFCF-C4D8-6E82-7263E5760F80}"/>
              </a:ext>
            </a:extLst>
          </p:cNvPr>
          <p:cNvSpPr/>
          <p:nvPr/>
        </p:nvSpPr>
        <p:spPr>
          <a:xfrm>
            <a:off x="131594" y="4198334"/>
            <a:ext cx="3515374" cy="171470"/>
          </a:xfrm>
          <a:prstGeom prst="homePlate">
            <a:avLst>
              <a:gd name="adj" fmla="val 27860"/>
            </a:avLst>
          </a:prstGeom>
          <a:solidFill>
            <a:srgbClr val="5B9BD5">
              <a:lumMod val="60000"/>
              <a:lumOff val="40000"/>
            </a:srgbClr>
          </a:solidFill>
          <a:ln w="952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sz="1050" i="1" kern="0">
              <a:solidFill>
                <a:prstClr val="black"/>
              </a:solidFill>
              <a:latin typeface="Gill Sans MT" panose="020B0502020104020203" pitchFamily="34" charset="0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AE8A2E36-7E7A-96E9-F71D-FDDFFFEFDC47}"/>
              </a:ext>
            </a:extLst>
          </p:cNvPr>
          <p:cNvSpPr txBox="1"/>
          <p:nvPr/>
        </p:nvSpPr>
        <p:spPr>
          <a:xfrm>
            <a:off x="1674706" y="4137438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2017-2019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4CDA0B37-F209-F46F-EFA7-D048A3BE0061}"/>
              </a:ext>
            </a:extLst>
          </p:cNvPr>
          <p:cNvSpPr txBox="1"/>
          <p:nvPr/>
        </p:nvSpPr>
        <p:spPr>
          <a:xfrm>
            <a:off x="5066443" y="4128388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2019-2020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47DD710B-F6B8-AB41-CB30-D11E42DCFB5D}"/>
              </a:ext>
            </a:extLst>
          </p:cNvPr>
          <p:cNvSpPr txBox="1"/>
          <p:nvPr/>
        </p:nvSpPr>
        <p:spPr>
          <a:xfrm>
            <a:off x="9418962" y="4137296"/>
            <a:ext cx="10054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2020-2021+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AC60F56-ADC3-9161-53F2-B58432D0982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13695" y="6000142"/>
            <a:ext cx="1283886" cy="327104"/>
          </a:xfrm>
          <a:prstGeom prst="rect">
            <a:avLst/>
          </a:prstGeom>
        </p:spPr>
      </p:pic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D7997E98-FD38-61F3-4429-963E6F3A8B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14" y="5927854"/>
            <a:ext cx="1366038" cy="47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5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82948-494A-BDE3-9902-538283A7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341707B-5E6B-4E63-06BD-DEE060D3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GB"/>
              <a:t>Eursintoccaeca Tcup*: </a:t>
            </a:r>
            <a:r>
              <a:rPr lang="en-GB" b="0"/>
              <a:t>I datatnonpr oiden-tsun tinc-ulp aqui off iciadese runtm ollitani</a:t>
            </a:r>
            <a:endParaRPr lang="en-US" kern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86832C-9EEF-E128-F1C0-D6A3DE39CC7F}"/>
              </a:ext>
            </a:extLst>
          </p:cNvPr>
          <p:cNvSpPr txBox="1"/>
          <p:nvPr/>
        </p:nvSpPr>
        <p:spPr>
          <a:xfrm>
            <a:off x="4307099" y="3416022"/>
            <a:ext cx="3600868" cy="284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Midestlabo ru mcurabit urnonnull asitametni  slt emp usconvalli squisacl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Ectuspell entes queinips umi dorcip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Orta dapibusviva mus suscipi ttorto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Regetfe lisporttitor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Volutp atcrasul triciesli, gulasedma, GNAd, ictumpo rtal ore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Mipsum dolor sit ametconsectetura, DIPI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Scingelits eddoei us modtempo rinc ididuntut labor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Eetd-olo re magnaaliq uaute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74AEE-A82D-5FCB-FF44-793E6A8C8EA8}"/>
              </a:ext>
            </a:extLst>
          </p:cNvPr>
          <p:cNvSpPr txBox="1"/>
          <p:nvPr/>
        </p:nvSpPr>
        <p:spPr>
          <a:xfrm>
            <a:off x="8197884" y="3416022"/>
            <a:ext cx="377436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Nimadmini mv eni am-quisn ostrudex ercitation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Ullamcola bo ris/nisiut aliquipexe acommodo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Consequatdui sauteirured olorinrepre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Henderitin vol Uptatev Elitessec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Illumd oloreeu fugiatn ull apariatu rexcept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Eursint occaecatc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Upidat atnonproid ent suntinculp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47385-96DA-9EC8-F181-B6BBEF384244}"/>
              </a:ext>
            </a:extLst>
          </p:cNvPr>
          <p:cNvSpPr/>
          <p:nvPr/>
        </p:nvSpPr>
        <p:spPr>
          <a:xfrm>
            <a:off x="8244415" y="6058336"/>
            <a:ext cx="3461554" cy="4561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 Aquiof fici-ades er untm ollit anim idestl ab or. um CUR’a bit urnonnul lasit am etnislte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8C514-C018-653A-7480-049266EA7BF3}"/>
              </a:ext>
            </a:extLst>
          </p:cNvPr>
          <p:cNvCxnSpPr/>
          <p:nvPr/>
        </p:nvCxnSpPr>
        <p:spPr>
          <a:xfrm>
            <a:off x="4137250" y="894080"/>
            <a:ext cx="0" cy="539232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65B9B4-6263-4935-AC97-7726B9260E74}"/>
              </a:ext>
            </a:extLst>
          </p:cNvPr>
          <p:cNvCxnSpPr/>
          <p:nvPr/>
        </p:nvCxnSpPr>
        <p:spPr>
          <a:xfrm>
            <a:off x="8054750" y="894080"/>
            <a:ext cx="0" cy="539232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D38239-8679-CC8E-1C2A-D68159FA7D18}"/>
              </a:ext>
            </a:extLst>
          </p:cNvPr>
          <p:cNvSpPr txBox="1"/>
          <p:nvPr/>
        </p:nvSpPr>
        <p:spPr>
          <a:xfrm>
            <a:off x="416315" y="3416022"/>
            <a:ext cx="3600868" cy="3026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Mpusconv allisquis acl ectuspelle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NT esque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Inipsumidor ciportada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Pibusv iv-am ussuscipi, TTOr, toregetfe, LISp ort.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Titorvol/utpat cras ultricie sli gu-lased magnadictu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Mpo rtaloremipsumd olo rsitametcon se ct-et uradipisci ngelit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Seddoeiusmodt Empo’r incididu ntu tlaboreetd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Oloremagnaal iq uautenim admi nimveniam quisn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277BD5-ACF1-7D2E-50AF-8BECFD8C3D85}"/>
              </a:ext>
            </a:extLst>
          </p:cNvPr>
          <p:cNvSpPr/>
          <p:nvPr/>
        </p:nvSpPr>
        <p:spPr>
          <a:xfrm>
            <a:off x="578628" y="993398"/>
            <a:ext cx="3199745" cy="393938"/>
          </a:xfrm>
          <a:prstGeom prst="roundRect">
            <a:avLst/>
          </a:prstGeom>
          <a:solidFill>
            <a:srgbClr val="D3EDFE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7BC6FB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Ostru 1 – Dexercita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077BB7-1D42-2DAF-984D-E0CFBEC78492}"/>
              </a:ext>
            </a:extLst>
          </p:cNvPr>
          <p:cNvSpPr/>
          <p:nvPr/>
        </p:nvSpPr>
        <p:spPr>
          <a:xfrm>
            <a:off x="4496126" y="993398"/>
            <a:ext cx="3199745" cy="393938"/>
          </a:xfrm>
          <a:prstGeom prst="roundRect">
            <a:avLst/>
          </a:prstGeom>
          <a:solidFill>
            <a:srgbClr val="A2ABB0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Tionu 2 – Llamco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45B9AD-A99B-3478-3208-DF0A5CD43458}"/>
              </a:ext>
            </a:extLst>
          </p:cNvPr>
          <p:cNvSpPr/>
          <p:nvPr/>
        </p:nvSpPr>
        <p:spPr>
          <a:xfrm>
            <a:off x="8413624" y="993398"/>
            <a:ext cx="3199745" cy="393938"/>
          </a:xfrm>
          <a:prstGeom prst="roundRect">
            <a:avLst/>
          </a:prstGeom>
          <a:solidFill>
            <a:srgbClr val="FED05D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FBBE26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Labor 3 – Isnisiu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8278EF-A77E-5FC3-0EA8-33A327D8059E}"/>
              </a:ext>
            </a:extLst>
          </p:cNvPr>
          <p:cNvGrpSpPr/>
          <p:nvPr/>
        </p:nvGrpSpPr>
        <p:grpSpPr>
          <a:xfrm>
            <a:off x="0" y="1630149"/>
            <a:ext cx="12191997" cy="1629103"/>
            <a:chOff x="0" y="1630149"/>
            <a:chExt cx="12191997" cy="162910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17D57C-9B38-3B40-C8C0-AB4FD0A3AF29}"/>
                </a:ext>
              </a:extLst>
            </p:cNvPr>
            <p:cNvSpPr/>
            <p:nvPr/>
          </p:nvSpPr>
          <p:spPr>
            <a:xfrm>
              <a:off x="0" y="2803122"/>
              <a:ext cx="12191997" cy="456130"/>
            </a:xfrm>
            <a:prstGeom prst="rect">
              <a:avLst/>
            </a:prstGeom>
            <a:solidFill>
              <a:srgbClr val="66737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1C5F99F-EAE4-2C8E-FF27-F97B73748109}"/>
                </a:ext>
              </a:extLst>
            </p:cNvPr>
            <p:cNvCxnSpPr>
              <a:cxnSpLocks/>
            </p:cNvCxnSpPr>
            <p:nvPr/>
          </p:nvCxnSpPr>
          <p:spPr>
            <a:xfrm>
              <a:off x="92750" y="3031187"/>
              <a:ext cx="12006501" cy="0"/>
            </a:xfrm>
            <a:prstGeom prst="line">
              <a:avLst/>
            </a:prstGeom>
            <a:ln w="12700">
              <a:solidFill>
                <a:schemeClr val="bg1">
                  <a:alpha val="50000"/>
                </a:schemeClr>
              </a:solidFill>
              <a:prstDash val="dash"/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611780B-767D-6C71-2C77-46CDF2B8C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7623" y="1650753"/>
              <a:ext cx="1082537" cy="139072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1B43841-EAE7-33E5-4C12-AA03087A0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23518" y="2180830"/>
              <a:ext cx="211445" cy="45727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9798539-B110-C367-1F20-FF6D99373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79990" y="2249963"/>
              <a:ext cx="2667012" cy="82929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B6EDCF9-B59A-9E9F-0FE1-B9BFC742C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14145" y="1630149"/>
              <a:ext cx="2458979" cy="142523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B9B2692-8920-6378-3CFC-9005633C2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27389" y="1741132"/>
              <a:ext cx="1104545" cy="1078089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C5359F6-7E0E-11C2-E673-D1E8B968B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0451" y="2318321"/>
              <a:ext cx="1883528" cy="730921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1AF4172-7275-9A82-54CC-685ED5B3B2F0}"/>
                </a:ext>
              </a:extLst>
            </p:cNvPr>
            <p:cNvGrpSpPr/>
            <p:nvPr/>
          </p:nvGrpSpPr>
          <p:grpSpPr>
            <a:xfrm>
              <a:off x="2345016" y="2193396"/>
              <a:ext cx="1055545" cy="815736"/>
              <a:chOff x="2216749" y="1191065"/>
              <a:chExt cx="1055545" cy="815736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F730BE1-7584-8EB5-EC56-581288A67045}"/>
                  </a:ext>
                </a:extLst>
              </p:cNvPr>
              <p:cNvSpPr/>
              <p:nvPr/>
            </p:nvSpPr>
            <p:spPr>
              <a:xfrm>
                <a:off x="2762334" y="1631895"/>
                <a:ext cx="385220" cy="298765"/>
              </a:xfrm>
              <a:custGeom>
                <a:avLst/>
                <a:gdLst>
                  <a:gd name="connsiteX0" fmla="*/ 2123313 w 2123313"/>
                  <a:gd name="connsiteY0" fmla="*/ 1137190 h 1646777"/>
                  <a:gd name="connsiteX1" fmla="*/ 1805178 w 2123313"/>
                  <a:gd name="connsiteY1" fmla="*/ 1646777 h 1646777"/>
                  <a:gd name="connsiteX2" fmla="*/ 0 w 2123313"/>
                  <a:gd name="connsiteY2" fmla="*/ 509588 h 1646777"/>
                  <a:gd name="connsiteX3" fmla="*/ 318135 w 2123313"/>
                  <a:gd name="connsiteY3" fmla="*/ 0 h 1646777"/>
                  <a:gd name="connsiteX4" fmla="*/ 2123313 w 2123313"/>
                  <a:gd name="connsiteY4" fmla="*/ 1137190 h 164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3313" h="1646777">
                    <a:moveTo>
                      <a:pt x="2123313" y="1137190"/>
                    </a:moveTo>
                    <a:lnTo>
                      <a:pt x="1805178" y="1646777"/>
                    </a:lnTo>
                    <a:lnTo>
                      <a:pt x="0" y="509588"/>
                    </a:lnTo>
                    <a:lnTo>
                      <a:pt x="318135" y="0"/>
                    </a:lnTo>
                    <a:lnTo>
                      <a:pt x="2123313" y="1137190"/>
                    </a:lnTo>
                    <a:close/>
                  </a:path>
                </a:pathLst>
              </a:custGeom>
              <a:solidFill>
                <a:srgbClr val="DFE3E6"/>
              </a:solidFill>
              <a:ln w="6350" cap="flat" cmpd="sng">
                <a:noFill/>
                <a:prstDash val="solid"/>
                <a:miter/>
              </a:ln>
              <a:effectLst>
                <a:outerShdw blurRad="254000" dist="38100" dir="5400000" rotWithShape="0">
                  <a:srgbClr val="A2ABB0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8D15317-4DB5-EAD4-227C-8EBF0587E4D6}"/>
                  </a:ext>
                </a:extLst>
              </p:cNvPr>
              <p:cNvSpPr/>
              <p:nvPr/>
            </p:nvSpPr>
            <p:spPr>
              <a:xfrm>
                <a:off x="2935745" y="1735890"/>
                <a:ext cx="336549" cy="270911"/>
              </a:xfrm>
              <a:custGeom>
                <a:avLst/>
                <a:gdLst>
                  <a:gd name="connsiteX0" fmla="*/ 1789271 w 1855037"/>
                  <a:gd name="connsiteY0" fmla="*/ 1302163 h 1493248"/>
                  <a:gd name="connsiteX1" fmla="*/ 1785557 w 1855037"/>
                  <a:gd name="connsiteY1" fmla="*/ 1308068 h 1493248"/>
                  <a:gd name="connsiteX2" fmla="*/ 1385602 w 1855037"/>
                  <a:gd name="connsiteY2" fmla="*/ 1462849 h 1493248"/>
                  <a:gd name="connsiteX3" fmla="*/ 0 w 1855037"/>
                  <a:gd name="connsiteY3" fmla="*/ 612362 h 1493248"/>
                  <a:gd name="connsiteX4" fmla="*/ 364141 w 1855037"/>
                  <a:gd name="connsiteY4" fmla="*/ 0 h 1493248"/>
                  <a:gd name="connsiteX5" fmla="*/ 1752695 w 1855037"/>
                  <a:gd name="connsiteY5" fmla="*/ 874967 h 1493248"/>
                  <a:gd name="connsiteX6" fmla="*/ 1789271 w 1855037"/>
                  <a:gd name="connsiteY6" fmla="*/ 1302258 h 149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5037" h="1493248">
                    <a:moveTo>
                      <a:pt x="1789271" y="1302163"/>
                    </a:moveTo>
                    <a:lnTo>
                      <a:pt x="1785557" y="1308068"/>
                    </a:lnTo>
                    <a:cubicBezTo>
                      <a:pt x="1685163" y="1468850"/>
                      <a:pt x="1506093" y="1538097"/>
                      <a:pt x="1385602" y="1462849"/>
                    </a:cubicBezTo>
                    <a:lnTo>
                      <a:pt x="0" y="612362"/>
                    </a:lnTo>
                    <a:lnTo>
                      <a:pt x="364141" y="0"/>
                    </a:lnTo>
                    <a:lnTo>
                      <a:pt x="1752695" y="874967"/>
                    </a:lnTo>
                    <a:cubicBezTo>
                      <a:pt x="1873282" y="950214"/>
                      <a:pt x="1889665" y="1141571"/>
                      <a:pt x="1789271" y="1302258"/>
                    </a:cubicBezTo>
                    <a:close/>
                  </a:path>
                </a:pathLst>
              </a:custGeom>
              <a:solidFill>
                <a:srgbClr val="43515C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20303D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E5A681C-FBC2-2BF8-E48F-CEFE33DAF9CC}"/>
                  </a:ext>
                </a:extLst>
              </p:cNvPr>
              <p:cNvSpPr/>
              <p:nvPr/>
            </p:nvSpPr>
            <p:spPr>
              <a:xfrm>
                <a:off x="2216749" y="1191065"/>
                <a:ext cx="656182" cy="656182"/>
              </a:xfrm>
              <a:custGeom>
                <a:avLst/>
                <a:gdLst>
                  <a:gd name="connsiteX0" fmla="*/ 2765968 w 3616838"/>
                  <a:gd name="connsiteY0" fmla="*/ 274609 h 3616838"/>
                  <a:gd name="connsiteX1" fmla="*/ 274609 w 3616838"/>
                  <a:gd name="connsiteY1" fmla="*/ 850871 h 3616838"/>
                  <a:gd name="connsiteX2" fmla="*/ 850871 w 3616838"/>
                  <a:gd name="connsiteY2" fmla="*/ 3342230 h 3616838"/>
                  <a:gd name="connsiteX3" fmla="*/ 3342230 w 3616838"/>
                  <a:gd name="connsiteY3" fmla="*/ 2765968 h 3616838"/>
                  <a:gd name="connsiteX4" fmla="*/ 2765968 w 3616838"/>
                  <a:gd name="connsiteY4" fmla="*/ 274609 h 3616838"/>
                  <a:gd name="connsiteX5" fmla="*/ 3127918 w 3616838"/>
                  <a:gd name="connsiteY5" fmla="*/ 2632141 h 3616838"/>
                  <a:gd name="connsiteX6" fmla="*/ 984697 w 3616838"/>
                  <a:gd name="connsiteY6" fmla="*/ 3127918 h 3616838"/>
                  <a:gd name="connsiteX7" fmla="*/ 488921 w 3616838"/>
                  <a:gd name="connsiteY7" fmla="*/ 984697 h 3616838"/>
                  <a:gd name="connsiteX8" fmla="*/ 2632237 w 3616838"/>
                  <a:gd name="connsiteY8" fmla="*/ 488921 h 3616838"/>
                  <a:gd name="connsiteX9" fmla="*/ 3128013 w 3616838"/>
                  <a:gd name="connsiteY9" fmla="*/ 2632141 h 3616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16838" h="3616838">
                    <a:moveTo>
                      <a:pt x="2765968" y="274609"/>
                    </a:moveTo>
                    <a:cubicBezTo>
                      <a:pt x="1918910" y="-254219"/>
                      <a:pt x="803437" y="3718"/>
                      <a:pt x="274609" y="850871"/>
                    </a:cubicBezTo>
                    <a:cubicBezTo>
                      <a:pt x="-254219" y="1697929"/>
                      <a:pt x="3718" y="2813402"/>
                      <a:pt x="850871" y="3342230"/>
                    </a:cubicBezTo>
                    <a:cubicBezTo>
                      <a:pt x="1698025" y="3871058"/>
                      <a:pt x="2813402" y="3613121"/>
                      <a:pt x="3342230" y="2765968"/>
                    </a:cubicBezTo>
                    <a:cubicBezTo>
                      <a:pt x="3871058" y="1918814"/>
                      <a:pt x="3613121" y="803437"/>
                      <a:pt x="2765968" y="274609"/>
                    </a:cubicBezTo>
                    <a:close/>
                    <a:moveTo>
                      <a:pt x="3127918" y="2632141"/>
                    </a:moveTo>
                    <a:cubicBezTo>
                      <a:pt x="2673004" y="3360899"/>
                      <a:pt x="1713360" y="3582832"/>
                      <a:pt x="984697" y="3127918"/>
                    </a:cubicBezTo>
                    <a:cubicBezTo>
                      <a:pt x="255940" y="2673004"/>
                      <a:pt x="34007" y="1713455"/>
                      <a:pt x="488921" y="984697"/>
                    </a:cubicBezTo>
                    <a:cubicBezTo>
                      <a:pt x="943930" y="255940"/>
                      <a:pt x="1903479" y="34007"/>
                      <a:pt x="2632237" y="488921"/>
                    </a:cubicBezTo>
                    <a:cubicBezTo>
                      <a:pt x="3360994" y="943835"/>
                      <a:pt x="3582927" y="1903479"/>
                      <a:pt x="3128013" y="2632141"/>
                    </a:cubicBezTo>
                    <a:close/>
                  </a:path>
                </a:pathLst>
              </a:custGeom>
              <a:solidFill>
                <a:srgbClr val="459FED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D15118A-DAB6-5D81-FF0D-D4667A6BFC03}"/>
                  </a:ext>
                </a:extLst>
              </p:cNvPr>
              <p:cNvSpPr/>
              <p:nvPr/>
            </p:nvSpPr>
            <p:spPr>
              <a:xfrm>
                <a:off x="2302008" y="1264633"/>
                <a:ext cx="447587" cy="261669"/>
              </a:xfrm>
              <a:custGeom>
                <a:avLst/>
                <a:gdLst>
                  <a:gd name="connsiteX0" fmla="*/ 217477 w 2467074"/>
                  <a:gd name="connsiteY0" fmla="*/ 1340243 h 1442306"/>
                  <a:gd name="connsiteX1" fmla="*/ 1010624 w 2467074"/>
                  <a:gd name="connsiteY1" fmla="*/ 257822 h 1442306"/>
                  <a:gd name="connsiteX2" fmla="*/ 2259256 w 2467074"/>
                  <a:gd name="connsiteY2" fmla="*/ 759504 h 1442306"/>
                  <a:gd name="connsiteX3" fmla="*/ 2451661 w 2467074"/>
                  <a:gd name="connsiteY3" fmla="*/ 658444 h 1442306"/>
                  <a:gd name="connsiteX4" fmla="*/ 1030626 w 2467074"/>
                  <a:gd name="connsiteY4" fmla="*/ 28937 h 1442306"/>
                  <a:gd name="connsiteX5" fmla="*/ 7356 w 2467074"/>
                  <a:gd name="connsiteY5" fmla="*/ 1172699 h 1442306"/>
                  <a:gd name="connsiteX6" fmla="*/ 212 w 2467074"/>
                  <a:gd name="connsiteY6" fmla="*/ 1334052 h 1442306"/>
                  <a:gd name="connsiteX7" fmla="*/ 217477 w 2467074"/>
                  <a:gd name="connsiteY7" fmla="*/ 1340339 h 1442306"/>
                  <a:gd name="connsiteX8" fmla="*/ 217477 w 2467074"/>
                  <a:gd name="connsiteY8" fmla="*/ 1340339 h 1442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67074" h="1442306">
                    <a:moveTo>
                      <a:pt x="217477" y="1340243"/>
                    </a:moveTo>
                    <a:cubicBezTo>
                      <a:pt x="209857" y="844277"/>
                      <a:pt x="532088" y="395459"/>
                      <a:pt x="1010624" y="257822"/>
                    </a:cubicBezTo>
                    <a:cubicBezTo>
                      <a:pt x="1487922" y="120472"/>
                      <a:pt x="2008082" y="331070"/>
                      <a:pt x="2259256" y="759504"/>
                    </a:cubicBezTo>
                    <a:cubicBezTo>
                      <a:pt x="2330027" y="880281"/>
                      <a:pt x="2522527" y="779316"/>
                      <a:pt x="2451661" y="658444"/>
                    </a:cubicBezTo>
                    <a:cubicBezTo>
                      <a:pt x="2162578" y="165239"/>
                      <a:pt x="1589458" y="-90031"/>
                      <a:pt x="1030626" y="28937"/>
                    </a:cubicBezTo>
                    <a:cubicBezTo>
                      <a:pt x="479891" y="146094"/>
                      <a:pt x="73554" y="619487"/>
                      <a:pt x="7356" y="1172699"/>
                    </a:cubicBezTo>
                    <a:cubicBezTo>
                      <a:pt x="974" y="1226229"/>
                      <a:pt x="-645" y="1280141"/>
                      <a:pt x="212" y="1334052"/>
                    </a:cubicBezTo>
                    <a:cubicBezTo>
                      <a:pt x="2403" y="1473593"/>
                      <a:pt x="219668" y="1480928"/>
                      <a:pt x="217477" y="1340339"/>
                    </a:cubicBezTo>
                    <a:lnTo>
                      <a:pt x="217477" y="1340339"/>
                    </a:lnTo>
                    <a:close/>
                  </a:path>
                </a:pathLst>
              </a:custGeom>
              <a:solidFill>
                <a:srgbClr val="B2E0FA"/>
              </a:solidFill>
              <a:ln w="6350" cap="flat" cmpd="sng">
                <a:noFill/>
                <a:prstDash val="solid"/>
                <a:miter/>
              </a:ln>
              <a:effectLst>
                <a:outerShdw blurRad="190500" dist="38100" dir="5400000" rotWithShape="0">
                  <a:srgbClr val="7E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0AB4607F-9417-796A-D031-D24B318A5BE8}"/>
                  </a:ext>
                </a:extLst>
              </p:cNvPr>
              <p:cNvSpPr/>
              <p:nvPr/>
            </p:nvSpPr>
            <p:spPr>
              <a:xfrm>
                <a:off x="2731091" y="1437039"/>
                <a:ext cx="51927" cy="51927"/>
              </a:xfrm>
              <a:custGeom>
                <a:avLst/>
                <a:gdLst>
                  <a:gd name="connsiteX0" fmla="*/ 218881 w 286219"/>
                  <a:gd name="connsiteY0" fmla="*/ 21714 h 286219"/>
                  <a:gd name="connsiteX1" fmla="*/ 264506 w 286219"/>
                  <a:gd name="connsiteY1" fmla="*/ 218881 h 286219"/>
                  <a:gd name="connsiteX2" fmla="*/ 67338 w 286219"/>
                  <a:gd name="connsiteY2" fmla="*/ 264506 h 286219"/>
                  <a:gd name="connsiteX3" fmla="*/ 21714 w 286219"/>
                  <a:gd name="connsiteY3" fmla="*/ 67339 h 286219"/>
                  <a:gd name="connsiteX4" fmla="*/ 218881 w 286219"/>
                  <a:gd name="connsiteY4" fmla="*/ 21714 h 28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219" h="286219">
                    <a:moveTo>
                      <a:pt x="218881" y="21714"/>
                    </a:moveTo>
                    <a:cubicBezTo>
                      <a:pt x="285937" y="63528"/>
                      <a:pt x="306321" y="151825"/>
                      <a:pt x="264506" y="218881"/>
                    </a:cubicBezTo>
                    <a:cubicBezTo>
                      <a:pt x="222691" y="285937"/>
                      <a:pt x="134394" y="306321"/>
                      <a:pt x="67338" y="264506"/>
                    </a:cubicBezTo>
                    <a:cubicBezTo>
                      <a:pt x="283" y="222691"/>
                      <a:pt x="-20101" y="134394"/>
                      <a:pt x="21714" y="67339"/>
                    </a:cubicBezTo>
                    <a:cubicBezTo>
                      <a:pt x="63528" y="282"/>
                      <a:pt x="151825" y="-20101"/>
                      <a:pt x="218881" y="21714"/>
                    </a:cubicBezTo>
                    <a:close/>
                  </a:path>
                </a:pathLst>
              </a:custGeom>
              <a:solidFill>
                <a:srgbClr val="AFDFF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C79ECB2-CDB6-6946-89E6-3C52CF3B20E6}"/>
                  </a:ext>
                </a:extLst>
              </p:cNvPr>
              <p:cNvSpPr/>
              <p:nvPr/>
            </p:nvSpPr>
            <p:spPr>
              <a:xfrm>
                <a:off x="2923620" y="1724353"/>
                <a:ext cx="79470" cy="122995"/>
              </a:xfrm>
              <a:custGeom>
                <a:avLst/>
                <a:gdLst>
                  <a:gd name="connsiteX0" fmla="*/ 85219 w 438033"/>
                  <a:gd name="connsiteY0" fmla="*/ 655665 h 677939"/>
                  <a:gd name="connsiteX1" fmla="*/ 431643 w 438033"/>
                  <a:gd name="connsiteY1" fmla="*/ 73021 h 677939"/>
                  <a:gd name="connsiteX2" fmla="*/ 419642 w 438033"/>
                  <a:gd name="connsiteY2" fmla="*/ 13394 h 677939"/>
                  <a:gd name="connsiteX3" fmla="*/ 413546 w 438033"/>
                  <a:gd name="connsiteY3" fmla="*/ 8917 h 677939"/>
                  <a:gd name="connsiteX4" fmla="*/ 347347 w 438033"/>
                  <a:gd name="connsiteY4" fmla="*/ 22538 h 677939"/>
                  <a:gd name="connsiteX5" fmla="*/ 6162 w 438033"/>
                  <a:gd name="connsiteY5" fmla="*/ 609278 h 677939"/>
                  <a:gd name="connsiteX6" fmla="*/ 23307 w 438033"/>
                  <a:gd name="connsiteY6" fmla="*/ 671762 h 677939"/>
                  <a:gd name="connsiteX7" fmla="*/ 24068 w 438033"/>
                  <a:gd name="connsiteY7" fmla="*/ 672238 h 677939"/>
                  <a:gd name="connsiteX8" fmla="*/ 85124 w 438033"/>
                  <a:gd name="connsiteY8" fmla="*/ 655760 h 67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033" h="677939">
                    <a:moveTo>
                      <a:pt x="85219" y="655665"/>
                    </a:moveTo>
                    <a:lnTo>
                      <a:pt x="431643" y="73021"/>
                    </a:lnTo>
                    <a:cubicBezTo>
                      <a:pt x="443549" y="53018"/>
                      <a:pt x="438406" y="27205"/>
                      <a:pt x="419642" y="13394"/>
                    </a:cubicBezTo>
                    <a:lnTo>
                      <a:pt x="413546" y="8917"/>
                    </a:lnTo>
                    <a:cubicBezTo>
                      <a:pt x="391829" y="-7180"/>
                      <a:pt x="360873" y="-798"/>
                      <a:pt x="347347" y="22538"/>
                    </a:cubicBezTo>
                    <a:lnTo>
                      <a:pt x="6162" y="609278"/>
                    </a:lnTo>
                    <a:cubicBezTo>
                      <a:pt x="-6602" y="631281"/>
                      <a:pt x="1113" y="659380"/>
                      <a:pt x="23307" y="671762"/>
                    </a:cubicBezTo>
                    <a:lnTo>
                      <a:pt x="24068" y="672238"/>
                    </a:lnTo>
                    <a:cubicBezTo>
                      <a:pt x="45500" y="684145"/>
                      <a:pt x="72551" y="676810"/>
                      <a:pt x="85124" y="655760"/>
                    </a:cubicBezTo>
                    <a:close/>
                  </a:path>
                </a:pathLst>
              </a:custGeom>
              <a:solidFill>
                <a:srgbClr val="66737C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5CF5C83-B671-F06F-E931-56BD61DF6D47}"/>
                  </a:ext>
                </a:extLst>
              </p:cNvPr>
              <p:cNvSpPr/>
              <p:nvPr/>
            </p:nvSpPr>
            <p:spPr>
              <a:xfrm>
                <a:off x="2246752" y="1226923"/>
                <a:ext cx="588437" cy="588434"/>
              </a:xfrm>
              <a:custGeom>
                <a:avLst/>
                <a:gdLst>
                  <a:gd name="connsiteX0" fmla="*/ 3160470 w 3243433"/>
                  <a:gd name="connsiteY0" fmla="*/ 1621916 h 3243418"/>
                  <a:gd name="connsiteX1" fmla="*/ 2776422 w 3243433"/>
                  <a:gd name="connsiteY1" fmla="*/ 2639281 h 3243418"/>
                  <a:gd name="connsiteX2" fmla="*/ 1828399 w 3243433"/>
                  <a:gd name="connsiteY2" fmla="*/ 3147725 h 3243418"/>
                  <a:gd name="connsiteX3" fmla="*/ 758265 w 3243433"/>
                  <a:gd name="connsiteY3" fmla="*/ 2896932 h 3243418"/>
                  <a:gd name="connsiteX4" fmla="*/ 135902 w 3243433"/>
                  <a:gd name="connsiteY4" fmla="*/ 2027585 h 3243418"/>
                  <a:gd name="connsiteX5" fmla="*/ 246677 w 3243433"/>
                  <a:gd name="connsiteY5" fmla="*/ 928115 h 3243418"/>
                  <a:gd name="connsiteX6" fmla="*/ 1027061 w 3243433"/>
                  <a:gd name="connsiteY6" fmla="*/ 201167 h 3243418"/>
                  <a:gd name="connsiteX7" fmla="*/ 2132818 w 3243433"/>
                  <a:gd name="connsiteY7" fmla="*/ 169639 h 3243418"/>
                  <a:gd name="connsiteX8" fmla="*/ 2953968 w 3243433"/>
                  <a:gd name="connsiteY8" fmla="*/ 851343 h 3243418"/>
                  <a:gd name="connsiteX9" fmla="*/ 3160470 w 3243433"/>
                  <a:gd name="connsiteY9" fmla="*/ 1621916 h 3243418"/>
                  <a:gd name="connsiteX10" fmla="*/ 3243242 w 3243433"/>
                  <a:gd name="connsiteY10" fmla="*/ 1621916 h 3243418"/>
                  <a:gd name="connsiteX11" fmla="*/ 2877102 w 3243433"/>
                  <a:gd name="connsiteY11" fmla="*/ 595597 h 3243418"/>
                  <a:gd name="connsiteX12" fmla="*/ 1961844 w 3243433"/>
                  <a:gd name="connsiteY12" fmla="*/ 35717 h 3243418"/>
                  <a:gd name="connsiteX13" fmla="*/ 866279 w 3243433"/>
                  <a:gd name="connsiteY13" fmla="*/ 185927 h 3243418"/>
                  <a:gd name="connsiteX14" fmla="*/ 137902 w 3243433"/>
                  <a:gd name="connsiteY14" fmla="*/ 965453 h 3243418"/>
                  <a:gd name="connsiteX15" fmla="*/ 62273 w 3243433"/>
                  <a:gd name="connsiteY15" fmla="*/ 2070829 h 3243418"/>
                  <a:gd name="connsiteX16" fmla="*/ 681017 w 3243433"/>
                  <a:gd name="connsiteY16" fmla="*/ 2943319 h 3243418"/>
                  <a:gd name="connsiteX17" fmla="*/ 1737245 w 3243433"/>
                  <a:gd name="connsiteY17" fmla="*/ 3239546 h 3243418"/>
                  <a:gd name="connsiteX18" fmla="*/ 2729369 w 3243433"/>
                  <a:gd name="connsiteY18" fmla="*/ 2806254 h 3243418"/>
                  <a:gd name="connsiteX19" fmla="*/ 3243433 w 3243433"/>
                  <a:gd name="connsiteY19" fmla="*/ 1621630 h 3243418"/>
                  <a:gd name="connsiteX20" fmla="*/ 3160661 w 3243433"/>
                  <a:gd name="connsiteY20" fmla="*/ 1621630 h 3243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243433" h="3243418">
                    <a:moveTo>
                      <a:pt x="3160470" y="1621916"/>
                    </a:moveTo>
                    <a:cubicBezTo>
                      <a:pt x="3159137" y="1995772"/>
                      <a:pt x="3023310" y="2358198"/>
                      <a:pt x="2776422" y="2639281"/>
                    </a:cubicBezTo>
                    <a:cubicBezTo>
                      <a:pt x="2532678" y="2916840"/>
                      <a:pt x="2193397" y="3095909"/>
                      <a:pt x="1828399" y="3147725"/>
                    </a:cubicBezTo>
                    <a:cubicBezTo>
                      <a:pt x="1455305" y="3200589"/>
                      <a:pt x="1070114" y="3106006"/>
                      <a:pt x="758265" y="2896932"/>
                    </a:cubicBezTo>
                    <a:cubicBezTo>
                      <a:pt x="454608" y="2693288"/>
                      <a:pt x="233057" y="2379153"/>
                      <a:pt x="135902" y="2027585"/>
                    </a:cubicBezTo>
                    <a:cubicBezTo>
                      <a:pt x="35127" y="1663064"/>
                      <a:pt x="76847" y="1265395"/>
                      <a:pt x="246677" y="928115"/>
                    </a:cubicBezTo>
                    <a:cubicBezTo>
                      <a:pt x="410222" y="603217"/>
                      <a:pt x="691590" y="341660"/>
                      <a:pt x="1027061" y="201167"/>
                    </a:cubicBezTo>
                    <a:cubicBezTo>
                      <a:pt x="1377295" y="54482"/>
                      <a:pt x="1774773" y="45719"/>
                      <a:pt x="2132818" y="169639"/>
                    </a:cubicBezTo>
                    <a:cubicBezTo>
                      <a:pt x="2477623" y="288987"/>
                      <a:pt x="2770422" y="537304"/>
                      <a:pt x="2953968" y="851343"/>
                    </a:cubicBezTo>
                    <a:cubicBezTo>
                      <a:pt x="3090271" y="1084610"/>
                      <a:pt x="3159518" y="1352358"/>
                      <a:pt x="3160470" y="1621916"/>
                    </a:cubicBezTo>
                    <a:cubicBezTo>
                      <a:pt x="3160661" y="1675256"/>
                      <a:pt x="3243433" y="1675256"/>
                      <a:pt x="3243242" y="1621916"/>
                    </a:cubicBezTo>
                    <a:cubicBezTo>
                      <a:pt x="3241909" y="1247393"/>
                      <a:pt x="3112274" y="886681"/>
                      <a:pt x="2877102" y="595597"/>
                    </a:cubicBezTo>
                    <a:cubicBezTo>
                      <a:pt x="2647454" y="311466"/>
                      <a:pt x="2318365" y="112679"/>
                      <a:pt x="1961844" y="35717"/>
                    </a:cubicBezTo>
                    <a:cubicBezTo>
                      <a:pt x="1592084" y="-44102"/>
                      <a:pt x="1201083" y="11524"/>
                      <a:pt x="866279" y="185927"/>
                    </a:cubicBezTo>
                    <a:cubicBezTo>
                      <a:pt x="544429" y="353662"/>
                      <a:pt x="284777" y="634268"/>
                      <a:pt x="137902" y="965453"/>
                    </a:cubicBezTo>
                    <a:cubicBezTo>
                      <a:pt x="-15736" y="1311591"/>
                      <a:pt x="-41073" y="1706879"/>
                      <a:pt x="62273" y="2070829"/>
                    </a:cubicBezTo>
                    <a:cubicBezTo>
                      <a:pt x="162191" y="2422492"/>
                      <a:pt x="385457" y="2730150"/>
                      <a:pt x="681017" y="2943319"/>
                    </a:cubicBezTo>
                    <a:cubicBezTo>
                      <a:pt x="984865" y="3162489"/>
                      <a:pt x="1364436" y="3265264"/>
                      <a:pt x="1737245" y="3239546"/>
                    </a:cubicBezTo>
                    <a:cubicBezTo>
                      <a:pt x="2106815" y="3214115"/>
                      <a:pt x="2458287" y="3057809"/>
                      <a:pt x="2729369" y="2806254"/>
                    </a:cubicBezTo>
                    <a:cubicBezTo>
                      <a:pt x="3056838" y="2502502"/>
                      <a:pt x="3241814" y="2067019"/>
                      <a:pt x="3243433" y="1621630"/>
                    </a:cubicBezTo>
                    <a:cubicBezTo>
                      <a:pt x="3243623" y="1568290"/>
                      <a:pt x="3160851" y="1568290"/>
                      <a:pt x="3160661" y="1621630"/>
                    </a:cubicBezTo>
                    <a:close/>
                  </a:path>
                </a:pathLst>
              </a:custGeom>
              <a:solidFill>
                <a:srgbClr val="7ECAF8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7054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CD882-D621-D94E-D92E-A1FBAEA07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CCDD664-FDD3-2402-AB50-89A7054B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/>
              <a:t>Tal Iquipex (Eaco’ Mmod): </a:t>
            </a:r>
            <a:r>
              <a:rPr lang="en-US" b="0"/>
              <a:t>Ocon seq uatduisaut eir uredolo ri nrepreh ender itin voluptatev eli tessecillum dolor</a:t>
            </a:r>
            <a:endParaRPr lang="en-US" kern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2C05B5-A586-8295-E118-97D0BFDFF4E9}"/>
              </a:ext>
            </a:extLst>
          </p:cNvPr>
          <p:cNvSpPr/>
          <p:nvPr/>
        </p:nvSpPr>
        <p:spPr bwMode="auto">
          <a:xfrm>
            <a:off x="0" y="897370"/>
            <a:ext cx="12192000" cy="2095317"/>
          </a:xfrm>
          <a:prstGeom prst="rect">
            <a:avLst/>
          </a:prstGeom>
          <a:solidFill>
            <a:srgbClr val="43515C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6F40A5-98EB-347A-E0F8-B1BF9244598D}"/>
              </a:ext>
            </a:extLst>
          </p:cNvPr>
          <p:cNvSpPr/>
          <p:nvPr/>
        </p:nvSpPr>
        <p:spPr bwMode="auto">
          <a:xfrm>
            <a:off x="0" y="2767846"/>
            <a:ext cx="12192000" cy="326263"/>
          </a:xfrm>
          <a:prstGeom prst="rect">
            <a:avLst/>
          </a:prstGeom>
          <a:solidFill>
            <a:srgbClr val="DFE3E6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B48BF7-7EAE-6EE0-4991-166AF88ABFC7}"/>
              </a:ext>
            </a:extLst>
          </p:cNvPr>
          <p:cNvSpPr/>
          <p:nvPr/>
        </p:nvSpPr>
        <p:spPr bwMode="auto">
          <a:xfrm>
            <a:off x="0" y="2767846"/>
            <a:ext cx="12192000" cy="45719"/>
          </a:xfrm>
          <a:prstGeom prst="rect">
            <a:avLst/>
          </a:prstGeom>
          <a:solidFill>
            <a:srgbClr val="A2ABB0">
              <a:alpha val="50000"/>
            </a:srgbClr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CA668-9C24-E353-BE0F-3E16B186E96C}"/>
              </a:ext>
            </a:extLst>
          </p:cNvPr>
          <p:cNvSpPr txBox="1"/>
          <p:nvPr/>
        </p:nvSpPr>
        <p:spPr>
          <a:xfrm>
            <a:off x="-48066" y="1638663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>
                <a:solidFill>
                  <a:schemeClr val="bg1"/>
                </a:solidFill>
                <a:latin typeface="Arial" panose="020B0604020202020204" pitchFamily="34" charset="0"/>
              </a:rPr>
              <a:t>Eeufu 01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DC6110-87D7-1E8B-6741-522FA3BFFB8D}"/>
              </a:ext>
            </a:extLst>
          </p:cNvPr>
          <p:cNvGrpSpPr/>
          <p:nvPr/>
        </p:nvGrpSpPr>
        <p:grpSpPr>
          <a:xfrm>
            <a:off x="185843" y="1986719"/>
            <a:ext cx="452626" cy="839332"/>
            <a:chOff x="873125" y="4918076"/>
            <a:chExt cx="1711325" cy="317341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35A09D5-85E7-C3A9-D71A-45FAB74CE1EF}"/>
                </a:ext>
              </a:extLst>
            </p:cNvPr>
            <p:cNvSpPr/>
            <p:nvPr/>
          </p:nvSpPr>
          <p:spPr bwMode="auto">
            <a:xfrm>
              <a:off x="1276440" y="5823857"/>
              <a:ext cx="904694" cy="685800"/>
            </a:xfrm>
            <a:prstGeom prst="rect">
              <a:avLst/>
            </a:prstGeom>
            <a:solidFill>
              <a:srgbClr val="66737C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8D9CBF15-4779-BDB1-0EA3-FEE5B45B15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73125" y="4918076"/>
              <a:ext cx="1711325" cy="3173413"/>
              <a:chOff x="550" y="3098"/>
              <a:chExt cx="1078" cy="1999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BA2085B-ED8E-3001-90C6-2298E8504F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" y="3499"/>
                <a:ext cx="76" cy="1445"/>
              </a:xfrm>
              <a:custGeom>
                <a:avLst/>
                <a:gdLst>
                  <a:gd name="T0" fmla="*/ 0 w 107"/>
                  <a:gd name="T1" fmla="*/ 2031 h 2031"/>
                  <a:gd name="T2" fmla="*/ 106 w 107"/>
                  <a:gd name="T3" fmla="*/ 2031 h 2031"/>
                  <a:gd name="T4" fmla="*/ 107 w 107"/>
                  <a:gd name="T5" fmla="*/ 2030 h 2031"/>
                  <a:gd name="T6" fmla="*/ 107 w 107"/>
                  <a:gd name="T7" fmla="*/ 0 h 2031"/>
                  <a:gd name="T8" fmla="*/ 0 w 107"/>
                  <a:gd name="T9" fmla="*/ 0 h 2031"/>
                  <a:gd name="T10" fmla="*/ 0 w 107"/>
                  <a:gd name="T11" fmla="*/ 2031 h 2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7" h="2031">
                    <a:moveTo>
                      <a:pt x="0" y="2031"/>
                    </a:moveTo>
                    <a:cubicBezTo>
                      <a:pt x="106" y="2031"/>
                      <a:pt x="106" y="2031"/>
                      <a:pt x="106" y="2031"/>
                    </a:cubicBezTo>
                    <a:cubicBezTo>
                      <a:pt x="107" y="2031"/>
                      <a:pt x="107" y="2031"/>
                      <a:pt x="107" y="2030"/>
                    </a:cubicBezTo>
                    <a:cubicBezTo>
                      <a:pt x="107" y="0"/>
                      <a:pt x="107" y="0"/>
                      <a:pt x="10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031"/>
                    </a:lnTo>
                    <a:close/>
                  </a:path>
                </a:pathLst>
              </a:custGeom>
              <a:solidFill>
                <a:srgbClr val="A2ABB0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A2ABB0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303E4A"/>
                  </a:solidFill>
                </a:endParaRPr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74954FBE-0E1C-D1BC-0029-95A0CA5AF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3499"/>
                <a:ext cx="77" cy="1445"/>
              </a:xfrm>
              <a:custGeom>
                <a:avLst/>
                <a:gdLst>
                  <a:gd name="T0" fmla="*/ 0 w 108"/>
                  <a:gd name="T1" fmla="*/ 2031 h 2031"/>
                  <a:gd name="T2" fmla="*/ 106 w 108"/>
                  <a:gd name="T3" fmla="*/ 2031 h 2031"/>
                  <a:gd name="T4" fmla="*/ 108 w 108"/>
                  <a:gd name="T5" fmla="*/ 2030 h 2031"/>
                  <a:gd name="T6" fmla="*/ 108 w 108"/>
                  <a:gd name="T7" fmla="*/ 0 h 2031"/>
                  <a:gd name="T8" fmla="*/ 0 w 108"/>
                  <a:gd name="T9" fmla="*/ 0 h 2031"/>
                  <a:gd name="T10" fmla="*/ 0 w 108"/>
                  <a:gd name="T11" fmla="*/ 2031 h 2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8" h="2031">
                    <a:moveTo>
                      <a:pt x="0" y="2031"/>
                    </a:moveTo>
                    <a:cubicBezTo>
                      <a:pt x="106" y="2031"/>
                      <a:pt x="106" y="2031"/>
                      <a:pt x="106" y="2031"/>
                    </a:cubicBezTo>
                    <a:cubicBezTo>
                      <a:pt x="107" y="2031"/>
                      <a:pt x="108" y="2031"/>
                      <a:pt x="108" y="2030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031"/>
                    </a:lnTo>
                    <a:close/>
                  </a:path>
                </a:pathLst>
              </a:custGeom>
              <a:solidFill>
                <a:srgbClr val="A2ABB0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A2ABB0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303E4A"/>
                  </a:solidFill>
                </a:endParaRPr>
              </a:p>
            </p:txBody>
          </p:sp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C6E6F7CA-21E9-399A-13EF-9F0108F26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" y="4944"/>
                <a:ext cx="1078" cy="153"/>
              </a:xfrm>
              <a:custGeom>
                <a:avLst/>
                <a:gdLst>
                  <a:gd name="T0" fmla="*/ 0 w 1508"/>
                  <a:gd name="T1" fmla="*/ 216 h 216"/>
                  <a:gd name="T2" fmla="*/ 1508 w 1508"/>
                  <a:gd name="T3" fmla="*/ 216 h 216"/>
                  <a:gd name="T4" fmla="*/ 1508 w 1508"/>
                  <a:gd name="T5" fmla="*/ 37 h 216"/>
                  <a:gd name="T6" fmla="*/ 1471 w 1508"/>
                  <a:gd name="T7" fmla="*/ 0 h 216"/>
                  <a:gd name="T8" fmla="*/ 37 w 1508"/>
                  <a:gd name="T9" fmla="*/ 0 h 216"/>
                  <a:gd name="T10" fmla="*/ 0 w 1508"/>
                  <a:gd name="T11" fmla="*/ 37 h 216"/>
                  <a:gd name="T12" fmla="*/ 0 w 1508"/>
                  <a:gd name="T13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8" h="216">
                    <a:moveTo>
                      <a:pt x="0" y="216"/>
                    </a:moveTo>
                    <a:cubicBezTo>
                      <a:pt x="1508" y="216"/>
                      <a:pt x="1508" y="216"/>
                      <a:pt x="1508" y="216"/>
                    </a:cubicBezTo>
                    <a:cubicBezTo>
                      <a:pt x="1508" y="37"/>
                      <a:pt x="1508" y="37"/>
                      <a:pt x="1508" y="37"/>
                    </a:cubicBezTo>
                    <a:cubicBezTo>
                      <a:pt x="1508" y="17"/>
                      <a:pt x="1491" y="0"/>
                      <a:pt x="1471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A2ABB0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A2ABB0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303E4A"/>
                  </a:solidFill>
                </a:endParaRPr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533B6D8-1488-5F9B-236E-55638BE52A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1" y="3098"/>
                <a:ext cx="916" cy="1846"/>
              </a:xfrm>
              <a:custGeom>
                <a:avLst/>
                <a:gdLst>
                  <a:gd name="T0" fmla="*/ 641 w 1281"/>
                  <a:gd name="T1" fmla="*/ 0 h 2594"/>
                  <a:gd name="T2" fmla="*/ 0 w 1281"/>
                  <a:gd name="T3" fmla="*/ 78 h 2594"/>
                  <a:gd name="T4" fmla="*/ 0 w 1281"/>
                  <a:gd name="T5" fmla="*/ 264 h 2594"/>
                  <a:gd name="T6" fmla="*/ 0 w 1281"/>
                  <a:gd name="T7" fmla="*/ 626 h 2594"/>
                  <a:gd name="T8" fmla="*/ 44 w 1281"/>
                  <a:gd name="T9" fmla="*/ 642 h 2594"/>
                  <a:gd name="T10" fmla="*/ 120 w 1281"/>
                  <a:gd name="T11" fmla="*/ 751 h 2594"/>
                  <a:gd name="T12" fmla="*/ 120 w 1281"/>
                  <a:gd name="T13" fmla="*/ 2594 h 2594"/>
                  <a:gd name="T14" fmla="*/ 1161 w 1281"/>
                  <a:gd name="T15" fmla="*/ 2594 h 2594"/>
                  <a:gd name="T16" fmla="*/ 1161 w 1281"/>
                  <a:gd name="T17" fmla="*/ 751 h 2594"/>
                  <a:gd name="T18" fmla="*/ 1238 w 1281"/>
                  <a:gd name="T19" fmla="*/ 642 h 2594"/>
                  <a:gd name="T20" fmla="*/ 1281 w 1281"/>
                  <a:gd name="T21" fmla="*/ 626 h 2594"/>
                  <a:gd name="T22" fmla="*/ 1281 w 1281"/>
                  <a:gd name="T23" fmla="*/ 264 h 2594"/>
                  <a:gd name="T24" fmla="*/ 1281 w 1281"/>
                  <a:gd name="T25" fmla="*/ 78 h 2594"/>
                  <a:gd name="T26" fmla="*/ 641 w 1281"/>
                  <a:gd name="T27" fmla="*/ 0 h 2594"/>
                  <a:gd name="T28" fmla="*/ 988 w 1281"/>
                  <a:gd name="T29" fmla="*/ 1179 h 2594"/>
                  <a:gd name="T30" fmla="*/ 869 w 1281"/>
                  <a:gd name="T31" fmla="*/ 1297 h 2594"/>
                  <a:gd name="T32" fmla="*/ 412 w 1281"/>
                  <a:gd name="T33" fmla="*/ 1297 h 2594"/>
                  <a:gd name="T34" fmla="*/ 294 w 1281"/>
                  <a:gd name="T35" fmla="*/ 1179 h 2594"/>
                  <a:gd name="T36" fmla="*/ 294 w 1281"/>
                  <a:gd name="T37" fmla="*/ 998 h 2594"/>
                  <a:gd name="T38" fmla="*/ 412 w 1281"/>
                  <a:gd name="T39" fmla="*/ 880 h 2594"/>
                  <a:gd name="T40" fmla="*/ 869 w 1281"/>
                  <a:gd name="T41" fmla="*/ 880 h 2594"/>
                  <a:gd name="T42" fmla="*/ 988 w 1281"/>
                  <a:gd name="T43" fmla="*/ 998 h 2594"/>
                  <a:gd name="T44" fmla="*/ 988 w 1281"/>
                  <a:gd name="T45" fmla="*/ 1179 h 2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81" h="2594">
                    <a:moveTo>
                      <a:pt x="641" y="0"/>
                    </a:moveTo>
                    <a:cubicBezTo>
                      <a:pt x="372" y="0"/>
                      <a:pt x="136" y="31"/>
                      <a:pt x="0" y="78"/>
                    </a:cubicBezTo>
                    <a:cubicBezTo>
                      <a:pt x="0" y="264"/>
                      <a:pt x="0" y="264"/>
                      <a:pt x="0" y="264"/>
                    </a:cubicBezTo>
                    <a:cubicBezTo>
                      <a:pt x="0" y="626"/>
                      <a:pt x="0" y="626"/>
                      <a:pt x="0" y="626"/>
                    </a:cubicBezTo>
                    <a:cubicBezTo>
                      <a:pt x="44" y="642"/>
                      <a:pt x="44" y="642"/>
                      <a:pt x="44" y="642"/>
                    </a:cubicBezTo>
                    <a:cubicBezTo>
                      <a:pt x="87" y="658"/>
                      <a:pt x="120" y="707"/>
                      <a:pt x="120" y="751"/>
                    </a:cubicBezTo>
                    <a:cubicBezTo>
                      <a:pt x="120" y="2594"/>
                      <a:pt x="120" y="2594"/>
                      <a:pt x="120" y="2594"/>
                    </a:cubicBezTo>
                    <a:cubicBezTo>
                      <a:pt x="1161" y="2594"/>
                      <a:pt x="1161" y="2594"/>
                      <a:pt x="1161" y="2594"/>
                    </a:cubicBezTo>
                    <a:cubicBezTo>
                      <a:pt x="1161" y="751"/>
                      <a:pt x="1161" y="751"/>
                      <a:pt x="1161" y="751"/>
                    </a:cubicBezTo>
                    <a:cubicBezTo>
                      <a:pt x="1161" y="707"/>
                      <a:pt x="1195" y="658"/>
                      <a:pt x="1238" y="642"/>
                    </a:cubicBezTo>
                    <a:cubicBezTo>
                      <a:pt x="1281" y="626"/>
                      <a:pt x="1281" y="626"/>
                      <a:pt x="1281" y="626"/>
                    </a:cubicBezTo>
                    <a:cubicBezTo>
                      <a:pt x="1281" y="264"/>
                      <a:pt x="1281" y="264"/>
                      <a:pt x="1281" y="264"/>
                    </a:cubicBezTo>
                    <a:cubicBezTo>
                      <a:pt x="1281" y="78"/>
                      <a:pt x="1281" y="78"/>
                      <a:pt x="1281" y="78"/>
                    </a:cubicBezTo>
                    <a:cubicBezTo>
                      <a:pt x="1146" y="31"/>
                      <a:pt x="910" y="0"/>
                      <a:pt x="641" y="0"/>
                    </a:cubicBezTo>
                    <a:close/>
                    <a:moveTo>
                      <a:pt x="988" y="1179"/>
                    </a:moveTo>
                    <a:cubicBezTo>
                      <a:pt x="988" y="1244"/>
                      <a:pt x="935" y="1297"/>
                      <a:pt x="869" y="1297"/>
                    </a:cubicBezTo>
                    <a:cubicBezTo>
                      <a:pt x="412" y="1297"/>
                      <a:pt x="412" y="1297"/>
                      <a:pt x="412" y="1297"/>
                    </a:cubicBezTo>
                    <a:cubicBezTo>
                      <a:pt x="347" y="1297"/>
                      <a:pt x="294" y="1244"/>
                      <a:pt x="294" y="1179"/>
                    </a:cubicBezTo>
                    <a:cubicBezTo>
                      <a:pt x="294" y="998"/>
                      <a:pt x="294" y="998"/>
                      <a:pt x="294" y="998"/>
                    </a:cubicBezTo>
                    <a:cubicBezTo>
                      <a:pt x="294" y="933"/>
                      <a:pt x="347" y="880"/>
                      <a:pt x="412" y="880"/>
                    </a:cubicBezTo>
                    <a:cubicBezTo>
                      <a:pt x="869" y="880"/>
                      <a:pt x="869" y="880"/>
                      <a:pt x="869" y="880"/>
                    </a:cubicBezTo>
                    <a:cubicBezTo>
                      <a:pt x="935" y="880"/>
                      <a:pt x="988" y="933"/>
                      <a:pt x="988" y="998"/>
                    </a:cubicBezTo>
                    <a:lnTo>
                      <a:pt x="988" y="1179"/>
                    </a:lnTo>
                    <a:close/>
                  </a:path>
                </a:pathLst>
              </a:custGeom>
              <a:solidFill>
                <a:srgbClr val="DFE3E6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DFE3E6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</a:endParaRPr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62AF9001-8FA2-51A4-D82F-38312A8BB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148"/>
                <a:ext cx="335" cy="506"/>
              </a:xfrm>
              <a:custGeom>
                <a:avLst/>
                <a:gdLst>
                  <a:gd name="T0" fmla="*/ 190 w 468"/>
                  <a:gd name="T1" fmla="*/ 701 h 712"/>
                  <a:gd name="T2" fmla="*/ 464 w 468"/>
                  <a:gd name="T3" fmla="*/ 291 h 712"/>
                  <a:gd name="T4" fmla="*/ 464 w 468"/>
                  <a:gd name="T5" fmla="*/ 276 h 712"/>
                  <a:gd name="T6" fmla="*/ 453 w 468"/>
                  <a:gd name="T7" fmla="*/ 268 h 712"/>
                  <a:gd name="T8" fmla="*/ 251 w 468"/>
                  <a:gd name="T9" fmla="*/ 302 h 712"/>
                  <a:gd name="T10" fmla="*/ 304 w 468"/>
                  <a:gd name="T11" fmla="*/ 15 h 712"/>
                  <a:gd name="T12" fmla="*/ 293 w 468"/>
                  <a:gd name="T13" fmla="*/ 0 h 712"/>
                  <a:gd name="T14" fmla="*/ 278 w 468"/>
                  <a:gd name="T15" fmla="*/ 7 h 712"/>
                  <a:gd name="T16" fmla="*/ 4 w 468"/>
                  <a:gd name="T17" fmla="*/ 455 h 712"/>
                  <a:gd name="T18" fmla="*/ 4 w 468"/>
                  <a:gd name="T19" fmla="*/ 470 h 712"/>
                  <a:gd name="T20" fmla="*/ 15 w 468"/>
                  <a:gd name="T21" fmla="*/ 477 h 712"/>
                  <a:gd name="T22" fmla="*/ 217 w 468"/>
                  <a:gd name="T23" fmla="*/ 444 h 712"/>
                  <a:gd name="T24" fmla="*/ 167 w 468"/>
                  <a:gd name="T25" fmla="*/ 694 h 712"/>
                  <a:gd name="T26" fmla="*/ 175 w 468"/>
                  <a:gd name="T27" fmla="*/ 709 h 712"/>
                  <a:gd name="T28" fmla="*/ 190 w 468"/>
                  <a:gd name="T29" fmla="*/ 701 h 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68" h="712">
                    <a:moveTo>
                      <a:pt x="190" y="701"/>
                    </a:moveTo>
                    <a:cubicBezTo>
                      <a:pt x="464" y="291"/>
                      <a:pt x="464" y="291"/>
                      <a:pt x="464" y="291"/>
                    </a:cubicBezTo>
                    <a:cubicBezTo>
                      <a:pt x="468" y="287"/>
                      <a:pt x="468" y="280"/>
                      <a:pt x="464" y="276"/>
                    </a:cubicBezTo>
                    <a:cubicBezTo>
                      <a:pt x="464" y="272"/>
                      <a:pt x="457" y="268"/>
                      <a:pt x="453" y="268"/>
                    </a:cubicBezTo>
                    <a:cubicBezTo>
                      <a:pt x="251" y="302"/>
                      <a:pt x="251" y="302"/>
                      <a:pt x="251" y="302"/>
                    </a:cubicBezTo>
                    <a:cubicBezTo>
                      <a:pt x="304" y="15"/>
                      <a:pt x="304" y="15"/>
                      <a:pt x="304" y="15"/>
                    </a:cubicBezTo>
                    <a:cubicBezTo>
                      <a:pt x="304" y="11"/>
                      <a:pt x="301" y="4"/>
                      <a:pt x="293" y="0"/>
                    </a:cubicBezTo>
                    <a:cubicBezTo>
                      <a:pt x="289" y="0"/>
                      <a:pt x="282" y="0"/>
                      <a:pt x="278" y="7"/>
                    </a:cubicBezTo>
                    <a:cubicBezTo>
                      <a:pt x="4" y="455"/>
                      <a:pt x="4" y="455"/>
                      <a:pt x="4" y="455"/>
                    </a:cubicBezTo>
                    <a:cubicBezTo>
                      <a:pt x="0" y="459"/>
                      <a:pt x="0" y="466"/>
                      <a:pt x="4" y="470"/>
                    </a:cubicBezTo>
                    <a:cubicBezTo>
                      <a:pt x="7" y="474"/>
                      <a:pt x="11" y="477"/>
                      <a:pt x="15" y="477"/>
                    </a:cubicBezTo>
                    <a:cubicBezTo>
                      <a:pt x="217" y="444"/>
                      <a:pt x="217" y="444"/>
                      <a:pt x="217" y="444"/>
                    </a:cubicBezTo>
                    <a:cubicBezTo>
                      <a:pt x="167" y="694"/>
                      <a:pt x="167" y="694"/>
                      <a:pt x="167" y="694"/>
                    </a:cubicBezTo>
                    <a:cubicBezTo>
                      <a:pt x="164" y="701"/>
                      <a:pt x="167" y="705"/>
                      <a:pt x="175" y="709"/>
                    </a:cubicBezTo>
                    <a:cubicBezTo>
                      <a:pt x="179" y="712"/>
                      <a:pt x="186" y="709"/>
                      <a:pt x="190" y="701"/>
                    </a:cubicBezTo>
                    <a:close/>
                  </a:path>
                </a:pathLst>
              </a:custGeom>
              <a:solidFill>
                <a:srgbClr val="43515C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43515C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D527EB11-B412-6FE4-3CD2-BA538DB8E78E}"/>
              </a:ext>
            </a:extLst>
          </p:cNvPr>
          <p:cNvSpPr/>
          <p:nvPr/>
        </p:nvSpPr>
        <p:spPr bwMode="auto">
          <a:xfrm rot="10800000">
            <a:off x="217794" y="3915705"/>
            <a:ext cx="2569181" cy="2340313"/>
          </a:xfrm>
          <a:prstGeom prst="round2SameRect">
            <a:avLst>
              <a:gd name="adj1" fmla="val 4062"/>
              <a:gd name="adj2" fmla="val 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0070C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20303D"/>
              </a:solidFill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2F21826C-5D77-7B20-C0BD-98A59E85AF63}"/>
              </a:ext>
            </a:extLst>
          </p:cNvPr>
          <p:cNvSpPr/>
          <p:nvPr/>
        </p:nvSpPr>
        <p:spPr bwMode="auto">
          <a:xfrm>
            <a:off x="217796" y="3218999"/>
            <a:ext cx="2569183" cy="696516"/>
          </a:xfrm>
          <a:prstGeom prst="round2SameRect">
            <a:avLst>
              <a:gd name="adj1" fmla="val 13564"/>
              <a:gd name="adj2" fmla="val 0"/>
            </a:avLst>
          </a:prstGeom>
          <a:solidFill>
            <a:srgbClr val="4FB7F6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459FED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7BA8AC-03EA-1677-41A1-35F7CF3DDB29}"/>
              </a:ext>
            </a:extLst>
          </p:cNvPr>
          <p:cNvSpPr/>
          <p:nvPr/>
        </p:nvSpPr>
        <p:spPr>
          <a:xfrm>
            <a:off x="863353" y="3239459"/>
            <a:ext cx="16352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b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Giatnullapari atu Rex cepteursi ntocc aecatcupid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0CD40-4DB1-E7C6-EBC6-C03BBD62FD40}"/>
              </a:ext>
            </a:extLst>
          </p:cNvPr>
          <p:cNvSpPr/>
          <p:nvPr/>
        </p:nvSpPr>
        <p:spPr>
          <a:xfrm>
            <a:off x="223555" y="3942992"/>
            <a:ext cx="2557665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Atatnon proidentsun tinculpaqu io ffi-ci-ade seruntmollita nimi</a:t>
            </a:r>
          </a:p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Destlab orumc urab itu rnonnulla sitametn isl temp usco </a:t>
            </a:r>
          </a:p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Nvallisqui sacl Ectus pe-llent/3</a:t>
            </a:r>
            <a:r>
              <a:rPr lang="en-US" sz="1200" baseline="30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es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quein ipsumid orcipor tadapib us v IVA mussusc ipittort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DDDB04-EE15-4599-0817-8781668586B7}"/>
              </a:ext>
            </a:extLst>
          </p:cNvPr>
          <p:cNvSpPr/>
          <p:nvPr/>
        </p:nvSpPr>
        <p:spPr>
          <a:xfrm>
            <a:off x="3644015" y="971716"/>
            <a:ext cx="490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Orege’t Felispo rt Titorvolutp Atcrasultricie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E35EBE-AED6-8D53-FCA2-C1303A19529E}"/>
              </a:ext>
            </a:extLst>
          </p:cNvPr>
          <p:cNvSpPr txBox="1"/>
          <p:nvPr/>
        </p:nvSpPr>
        <p:spPr>
          <a:xfrm>
            <a:off x="3926928" y="1638663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>
                <a:solidFill>
                  <a:schemeClr val="bg1"/>
                </a:solidFill>
                <a:latin typeface="Arial" panose="020B0604020202020204" pitchFamily="34" charset="0"/>
              </a:rPr>
              <a:t>Sligu 02</a:t>
            </a: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F86A3A55-F24A-E42C-6693-7C2A1358BA14}"/>
              </a:ext>
            </a:extLst>
          </p:cNvPr>
          <p:cNvSpPr/>
          <p:nvPr/>
        </p:nvSpPr>
        <p:spPr bwMode="auto">
          <a:xfrm rot="10800000">
            <a:off x="3102558" y="3915705"/>
            <a:ext cx="2569181" cy="2340315"/>
          </a:xfrm>
          <a:prstGeom prst="round2SameRect">
            <a:avLst>
              <a:gd name="adj1" fmla="val 4062"/>
              <a:gd name="adj2" fmla="val 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0070C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20303D"/>
              </a:solidFill>
            </a:endParaRP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C31B97DE-EFBD-0035-7BB4-8C9A69243731}"/>
              </a:ext>
            </a:extLst>
          </p:cNvPr>
          <p:cNvSpPr/>
          <p:nvPr/>
        </p:nvSpPr>
        <p:spPr bwMode="auto">
          <a:xfrm>
            <a:off x="3102559" y="3218999"/>
            <a:ext cx="2569183" cy="696516"/>
          </a:xfrm>
          <a:prstGeom prst="round2SameRect">
            <a:avLst>
              <a:gd name="adj1" fmla="val 13564"/>
              <a:gd name="adj2" fmla="val 0"/>
            </a:avLst>
          </a:prstGeom>
          <a:solidFill>
            <a:srgbClr val="4FB7F6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459FED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70BBB7-1B70-23C9-2693-E4C8A6BAD353}"/>
              </a:ext>
            </a:extLst>
          </p:cNvPr>
          <p:cNvSpPr/>
          <p:nvPr/>
        </p:nvSpPr>
        <p:spPr>
          <a:xfrm>
            <a:off x="3799412" y="3331792"/>
            <a:ext cx="15520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200" b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Lasedmag nadictump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78A0EF-57BC-F645-1F0A-1ABA5AF23DD4}"/>
              </a:ext>
            </a:extLst>
          </p:cNvPr>
          <p:cNvSpPr/>
          <p:nvPr/>
        </p:nvSpPr>
        <p:spPr>
          <a:xfrm>
            <a:off x="3102560" y="3942992"/>
            <a:ext cx="2569181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Ortalore mipsumd olors itam etco nsect </a:t>
            </a:r>
          </a:p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Eturadipi scin gelits eddoeiu smod tem-po-rin cidi duntu tlaboreetd</a:t>
            </a:r>
          </a:p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Olor EMA gna aliquauteni madminimven</a:t>
            </a:r>
          </a:p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Iamquisnos tru dex ercitatio nul lamcol aboris ni siutaliqui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FC0C4B-32A0-42D6-AC3B-AE148A094FFD}"/>
              </a:ext>
            </a:extLst>
          </p:cNvPr>
          <p:cNvGrpSpPr/>
          <p:nvPr/>
        </p:nvGrpSpPr>
        <p:grpSpPr>
          <a:xfrm>
            <a:off x="4160837" y="1986719"/>
            <a:ext cx="452626" cy="839332"/>
            <a:chOff x="873125" y="4918076"/>
            <a:chExt cx="1711325" cy="317341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FC289B6-2905-FA09-71C7-4910C355E106}"/>
                </a:ext>
              </a:extLst>
            </p:cNvPr>
            <p:cNvSpPr/>
            <p:nvPr/>
          </p:nvSpPr>
          <p:spPr bwMode="auto">
            <a:xfrm>
              <a:off x="1276440" y="5823857"/>
              <a:ext cx="904694" cy="685800"/>
            </a:xfrm>
            <a:prstGeom prst="rect">
              <a:avLst/>
            </a:prstGeom>
            <a:solidFill>
              <a:srgbClr val="66737C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">
              <a:extLst>
                <a:ext uri="{FF2B5EF4-FFF2-40B4-BE49-F238E27FC236}">
                  <a16:creationId xmlns:a16="http://schemas.microsoft.com/office/drawing/2014/main" id="{E0CFF478-CEE0-F549-DF49-1FAAC1B34A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73125" y="4918076"/>
              <a:ext cx="1711325" cy="3173413"/>
              <a:chOff x="550" y="3098"/>
              <a:chExt cx="1078" cy="1999"/>
            </a:xfrm>
          </p:grpSpPr>
          <p:sp>
            <p:nvSpPr>
              <p:cNvPr id="47" name="Freeform 5">
                <a:extLst>
                  <a:ext uri="{FF2B5EF4-FFF2-40B4-BE49-F238E27FC236}">
                    <a16:creationId xmlns:a16="http://schemas.microsoft.com/office/drawing/2014/main" id="{EE8E3D44-4B20-D5B6-2EA0-8733B31E1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" y="3499"/>
                <a:ext cx="76" cy="1445"/>
              </a:xfrm>
              <a:custGeom>
                <a:avLst/>
                <a:gdLst>
                  <a:gd name="T0" fmla="*/ 0 w 107"/>
                  <a:gd name="T1" fmla="*/ 2031 h 2031"/>
                  <a:gd name="T2" fmla="*/ 106 w 107"/>
                  <a:gd name="T3" fmla="*/ 2031 h 2031"/>
                  <a:gd name="T4" fmla="*/ 107 w 107"/>
                  <a:gd name="T5" fmla="*/ 2030 h 2031"/>
                  <a:gd name="T6" fmla="*/ 107 w 107"/>
                  <a:gd name="T7" fmla="*/ 0 h 2031"/>
                  <a:gd name="T8" fmla="*/ 0 w 107"/>
                  <a:gd name="T9" fmla="*/ 0 h 2031"/>
                  <a:gd name="T10" fmla="*/ 0 w 107"/>
                  <a:gd name="T11" fmla="*/ 2031 h 2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7" h="2031">
                    <a:moveTo>
                      <a:pt x="0" y="2031"/>
                    </a:moveTo>
                    <a:cubicBezTo>
                      <a:pt x="106" y="2031"/>
                      <a:pt x="106" y="2031"/>
                      <a:pt x="106" y="2031"/>
                    </a:cubicBezTo>
                    <a:cubicBezTo>
                      <a:pt x="107" y="2031"/>
                      <a:pt x="107" y="2031"/>
                      <a:pt x="107" y="2030"/>
                    </a:cubicBezTo>
                    <a:cubicBezTo>
                      <a:pt x="107" y="0"/>
                      <a:pt x="107" y="0"/>
                      <a:pt x="10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031"/>
                    </a:lnTo>
                    <a:close/>
                  </a:path>
                </a:pathLst>
              </a:custGeom>
              <a:solidFill>
                <a:srgbClr val="A2ABB0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A2ABB0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303E4A"/>
                  </a:solidFill>
                </a:endParaRPr>
              </a:p>
            </p:txBody>
          </p:sp>
          <p:sp>
            <p:nvSpPr>
              <p:cNvPr id="48" name="Freeform 6">
                <a:extLst>
                  <a:ext uri="{FF2B5EF4-FFF2-40B4-BE49-F238E27FC236}">
                    <a16:creationId xmlns:a16="http://schemas.microsoft.com/office/drawing/2014/main" id="{321C3CDB-5E3A-32F2-1F4C-A170AD19F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3499"/>
                <a:ext cx="77" cy="1445"/>
              </a:xfrm>
              <a:custGeom>
                <a:avLst/>
                <a:gdLst>
                  <a:gd name="T0" fmla="*/ 0 w 108"/>
                  <a:gd name="T1" fmla="*/ 2031 h 2031"/>
                  <a:gd name="T2" fmla="*/ 106 w 108"/>
                  <a:gd name="T3" fmla="*/ 2031 h 2031"/>
                  <a:gd name="T4" fmla="*/ 108 w 108"/>
                  <a:gd name="T5" fmla="*/ 2030 h 2031"/>
                  <a:gd name="T6" fmla="*/ 108 w 108"/>
                  <a:gd name="T7" fmla="*/ 0 h 2031"/>
                  <a:gd name="T8" fmla="*/ 0 w 108"/>
                  <a:gd name="T9" fmla="*/ 0 h 2031"/>
                  <a:gd name="T10" fmla="*/ 0 w 108"/>
                  <a:gd name="T11" fmla="*/ 2031 h 2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8" h="2031">
                    <a:moveTo>
                      <a:pt x="0" y="2031"/>
                    </a:moveTo>
                    <a:cubicBezTo>
                      <a:pt x="106" y="2031"/>
                      <a:pt x="106" y="2031"/>
                      <a:pt x="106" y="2031"/>
                    </a:cubicBezTo>
                    <a:cubicBezTo>
                      <a:pt x="107" y="2031"/>
                      <a:pt x="108" y="2031"/>
                      <a:pt x="108" y="2030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031"/>
                    </a:lnTo>
                    <a:close/>
                  </a:path>
                </a:pathLst>
              </a:custGeom>
              <a:solidFill>
                <a:srgbClr val="A2ABB0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A2ABB0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303E4A"/>
                  </a:solidFill>
                </a:endParaRPr>
              </a:p>
            </p:txBody>
          </p:sp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D07CE30D-37AB-412C-458B-6C5A42EED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" y="4944"/>
                <a:ext cx="1078" cy="153"/>
              </a:xfrm>
              <a:custGeom>
                <a:avLst/>
                <a:gdLst>
                  <a:gd name="T0" fmla="*/ 0 w 1508"/>
                  <a:gd name="T1" fmla="*/ 216 h 216"/>
                  <a:gd name="T2" fmla="*/ 1508 w 1508"/>
                  <a:gd name="T3" fmla="*/ 216 h 216"/>
                  <a:gd name="T4" fmla="*/ 1508 w 1508"/>
                  <a:gd name="T5" fmla="*/ 37 h 216"/>
                  <a:gd name="T6" fmla="*/ 1471 w 1508"/>
                  <a:gd name="T7" fmla="*/ 0 h 216"/>
                  <a:gd name="T8" fmla="*/ 37 w 1508"/>
                  <a:gd name="T9" fmla="*/ 0 h 216"/>
                  <a:gd name="T10" fmla="*/ 0 w 1508"/>
                  <a:gd name="T11" fmla="*/ 37 h 216"/>
                  <a:gd name="T12" fmla="*/ 0 w 1508"/>
                  <a:gd name="T13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8" h="216">
                    <a:moveTo>
                      <a:pt x="0" y="216"/>
                    </a:moveTo>
                    <a:cubicBezTo>
                      <a:pt x="1508" y="216"/>
                      <a:pt x="1508" y="216"/>
                      <a:pt x="1508" y="216"/>
                    </a:cubicBezTo>
                    <a:cubicBezTo>
                      <a:pt x="1508" y="37"/>
                      <a:pt x="1508" y="37"/>
                      <a:pt x="1508" y="37"/>
                    </a:cubicBezTo>
                    <a:cubicBezTo>
                      <a:pt x="1508" y="17"/>
                      <a:pt x="1491" y="0"/>
                      <a:pt x="1471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A2ABB0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A2ABB0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303E4A"/>
                  </a:solidFill>
                </a:endParaRPr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88760027-1073-768E-B524-173B85280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1" y="3098"/>
                <a:ext cx="916" cy="1846"/>
              </a:xfrm>
              <a:custGeom>
                <a:avLst/>
                <a:gdLst>
                  <a:gd name="T0" fmla="*/ 641 w 1281"/>
                  <a:gd name="T1" fmla="*/ 0 h 2594"/>
                  <a:gd name="T2" fmla="*/ 0 w 1281"/>
                  <a:gd name="T3" fmla="*/ 78 h 2594"/>
                  <a:gd name="T4" fmla="*/ 0 w 1281"/>
                  <a:gd name="T5" fmla="*/ 264 h 2594"/>
                  <a:gd name="T6" fmla="*/ 0 w 1281"/>
                  <a:gd name="T7" fmla="*/ 626 h 2594"/>
                  <a:gd name="T8" fmla="*/ 44 w 1281"/>
                  <a:gd name="T9" fmla="*/ 642 h 2594"/>
                  <a:gd name="T10" fmla="*/ 120 w 1281"/>
                  <a:gd name="T11" fmla="*/ 751 h 2594"/>
                  <a:gd name="T12" fmla="*/ 120 w 1281"/>
                  <a:gd name="T13" fmla="*/ 2594 h 2594"/>
                  <a:gd name="T14" fmla="*/ 1161 w 1281"/>
                  <a:gd name="T15" fmla="*/ 2594 h 2594"/>
                  <a:gd name="T16" fmla="*/ 1161 w 1281"/>
                  <a:gd name="T17" fmla="*/ 751 h 2594"/>
                  <a:gd name="T18" fmla="*/ 1238 w 1281"/>
                  <a:gd name="T19" fmla="*/ 642 h 2594"/>
                  <a:gd name="T20" fmla="*/ 1281 w 1281"/>
                  <a:gd name="T21" fmla="*/ 626 h 2594"/>
                  <a:gd name="T22" fmla="*/ 1281 w 1281"/>
                  <a:gd name="T23" fmla="*/ 264 h 2594"/>
                  <a:gd name="T24" fmla="*/ 1281 w 1281"/>
                  <a:gd name="T25" fmla="*/ 78 h 2594"/>
                  <a:gd name="T26" fmla="*/ 641 w 1281"/>
                  <a:gd name="T27" fmla="*/ 0 h 2594"/>
                  <a:gd name="T28" fmla="*/ 988 w 1281"/>
                  <a:gd name="T29" fmla="*/ 1179 h 2594"/>
                  <a:gd name="T30" fmla="*/ 869 w 1281"/>
                  <a:gd name="T31" fmla="*/ 1297 h 2594"/>
                  <a:gd name="T32" fmla="*/ 412 w 1281"/>
                  <a:gd name="T33" fmla="*/ 1297 h 2594"/>
                  <a:gd name="T34" fmla="*/ 294 w 1281"/>
                  <a:gd name="T35" fmla="*/ 1179 h 2594"/>
                  <a:gd name="T36" fmla="*/ 294 w 1281"/>
                  <a:gd name="T37" fmla="*/ 998 h 2594"/>
                  <a:gd name="T38" fmla="*/ 412 w 1281"/>
                  <a:gd name="T39" fmla="*/ 880 h 2594"/>
                  <a:gd name="T40" fmla="*/ 869 w 1281"/>
                  <a:gd name="T41" fmla="*/ 880 h 2594"/>
                  <a:gd name="T42" fmla="*/ 988 w 1281"/>
                  <a:gd name="T43" fmla="*/ 998 h 2594"/>
                  <a:gd name="T44" fmla="*/ 988 w 1281"/>
                  <a:gd name="T45" fmla="*/ 1179 h 2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81" h="2594">
                    <a:moveTo>
                      <a:pt x="641" y="0"/>
                    </a:moveTo>
                    <a:cubicBezTo>
                      <a:pt x="372" y="0"/>
                      <a:pt x="136" y="31"/>
                      <a:pt x="0" y="78"/>
                    </a:cubicBezTo>
                    <a:cubicBezTo>
                      <a:pt x="0" y="264"/>
                      <a:pt x="0" y="264"/>
                      <a:pt x="0" y="264"/>
                    </a:cubicBezTo>
                    <a:cubicBezTo>
                      <a:pt x="0" y="626"/>
                      <a:pt x="0" y="626"/>
                      <a:pt x="0" y="626"/>
                    </a:cubicBezTo>
                    <a:cubicBezTo>
                      <a:pt x="44" y="642"/>
                      <a:pt x="44" y="642"/>
                      <a:pt x="44" y="642"/>
                    </a:cubicBezTo>
                    <a:cubicBezTo>
                      <a:pt x="87" y="658"/>
                      <a:pt x="120" y="707"/>
                      <a:pt x="120" y="751"/>
                    </a:cubicBezTo>
                    <a:cubicBezTo>
                      <a:pt x="120" y="2594"/>
                      <a:pt x="120" y="2594"/>
                      <a:pt x="120" y="2594"/>
                    </a:cubicBezTo>
                    <a:cubicBezTo>
                      <a:pt x="1161" y="2594"/>
                      <a:pt x="1161" y="2594"/>
                      <a:pt x="1161" y="2594"/>
                    </a:cubicBezTo>
                    <a:cubicBezTo>
                      <a:pt x="1161" y="751"/>
                      <a:pt x="1161" y="751"/>
                      <a:pt x="1161" y="751"/>
                    </a:cubicBezTo>
                    <a:cubicBezTo>
                      <a:pt x="1161" y="707"/>
                      <a:pt x="1195" y="658"/>
                      <a:pt x="1238" y="642"/>
                    </a:cubicBezTo>
                    <a:cubicBezTo>
                      <a:pt x="1281" y="626"/>
                      <a:pt x="1281" y="626"/>
                      <a:pt x="1281" y="626"/>
                    </a:cubicBezTo>
                    <a:cubicBezTo>
                      <a:pt x="1281" y="264"/>
                      <a:pt x="1281" y="264"/>
                      <a:pt x="1281" y="264"/>
                    </a:cubicBezTo>
                    <a:cubicBezTo>
                      <a:pt x="1281" y="78"/>
                      <a:pt x="1281" y="78"/>
                      <a:pt x="1281" y="78"/>
                    </a:cubicBezTo>
                    <a:cubicBezTo>
                      <a:pt x="1146" y="31"/>
                      <a:pt x="910" y="0"/>
                      <a:pt x="641" y="0"/>
                    </a:cubicBezTo>
                    <a:close/>
                    <a:moveTo>
                      <a:pt x="988" y="1179"/>
                    </a:moveTo>
                    <a:cubicBezTo>
                      <a:pt x="988" y="1244"/>
                      <a:pt x="935" y="1297"/>
                      <a:pt x="869" y="1297"/>
                    </a:cubicBezTo>
                    <a:cubicBezTo>
                      <a:pt x="412" y="1297"/>
                      <a:pt x="412" y="1297"/>
                      <a:pt x="412" y="1297"/>
                    </a:cubicBezTo>
                    <a:cubicBezTo>
                      <a:pt x="347" y="1297"/>
                      <a:pt x="294" y="1244"/>
                      <a:pt x="294" y="1179"/>
                    </a:cubicBezTo>
                    <a:cubicBezTo>
                      <a:pt x="294" y="998"/>
                      <a:pt x="294" y="998"/>
                      <a:pt x="294" y="998"/>
                    </a:cubicBezTo>
                    <a:cubicBezTo>
                      <a:pt x="294" y="933"/>
                      <a:pt x="347" y="880"/>
                      <a:pt x="412" y="880"/>
                    </a:cubicBezTo>
                    <a:cubicBezTo>
                      <a:pt x="869" y="880"/>
                      <a:pt x="869" y="880"/>
                      <a:pt x="869" y="880"/>
                    </a:cubicBezTo>
                    <a:cubicBezTo>
                      <a:pt x="935" y="880"/>
                      <a:pt x="988" y="933"/>
                      <a:pt x="988" y="998"/>
                    </a:cubicBezTo>
                    <a:lnTo>
                      <a:pt x="988" y="1179"/>
                    </a:lnTo>
                    <a:close/>
                  </a:path>
                </a:pathLst>
              </a:custGeom>
              <a:solidFill>
                <a:srgbClr val="DFE3E6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DFE3E6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</a:endParaRPr>
              </a:p>
            </p:txBody>
          </p:sp>
          <p:sp>
            <p:nvSpPr>
              <p:cNvPr id="51" name="Freeform 9">
                <a:extLst>
                  <a:ext uri="{FF2B5EF4-FFF2-40B4-BE49-F238E27FC236}">
                    <a16:creationId xmlns:a16="http://schemas.microsoft.com/office/drawing/2014/main" id="{9F265904-0F6F-B927-7102-298B9F088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148"/>
                <a:ext cx="335" cy="506"/>
              </a:xfrm>
              <a:custGeom>
                <a:avLst/>
                <a:gdLst>
                  <a:gd name="T0" fmla="*/ 190 w 468"/>
                  <a:gd name="T1" fmla="*/ 701 h 712"/>
                  <a:gd name="T2" fmla="*/ 464 w 468"/>
                  <a:gd name="T3" fmla="*/ 291 h 712"/>
                  <a:gd name="T4" fmla="*/ 464 w 468"/>
                  <a:gd name="T5" fmla="*/ 276 h 712"/>
                  <a:gd name="T6" fmla="*/ 453 w 468"/>
                  <a:gd name="T7" fmla="*/ 268 h 712"/>
                  <a:gd name="T8" fmla="*/ 251 w 468"/>
                  <a:gd name="T9" fmla="*/ 302 h 712"/>
                  <a:gd name="T10" fmla="*/ 304 w 468"/>
                  <a:gd name="T11" fmla="*/ 15 h 712"/>
                  <a:gd name="T12" fmla="*/ 293 w 468"/>
                  <a:gd name="T13" fmla="*/ 0 h 712"/>
                  <a:gd name="T14" fmla="*/ 278 w 468"/>
                  <a:gd name="T15" fmla="*/ 7 h 712"/>
                  <a:gd name="T16" fmla="*/ 4 w 468"/>
                  <a:gd name="T17" fmla="*/ 455 h 712"/>
                  <a:gd name="T18" fmla="*/ 4 w 468"/>
                  <a:gd name="T19" fmla="*/ 470 h 712"/>
                  <a:gd name="T20" fmla="*/ 15 w 468"/>
                  <a:gd name="T21" fmla="*/ 477 h 712"/>
                  <a:gd name="T22" fmla="*/ 217 w 468"/>
                  <a:gd name="T23" fmla="*/ 444 h 712"/>
                  <a:gd name="T24" fmla="*/ 167 w 468"/>
                  <a:gd name="T25" fmla="*/ 694 h 712"/>
                  <a:gd name="T26" fmla="*/ 175 w 468"/>
                  <a:gd name="T27" fmla="*/ 709 h 712"/>
                  <a:gd name="T28" fmla="*/ 190 w 468"/>
                  <a:gd name="T29" fmla="*/ 701 h 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68" h="712">
                    <a:moveTo>
                      <a:pt x="190" y="701"/>
                    </a:moveTo>
                    <a:cubicBezTo>
                      <a:pt x="464" y="291"/>
                      <a:pt x="464" y="291"/>
                      <a:pt x="464" y="291"/>
                    </a:cubicBezTo>
                    <a:cubicBezTo>
                      <a:pt x="468" y="287"/>
                      <a:pt x="468" y="280"/>
                      <a:pt x="464" y="276"/>
                    </a:cubicBezTo>
                    <a:cubicBezTo>
                      <a:pt x="464" y="272"/>
                      <a:pt x="457" y="268"/>
                      <a:pt x="453" y="268"/>
                    </a:cubicBezTo>
                    <a:cubicBezTo>
                      <a:pt x="251" y="302"/>
                      <a:pt x="251" y="302"/>
                      <a:pt x="251" y="302"/>
                    </a:cubicBezTo>
                    <a:cubicBezTo>
                      <a:pt x="304" y="15"/>
                      <a:pt x="304" y="15"/>
                      <a:pt x="304" y="15"/>
                    </a:cubicBezTo>
                    <a:cubicBezTo>
                      <a:pt x="304" y="11"/>
                      <a:pt x="301" y="4"/>
                      <a:pt x="293" y="0"/>
                    </a:cubicBezTo>
                    <a:cubicBezTo>
                      <a:pt x="289" y="0"/>
                      <a:pt x="282" y="0"/>
                      <a:pt x="278" y="7"/>
                    </a:cubicBezTo>
                    <a:cubicBezTo>
                      <a:pt x="4" y="455"/>
                      <a:pt x="4" y="455"/>
                      <a:pt x="4" y="455"/>
                    </a:cubicBezTo>
                    <a:cubicBezTo>
                      <a:pt x="0" y="459"/>
                      <a:pt x="0" y="466"/>
                      <a:pt x="4" y="470"/>
                    </a:cubicBezTo>
                    <a:cubicBezTo>
                      <a:pt x="7" y="474"/>
                      <a:pt x="11" y="477"/>
                      <a:pt x="15" y="477"/>
                    </a:cubicBezTo>
                    <a:cubicBezTo>
                      <a:pt x="217" y="444"/>
                      <a:pt x="217" y="444"/>
                      <a:pt x="217" y="444"/>
                    </a:cubicBezTo>
                    <a:cubicBezTo>
                      <a:pt x="167" y="694"/>
                      <a:pt x="167" y="694"/>
                      <a:pt x="167" y="694"/>
                    </a:cubicBezTo>
                    <a:cubicBezTo>
                      <a:pt x="164" y="701"/>
                      <a:pt x="167" y="705"/>
                      <a:pt x="175" y="709"/>
                    </a:cubicBezTo>
                    <a:cubicBezTo>
                      <a:pt x="179" y="712"/>
                      <a:pt x="186" y="709"/>
                      <a:pt x="190" y="701"/>
                    </a:cubicBezTo>
                    <a:close/>
                  </a:path>
                </a:pathLst>
              </a:custGeom>
              <a:solidFill>
                <a:srgbClr val="43515C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43515C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757CEDA-CCB2-77A6-ADF0-3AAF47FE4F70}"/>
              </a:ext>
            </a:extLst>
          </p:cNvPr>
          <p:cNvSpPr txBox="1"/>
          <p:nvPr/>
        </p:nvSpPr>
        <p:spPr>
          <a:xfrm>
            <a:off x="6811691" y="1638663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>
                <a:solidFill>
                  <a:schemeClr val="bg1"/>
                </a:solidFill>
                <a:latin typeface="Arial" panose="020B0604020202020204" pitchFamily="34" charset="0"/>
              </a:rPr>
              <a:t>Pexea 03</a:t>
            </a: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CA3E91A7-13A3-751F-5F65-9CB7A5C173C6}"/>
              </a:ext>
            </a:extLst>
          </p:cNvPr>
          <p:cNvSpPr/>
          <p:nvPr/>
        </p:nvSpPr>
        <p:spPr bwMode="auto">
          <a:xfrm rot="10800000">
            <a:off x="5987321" y="3915705"/>
            <a:ext cx="2569181" cy="2340315"/>
          </a:xfrm>
          <a:prstGeom prst="round2SameRect">
            <a:avLst>
              <a:gd name="adj1" fmla="val 4062"/>
              <a:gd name="adj2" fmla="val 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0070C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20303D"/>
              </a:solidFill>
            </a:endParaRPr>
          </a:p>
        </p:txBody>
      </p:sp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94818BB7-EBC0-51C8-1401-18844A0DF9E0}"/>
              </a:ext>
            </a:extLst>
          </p:cNvPr>
          <p:cNvSpPr/>
          <p:nvPr/>
        </p:nvSpPr>
        <p:spPr bwMode="auto">
          <a:xfrm>
            <a:off x="5987322" y="3218999"/>
            <a:ext cx="2569183" cy="696516"/>
          </a:xfrm>
          <a:prstGeom prst="round2SameRect">
            <a:avLst>
              <a:gd name="adj1" fmla="val 13564"/>
              <a:gd name="adj2" fmla="val 0"/>
            </a:avLst>
          </a:prstGeom>
          <a:solidFill>
            <a:srgbClr val="4FB7F6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459FED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6845513-7B8A-F26C-62B5-36CD90087756}"/>
              </a:ext>
            </a:extLst>
          </p:cNvPr>
          <p:cNvSpPr/>
          <p:nvPr/>
        </p:nvSpPr>
        <p:spPr>
          <a:xfrm>
            <a:off x="6566578" y="3239459"/>
            <a:ext cx="19495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Commodoc</a:t>
            </a:r>
            <a:r>
              <a:rPr 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Onsequatdu</a:t>
            </a:r>
            <a:r>
              <a:rPr 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 </a:t>
            </a:r>
          </a:p>
          <a:p>
            <a:pPr lvl="0">
              <a:defRPr/>
            </a:pPr>
            <a:r>
              <a:rPr 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isa </a:t>
            </a:r>
            <a:r>
              <a:rPr lang="en-US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Uteirure</a:t>
            </a:r>
            <a:r>
              <a:rPr 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Dolorinre</a:t>
            </a:r>
            <a:endParaRPr lang="en-US" sz="1200" b="1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30F18B8-7BDB-1F27-10E6-60EE35E26A00}"/>
              </a:ext>
            </a:extLst>
          </p:cNvPr>
          <p:cNvSpPr/>
          <p:nvPr/>
        </p:nvSpPr>
        <p:spPr>
          <a:xfrm>
            <a:off x="5987323" y="3942992"/>
            <a:ext cx="2569180" cy="2239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 indent="-11430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Preh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enderitin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vo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Lupta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tevelitess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14300" lvl="0" indent="-11430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Ecillum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dolore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eufugiatnulla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par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iaturexce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pte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ursi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occae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catcupi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14300" lvl="0" indent="-11430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Datatnon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proident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su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nti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ncu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lpaquiof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fic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iadeseru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ntmollitanim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idest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laborum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curabiturno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nnull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asi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tame-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tn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-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islte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mpusconv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allisquisa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cle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Ctusp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  <a:p>
            <a:pPr marL="114300" lvl="0" indent="-11430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Ellent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Esqueinip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Sumidorciport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/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Adapibus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2CE6980-0BB2-3D7B-6D14-335D0EC7C722}"/>
              </a:ext>
            </a:extLst>
          </p:cNvPr>
          <p:cNvSpPr/>
          <p:nvPr/>
        </p:nvSpPr>
        <p:spPr bwMode="auto">
          <a:xfrm>
            <a:off x="7152273" y="2226288"/>
            <a:ext cx="239281" cy="181386"/>
          </a:xfrm>
          <a:prstGeom prst="rect">
            <a:avLst/>
          </a:prstGeom>
          <a:solidFill>
            <a:srgbClr val="66737C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grpSp>
        <p:nvGrpSpPr>
          <p:cNvPr id="58" name="Group 4">
            <a:extLst>
              <a:ext uri="{FF2B5EF4-FFF2-40B4-BE49-F238E27FC236}">
                <a16:creationId xmlns:a16="http://schemas.microsoft.com/office/drawing/2014/main" id="{3E5E58CD-4088-0912-01A6-337206FFBE9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45600" y="1986719"/>
            <a:ext cx="452626" cy="839332"/>
            <a:chOff x="550" y="3098"/>
            <a:chExt cx="1078" cy="1999"/>
          </a:xfrm>
        </p:grpSpPr>
        <p:sp>
          <p:nvSpPr>
            <p:cNvPr id="59" name="Freeform 5">
              <a:extLst>
                <a:ext uri="{FF2B5EF4-FFF2-40B4-BE49-F238E27FC236}">
                  <a16:creationId xmlns:a16="http://schemas.microsoft.com/office/drawing/2014/main" id="{4EEA59F3-8ED1-069B-2094-3A0931853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3499"/>
              <a:ext cx="76" cy="1445"/>
            </a:xfrm>
            <a:custGeom>
              <a:avLst/>
              <a:gdLst>
                <a:gd name="T0" fmla="*/ 0 w 107"/>
                <a:gd name="T1" fmla="*/ 2031 h 2031"/>
                <a:gd name="T2" fmla="*/ 106 w 107"/>
                <a:gd name="T3" fmla="*/ 2031 h 2031"/>
                <a:gd name="T4" fmla="*/ 107 w 107"/>
                <a:gd name="T5" fmla="*/ 2030 h 2031"/>
                <a:gd name="T6" fmla="*/ 107 w 107"/>
                <a:gd name="T7" fmla="*/ 0 h 2031"/>
                <a:gd name="T8" fmla="*/ 0 w 107"/>
                <a:gd name="T9" fmla="*/ 0 h 2031"/>
                <a:gd name="T10" fmla="*/ 0 w 107"/>
                <a:gd name="T11" fmla="*/ 2031 h 2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2031">
                  <a:moveTo>
                    <a:pt x="0" y="2031"/>
                  </a:moveTo>
                  <a:cubicBezTo>
                    <a:pt x="106" y="2031"/>
                    <a:pt x="106" y="2031"/>
                    <a:pt x="106" y="2031"/>
                  </a:cubicBezTo>
                  <a:cubicBezTo>
                    <a:pt x="107" y="2031"/>
                    <a:pt x="107" y="2031"/>
                    <a:pt x="107" y="203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031"/>
                  </a:lnTo>
                  <a:close/>
                </a:path>
              </a:pathLst>
            </a:custGeom>
            <a:solidFill>
              <a:srgbClr val="A2ABB0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A2ABB0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rtlCol="0" anchor="ctr"/>
            <a:lstStyle/>
            <a:p>
              <a:pPr algn="ctr"/>
              <a:endParaRPr lang="en-US" sz="1400">
                <a:solidFill>
                  <a:srgbClr val="303E4A"/>
                </a:solidFill>
              </a:endParaRPr>
            </a:p>
          </p:txBody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8B87585E-4A52-0331-2521-5DBD10DCF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3499"/>
              <a:ext cx="77" cy="1445"/>
            </a:xfrm>
            <a:custGeom>
              <a:avLst/>
              <a:gdLst>
                <a:gd name="T0" fmla="*/ 0 w 108"/>
                <a:gd name="T1" fmla="*/ 2031 h 2031"/>
                <a:gd name="T2" fmla="*/ 106 w 108"/>
                <a:gd name="T3" fmla="*/ 2031 h 2031"/>
                <a:gd name="T4" fmla="*/ 108 w 108"/>
                <a:gd name="T5" fmla="*/ 2030 h 2031"/>
                <a:gd name="T6" fmla="*/ 108 w 108"/>
                <a:gd name="T7" fmla="*/ 0 h 2031"/>
                <a:gd name="T8" fmla="*/ 0 w 108"/>
                <a:gd name="T9" fmla="*/ 0 h 2031"/>
                <a:gd name="T10" fmla="*/ 0 w 108"/>
                <a:gd name="T11" fmla="*/ 2031 h 2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2031">
                  <a:moveTo>
                    <a:pt x="0" y="2031"/>
                  </a:moveTo>
                  <a:cubicBezTo>
                    <a:pt x="106" y="2031"/>
                    <a:pt x="106" y="2031"/>
                    <a:pt x="106" y="2031"/>
                  </a:cubicBezTo>
                  <a:cubicBezTo>
                    <a:pt x="107" y="2031"/>
                    <a:pt x="108" y="2031"/>
                    <a:pt x="108" y="203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031"/>
                  </a:lnTo>
                  <a:close/>
                </a:path>
              </a:pathLst>
            </a:custGeom>
            <a:solidFill>
              <a:srgbClr val="A2ABB0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A2ABB0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rtlCol="0" anchor="ctr"/>
            <a:lstStyle/>
            <a:p>
              <a:pPr algn="ctr"/>
              <a:endParaRPr lang="en-US" sz="1400">
                <a:solidFill>
                  <a:srgbClr val="303E4A"/>
                </a:solidFill>
              </a:endParaRPr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D05D5C43-0D17-6D7A-09BC-8DB17BD7D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" y="4944"/>
              <a:ext cx="1078" cy="153"/>
            </a:xfrm>
            <a:custGeom>
              <a:avLst/>
              <a:gdLst>
                <a:gd name="T0" fmla="*/ 0 w 1508"/>
                <a:gd name="T1" fmla="*/ 216 h 216"/>
                <a:gd name="T2" fmla="*/ 1508 w 1508"/>
                <a:gd name="T3" fmla="*/ 216 h 216"/>
                <a:gd name="T4" fmla="*/ 1508 w 1508"/>
                <a:gd name="T5" fmla="*/ 37 h 216"/>
                <a:gd name="T6" fmla="*/ 1471 w 1508"/>
                <a:gd name="T7" fmla="*/ 0 h 216"/>
                <a:gd name="T8" fmla="*/ 37 w 1508"/>
                <a:gd name="T9" fmla="*/ 0 h 216"/>
                <a:gd name="T10" fmla="*/ 0 w 1508"/>
                <a:gd name="T11" fmla="*/ 37 h 216"/>
                <a:gd name="T12" fmla="*/ 0 w 1508"/>
                <a:gd name="T13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8" h="216">
                  <a:moveTo>
                    <a:pt x="0" y="216"/>
                  </a:moveTo>
                  <a:cubicBezTo>
                    <a:pt x="1508" y="216"/>
                    <a:pt x="1508" y="216"/>
                    <a:pt x="1508" y="216"/>
                  </a:cubicBezTo>
                  <a:cubicBezTo>
                    <a:pt x="1508" y="37"/>
                    <a:pt x="1508" y="37"/>
                    <a:pt x="1508" y="37"/>
                  </a:cubicBezTo>
                  <a:cubicBezTo>
                    <a:pt x="1508" y="17"/>
                    <a:pt x="1491" y="0"/>
                    <a:pt x="1471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6" y="0"/>
                    <a:pt x="0" y="17"/>
                    <a:pt x="0" y="37"/>
                  </a:cubicBezTo>
                  <a:lnTo>
                    <a:pt x="0" y="216"/>
                  </a:lnTo>
                  <a:close/>
                </a:path>
              </a:pathLst>
            </a:custGeom>
            <a:solidFill>
              <a:srgbClr val="A2ABB0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A2ABB0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rtlCol="0" anchor="ctr"/>
            <a:lstStyle/>
            <a:p>
              <a:pPr algn="ctr"/>
              <a:endParaRPr lang="en-US" sz="1400">
                <a:solidFill>
                  <a:srgbClr val="303E4A"/>
                </a:solidFill>
              </a:endParaRPr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EFC33574-7561-C06A-1050-F73B3E538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" y="3098"/>
              <a:ext cx="916" cy="1846"/>
            </a:xfrm>
            <a:custGeom>
              <a:avLst/>
              <a:gdLst>
                <a:gd name="T0" fmla="*/ 641 w 1281"/>
                <a:gd name="T1" fmla="*/ 0 h 2594"/>
                <a:gd name="T2" fmla="*/ 0 w 1281"/>
                <a:gd name="T3" fmla="*/ 78 h 2594"/>
                <a:gd name="T4" fmla="*/ 0 w 1281"/>
                <a:gd name="T5" fmla="*/ 264 h 2594"/>
                <a:gd name="T6" fmla="*/ 0 w 1281"/>
                <a:gd name="T7" fmla="*/ 626 h 2594"/>
                <a:gd name="T8" fmla="*/ 44 w 1281"/>
                <a:gd name="T9" fmla="*/ 642 h 2594"/>
                <a:gd name="T10" fmla="*/ 120 w 1281"/>
                <a:gd name="T11" fmla="*/ 751 h 2594"/>
                <a:gd name="T12" fmla="*/ 120 w 1281"/>
                <a:gd name="T13" fmla="*/ 2594 h 2594"/>
                <a:gd name="T14" fmla="*/ 1161 w 1281"/>
                <a:gd name="T15" fmla="*/ 2594 h 2594"/>
                <a:gd name="T16" fmla="*/ 1161 w 1281"/>
                <a:gd name="T17" fmla="*/ 751 h 2594"/>
                <a:gd name="T18" fmla="*/ 1238 w 1281"/>
                <a:gd name="T19" fmla="*/ 642 h 2594"/>
                <a:gd name="T20" fmla="*/ 1281 w 1281"/>
                <a:gd name="T21" fmla="*/ 626 h 2594"/>
                <a:gd name="T22" fmla="*/ 1281 w 1281"/>
                <a:gd name="T23" fmla="*/ 264 h 2594"/>
                <a:gd name="T24" fmla="*/ 1281 w 1281"/>
                <a:gd name="T25" fmla="*/ 78 h 2594"/>
                <a:gd name="T26" fmla="*/ 641 w 1281"/>
                <a:gd name="T27" fmla="*/ 0 h 2594"/>
                <a:gd name="T28" fmla="*/ 988 w 1281"/>
                <a:gd name="T29" fmla="*/ 1179 h 2594"/>
                <a:gd name="T30" fmla="*/ 869 w 1281"/>
                <a:gd name="T31" fmla="*/ 1297 h 2594"/>
                <a:gd name="T32" fmla="*/ 412 w 1281"/>
                <a:gd name="T33" fmla="*/ 1297 h 2594"/>
                <a:gd name="T34" fmla="*/ 294 w 1281"/>
                <a:gd name="T35" fmla="*/ 1179 h 2594"/>
                <a:gd name="T36" fmla="*/ 294 w 1281"/>
                <a:gd name="T37" fmla="*/ 998 h 2594"/>
                <a:gd name="T38" fmla="*/ 412 w 1281"/>
                <a:gd name="T39" fmla="*/ 880 h 2594"/>
                <a:gd name="T40" fmla="*/ 869 w 1281"/>
                <a:gd name="T41" fmla="*/ 880 h 2594"/>
                <a:gd name="T42" fmla="*/ 988 w 1281"/>
                <a:gd name="T43" fmla="*/ 998 h 2594"/>
                <a:gd name="T44" fmla="*/ 988 w 1281"/>
                <a:gd name="T45" fmla="*/ 1179 h 2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81" h="2594">
                  <a:moveTo>
                    <a:pt x="641" y="0"/>
                  </a:moveTo>
                  <a:cubicBezTo>
                    <a:pt x="372" y="0"/>
                    <a:pt x="136" y="31"/>
                    <a:pt x="0" y="78"/>
                  </a:cubicBezTo>
                  <a:cubicBezTo>
                    <a:pt x="0" y="264"/>
                    <a:pt x="0" y="264"/>
                    <a:pt x="0" y="264"/>
                  </a:cubicBezTo>
                  <a:cubicBezTo>
                    <a:pt x="0" y="626"/>
                    <a:pt x="0" y="626"/>
                    <a:pt x="0" y="626"/>
                  </a:cubicBezTo>
                  <a:cubicBezTo>
                    <a:pt x="44" y="642"/>
                    <a:pt x="44" y="642"/>
                    <a:pt x="44" y="642"/>
                  </a:cubicBezTo>
                  <a:cubicBezTo>
                    <a:pt x="87" y="658"/>
                    <a:pt x="120" y="707"/>
                    <a:pt x="120" y="751"/>
                  </a:cubicBezTo>
                  <a:cubicBezTo>
                    <a:pt x="120" y="2594"/>
                    <a:pt x="120" y="2594"/>
                    <a:pt x="120" y="2594"/>
                  </a:cubicBezTo>
                  <a:cubicBezTo>
                    <a:pt x="1161" y="2594"/>
                    <a:pt x="1161" y="2594"/>
                    <a:pt x="1161" y="2594"/>
                  </a:cubicBezTo>
                  <a:cubicBezTo>
                    <a:pt x="1161" y="751"/>
                    <a:pt x="1161" y="751"/>
                    <a:pt x="1161" y="751"/>
                  </a:cubicBezTo>
                  <a:cubicBezTo>
                    <a:pt x="1161" y="707"/>
                    <a:pt x="1195" y="658"/>
                    <a:pt x="1238" y="642"/>
                  </a:cubicBezTo>
                  <a:cubicBezTo>
                    <a:pt x="1281" y="626"/>
                    <a:pt x="1281" y="626"/>
                    <a:pt x="1281" y="626"/>
                  </a:cubicBezTo>
                  <a:cubicBezTo>
                    <a:pt x="1281" y="264"/>
                    <a:pt x="1281" y="264"/>
                    <a:pt x="1281" y="264"/>
                  </a:cubicBezTo>
                  <a:cubicBezTo>
                    <a:pt x="1281" y="78"/>
                    <a:pt x="1281" y="78"/>
                    <a:pt x="1281" y="78"/>
                  </a:cubicBezTo>
                  <a:cubicBezTo>
                    <a:pt x="1146" y="31"/>
                    <a:pt x="910" y="0"/>
                    <a:pt x="641" y="0"/>
                  </a:cubicBezTo>
                  <a:close/>
                  <a:moveTo>
                    <a:pt x="988" y="1179"/>
                  </a:moveTo>
                  <a:cubicBezTo>
                    <a:pt x="988" y="1244"/>
                    <a:pt x="935" y="1297"/>
                    <a:pt x="869" y="1297"/>
                  </a:cubicBezTo>
                  <a:cubicBezTo>
                    <a:pt x="412" y="1297"/>
                    <a:pt x="412" y="1297"/>
                    <a:pt x="412" y="1297"/>
                  </a:cubicBezTo>
                  <a:cubicBezTo>
                    <a:pt x="347" y="1297"/>
                    <a:pt x="294" y="1244"/>
                    <a:pt x="294" y="1179"/>
                  </a:cubicBezTo>
                  <a:cubicBezTo>
                    <a:pt x="294" y="998"/>
                    <a:pt x="294" y="998"/>
                    <a:pt x="294" y="998"/>
                  </a:cubicBezTo>
                  <a:cubicBezTo>
                    <a:pt x="294" y="933"/>
                    <a:pt x="347" y="880"/>
                    <a:pt x="412" y="880"/>
                  </a:cubicBezTo>
                  <a:cubicBezTo>
                    <a:pt x="869" y="880"/>
                    <a:pt x="869" y="880"/>
                    <a:pt x="869" y="880"/>
                  </a:cubicBezTo>
                  <a:cubicBezTo>
                    <a:pt x="935" y="880"/>
                    <a:pt x="988" y="933"/>
                    <a:pt x="988" y="998"/>
                  </a:cubicBezTo>
                  <a:lnTo>
                    <a:pt x="988" y="1179"/>
                  </a:lnTo>
                  <a:close/>
                </a:path>
              </a:pathLst>
            </a:custGeom>
            <a:solidFill>
              <a:srgbClr val="DFE3E6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DFE3E6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rtlCol="0" anchor="ctr"/>
            <a:lstStyle/>
            <a:p>
              <a:pPr algn="ctr"/>
              <a:endParaRPr lang="en-US" sz="1400">
                <a:solidFill>
                  <a:srgbClr val="495660"/>
                </a:solidFill>
              </a:endParaRPr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635A3322-BFEE-DAA1-2E57-1E10B40D0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3148"/>
              <a:ext cx="335" cy="506"/>
            </a:xfrm>
            <a:custGeom>
              <a:avLst/>
              <a:gdLst>
                <a:gd name="T0" fmla="*/ 190 w 468"/>
                <a:gd name="T1" fmla="*/ 701 h 712"/>
                <a:gd name="T2" fmla="*/ 464 w 468"/>
                <a:gd name="T3" fmla="*/ 291 h 712"/>
                <a:gd name="T4" fmla="*/ 464 w 468"/>
                <a:gd name="T5" fmla="*/ 276 h 712"/>
                <a:gd name="T6" fmla="*/ 453 w 468"/>
                <a:gd name="T7" fmla="*/ 268 h 712"/>
                <a:gd name="T8" fmla="*/ 251 w 468"/>
                <a:gd name="T9" fmla="*/ 302 h 712"/>
                <a:gd name="T10" fmla="*/ 304 w 468"/>
                <a:gd name="T11" fmla="*/ 15 h 712"/>
                <a:gd name="T12" fmla="*/ 293 w 468"/>
                <a:gd name="T13" fmla="*/ 0 h 712"/>
                <a:gd name="T14" fmla="*/ 278 w 468"/>
                <a:gd name="T15" fmla="*/ 7 h 712"/>
                <a:gd name="T16" fmla="*/ 4 w 468"/>
                <a:gd name="T17" fmla="*/ 455 h 712"/>
                <a:gd name="T18" fmla="*/ 4 w 468"/>
                <a:gd name="T19" fmla="*/ 470 h 712"/>
                <a:gd name="T20" fmla="*/ 15 w 468"/>
                <a:gd name="T21" fmla="*/ 477 h 712"/>
                <a:gd name="T22" fmla="*/ 217 w 468"/>
                <a:gd name="T23" fmla="*/ 444 h 712"/>
                <a:gd name="T24" fmla="*/ 167 w 468"/>
                <a:gd name="T25" fmla="*/ 694 h 712"/>
                <a:gd name="T26" fmla="*/ 175 w 468"/>
                <a:gd name="T27" fmla="*/ 709 h 712"/>
                <a:gd name="T28" fmla="*/ 190 w 468"/>
                <a:gd name="T29" fmla="*/ 70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8" h="712">
                  <a:moveTo>
                    <a:pt x="190" y="701"/>
                  </a:moveTo>
                  <a:cubicBezTo>
                    <a:pt x="464" y="291"/>
                    <a:pt x="464" y="291"/>
                    <a:pt x="464" y="291"/>
                  </a:cubicBezTo>
                  <a:cubicBezTo>
                    <a:pt x="468" y="287"/>
                    <a:pt x="468" y="280"/>
                    <a:pt x="464" y="276"/>
                  </a:cubicBezTo>
                  <a:cubicBezTo>
                    <a:pt x="464" y="272"/>
                    <a:pt x="457" y="268"/>
                    <a:pt x="453" y="268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304" y="15"/>
                    <a:pt x="304" y="15"/>
                    <a:pt x="304" y="15"/>
                  </a:cubicBezTo>
                  <a:cubicBezTo>
                    <a:pt x="304" y="11"/>
                    <a:pt x="301" y="4"/>
                    <a:pt x="293" y="0"/>
                  </a:cubicBezTo>
                  <a:cubicBezTo>
                    <a:pt x="289" y="0"/>
                    <a:pt x="282" y="0"/>
                    <a:pt x="278" y="7"/>
                  </a:cubicBezTo>
                  <a:cubicBezTo>
                    <a:pt x="4" y="455"/>
                    <a:pt x="4" y="455"/>
                    <a:pt x="4" y="455"/>
                  </a:cubicBezTo>
                  <a:cubicBezTo>
                    <a:pt x="0" y="459"/>
                    <a:pt x="0" y="466"/>
                    <a:pt x="4" y="470"/>
                  </a:cubicBezTo>
                  <a:cubicBezTo>
                    <a:pt x="7" y="474"/>
                    <a:pt x="11" y="477"/>
                    <a:pt x="15" y="477"/>
                  </a:cubicBezTo>
                  <a:cubicBezTo>
                    <a:pt x="217" y="444"/>
                    <a:pt x="217" y="444"/>
                    <a:pt x="217" y="444"/>
                  </a:cubicBezTo>
                  <a:cubicBezTo>
                    <a:pt x="167" y="694"/>
                    <a:pt x="167" y="694"/>
                    <a:pt x="167" y="694"/>
                  </a:cubicBezTo>
                  <a:cubicBezTo>
                    <a:pt x="164" y="701"/>
                    <a:pt x="167" y="705"/>
                    <a:pt x="175" y="709"/>
                  </a:cubicBezTo>
                  <a:cubicBezTo>
                    <a:pt x="179" y="712"/>
                    <a:pt x="186" y="709"/>
                    <a:pt x="190" y="701"/>
                  </a:cubicBezTo>
                  <a:close/>
                </a:path>
              </a:pathLst>
            </a:custGeom>
            <a:solidFill>
              <a:srgbClr val="43515C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rtlCol="0" anchor="ctr"/>
            <a:lstStyle/>
            <a:p>
              <a:pPr algn="ctr"/>
              <a:endParaRPr lang="en-US" sz="1400">
                <a:solidFill>
                  <a:schemeClr val="bg1"/>
                </a:solidFill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FB5F696-0D2C-8850-186B-1C36204BF894}"/>
              </a:ext>
            </a:extLst>
          </p:cNvPr>
          <p:cNvSpPr txBox="1"/>
          <p:nvPr/>
        </p:nvSpPr>
        <p:spPr>
          <a:xfrm>
            <a:off x="9696454" y="1638663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>
                <a:solidFill>
                  <a:schemeClr val="bg1"/>
                </a:solidFill>
                <a:latin typeface="Arial" panose="020B0604020202020204" pitchFamily="34" charset="0"/>
              </a:rPr>
              <a:t>Cipit 04</a:t>
            </a:r>
          </a:p>
        </p:txBody>
      </p:sp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2D01235B-563C-E2A2-FE4A-1197D8B504C6}"/>
              </a:ext>
            </a:extLst>
          </p:cNvPr>
          <p:cNvSpPr/>
          <p:nvPr/>
        </p:nvSpPr>
        <p:spPr bwMode="auto">
          <a:xfrm rot="10800000">
            <a:off x="8872084" y="3915704"/>
            <a:ext cx="2569181" cy="2340316"/>
          </a:xfrm>
          <a:prstGeom prst="round2SameRect">
            <a:avLst>
              <a:gd name="adj1" fmla="val 4062"/>
              <a:gd name="adj2" fmla="val 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0070C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20303D"/>
              </a:solidFill>
            </a:endParaRPr>
          </a:p>
        </p:txBody>
      </p:sp>
      <p:sp>
        <p:nvSpPr>
          <p:cNvPr id="66" name="Rectangle: Top Corners Rounded 65">
            <a:extLst>
              <a:ext uri="{FF2B5EF4-FFF2-40B4-BE49-F238E27FC236}">
                <a16:creationId xmlns:a16="http://schemas.microsoft.com/office/drawing/2014/main" id="{8CD66DD4-AEE2-30D9-3F7F-A28155191CE0}"/>
              </a:ext>
            </a:extLst>
          </p:cNvPr>
          <p:cNvSpPr/>
          <p:nvPr/>
        </p:nvSpPr>
        <p:spPr bwMode="auto">
          <a:xfrm>
            <a:off x="8872085" y="3218999"/>
            <a:ext cx="2569183" cy="696516"/>
          </a:xfrm>
          <a:prstGeom prst="round2SameRect">
            <a:avLst>
              <a:gd name="adj1" fmla="val 13564"/>
              <a:gd name="adj2" fmla="val 0"/>
            </a:avLst>
          </a:prstGeom>
          <a:solidFill>
            <a:srgbClr val="4FB7F6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459FED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463BC4-8369-277C-DD8A-36257A62CFA2}"/>
              </a:ext>
            </a:extLst>
          </p:cNvPr>
          <p:cNvSpPr/>
          <p:nvPr/>
        </p:nvSpPr>
        <p:spPr>
          <a:xfrm>
            <a:off x="9593230" y="3424125"/>
            <a:ext cx="14863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200" b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Tor to reg Etfeli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AC6849A-DF76-5B2C-5EEC-05CBCC1FA039}"/>
              </a:ext>
            </a:extLst>
          </p:cNvPr>
          <p:cNvSpPr/>
          <p:nvPr/>
        </p:nvSpPr>
        <p:spPr>
          <a:xfrm>
            <a:off x="8872086" y="3942992"/>
            <a:ext cx="2569180" cy="2054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Sporttit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orvolutpat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crasultr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iciesligu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lasedmagnadi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umportalor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emi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psumdolor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Sitamet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con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secteturadi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pi sci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nge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litseddo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eiusmodtempo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rinc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ididu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ntutl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AB, OREe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tdo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 mag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naali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quautenim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adminim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veniamquisno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Str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udex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19063" lvl="0" indent="-11906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Ercitationu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llamcolabor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isnisiut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aliquipex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0260480-004A-74C6-F96E-466734BBF89A}"/>
              </a:ext>
            </a:extLst>
          </p:cNvPr>
          <p:cNvGrpSpPr/>
          <p:nvPr/>
        </p:nvGrpSpPr>
        <p:grpSpPr>
          <a:xfrm>
            <a:off x="9930363" y="1986719"/>
            <a:ext cx="452626" cy="839332"/>
            <a:chOff x="873125" y="4918076"/>
            <a:chExt cx="1711325" cy="3173413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8311C92-B544-4381-9B87-11268F9274E1}"/>
                </a:ext>
              </a:extLst>
            </p:cNvPr>
            <p:cNvSpPr/>
            <p:nvPr/>
          </p:nvSpPr>
          <p:spPr bwMode="auto">
            <a:xfrm>
              <a:off x="1276440" y="5823857"/>
              <a:ext cx="904694" cy="685800"/>
            </a:xfrm>
            <a:prstGeom prst="rect">
              <a:avLst/>
            </a:prstGeom>
            <a:solidFill>
              <a:srgbClr val="66737C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algn="ctr"/>
              <a:endParaRPr lang="en-US"/>
            </a:p>
          </p:txBody>
        </p:sp>
        <p:grpSp>
          <p:nvGrpSpPr>
            <p:cNvPr id="106" name="Group 4">
              <a:extLst>
                <a:ext uri="{FF2B5EF4-FFF2-40B4-BE49-F238E27FC236}">
                  <a16:creationId xmlns:a16="http://schemas.microsoft.com/office/drawing/2014/main" id="{6CDC5394-7328-550D-4CC1-FD6D163D9E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73125" y="4918076"/>
              <a:ext cx="1711325" cy="3173413"/>
              <a:chOff x="550" y="3098"/>
              <a:chExt cx="1078" cy="1999"/>
            </a:xfrm>
          </p:grpSpPr>
          <p:sp>
            <p:nvSpPr>
              <p:cNvPr id="107" name="Freeform 5">
                <a:extLst>
                  <a:ext uri="{FF2B5EF4-FFF2-40B4-BE49-F238E27FC236}">
                    <a16:creationId xmlns:a16="http://schemas.microsoft.com/office/drawing/2014/main" id="{D5F77079-8130-1622-AB55-CDC2E7193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" y="3499"/>
                <a:ext cx="76" cy="1445"/>
              </a:xfrm>
              <a:custGeom>
                <a:avLst/>
                <a:gdLst>
                  <a:gd name="T0" fmla="*/ 0 w 107"/>
                  <a:gd name="T1" fmla="*/ 2031 h 2031"/>
                  <a:gd name="T2" fmla="*/ 106 w 107"/>
                  <a:gd name="T3" fmla="*/ 2031 h 2031"/>
                  <a:gd name="T4" fmla="*/ 107 w 107"/>
                  <a:gd name="T5" fmla="*/ 2030 h 2031"/>
                  <a:gd name="T6" fmla="*/ 107 w 107"/>
                  <a:gd name="T7" fmla="*/ 0 h 2031"/>
                  <a:gd name="T8" fmla="*/ 0 w 107"/>
                  <a:gd name="T9" fmla="*/ 0 h 2031"/>
                  <a:gd name="T10" fmla="*/ 0 w 107"/>
                  <a:gd name="T11" fmla="*/ 2031 h 2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7" h="2031">
                    <a:moveTo>
                      <a:pt x="0" y="2031"/>
                    </a:moveTo>
                    <a:cubicBezTo>
                      <a:pt x="106" y="2031"/>
                      <a:pt x="106" y="2031"/>
                      <a:pt x="106" y="2031"/>
                    </a:cubicBezTo>
                    <a:cubicBezTo>
                      <a:pt x="107" y="2031"/>
                      <a:pt x="107" y="2031"/>
                      <a:pt x="107" y="2030"/>
                    </a:cubicBezTo>
                    <a:cubicBezTo>
                      <a:pt x="107" y="0"/>
                      <a:pt x="107" y="0"/>
                      <a:pt x="10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031"/>
                    </a:lnTo>
                    <a:close/>
                  </a:path>
                </a:pathLst>
              </a:custGeom>
              <a:solidFill>
                <a:srgbClr val="A2ABB0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A2ABB0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303E4A"/>
                  </a:solidFill>
                </a:endParaRPr>
              </a:p>
            </p:txBody>
          </p:sp>
          <p:sp>
            <p:nvSpPr>
              <p:cNvPr id="108" name="Freeform 6">
                <a:extLst>
                  <a:ext uri="{FF2B5EF4-FFF2-40B4-BE49-F238E27FC236}">
                    <a16:creationId xmlns:a16="http://schemas.microsoft.com/office/drawing/2014/main" id="{F43E1EAF-3F91-BABB-78A0-C083D632B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3499"/>
                <a:ext cx="77" cy="1445"/>
              </a:xfrm>
              <a:custGeom>
                <a:avLst/>
                <a:gdLst>
                  <a:gd name="T0" fmla="*/ 0 w 108"/>
                  <a:gd name="T1" fmla="*/ 2031 h 2031"/>
                  <a:gd name="T2" fmla="*/ 106 w 108"/>
                  <a:gd name="T3" fmla="*/ 2031 h 2031"/>
                  <a:gd name="T4" fmla="*/ 108 w 108"/>
                  <a:gd name="T5" fmla="*/ 2030 h 2031"/>
                  <a:gd name="T6" fmla="*/ 108 w 108"/>
                  <a:gd name="T7" fmla="*/ 0 h 2031"/>
                  <a:gd name="T8" fmla="*/ 0 w 108"/>
                  <a:gd name="T9" fmla="*/ 0 h 2031"/>
                  <a:gd name="T10" fmla="*/ 0 w 108"/>
                  <a:gd name="T11" fmla="*/ 2031 h 2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8" h="2031">
                    <a:moveTo>
                      <a:pt x="0" y="2031"/>
                    </a:moveTo>
                    <a:cubicBezTo>
                      <a:pt x="106" y="2031"/>
                      <a:pt x="106" y="2031"/>
                      <a:pt x="106" y="2031"/>
                    </a:cubicBezTo>
                    <a:cubicBezTo>
                      <a:pt x="107" y="2031"/>
                      <a:pt x="108" y="2031"/>
                      <a:pt x="108" y="2030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031"/>
                    </a:lnTo>
                    <a:close/>
                  </a:path>
                </a:pathLst>
              </a:custGeom>
              <a:solidFill>
                <a:srgbClr val="A2ABB0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A2ABB0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303E4A"/>
                  </a:solidFill>
                </a:endParaRPr>
              </a:p>
            </p:txBody>
          </p:sp>
          <p:sp>
            <p:nvSpPr>
              <p:cNvPr id="109" name="Freeform 7">
                <a:extLst>
                  <a:ext uri="{FF2B5EF4-FFF2-40B4-BE49-F238E27FC236}">
                    <a16:creationId xmlns:a16="http://schemas.microsoft.com/office/drawing/2014/main" id="{0C06B272-27EF-0F9A-3769-685C42D74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" y="4944"/>
                <a:ext cx="1078" cy="153"/>
              </a:xfrm>
              <a:custGeom>
                <a:avLst/>
                <a:gdLst>
                  <a:gd name="T0" fmla="*/ 0 w 1508"/>
                  <a:gd name="T1" fmla="*/ 216 h 216"/>
                  <a:gd name="T2" fmla="*/ 1508 w 1508"/>
                  <a:gd name="T3" fmla="*/ 216 h 216"/>
                  <a:gd name="T4" fmla="*/ 1508 w 1508"/>
                  <a:gd name="T5" fmla="*/ 37 h 216"/>
                  <a:gd name="T6" fmla="*/ 1471 w 1508"/>
                  <a:gd name="T7" fmla="*/ 0 h 216"/>
                  <a:gd name="T8" fmla="*/ 37 w 1508"/>
                  <a:gd name="T9" fmla="*/ 0 h 216"/>
                  <a:gd name="T10" fmla="*/ 0 w 1508"/>
                  <a:gd name="T11" fmla="*/ 37 h 216"/>
                  <a:gd name="T12" fmla="*/ 0 w 1508"/>
                  <a:gd name="T13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8" h="216">
                    <a:moveTo>
                      <a:pt x="0" y="216"/>
                    </a:moveTo>
                    <a:cubicBezTo>
                      <a:pt x="1508" y="216"/>
                      <a:pt x="1508" y="216"/>
                      <a:pt x="1508" y="216"/>
                    </a:cubicBezTo>
                    <a:cubicBezTo>
                      <a:pt x="1508" y="37"/>
                      <a:pt x="1508" y="37"/>
                      <a:pt x="1508" y="37"/>
                    </a:cubicBezTo>
                    <a:cubicBezTo>
                      <a:pt x="1508" y="17"/>
                      <a:pt x="1491" y="0"/>
                      <a:pt x="1471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A2ABB0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A2ABB0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303E4A"/>
                  </a:solidFill>
                </a:endParaRPr>
              </a:p>
            </p:txBody>
          </p:sp>
          <p:sp>
            <p:nvSpPr>
              <p:cNvPr id="110" name="Freeform 8">
                <a:extLst>
                  <a:ext uri="{FF2B5EF4-FFF2-40B4-BE49-F238E27FC236}">
                    <a16:creationId xmlns:a16="http://schemas.microsoft.com/office/drawing/2014/main" id="{90457C51-268B-81BD-13F5-4F93752328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1" y="3098"/>
                <a:ext cx="916" cy="1846"/>
              </a:xfrm>
              <a:custGeom>
                <a:avLst/>
                <a:gdLst>
                  <a:gd name="T0" fmla="*/ 641 w 1281"/>
                  <a:gd name="T1" fmla="*/ 0 h 2594"/>
                  <a:gd name="T2" fmla="*/ 0 w 1281"/>
                  <a:gd name="T3" fmla="*/ 78 h 2594"/>
                  <a:gd name="T4" fmla="*/ 0 w 1281"/>
                  <a:gd name="T5" fmla="*/ 264 h 2594"/>
                  <a:gd name="T6" fmla="*/ 0 w 1281"/>
                  <a:gd name="T7" fmla="*/ 626 h 2594"/>
                  <a:gd name="T8" fmla="*/ 44 w 1281"/>
                  <a:gd name="T9" fmla="*/ 642 h 2594"/>
                  <a:gd name="T10" fmla="*/ 120 w 1281"/>
                  <a:gd name="T11" fmla="*/ 751 h 2594"/>
                  <a:gd name="T12" fmla="*/ 120 w 1281"/>
                  <a:gd name="T13" fmla="*/ 2594 h 2594"/>
                  <a:gd name="T14" fmla="*/ 1161 w 1281"/>
                  <a:gd name="T15" fmla="*/ 2594 h 2594"/>
                  <a:gd name="T16" fmla="*/ 1161 w 1281"/>
                  <a:gd name="T17" fmla="*/ 751 h 2594"/>
                  <a:gd name="T18" fmla="*/ 1238 w 1281"/>
                  <a:gd name="T19" fmla="*/ 642 h 2594"/>
                  <a:gd name="T20" fmla="*/ 1281 w 1281"/>
                  <a:gd name="T21" fmla="*/ 626 h 2594"/>
                  <a:gd name="T22" fmla="*/ 1281 w 1281"/>
                  <a:gd name="T23" fmla="*/ 264 h 2594"/>
                  <a:gd name="T24" fmla="*/ 1281 w 1281"/>
                  <a:gd name="T25" fmla="*/ 78 h 2594"/>
                  <a:gd name="T26" fmla="*/ 641 w 1281"/>
                  <a:gd name="T27" fmla="*/ 0 h 2594"/>
                  <a:gd name="T28" fmla="*/ 988 w 1281"/>
                  <a:gd name="T29" fmla="*/ 1179 h 2594"/>
                  <a:gd name="T30" fmla="*/ 869 w 1281"/>
                  <a:gd name="T31" fmla="*/ 1297 h 2594"/>
                  <a:gd name="T32" fmla="*/ 412 w 1281"/>
                  <a:gd name="T33" fmla="*/ 1297 h 2594"/>
                  <a:gd name="T34" fmla="*/ 294 w 1281"/>
                  <a:gd name="T35" fmla="*/ 1179 h 2594"/>
                  <a:gd name="T36" fmla="*/ 294 w 1281"/>
                  <a:gd name="T37" fmla="*/ 998 h 2594"/>
                  <a:gd name="T38" fmla="*/ 412 w 1281"/>
                  <a:gd name="T39" fmla="*/ 880 h 2594"/>
                  <a:gd name="T40" fmla="*/ 869 w 1281"/>
                  <a:gd name="T41" fmla="*/ 880 h 2594"/>
                  <a:gd name="T42" fmla="*/ 988 w 1281"/>
                  <a:gd name="T43" fmla="*/ 998 h 2594"/>
                  <a:gd name="T44" fmla="*/ 988 w 1281"/>
                  <a:gd name="T45" fmla="*/ 1179 h 2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81" h="2594">
                    <a:moveTo>
                      <a:pt x="641" y="0"/>
                    </a:moveTo>
                    <a:cubicBezTo>
                      <a:pt x="372" y="0"/>
                      <a:pt x="136" y="31"/>
                      <a:pt x="0" y="78"/>
                    </a:cubicBezTo>
                    <a:cubicBezTo>
                      <a:pt x="0" y="264"/>
                      <a:pt x="0" y="264"/>
                      <a:pt x="0" y="264"/>
                    </a:cubicBezTo>
                    <a:cubicBezTo>
                      <a:pt x="0" y="626"/>
                      <a:pt x="0" y="626"/>
                      <a:pt x="0" y="626"/>
                    </a:cubicBezTo>
                    <a:cubicBezTo>
                      <a:pt x="44" y="642"/>
                      <a:pt x="44" y="642"/>
                      <a:pt x="44" y="642"/>
                    </a:cubicBezTo>
                    <a:cubicBezTo>
                      <a:pt x="87" y="658"/>
                      <a:pt x="120" y="707"/>
                      <a:pt x="120" y="751"/>
                    </a:cubicBezTo>
                    <a:cubicBezTo>
                      <a:pt x="120" y="2594"/>
                      <a:pt x="120" y="2594"/>
                      <a:pt x="120" y="2594"/>
                    </a:cubicBezTo>
                    <a:cubicBezTo>
                      <a:pt x="1161" y="2594"/>
                      <a:pt x="1161" y="2594"/>
                      <a:pt x="1161" y="2594"/>
                    </a:cubicBezTo>
                    <a:cubicBezTo>
                      <a:pt x="1161" y="751"/>
                      <a:pt x="1161" y="751"/>
                      <a:pt x="1161" y="751"/>
                    </a:cubicBezTo>
                    <a:cubicBezTo>
                      <a:pt x="1161" y="707"/>
                      <a:pt x="1195" y="658"/>
                      <a:pt x="1238" y="642"/>
                    </a:cubicBezTo>
                    <a:cubicBezTo>
                      <a:pt x="1281" y="626"/>
                      <a:pt x="1281" y="626"/>
                      <a:pt x="1281" y="626"/>
                    </a:cubicBezTo>
                    <a:cubicBezTo>
                      <a:pt x="1281" y="264"/>
                      <a:pt x="1281" y="264"/>
                      <a:pt x="1281" y="264"/>
                    </a:cubicBezTo>
                    <a:cubicBezTo>
                      <a:pt x="1281" y="78"/>
                      <a:pt x="1281" y="78"/>
                      <a:pt x="1281" y="78"/>
                    </a:cubicBezTo>
                    <a:cubicBezTo>
                      <a:pt x="1146" y="31"/>
                      <a:pt x="910" y="0"/>
                      <a:pt x="641" y="0"/>
                    </a:cubicBezTo>
                    <a:close/>
                    <a:moveTo>
                      <a:pt x="988" y="1179"/>
                    </a:moveTo>
                    <a:cubicBezTo>
                      <a:pt x="988" y="1244"/>
                      <a:pt x="935" y="1297"/>
                      <a:pt x="869" y="1297"/>
                    </a:cubicBezTo>
                    <a:cubicBezTo>
                      <a:pt x="412" y="1297"/>
                      <a:pt x="412" y="1297"/>
                      <a:pt x="412" y="1297"/>
                    </a:cubicBezTo>
                    <a:cubicBezTo>
                      <a:pt x="347" y="1297"/>
                      <a:pt x="294" y="1244"/>
                      <a:pt x="294" y="1179"/>
                    </a:cubicBezTo>
                    <a:cubicBezTo>
                      <a:pt x="294" y="998"/>
                      <a:pt x="294" y="998"/>
                      <a:pt x="294" y="998"/>
                    </a:cubicBezTo>
                    <a:cubicBezTo>
                      <a:pt x="294" y="933"/>
                      <a:pt x="347" y="880"/>
                      <a:pt x="412" y="880"/>
                    </a:cubicBezTo>
                    <a:cubicBezTo>
                      <a:pt x="869" y="880"/>
                      <a:pt x="869" y="880"/>
                      <a:pt x="869" y="880"/>
                    </a:cubicBezTo>
                    <a:cubicBezTo>
                      <a:pt x="935" y="880"/>
                      <a:pt x="988" y="933"/>
                      <a:pt x="988" y="998"/>
                    </a:cubicBezTo>
                    <a:lnTo>
                      <a:pt x="988" y="1179"/>
                    </a:lnTo>
                    <a:close/>
                  </a:path>
                </a:pathLst>
              </a:custGeom>
              <a:solidFill>
                <a:srgbClr val="DFE3E6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DFE3E6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</a:endParaRPr>
              </a:p>
            </p:txBody>
          </p:sp>
          <p:sp>
            <p:nvSpPr>
              <p:cNvPr id="111" name="Freeform 9">
                <a:extLst>
                  <a:ext uri="{FF2B5EF4-FFF2-40B4-BE49-F238E27FC236}">
                    <a16:creationId xmlns:a16="http://schemas.microsoft.com/office/drawing/2014/main" id="{7E96CC86-A446-D4D7-9AB4-4F0150BFF3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148"/>
                <a:ext cx="335" cy="506"/>
              </a:xfrm>
              <a:custGeom>
                <a:avLst/>
                <a:gdLst>
                  <a:gd name="T0" fmla="*/ 190 w 468"/>
                  <a:gd name="T1" fmla="*/ 701 h 712"/>
                  <a:gd name="T2" fmla="*/ 464 w 468"/>
                  <a:gd name="T3" fmla="*/ 291 h 712"/>
                  <a:gd name="T4" fmla="*/ 464 w 468"/>
                  <a:gd name="T5" fmla="*/ 276 h 712"/>
                  <a:gd name="T6" fmla="*/ 453 w 468"/>
                  <a:gd name="T7" fmla="*/ 268 h 712"/>
                  <a:gd name="T8" fmla="*/ 251 w 468"/>
                  <a:gd name="T9" fmla="*/ 302 h 712"/>
                  <a:gd name="T10" fmla="*/ 304 w 468"/>
                  <a:gd name="T11" fmla="*/ 15 h 712"/>
                  <a:gd name="T12" fmla="*/ 293 w 468"/>
                  <a:gd name="T13" fmla="*/ 0 h 712"/>
                  <a:gd name="T14" fmla="*/ 278 w 468"/>
                  <a:gd name="T15" fmla="*/ 7 h 712"/>
                  <a:gd name="T16" fmla="*/ 4 w 468"/>
                  <a:gd name="T17" fmla="*/ 455 h 712"/>
                  <a:gd name="T18" fmla="*/ 4 w 468"/>
                  <a:gd name="T19" fmla="*/ 470 h 712"/>
                  <a:gd name="T20" fmla="*/ 15 w 468"/>
                  <a:gd name="T21" fmla="*/ 477 h 712"/>
                  <a:gd name="T22" fmla="*/ 217 w 468"/>
                  <a:gd name="T23" fmla="*/ 444 h 712"/>
                  <a:gd name="T24" fmla="*/ 167 w 468"/>
                  <a:gd name="T25" fmla="*/ 694 h 712"/>
                  <a:gd name="T26" fmla="*/ 175 w 468"/>
                  <a:gd name="T27" fmla="*/ 709 h 712"/>
                  <a:gd name="T28" fmla="*/ 190 w 468"/>
                  <a:gd name="T29" fmla="*/ 701 h 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68" h="712">
                    <a:moveTo>
                      <a:pt x="190" y="701"/>
                    </a:moveTo>
                    <a:cubicBezTo>
                      <a:pt x="464" y="291"/>
                      <a:pt x="464" y="291"/>
                      <a:pt x="464" y="291"/>
                    </a:cubicBezTo>
                    <a:cubicBezTo>
                      <a:pt x="468" y="287"/>
                      <a:pt x="468" y="280"/>
                      <a:pt x="464" y="276"/>
                    </a:cubicBezTo>
                    <a:cubicBezTo>
                      <a:pt x="464" y="272"/>
                      <a:pt x="457" y="268"/>
                      <a:pt x="453" y="268"/>
                    </a:cubicBezTo>
                    <a:cubicBezTo>
                      <a:pt x="251" y="302"/>
                      <a:pt x="251" y="302"/>
                      <a:pt x="251" y="302"/>
                    </a:cubicBezTo>
                    <a:cubicBezTo>
                      <a:pt x="304" y="15"/>
                      <a:pt x="304" y="15"/>
                      <a:pt x="304" y="15"/>
                    </a:cubicBezTo>
                    <a:cubicBezTo>
                      <a:pt x="304" y="11"/>
                      <a:pt x="301" y="4"/>
                      <a:pt x="293" y="0"/>
                    </a:cubicBezTo>
                    <a:cubicBezTo>
                      <a:pt x="289" y="0"/>
                      <a:pt x="282" y="0"/>
                      <a:pt x="278" y="7"/>
                    </a:cubicBezTo>
                    <a:cubicBezTo>
                      <a:pt x="4" y="455"/>
                      <a:pt x="4" y="455"/>
                      <a:pt x="4" y="455"/>
                    </a:cubicBezTo>
                    <a:cubicBezTo>
                      <a:pt x="0" y="459"/>
                      <a:pt x="0" y="466"/>
                      <a:pt x="4" y="470"/>
                    </a:cubicBezTo>
                    <a:cubicBezTo>
                      <a:pt x="7" y="474"/>
                      <a:pt x="11" y="477"/>
                      <a:pt x="15" y="477"/>
                    </a:cubicBezTo>
                    <a:cubicBezTo>
                      <a:pt x="217" y="444"/>
                      <a:pt x="217" y="444"/>
                      <a:pt x="217" y="444"/>
                    </a:cubicBezTo>
                    <a:cubicBezTo>
                      <a:pt x="167" y="694"/>
                      <a:pt x="167" y="694"/>
                      <a:pt x="167" y="694"/>
                    </a:cubicBezTo>
                    <a:cubicBezTo>
                      <a:pt x="164" y="701"/>
                      <a:pt x="167" y="705"/>
                      <a:pt x="175" y="709"/>
                    </a:cubicBezTo>
                    <a:cubicBezTo>
                      <a:pt x="179" y="712"/>
                      <a:pt x="186" y="709"/>
                      <a:pt x="190" y="701"/>
                    </a:cubicBezTo>
                    <a:close/>
                  </a:path>
                </a:pathLst>
              </a:custGeom>
              <a:solidFill>
                <a:srgbClr val="43515C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algn="t" rotWithShape="0">
                  <a:srgbClr val="43515C">
                    <a:alpha val="2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US" sz="140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2" name="Freeform 45">
            <a:extLst>
              <a:ext uri="{FF2B5EF4-FFF2-40B4-BE49-F238E27FC236}">
                <a16:creationId xmlns:a16="http://schemas.microsoft.com/office/drawing/2014/main" id="{F1AA03B8-6290-C899-49A1-372B0B63A47D}"/>
              </a:ext>
            </a:extLst>
          </p:cNvPr>
          <p:cNvSpPr>
            <a:spLocks noEditPoints="1"/>
          </p:cNvSpPr>
          <p:nvPr/>
        </p:nvSpPr>
        <p:spPr bwMode="auto">
          <a:xfrm>
            <a:off x="351746" y="3355335"/>
            <a:ext cx="423845" cy="423845"/>
          </a:xfrm>
          <a:custGeom>
            <a:avLst/>
            <a:gdLst>
              <a:gd name="T0" fmla="*/ 33 w 200"/>
              <a:gd name="T1" fmla="*/ 183 h 200"/>
              <a:gd name="T2" fmla="*/ 27 w 200"/>
              <a:gd name="T3" fmla="*/ 180 h 200"/>
              <a:gd name="T4" fmla="*/ 33 w 200"/>
              <a:gd name="T5" fmla="*/ 177 h 200"/>
              <a:gd name="T6" fmla="*/ 177 w 200"/>
              <a:gd name="T7" fmla="*/ 74 h 200"/>
              <a:gd name="T8" fmla="*/ 184 w 200"/>
              <a:gd name="T9" fmla="*/ 77 h 200"/>
              <a:gd name="T10" fmla="*/ 181 w 200"/>
              <a:gd name="T11" fmla="*/ 70 h 200"/>
              <a:gd name="T12" fmla="*/ 196 w 200"/>
              <a:gd name="T13" fmla="*/ 200 h 200"/>
              <a:gd name="T14" fmla="*/ 61 w 200"/>
              <a:gd name="T15" fmla="*/ 191 h 200"/>
              <a:gd name="T16" fmla="*/ 0 w 200"/>
              <a:gd name="T17" fmla="*/ 188 h 200"/>
              <a:gd name="T18" fmla="*/ 49 w 200"/>
              <a:gd name="T19" fmla="*/ 112 h 200"/>
              <a:gd name="T20" fmla="*/ 56 w 200"/>
              <a:gd name="T21" fmla="*/ 29 h 200"/>
              <a:gd name="T22" fmla="*/ 96 w 200"/>
              <a:gd name="T23" fmla="*/ 3 h 200"/>
              <a:gd name="T24" fmla="*/ 199 w 200"/>
              <a:gd name="T25" fmla="*/ 1 h 200"/>
              <a:gd name="T26" fmla="*/ 89 w 200"/>
              <a:gd name="T27" fmla="*/ 62 h 200"/>
              <a:gd name="T28" fmla="*/ 65 w 200"/>
              <a:gd name="T29" fmla="*/ 31 h 200"/>
              <a:gd name="T30" fmla="*/ 88 w 200"/>
              <a:gd name="T31" fmla="*/ 117 h 200"/>
              <a:gd name="T32" fmla="*/ 81 w 200"/>
              <a:gd name="T33" fmla="*/ 57 h 200"/>
              <a:gd name="T34" fmla="*/ 91 w 200"/>
              <a:gd name="T35" fmla="*/ 40 h 200"/>
              <a:gd name="T36" fmla="*/ 96 w 200"/>
              <a:gd name="T37" fmla="*/ 23 h 200"/>
              <a:gd name="T38" fmla="*/ 53 w 200"/>
              <a:gd name="T39" fmla="*/ 124 h 200"/>
              <a:gd name="T40" fmla="*/ 35 w 200"/>
              <a:gd name="T41" fmla="*/ 165 h 200"/>
              <a:gd name="T42" fmla="*/ 27 w 200"/>
              <a:gd name="T43" fmla="*/ 120 h 200"/>
              <a:gd name="T44" fmla="*/ 8 w 200"/>
              <a:gd name="T45" fmla="*/ 188 h 200"/>
              <a:gd name="T46" fmla="*/ 53 w 200"/>
              <a:gd name="T47" fmla="*/ 188 h 200"/>
              <a:gd name="T48" fmla="*/ 158 w 200"/>
              <a:gd name="T49" fmla="*/ 186 h 200"/>
              <a:gd name="T50" fmla="*/ 119 w 200"/>
              <a:gd name="T51" fmla="*/ 177 h 200"/>
              <a:gd name="T52" fmla="*/ 171 w 200"/>
              <a:gd name="T53" fmla="*/ 167 h 200"/>
              <a:gd name="T54" fmla="*/ 119 w 200"/>
              <a:gd name="T55" fmla="*/ 158 h 200"/>
              <a:gd name="T56" fmla="*/ 180 w 200"/>
              <a:gd name="T57" fmla="*/ 149 h 200"/>
              <a:gd name="T58" fmla="*/ 119 w 200"/>
              <a:gd name="T59" fmla="*/ 139 h 200"/>
              <a:gd name="T60" fmla="*/ 167 w 200"/>
              <a:gd name="T61" fmla="*/ 130 h 200"/>
              <a:gd name="T62" fmla="*/ 81 w 200"/>
              <a:gd name="T63" fmla="*/ 122 h 200"/>
              <a:gd name="T64" fmla="*/ 61 w 200"/>
              <a:gd name="T65" fmla="*/ 181 h 200"/>
              <a:gd name="T66" fmla="*/ 192 w 200"/>
              <a:gd name="T67" fmla="*/ 192 h 200"/>
              <a:gd name="T68" fmla="*/ 104 w 200"/>
              <a:gd name="T69" fmla="*/ 117 h 200"/>
              <a:gd name="T70" fmla="*/ 116 w 200"/>
              <a:gd name="T71" fmla="*/ 35 h 200"/>
              <a:gd name="T72" fmla="*/ 166 w 200"/>
              <a:gd name="T73" fmla="*/ 21 h 200"/>
              <a:gd name="T74" fmla="*/ 185 w 200"/>
              <a:gd name="T75" fmla="*/ 39 h 200"/>
              <a:gd name="T76" fmla="*/ 177 w 200"/>
              <a:gd name="T77" fmla="*/ 55 h 200"/>
              <a:gd name="T78" fmla="*/ 134 w 200"/>
              <a:gd name="T79" fmla="*/ 28 h 200"/>
              <a:gd name="T80" fmla="*/ 141 w 200"/>
              <a:gd name="T81" fmla="*/ 117 h 200"/>
              <a:gd name="T82" fmla="*/ 167 w 200"/>
              <a:gd name="T83" fmla="*/ 100 h 200"/>
              <a:gd name="T84" fmla="*/ 175 w 200"/>
              <a:gd name="T85" fmla="*/ 130 h 200"/>
              <a:gd name="T86" fmla="*/ 177 w 200"/>
              <a:gd name="T87" fmla="*/ 136 h 200"/>
              <a:gd name="T88" fmla="*/ 185 w 200"/>
              <a:gd name="T89" fmla="*/ 91 h 200"/>
              <a:gd name="T90" fmla="*/ 178 w 200"/>
              <a:gd name="T91" fmla="*/ 162 h 200"/>
              <a:gd name="T92" fmla="*/ 164 w 200"/>
              <a:gd name="T93" fmla="*/ 181 h 200"/>
              <a:gd name="T94" fmla="*/ 192 w 200"/>
              <a:gd name="T95" fmla="*/ 192 h 200"/>
              <a:gd name="T96" fmla="*/ 137 w 200"/>
              <a:gd name="T97" fmla="*/ 10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0" h="200">
                <a:moveTo>
                  <a:pt x="33" y="177"/>
                </a:moveTo>
                <a:cubicBezTo>
                  <a:pt x="34" y="178"/>
                  <a:pt x="35" y="179"/>
                  <a:pt x="35" y="180"/>
                </a:cubicBezTo>
                <a:cubicBezTo>
                  <a:pt x="35" y="181"/>
                  <a:pt x="34" y="182"/>
                  <a:pt x="33" y="183"/>
                </a:cubicBezTo>
                <a:cubicBezTo>
                  <a:pt x="33" y="183"/>
                  <a:pt x="32" y="184"/>
                  <a:pt x="31" y="184"/>
                </a:cubicBezTo>
                <a:cubicBezTo>
                  <a:pt x="30" y="184"/>
                  <a:pt x="29" y="183"/>
                  <a:pt x="28" y="183"/>
                </a:cubicBezTo>
                <a:cubicBezTo>
                  <a:pt x="27" y="182"/>
                  <a:pt x="27" y="181"/>
                  <a:pt x="27" y="180"/>
                </a:cubicBezTo>
                <a:cubicBezTo>
                  <a:pt x="27" y="179"/>
                  <a:pt x="27" y="178"/>
                  <a:pt x="28" y="177"/>
                </a:cubicBezTo>
                <a:cubicBezTo>
                  <a:pt x="29" y="177"/>
                  <a:pt x="30" y="176"/>
                  <a:pt x="31" y="176"/>
                </a:cubicBezTo>
                <a:cubicBezTo>
                  <a:pt x="32" y="176"/>
                  <a:pt x="33" y="177"/>
                  <a:pt x="33" y="177"/>
                </a:cubicBezTo>
                <a:close/>
                <a:moveTo>
                  <a:pt x="181" y="70"/>
                </a:moveTo>
                <a:cubicBezTo>
                  <a:pt x="180" y="70"/>
                  <a:pt x="179" y="70"/>
                  <a:pt x="178" y="71"/>
                </a:cubicBezTo>
                <a:cubicBezTo>
                  <a:pt x="177" y="72"/>
                  <a:pt x="177" y="73"/>
                  <a:pt x="177" y="74"/>
                </a:cubicBezTo>
                <a:cubicBezTo>
                  <a:pt x="177" y="75"/>
                  <a:pt x="177" y="76"/>
                  <a:pt x="178" y="77"/>
                </a:cubicBezTo>
                <a:cubicBezTo>
                  <a:pt x="179" y="77"/>
                  <a:pt x="180" y="78"/>
                  <a:pt x="181" y="78"/>
                </a:cubicBezTo>
                <a:cubicBezTo>
                  <a:pt x="182" y="78"/>
                  <a:pt x="183" y="77"/>
                  <a:pt x="184" y="77"/>
                </a:cubicBezTo>
                <a:cubicBezTo>
                  <a:pt x="184" y="76"/>
                  <a:pt x="185" y="75"/>
                  <a:pt x="185" y="74"/>
                </a:cubicBezTo>
                <a:cubicBezTo>
                  <a:pt x="185" y="73"/>
                  <a:pt x="184" y="72"/>
                  <a:pt x="184" y="71"/>
                </a:cubicBezTo>
                <a:cubicBezTo>
                  <a:pt x="183" y="70"/>
                  <a:pt x="182" y="70"/>
                  <a:pt x="181" y="70"/>
                </a:cubicBezTo>
                <a:close/>
                <a:moveTo>
                  <a:pt x="200" y="3"/>
                </a:moveTo>
                <a:cubicBezTo>
                  <a:pt x="200" y="196"/>
                  <a:pt x="200" y="196"/>
                  <a:pt x="200" y="196"/>
                </a:cubicBezTo>
                <a:cubicBezTo>
                  <a:pt x="200" y="198"/>
                  <a:pt x="198" y="200"/>
                  <a:pt x="196" y="200"/>
                </a:cubicBezTo>
                <a:cubicBezTo>
                  <a:pt x="78" y="200"/>
                  <a:pt x="78" y="200"/>
                  <a:pt x="78" y="200"/>
                </a:cubicBezTo>
                <a:cubicBezTo>
                  <a:pt x="74" y="200"/>
                  <a:pt x="69" y="198"/>
                  <a:pt x="65" y="195"/>
                </a:cubicBezTo>
                <a:cubicBezTo>
                  <a:pt x="61" y="191"/>
                  <a:pt x="61" y="191"/>
                  <a:pt x="61" y="191"/>
                </a:cubicBezTo>
                <a:cubicBezTo>
                  <a:pt x="60" y="196"/>
                  <a:pt x="55" y="200"/>
                  <a:pt x="49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4"/>
                  <a:pt x="0" y="188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18"/>
                  <a:pt x="5" y="112"/>
                  <a:pt x="12" y="112"/>
                </a:cubicBezTo>
                <a:cubicBezTo>
                  <a:pt x="49" y="112"/>
                  <a:pt x="49" y="112"/>
                  <a:pt x="49" y="112"/>
                </a:cubicBezTo>
                <a:cubicBezTo>
                  <a:pt x="53" y="112"/>
                  <a:pt x="57" y="114"/>
                  <a:pt x="59" y="118"/>
                </a:cubicBezTo>
                <a:cubicBezTo>
                  <a:pt x="76" y="101"/>
                  <a:pt x="76" y="101"/>
                  <a:pt x="76" y="101"/>
                </a:cubicBezTo>
                <a:cubicBezTo>
                  <a:pt x="56" y="29"/>
                  <a:pt x="56" y="29"/>
                  <a:pt x="56" y="29"/>
                </a:cubicBezTo>
                <a:cubicBezTo>
                  <a:pt x="56" y="27"/>
                  <a:pt x="57" y="25"/>
                  <a:pt x="59" y="25"/>
                </a:cubicBezTo>
                <a:cubicBezTo>
                  <a:pt x="96" y="15"/>
                  <a:pt x="96" y="15"/>
                  <a:pt x="96" y="15"/>
                </a:cubicBezTo>
                <a:cubicBezTo>
                  <a:pt x="96" y="3"/>
                  <a:pt x="96" y="3"/>
                  <a:pt x="96" y="3"/>
                </a:cubicBezTo>
                <a:cubicBezTo>
                  <a:pt x="96" y="1"/>
                  <a:pt x="98" y="0"/>
                  <a:pt x="100" y="0"/>
                </a:cubicBezTo>
                <a:cubicBezTo>
                  <a:pt x="196" y="0"/>
                  <a:pt x="196" y="0"/>
                  <a:pt x="196" y="0"/>
                </a:cubicBezTo>
                <a:cubicBezTo>
                  <a:pt x="197" y="0"/>
                  <a:pt x="198" y="0"/>
                  <a:pt x="199" y="1"/>
                </a:cubicBezTo>
                <a:cubicBezTo>
                  <a:pt x="200" y="1"/>
                  <a:pt x="200" y="2"/>
                  <a:pt x="200" y="3"/>
                </a:cubicBezTo>
                <a:close/>
                <a:moveTo>
                  <a:pt x="96" y="55"/>
                </a:moveTo>
                <a:cubicBezTo>
                  <a:pt x="95" y="58"/>
                  <a:pt x="92" y="60"/>
                  <a:pt x="89" y="62"/>
                </a:cubicBezTo>
                <a:cubicBezTo>
                  <a:pt x="96" y="88"/>
                  <a:pt x="96" y="88"/>
                  <a:pt x="96" y="88"/>
                </a:cubicBezTo>
                <a:lnTo>
                  <a:pt x="96" y="55"/>
                </a:lnTo>
                <a:close/>
                <a:moveTo>
                  <a:pt x="65" y="31"/>
                </a:moveTo>
                <a:cubicBezTo>
                  <a:pt x="83" y="100"/>
                  <a:pt x="83" y="100"/>
                  <a:pt x="83" y="100"/>
                </a:cubicBezTo>
                <a:cubicBezTo>
                  <a:pt x="84" y="100"/>
                  <a:pt x="84" y="100"/>
                  <a:pt x="84" y="101"/>
                </a:cubicBezTo>
                <a:cubicBezTo>
                  <a:pt x="88" y="117"/>
                  <a:pt x="88" y="117"/>
                  <a:pt x="88" y="117"/>
                </a:cubicBezTo>
                <a:cubicBezTo>
                  <a:pt x="96" y="117"/>
                  <a:pt x="96" y="117"/>
                  <a:pt x="96" y="117"/>
                </a:cubicBezTo>
                <a:cubicBezTo>
                  <a:pt x="81" y="60"/>
                  <a:pt x="81" y="60"/>
                  <a:pt x="81" y="60"/>
                </a:cubicBezTo>
                <a:cubicBezTo>
                  <a:pt x="80" y="59"/>
                  <a:pt x="81" y="58"/>
                  <a:pt x="81" y="57"/>
                </a:cubicBezTo>
                <a:cubicBezTo>
                  <a:pt x="82" y="56"/>
                  <a:pt x="82" y="56"/>
                  <a:pt x="83" y="56"/>
                </a:cubicBezTo>
                <a:cubicBezTo>
                  <a:pt x="89" y="54"/>
                  <a:pt x="92" y="48"/>
                  <a:pt x="91" y="43"/>
                </a:cubicBezTo>
                <a:cubicBezTo>
                  <a:pt x="91" y="42"/>
                  <a:pt x="91" y="41"/>
                  <a:pt x="91" y="40"/>
                </a:cubicBezTo>
                <a:cubicBezTo>
                  <a:pt x="92" y="39"/>
                  <a:pt x="93" y="38"/>
                  <a:pt x="94" y="38"/>
                </a:cubicBezTo>
                <a:cubicBezTo>
                  <a:pt x="96" y="37"/>
                  <a:pt x="96" y="37"/>
                  <a:pt x="96" y="37"/>
                </a:cubicBezTo>
                <a:cubicBezTo>
                  <a:pt x="96" y="23"/>
                  <a:pt x="96" y="23"/>
                  <a:pt x="96" y="23"/>
                </a:cubicBezTo>
                <a:lnTo>
                  <a:pt x="65" y="31"/>
                </a:lnTo>
                <a:close/>
                <a:moveTo>
                  <a:pt x="53" y="188"/>
                </a:moveTo>
                <a:cubicBezTo>
                  <a:pt x="53" y="124"/>
                  <a:pt x="53" y="124"/>
                  <a:pt x="53" y="124"/>
                </a:cubicBezTo>
                <a:cubicBezTo>
                  <a:pt x="53" y="122"/>
                  <a:pt x="52" y="120"/>
                  <a:pt x="49" y="120"/>
                </a:cubicBezTo>
                <a:cubicBezTo>
                  <a:pt x="35" y="120"/>
                  <a:pt x="35" y="120"/>
                  <a:pt x="35" y="120"/>
                </a:cubicBezTo>
                <a:cubicBezTo>
                  <a:pt x="35" y="165"/>
                  <a:pt x="35" y="165"/>
                  <a:pt x="35" y="165"/>
                </a:cubicBezTo>
                <a:cubicBezTo>
                  <a:pt x="35" y="167"/>
                  <a:pt x="33" y="169"/>
                  <a:pt x="31" y="169"/>
                </a:cubicBezTo>
                <a:cubicBezTo>
                  <a:pt x="28" y="169"/>
                  <a:pt x="27" y="167"/>
                  <a:pt x="27" y="165"/>
                </a:cubicBezTo>
                <a:cubicBezTo>
                  <a:pt x="27" y="120"/>
                  <a:pt x="27" y="120"/>
                  <a:pt x="27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10" y="120"/>
                  <a:pt x="8" y="122"/>
                  <a:pt x="8" y="124"/>
                </a:cubicBezTo>
                <a:cubicBezTo>
                  <a:pt x="8" y="188"/>
                  <a:pt x="8" y="188"/>
                  <a:pt x="8" y="188"/>
                </a:cubicBezTo>
                <a:cubicBezTo>
                  <a:pt x="8" y="190"/>
                  <a:pt x="10" y="192"/>
                  <a:pt x="12" y="192"/>
                </a:cubicBezTo>
                <a:cubicBezTo>
                  <a:pt x="49" y="192"/>
                  <a:pt x="49" y="192"/>
                  <a:pt x="49" y="192"/>
                </a:cubicBezTo>
                <a:cubicBezTo>
                  <a:pt x="52" y="192"/>
                  <a:pt x="53" y="190"/>
                  <a:pt x="53" y="188"/>
                </a:cubicBezTo>
                <a:close/>
                <a:moveTo>
                  <a:pt x="78" y="192"/>
                </a:moveTo>
                <a:cubicBezTo>
                  <a:pt x="152" y="192"/>
                  <a:pt x="152" y="192"/>
                  <a:pt x="152" y="192"/>
                </a:cubicBezTo>
                <a:cubicBezTo>
                  <a:pt x="155" y="192"/>
                  <a:pt x="158" y="189"/>
                  <a:pt x="158" y="186"/>
                </a:cubicBezTo>
                <a:cubicBezTo>
                  <a:pt x="158" y="183"/>
                  <a:pt x="155" y="181"/>
                  <a:pt x="152" y="181"/>
                </a:cubicBezTo>
                <a:cubicBezTo>
                  <a:pt x="122" y="181"/>
                  <a:pt x="122" y="181"/>
                  <a:pt x="122" y="181"/>
                </a:cubicBezTo>
                <a:cubicBezTo>
                  <a:pt x="120" y="181"/>
                  <a:pt x="119" y="179"/>
                  <a:pt x="119" y="177"/>
                </a:cubicBezTo>
                <a:cubicBezTo>
                  <a:pt x="119" y="175"/>
                  <a:pt x="120" y="173"/>
                  <a:pt x="122" y="173"/>
                </a:cubicBezTo>
                <a:cubicBezTo>
                  <a:pt x="166" y="173"/>
                  <a:pt x="166" y="173"/>
                  <a:pt x="166" y="173"/>
                </a:cubicBezTo>
                <a:cubicBezTo>
                  <a:pt x="169" y="173"/>
                  <a:pt x="171" y="171"/>
                  <a:pt x="171" y="167"/>
                </a:cubicBezTo>
                <a:cubicBezTo>
                  <a:pt x="171" y="164"/>
                  <a:pt x="169" y="162"/>
                  <a:pt x="166" y="162"/>
                </a:cubicBezTo>
                <a:cubicBezTo>
                  <a:pt x="122" y="162"/>
                  <a:pt x="122" y="162"/>
                  <a:pt x="122" y="162"/>
                </a:cubicBezTo>
                <a:cubicBezTo>
                  <a:pt x="120" y="162"/>
                  <a:pt x="119" y="160"/>
                  <a:pt x="119" y="158"/>
                </a:cubicBezTo>
                <a:cubicBezTo>
                  <a:pt x="119" y="156"/>
                  <a:pt x="120" y="154"/>
                  <a:pt x="122" y="154"/>
                </a:cubicBezTo>
                <a:cubicBezTo>
                  <a:pt x="174" y="154"/>
                  <a:pt x="174" y="154"/>
                  <a:pt x="174" y="154"/>
                </a:cubicBezTo>
                <a:cubicBezTo>
                  <a:pt x="177" y="154"/>
                  <a:pt x="180" y="152"/>
                  <a:pt x="180" y="149"/>
                </a:cubicBezTo>
                <a:cubicBezTo>
                  <a:pt x="180" y="146"/>
                  <a:pt x="177" y="143"/>
                  <a:pt x="174" y="143"/>
                </a:cubicBezTo>
                <a:cubicBezTo>
                  <a:pt x="122" y="143"/>
                  <a:pt x="122" y="143"/>
                  <a:pt x="122" y="143"/>
                </a:cubicBezTo>
                <a:cubicBezTo>
                  <a:pt x="120" y="143"/>
                  <a:pt x="119" y="142"/>
                  <a:pt x="119" y="139"/>
                </a:cubicBezTo>
                <a:cubicBezTo>
                  <a:pt x="119" y="137"/>
                  <a:pt x="120" y="135"/>
                  <a:pt x="122" y="135"/>
                </a:cubicBezTo>
                <a:cubicBezTo>
                  <a:pt x="162" y="135"/>
                  <a:pt x="162" y="135"/>
                  <a:pt x="162" y="135"/>
                </a:cubicBezTo>
                <a:cubicBezTo>
                  <a:pt x="165" y="135"/>
                  <a:pt x="167" y="133"/>
                  <a:pt x="167" y="130"/>
                </a:cubicBezTo>
                <a:cubicBezTo>
                  <a:pt x="167" y="127"/>
                  <a:pt x="165" y="125"/>
                  <a:pt x="16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3" y="125"/>
                  <a:pt x="82" y="123"/>
                  <a:pt x="81" y="122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61" y="181"/>
                  <a:pt x="61" y="181"/>
                  <a:pt x="61" y="181"/>
                </a:cubicBezTo>
                <a:cubicBezTo>
                  <a:pt x="71" y="189"/>
                  <a:pt x="71" y="189"/>
                  <a:pt x="71" y="189"/>
                </a:cubicBezTo>
                <a:cubicBezTo>
                  <a:pt x="73" y="191"/>
                  <a:pt x="75" y="192"/>
                  <a:pt x="78" y="192"/>
                </a:cubicBezTo>
                <a:close/>
                <a:moveTo>
                  <a:pt x="192" y="192"/>
                </a:moveTo>
                <a:cubicBezTo>
                  <a:pt x="192" y="7"/>
                  <a:pt x="192" y="7"/>
                  <a:pt x="192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117"/>
                  <a:pt x="104" y="117"/>
                  <a:pt x="104" y="117"/>
                </a:cubicBezTo>
                <a:cubicBezTo>
                  <a:pt x="112" y="117"/>
                  <a:pt x="112" y="117"/>
                  <a:pt x="112" y="117"/>
                </a:cubicBezTo>
                <a:cubicBezTo>
                  <a:pt x="112" y="39"/>
                  <a:pt x="112" y="39"/>
                  <a:pt x="112" y="39"/>
                </a:cubicBezTo>
                <a:cubicBezTo>
                  <a:pt x="112" y="37"/>
                  <a:pt x="113" y="35"/>
                  <a:pt x="116" y="35"/>
                </a:cubicBezTo>
                <a:cubicBezTo>
                  <a:pt x="121" y="35"/>
                  <a:pt x="126" y="30"/>
                  <a:pt x="126" y="25"/>
                </a:cubicBezTo>
                <a:cubicBezTo>
                  <a:pt x="126" y="22"/>
                  <a:pt x="128" y="21"/>
                  <a:pt x="130" y="21"/>
                </a:cubicBezTo>
                <a:cubicBezTo>
                  <a:pt x="166" y="21"/>
                  <a:pt x="166" y="21"/>
                  <a:pt x="166" y="21"/>
                </a:cubicBezTo>
                <a:cubicBezTo>
                  <a:pt x="169" y="21"/>
                  <a:pt x="170" y="22"/>
                  <a:pt x="170" y="25"/>
                </a:cubicBezTo>
                <a:cubicBezTo>
                  <a:pt x="170" y="30"/>
                  <a:pt x="175" y="35"/>
                  <a:pt x="181" y="35"/>
                </a:cubicBezTo>
                <a:cubicBezTo>
                  <a:pt x="183" y="35"/>
                  <a:pt x="185" y="37"/>
                  <a:pt x="185" y="39"/>
                </a:cubicBezTo>
                <a:cubicBezTo>
                  <a:pt x="185" y="55"/>
                  <a:pt x="185" y="55"/>
                  <a:pt x="185" y="55"/>
                </a:cubicBezTo>
                <a:cubicBezTo>
                  <a:pt x="185" y="57"/>
                  <a:pt x="183" y="58"/>
                  <a:pt x="181" y="58"/>
                </a:cubicBezTo>
                <a:cubicBezTo>
                  <a:pt x="179" y="58"/>
                  <a:pt x="177" y="57"/>
                  <a:pt x="177" y="55"/>
                </a:cubicBezTo>
                <a:cubicBezTo>
                  <a:pt x="177" y="42"/>
                  <a:pt x="177" y="42"/>
                  <a:pt x="177" y="42"/>
                </a:cubicBezTo>
                <a:cubicBezTo>
                  <a:pt x="170" y="41"/>
                  <a:pt x="164" y="35"/>
                  <a:pt x="163" y="28"/>
                </a:cubicBezTo>
                <a:cubicBezTo>
                  <a:pt x="134" y="28"/>
                  <a:pt x="134" y="28"/>
                  <a:pt x="134" y="28"/>
                </a:cubicBezTo>
                <a:cubicBezTo>
                  <a:pt x="132" y="35"/>
                  <a:pt x="127" y="41"/>
                  <a:pt x="120" y="42"/>
                </a:cubicBezTo>
                <a:cubicBezTo>
                  <a:pt x="120" y="117"/>
                  <a:pt x="120" y="117"/>
                  <a:pt x="120" y="117"/>
                </a:cubicBezTo>
                <a:cubicBezTo>
                  <a:pt x="141" y="117"/>
                  <a:pt x="141" y="117"/>
                  <a:pt x="141" y="117"/>
                </a:cubicBezTo>
                <a:cubicBezTo>
                  <a:pt x="134" y="114"/>
                  <a:pt x="130" y="107"/>
                  <a:pt x="130" y="100"/>
                </a:cubicBezTo>
                <a:cubicBezTo>
                  <a:pt x="130" y="89"/>
                  <a:pt x="138" y="81"/>
                  <a:pt x="148" y="81"/>
                </a:cubicBezTo>
                <a:cubicBezTo>
                  <a:pt x="159" y="81"/>
                  <a:pt x="167" y="89"/>
                  <a:pt x="167" y="100"/>
                </a:cubicBezTo>
                <a:cubicBezTo>
                  <a:pt x="167" y="107"/>
                  <a:pt x="162" y="114"/>
                  <a:pt x="156" y="117"/>
                </a:cubicBezTo>
                <a:cubicBezTo>
                  <a:pt x="162" y="117"/>
                  <a:pt x="162" y="117"/>
                  <a:pt x="162" y="117"/>
                </a:cubicBezTo>
                <a:cubicBezTo>
                  <a:pt x="169" y="117"/>
                  <a:pt x="175" y="123"/>
                  <a:pt x="175" y="130"/>
                </a:cubicBezTo>
                <a:cubicBezTo>
                  <a:pt x="175" y="132"/>
                  <a:pt x="175" y="134"/>
                  <a:pt x="174" y="135"/>
                </a:cubicBezTo>
                <a:cubicBezTo>
                  <a:pt x="174" y="135"/>
                  <a:pt x="174" y="135"/>
                  <a:pt x="174" y="135"/>
                </a:cubicBezTo>
                <a:cubicBezTo>
                  <a:pt x="175" y="135"/>
                  <a:pt x="176" y="136"/>
                  <a:pt x="177" y="136"/>
                </a:cubicBezTo>
                <a:cubicBezTo>
                  <a:pt x="177" y="91"/>
                  <a:pt x="177" y="91"/>
                  <a:pt x="177" y="91"/>
                </a:cubicBezTo>
                <a:cubicBezTo>
                  <a:pt x="177" y="89"/>
                  <a:pt x="179" y="87"/>
                  <a:pt x="181" y="87"/>
                </a:cubicBezTo>
                <a:cubicBezTo>
                  <a:pt x="183" y="87"/>
                  <a:pt x="185" y="89"/>
                  <a:pt x="185" y="91"/>
                </a:cubicBezTo>
                <a:cubicBezTo>
                  <a:pt x="185" y="141"/>
                  <a:pt x="185" y="141"/>
                  <a:pt x="185" y="141"/>
                </a:cubicBezTo>
                <a:cubicBezTo>
                  <a:pt x="186" y="143"/>
                  <a:pt x="187" y="146"/>
                  <a:pt x="187" y="149"/>
                </a:cubicBezTo>
                <a:cubicBezTo>
                  <a:pt x="187" y="155"/>
                  <a:pt x="183" y="160"/>
                  <a:pt x="178" y="162"/>
                </a:cubicBezTo>
                <a:cubicBezTo>
                  <a:pt x="178" y="163"/>
                  <a:pt x="179" y="165"/>
                  <a:pt x="179" y="167"/>
                </a:cubicBezTo>
                <a:cubicBezTo>
                  <a:pt x="179" y="175"/>
                  <a:pt x="173" y="181"/>
                  <a:pt x="166" y="181"/>
                </a:cubicBezTo>
                <a:cubicBezTo>
                  <a:pt x="164" y="181"/>
                  <a:pt x="164" y="181"/>
                  <a:pt x="164" y="181"/>
                </a:cubicBezTo>
                <a:cubicBezTo>
                  <a:pt x="165" y="182"/>
                  <a:pt x="166" y="184"/>
                  <a:pt x="166" y="186"/>
                </a:cubicBezTo>
                <a:cubicBezTo>
                  <a:pt x="166" y="188"/>
                  <a:pt x="165" y="190"/>
                  <a:pt x="164" y="192"/>
                </a:cubicBezTo>
                <a:cubicBezTo>
                  <a:pt x="192" y="192"/>
                  <a:pt x="192" y="192"/>
                  <a:pt x="192" y="192"/>
                </a:cubicBezTo>
                <a:close/>
                <a:moveTo>
                  <a:pt x="159" y="100"/>
                </a:moveTo>
                <a:cubicBezTo>
                  <a:pt x="159" y="94"/>
                  <a:pt x="154" y="89"/>
                  <a:pt x="148" y="89"/>
                </a:cubicBezTo>
                <a:cubicBezTo>
                  <a:pt x="142" y="89"/>
                  <a:pt x="137" y="94"/>
                  <a:pt x="137" y="100"/>
                </a:cubicBezTo>
                <a:cubicBezTo>
                  <a:pt x="137" y="106"/>
                  <a:pt x="142" y="110"/>
                  <a:pt x="148" y="110"/>
                </a:cubicBezTo>
                <a:cubicBezTo>
                  <a:pt x="154" y="110"/>
                  <a:pt x="159" y="106"/>
                  <a:pt x="159" y="10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Freeform 17">
            <a:extLst>
              <a:ext uri="{FF2B5EF4-FFF2-40B4-BE49-F238E27FC236}">
                <a16:creationId xmlns:a16="http://schemas.microsoft.com/office/drawing/2014/main" id="{8D9D9D32-1099-990E-09E3-CC31A071C495}"/>
              </a:ext>
            </a:extLst>
          </p:cNvPr>
          <p:cNvSpPr>
            <a:spLocks noEditPoints="1"/>
          </p:cNvSpPr>
          <p:nvPr/>
        </p:nvSpPr>
        <p:spPr bwMode="auto">
          <a:xfrm>
            <a:off x="6105139" y="3339271"/>
            <a:ext cx="421926" cy="455972"/>
          </a:xfrm>
          <a:custGeom>
            <a:avLst/>
            <a:gdLst>
              <a:gd name="T0" fmla="*/ 185 w 200"/>
              <a:gd name="T1" fmla="*/ 170 h 217"/>
              <a:gd name="T2" fmla="*/ 105 w 200"/>
              <a:gd name="T3" fmla="*/ 154 h 217"/>
              <a:gd name="T4" fmla="*/ 100 w 200"/>
              <a:gd name="T5" fmla="*/ 146 h 217"/>
              <a:gd name="T6" fmla="*/ 96 w 200"/>
              <a:gd name="T7" fmla="*/ 154 h 217"/>
              <a:gd name="T8" fmla="*/ 15 w 200"/>
              <a:gd name="T9" fmla="*/ 170 h 217"/>
              <a:gd name="T10" fmla="*/ 0 w 200"/>
              <a:gd name="T11" fmla="*/ 198 h 217"/>
              <a:gd name="T12" fmla="*/ 39 w 200"/>
              <a:gd name="T13" fmla="*/ 198 h 217"/>
              <a:gd name="T14" fmla="*/ 24 w 200"/>
              <a:gd name="T15" fmla="*/ 170 h 217"/>
              <a:gd name="T16" fmla="*/ 96 w 200"/>
              <a:gd name="T17" fmla="*/ 162 h 217"/>
              <a:gd name="T18" fmla="*/ 81 w 200"/>
              <a:gd name="T19" fmla="*/ 198 h 217"/>
              <a:gd name="T20" fmla="*/ 120 w 200"/>
              <a:gd name="T21" fmla="*/ 198 h 217"/>
              <a:gd name="T22" fmla="*/ 105 w 200"/>
              <a:gd name="T23" fmla="*/ 162 h 217"/>
              <a:gd name="T24" fmla="*/ 177 w 200"/>
              <a:gd name="T25" fmla="*/ 170 h 217"/>
              <a:gd name="T26" fmla="*/ 162 w 200"/>
              <a:gd name="T27" fmla="*/ 198 h 217"/>
              <a:gd name="T28" fmla="*/ 200 w 200"/>
              <a:gd name="T29" fmla="*/ 198 h 217"/>
              <a:gd name="T30" fmla="*/ 30 w 200"/>
              <a:gd name="T31" fmla="*/ 198 h 217"/>
              <a:gd name="T32" fmla="*/ 9 w 200"/>
              <a:gd name="T33" fmla="*/ 198 h 217"/>
              <a:gd name="T34" fmla="*/ 30 w 200"/>
              <a:gd name="T35" fmla="*/ 198 h 217"/>
              <a:gd name="T36" fmla="*/ 100 w 200"/>
              <a:gd name="T37" fmla="*/ 209 h 217"/>
              <a:gd name="T38" fmla="*/ 100 w 200"/>
              <a:gd name="T39" fmla="*/ 187 h 217"/>
              <a:gd name="T40" fmla="*/ 181 w 200"/>
              <a:gd name="T41" fmla="*/ 209 h 217"/>
              <a:gd name="T42" fmla="*/ 181 w 200"/>
              <a:gd name="T43" fmla="*/ 187 h 217"/>
              <a:gd name="T44" fmla="*/ 181 w 200"/>
              <a:gd name="T45" fmla="*/ 209 h 217"/>
              <a:gd name="T46" fmla="*/ 100 w 200"/>
              <a:gd name="T47" fmla="*/ 0 h 217"/>
              <a:gd name="T48" fmla="*/ 59 w 200"/>
              <a:gd name="T49" fmla="*/ 118 h 217"/>
              <a:gd name="T50" fmla="*/ 69 w 200"/>
              <a:gd name="T51" fmla="*/ 125 h 217"/>
              <a:gd name="T52" fmla="*/ 100 w 200"/>
              <a:gd name="T53" fmla="*/ 133 h 217"/>
              <a:gd name="T54" fmla="*/ 137 w 200"/>
              <a:gd name="T55" fmla="*/ 122 h 217"/>
              <a:gd name="T56" fmla="*/ 142 w 200"/>
              <a:gd name="T57" fmla="*/ 118 h 217"/>
              <a:gd name="T58" fmla="*/ 42 w 200"/>
              <a:gd name="T59" fmla="*/ 66 h 217"/>
              <a:gd name="T60" fmla="*/ 158 w 200"/>
              <a:gd name="T61" fmla="*/ 66 h 217"/>
              <a:gd name="T62" fmla="*/ 128 w 200"/>
              <a:gd name="T63" fmla="*/ 90 h 217"/>
              <a:gd name="T64" fmla="*/ 122 w 200"/>
              <a:gd name="T65" fmla="*/ 66 h 217"/>
              <a:gd name="T66" fmla="*/ 76 w 200"/>
              <a:gd name="T67" fmla="*/ 66 h 217"/>
              <a:gd name="T68" fmla="*/ 73 w 200"/>
              <a:gd name="T69" fmla="*/ 90 h 217"/>
              <a:gd name="T70" fmla="*/ 42 w 200"/>
              <a:gd name="T71" fmla="*/ 66 h 217"/>
              <a:gd name="T72" fmla="*/ 85 w 200"/>
              <a:gd name="T73" fmla="*/ 66 h 217"/>
              <a:gd name="T74" fmla="*/ 113 w 200"/>
              <a:gd name="T75" fmla="*/ 66 h 217"/>
              <a:gd name="T76" fmla="*/ 66 w 200"/>
              <a:gd name="T77" fmla="*/ 114 h 217"/>
              <a:gd name="T78" fmla="*/ 134 w 200"/>
              <a:gd name="T79" fmla="*/ 114 h 217"/>
              <a:gd name="T80" fmla="*/ 66 w 200"/>
              <a:gd name="T81" fmla="*/ 114 h 217"/>
              <a:gd name="T82" fmla="*/ 105 w 200"/>
              <a:gd name="T83" fmla="*/ 139 h 217"/>
              <a:gd name="T84" fmla="*/ 96 w 200"/>
              <a:gd name="T85" fmla="*/ 139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0" h="217">
                <a:moveTo>
                  <a:pt x="185" y="179"/>
                </a:moveTo>
                <a:cubicBezTo>
                  <a:pt x="185" y="170"/>
                  <a:pt x="185" y="170"/>
                  <a:pt x="185" y="170"/>
                </a:cubicBezTo>
                <a:cubicBezTo>
                  <a:pt x="185" y="161"/>
                  <a:pt x="178" y="154"/>
                  <a:pt x="169" y="154"/>
                </a:cubicBezTo>
                <a:cubicBezTo>
                  <a:pt x="105" y="154"/>
                  <a:pt x="105" y="154"/>
                  <a:pt x="105" y="154"/>
                </a:cubicBezTo>
                <a:cubicBezTo>
                  <a:pt x="105" y="150"/>
                  <a:pt x="105" y="150"/>
                  <a:pt x="105" y="150"/>
                </a:cubicBezTo>
                <a:cubicBezTo>
                  <a:pt x="105" y="147"/>
                  <a:pt x="103" y="146"/>
                  <a:pt x="100" y="146"/>
                </a:cubicBezTo>
                <a:cubicBezTo>
                  <a:pt x="98" y="146"/>
                  <a:pt x="96" y="147"/>
                  <a:pt x="96" y="150"/>
                </a:cubicBezTo>
                <a:cubicBezTo>
                  <a:pt x="96" y="154"/>
                  <a:pt x="96" y="154"/>
                  <a:pt x="96" y="154"/>
                </a:cubicBezTo>
                <a:cubicBezTo>
                  <a:pt x="31" y="154"/>
                  <a:pt x="31" y="154"/>
                  <a:pt x="31" y="154"/>
                </a:cubicBezTo>
                <a:cubicBezTo>
                  <a:pt x="22" y="154"/>
                  <a:pt x="15" y="161"/>
                  <a:pt x="15" y="170"/>
                </a:cubicBezTo>
                <a:cubicBezTo>
                  <a:pt x="15" y="179"/>
                  <a:pt x="15" y="179"/>
                  <a:pt x="15" y="179"/>
                </a:cubicBezTo>
                <a:cubicBezTo>
                  <a:pt x="7" y="181"/>
                  <a:pt x="0" y="189"/>
                  <a:pt x="0" y="198"/>
                </a:cubicBezTo>
                <a:cubicBezTo>
                  <a:pt x="0" y="208"/>
                  <a:pt x="9" y="217"/>
                  <a:pt x="20" y="217"/>
                </a:cubicBezTo>
                <a:cubicBezTo>
                  <a:pt x="30" y="217"/>
                  <a:pt x="39" y="208"/>
                  <a:pt x="39" y="198"/>
                </a:cubicBezTo>
                <a:cubicBezTo>
                  <a:pt x="39" y="189"/>
                  <a:pt x="32" y="181"/>
                  <a:pt x="24" y="179"/>
                </a:cubicBezTo>
                <a:cubicBezTo>
                  <a:pt x="24" y="170"/>
                  <a:pt x="24" y="170"/>
                  <a:pt x="24" y="170"/>
                </a:cubicBezTo>
                <a:cubicBezTo>
                  <a:pt x="24" y="166"/>
                  <a:pt x="27" y="162"/>
                  <a:pt x="31" y="162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6" y="179"/>
                  <a:pt x="96" y="179"/>
                  <a:pt x="96" y="179"/>
                </a:cubicBezTo>
                <a:cubicBezTo>
                  <a:pt x="88" y="181"/>
                  <a:pt x="81" y="189"/>
                  <a:pt x="81" y="198"/>
                </a:cubicBezTo>
                <a:cubicBezTo>
                  <a:pt x="81" y="208"/>
                  <a:pt x="90" y="217"/>
                  <a:pt x="100" y="217"/>
                </a:cubicBezTo>
                <a:cubicBezTo>
                  <a:pt x="111" y="217"/>
                  <a:pt x="120" y="208"/>
                  <a:pt x="120" y="198"/>
                </a:cubicBezTo>
                <a:cubicBezTo>
                  <a:pt x="120" y="189"/>
                  <a:pt x="113" y="181"/>
                  <a:pt x="105" y="179"/>
                </a:cubicBezTo>
                <a:cubicBezTo>
                  <a:pt x="105" y="162"/>
                  <a:pt x="105" y="162"/>
                  <a:pt x="105" y="162"/>
                </a:cubicBezTo>
                <a:cubicBezTo>
                  <a:pt x="169" y="162"/>
                  <a:pt x="169" y="162"/>
                  <a:pt x="169" y="162"/>
                </a:cubicBezTo>
                <a:cubicBezTo>
                  <a:pt x="174" y="162"/>
                  <a:pt x="177" y="166"/>
                  <a:pt x="177" y="170"/>
                </a:cubicBezTo>
                <a:cubicBezTo>
                  <a:pt x="177" y="179"/>
                  <a:pt x="177" y="179"/>
                  <a:pt x="177" y="179"/>
                </a:cubicBezTo>
                <a:cubicBezTo>
                  <a:pt x="168" y="181"/>
                  <a:pt x="162" y="189"/>
                  <a:pt x="162" y="198"/>
                </a:cubicBezTo>
                <a:cubicBezTo>
                  <a:pt x="162" y="208"/>
                  <a:pt x="170" y="217"/>
                  <a:pt x="181" y="217"/>
                </a:cubicBezTo>
                <a:cubicBezTo>
                  <a:pt x="192" y="217"/>
                  <a:pt x="200" y="208"/>
                  <a:pt x="200" y="198"/>
                </a:cubicBezTo>
                <a:cubicBezTo>
                  <a:pt x="200" y="189"/>
                  <a:pt x="194" y="181"/>
                  <a:pt x="185" y="179"/>
                </a:cubicBezTo>
                <a:close/>
                <a:moveTo>
                  <a:pt x="30" y="198"/>
                </a:moveTo>
                <a:cubicBezTo>
                  <a:pt x="30" y="204"/>
                  <a:pt x="26" y="209"/>
                  <a:pt x="20" y="209"/>
                </a:cubicBezTo>
                <a:cubicBezTo>
                  <a:pt x="14" y="209"/>
                  <a:pt x="9" y="204"/>
                  <a:pt x="9" y="198"/>
                </a:cubicBezTo>
                <a:cubicBezTo>
                  <a:pt x="9" y="192"/>
                  <a:pt x="14" y="187"/>
                  <a:pt x="20" y="187"/>
                </a:cubicBezTo>
                <a:cubicBezTo>
                  <a:pt x="26" y="187"/>
                  <a:pt x="30" y="192"/>
                  <a:pt x="30" y="198"/>
                </a:cubicBezTo>
                <a:close/>
                <a:moveTo>
                  <a:pt x="111" y="198"/>
                </a:moveTo>
                <a:cubicBezTo>
                  <a:pt x="111" y="204"/>
                  <a:pt x="106" y="209"/>
                  <a:pt x="100" y="209"/>
                </a:cubicBezTo>
                <a:cubicBezTo>
                  <a:pt x="94" y="209"/>
                  <a:pt x="90" y="204"/>
                  <a:pt x="90" y="198"/>
                </a:cubicBezTo>
                <a:cubicBezTo>
                  <a:pt x="90" y="192"/>
                  <a:pt x="94" y="187"/>
                  <a:pt x="100" y="187"/>
                </a:cubicBezTo>
                <a:cubicBezTo>
                  <a:pt x="106" y="187"/>
                  <a:pt x="111" y="192"/>
                  <a:pt x="111" y="198"/>
                </a:cubicBezTo>
                <a:close/>
                <a:moveTo>
                  <a:pt x="181" y="209"/>
                </a:moveTo>
                <a:cubicBezTo>
                  <a:pt x="175" y="209"/>
                  <a:pt x="170" y="204"/>
                  <a:pt x="170" y="198"/>
                </a:cubicBezTo>
                <a:cubicBezTo>
                  <a:pt x="170" y="192"/>
                  <a:pt x="175" y="187"/>
                  <a:pt x="181" y="187"/>
                </a:cubicBezTo>
                <a:cubicBezTo>
                  <a:pt x="187" y="187"/>
                  <a:pt x="192" y="192"/>
                  <a:pt x="192" y="198"/>
                </a:cubicBezTo>
                <a:cubicBezTo>
                  <a:pt x="192" y="204"/>
                  <a:pt x="187" y="209"/>
                  <a:pt x="181" y="209"/>
                </a:cubicBezTo>
                <a:close/>
                <a:moveTo>
                  <a:pt x="167" y="66"/>
                </a:moveTo>
                <a:cubicBezTo>
                  <a:pt x="167" y="30"/>
                  <a:pt x="137" y="0"/>
                  <a:pt x="100" y="0"/>
                </a:cubicBezTo>
                <a:cubicBezTo>
                  <a:pt x="64" y="0"/>
                  <a:pt x="34" y="30"/>
                  <a:pt x="34" y="66"/>
                </a:cubicBezTo>
                <a:cubicBezTo>
                  <a:pt x="34" y="87"/>
                  <a:pt x="43" y="106"/>
                  <a:pt x="59" y="118"/>
                </a:cubicBezTo>
                <a:cubicBezTo>
                  <a:pt x="59" y="118"/>
                  <a:pt x="59" y="118"/>
                  <a:pt x="59" y="119"/>
                </a:cubicBezTo>
                <a:cubicBezTo>
                  <a:pt x="62" y="121"/>
                  <a:pt x="66" y="124"/>
                  <a:pt x="69" y="125"/>
                </a:cubicBezTo>
                <a:cubicBezTo>
                  <a:pt x="69" y="125"/>
                  <a:pt x="69" y="125"/>
                  <a:pt x="69" y="125"/>
                </a:cubicBezTo>
                <a:cubicBezTo>
                  <a:pt x="79" y="130"/>
                  <a:pt x="89" y="133"/>
                  <a:pt x="100" y="133"/>
                </a:cubicBezTo>
                <a:cubicBezTo>
                  <a:pt x="114" y="133"/>
                  <a:pt x="127" y="129"/>
                  <a:pt x="137" y="122"/>
                </a:cubicBezTo>
                <a:cubicBezTo>
                  <a:pt x="137" y="122"/>
                  <a:pt x="137" y="122"/>
                  <a:pt x="137" y="122"/>
                </a:cubicBezTo>
                <a:cubicBezTo>
                  <a:pt x="139" y="121"/>
                  <a:pt x="140" y="120"/>
                  <a:pt x="142" y="119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57" y="106"/>
                  <a:pt x="167" y="87"/>
                  <a:pt x="167" y="66"/>
                </a:cubicBezTo>
                <a:close/>
                <a:moveTo>
                  <a:pt x="42" y="66"/>
                </a:moveTo>
                <a:cubicBezTo>
                  <a:pt x="42" y="34"/>
                  <a:pt x="68" y="8"/>
                  <a:pt x="100" y="8"/>
                </a:cubicBezTo>
                <a:cubicBezTo>
                  <a:pt x="132" y="8"/>
                  <a:pt x="158" y="34"/>
                  <a:pt x="158" y="66"/>
                </a:cubicBezTo>
                <a:cubicBezTo>
                  <a:pt x="158" y="83"/>
                  <a:pt x="152" y="97"/>
                  <a:pt x="141" y="108"/>
                </a:cubicBezTo>
                <a:cubicBezTo>
                  <a:pt x="138" y="101"/>
                  <a:pt x="134" y="95"/>
                  <a:pt x="128" y="90"/>
                </a:cubicBezTo>
                <a:cubicBezTo>
                  <a:pt x="124" y="87"/>
                  <a:pt x="120" y="85"/>
                  <a:pt x="115" y="83"/>
                </a:cubicBezTo>
                <a:cubicBezTo>
                  <a:pt x="119" y="79"/>
                  <a:pt x="122" y="73"/>
                  <a:pt x="122" y="66"/>
                </a:cubicBezTo>
                <a:cubicBezTo>
                  <a:pt x="122" y="54"/>
                  <a:pt x="112" y="44"/>
                  <a:pt x="99" y="44"/>
                </a:cubicBezTo>
                <a:cubicBezTo>
                  <a:pt x="87" y="44"/>
                  <a:pt x="76" y="54"/>
                  <a:pt x="76" y="66"/>
                </a:cubicBezTo>
                <a:cubicBezTo>
                  <a:pt x="76" y="73"/>
                  <a:pt x="79" y="79"/>
                  <a:pt x="84" y="84"/>
                </a:cubicBezTo>
                <a:cubicBezTo>
                  <a:pt x="80" y="85"/>
                  <a:pt x="76" y="87"/>
                  <a:pt x="73" y="90"/>
                </a:cubicBezTo>
                <a:cubicBezTo>
                  <a:pt x="67" y="95"/>
                  <a:pt x="62" y="101"/>
                  <a:pt x="59" y="108"/>
                </a:cubicBezTo>
                <a:cubicBezTo>
                  <a:pt x="49" y="97"/>
                  <a:pt x="42" y="83"/>
                  <a:pt x="42" y="66"/>
                </a:cubicBezTo>
                <a:close/>
                <a:moveTo>
                  <a:pt x="99" y="81"/>
                </a:moveTo>
                <a:cubicBezTo>
                  <a:pt x="91" y="81"/>
                  <a:pt x="85" y="74"/>
                  <a:pt x="85" y="66"/>
                </a:cubicBezTo>
                <a:cubicBezTo>
                  <a:pt x="85" y="59"/>
                  <a:pt x="91" y="52"/>
                  <a:pt x="99" y="52"/>
                </a:cubicBezTo>
                <a:cubicBezTo>
                  <a:pt x="107" y="52"/>
                  <a:pt x="113" y="59"/>
                  <a:pt x="113" y="66"/>
                </a:cubicBezTo>
                <a:cubicBezTo>
                  <a:pt x="113" y="74"/>
                  <a:pt x="107" y="81"/>
                  <a:pt x="99" y="81"/>
                </a:cubicBezTo>
                <a:close/>
                <a:moveTo>
                  <a:pt x="66" y="114"/>
                </a:moveTo>
                <a:cubicBezTo>
                  <a:pt x="71" y="99"/>
                  <a:pt x="85" y="89"/>
                  <a:pt x="100" y="89"/>
                </a:cubicBezTo>
                <a:cubicBezTo>
                  <a:pt x="116" y="89"/>
                  <a:pt x="130" y="99"/>
                  <a:pt x="134" y="114"/>
                </a:cubicBezTo>
                <a:cubicBezTo>
                  <a:pt x="125" y="120"/>
                  <a:pt x="113" y="125"/>
                  <a:pt x="100" y="125"/>
                </a:cubicBezTo>
                <a:cubicBezTo>
                  <a:pt x="88" y="125"/>
                  <a:pt x="76" y="120"/>
                  <a:pt x="66" y="114"/>
                </a:cubicBezTo>
                <a:close/>
                <a:moveTo>
                  <a:pt x="100" y="135"/>
                </a:moveTo>
                <a:cubicBezTo>
                  <a:pt x="103" y="135"/>
                  <a:pt x="105" y="137"/>
                  <a:pt x="105" y="139"/>
                </a:cubicBezTo>
                <a:cubicBezTo>
                  <a:pt x="105" y="142"/>
                  <a:pt x="103" y="144"/>
                  <a:pt x="100" y="144"/>
                </a:cubicBezTo>
                <a:cubicBezTo>
                  <a:pt x="98" y="144"/>
                  <a:pt x="96" y="142"/>
                  <a:pt x="96" y="139"/>
                </a:cubicBezTo>
                <a:cubicBezTo>
                  <a:pt x="96" y="137"/>
                  <a:pt x="98" y="135"/>
                  <a:pt x="100" y="135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Freeform 221">
            <a:extLst>
              <a:ext uri="{FF2B5EF4-FFF2-40B4-BE49-F238E27FC236}">
                <a16:creationId xmlns:a16="http://schemas.microsoft.com/office/drawing/2014/main" id="{419A2E71-E04F-99C3-E6B8-F5119B5C200D}"/>
              </a:ext>
            </a:extLst>
          </p:cNvPr>
          <p:cNvSpPr>
            <a:spLocks noEditPoints="1"/>
          </p:cNvSpPr>
          <p:nvPr/>
        </p:nvSpPr>
        <p:spPr bwMode="auto">
          <a:xfrm>
            <a:off x="3337498" y="3351114"/>
            <a:ext cx="470349" cy="432286"/>
          </a:xfrm>
          <a:custGeom>
            <a:avLst/>
            <a:gdLst>
              <a:gd name="T0" fmla="*/ 0 w 200"/>
              <a:gd name="T1" fmla="*/ 119 h 184"/>
              <a:gd name="T2" fmla="*/ 7 w 200"/>
              <a:gd name="T3" fmla="*/ 112 h 184"/>
              <a:gd name="T4" fmla="*/ 33 w 200"/>
              <a:gd name="T5" fmla="*/ 112 h 184"/>
              <a:gd name="T6" fmla="*/ 36 w 200"/>
              <a:gd name="T7" fmla="*/ 115 h 184"/>
              <a:gd name="T8" fmla="*/ 33 w 200"/>
              <a:gd name="T9" fmla="*/ 119 h 184"/>
              <a:gd name="T10" fmla="*/ 8 w 200"/>
              <a:gd name="T11" fmla="*/ 119 h 184"/>
              <a:gd name="T12" fmla="*/ 8 w 200"/>
              <a:gd name="T13" fmla="*/ 176 h 184"/>
              <a:gd name="T14" fmla="*/ 32 w 200"/>
              <a:gd name="T15" fmla="*/ 176 h 184"/>
              <a:gd name="T16" fmla="*/ 32 w 200"/>
              <a:gd name="T17" fmla="*/ 130 h 184"/>
              <a:gd name="T18" fmla="*/ 36 w 200"/>
              <a:gd name="T19" fmla="*/ 126 h 184"/>
              <a:gd name="T20" fmla="*/ 40 w 200"/>
              <a:gd name="T21" fmla="*/ 130 h 184"/>
              <a:gd name="T22" fmla="*/ 40 w 200"/>
              <a:gd name="T23" fmla="*/ 176 h 184"/>
              <a:gd name="T24" fmla="*/ 33 w 200"/>
              <a:gd name="T25" fmla="*/ 184 h 184"/>
              <a:gd name="T26" fmla="*/ 7 w 200"/>
              <a:gd name="T27" fmla="*/ 184 h 184"/>
              <a:gd name="T28" fmla="*/ 0 w 200"/>
              <a:gd name="T29" fmla="*/ 176 h 184"/>
              <a:gd name="T30" fmla="*/ 0 w 200"/>
              <a:gd name="T31" fmla="*/ 119 h 184"/>
              <a:gd name="T32" fmla="*/ 199 w 200"/>
              <a:gd name="T33" fmla="*/ 52 h 184"/>
              <a:gd name="T34" fmla="*/ 198 w 200"/>
              <a:gd name="T35" fmla="*/ 44 h 184"/>
              <a:gd name="T36" fmla="*/ 166 w 200"/>
              <a:gd name="T37" fmla="*/ 2 h 184"/>
              <a:gd name="T38" fmla="*/ 161 w 200"/>
              <a:gd name="T39" fmla="*/ 0 h 184"/>
              <a:gd name="T40" fmla="*/ 155 w 200"/>
              <a:gd name="T41" fmla="*/ 2 h 184"/>
              <a:gd name="T42" fmla="*/ 123 w 200"/>
              <a:gd name="T43" fmla="*/ 44 h 184"/>
              <a:gd name="T44" fmla="*/ 122 w 200"/>
              <a:gd name="T45" fmla="*/ 52 h 184"/>
              <a:gd name="T46" fmla="*/ 129 w 200"/>
              <a:gd name="T47" fmla="*/ 56 h 184"/>
              <a:gd name="T48" fmla="*/ 141 w 200"/>
              <a:gd name="T49" fmla="*/ 56 h 184"/>
              <a:gd name="T50" fmla="*/ 141 w 200"/>
              <a:gd name="T51" fmla="*/ 176 h 184"/>
              <a:gd name="T52" fmla="*/ 148 w 200"/>
              <a:gd name="T53" fmla="*/ 184 h 184"/>
              <a:gd name="T54" fmla="*/ 173 w 200"/>
              <a:gd name="T55" fmla="*/ 184 h 184"/>
              <a:gd name="T56" fmla="*/ 181 w 200"/>
              <a:gd name="T57" fmla="*/ 176 h 184"/>
              <a:gd name="T58" fmla="*/ 181 w 200"/>
              <a:gd name="T59" fmla="*/ 73 h 184"/>
              <a:gd name="T60" fmla="*/ 177 w 200"/>
              <a:gd name="T61" fmla="*/ 69 h 184"/>
              <a:gd name="T62" fmla="*/ 173 w 200"/>
              <a:gd name="T63" fmla="*/ 73 h 184"/>
              <a:gd name="T64" fmla="*/ 173 w 200"/>
              <a:gd name="T65" fmla="*/ 176 h 184"/>
              <a:gd name="T66" fmla="*/ 148 w 200"/>
              <a:gd name="T67" fmla="*/ 176 h 184"/>
              <a:gd name="T68" fmla="*/ 148 w 200"/>
              <a:gd name="T69" fmla="*/ 52 h 184"/>
              <a:gd name="T70" fmla="*/ 145 w 200"/>
              <a:gd name="T71" fmla="*/ 48 h 184"/>
              <a:gd name="T72" fmla="*/ 130 w 200"/>
              <a:gd name="T73" fmla="*/ 48 h 184"/>
              <a:gd name="T74" fmla="*/ 161 w 200"/>
              <a:gd name="T75" fmla="*/ 8 h 184"/>
              <a:gd name="T76" fmla="*/ 192 w 200"/>
              <a:gd name="T77" fmla="*/ 48 h 184"/>
              <a:gd name="T78" fmla="*/ 177 w 200"/>
              <a:gd name="T79" fmla="*/ 48 h 184"/>
              <a:gd name="T80" fmla="*/ 173 w 200"/>
              <a:gd name="T81" fmla="*/ 52 h 184"/>
              <a:gd name="T82" fmla="*/ 177 w 200"/>
              <a:gd name="T83" fmla="*/ 56 h 184"/>
              <a:gd name="T84" fmla="*/ 193 w 200"/>
              <a:gd name="T85" fmla="*/ 56 h 184"/>
              <a:gd name="T86" fmla="*/ 199 w 200"/>
              <a:gd name="T87" fmla="*/ 52 h 184"/>
              <a:gd name="T88" fmla="*/ 70 w 200"/>
              <a:gd name="T89" fmla="*/ 176 h 184"/>
              <a:gd name="T90" fmla="*/ 70 w 200"/>
              <a:gd name="T91" fmla="*/ 76 h 184"/>
              <a:gd name="T92" fmla="*/ 77 w 200"/>
              <a:gd name="T93" fmla="*/ 69 h 184"/>
              <a:gd name="T94" fmla="*/ 103 w 200"/>
              <a:gd name="T95" fmla="*/ 69 h 184"/>
              <a:gd name="T96" fmla="*/ 110 w 200"/>
              <a:gd name="T97" fmla="*/ 76 h 184"/>
              <a:gd name="T98" fmla="*/ 110 w 200"/>
              <a:gd name="T99" fmla="*/ 176 h 184"/>
              <a:gd name="T100" fmla="*/ 103 w 200"/>
              <a:gd name="T101" fmla="*/ 184 h 184"/>
              <a:gd name="T102" fmla="*/ 77 w 200"/>
              <a:gd name="T103" fmla="*/ 184 h 184"/>
              <a:gd name="T104" fmla="*/ 70 w 200"/>
              <a:gd name="T105" fmla="*/ 176 h 184"/>
              <a:gd name="T106" fmla="*/ 78 w 200"/>
              <a:gd name="T107" fmla="*/ 176 h 184"/>
              <a:gd name="T108" fmla="*/ 102 w 200"/>
              <a:gd name="T109" fmla="*/ 176 h 184"/>
              <a:gd name="T110" fmla="*/ 102 w 200"/>
              <a:gd name="T111" fmla="*/ 76 h 184"/>
              <a:gd name="T112" fmla="*/ 78 w 200"/>
              <a:gd name="T113" fmla="*/ 76 h 184"/>
              <a:gd name="T114" fmla="*/ 78 w 200"/>
              <a:gd name="T115" fmla="*/ 176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00" h="184">
                <a:moveTo>
                  <a:pt x="0" y="119"/>
                </a:moveTo>
                <a:cubicBezTo>
                  <a:pt x="0" y="115"/>
                  <a:pt x="3" y="112"/>
                  <a:pt x="7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5" y="112"/>
                  <a:pt x="36" y="113"/>
                  <a:pt x="36" y="115"/>
                </a:cubicBezTo>
                <a:cubicBezTo>
                  <a:pt x="36" y="117"/>
                  <a:pt x="35" y="119"/>
                  <a:pt x="33" y="119"/>
                </a:cubicBezTo>
                <a:cubicBezTo>
                  <a:pt x="8" y="119"/>
                  <a:pt x="8" y="119"/>
                  <a:pt x="8" y="119"/>
                </a:cubicBezTo>
                <a:cubicBezTo>
                  <a:pt x="8" y="176"/>
                  <a:pt x="8" y="176"/>
                  <a:pt x="8" y="176"/>
                </a:cubicBezTo>
                <a:cubicBezTo>
                  <a:pt x="32" y="176"/>
                  <a:pt x="32" y="176"/>
                  <a:pt x="32" y="176"/>
                </a:cubicBezTo>
                <a:cubicBezTo>
                  <a:pt x="32" y="130"/>
                  <a:pt x="32" y="130"/>
                  <a:pt x="32" y="130"/>
                </a:cubicBezTo>
                <a:cubicBezTo>
                  <a:pt x="32" y="128"/>
                  <a:pt x="34" y="126"/>
                  <a:pt x="36" y="126"/>
                </a:cubicBezTo>
                <a:cubicBezTo>
                  <a:pt x="38" y="126"/>
                  <a:pt x="40" y="128"/>
                  <a:pt x="40" y="130"/>
                </a:cubicBezTo>
                <a:cubicBezTo>
                  <a:pt x="40" y="176"/>
                  <a:pt x="40" y="176"/>
                  <a:pt x="40" y="176"/>
                </a:cubicBezTo>
                <a:cubicBezTo>
                  <a:pt x="40" y="180"/>
                  <a:pt x="37" y="184"/>
                  <a:pt x="33" y="184"/>
                </a:cubicBezTo>
                <a:cubicBezTo>
                  <a:pt x="7" y="184"/>
                  <a:pt x="7" y="184"/>
                  <a:pt x="7" y="184"/>
                </a:cubicBezTo>
                <a:cubicBezTo>
                  <a:pt x="3" y="184"/>
                  <a:pt x="0" y="180"/>
                  <a:pt x="0" y="176"/>
                </a:cubicBezTo>
                <a:lnTo>
                  <a:pt x="0" y="119"/>
                </a:lnTo>
                <a:close/>
                <a:moveTo>
                  <a:pt x="199" y="52"/>
                </a:moveTo>
                <a:cubicBezTo>
                  <a:pt x="200" y="50"/>
                  <a:pt x="200" y="47"/>
                  <a:pt x="198" y="44"/>
                </a:cubicBezTo>
                <a:cubicBezTo>
                  <a:pt x="166" y="2"/>
                  <a:pt x="166" y="2"/>
                  <a:pt x="166" y="2"/>
                </a:cubicBezTo>
                <a:cubicBezTo>
                  <a:pt x="165" y="1"/>
                  <a:pt x="163" y="0"/>
                  <a:pt x="161" y="0"/>
                </a:cubicBezTo>
                <a:cubicBezTo>
                  <a:pt x="158" y="0"/>
                  <a:pt x="156" y="1"/>
                  <a:pt x="155" y="2"/>
                </a:cubicBezTo>
                <a:cubicBezTo>
                  <a:pt x="123" y="44"/>
                  <a:pt x="123" y="44"/>
                  <a:pt x="123" y="44"/>
                </a:cubicBezTo>
                <a:cubicBezTo>
                  <a:pt x="121" y="47"/>
                  <a:pt x="121" y="50"/>
                  <a:pt x="122" y="52"/>
                </a:cubicBezTo>
                <a:cubicBezTo>
                  <a:pt x="123" y="54"/>
                  <a:pt x="126" y="56"/>
                  <a:pt x="129" y="56"/>
                </a:cubicBezTo>
                <a:cubicBezTo>
                  <a:pt x="141" y="56"/>
                  <a:pt x="141" y="56"/>
                  <a:pt x="141" y="56"/>
                </a:cubicBezTo>
                <a:cubicBezTo>
                  <a:pt x="141" y="176"/>
                  <a:pt x="141" y="176"/>
                  <a:pt x="141" y="176"/>
                </a:cubicBezTo>
                <a:cubicBezTo>
                  <a:pt x="141" y="180"/>
                  <a:pt x="144" y="184"/>
                  <a:pt x="148" y="184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7" y="184"/>
                  <a:pt x="181" y="180"/>
                  <a:pt x="181" y="176"/>
                </a:cubicBezTo>
                <a:cubicBezTo>
                  <a:pt x="181" y="73"/>
                  <a:pt x="181" y="73"/>
                  <a:pt x="181" y="73"/>
                </a:cubicBezTo>
                <a:cubicBezTo>
                  <a:pt x="181" y="70"/>
                  <a:pt x="179" y="69"/>
                  <a:pt x="177" y="69"/>
                </a:cubicBezTo>
                <a:cubicBezTo>
                  <a:pt x="175" y="69"/>
                  <a:pt x="173" y="70"/>
                  <a:pt x="173" y="73"/>
                </a:cubicBezTo>
                <a:cubicBezTo>
                  <a:pt x="173" y="176"/>
                  <a:pt x="173" y="176"/>
                  <a:pt x="173" y="176"/>
                </a:cubicBezTo>
                <a:cubicBezTo>
                  <a:pt x="148" y="176"/>
                  <a:pt x="148" y="176"/>
                  <a:pt x="148" y="176"/>
                </a:cubicBezTo>
                <a:cubicBezTo>
                  <a:pt x="148" y="52"/>
                  <a:pt x="148" y="52"/>
                  <a:pt x="148" y="52"/>
                </a:cubicBezTo>
                <a:cubicBezTo>
                  <a:pt x="148" y="50"/>
                  <a:pt x="147" y="48"/>
                  <a:pt x="145" y="48"/>
                </a:cubicBezTo>
                <a:cubicBezTo>
                  <a:pt x="130" y="48"/>
                  <a:pt x="130" y="48"/>
                  <a:pt x="130" y="48"/>
                </a:cubicBezTo>
                <a:cubicBezTo>
                  <a:pt x="161" y="8"/>
                  <a:pt x="161" y="8"/>
                  <a:pt x="161" y="8"/>
                </a:cubicBezTo>
                <a:cubicBezTo>
                  <a:pt x="192" y="48"/>
                  <a:pt x="192" y="48"/>
                  <a:pt x="192" y="48"/>
                </a:cubicBezTo>
                <a:cubicBezTo>
                  <a:pt x="177" y="48"/>
                  <a:pt x="177" y="48"/>
                  <a:pt x="177" y="48"/>
                </a:cubicBezTo>
                <a:cubicBezTo>
                  <a:pt x="175" y="48"/>
                  <a:pt x="173" y="50"/>
                  <a:pt x="173" y="52"/>
                </a:cubicBezTo>
                <a:cubicBezTo>
                  <a:pt x="173" y="54"/>
                  <a:pt x="175" y="56"/>
                  <a:pt x="177" y="56"/>
                </a:cubicBezTo>
                <a:cubicBezTo>
                  <a:pt x="193" y="56"/>
                  <a:pt x="193" y="56"/>
                  <a:pt x="193" y="56"/>
                </a:cubicBezTo>
                <a:cubicBezTo>
                  <a:pt x="195" y="56"/>
                  <a:pt x="198" y="54"/>
                  <a:pt x="199" y="52"/>
                </a:cubicBezTo>
                <a:close/>
                <a:moveTo>
                  <a:pt x="70" y="176"/>
                </a:moveTo>
                <a:cubicBezTo>
                  <a:pt x="70" y="76"/>
                  <a:pt x="70" y="76"/>
                  <a:pt x="70" y="76"/>
                </a:cubicBezTo>
                <a:cubicBezTo>
                  <a:pt x="70" y="72"/>
                  <a:pt x="73" y="69"/>
                  <a:pt x="77" y="69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7" y="69"/>
                  <a:pt x="110" y="72"/>
                  <a:pt x="110" y="76"/>
                </a:cubicBezTo>
                <a:cubicBezTo>
                  <a:pt x="110" y="176"/>
                  <a:pt x="110" y="176"/>
                  <a:pt x="110" y="176"/>
                </a:cubicBezTo>
                <a:cubicBezTo>
                  <a:pt x="110" y="180"/>
                  <a:pt x="107" y="184"/>
                  <a:pt x="103" y="184"/>
                </a:cubicBezTo>
                <a:cubicBezTo>
                  <a:pt x="77" y="184"/>
                  <a:pt x="77" y="184"/>
                  <a:pt x="77" y="184"/>
                </a:cubicBezTo>
                <a:cubicBezTo>
                  <a:pt x="73" y="184"/>
                  <a:pt x="70" y="180"/>
                  <a:pt x="70" y="176"/>
                </a:cubicBezTo>
                <a:close/>
                <a:moveTo>
                  <a:pt x="78" y="176"/>
                </a:moveTo>
                <a:cubicBezTo>
                  <a:pt x="102" y="176"/>
                  <a:pt x="102" y="176"/>
                  <a:pt x="102" y="176"/>
                </a:cubicBezTo>
                <a:cubicBezTo>
                  <a:pt x="102" y="76"/>
                  <a:pt x="102" y="76"/>
                  <a:pt x="102" y="76"/>
                </a:cubicBezTo>
                <a:cubicBezTo>
                  <a:pt x="78" y="76"/>
                  <a:pt x="78" y="76"/>
                  <a:pt x="78" y="76"/>
                </a:cubicBezTo>
                <a:lnTo>
                  <a:pt x="78" y="1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Freeform 25">
            <a:extLst>
              <a:ext uri="{FF2B5EF4-FFF2-40B4-BE49-F238E27FC236}">
                <a16:creationId xmlns:a16="http://schemas.microsoft.com/office/drawing/2014/main" id="{4AA108D5-9A55-EB1E-4E02-92EF4711EFF4}"/>
              </a:ext>
            </a:extLst>
          </p:cNvPr>
          <p:cNvSpPr>
            <a:spLocks noEditPoints="1"/>
          </p:cNvSpPr>
          <p:nvPr/>
        </p:nvSpPr>
        <p:spPr bwMode="auto">
          <a:xfrm>
            <a:off x="9140830" y="3354988"/>
            <a:ext cx="412746" cy="424539"/>
          </a:xfrm>
          <a:custGeom>
            <a:avLst/>
            <a:gdLst>
              <a:gd name="T0" fmla="*/ 147 w 202"/>
              <a:gd name="T1" fmla="*/ 19 h 208"/>
              <a:gd name="T2" fmla="*/ 147 w 202"/>
              <a:gd name="T3" fmla="*/ 22 h 208"/>
              <a:gd name="T4" fmla="*/ 145 w 202"/>
              <a:gd name="T5" fmla="*/ 24 h 208"/>
              <a:gd name="T6" fmla="*/ 123 w 202"/>
              <a:gd name="T7" fmla="*/ 27 h 208"/>
              <a:gd name="T8" fmla="*/ 120 w 202"/>
              <a:gd name="T9" fmla="*/ 26 h 208"/>
              <a:gd name="T10" fmla="*/ 119 w 202"/>
              <a:gd name="T11" fmla="*/ 23 h 208"/>
              <a:gd name="T12" fmla="*/ 122 w 202"/>
              <a:gd name="T13" fmla="*/ 17 h 208"/>
              <a:gd name="T14" fmla="*/ 121 w 202"/>
              <a:gd name="T15" fmla="*/ 17 h 208"/>
              <a:gd name="T16" fmla="*/ 101 w 202"/>
              <a:gd name="T17" fmla="*/ 14 h 208"/>
              <a:gd name="T18" fmla="*/ 8 w 202"/>
              <a:gd name="T19" fmla="*/ 107 h 208"/>
              <a:gd name="T20" fmla="*/ 101 w 202"/>
              <a:gd name="T21" fmla="*/ 201 h 208"/>
              <a:gd name="T22" fmla="*/ 194 w 202"/>
              <a:gd name="T23" fmla="*/ 107 h 208"/>
              <a:gd name="T24" fmla="*/ 198 w 202"/>
              <a:gd name="T25" fmla="*/ 103 h 208"/>
              <a:gd name="T26" fmla="*/ 202 w 202"/>
              <a:gd name="T27" fmla="*/ 107 h 208"/>
              <a:gd name="T28" fmla="*/ 101 w 202"/>
              <a:gd name="T29" fmla="*/ 208 h 208"/>
              <a:gd name="T30" fmla="*/ 0 w 202"/>
              <a:gd name="T31" fmla="*/ 107 h 208"/>
              <a:gd name="T32" fmla="*/ 101 w 202"/>
              <a:gd name="T33" fmla="*/ 6 h 208"/>
              <a:gd name="T34" fmla="*/ 124 w 202"/>
              <a:gd name="T35" fmla="*/ 9 h 208"/>
              <a:gd name="T36" fmla="*/ 125 w 202"/>
              <a:gd name="T37" fmla="*/ 9 h 208"/>
              <a:gd name="T38" fmla="*/ 128 w 202"/>
              <a:gd name="T39" fmla="*/ 2 h 208"/>
              <a:gd name="T40" fmla="*/ 130 w 202"/>
              <a:gd name="T41" fmla="*/ 1 h 208"/>
              <a:gd name="T42" fmla="*/ 133 w 202"/>
              <a:gd name="T43" fmla="*/ 2 h 208"/>
              <a:gd name="T44" fmla="*/ 147 w 202"/>
              <a:gd name="T45" fmla="*/ 19 h 208"/>
              <a:gd name="T46" fmla="*/ 101 w 202"/>
              <a:gd name="T47" fmla="*/ 50 h 208"/>
              <a:gd name="T48" fmla="*/ 97 w 202"/>
              <a:gd name="T49" fmla="*/ 54 h 208"/>
              <a:gd name="T50" fmla="*/ 97 w 202"/>
              <a:gd name="T51" fmla="*/ 107 h 208"/>
              <a:gd name="T52" fmla="*/ 101 w 202"/>
              <a:gd name="T53" fmla="*/ 111 h 208"/>
              <a:gd name="T54" fmla="*/ 128 w 202"/>
              <a:gd name="T55" fmla="*/ 111 h 208"/>
              <a:gd name="T56" fmla="*/ 132 w 202"/>
              <a:gd name="T57" fmla="*/ 107 h 208"/>
              <a:gd name="T58" fmla="*/ 128 w 202"/>
              <a:gd name="T59" fmla="*/ 103 h 208"/>
              <a:gd name="T60" fmla="*/ 105 w 202"/>
              <a:gd name="T61" fmla="*/ 103 h 208"/>
              <a:gd name="T62" fmla="*/ 105 w 202"/>
              <a:gd name="T63" fmla="*/ 54 h 208"/>
              <a:gd name="T64" fmla="*/ 101 w 202"/>
              <a:gd name="T65" fmla="*/ 5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02" h="208">
                <a:moveTo>
                  <a:pt x="147" y="19"/>
                </a:moveTo>
                <a:cubicBezTo>
                  <a:pt x="148" y="20"/>
                  <a:pt x="148" y="21"/>
                  <a:pt x="147" y="22"/>
                </a:cubicBezTo>
                <a:cubicBezTo>
                  <a:pt x="147" y="23"/>
                  <a:pt x="146" y="24"/>
                  <a:pt x="145" y="24"/>
                </a:cubicBezTo>
                <a:cubicBezTo>
                  <a:pt x="123" y="27"/>
                  <a:pt x="123" y="27"/>
                  <a:pt x="123" y="27"/>
                </a:cubicBezTo>
                <a:cubicBezTo>
                  <a:pt x="121" y="27"/>
                  <a:pt x="120" y="27"/>
                  <a:pt x="120" y="26"/>
                </a:cubicBezTo>
                <a:cubicBezTo>
                  <a:pt x="119" y="25"/>
                  <a:pt x="119" y="24"/>
                  <a:pt x="119" y="23"/>
                </a:cubicBezTo>
                <a:cubicBezTo>
                  <a:pt x="122" y="17"/>
                  <a:pt x="122" y="17"/>
                  <a:pt x="122" y="17"/>
                </a:cubicBezTo>
                <a:cubicBezTo>
                  <a:pt x="121" y="17"/>
                  <a:pt x="121" y="17"/>
                  <a:pt x="121" y="17"/>
                </a:cubicBezTo>
                <a:cubicBezTo>
                  <a:pt x="114" y="15"/>
                  <a:pt x="107" y="14"/>
                  <a:pt x="101" y="14"/>
                </a:cubicBezTo>
                <a:cubicBezTo>
                  <a:pt x="49" y="14"/>
                  <a:pt x="8" y="56"/>
                  <a:pt x="8" y="107"/>
                </a:cubicBezTo>
                <a:cubicBezTo>
                  <a:pt x="8" y="159"/>
                  <a:pt x="49" y="201"/>
                  <a:pt x="101" y="201"/>
                </a:cubicBezTo>
                <a:cubicBezTo>
                  <a:pt x="152" y="201"/>
                  <a:pt x="194" y="159"/>
                  <a:pt x="194" y="107"/>
                </a:cubicBezTo>
                <a:cubicBezTo>
                  <a:pt x="194" y="105"/>
                  <a:pt x="196" y="103"/>
                  <a:pt x="198" y="103"/>
                </a:cubicBezTo>
                <a:cubicBezTo>
                  <a:pt x="200" y="103"/>
                  <a:pt x="202" y="105"/>
                  <a:pt x="202" y="107"/>
                </a:cubicBezTo>
                <a:cubicBezTo>
                  <a:pt x="202" y="163"/>
                  <a:pt x="156" y="208"/>
                  <a:pt x="101" y="208"/>
                </a:cubicBezTo>
                <a:cubicBezTo>
                  <a:pt x="45" y="208"/>
                  <a:pt x="0" y="163"/>
                  <a:pt x="0" y="107"/>
                </a:cubicBezTo>
                <a:cubicBezTo>
                  <a:pt x="0" y="52"/>
                  <a:pt x="45" y="6"/>
                  <a:pt x="101" y="6"/>
                </a:cubicBezTo>
                <a:cubicBezTo>
                  <a:pt x="108" y="6"/>
                  <a:pt x="116" y="7"/>
                  <a:pt x="124" y="9"/>
                </a:cubicBezTo>
                <a:cubicBezTo>
                  <a:pt x="125" y="9"/>
                  <a:pt x="125" y="9"/>
                  <a:pt x="125" y="9"/>
                </a:cubicBezTo>
                <a:cubicBezTo>
                  <a:pt x="128" y="2"/>
                  <a:pt x="128" y="2"/>
                  <a:pt x="128" y="2"/>
                </a:cubicBezTo>
                <a:cubicBezTo>
                  <a:pt x="128" y="1"/>
                  <a:pt x="129" y="1"/>
                  <a:pt x="130" y="1"/>
                </a:cubicBezTo>
                <a:cubicBezTo>
                  <a:pt x="131" y="0"/>
                  <a:pt x="132" y="1"/>
                  <a:pt x="133" y="2"/>
                </a:cubicBezTo>
                <a:lnTo>
                  <a:pt x="147" y="19"/>
                </a:lnTo>
                <a:close/>
                <a:moveTo>
                  <a:pt x="101" y="50"/>
                </a:moveTo>
                <a:cubicBezTo>
                  <a:pt x="98" y="50"/>
                  <a:pt x="97" y="52"/>
                  <a:pt x="97" y="54"/>
                </a:cubicBezTo>
                <a:cubicBezTo>
                  <a:pt x="97" y="107"/>
                  <a:pt x="97" y="107"/>
                  <a:pt x="97" y="107"/>
                </a:cubicBezTo>
                <a:cubicBezTo>
                  <a:pt x="97" y="110"/>
                  <a:pt x="98" y="111"/>
                  <a:pt x="101" y="111"/>
                </a:cubicBezTo>
                <a:cubicBezTo>
                  <a:pt x="128" y="111"/>
                  <a:pt x="128" y="111"/>
                  <a:pt x="128" y="111"/>
                </a:cubicBezTo>
                <a:cubicBezTo>
                  <a:pt x="130" y="111"/>
                  <a:pt x="132" y="110"/>
                  <a:pt x="132" y="107"/>
                </a:cubicBezTo>
                <a:cubicBezTo>
                  <a:pt x="132" y="105"/>
                  <a:pt x="130" y="103"/>
                  <a:pt x="128" y="103"/>
                </a:cubicBezTo>
                <a:cubicBezTo>
                  <a:pt x="105" y="103"/>
                  <a:pt x="105" y="103"/>
                  <a:pt x="105" y="103"/>
                </a:cubicBezTo>
                <a:cubicBezTo>
                  <a:pt x="105" y="54"/>
                  <a:pt x="105" y="54"/>
                  <a:pt x="105" y="54"/>
                </a:cubicBezTo>
                <a:cubicBezTo>
                  <a:pt x="105" y="52"/>
                  <a:pt x="103" y="50"/>
                  <a:pt x="101" y="5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5AACE5D-FB31-1EC0-5DC3-B8D2233093D2}"/>
              </a:ext>
            </a:extLst>
          </p:cNvPr>
          <p:cNvSpPr txBox="1"/>
          <p:nvPr/>
        </p:nvSpPr>
        <p:spPr>
          <a:xfrm>
            <a:off x="11333362" y="1413471"/>
            <a:ext cx="830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chemeClr val="bg1"/>
                </a:solidFill>
                <a:latin typeface="Arial" panose="020B0604020202020204" pitchFamily="34" charset="0"/>
              </a:rPr>
              <a:t>EACO MM 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  <a:latin typeface="Arial" panose="020B0604020202020204" pitchFamily="34" charset="0"/>
              </a:rPr>
              <a:t>ODOCO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35698CB-AE0B-A9C5-73EB-3206510665C8}"/>
              </a:ext>
            </a:extLst>
          </p:cNvPr>
          <p:cNvGrpSpPr/>
          <p:nvPr/>
        </p:nvGrpSpPr>
        <p:grpSpPr>
          <a:xfrm>
            <a:off x="2950159" y="1638663"/>
            <a:ext cx="5747658" cy="4617355"/>
            <a:chOff x="2950159" y="1638663"/>
            <a:chExt cx="5747658" cy="488913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041364C6-7659-77B7-A0A4-1A91F732DD89}"/>
                </a:ext>
              </a:extLst>
            </p:cNvPr>
            <p:cNvCxnSpPr/>
            <p:nvPr/>
          </p:nvCxnSpPr>
          <p:spPr bwMode="auto">
            <a:xfrm>
              <a:off x="2950159" y="1638663"/>
              <a:ext cx="0" cy="4889137"/>
            </a:xfrm>
            <a:prstGeom prst="line">
              <a:avLst/>
            </a:prstGeom>
            <a:noFill/>
            <a:ln w="9525" cap="flat" cmpd="sng" algn="ctr">
              <a:solidFill>
                <a:srgbClr val="DFE3E6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4A038C4E-121F-9620-0204-4C7881986825}"/>
                </a:ext>
              </a:extLst>
            </p:cNvPr>
            <p:cNvCxnSpPr/>
            <p:nvPr/>
          </p:nvCxnSpPr>
          <p:spPr bwMode="auto">
            <a:xfrm>
              <a:off x="5823988" y="1638663"/>
              <a:ext cx="0" cy="4889137"/>
            </a:xfrm>
            <a:prstGeom prst="line">
              <a:avLst/>
            </a:prstGeom>
            <a:noFill/>
            <a:ln w="9525" cap="flat" cmpd="sng" algn="ctr">
              <a:solidFill>
                <a:srgbClr val="DFE3E6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02DEF6B-F3AC-3A78-1A80-E22C28DFA56E}"/>
                </a:ext>
              </a:extLst>
            </p:cNvPr>
            <p:cNvCxnSpPr/>
            <p:nvPr/>
          </p:nvCxnSpPr>
          <p:spPr bwMode="auto">
            <a:xfrm>
              <a:off x="8697817" y="1638663"/>
              <a:ext cx="0" cy="4889137"/>
            </a:xfrm>
            <a:prstGeom prst="line">
              <a:avLst/>
            </a:prstGeom>
            <a:noFill/>
            <a:ln w="9525" cap="flat" cmpd="sng" algn="ctr">
              <a:solidFill>
                <a:srgbClr val="DFE3E6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A63D192-2EF3-3D1D-96A8-8DF4D009B041}"/>
              </a:ext>
            </a:extLst>
          </p:cNvPr>
          <p:cNvCxnSpPr/>
          <p:nvPr/>
        </p:nvCxnSpPr>
        <p:spPr bwMode="auto">
          <a:xfrm>
            <a:off x="232869" y="1156382"/>
            <a:ext cx="315255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CE5EF24-4053-8829-607A-ABAD886A94D3}"/>
              </a:ext>
            </a:extLst>
          </p:cNvPr>
          <p:cNvCxnSpPr/>
          <p:nvPr/>
        </p:nvCxnSpPr>
        <p:spPr bwMode="auto">
          <a:xfrm>
            <a:off x="8772704" y="1156382"/>
            <a:ext cx="315255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943DC5C-82D0-E542-06CB-A3DE96ABD639}"/>
              </a:ext>
            </a:extLst>
          </p:cNvPr>
          <p:cNvGrpSpPr/>
          <p:nvPr/>
        </p:nvGrpSpPr>
        <p:grpSpPr>
          <a:xfrm>
            <a:off x="11510266" y="1829405"/>
            <a:ext cx="496524" cy="1117001"/>
            <a:chOff x="11594193" y="1792551"/>
            <a:chExt cx="496524" cy="1117001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00ABE31-76D9-2E66-F52D-F33A693863D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594193" y="1792551"/>
              <a:ext cx="0" cy="1117001"/>
            </a:xfrm>
            <a:prstGeom prst="line">
              <a:avLst/>
            </a:prstGeom>
            <a:noFill/>
            <a:ln w="38100" cap="sq" cmpd="sng" algn="ctr">
              <a:solidFill>
                <a:srgbClr val="A2ABB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5" name="Freeform 13">
              <a:extLst>
                <a:ext uri="{FF2B5EF4-FFF2-40B4-BE49-F238E27FC236}">
                  <a16:creationId xmlns:a16="http://schemas.microsoft.com/office/drawing/2014/main" id="{BD1C6B6F-A1BF-75BD-B1DE-C1E6F3C37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3833" y="1804300"/>
              <a:ext cx="466884" cy="283899"/>
            </a:xfrm>
            <a:custGeom>
              <a:avLst/>
              <a:gdLst>
                <a:gd name="T0" fmla="*/ 3766 w 3766"/>
                <a:gd name="T1" fmla="*/ 2290 h 2290"/>
                <a:gd name="T2" fmla="*/ 0 w 3766"/>
                <a:gd name="T3" fmla="*/ 2290 h 2290"/>
                <a:gd name="T4" fmla="*/ 0 w 3766"/>
                <a:gd name="T5" fmla="*/ 0 h 2290"/>
                <a:gd name="T6" fmla="*/ 3766 w 3766"/>
                <a:gd name="T7" fmla="*/ 0 h 2290"/>
                <a:gd name="T8" fmla="*/ 2987 w 3766"/>
                <a:gd name="T9" fmla="*/ 1145 h 2290"/>
                <a:gd name="T10" fmla="*/ 3766 w 3766"/>
                <a:gd name="T11" fmla="*/ 2290 h 2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66" h="2290">
                  <a:moveTo>
                    <a:pt x="3766" y="2290"/>
                  </a:moveTo>
                  <a:lnTo>
                    <a:pt x="0" y="2290"/>
                  </a:lnTo>
                  <a:lnTo>
                    <a:pt x="0" y="0"/>
                  </a:lnTo>
                  <a:lnTo>
                    <a:pt x="3766" y="0"/>
                  </a:lnTo>
                  <a:lnTo>
                    <a:pt x="2987" y="1145"/>
                  </a:lnTo>
                  <a:lnTo>
                    <a:pt x="3766" y="2290"/>
                  </a:lnTo>
                  <a:close/>
                </a:path>
              </a:pathLst>
            </a:custGeom>
            <a:solidFill>
              <a:srgbClr val="22D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E85D31-0143-3451-2C26-5D5EB6F479A0}"/>
              </a:ext>
            </a:extLst>
          </p:cNvPr>
          <p:cNvGrpSpPr/>
          <p:nvPr/>
        </p:nvGrpSpPr>
        <p:grpSpPr>
          <a:xfrm>
            <a:off x="580003" y="2261968"/>
            <a:ext cx="2195458" cy="702256"/>
            <a:chOff x="580003" y="2261968"/>
            <a:chExt cx="2195458" cy="70225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76ED802-7F5A-0CB7-54F4-D83350A3F263}"/>
                </a:ext>
              </a:extLst>
            </p:cNvPr>
            <p:cNvGrpSpPr/>
            <p:nvPr/>
          </p:nvGrpSpPr>
          <p:grpSpPr>
            <a:xfrm>
              <a:off x="580003" y="2261968"/>
              <a:ext cx="2195458" cy="702256"/>
              <a:chOff x="574825" y="1879931"/>
              <a:chExt cx="2195458" cy="702256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FB25E75-D1D4-BA2A-0830-8DFC8841E2C4}"/>
                  </a:ext>
                </a:extLst>
              </p:cNvPr>
              <p:cNvSpPr/>
              <p:nvPr/>
            </p:nvSpPr>
            <p:spPr bwMode="auto">
              <a:xfrm>
                <a:off x="607867" y="2431528"/>
                <a:ext cx="2129374" cy="150659"/>
              </a:xfrm>
              <a:prstGeom prst="ellipse">
                <a:avLst/>
              </a:prstGeom>
              <a:solidFill>
                <a:schemeClr val="tx1">
                  <a:lumMod val="90000"/>
                  <a:lumOff val="10000"/>
                  <a:alpha val="4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24AFFA8-03FA-11AF-9073-A6245A72E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4825" y="1879931"/>
                <a:ext cx="2195458" cy="669956"/>
              </a:xfrm>
              <a:prstGeom prst="rect">
                <a:avLst/>
              </a:prstGeom>
            </p:spPr>
          </p:pic>
        </p:grpSp>
        <p:pic>
          <p:nvPicPr>
            <p:cNvPr id="31" name="Picture 3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5564D9A2-D505-76F5-7850-0A29933E2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3808" y="2559562"/>
              <a:ext cx="747847" cy="258225"/>
            </a:xfrm>
            <a:prstGeom prst="roundRect">
              <a:avLst>
                <a:gd name="adj" fmla="val 24591"/>
              </a:avLst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6C675A-C7CC-5002-7067-4C4769DDFC7B}"/>
              </a:ext>
            </a:extLst>
          </p:cNvPr>
          <p:cNvGrpSpPr/>
          <p:nvPr/>
        </p:nvGrpSpPr>
        <p:grpSpPr>
          <a:xfrm>
            <a:off x="401547" y="2246791"/>
            <a:ext cx="471398" cy="689750"/>
            <a:chOff x="401547" y="1864754"/>
            <a:chExt cx="471398" cy="689750"/>
          </a:xfrm>
        </p:grpSpPr>
        <p:sp>
          <p:nvSpPr>
            <p:cNvPr id="18" name="Freeform 31">
              <a:extLst>
                <a:ext uri="{FF2B5EF4-FFF2-40B4-BE49-F238E27FC236}">
                  <a16:creationId xmlns:a16="http://schemas.microsoft.com/office/drawing/2014/main" id="{B6602463-5270-4427-C8EE-A401B20EC62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35230" y="2131566"/>
              <a:ext cx="37149" cy="86556"/>
            </a:xfrm>
            <a:custGeom>
              <a:avLst/>
              <a:gdLst>
                <a:gd name="T0" fmla="*/ 11 w 115"/>
                <a:gd name="T1" fmla="*/ 148 h 269"/>
                <a:gd name="T2" fmla="*/ 15 w 115"/>
                <a:gd name="T3" fmla="*/ 110 h 269"/>
                <a:gd name="T4" fmla="*/ 15 w 115"/>
                <a:gd name="T5" fmla="*/ 105 h 269"/>
                <a:gd name="T6" fmla="*/ 8 w 115"/>
                <a:gd name="T7" fmla="*/ 22 h 269"/>
                <a:gd name="T8" fmla="*/ 6 w 115"/>
                <a:gd name="T9" fmla="*/ 18 h 269"/>
                <a:gd name="T10" fmla="*/ 57 w 115"/>
                <a:gd name="T11" fmla="*/ 0 h 269"/>
                <a:gd name="T12" fmla="*/ 108 w 115"/>
                <a:gd name="T13" fmla="*/ 19 h 269"/>
                <a:gd name="T14" fmla="*/ 107 w 115"/>
                <a:gd name="T15" fmla="*/ 23 h 269"/>
                <a:gd name="T16" fmla="*/ 99 w 115"/>
                <a:gd name="T17" fmla="*/ 104 h 269"/>
                <a:gd name="T18" fmla="*/ 100 w 115"/>
                <a:gd name="T19" fmla="*/ 109 h 269"/>
                <a:gd name="T20" fmla="*/ 104 w 115"/>
                <a:gd name="T21" fmla="*/ 149 h 269"/>
                <a:gd name="T22" fmla="*/ 115 w 115"/>
                <a:gd name="T23" fmla="*/ 269 h 269"/>
                <a:gd name="T24" fmla="*/ 57 w 115"/>
                <a:gd name="T25" fmla="*/ 229 h 269"/>
                <a:gd name="T26" fmla="*/ 0 w 115"/>
                <a:gd name="T27" fmla="*/ 268 h 269"/>
                <a:gd name="T28" fmla="*/ 11 w 115"/>
                <a:gd name="T29" fmla="*/ 14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5" h="269">
                  <a:moveTo>
                    <a:pt x="11" y="148"/>
                  </a:moveTo>
                  <a:cubicBezTo>
                    <a:pt x="12" y="135"/>
                    <a:pt x="13" y="123"/>
                    <a:pt x="15" y="110"/>
                  </a:cubicBezTo>
                  <a:cubicBezTo>
                    <a:pt x="15" y="108"/>
                    <a:pt x="15" y="107"/>
                    <a:pt x="15" y="105"/>
                  </a:cubicBezTo>
                  <a:cubicBezTo>
                    <a:pt x="18" y="77"/>
                    <a:pt x="18" y="48"/>
                    <a:pt x="8" y="22"/>
                  </a:cubicBezTo>
                  <a:cubicBezTo>
                    <a:pt x="7" y="21"/>
                    <a:pt x="7" y="20"/>
                    <a:pt x="6" y="18"/>
                  </a:cubicBezTo>
                  <a:cubicBezTo>
                    <a:pt x="19" y="7"/>
                    <a:pt x="37" y="0"/>
                    <a:pt x="57" y="0"/>
                  </a:cubicBezTo>
                  <a:cubicBezTo>
                    <a:pt x="77" y="0"/>
                    <a:pt x="95" y="7"/>
                    <a:pt x="108" y="19"/>
                  </a:cubicBezTo>
                  <a:cubicBezTo>
                    <a:pt x="108" y="21"/>
                    <a:pt x="107" y="22"/>
                    <a:pt x="107" y="23"/>
                  </a:cubicBezTo>
                  <a:cubicBezTo>
                    <a:pt x="96" y="49"/>
                    <a:pt x="97" y="77"/>
                    <a:pt x="99" y="104"/>
                  </a:cubicBezTo>
                  <a:cubicBezTo>
                    <a:pt x="100" y="106"/>
                    <a:pt x="100" y="107"/>
                    <a:pt x="100" y="109"/>
                  </a:cubicBezTo>
                  <a:cubicBezTo>
                    <a:pt x="101" y="122"/>
                    <a:pt x="103" y="136"/>
                    <a:pt x="104" y="149"/>
                  </a:cubicBezTo>
                  <a:cubicBezTo>
                    <a:pt x="108" y="189"/>
                    <a:pt x="111" y="229"/>
                    <a:pt x="115" y="269"/>
                  </a:cubicBezTo>
                  <a:cubicBezTo>
                    <a:pt x="109" y="246"/>
                    <a:pt x="86" y="229"/>
                    <a:pt x="57" y="229"/>
                  </a:cubicBezTo>
                  <a:cubicBezTo>
                    <a:pt x="29" y="229"/>
                    <a:pt x="6" y="246"/>
                    <a:pt x="0" y="268"/>
                  </a:cubicBezTo>
                  <a:cubicBezTo>
                    <a:pt x="3" y="228"/>
                    <a:pt x="7" y="188"/>
                    <a:pt x="11" y="148"/>
                  </a:cubicBezTo>
                  <a:close/>
                </a:path>
              </a:pathLst>
            </a:custGeom>
            <a:solidFill>
              <a:srgbClr val="2030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EDDF112D-7DB8-79AC-44E8-79B6903E909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34853" y="2205299"/>
              <a:ext cx="38092" cy="32435"/>
            </a:xfrm>
            <a:custGeom>
              <a:avLst/>
              <a:gdLst>
                <a:gd name="T0" fmla="*/ 2 w 118"/>
                <a:gd name="T1" fmla="*/ 40 h 101"/>
                <a:gd name="T2" fmla="*/ 59 w 118"/>
                <a:gd name="T3" fmla="*/ 0 h 101"/>
                <a:gd name="T4" fmla="*/ 117 w 118"/>
                <a:gd name="T5" fmla="*/ 40 h 101"/>
                <a:gd name="T6" fmla="*/ 118 w 118"/>
                <a:gd name="T7" fmla="*/ 50 h 101"/>
                <a:gd name="T8" fmla="*/ 59 w 118"/>
                <a:gd name="T9" fmla="*/ 101 h 101"/>
                <a:gd name="T10" fmla="*/ 0 w 118"/>
                <a:gd name="T11" fmla="*/ 50 h 101"/>
                <a:gd name="T12" fmla="*/ 2 w 118"/>
                <a:gd name="T13" fmla="*/ 4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8" h="101">
                  <a:moveTo>
                    <a:pt x="2" y="40"/>
                  </a:moveTo>
                  <a:cubicBezTo>
                    <a:pt x="8" y="17"/>
                    <a:pt x="31" y="0"/>
                    <a:pt x="59" y="0"/>
                  </a:cubicBezTo>
                  <a:cubicBezTo>
                    <a:pt x="88" y="0"/>
                    <a:pt x="111" y="17"/>
                    <a:pt x="117" y="40"/>
                  </a:cubicBezTo>
                  <a:cubicBezTo>
                    <a:pt x="118" y="43"/>
                    <a:pt x="118" y="47"/>
                    <a:pt x="118" y="50"/>
                  </a:cubicBezTo>
                  <a:cubicBezTo>
                    <a:pt x="118" y="78"/>
                    <a:pt x="92" y="101"/>
                    <a:pt x="59" y="101"/>
                  </a:cubicBezTo>
                  <a:cubicBezTo>
                    <a:pt x="27" y="101"/>
                    <a:pt x="0" y="78"/>
                    <a:pt x="0" y="50"/>
                  </a:cubicBezTo>
                  <a:cubicBezTo>
                    <a:pt x="0" y="47"/>
                    <a:pt x="1" y="43"/>
                    <a:pt x="2" y="40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0DD176C-31C3-E6FC-C8A5-FEAEE52B08A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01547" y="1864754"/>
              <a:ext cx="457146" cy="689750"/>
            </a:xfrm>
            <a:custGeom>
              <a:avLst/>
              <a:gdLst>
                <a:gd name="connsiteX0" fmla="*/ 457128 w 457146"/>
                <a:gd name="connsiteY0" fmla="*/ 0 h 689750"/>
                <a:gd name="connsiteX1" fmla="*/ 442496 w 457146"/>
                <a:gd name="connsiteY1" fmla="*/ 0 h 689750"/>
                <a:gd name="connsiteX2" fmla="*/ 442512 w 457146"/>
                <a:gd name="connsiteY2" fmla="*/ 8485 h 689750"/>
                <a:gd name="connsiteX3" fmla="*/ 442872 w 457146"/>
                <a:gd name="connsiteY3" fmla="*/ 275172 h 689750"/>
                <a:gd name="connsiteX4" fmla="*/ 226283 w 457146"/>
                <a:gd name="connsiteY4" fmla="*/ 673710 h 689750"/>
                <a:gd name="connsiteX5" fmla="*/ 14347 w 457146"/>
                <a:gd name="connsiteY5" fmla="*/ 355373 h 689750"/>
                <a:gd name="connsiteX6" fmla="*/ 7211 w 457146"/>
                <a:gd name="connsiteY6" fmla="*/ 348279 h 689750"/>
                <a:gd name="connsiteX7" fmla="*/ 74 w 457146"/>
                <a:gd name="connsiteY7" fmla="*/ 357224 h 689750"/>
                <a:gd name="connsiteX8" fmla="*/ 62134 w 457146"/>
                <a:gd name="connsiteY8" fmla="*/ 566981 h 689750"/>
                <a:gd name="connsiteX9" fmla="*/ 226283 w 457146"/>
                <a:gd name="connsiteY9" fmla="*/ 689750 h 689750"/>
                <a:gd name="connsiteX10" fmla="*/ 390431 w 457146"/>
                <a:gd name="connsiteY10" fmla="*/ 566981 h 689750"/>
                <a:gd name="connsiteX11" fmla="*/ 457146 w 457146"/>
                <a:gd name="connsiteY11" fmla="*/ 275172 h 689750"/>
                <a:gd name="connsiteX12" fmla="*/ 457130 w 457146"/>
                <a:gd name="connsiteY12" fmla="*/ 9840 h 68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146" h="689750">
                  <a:moveTo>
                    <a:pt x="457128" y="0"/>
                  </a:moveTo>
                  <a:lnTo>
                    <a:pt x="442496" y="0"/>
                  </a:lnTo>
                  <a:lnTo>
                    <a:pt x="442512" y="8485"/>
                  </a:lnTo>
                  <a:cubicBezTo>
                    <a:pt x="442741" y="138547"/>
                    <a:pt x="442872" y="248567"/>
                    <a:pt x="442872" y="275172"/>
                  </a:cubicBezTo>
                  <a:cubicBezTo>
                    <a:pt x="442872" y="494800"/>
                    <a:pt x="345748" y="673710"/>
                    <a:pt x="226283" y="673710"/>
                  </a:cubicBezTo>
                  <a:cubicBezTo>
                    <a:pt x="122022" y="673710"/>
                    <a:pt x="34517" y="536751"/>
                    <a:pt x="14347" y="355373"/>
                  </a:cubicBezTo>
                  <a:cubicBezTo>
                    <a:pt x="13727" y="351363"/>
                    <a:pt x="10934" y="348279"/>
                    <a:pt x="7211" y="348279"/>
                  </a:cubicBezTo>
                  <a:cubicBezTo>
                    <a:pt x="2866" y="348279"/>
                    <a:pt x="-547" y="352289"/>
                    <a:pt x="74" y="357224"/>
                  </a:cubicBezTo>
                  <a:cubicBezTo>
                    <a:pt x="8762" y="435883"/>
                    <a:pt x="30173" y="508681"/>
                    <a:pt x="62134" y="566981"/>
                  </a:cubicBezTo>
                  <a:cubicBezTo>
                    <a:pt x="105576" y="645948"/>
                    <a:pt x="163912" y="689750"/>
                    <a:pt x="226283" y="689750"/>
                  </a:cubicBezTo>
                  <a:cubicBezTo>
                    <a:pt x="288653" y="689750"/>
                    <a:pt x="346989" y="645948"/>
                    <a:pt x="390431" y="566981"/>
                  </a:cubicBezTo>
                  <a:cubicBezTo>
                    <a:pt x="433563" y="488939"/>
                    <a:pt x="457146" y="385295"/>
                    <a:pt x="457146" y="275172"/>
                  </a:cubicBezTo>
                  <a:cubicBezTo>
                    <a:pt x="457146" y="249377"/>
                    <a:pt x="457146" y="139775"/>
                    <a:pt x="457130" y="9840"/>
                  </a:cubicBezTo>
                  <a:close/>
                </a:path>
              </a:pathLst>
            </a:custGeom>
            <a:solidFill>
              <a:srgbClr val="2030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9833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115B2-EAF3-5B35-B94F-9FE58B9C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49CA4F0-3D8D-D673-1076-F6E81BFF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/>
              <a:t>Nsequatd Uisaut eir Ured: </a:t>
            </a:r>
            <a:r>
              <a:rPr lang="en-US" b="0"/>
              <a:t>‘Olor-in-Repre’ Henderitinv Oluptat Evelit es secillum, doloreeufug iatnullap, ari aturexc epteur sintoccaec atcup idatatn onproi dentsun tin culpaquioffi</a:t>
            </a:r>
            <a:endParaRPr lang="en-US" kern="0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2DFBD56A-1288-738D-45B9-B2994FDAA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64" y="979594"/>
            <a:ext cx="11896262" cy="2144687"/>
          </a:xfrm>
          <a:prstGeom prst="roundRect">
            <a:avLst>
              <a:gd name="adj" fmla="val 2961"/>
            </a:avLst>
          </a:prstGeom>
          <a:pattFill prst="pct5">
            <a:fgClr>
              <a:srgbClr val="66737C"/>
            </a:fgClr>
            <a:bgClr>
              <a:srgbClr val="43515C"/>
            </a:bgClr>
          </a:patt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rgbClr val="20303D"/>
              </a:solidFill>
              <a:latin typeface="Arial" panose="020B0604020202020204" pitchFamily="34" charset="0"/>
            </a:endParaRPr>
          </a:p>
        </p:txBody>
      </p:sp>
      <p:pic>
        <p:nvPicPr>
          <p:cNvPr id="32" name="Picture 31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E8352587-4D8A-1C5C-B8A4-941E89CF8EF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09041"/>
            <a:ext cx="12192000" cy="169308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BC1523A-1F8E-FD4D-6D10-0A73D9B46B31}"/>
              </a:ext>
            </a:extLst>
          </p:cNvPr>
          <p:cNvSpPr/>
          <p:nvPr/>
        </p:nvSpPr>
        <p:spPr>
          <a:xfrm>
            <a:off x="8183937" y="5581327"/>
            <a:ext cx="1629431" cy="90024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5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CIADE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5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SERUNTMOLLITAN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5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IMIDE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5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STLABORUMCUR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5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ABITURNONN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14BB30-A099-D579-1C24-CF43F0E85921}"/>
              </a:ext>
            </a:extLst>
          </p:cNvPr>
          <p:cNvSpPr txBox="1"/>
          <p:nvPr/>
        </p:nvSpPr>
        <p:spPr>
          <a:xfrm>
            <a:off x="7344086" y="3601450"/>
            <a:ext cx="46909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819" marR="0" lvl="1" indent="-107819" defTabSz="914400" rtl="0" eaLnBrk="1" fontAlgn="auto" latinLnBrk="0" hangingPunct="1">
              <a:buClr>
                <a:srgbClr val="000000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~$</a:t>
            </a:r>
            <a:r>
              <a:rPr lang="en-GB" sz="1000" b="1" i="1" ker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7</a:t>
            </a:r>
            <a:r>
              <a:rPr kumimoji="0" lang="en-GB" sz="1000" b="1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- $</a:t>
            </a:r>
            <a:r>
              <a:rPr lang="en-GB" sz="1000" b="1" i="1" ker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10</a:t>
            </a:r>
            <a:r>
              <a:rPr kumimoji="0" lang="en-GB" sz="1000" b="1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UL 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lasitam 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etnisltem pusc 3 onval lisq ui-sacle ctusp</a:t>
            </a:r>
          </a:p>
          <a:p>
            <a:pPr marL="107819" marR="0" lvl="1" indent="-107819" defTabSz="914400" rtl="0" eaLnBrk="1" fontAlgn="auto" latinLnBrk="0" hangingPunct="1">
              <a:buClr>
                <a:srgbClr val="000000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lle-ntesque inips umid o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rcip ort adapibusviv AMU ss 5U – 7S</a:t>
            </a:r>
          </a:p>
          <a:p>
            <a:pPr marL="107819" marR="0" lvl="1" indent="-107819" defTabSz="914400" rtl="0" eaLnBrk="1" fontAlgn="auto" latinLnBrk="0" hangingPunct="1">
              <a:buClr>
                <a:srgbClr val="000000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Cipittor tor egetf elisport titor </a:t>
            </a:r>
            <a:r>
              <a:rPr kumimoji="0" lang="en-US" sz="100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volutpatcr asultr icie slig ulasedm agnadictu mpo 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rtalo remipsum dolorsitamet </a:t>
            </a:r>
          </a:p>
          <a:p>
            <a:pPr marL="107819" lvl="1" indent="-107819">
              <a:buClr>
                <a:srgbClr val="000000">
                  <a:lumMod val="75000"/>
                  <a:lumOff val="2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000" b="1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Consectetur, adipiscingel, itseddoei </a:t>
            </a:r>
            <a:r>
              <a:rPr kumimoji="0" lang="en-GB" sz="100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usmodte mpo rincididu ntutl 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07819" marR="0" lvl="1" indent="-107819" defTabSz="914400" rtl="0" eaLnBrk="1" fontAlgn="auto" latinLnBrk="0" hangingPunct="1">
              <a:buClr>
                <a:srgbClr val="000000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ker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Abore et doloremag na </a:t>
            </a:r>
            <a:r>
              <a:rPr lang="en-US" sz="1000" b="1" ker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aliqu au tenimadmi nimv</a:t>
            </a:r>
          </a:p>
          <a:p>
            <a:pPr marL="107819" marR="0" lvl="1" indent="-107819" defTabSz="914400" rtl="0" eaLnBrk="1" fontAlgn="auto" latinLnBrk="0" hangingPunct="1">
              <a:buClr>
                <a:srgbClr val="000000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 i="1" ker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20</a:t>
            </a:r>
            <a:r>
              <a:rPr kumimoji="0" lang="en-US" sz="1000" b="1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% eniamqui snostrudex </a:t>
            </a:r>
            <a:r>
              <a:rPr kumimoji="0" lang="en-US" sz="100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erci 3 </a:t>
            </a:r>
            <a:r>
              <a:rPr lang="en-US" sz="1000" i="1" ker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tatio</a:t>
            </a:r>
            <a:endParaRPr kumimoji="0" lang="en-US" sz="1000" i="1" u="none" strike="noStrike" kern="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07819" marR="0" lvl="1" indent="-107819" defTabSz="914400" rtl="0" eaLnBrk="1" fontAlgn="auto" latinLnBrk="0" hangingPunct="1">
              <a:buClr>
                <a:srgbClr val="000000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20%-30% nullamcol ab ORI</a:t>
            </a:r>
          </a:p>
          <a:p>
            <a:pPr marL="107819" marR="0" lvl="1" indent="-107819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1" i="1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80 – 90%, snisiutali </a:t>
            </a:r>
            <a:r>
              <a:rPr kumimoji="0" lang="fr-FR" sz="1000" b="0" i="1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(quipexeaco, M-Modoc, 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“onsequatd” UIs / auteirur</a:t>
            </a:r>
            <a:r>
              <a:rPr kumimoji="0" lang="fr-FR" sz="1000" b="0" i="1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edo.) </a:t>
            </a:r>
            <a:endParaRPr kumimoji="0" lang="en-GB" sz="1000" b="0" i="1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07819" marR="0" lvl="0" indent="-107819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1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Lorinrepre hen Deritinvo </a:t>
            </a:r>
            <a:r>
              <a:rPr kumimoji="0" lang="en-GB" sz="1000" b="0" i="1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lupt atevelites</a:t>
            </a:r>
            <a:endParaRPr kumimoji="0" lang="en-GB" sz="10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07819" marR="0" lvl="0" indent="-107819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Secillum dolor/eeuf ugiatnulla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pariature xce pteursint occaecat cupida</a:t>
            </a:r>
          </a:p>
          <a:p>
            <a:pPr marL="107819" marR="0" lvl="0" indent="-107819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Tatnonproid entsuntincu lp aquioffi ciad 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es eruntmo lli-tani midestl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298BDA1-D699-9E96-A050-3D90AAA07C96}"/>
              </a:ext>
            </a:extLst>
          </p:cNvPr>
          <p:cNvSpPr/>
          <p:nvPr/>
        </p:nvSpPr>
        <p:spPr bwMode="auto">
          <a:xfrm>
            <a:off x="3388786" y="2244329"/>
            <a:ext cx="1376411" cy="3163093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1661121"/>
              <a:gd name="connsiteY0" fmla="*/ 1128742 h 1128742"/>
              <a:gd name="connsiteX1" fmla="*/ 1661121 w 1661121"/>
              <a:gd name="connsiteY1" fmla="*/ 1970 h 1128742"/>
              <a:gd name="connsiteX0" fmla="*/ 418106 w 2079227"/>
              <a:gd name="connsiteY0" fmla="*/ 1130432 h 1130432"/>
              <a:gd name="connsiteX1" fmla="*/ 2079227 w 2079227"/>
              <a:gd name="connsiteY1" fmla="*/ 3660 h 1130432"/>
              <a:gd name="connsiteX0" fmla="*/ 412581 w 2114834"/>
              <a:gd name="connsiteY0" fmla="*/ 1118743 h 1118743"/>
              <a:gd name="connsiteX1" fmla="*/ 2114834 w 2114834"/>
              <a:gd name="connsiteY1" fmla="*/ 3730 h 1118743"/>
              <a:gd name="connsiteX0" fmla="*/ 657321 w 2359574"/>
              <a:gd name="connsiteY0" fmla="*/ 1118771 h 1118771"/>
              <a:gd name="connsiteX1" fmla="*/ 2359574 w 2359574"/>
              <a:gd name="connsiteY1" fmla="*/ 3758 h 1118771"/>
              <a:gd name="connsiteX0" fmla="*/ 793315 w 2495568"/>
              <a:gd name="connsiteY0" fmla="*/ 1140614 h 1140614"/>
              <a:gd name="connsiteX1" fmla="*/ 2495568 w 2495568"/>
              <a:gd name="connsiteY1" fmla="*/ 25601 h 1140614"/>
              <a:gd name="connsiteX0" fmla="*/ 806279 w 2508532"/>
              <a:gd name="connsiteY0" fmla="*/ 1135977 h 1135977"/>
              <a:gd name="connsiteX1" fmla="*/ 2508532 w 2508532"/>
              <a:gd name="connsiteY1" fmla="*/ 20964 h 1135977"/>
              <a:gd name="connsiteX0" fmla="*/ 791185 w 2563949"/>
              <a:gd name="connsiteY0" fmla="*/ 1085385 h 1085385"/>
              <a:gd name="connsiteX1" fmla="*/ 2563949 w 2563949"/>
              <a:gd name="connsiteY1" fmla="*/ 22112 h 1085385"/>
              <a:gd name="connsiteX0" fmla="*/ 829331 w 2602095"/>
              <a:gd name="connsiteY0" fmla="*/ 1114266 h 1114266"/>
              <a:gd name="connsiteX1" fmla="*/ 2602095 w 2602095"/>
              <a:gd name="connsiteY1" fmla="*/ 50993 h 1114266"/>
              <a:gd name="connsiteX0" fmla="*/ 693493 w 2466257"/>
              <a:gd name="connsiteY0" fmla="*/ 1116745 h 1116745"/>
              <a:gd name="connsiteX1" fmla="*/ 1140660 w 2466257"/>
              <a:gd name="connsiteY1" fmla="*/ 46908 h 1116745"/>
              <a:gd name="connsiteX2" fmla="*/ 2466257 w 2466257"/>
              <a:gd name="connsiteY2" fmla="*/ 53472 h 1116745"/>
              <a:gd name="connsiteX0" fmla="*/ 1581306 w 3354070"/>
              <a:gd name="connsiteY0" fmla="*/ 1096632 h 1096632"/>
              <a:gd name="connsiteX1" fmla="*/ 886196 w 3354070"/>
              <a:gd name="connsiteY1" fmla="*/ 658971 h 1096632"/>
              <a:gd name="connsiteX2" fmla="*/ 3354070 w 3354070"/>
              <a:gd name="connsiteY2" fmla="*/ 33359 h 1096632"/>
              <a:gd name="connsiteX0" fmla="*/ 737064 w 2509828"/>
              <a:gd name="connsiteY0" fmla="*/ 1123417 h 1123417"/>
              <a:gd name="connsiteX1" fmla="*/ 41954 w 2509828"/>
              <a:gd name="connsiteY1" fmla="*/ 685756 h 1123417"/>
              <a:gd name="connsiteX2" fmla="*/ 2509828 w 2509828"/>
              <a:gd name="connsiteY2" fmla="*/ 60144 h 1123417"/>
              <a:gd name="connsiteX0" fmla="*/ 1120290 w 2893054"/>
              <a:gd name="connsiteY0" fmla="*/ 1125608 h 1125608"/>
              <a:gd name="connsiteX1" fmla="*/ 30318 w 2893054"/>
              <a:gd name="connsiteY1" fmla="*/ 654080 h 1125608"/>
              <a:gd name="connsiteX2" fmla="*/ 2893054 w 2893054"/>
              <a:gd name="connsiteY2" fmla="*/ 62335 h 1125608"/>
              <a:gd name="connsiteX0" fmla="*/ 1140498 w 2913262"/>
              <a:gd name="connsiteY0" fmla="*/ 1149952 h 1149952"/>
              <a:gd name="connsiteX1" fmla="*/ 50526 w 2913262"/>
              <a:gd name="connsiteY1" fmla="*/ 678424 h 1149952"/>
              <a:gd name="connsiteX2" fmla="*/ 2913262 w 2913262"/>
              <a:gd name="connsiteY2" fmla="*/ 86679 h 1149952"/>
              <a:gd name="connsiteX0" fmla="*/ 1304789 w 3077553"/>
              <a:gd name="connsiteY0" fmla="*/ 1284833 h 1284833"/>
              <a:gd name="connsiteX1" fmla="*/ 45590 w 3077553"/>
              <a:gd name="connsiteY1" fmla="*/ 310951 h 1284833"/>
              <a:gd name="connsiteX2" fmla="*/ 3077553 w 3077553"/>
              <a:gd name="connsiteY2" fmla="*/ 221560 h 1284833"/>
              <a:gd name="connsiteX0" fmla="*/ 1327095 w 3565232"/>
              <a:gd name="connsiteY0" fmla="*/ 1688708 h 1688708"/>
              <a:gd name="connsiteX1" fmla="*/ 67896 w 3565232"/>
              <a:gd name="connsiteY1" fmla="*/ 714826 h 1688708"/>
              <a:gd name="connsiteX2" fmla="*/ 3565232 w 3565232"/>
              <a:gd name="connsiteY2" fmla="*/ 66637 h 1688708"/>
              <a:gd name="connsiteX0" fmla="*/ 1327097 w 3565234"/>
              <a:gd name="connsiteY0" fmla="*/ 1824135 h 1824135"/>
              <a:gd name="connsiteX1" fmla="*/ 67898 w 3565234"/>
              <a:gd name="connsiteY1" fmla="*/ 850253 h 1824135"/>
              <a:gd name="connsiteX2" fmla="*/ 3565234 w 3565234"/>
              <a:gd name="connsiteY2" fmla="*/ 202064 h 1824135"/>
              <a:gd name="connsiteX0" fmla="*/ 1286684 w 3524821"/>
              <a:gd name="connsiteY0" fmla="*/ 1866156 h 1866156"/>
              <a:gd name="connsiteX1" fmla="*/ 69791 w 3524821"/>
              <a:gd name="connsiteY1" fmla="*/ 632630 h 1866156"/>
              <a:gd name="connsiteX2" fmla="*/ 3524821 w 3524821"/>
              <a:gd name="connsiteY2" fmla="*/ 244085 h 1866156"/>
              <a:gd name="connsiteX0" fmla="*/ 1274540 w 3512677"/>
              <a:gd name="connsiteY0" fmla="*/ 1931767 h 1931767"/>
              <a:gd name="connsiteX1" fmla="*/ 57647 w 3512677"/>
              <a:gd name="connsiteY1" fmla="*/ 698241 h 1931767"/>
              <a:gd name="connsiteX2" fmla="*/ 3512677 w 3512677"/>
              <a:gd name="connsiteY2" fmla="*/ 309696 h 1931767"/>
              <a:gd name="connsiteX0" fmla="*/ 1247485 w 3485622"/>
              <a:gd name="connsiteY0" fmla="*/ 1903854 h 1903854"/>
              <a:gd name="connsiteX1" fmla="*/ 58796 w 3485622"/>
              <a:gd name="connsiteY1" fmla="*/ 777572 h 1903854"/>
              <a:gd name="connsiteX2" fmla="*/ 3485622 w 3485622"/>
              <a:gd name="connsiteY2" fmla="*/ 281783 h 1903854"/>
              <a:gd name="connsiteX0" fmla="*/ 1239647 w 3477784"/>
              <a:gd name="connsiteY0" fmla="*/ 1874503 h 1874503"/>
              <a:gd name="connsiteX1" fmla="*/ 50958 w 3477784"/>
              <a:gd name="connsiteY1" fmla="*/ 748221 h 1874503"/>
              <a:gd name="connsiteX2" fmla="*/ 3477784 w 3477784"/>
              <a:gd name="connsiteY2" fmla="*/ 252432 h 1874503"/>
              <a:gd name="connsiteX0" fmla="*/ 1263328 w 3571976"/>
              <a:gd name="connsiteY0" fmla="*/ 1866379 h 1866379"/>
              <a:gd name="connsiteX1" fmla="*/ 74639 w 3571976"/>
              <a:gd name="connsiteY1" fmla="*/ 740097 h 1866379"/>
              <a:gd name="connsiteX2" fmla="*/ 3571976 w 3571976"/>
              <a:gd name="connsiteY2" fmla="*/ 221730 h 1866379"/>
              <a:gd name="connsiteX0" fmla="*/ 1263330 w 3571978"/>
              <a:gd name="connsiteY0" fmla="*/ 1809430 h 1809430"/>
              <a:gd name="connsiteX1" fmla="*/ 74641 w 3571978"/>
              <a:gd name="connsiteY1" fmla="*/ 683148 h 1809430"/>
              <a:gd name="connsiteX2" fmla="*/ 3571978 w 3571978"/>
              <a:gd name="connsiteY2" fmla="*/ 164781 h 1809430"/>
              <a:gd name="connsiteX0" fmla="*/ 1318268 w 3626916"/>
              <a:gd name="connsiteY0" fmla="*/ 1860722 h 1860722"/>
              <a:gd name="connsiteX1" fmla="*/ 129579 w 3626916"/>
              <a:gd name="connsiteY1" fmla="*/ 734440 h 1860722"/>
              <a:gd name="connsiteX2" fmla="*/ 3626916 w 3626916"/>
              <a:gd name="connsiteY2" fmla="*/ 216073 h 1860722"/>
              <a:gd name="connsiteX0" fmla="*/ 1279063 w 3587711"/>
              <a:gd name="connsiteY0" fmla="*/ 1862007 h 1862007"/>
              <a:gd name="connsiteX1" fmla="*/ 132681 w 3587711"/>
              <a:gd name="connsiteY1" fmla="*/ 730081 h 1862007"/>
              <a:gd name="connsiteX2" fmla="*/ 3587711 w 3587711"/>
              <a:gd name="connsiteY2" fmla="*/ 217358 h 1862007"/>
              <a:gd name="connsiteX0" fmla="*/ 1218855 w 3527503"/>
              <a:gd name="connsiteY0" fmla="*/ 1874838 h 1874838"/>
              <a:gd name="connsiteX1" fmla="*/ 72473 w 3527503"/>
              <a:gd name="connsiteY1" fmla="*/ 742912 h 1874838"/>
              <a:gd name="connsiteX2" fmla="*/ 3527503 w 3527503"/>
              <a:gd name="connsiteY2" fmla="*/ 230189 h 1874838"/>
              <a:gd name="connsiteX0" fmla="*/ 1218855 w 3527503"/>
              <a:gd name="connsiteY0" fmla="*/ 1819678 h 1819678"/>
              <a:gd name="connsiteX1" fmla="*/ 72473 w 3527503"/>
              <a:gd name="connsiteY1" fmla="*/ 687752 h 1819678"/>
              <a:gd name="connsiteX2" fmla="*/ 3527503 w 3527503"/>
              <a:gd name="connsiteY2" fmla="*/ 175029 h 1819678"/>
              <a:gd name="connsiteX0" fmla="*/ 1221724 w 3502167"/>
              <a:gd name="connsiteY0" fmla="*/ 1861299 h 1861299"/>
              <a:gd name="connsiteX1" fmla="*/ 75342 w 3502167"/>
              <a:gd name="connsiteY1" fmla="*/ 729373 h 1861299"/>
              <a:gd name="connsiteX2" fmla="*/ 3502168 w 3502167"/>
              <a:gd name="connsiteY2" fmla="*/ 103762 h 1861299"/>
              <a:gd name="connsiteX0" fmla="*/ 1221724 w 3502169"/>
              <a:gd name="connsiteY0" fmla="*/ 1889915 h 1889915"/>
              <a:gd name="connsiteX1" fmla="*/ 75342 w 3502169"/>
              <a:gd name="connsiteY1" fmla="*/ 757989 h 1889915"/>
              <a:gd name="connsiteX2" fmla="*/ 3502168 w 3502169"/>
              <a:gd name="connsiteY2" fmla="*/ 132378 h 1889915"/>
              <a:gd name="connsiteX0" fmla="*/ 1329139 w 3609583"/>
              <a:gd name="connsiteY0" fmla="*/ 1921448 h 1921448"/>
              <a:gd name="connsiteX1" fmla="*/ 69939 w 3609583"/>
              <a:gd name="connsiteY1" fmla="*/ 569390 h 1921448"/>
              <a:gd name="connsiteX2" fmla="*/ 3609583 w 3609583"/>
              <a:gd name="connsiteY2" fmla="*/ 163911 h 1921448"/>
              <a:gd name="connsiteX0" fmla="*/ 1377647 w 3658091"/>
              <a:gd name="connsiteY0" fmla="*/ 1948137 h 1948137"/>
              <a:gd name="connsiteX1" fmla="*/ 118447 w 3658091"/>
              <a:gd name="connsiteY1" fmla="*/ 596079 h 1948137"/>
              <a:gd name="connsiteX2" fmla="*/ 3658091 w 3658091"/>
              <a:gd name="connsiteY2" fmla="*/ 190600 h 1948137"/>
              <a:gd name="connsiteX0" fmla="*/ 1325073 w 3605517"/>
              <a:gd name="connsiteY0" fmla="*/ 2019317 h 2019317"/>
              <a:gd name="connsiteX1" fmla="*/ 65873 w 3605517"/>
              <a:gd name="connsiteY1" fmla="*/ 667259 h 2019317"/>
              <a:gd name="connsiteX2" fmla="*/ 3605517 w 3605517"/>
              <a:gd name="connsiteY2" fmla="*/ 261780 h 2019317"/>
              <a:gd name="connsiteX0" fmla="*/ 1338577 w 3619021"/>
              <a:gd name="connsiteY0" fmla="*/ 1970906 h 1970906"/>
              <a:gd name="connsiteX1" fmla="*/ 65275 w 3619021"/>
              <a:gd name="connsiteY1" fmla="*/ 782537 h 1970906"/>
              <a:gd name="connsiteX2" fmla="*/ 3619021 w 3619021"/>
              <a:gd name="connsiteY2" fmla="*/ 213369 h 1970906"/>
              <a:gd name="connsiteX0" fmla="*/ 1334605 w 3615049"/>
              <a:gd name="connsiteY0" fmla="*/ 1955587 h 1955587"/>
              <a:gd name="connsiteX1" fmla="*/ 61303 w 3615049"/>
              <a:gd name="connsiteY1" fmla="*/ 767218 h 1955587"/>
              <a:gd name="connsiteX2" fmla="*/ 3615049 w 3615049"/>
              <a:gd name="connsiteY2" fmla="*/ 198050 h 1955587"/>
              <a:gd name="connsiteX0" fmla="*/ 1350898 w 3631342"/>
              <a:gd name="connsiteY0" fmla="*/ 1929969 h 1929969"/>
              <a:gd name="connsiteX1" fmla="*/ 77596 w 3631342"/>
              <a:gd name="connsiteY1" fmla="*/ 741600 h 1929969"/>
              <a:gd name="connsiteX2" fmla="*/ 3631342 w 3631342"/>
              <a:gd name="connsiteY2" fmla="*/ 172432 h 1929969"/>
              <a:gd name="connsiteX0" fmla="*/ 1350900 w 3631344"/>
              <a:gd name="connsiteY0" fmla="*/ 1921944 h 1921944"/>
              <a:gd name="connsiteX1" fmla="*/ 77597 w 3631344"/>
              <a:gd name="connsiteY1" fmla="*/ 778730 h 1921944"/>
              <a:gd name="connsiteX2" fmla="*/ 3631344 w 3631344"/>
              <a:gd name="connsiteY2" fmla="*/ 164407 h 1921944"/>
              <a:gd name="connsiteX0" fmla="*/ 1360083 w 3640527"/>
              <a:gd name="connsiteY0" fmla="*/ 1921944 h 1921944"/>
              <a:gd name="connsiteX1" fmla="*/ 86780 w 3640527"/>
              <a:gd name="connsiteY1" fmla="*/ 778730 h 1921944"/>
              <a:gd name="connsiteX2" fmla="*/ 3640527 w 3640527"/>
              <a:gd name="connsiteY2" fmla="*/ 164407 h 1921944"/>
              <a:gd name="connsiteX0" fmla="*/ 1291242 w 2219337"/>
              <a:gd name="connsiteY0" fmla="*/ 2565712 h 2565712"/>
              <a:gd name="connsiteX1" fmla="*/ 17939 w 2219337"/>
              <a:gd name="connsiteY1" fmla="*/ 1422498 h 2565712"/>
              <a:gd name="connsiteX2" fmla="*/ 2219337 w 2219337"/>
              <a:gd name="connsiteY2" fmla="*/ 86340 h 2565712"/>
              <a:gd name="connsiteX0" fmla="*/ 1291242 w 2219337"/>
              <a:gd name="connsiteY0" fmla="*/ 2526294 h 2526294"/>
              <a:gd name="connsiteX1" fmla="*/ 17939 w 2219337"/>
              <a:gd name="connsiteY1" fmla="*/ 1383080 h 2526294"/>
              <a:gd name="connsiteX2" fmla="*/ 2219337 w 2219337"/>
              <a:gd name="connsiteY2" fmla="*/ 46922 h 2526294"/>
              <a:gd name="connsiteX0" fmla="*/ 0 w 928095"/>
              <a:gd name="connsiteY0" fmla="*/ 2479372 h 2479372"/>
              <a:gd name="connsiteX1" fmla="*/ 928095 w 928095"/>
              <a:gd name="connsiteY1" fmla="*/ 0 h 2479372"/>
              <a:gd name="connsiteX0" fmla="*/ 749378 w 1677473"/>
              <a:gd name="connsiteY0" fmla="*/ 2479372 h 2479372"/>
              <a:gd name="connsiteX1" fmla="*/ 1677473 w 1677473"/>
              <a:gd name="connsiteY1" fmla="*/ 0 h 2479372"/>
              <a:gd name="connsiteX0" fmla="*/ 686624 w 1990372"/>
              <a:gd name="connsiteY0" fmla="*/ 2521833 h 2521833"/>
              <a:gd name="connsiteX1" fmla="*/ 1990372 w 1990372"/>
              <a:gd name="connsiteY1" fmla="*/ 0 h 2521833"/>
              <a:gd name="connsiteX0" fmla="*/ 1050327 w 2354075"/>
              <a:gd name="connsiteY0" fmla="*/ 2521833 h 2521833"/>
              <a:gd name="connsiteX1" fmla="*/ 2354075 w 2354075"/>
              <a:gd name="connsiteY1" fmla="*/ 0 h 2521833"/>
              <a:gd name="connsiteX0" fmla="*/ 1073464 w 2302082"/>
              <a:gd name="connsiteY0" fmla="*/ 2515767 h 2515767"/>
              <a:gd name="connsiteX1" fmla="*/ 2302081 w 2302082"/>
              <a:gd name="connsiteY1" fmla="*/ 0 h 2515767"/>
              <a:gd name="connsiteX0" fmla="*/ 1063695 w 2292312"/>
              <a:gd name="connsiteY0" fmla="*/ 2516945 h 2516945"/>
              <a:gd name="connsiteX1" fmla="*/ 2292312 w 2292312"/>
              <a:gd name="connsiteY1" fmla="*/ 1178 h 2516945"/>
              <a:gd name="connsiteX0" fmla="*/ 1115838 w 2182023"/>
              <a:gd name="connsiteY0" fmla="*/ 2516945 h 2516945"/>
              <a:gd name="connsiteX1" fmla="*/ 2182024 w 2182023"/>
              <a:gd name="connsiteY1" fmla="*/ 1178 h 2516945"/>
              <a:gd name="connsiteX0" fmla="*/ 787577 w 1853764"/>
              <a:gd name="connsiteY0" fmla="*/ 2516774 h 2516774"/>
              <a:gd name="connsiteX1" fmla="*/ 1853763 w 1853764"/>
              <a:gd name="connsiteY1" fmla="*/ 1007 h 2516774"/>
              <a:gd name="connsiteX0" fmla="*/ 719533 w 1785719"/>
              <a:gd name="connsiteY0" fmla="*/ 2515767 h 2515767"/>
              <a:gd name="connsiteX1" fmla="*/ 1785719 w 1785719"/>
              <a:gd name="connsiteY1" fmla="*/ 0 h 2515767"/>
              <a:gd name="connsiteX0" fmla="*/ 707717 w 1773903"/>
              <a:gd name="connsiteY0" fmla="*/ 2515767 h 2515767"/>
              <a:gd name="connsiteX1" fmla="*/ 1773903 w 1773903"/>
              <a:gd name="connsiteY1" fmla="*/ 0 h 2515767"/>
              <a:gd name="connsiteX0" fmla="*/ 697859 w 1764045"/>
              <a:gd name="connsiteY0" fmla="*/ 2515767 h 2515767"/>
              <a:gd name="connsiteX1" fmla="*/ 1764045 w 1764045"/>
              <a:gd name="connsiteY1" fmla="*/ 0 h 2515767"/>
              <a:gd name="connsiteX0" fmla="*/ 618145 w 1949811"/>
              <a:gd name="connsiteY0" fmla="*/ 2630230 h 2630230"/>
              <a:gd name="connsiteX1" fmla="*/ 1949811 w 1949811"/>
              <a:gd name="connsiteY1" fmla="*/ 0 h 2630230"/>
              <a:gd name="connsiteX0" fmla="*/ 624350 w 1956016"/>
              <a:gd name="connsiteY0" fmla="*/ 2630230 h 2630230"/>
              <a:gd name="connsiteX1" fmla="*/ 1956016 w 1956016"/>
              <a:gd name="connsiteY1" fmla="*/ 0 h 263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56016" h="2630230">
                <a:moveTo>
                  <a:pt x="624350" y="2630230"/>
                </a:moveTo>
                <a:cubicBezTo>
                  <a:pt x="-611696" y="1550103"/>
                  <a:pt x="67760" y="158120"/>
                  <a:pt x="1956016" y="0"/>
                </a:cubicBezTo>
              </a:path>
            </a:pathLst>
          </a:custGeom>
          <a:noFill/>
          <a:ln w="3175">
            <a:solidFill>
              <a:srgbClr val="A2ABB0"/>
            </a:solidFill>
            <a:prstDash val="dash"/>
            <a:miter lim="800000"/>
            <a:headEnd type="oval" w="sm" len="sm"/>
            <a:tailEnd type="triangle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Freeform 9">
            <a:extLst>
              <a:ext uri="{FF2B5EF4-FFF2-40B4-BE49-F238E27FC236}">
                <a16:creationId xmlns:a16="http://schemas.microsoft.com/office/drawing/2014/main" id="{F195386E-5E05-4F4C-F9B9-7B2A2B051E09}"/>
              </a:ext>
            </a:extLst>
          </p:cNvPr>
          <p:cNvSpPr>
            <a:spLocks noEditPoints="1"/>
          </p:cNvSpPr>
          <p:nvPr/>
        </p:nvSpPr>
        <p:spPr bwMode="auto">
          <a:xfrm>
            <a:off x="5075316" y="1940822"/>
            <a:ext cx="206039" cy="150322"/>
          </a:xfrm>
          <a:custGeom>
            <a:avLst/>
            <a:gdLst>
              <a:gd name="T0" fmla="*/ 0 w 1459"/>
              <a:gd name="T1" fmla="*/ 331 h 1063"/>
              <a:gd name="T2" fmla="*/ 145 w 1459"/>
              <a:gd name="T3" fmla="*/ 211 h 1063"/>
              <a:gd name="T4" fmla="*/ 562 w 1459"/>
              <a:gd name="T5" fmla="*/ 41 h 1063"/>
              <a:gd name="T6" fmla="*/ 1293 w 1459"/>
              <a:gd name="T7" fmla="*/ 197 h 1063"/>
              <a:gd name="T8" fmla="*/ 1448 w 1459"/>
              <a:gd name="T9" fmla="*/ 324 h 1063"/>
              <a:gd name="T10" fmla="*/ 1448 w 1459"/>
              <a:gd name="T11" fmla="*/ 352 h 1063"/>
              <a:gd name="T12" fmla="*/ 1348 w 1459"/>
              <a:gd name="T13" fmla="*/ 452 h 1063"/>
              <a:gd name="T14" fmla="*/ 1318 w 1459"/>
              <a:gd name="T15" fmla="*/ 450 h 1063"/>
              <a:gd name="T16" fmla="*/ 1168 w 1459"/>
              <a:gd name="T17" fmla="*/ 333 h 1063"/>
              <a:gd name="T18" fmla="*/ 822 w 1459"/>
              <a:gd name="T19" fmla="*/ 214 h 1063"/>
              <a:gd name="T20" fmla="*/ 236 w 1459"/>
              <a:gd name="T21" fmla="*/ 368 h 1063"/>
              <a:gd name="T22" fmla="*/ 139 w 1459"/>
              <a:gd name="T23" fmla="*/ 450 h 1063"/>
              <a:gd name="T24" fmla="*/ 104 w 1459"/>
              <a:gd name="T25" fmla="*/ 449 h 1063"/>
              <a:gd name="T26" fmla="*/ 0 w 1459"/>
              <a:gd name="T27" fmla="*/ 345 h 1063"/>
              <a:gd name="T28" fmla="*/ 0 w 1459"/>
              <a:gd name="T29" fmla="*/ 331 h 1063"/>
              <a:gd name="T30" fmla="*/ 622 w 1459"/>
              <a:gd name="T31" fmla="*/ 315 h 1063"/>
              <a:gd name="T32" fmla="*/ 208 w 1459"/>
              <a:gd name="T33" fmla="*/ 519 h 1063"/>
              <a:gd name="T34" fmla="*/ 208 w 1459"/>
              <a:gd name="T35" fmla="*/ 553 h 1063"/>
              <a:gd name="T36" fmla="*/ 291 w 1459"/>
              <a:gd name="T37" fmla="*/ 636 h 1063"/>
              <a:gd name="T38" fmla="*/ 347 w 1459"/>
              <a:gd name="T39" fmla="*/ 638 h 1063"/>
              <a:gd name="T40" fmla="*/ 524 w 1459"/>
              <a:gd name="T41" fmla="*/ 527 h 1063"/>
              <a:gd name="T42" fmla="*/ 764 w 1459"/>
              <a:gd name="T43" fmla="*/ 490 h 1063"/>
              <a:gd name="T44" fmla="*/ 950 w 1459"/>
              <a:gd name="T45" fmla="*/ 534 h 1063"/>
              <a:gd name="T46" fmla="*/ 1119 w 1459"/>
              <a:gd name="T47" fmla="*/ 647 h 1063"/>
              <a:gd name="T48" fmla="*/ 1154 w 1459"/>
              <a:gd name="T49" fmla="*/ 647 h 1063"/>
              <a:gd name="T50" fmla="*/ 1247 w 1459"/>
              <a:gd name="T51" fmla="*/ 553 h 1063"/>
              <a:gd name="T52" fmla="*/ 1247 w 1459"/>
              <a:gd name="T53" fmla="*/ 519 h 1063"/>
              <a:gd name="T54" fmla="*/ 715 w 1459"/>
              <a:gd name="T55" fmla="*/ 307 h 1063"/>
              <a:gd name="T56" fmla="*/ 622 w 1459"/>
              <a:gd name="T57" fmla="*/ 315 h 1063"/>
              <a:gd name="T58" fmla="*/ 633 w 1459"/>
              <a:gd name="T59" fmla="*/ 597 h 1063"/>
              <a:gd name="T60" fmla="*/ 407 w 1459"/>
              <a:gd name="T61" fmla="*/ 716 h 1063"/>
              <a:gd name="T62" fmla="*/ 406 w 1459"/>
              <a:gd name="T63" fmla="*/ 750 h 1063"/>
              <a:gd name="T64" fmla="*/ 491 w 1459"/>
              <a:gd name="T65" fmla="*/ 836 h 1063"/>
              <a:gd name="T66" fmla="*/ 543 w 1459"/>
              <a:gd name="T67" fmla="*/ 837 h 1063"/>
              <a:gd name="T68" fmla="*/ 765 w 1459"/>
              <a:gd name="T69" fmla="*/ 771 h 1063"/>
              <a:gd name="T70" fmla="*/ 922 w 1459"/>
              <a:gd name="T71" fmla="*/ 846 h 1063"/>
              <a:gd name="T72" fmla="*/ 954 w 1459"/>
              <a:gd name="T73" fmla="*/ 847 h 1063"/>
              <a:gd name="T74" fmla="*/ 1052 w 1459"/>
              <a:gd name="T75" fmla="*/ 748 h 1063"/>
              <a:gd name="T76" fmla="*/ 1052 w 1459"/>
              <a:gd name="T77" fmla="*/ 719 h 1063"/>
              <a:gd name="T78" fmla="*/ 713 w 1459"/>
              <a:gd name="T79" fmla="*/ 586 h 1063"/>
              <a:gd name="T80" fmla="*/ 633 w 1459"/>
              <a:gd name="T81" fmla="*/ 597 h 1063"/>
              <a:gd name="T82" fmla="*/ 619 w 1459"/>
              <a:gd name="T83" fmla="*/ 925 h 1063"/>
              <a:gd name="T84" fmla="*/ 618 w 1459"/>
              <a:gd name="T85" fmla="*/ 957 h 1063"/>
              <a:gd name="T86" fmla="*/ 712 w 1459"/>
              <a:gd name="T87" fmla="*/ 1051 h 1063"/>
              <a:gd name="T88" fmla="*/ 744 w 1459"/>
              <a:gd name="T89" fmla="*/ 1051 h 1063"/>
              <a:gd name="T90" fmla="*/ 838 w 1459"/>
              <a:gd name="T91" fmla="*/ 957 h 1063"/>
              <a:gd name="T92" fmla="*/ 836 w 1459"/>
              <a:gd name="T93" fmla="*/ 925 h 1063"/>
              <a:gd name="T94" fmla="*/ 728 w 1459"/>
              <a:gd name="T95" fmla="*/ 883 h 1063"/>
              <a:gd name="T96" fmla="*/ 619 w 1459"/>
              <a:gd name="T97" fmla="*/ 925 h 1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59" h="1063">
                <a:moveTo>
                  <a:pt x="0" y="331"/>
                </a:moveTo>
                <a:cubicBezTo>
                  <a:pt x="48" y="290"/>
                  <a:pt x="94" y="247"/>
                  <a:pt x="145" y="211"/>
                </a:cubicBezTo>
                <a:cubicBezTo>
                  <a:pt x="270" y="121"/>
                  <a:pt x="410" y="65"/>
                  <a:pt x="562" y="41"/>
                </a:cubicBezTo>
                <a:cubicBezTo>
                  <a:pt x="825" y="0"/>
                  <a:pt x="1069" y="52"/>
                  <a:pt x="1293" y="197"/>
                </a:cubicBezTo>
                <a:cubicBezTo>
                  <a:pt x="1349" y="234"/>
                  <a:pt x="1400" y="277"/>
                  <a:pt x="1448" y="324"/>
                </a:cubicBezTo>
                <a:cubicBezTo>
                  <a:pt x="1458" y="334"/>
                  <a:pt x="1459" y="341"/>
                  <a:pt x="1448" y="352"/>
                </a:cubicBezTo>
                <a:cubicBezTo>
                  <a:pt x="1415" y="386"/>
                  <a:pt x="1382" y="419"/>
                  <a:pt x="1348" y="452"/>
                </a:cubicBezTo>
                <a:cubicBezTo>
                  <a:pt x="1337" y="463"/>
                  <a:pt x="1330" y="462"/>
                  <a:pt x="1318" y="450"/>
                </a:cubicBezTo>
                <a:cubicBezTo>
                  <a:pt x="1272" y="406"/>
                  <a:pt x="1222" y="366"/>
                  <a:pt x="1168" y="333"/>
                </a:cubicBezTo>
                <a:cubicBezTo>
                  <a:pt x="1061" y="267"/>
                  <a:pt x="946" y="227"/>
                  <a:pt x="822" y="214"/>
                </a:cubicBezTo>
                <a:cubicBezTo>
                  <a:pt x="607" y="191"/>
                  <a:pt x="411" y="242"/>
                  <a:pt x="236" y="368"/>
                </a:cubicBezTo>
                <a:cubicBezTo>
                  <a:pt x="202" y="393"/>
                  <a:pt x="171" y="422"/>
                  <a:pt x="139" y="450"/>
                </a:cubicBezTo>
                <a:cubicBezTo>
                  <a:pt x="124" y="463"/>
                  <a:pt x="119" y="463"/>
                  <a:pt x="104" y="449"/>
                </a:cubicBezTo>
                <a:cubicBezTo>
                  <a:pt x="70" y="414"/>
                  <a:pt x="35" y="380"/>
                  <a:pt x="0" y="345"/>
                </a:cubicBezTo>
                <a:cubicBezTo>
                  <a:pt x="0" y="340"/>
                  <a:pt x="0" y="335"/>
                  <a:pt x="0" y="331"/>
                </a:cubicBezTo>
                <a:close/>
                <a:moveTo>
                  <a:pt x="622" y="315"/>
                </a:moveTo>
                <a:cubicBezTo>
                  <a:pt x="462" y="338"/>
                  <a:pt x="324" y="407"/>
                  <a:pt x="208" y="519"/>
                </a:cubicBezTo>
                <a:cubicBezTo>
                  <a:pt x="195" y="532"/>
                  <a:pt x="195" y="539"/>
                  <a:pt x="208" y="553"/>
                </a:cubicBezTo>
                <a:cubicBezTo>
                  <a:pt x="236" y="581"/>
                  <a:pt x="264" y="608"/>
                  <a:pt x="291" y="636"/>
                </a:cubicBezTo>
                <a:cubicBezTo>
                  <a:pt x="319" y="664"/>
                  <a:pt x="319" y="664"/>
                  <a:pt x="347" y="638"/>
                </a:cubicBezTo>
                <a:cubicBezTo>
                  <a:pt x="399" y="589"/>
                  <a:pt x="458" y="552"/>
                  <a:pt x="524" y="527"/>
                </a:cubicBezTo>
                <a:cubicBezTo>
                  <a:pt x="601" y="497"/>
                  <a:pt x="681" y="485"/>
                  <a:pt x="764" y="490"/>
                </a:cubicBezTo>
                <a:cubicBezTo>
                  <a:pt x="829" y="494"/>
                  <a:pt x="891" y="509"/>
                  <a:pt x="950" y="534"/>
                </a:cubicBezTo>
                <a:cubicBezTo>
                  <a:pt x="1014" y="561"/>
                  <a:pt x="1069" y="600"/>
                  <a:pt x="1119" y="647"/>
                </a:cubicBezTo>
                <a:cubicBezTo>
                  <a:pt x="1134" y="661"/>
                  <a:pt x="1139" y="661"/>
                  <a:pt x="1154" y="647"/>
                </a:cubicBezTo>
                <a:cubicBezTo>
                  <a:pt x="1185" y="616"/>
                  <a:pt x="1216" y="585"/>
                  <a:pt x="1247" y="553"/>
                </a:cubicBezTo>
                <a:cubicBezTo>
                  <a:pt x="1261" y="539"/>
                  <a:pt x="1261" y="533"/>
                  <a:pt x="1247" y="519"/>
                </a:cubicBezTo>
                <a:cubicBezTo>
                  <a:pt x="1102" y="380"/>
                  <a:pt x="929" y="310"/>
                  <a:pt x="715" y="307"/>
                </a:cubicBezTo>
                <a:cubicBezTo>
                  <a:pt x="693" y="308"/>
                  <a:pt x="657" y="309"/>
                  <a:pt x="622" y="315"/>
                </a:cubicBezTo>
                <a:close/>
                <a:moveTo>
                  <a:pt x="633" y="597"/>
                </a:moveTo>
                <a:cubicBezTo>
                  <a:pt x="546" y="615"/>
                  <a:pt x="471" y="655"/>
                  <a:pt x="407" y="716"/>
                </a:cubicBezTo>
                <a:cubicBezTo>
                  <a:pt x="393" y="730"/>
                  <a:pt x="392" y="737"/>
                  <a:pt x="406" y="750"/>
                </a:cubicBezTo>
                <a:cubicBezTo>
                  <a:pt x="434" y="779"/>
                  <a:pt x="463" y="807"/>
                  <a:pt x="491" y="836"/>
                </a:cubicBezTo>
                <a:cubicBezTo>
                  <a:pt x="516" y="861"/>
                  <a:pt x="516" y="861"/>
                  <a:pt x="543" y="837"/>
                </a:cubicBezTo>
                <a:cubicBezTo>
                  <a:pt x="607" y="782"/>
                  <a:pt x="681" y="760"/>
                  <a:pt x="765" y="771"/>
                </a:cubicBezTo>
                <a:cubicBezTo>
                  <a:pt x="826" y="778"/>
                  <a:pt x="878" y="804"/>
                  <a:pt x="922" y="846"/>
                </a:cubicBezTo>
                <a:cubicBezTo>
                  <a:pt x="935" y="858"/>
                  <a:pt x="942" y="858"/>
                  <a:pt x="954" y="847"/>
                </a:cubicBezTo>
                <a:cubicBezTo>
                  <a:pt x="987" y="814"/>
                  <a:pt x="1019" y="781"/>
                  <a:pt x="1052" y="748"/>
                </a:cubicBezTo>
                <a:cubicBezTo>
                  <a:pt x="1063" y="737"/>
                  <a:pt x="1063" y="730"/>
                  <a:pt x="1052" y="719"/>
                </a:cubicBezTo>
                <a:cubicBezTo>
                  <a:pt x="961" y="632"/>
                  <a:pt x="853" y="589"/>
                  <a:pt x="713" y="586"/>
                </a:cubicBezTo>
                <a:cubicBezTo>
                  <a:pt x="696" y="589"/>
                  <a:pt x="664" y="590"/>
                  <a:pt x="633" y="597"/>
                </a:cubicBezTo>
                <a:close/>
                <a:moveTo>
                  <a:pt x="619" y="925"/>
                </a:moveTo>
                <a:cubicBezTo>
                  <a:pt x="606" y="937"/>
                  <a:pt x="605" y="945"/>
                  <a:pt x="618" y="957"/>
                </a:cubicBezTo>
                <a:cubicBezTo>
                  <a:pt x="649" y="989"/>
                  <a:pt x="681" y="1020"/>
                  <a:pt x="712" y="1051"/>
                </a:cubicBezTo>
                <a:cubicBezTo>
                  <a:pt x="724" y="1063"/>
                  <a:pt x="732" y="1063"/>
                  <a:pt x="744" y="1051"/>
                </a:cubicBezTo>
                <a:cubicBezTo>
                  <a:pt x="775" y="1020"/>
                  <a:pt x="807" y="989"/>
                  <a:pt x="838" y="957"/>
                </a:cubicBezTo>
                <a:cubicBezTo>
                  <a:pt x="850" y="945"/>
                  <a:pt x="850" y="937"/>
                  <a:pt x="836" y="925"/>
                </a:cubicBezTo>
                <a:cubicBezTo>
                  <a:pt x="806" y="897"/>
                  <a:pt x="769" y="884"/>
                  <a:pt x="728" y="883"/>
                </a:cubicBezTo>
                <a:cubicBezTo>
                  <a:pt x="687" y="884"/>
                  <a:pt x="650" y="897"/>
                  <a:pt x="619" y="9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A6F810AF-C2BD-35C5-E525-842451A3CD5E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5075316" y="2425912"/>
            <a:ext cx="206039" cy="150322"/>
          </a:xfrm>
          <a:custGeom>
            <a:avLst/>
            <a:gdLst>
              <a:gd name="T0" fmla="*/ 0 w 1459"/>
              <a:gd name="T1" fmla="*/ 331 h 1063"/>
              <a:gd name="T2" fmla="*/ 145 w 1459"/>
              <a:gd name="T3" fmla="*/ 211 h 1063"/>
              <a:gd name="T4" fmla="*/ 562 w 1459"/>
              <a:gd name="T5" fmla="*/ 41 h 1063"/>
              <a:gd name="T6" fmla="*/ 1293 w 1459"/>
              <a:gd name="T7" fmla="*/ 197 h 1063"/>
              <a:gd name="T8" fmla="*/ 1448 w 1459"/>
              <a:gd name="T9" fmla="*/ 324 h 1063"/>
              <a:gd name="T10" fmla="*/ 1448 w 1459"/>
              <a:gd name="T11" fmla="*/ 352 h 1063"/>
              <a:gd name="T12" fmla="*/ 1348 w 1459"/>
              <a:gd name="T13" fmla="*/ 452 h 1063"/>
              <a:gd name="T14" fmla="*/ 1318 w 1459"/>
              <a:gd name="T15" fmla="*/ 450 h 1063"/>
              <a:gd name="T16" fmla="*/ 1168 w 1459"/>
              <a:gd name="T17" fmla="*/ 333 h 1063"/>
              <a:gd name="T18" fmla="*/ 822 w 1459"/>
              <a:gd name="T19" fmla="*/ 214 h 1063"/>
              <a:gd name="T20" fmla="*/ 236 w 1459"/>
              <a:gd name="T21" fmla="*/ 368 h 1063"/>
              <a:gd name="T22" fmla="*/ 139 w 1459"/>
              <a:gd name="T23" fmla="*/ 450 h 1063"/>
              <a:gd name="T24" fmla="*/ 104 w 1459"/>
              <a:gd name="T25" fmla="*/ 449 h 1063"/>
              <a:gd name="T26" fmla="*/ 0 w 1459"/>
              <a:gd name="T27" fmla="*/ 345 h 1063"/>
              <a:gd name="T28" fmla="*/ 0 w 1459"/>
              <a:gd name="T29" fmla="*/ 331 h 1063"/>
              <a:gd name="T30" fmla="*/ 622 w 1459"/>
              <a:gd name="T31" fmla="*/ 315 h 1063"/>
              <a:gd name="T32" fmla="*/ 208 w 1459"/>
              <a:gd name="T33" fmla="*/ 519 h 1063"/>
              <a:gd name="T34" fmla="*/ 208 w 1459"/>
              <a:gd name="T35" fmla="*/ 553 h 1063"/>
              <a:gd name="T36" fmla="*/ 291 w 1459"/>
              <a:gd name="T37" fmla="*/ 636 h 1063"/>
              <a:gd name="T38" fmla="*/ 347 w 1459"/>
              <a:gd name="T39" fmla="*/ 638 h 1063"/>
              <a:gd name="T40" fmla="*/ 524 w 1459"/>
              <a:gd name="T41" fmla="*/ 527 h 1063"/>
              <a:gd name="T42" fmla="*/ 764 w 1459"/>
              <a:gd name="T43" fmla="*/ 490 h 1063"/>
              <a:gd name="T44" fmla="*/ 950 w 1459"/>
              <a:gd name="T45" fmla="*/ 534 h 1063"/>
              <a:gd name="T46" fmla="*/ 1119 w 1459"/>
              <a:gd name="T47" fmla="*/ 647 h 1063"/>
              <a:gd name="T48" fmla="*/ 1154 w 1459"/>
              <a:gd name="T49" fmla="*/ 647 h 1063"/>
              <a:gd name="T50" fmla="*/ 1247 w 1459"/>
              <a:gd name="T51" fmla="*/ 553 h 1063"/>
              <a:gd name="T52" fmla="*/ 1247 w 1459"/>
              <a:gd name="T53" fmla="*/ 519 h 1063"/>
              <a:gd name="T54" fmla="*/ 715 w 1459"/>
              <a:gd name="T55" fmla="*/ 307 h 1063"/>
              <a:gd name="T56" fmla="*/ 622 w 1459"/>
              <a:gd name="T57" fmla="*/ 315 h 1063"/>
              <a:gd name="T58" fmla="*/ 633 w 1459"/>
              <a:gd name="T59" fmla="*/ 597 h 1063"/>
              <a:gd name="T60" fmla="*/ 407 w 1459"/>
              <a:gd name="T61" fmla="*/ 716 h 1063"/>
              <a:gd name="T62" fmla="*/ 406 w 1459"/>
              <a:gd name="T63" fmla="*/ 750 h 1063"/>
              <a:gd name="T64" fmla="*/ 491 w 1459"/>
              <a:gd name="T65" fmla="*/ 836 h 1063"/>
              <a:gd name="T66" fmla="*/ 543 w 1459"/>
              <a:gd name="T67" fmla="*/ 837 h 1063"/>
              <a:gd name="T68" fmla="*/ 765 w 1459"/>
              <a:gd name="T69" fmla="*/ 771 h 1063"/>
              <a:gd name="T70" fmla="*/ 922 w 1459"/>
              <a:gd name="T71" fmla="*/ 846 h 1063"/>
              <a:gd name="T72" fmla="*/ 954 w 1459"/>
              <a:gd name="T73" fmla="*/ 847 h 1063"/>
              <a:gd name="T74" fmla="*/ 1052 w 1459"/>
              <a:gd name="T75" fmla="*/ 748 h 1063"/>
              <a:gd name="T76" fmla="*/ 1052 w 1459"/>
              <a:gd name="T77" fmla="*/ 719 h 1063"/>
              <a:gd name="T78" fmla="*/ 713 w 1459"/>
              <a:gd name="T79" fmla="*/ 586 h 1063"/>
              <a:gd name="T80" fmla="*/ 633 w 1459"/>
              <a:gd name="T81" fmla="*/ 597 h 1063"/>
              <a:gd name="T82" fmla="*/ 619 w 1459"/>
              <a:gd name="T83" fmla="*/ 925 h 1063"/>
              <a:gd name="T84" fmla="*/ 618 w 1459"/>
              <a:gd name="T85" fmla="*/ 957 h 1063"/>
              <a:gd name="T86" fmla="*/ 712 w 1459"/>
              <a:gd name="T87" fmla="*/ 1051 h 1063"/>
              <a:gd name="T88" fmla="*/ 744 w 1459"/>
              <a:gd name="T89" fmla="*/ 1051 h 1063"/>
              <a:gd name="T90" fmla="*/ 838 w 1459"/>
              <a:gd name="T91" fmla="*/ 957 h 1063"/>
              <a:gd name="T92" fmla="*/ 836 w 1459"/>
              <a:gd name="T93" fmla="*/ 925 h 1063"/>
              <a:gd name="T94" fmla="*/ 728 w 1459"/>
              <a:gd name="T95" fmla="*/ 883 h 1063"/>
              <a:gd name="T96" fmla="*/ 619 w 1459"/>
              <a:gd name="T97" fmla="*/ 925 h 1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59" h="1063">
                <a:moveTo>
                  <a:pt x="0" y="331"/>
                </a:moveTo>
                <a:cubicBezTo>
                  <a:pt x="48" y="290"/>
                  <a:pt x="94" y="247"/>
                  <a:pt x="145" y="211"/>
                </a:cubicBezTo>
                <a:cubicBezTo>
                  <a:pt x="270" y="121"/>
                  <a:pt x="410" y="65"/>
                  <a:pt x="562" y="41"/>
                </a:cubicBezTo>
                <a:cubicBezTo>
                  <a:pt x="825" y="0"/>
                  <a:pt x="1069" y="52"/>
                  <a:pt x="1293" y="197"/>
                </a:cubicBezTo>
                <a:cubicBezTo>
                  <a:pt x="1349" y="234"/>
                  <a:pt x="1400" y="277"/>
                  <a:pt x="1448" y="324"/>
                </a:cubicBezTo>
                <a:cubicBezTo>
                  <a:pt x="1458" y="334"/>
                  <a:pt x="1459" y="341"/>
                  <a:pt x="1448" y="352"/>
                </a:cubicBezTo>
                <a:cubicBezTo>
                  <a:pt x="1415" y="386"/>
                  <a:pt x="1382" y="419"/>
                  <a:pt x="1348" y="452"/>
                </a:cubicBezTo>
                <a:cubicBezTo>
                  <a:pt x="1337" y="463"/>
                  <a:pt x="1330" y="462"/>
                  <a:pt x="1318" y="450"/>
                </a:cubicBezTo>
                <a:cubicBezTo>
                  <a:pt x="1272" y="406"/>
                  <a:pt x="1222" y="366"/>
                  <a:pt x="1168" y="333"/>
                </a:cubicBezTo>
                <a:cubicBezTo>
                  <a:pt x="1061" y="267"/>
                  <a:pt x="946" y="227"/>
                  <a:pt x="822" y="214"/>
                </a:cubicBezTo>
                <a:cubicBezTo>
                  <a:pt x="607" y="191"/>
                  <a:pt x="411" y="242"/>
                  <a:pt x="236" y="368"/>
                </a:cubicBezTo>
                <a:cubicBezTo>
                  <a:pt x="202" y="393"/>
                  <a:pt x="171" y="422"/>
                  <a:pt x="139" y="450"/>
                </a:cubicBezTo>
                <a:cubicBezTo>
                  <a:pt x="124" y="463"/>
                  <a:pt x="119" y="463"/>
                  <a:pt x="104" y="449"/>
                </a:cubicBezTo>
                <a:cubicBezTo>
                  <a:pt x="70" y="414"/>
                  <a:pt x="35" y="380"/>
                  <a:pt x="0" y="345"/>
                </a:cubicBezTo>
                <a:cubicBezTo>
                  <a:pt x="0" y="340"/>
                  <a:pt x="0" y="335"/>
                  <a:pt x="0" y="331"/>
                </a:cubicBezTo>
                <a:close/>
                <a:moveTo>
                  <a:pt x="622" y="315"/>
                </a:moveTo>
                <a:cubicBezTo>
                  <a:pt x="462" y="338"/>
                  <a:pt x="324" y="407"/>
                  <a:pt x="208" y="519"/>
                </a:cubicBezTo>
                <a:cubicBezTo>
                  <a:pt x="195" y="532"/>
                  <a:pt x="195" y="539"/>
                  <a:pt x="208" y="553"/>
                </a:cubicBezTo>
                <a:cubicBezTo>
                  <a:pt x="236" y="581"/>
                  <a:pt x="264" y="608"/>
                  <a:pt x="291" y="636"/>
                </a:cubicBezTo>
                <a:cubicBezTo>
                  <a:pt x="319" y="664"/>
                  <a:pt x="319" y="664"/>
                  <a:pt x="347" y="638"/>
                </a:cubicBezTo>
                <a:cubicBezTo>
                  <a:pt x="399" y="589"/>
                  <a:pt x="458" y="552"/>
                  <a:pt x="524" y="527"/>
                </a:cubicBezTo>
                <a:cubicBezTo>
                  <a:pt x="601" y="497"/>
                  <a:pt x="681" y="485"/>
                  <a:pt x="764" y="490"/>
                </a:cubicBezTo>
                <a:cubicBezTo>
                  <a:pt x="829" y="494"/>
                  <a:pt x="891" y="509"/>
                  <a:pt x="950" y="534"/>
                </a:cubicBezTo>
                <a:cubicBezTo>
                  <a:pt x="1014" y="561"/>
                  <a:pt x="1069" y="600"/>
                  <a:pt x="1119" y="647"/>
                </a:cubicBezTo>
                <a:cubicBezTo>
                  <a:pt x="1134" y="661"/>
                  <a:pt x="1139" y="661"/>
                  <a:pt x="1154" y="647"/>
                </a:cubicBezTo>
                <a:cubicBezTo>
                  <a:pt x="1185" y="616"/>
                  <a:pt x="1216" y="585"/>
                  <a:pt x="1247" y="553"/>
                </a:cubicBezTo>
                <a:cubicBezTo>
                  <a:pt x="1261" y="539"/>
                  <a:pt x="1261" y="533"/>
                  <a:pt x="1247" y="519"/>
                </a:cubicBezTo>
                <a:cubicBezTo>
                  <a:pt x="1102" y="380"/>
                  <a:pt x="929" y="310"/>
                  <a:pt x="715" y="307"/>
                </a:cubicBezTo>
                <a:cubicBezTo>
                  <a:pt x="693" y="308"/>
                  <a:pt x="657" y="309"/>
                  <a:pt x="622" y="315"/>
                </a:cubicBezTo>
                <a:close/>
                <a:moveTo>
                  <a:pt x="633" y="597"/>
                </a:moveTo>
                <a:cubicBezTo>
                  <a:pt x="546" y="615"/>
                  <a:pt x="471" y="655"/>
                  <a:pt x="407" y="716"/>
                </a:cubicBezTo>
                <a:cubicBezTo>
                  <a:pt x="393" y="730"/>
                  <a:pt x="392" y="737"/>
                  <a:pt x="406" y="750"/>
                </a:cubicBezTo>
                <a:cubicBezTo>
                  <a:pt x="434" y="779"/>
                  <a:pt x="463" y="807"/>
                  <a:pt x="491" y="836"/>
                </a:cubicBezTo>
                <a:cubicBezTo>
                  <a:pt x="516" y="861"/>
                  <a:pt x="516" y="861"/>
                  <a:pt x="543" y="837"/>
                </a:cubicBezTo>
                <a:cubicBezTo>
                  <a:pt x="607" y="782"/>
                  <a:pt x="681" y="760"/>
                  <a:pt x="765" y="771"/>
                </a:cubicBezTo>
                <a:cubicBezTo>
                  <a:pt x="826" y="778"/>
                  <a:pt x="878" y="804"/>
                  <a:pt x="922" y="846"/>
                </a:cubicBezTo>
                <a:cubicBezTo>
                  <a:pt x="935" y="858"/>
                  <a:pt x="942" y="858"/>
                  <a:pt x="954" y="847"/>
                </a:cubicBezTo>
                <a:cubicBezTo>
                  <a:pt x="987" y="814"/>
                  <a:pt x="1019" y="781"/>
                  <a:pt x="1052" y="748"/>
                </a:cubicBezTo>
                <a:cubicBezTo>
                  <a:pt x="1063" y="737"/>
                  <a:pt x="1063" y="730"/>
                  <a:pt x="1052" y="719"/>
                </a:cubicBezTo>
                <a:cubicBezTo>
                  <a:pt x="961" y="632"/>
                  <a:pt x="853" y="589"/>
                  <a:pt x="713" y="586"/>
                </a:cubicBezTo>
                <a:cubicBezTo>
                  <a:pt x="696" y="589"/>
                  <a:pt x="664" y="590"/>
                  <a:pt x="633" y="597"/>
                </a:cubicBezTo>
                <a:close/>
                <a:moveTo>
                  <a:pt x="619" y="925"/>
                </a:moveTo>
                <a:cubicBezTo>
                  <a:pt x="606" y="937"/>
                  <a:pt x="605" y="945"/>
                  <a:pt x="618" y="957"/>
                </a:cubicBezTo>
                <a:cubicBezTo>
                  <a:pt x="649" y="989"/>
                  <a:pt x="681" y="1020"/>
                  <a:pt x="712" y="1051"/>
                </a:cubicBezTo>
                <a:cubicBezTo>
                  <a:pt x="724" y="1063"/>
                  <a:pt x="732" y="1063"/>
                  <a:pt x="744" y="1051"/>
                </a:cubicBezTo>
                <a:cubicBezTo>
                  <a:pt x="775" y="1020"/>
                  <a:pt x="807" y="989"/>
                  <a:pt x="838" y="957"/>
                </a:cubicBezTo>
                <a:cubicBezTo>
                  <a:pt x="850" y="945"/>
                  <a:pt x="850" y="937"/>
                  <a:pt x="836" y="925"/>
                </a:cubicBezTo>
                <a:cubicBezTo>
                  <a:pt x="806" y="897"/>
                  <a:pt x="769" y="884"/>
                  <a:pt x="728" y="883"/>
                </a:cubicBezTo>
                <a:cubicBezTo>
                  <a:pt x="687" y="884"/>
                  <a:pt x="650" y="897"/>
                  <a:pt x="619" y="9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70D8741-50EF-73A7-24B6-C18A0E14551C}"/>
              </a:ext>
            </a:extLst>
          </p:cNvPr>
          <p:cNvSpPr>
            <a:spLocks noEditPoints="1"/>
          </p:cNvSpPr>
          <p:nvPr/>
        </p:nvSpPr>
        <p:spPr bwMode="auto">
          <a:xfrm rot="16200000" flipV="1">
            <a:off x="5435127" y="2176263"/>
            <a:ext cx="206039" cy="150322"/>
          </a:xfrm>
          <a:custGeom>
            <a:avLst/>
            <a:gdLst>
              <a:gd name="T0" fmla="*/ 0 w 1459"/>
              <a:gd name="T1" fmla="*/ 331 h 1063"/>
              <a:gd name="T2" fmla="*/ 145 w 1459"/>
              <a:gd name="T3" fmla="*/ 211 h 1063"/>
              <a:gd name="T4" fmla="*/ 562 w 1459"/>
              <a:gd name="T5" fmla="*/ 41 h 1063"/>
              <a:gd name="T6" fmla="*/ 1293 w 1459"/>
              <a:gd name="T7" fmla="*/ 197 h 1063"/>
              <a:gd name="T8" fmla="*/ 1448 w 1459"/>
              <a:gd name="T9" fmla="*/ 324 h 1063"/>
              <a:gd name="T10" fmla="*/ 1448 w 1459"/>
              <a:gd name="T11" fmla="*/ 352 h 1063"/>
              <a:gd name="T12" fmla="*/ 1348 w 1459"/>
              <a:gd name="T13" fmla="*/ 452 h 1063"/>
              <a:gd name="T14" fmla="*/ 1318 w 1459"/>
              <a:gd name="T15" fmla="*/ 450 h 1063"/>
              <a:gd name="T16" fmla="*/ 1168 w 1459"/>
              <a:gd name="T17" fmla="*/ 333 h 1063"/>
              <a:gd name="T18" fmla="*/ 822 w 1459"/>
              <a:gd name="T19" fmla="*/ 214 h 1063"/>
              <a:gd name="T20" fmla="*/ 236 w 1459"/>
              <a:gd name="T21" fmla="*/ 368 h 1063"/>
              <a:gd name="T22" fmla="*/ 139 w 1459"/>
              <a:gd name="T23" fmla="*/ 450 h 1063"/>
              <a:gd name="T24" fmla="*/ 104 w 1459"/>
              <a:gd name="T25" fmla="*/ 449 h 1063"/>
              <a:gd name="T26" fmla="*/ 0 w 1459"/>
              <a:gd name="T27" fmla="*/ 345 h 1063"/>
              <a:gd name="T28" fmla="*/ 0 w 1459"/>
              <a:gd name="T29" fmla="*/ 331 h 1063"/>
              <a:gd name="T30" fmla="*/ 622 w 1459"/>
              <a:gd name="T31" fmla="*/ 315 h 1063"/>
              <a:gd name="T32" fmla="*/ 208 w 1459"/>
              <a:gd name="T33" fmla="*/ 519 h 1063"/>
              <a:gd name="T34" fmla="*/ 208 w 1459"/>
              <a:gd name="T35" fmla="*/ 553 h 1063"/>
              <a:gd name="T36" fmla="*/ 291 w 1459"/>
              <a:gd name="T37" fmla="*/ 636 h 1063"/>
              <a:gd name="T38" fmla="*/ 347 w 1459"/>
              <a:gd name="T39" fmla="*/ 638 h 1063"/>
              <a:gd name="T40" fmla="*/ 524 w 1459"/>
              <a:gd name="T41" fmla="*/ 527 h 1063"/>
              <a:gd name="T42" fmla="*/ 764 w 1459"/>
              <a:gd name="T43" fmla="*/ 490 h 1063"/>
              <a:gd name="T44" fmla="*/ 950 w 1459"/>
              <a:gd name="T45" fmla="*/ 534 h 1063"/>
              <a:gd name="T46" fmla="*/ 1119 w 1459"/>
              <a:gd name="T47" fmla="*/ 647 h 1063"/>
              <a:gd name="T48" fmla="*/ 1154 w 1459"/>
              <a:gd name="T49" fmla="*/ 647 h 1063"/>
              <a:gd name="T50" fmla="*/ 1247 w 1459"/>
              <a:gd name="T51" fmla="*/ 553 h 1063"/>
              <a:gd name="T52" fmla="*/ 1247 w 1459"/>
              <a:gd name="T53" fmla="*/ 519 h 1063"/>
              <a:gd name="T54" fmla="*/ 715 w 1459"/>
              <a:gd name="T55" fmla="*/ 307 h 1063"/>
              <a:gd name="T56" fmla="*/ 622 w 1459"/>
              <a:gd name="T57" fmla="*/ 315 h 1063"/>
              <a:gd name="T58" fmla="*/ 633 w 1459"/>
              <a:gd name="T59" fmla="*/ 597 h 1063"/>
              <a:gd name="T60" fmla="*/ 407 w 1459"/>
              <a:gd name="T61" fmla="*/ 716 h 1063"/>
              <a:gd name="T62" fmla="*/ 406 w 1459"/>
              <a:gd name="T63" fmla="*/ 750 h 1063"/>
              <a:gd name="T64" fmla="*/ 491 w 1459"/>
              <a:gd name="T65" fmla="*/ 836 h 1063"/>
              <a:gd name="T66" fmla="*/ 543 w 1459"/>
              <a:gd name="T67" fmla="*/ 837 h 1063"/>
              <a:gd name="T68" fmla="*/ 765 w 1459"/>
              <a:gd name="T69" fmla="*/ 771 h 1063"/>
              <a:gd name="T70" fmla="*/ 922 w 1459"/>
              <a:gd name="T71" fmla="*/ 846 h 1063"/>
              <a:gd name="T72" fmla="*/ 954 w 1459"/>
              <a:gd name="T73" fmla="*/ 847 h 1063"/>
              <a:gd name="T74" fmla="*/ 1052 w 1459"/>
              <a:gd name="T75" fmla="*/ 748 h 1063"/>
              <a:gd name="T76" fmla="*/ 1052 w 1459"/>
              <a:gd name="T77" fmla="*/ 719 h 1063"/>
              <a:gd name="T78" fmla="*/ 713 w 1459"/>
              <a:gd name="T79" fmla="*/ 586 h 1063"/>
              <a:gd name="T80" fmla="*/ 633 w 1459"/>
              <a:gd name="T81" fmla="*/ 597 h 1063"/>
              <a:gd name="T82" fmla="*/ 619 w 1459"/>
              <a:gd name="T83" fmla="*/ 925 h 1063"/>
              <a:gd name="T84" fmla="*/ 618 w 1459"/>
              <a:gd name="T85" fmla="*/ 957 h 1063"/>
              <a:gd name="T86" fmla="*/ 712 w 1459"/>
              <a:gd name="T87" fmla="*/ 1051 h 1063"/>
              <a:gd name="T88" fmla="*/ 744 w 1459"/>
              <a:gd name="T89" fmla="*/ 1051 h 1063"/>
              <a:gd name="T90" fmla="*/ 838 w 1459"/>
              <a:gd name="T91" fmla="*/ 957 h 1063"/>
              <a:gd name="T92" fmla="*/ 836 w 1459"/>
              <a:gd name="T93" fmla="*/ 925 h 1063"/>
              <a:gd name="T94" fmla="*/ 728 w 1459"/>
              <a:gd name="T95" fmla="*/ 883 h 1063"/>
              <a:gd name="T96" fmla="*/ 619 w 1459"/>
              <a:gd name="T97" fmla="*/ 925 h 1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59" h="1063">
                <a:moveTo>
                  <a:pt x="0" y="331"/>
                </a:moveTo>
                <a:cubicBezTo>
                  <a:pt x="48" y="290"/>
                  <a:pt x="94" y="247"/>
                  <a:pt x="145" y="211"/>
                </a:cubicBezTo>
                <a:cubicBezTo>
                  <a:pt x="270" y="121"/>
                  <a:pt x="410" y="65"/>
                  <a:pt x="562" y="41"/>
                </a:cubicBezTo>
                <a:cubicBezTo>
                  <a:pt x="825" y="0"/>
                  <a:pt x="1069" y="52"/>
                  <a:pt x="1293" y="197"/>
                </a:cubicBezTo>
                <a:cubicBezTo>
                  <a:pt x="1349" y="234"/>
                  <a:pt x="1400" y="277"/>
                  <a:pt x="1448" y="324"/>
                </a:cubicBezTo>
                <a:cubicBezTo>
                  <a:pt x="1458" y="334"/>
                  <a:pt x="1459" y="341"/>
                  <a:pt x="1448" y="352"/>
                </a:cubicBezTo>
                <a:cubicBezTo>
                  <a:pt x="1415" y="386"/>
                  <a:pt x="1382" y="419"/>
                  <a:pt x="1348" y="452"/>
                </a:cubicBezTo>
                <a:cubicBezTo>
                  <a:pt x="1337" y="463"/>
                  <a:pt x="1330" y="462"/>
                  <a:pt x="1318" y="450"/>
                </a:cubicBezTo>
                <a:cubicBezTo>
                  <a:pt x="1272" y="406"/>
                  <a:pt x="1222" y="366"/>
                  <a:pt x="1168" y="333"/>
                </a:cubicBezTo>
                <a:cubicBezTo>
                  <a:pt x="1061" y="267"/>
                  <a:pt x="946" y="227"/>
                  <a:pt x="822" y="214"/>
                </a:cubicBezTo>
                <a:cubicBezTo>
                  <a:pt x="607" y="191"/>
                  <a:pt x="411" y="242"/>
                  <a:pt x="236" y="368"/>
                </a:cubicBezTo>
                <a:cubicBezTo>
                  <a:pt x="202" y="393"/>
                  <a:pt x="171" y="422"/>
                  <a:pt x="139" y="450"/>
                </a:cubicBezTo>
                <a:cubicBezTo>
                  <a:pt x="124" y="463"/>
                  <a:pt x="119" y="463"/>
                  <a:pt x="104" y="449"/>
                </a:cubicBezTo>
                <a:cubicBezTo>
                  <a:pt x="70" y="414"/>
                  <a:pt x="35" y="380"/>
                  <a:pt x="0" y="345"/>
                </a:cubicBezTo>
                <a:cubicBezTo>
                  <a:pt x="0" y="340"/>
                  <a:pt x="0" y="335"/>
                  <a:pt x="0" y="331"/>
                </a:cubicBezTo>
                <a:close/>
                <a:moveTo>
                  <a:pt x="622" y="315"/>
                </a:moveTo>
                <a:cubicBezTo>
                  <a:pt x="462" y="338"/>
                  <a:pt x="324" y="407"/>
                  <a:pt x="208" y="519"/>
                </a:cubicBezTo>
                <a:cubicBezTo>
                  <a:pt x="195" y="532"/>
                  <a:pt x="195" y="539"/>
                  <a:pt x="208" y="553"/>
                </a:cubicBezTo>
                <a:cubicBezTo>
                  <a:pt x="236" y="581"/>
                  <a:pt x="264" y="608"/>
                  <a:pt x="291" y="636"/>
                </a:cubicBezTo>
                <a:cubicBezTo>
                  <a:pt x="319" y="664"/>
                  <a:pt x="319" y="664"/>
                  <a:pt x="347" y="638"/>
                </a:cubicBezTo>
                <a:cubicBezTo>
                  <a:pt x="399" y="589"/>
                  <a:pt x="458" y="552"/>
                  <a:pt x="524" y="527"/>
                </a:cubicBezTo>
                <a:cubicBezTo>
                  <a:pt x="601" y="497"/>
                  <a:pt x="681" y="485"/>
                  <a:pt x="764" y="490"/>
                </a:cubicBezTo>
                <a:cubicBezTo>
                  <a:pt x="829" y="494"/>
                  <a:pt x="891" y="509"/>
                  <a:pt x="950" y="534"/>
                </a:cubicBezTo>
                <a:cubicBezTo>
                  <a:pt x="1014" y="561"/>
                  <a:pt x="1069" y="600"/>
                  <a:pt x="1119" y="647"/>
                </a:cubicBezTo>
                <a:cubicBezTo>
                  <a:pt x="1134" y="661"/>
                  <a:pt x="1139" y="661"/>
                  <a:pt x="1154" y="647"/>
                </a:cubicBezTo>
                <a:cubicBezTo>
                  <a:pt x="1185" y="616"/>
                  <a:pt x="1216" y="585"/>
                  <a:pt x="1247" y="553"/>
                </a:cubicBezTo>
                <a:cubicBezTo>
                  <a:pt x="1261" y="539"/>
                  <a:pt x="1261" y="533"/>
                  <a:pt x="1247" y="519"/>
                </a:cubicBezTo>
                <a:cubicBezTo>
                  <a:pt x="1102" y="380"/>
                  <a:pt x="929" y="310"/>
                  <a:pt x="715" y="307"/>
                </a:cubicBezTo>
                <a:cubicBezTo>
                  <a:pt x="693" y="308"/>
                  <a:pt x="657" y="309"/>
                  <a:pt x="622" y="315"/>
                </a:cubicBezTo>
                <a:close/>
                <a:moveTo>
                  <a:pt x="633" y="597"/>
                </a:moveTo>
                <a:cubicBezTo>
                  <a:pt x="546" y="615"/>
                  <a:pt x="471" y="655"/>
                  <a:pt x="407" y="716"/>
                </a:cubicBezTo>
                <a:cubicBezTo>
                  <a:pt x="393" y="730"/>
                  <a:pt x="392" y="737"/>
                  <a:pt x="406" y="750"/>
                </a:cubicBezTo>
                <a:cubicBezTo>
                  <a:pt x="434" y="779"/>
                  <a:pt x="463" y="807"/>
                  <a:pt x="491" y="836"/>
                </a:cubicBezTo>
                <a:cubicBezTo>
                  <a:pt x="516" y="861"/>
                  <a:pt x="516" y="861"/>
                  <a:pt x="543" y="837"/>
                </a:cubicBezTo>
                <a:cubicBezTo>
                  <a:pt x="607" y="782"/>
                  <a:pt x="681" y="760"/>
                  <a:pt x="765" y="771"/>
                </a:cubicBezTo>
                <a:cubicBezTo>
                  <a:pt x="826" y="778"/>
                  <a:pt x="878" y="804"/>
                  <a:pt x="922" y="846"/>
                </a:cubicBezTo>
                <a:cubicBezTo>
                  <a:pt x="935" y="858"/>
                  <a:pt x="942" y="858"/>
                  <a:pt x="954" y="847"/>
                </a:cubicBezTo>
                <a:cubicBezTo>
                  <a:pt x="987" y="814"/>
                  <a:pt x="1019" y="781"/>
                  <a:pt x="1052" y="748"/>
                </a:cubicBezTo>
                <a:cubicBezTo>
                  <a:pt x="1063" y="737"/>
                  <a:pt x="1063" y="730"/>
                  <a:pt x="1052" y="719"/>
                </a:cubicBezTo>
                <a:cubicBezTo>
                  <a:pt x="961" y="632"/>
                  <a:pt x="853" y="589"/>
                  <a:pt x="713" y="586"/>
                </a:cubicBezTo>
                <a:cubicBezTo>
                  <a:pt x="696" y="589"/>
                  <a:pt x="664" y="590"/>
                  <a:pt x="633" y="597"/>
                </a:cubicBezTo>
                <a:close/>
                <a:moveTo>
                  <a:pt x="619" y="925"/>
                </a:moveTo>
                <a:cubicBezTo>
                  <a:pt x="606" y="937"/>
                  <a:pt x="605" y="945"/>
                  <a:pt x="618" y="957"/>
                </a:cubicBezTo>
                <a:cubicBezTo>
                  <a:pt x="649" y="989"/>
                  <a:pt x="681" y="1020"/>
                  <a:pt x="712" y="1051"/>
                </a:cubicBezTo>
                <a:cubicBezTo>
                  <a:pt x="724" y="1063"/>
                  <a:pt x="732" y="1063"/>
                  <a:pt x="744" y="1051"/>
                </a:cubicBezTo>
                <a:cubicBezTo>
                  <a:pt x="775" y="1020"/>
                  <a:pt x="807" y="989"/>
                  <a:pt x="838" y="957"/>
                </a:cubicBezTo>
                <a:cubicBezTo>
                  <a:pt x="850" y="945"/>
                  <a:pt x="850" y="937"/>
                  <a:pt x="836" y="925"/>
                </a:cubicBezTo>
                <a:cubicBezTo>
                  <a:pt x="806" y="897"/>
                  <a:pt x="769" y="884"/>
                  <a:pt x="728" y="883"/>
                </a:cubicBezTo>
                <a:cubicBezTo>
                  <a:pt x="687" y="884"/>
                  <a:pt x="650" y="897"/>
                  <a:pt x="619" y="9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" name="Freeform 9">
            <a:extLst>
              <a:ext uri="{FF2B5EF4-FFF2-40B4-BE49-F238E27FC236}">
                <a16:creationId xmlns:a16="http://schemas.microsoft.com/office/drawing/2014/main" id="{97BDC728-02AB-26C7-1FC1-77591D9E7262}"/>
              </a:ext>
            </a:extLst>
          </p:cNvPr>
          <p:cNvSpPr>
            <a:spLocks noEditPoints="1"/>
          </p:cNvSpPr>
          <p:nvPr/>
        </p:nvSpPr>
        <p:spPr bwMode="auto">
          <a:xfrm rot="5400000" flipV="1">
            <a:off x="4773523" y="2176263"/>
            <a:ext cx="206039" cy="150322"/>
          </a:xfrm>
          <a:custGeom>
            <a:avLst/>
            <a:gdLst>
              <a:gd name="T0" fmla="*/ 0 w 1459"/>
              <a:gd name="T1" fmla="*/ 331 h 1063"/>
              <a:gd name="T2" fmla="*/ 145 w 1459"/>
              <a:gd name="T3" fmla="*/ 211 h 1063"/>
              <a:gd name="T4" fmla="*/ 562 w 1459"/>
              <a:gd name="T5" fmla="*/ 41 h 1063"/>
              <a:gd name="T6" fmla="*/ 1293 w 1459"/>
              <a:gd name="T7" fmla="*/ 197 h 1063"/>
              <a:gd name="T8" fmla="*/ 1448 w 1459"/>
              <a:gd name="T9" fmla="*/ 324 h 1063"/>
              <a:gd name="T10" fmla="*/ 1448 w 1459"/>
              <a:gd name="T11" fmla="*/ 352 h 1063"/>
              <a:gd name="T12" fmla="*/ 1348 w 1459"/>
              <a:gd name="T13" fmla="*/ 452 h 1063"/>
              <a:gd name="T14" fmla="*/ 1318 w 1459"/>
              <a:gd name="T15" fmla="*/ 450 h 1063"/>
              <a:gd name="T16" fmla="*/ 1168 w 1459"/>
              <a:gd name="T17" fmla="*/ 333 h 1063"/>
              <a:gd name="T18" fmla="*/ 822 w 1459"/>
              <a:gd name="T19" fmla="*/ 214 h 1063"/>
              <a:gd name="T20" fmla="*/ 236 w 1459"/>
              <a:gd name="T21" fmla="*/ 368 h 1063"/>
              <a:gd name="T22" fmla="*/ 139 w 1459"/>
              <a:gd name="T23" fmla="*/ 450 h 1063"/>
              <a:gd name="T24" fmla="*/ 104 w 1459"/>
              <a:gd name="T25" fmla="*/ 449 h 1063"/>
              <a:gd name="T26" fmla="*/ 0 w 1459"/>
              <a:gd name="T27" fmla="*/ 345 h 1063"/>
              <a:gd name="T28" fmla="*/ 0 w 1459"/>
              <a:gd name="T29" fmla="*/ 331 h 1063"/>
              <a:gd name="T30" fmla="*/ 622 w 1459"/>
              <a:gd name="T31" fmla="*/ 315 h 1063"/>
              <a:gd name="T32" fmla="*/ 208 w 1459"/>
              <a:gd name="T33" fmla="*/ 519 h 1063"/>
              <a:gd name="T34" fmla="*/ 208 w 1459"/>
              <a:gd name="T35" fmla="*/ 553 h 1063"/>
              <a:gd name="T36" fmla="*/ 291 w 1459"/>
              <a:gd name="T37" fmla="*/ 636 h 1063"/>
              <a:gd name="T38" fmla="*/ 347 w 1459"/>
              <a:gd name="T39" fmla="*/ 638 h 1063"/>
              <a:gd name="T40" fmla="*/ 524 w 1459"/>
              <a:gd name="T41" fmla="*/ 527 h 1063"/>
              <a:gd name="T42" fmla="*/ 764 w 1459"/>
              <a:gd name="T43" fmla="*/ 490 h 1063"/>
              <a:gd name="T44" fmla="*/ 950 w 1459"/>
              <a:gd name="T45" fmla="*/ 534 h 1063"/>
              <a:gd name="T46" fmla="*/ 1119 w 1459"/>
              <a:gd name="T47" fmla="*/ 647 h 1063"/>
              <a:gd name="T48" fmla="*/ 1154 w 1459"/>
              <a:gd name="T49" fmla="*/ 647 h 1063"/>
              <a:gd name="T50" fmla="*/ 1247 w 1459"/>
              <a:gd name="T51" fmla="*/ 553 h 1063"/>
              <a:gd name="T52" fmla="*/ 1247 w 1459"/>
              <a:gd name="T53" fmla="*/ 519 h 1063"/>
              <a:gd name="T54" fmla="*/ 715 w 1459"/>
              <a:gd name="T55" fmla="*/ 307 h 1063"/>
              <a:gd name="T56" fmla="*/ 622 w 1459"/>
              <a:gd name="T57" fmla="*/ 315 h 1063"/>
              <a:gd name="T58" fmla="*/ 633 w 1459"/>
              <a:gd name="T59" fmla="*/ 597 h 1063"/>
              <a:gd name="T60" fmla="*/ 407 w 1459"/>
              <a:gd name="T61" fmla="*/ 716 h 1063"/>
              <a:gd name="T62" fmla="*/ 406 w 1459"/>
              <a:gd name="T63" fmla="*/ 750 h 1063"/>
              <a:gd name="T64" fmla="*/ 491 w 1459"/>
              <a:gd name="T65" fmla="*/ 836 h 1063"/>
              <a:gd name="T66" fmla="*/ 543 w 1459"/>
              <a:gd name="T67" fmla="*/ 837 h 1063"/>
              <a:gd name="T68" fmla="*/ 765 w 1459"/>
              <a:gd name="T69" fmla="*/ 771 h 1063"/>
              <a:gd name="T70" fmla="*/ 922 w 1459"/>
              <a:gd name="T71" fmla="*/ 846 h 1063"/>
              <a:gd name="T72" fmla="*/ 954 w 1459"/>
              <a:gd name="T73" fmla="*/ 847 h 1063"/>
              <a:gd name="T74" fmla="*/ 1052 w 1459"/>
              <a:gd name="T75" fmla="*/ 748 h 1063"/>
              <a:gd name="T76" fmla="*/ 1052 w 1459"/>
              <a:gd name="T77" fmla="*/ 719 h 1063"/>
              <a:gd name="T78" fmla="*/ 713 w 1459"/>
              <a:gd name="T79" fmla="*/ 586 h 1063"/>
              <a:gd name="T80" fmla="*/ 633 w 1459"/>
              <a:gd name="T81" fmla="*/ 597 h 1063"/>
              <a:gd name="T82" fmla="*/ 619 w 1459"/>
              <a:gd name="T83" fmla="*/ 925 h 1063"/>
              <a:gd name="T84" fmla="*/ 618 w 1459"/>
              <a:gd name="T85" fmla="*/ 957 h 1063"/>
              <a:gd name="T86" fmla="*/ 712 w 1459"/>
              <a:gd name="T87" fmla="*/ 1051 h 1063"/>
              <a:gd name="T88" fmla="*/ 744 w 1459"/>
              <a:gd name="T89" fmla="*/ 1051 h 1063"/>
              <a:gd name="T90" fmla="*/ 838 w 1459"/>
              <a:gd name="T91" fmla="*/ 957 h 1063"/>
              <a:gd name="T92" fmla="*/ 836 w 1459"/>
              <a:gd name="T93" fmla="*/ 925 h 1063"/>
              <a:gd name="T94" fmla="*/ 728 w 1459"/>
              <a:gd name="T95" fmla="*/ 883 h 1063"/>
              <a:gd name="T96" fmla="*/ 619 w 1459"/>
              <a:gd name="T97" fmla="*/ 925 h 1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59" h="1063">
                <a:moveTo>
                  <a:pt x="0" y="331"/>
                </a:moveTo>
                <a:cubicBezTo>
                  <a:pt x="48" y="290"/>
                  <a:pt x="94" y="247"/>
                  <a:pt x="145" y="211"/>
                </a:cubicBezTo>
                <a:cubicBezTo>
                  <a:pt x="270" y="121"/>
                  <a:pt x="410" y="65"/>
                  <a:pt x="562" y="41"/>
                </a:cubicBezTo>
                <a:cubicBezTo>
                  <a:pt x="825" y="0"/>
                  <a:pt x="1069" y="52"/>
                  <a:pt x="1293" y="197"/>
                </a:cubicBezTo>
                <a:cubicBezTo>
                  <a:pt x="1349" y="234"/>
                  <a:pt x="1400" y="277"/>
                  <a:pt x="1448" y="324"/>
                </a:cubicBezTo>
                <a:cubicBezTo>
                  <a:pt x="1458" y="334"/>
                  <a:pt x="1459" y="341"/>
                  <a:pt x="1448" y="352"/>
                </a:cubicBezTo>
                <a:cubicBezTo>
                  <a:pt x="1415" y="386"/>
                  <a:pt x="1382" y="419"/>
                  <a:pt x="1348" y="452"/>
                </a:cubicBezTo>
                <a:cubicBezTo>
                  <a:pt x="1337" y="463"/>
                  <a:pt x="1330" y="462"/>
                  <a:pt x="1318" y="450"/>
                </a:cubicBezTo>
                <a:cubicBezTo>
                  <a:pt x="1272" y="406"/>
                  <a:pt x="1222" y="366"/>
                  <a:pt x="1168" y="333"/>
                </a:cubicBezTo>
                <a:cubicBezTo>
                  <a:pt x="1061" y="267"/>
                  <a:pt x="946" y="227"/>
                  <a:pt x="822" y="214"/>
                </a:cubicBezTo>
                <a:cubicBezTo>
                  <a:pt x="607" y="191"/>
                  <a:pt x="411" y="242"/>
                  <a:pt x="236" y="368"/>
                </a:cubicBezTo>
                <a:cubicBezTo>
                  <a:pt x="202" y="393"/>
                  <a:pt x="171" y="422"/>
                  <a:pt x="139" y="450"/>
                </a:cubicBezTo>
                <a:cubicBezTo>
                  <a:pt x="124" y="463"/>
                  <a:pt x="119" y="463"/>
                  <a:pt x="104" y="449"/>
                </a:cubicBezTo>
                <a:cubicBezTo>
                  <a:pt x="70" y="414"/>
                  <a:pt x="35" y="380"/>
                  <a:pt x="0" y="345"/>
                </a:cubicBezTo>
                <a:cubicBezTo>
                  <a:pt x="0" y="340"/>
                  <a:pt x="0" y="335"/>
                  <a:pt x="0" y="331"/>
                </a:cubicBezTo>
                <a:close/>
                <a:moveTo>
                  <a:pt x="622" y="315"/>
                </a:moveTo>
                <a:cubicBezTo>
                  <a:pt x="462" y="338"/>
                  <a:pt x="324" y="407"/>
                  <a:pt x="208" y="519"/>
                </a:cubicBezTo>
                <a:cubicBezTo>
                  <a:pt x="195" y="532"/>
                  <a:pt x="195" y="539"/>
                  <a:pt x="208" y="553"/>
                </a:cubicBezTo>
                <a:cubicBezTo>
                  <a:pt x="236" y="581"/>
                  <a:pt x="264" y="608"/>
                  <a:pt x="291" y="636"/>
                </a:cubicBezTo>
                <a:cubicBezTo>
                  <a:pt x="319" y="664"/>
                  <a:pt x="319" y="664"/>
                  <a:pt x="347" y="638"/>
                </a:cubicBezTo>
                <a:cubicBezTo>
                  <a:pt x="399" y="589"/>
                  <a:pt x="458" y="552"/>
                  <a:pt x="524" y="527"/>
                </a:cubicBezTo>
                <a:cubicBezTo>
                  <a:pt x="601" y="497"/>
                  <a:pt x="681" y="485"/>
                  <a:pt x="764" y="490"/>
                </a:cubicBezTo>
                <a:cubicBezTo>
                  <a:pt x="829" y="494"/>
                  <a:pt x="891" y="509"/>
                  <a:pt x="950" y="534"/>
                </a:cubicBezTo>
                <a:cubicBezTo>
                  <a:pt x="1014" y="561"/>
                  <a:pt x="1069" y="600"/>
                  <a:pt x="1119" y="647"/>
                </a:cubicBezTo>
                <a:cubicBezTo>
                  <a:pt x="1134" y="661"/>
                  <a:pt x="1139" y="661"/>
                  <a:pt x="1154" y="647"/>
                </a:cubicBezTo>
                <a:cubicBezTo>
                  <a:pt x="1185" y="616"/>
                  <a:pt x="1216" y="585"/>
                  <a:pt x="1247" y="553"/>
                </a:cubicBezTo>
                <a:cubicBezTo>
                  <a:pt x="1261" y="539"/>
                  <a:pt x="1261" y="533"/>
                  <a:pt x="1247" y="519"/>
                </a:cubicBezTo>
                <a:cubicBezTo>
                  <a:pt x="1102" y="380"/>
                  <a:pt x="929" y="310"/>
                  <a:pt x="715" y="307"/>
                </a:cubicBezTo>
                <a:cubicBezTo>
                  <a:pt x="693" y="308"/>
                  <a:pt x="657" y="309"/>
                  <a:pt x="622" y="315"/>
                </a:cubicBezTo>
                <a:close/>
                <a:moveTo>
                  <a:pt x="633" y="597"/>
                </a:moveTo>
                <a:cubicBezTo>
                  <a:pt x="546" y="615"/>
                  <a:pt x="471" y="655"/>
                  <a:pt x="407" y="716"/>
                </a:cubicBezTo>
                <a:cubicBezTo>
                  <a:pt x="393" y="730"/>
                  <a:pt x="392" y="737"/>
                  <a:pt x="406" y="750"/>
                </a:cubicBezTo>
                <a:cubicBezTo>
                  <a:pt x="434" y="779"/>
                  <a:pt x="463" y="807"/>
                  <a:pt x="491" y="836"/>
                </a:cubicBezTo>
                <a:cubicBezTo>
                  <a:pt x="516" y="861"/>
                  <a:pt x="516" y="861"/>
                  <a:pt x="543" y="837"/>
                </a:cubicBezTo>
                <a:cubicBezTo>
                  <a:pt x="607" y="782"/>
                  <a:pt x="681" y="760"/>
                  <a:pt x="765" y="771"/>
                </a:cubicBezTo>
                <a:cubicBezTo>
                  <a:pt x="826" y="778"/>
                  <a:pt x="878" y="804"/>
                  <a:pt x="922" y="846"/>
                </a:cubicBezTo>
                <a:cubicBezTo>
                  <a:pt x="935" y="858"/>
                  <a:pt x="942" y="858"/>
                  <a:pt x="954" y="847"/>
                </a:cubicBezTo>
                <a:cubicBezTo>
                  <a:pt x="987" y="814"/>
                  <a:pt x="1019" y="781"/>
                  <a:pt x="1052" y="748"/>
                </a:cubicBezTo>
                <a:cubicBezTo>
                  <a:pt x="1063" y="737"/>
                  <a:pt x="1063" y="730"/>
                  <a:pt x="1052" y="719"/>
                </a:cubicBezTo>
                <a:cubicBezTo>
                  <a:pt x="961" y="632"/>
                  <a:pt x="853" y="589"/>
                  <a:pt x="713" y="586"/>
                </a:cubicBezTo>
                <a:cubicBezTo>
                  <a:pt x="696" y="589"/>
                  <a:pt x="664" y="590"/>
                  <a:pt x="633" y="597"/>
                </a:cubicBezTo>
                <a:close/>
                <a:moveTo>
                  <a:pt x="619" y="925"/>
                </a:moveTo>
                <a:cubicBezTo>
                  <a:pt x="606" y="937"/>
                  <a:pt x="605" y="945"/>
                  <a:pt x="618" y="957"/>
                </a:cubicBezTo>
                <a:cubicBezTo>
                  <a:pt x="649" y="989"/>
                  <a:pt x="681" y="1020"/>
                  <a:pt x="712" y="1051"/>
                </a:cubicBezTo>
                <a:cubicBezTo>
                  <a:pt x="724" y="1063"/>
                  <a:pt x="732" y="1063"/>
                  <a:pt x="744" y="1051"/>
                </a:cubicBezTo>
                <a:cubicBezTo>
                  <a:pt x="775" y="1020"/>
                  <a:pt x="807" y="989"/>
                  <a:pt x="838" y="957"/>
                </a:cubicBezTo>
                <a:cubicBezTo>
                  <a:pt x="850" y="945"/>
                  <a:pt x="850" y="937"/>
                  <a:pt x="836" y="925"/>
                </a:cubicBezTo>
                <a:cubicBezTo>
                  <a:pt x="806" y="897"/>
                  <a:pt x="769" y="884"/>
                  <a:pt x="728" y="883"/>
                </a:cubicBezTo>
                <a:cubicBezTo>
                  <a:pt x="687" y="884"/>
                  <a:pt x="650" y="897"/>
                  <a:pt x="619" y="9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" name="Freeform 9">
            <a:extLst>
              <a:ext uri="{FF2B5EF4-FFF2-40B4-BE49-F238E27FC236}">
                <a16:creationId xmlns:a16="http://schemas.microsoft.com/office/drawing/2014/main" id="{7CCBAA39-AB9C-A394-30D4-A2D70979E4B8}"/>
              </a:ext>
            </a:extLst>
          </p:cNvPr>
          <p:cNvSpPr>
            <a:spLocks noEditPoints="1"/>
          </p:cNvSpPr>
          <p:nvPr/>
        </p:nvSpPr>
        <p:spPr bwMode="auto">
          <a:xfrm rot="16200000" flipV="1">
            <a:off x="10377323" y="2154903"/>
            <a:ext cx="206039" cy="150322"/>
          </a:xfrm>
          <a:custGeom>
            <a:avLst/>
            <a:gdLst>
              <a:gd name="T0" fmla="*/ 0 w 1459"/>
              <a:gd name="T1" fmla="*/ 331 h 1063"/>
              <a:gd name="T2" fmla="*/ 145 w 1459"/>
              <a:gd name="T3" fmla="*/ 211 h 1063"/>
              <a:gd name="T4" fmla="*/ 562 w 1459"/>
              <a:gd name="T5" fmla="*/ 41 h 1063"/>
              <a:gd name="T6" fmla="*/ 1293 w 1459"/>
              <a:gd name="T7" fmla="*/ 197 h 1063"/>
              <a:gd name="T8" fmla="*/ 1448 w 1459"/>
              <a:gd name="T9" fmla="*/ 324 h 1063"/>
              <a:gd name="T10" fmla="*/ 1448 w 1459"/>
              <a:gd name="T11" fmla="*/ 352 h 1063"/>
              <a:gd name="T12" fmla="*/ 1348 w 1459"/>
              <a:gd name="T13" fmla="*/ 452 h 1063"/>
              <a:gd name="T14" fmla="*/ 1318 w 1459"/>
              <a:gd name="T15" fmla="*/ 450 h 1063"/>
              <a:gd name="T16" fmla="*/ 1168 w 1459"/>
              <a:gd name="T17" fmla="*/ 333 h 1063"/>
              <a:gd name="T18" fmla="*/ 822 w 1459"/>
              <a:gd name="T19" fmla="*/ 214 h 1063"/>
              <a:gd name="T20" fmla="*/ 236 w 1459"/>
              <a:gd name="T21" fmla="*/ 368 h 1063"/>
              <a:gd name="T22" fmla="*/ 139 w 1459"/>
              <a:gd name="T23" fmla="*/ 450 h 1063"/>
              <a:gd name="T24" fmla="*/ 104 w 1459"/>
              <a:gd name="T25" fmla="*/ 449 h 1063"/>
              <a:gd name="T26" fmla="*/ 0 w 1459"/>
              <a:gd name="T27" fmla="*/ 345 h 1063"/>
              <a:gd name="T28" fmla="*/ 0 w 1459"/>
              <a:gd name="T29" fmla="*/ 331 h 1063"/>
              <a:gd name="T30" fmla="*/ 622 w 1459"/>
              <a:gd name="T31" fmla="*/ 315 h 1063"/>
              <a:gd name="T32" fmla="*/ 208 w 1459"/>
              <a:gd name="T33" fmla="*/ 519 h 1063"/>
              <a:gd name="T34" fmla="*/ 208 w 1459"/>
              <a:gd name="T35" fmla="*/ 553 h 1063"/>
              <a:gd name="T36" fmla="*/ 291 w 1459"/>
              <a:gd name="T37" fmla="*/ 636 h 1063"/>
              <a:gd name="T38" fmla="*/ 347 w 1459"/>
              <a:gd name="T39" fmla="*/ 638 h 1063"/>
              <a:gd name="T40" fmla="*/ 524 w 1459"/>
              <a:gd name="T41" fmla="*/ 527 h 1063"/>
              <a:gd name="T42" fmla="*/ 764 w 1459"/>
              <a:gd name="T43" fmla="*/ 490 h 1063"/>
              <a:gd name="T44" fmla="*/ 950 w 1459"/>
              <a:gd name="T45" fmla="*/ 534 h 1063"/>
              <a:gd name="T46" fmla="*/ 1119 w 1459"/>
              <a:gd name="T47" fmla="*/ 647 h 1063"/>
              <a:gd name="T48" fmla="*/ 1154 w 1459"/>
              <a:gd name="T49" fmla="*/ 647 h 1063"/>
              <a:gd name="T50" fmla="*/ 1247 w 1459"/>
              <a:gd name="T51" fmla="*/ 553 h 1063"/>
              <a:gd name="T52" fmla="*/ 1247 w 1459"/>
              <a:gd name="T53" fmla="*/ 519 h 1063"/>
              <a:gd name="T54" fmla="*/ 715 w 1459"/>
              <a:gd name="T55" fmla="*/ 307 h 1063"/>
              <a:gd name="T56" fmla="*/ 622 w 1459"/>
              <a:gd name="T57" fmla="*/ 315 h 1063"/>
              <a:gd name="T58" fmla="*/ 633 w 1459"/>
              <a:gd name="T59" fmla="*/ 597 h 1063"/>
              <a:gd name="T60" fmla="*/ 407 w 1459"/>
              <a:gd name="T61" fmla="*/ 716 h 1063"/>
              <a:gd name="T62" fmla="*/ 406 w 1459"/>
              <a:gd name="T63" fmla="*/ 750 h 1063"/>
              <a:gd name="T64" fmla="*/ 491 w 1459"/>
              <a:gd name="T65" fmla="*/ 836 h 1063"/>
              <a:gd name="T66" fmla="*/ 543 w 1459"/>
              <a:gd name="T67" fmla="*/ 837 h 1063"/>
              <a:gd name="T68" fmla="*/ 765 w 1459"/>
              <a:gd name="T69" fmla="*/ 771 h 1063"/>
              <a:gd name="T70" fmla="*/ 922 w 1459"/>
              <a:gd name="T71" fmla="*/ 846 h 1063"/>
              <a:gd name="T72" fmla="*/ 954 w 1459"/>
              <a:gd name="T73" fmla="*/ 847 h 1063"/>
              <a:gd name="T74" fmla="*/ 1052 w 1459"/>
              <a:gd name="T75" fmla="*/ 748 h 1063"/>
              <a:gd name="T76" fmla="*/ 1052 w 1459"/>
              <a:gd name="T77" fmla="*/ 719 h 1063"/>
              <a:gd name="T78" fmla="*/ 713 w 1459"/>
              <a:gd name="T79" fmla="*/ 586 h 1063"/>
              <a:gd name="T80" fmla="*/ 633 w 1459"/>
              <a:gd name="T81" fmla="*/ 597 h 1063"/>
              <a:gd name="T82" fmla="*/ 619 w 1459"/>
              <a:gd name="T83" fmla="*/ 925 h 1063"/>
              <a:gd name="T84" fmla="*/ 618 w 1459"/>
              <a:gd name="T85" fmla="*/ 957 h 1063"/>
              <a:gd name="T86" fmla="*/ 712 w 1459"/>
              <a:gd name="T87" fmla="*/ 1051 h 1063"/>
              <a:gd name="T88" fmla="*/ 744 w 1459"/>
              <a:gd name="T89" fmla="*/ 1051 h 1063"/>
              <a:gd name="T90" fmla="*/ 838 w 1459"/>
              <a:gd name="T91" fmla="*/ 957 h 1063"/>
              <a:gd name="T92" fmla="*/ 836 w 1459"/>
              <a:gd name="T93" fmla="*/ 925 h 1063"/>
              <a:gd name="T94" fmla="*/ 728 w 1459"/>
              <a:gd name="T95" fmla="*/ 883 h 1063"/>
              <a:gd name="T96" fmla="*/ 619 w 1459"/>
              <a:gd name="T97" fmla="*/ 925 h 1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59" h="1063">
                <a:moveTo>
                  <a:pt x="0" y="331"/>
                </a:moveTo>
                <a:cubicBezTo>
                  <a:pt x="48" y="290"/>
                  <a:pt x="94" y="247"/>
                  <a:pt x="145" y="211"/>
                </a:cubicBezTo>
                <a:cubicBezTo>
                  <a:pt x="270" y="121"/>
                  <a:pt x="410" y="65"/>
                  <a:pt x="562" y="41"/>
                </a:cubicBezTo>
                <a:cubicBezTo>
                  <a:pt x="825" y="0"/>
                  <a:pt x="1069" y="52"/>
                  <a:pt x="1293" y="197"/>
                </a:cubicBezTo>
                <a:cubicBezTo>
                  <a:pt x="1349" y="234"/>
                  <a:pt x="1400" y="277"/>
                  <a:pt x="1448" y="324"/>
                </a:cubicBezTo>
                <a:cubicBezTo>
                  <a:pt x="1458" y="334"/>
                  <a:pt x="1459" y="341"/>
                  <a:pt x="1448" y="352"/>
                </a:cubicBezTo>
                <a:cubicBezTo>
                  <a:pt x="1415" y="386"/>
                  <a:pt x="1382" y="419"/>
                  <a:pt x="1348" y="452"/>
                </a:cubicBezTo>
                <a:cubicBezTo>
                  <a:pt x="1337" y="463"/>
                  <a:pt x="1330" y="462"/>
                  <a:pt x="1318" y="450"/>
                </a:cubicBezTo>
                <a:cubicBezTo>
                  <a:pt x="1272" y="406"/>
                  <a:pt x="1222" y="366"/>
                  <a:pt x="1168" y="333"/>
                </a:cubicBezTo>
                <a:cubicBezTo>
                  <a:pt x="1061" y="267"/>
                  <a:pt x="946" y="227"/>
                  <a:pt x="822" y="214"/>
                </a:cubicBezTo>
                <a:cubicBezTo>
                  <a:pt x="607" y="191"/>
                  <a:pt x="411" y="242"/>
                  <a:pt x="236" y="368"/>
                </a:cubicBezTo>
                <a:cubicBezTo>
                  <a:pt x="202" y="393"/>
                  <a:pt x="171" y="422"/>
                  <a:pt x="139" y="450"/>
                </a:cubicBezTo>
                <a:cubicBezTo>
                  <a:pt x="124" y="463"/>
                  <a:pt x="119" y="463"/>
                  <a:pt x="104" y="449"/>
                </a:cubicBezTo>
                <a:cubicBezTo>
                  <a:pt x="70" y="414"/>
                  <a:pt x="35" y="380"/>
                  <a:pt x="0" y="345"/>
                </a:cubicBezTo>
                <a:cubicBezTo>
                  <a:pt x="0" y="340"/>
                  <a:pt x="0" y="335"/>
                  <a:pt x="0" y="331"/>
                </a:cubicBezTo>
                <a:close/>
                <a:moveTo>
                  <a:pt x="622" y="315"/>
                </a:moveTo>
                <a:cubicBezTo>
                  <a:pt x="462" y="338"/>
                  <a:pt x="324" y="407"/>
                  <a:pt x="208" y="519"/>
                </a:cubicBezTo>
                <a:cubicBezTo>
                  <a:pt x="195" y="532"/>
                  <a:pt x="195" y="539"/>
                  <a:pt x="208" y="553"/>
                </a:cubicBezTo>
                <a:cubicBezTo>
                  <a:pt x="236" y="581"/>
                  <a:pt x="264" y="608"/>
                  <a:pt x="291" y="636"/>
                </a:cubicBezTo>
                <a:cubicBezTo>
                  <a:pt x="319" y="664"/>
                  <a:pt x="319" y="664"/>
                  <a:pt x="347" y="638"/>
                </a:cubicBezTo>
                <a:cubicBezTo>
                  <a:pt x="399" y="589"/>
                  <a:pt x="458" y="552"/>
                  <a:pt x="524" y="527"/>
                </a:cubicBezTo>
                <a:cubicBezTo>
                  <a:pt x="601" y="497"/>
                  <a:pt x="681" y="485"/>
                  <a:pt x="764" y="490"/>
                </a:cubicBezTo>
                <a:cubicBezTo>
                  <a:pt x="829" y="494"/>
                  <a:pt x="891" y="509"/>
                  <a:pt x="950" y="534"/>
                </a:cubicBezTo>
                <a:cubicBezTo>
                  <a:pt x="1014" y="561"/>
                  <a:pt x="1069" y="600"/>
                  <a:pt x="1119" y="647"/>
                </a:cubicBezTo>
                <a:cubicBezTo>
                  <a:pt x="1134" y="661"/>
                  <a:pt x="1139" y="661"/>
                  <a:pt x="1154" y="647"/>
                </a:cubicBezTo>
                <a:cubicBezTo>
                  <a:pt x="1185" y="616"/>
                  <a:pt x="1216" y="585"/>
                  <a:pt x="1247" y="553"/>
                </a:cubicBezTo>
                <a:cubicBezTo>
                  <a:pt x="1261" y="539"/>
                  <a:pt x="1261" y="533"/>
                  <a:pt x="1247" y="519"/>
                </a:cubicBezTo>
                <a:cubicBezTo>
                  <a:pt x="1102" y="380"/>
                  <a:pt x="929" y="310"/>
                  <a:pt x="715" y="307"/>
                </a:cubicBezTo>
                <a:cubicBezTo>
                  <a:pt x="693" y="308"/>
                  <a:pt x="657" y="309"/>
                  <a:pt x="622" y="315"/>
                </a:cubicBezTo>
                <a:close/>
                <a:moveTo>
                  <a:pt x="633" y="597"/>
                </a:moveTo>
                <a:cubicBezTo>
                  <a:pt x="546" y="615"/>
                  <a:pt x="471" y="655"/>
                  <a:pt x="407" y="716"/>
                </a:cubicBezTo>
                <a:cubicBezTo>
                  <a:pt x="393" y="730"/>
                  <a:pt x="392" y="737"/>
                  <a:pt x="406" y="750"/>
                </a:cubicBezTo>
                <a:cubicBezTo>
                  <a:pt x="434" y="779"/>
                  <a:pt x="463" y="807"/>
                  <a:pt x="491" y="836"/>
                </a:cubicBezTo>
                <a:cubicBezTo>
                  <a:pt x="516" y="861"/>
                  <a:pt x="516" y="861"/>
                  <a:pt x="543" y="837"/>
                </a:cubicBezTo>
                <a:cubicBezTo>
                  <a:pt x="607" y="782"/>
                  <a:pt x="681" y="760"/>
                  <a:pt x="765" y="771"/>
                </a:cubicBezTo>
                <a:cubicBezTo>
                  <a:pt x="826" y="778"/>
                  <a:pt x="878" y="804"/>
                  <a:pt x="922" y="846"/>
                </a:cubicBezTo>
                <a:cubicBezTo>
                  <a:pt x="935" y="858"/>
                  <a:pt x="942" y="858"/>
                  <a:pt x="954" y="847"/>
                </a:cubicBezTo>
                <a:cubicBezTo>
                  <a:pt x="987" y="814"/>
                  <a:pt x="1019" y="781"/>
                  <a:pt x="1052" y="748"/>
                </a:cubicBezTo>
                <a:cubicBezTo>
                  <a:pt x="1063" y="737"/>
                  <a:pt x="1063" y="730"/>
                  <a:pt x="1052" y="719"/>
                </a:cubicBezTo>
                <a:cubicBezTo>
                  <a:pt x="961" y="632"/>
                  <a:pt x="853" y="589"/>
                  <a:pt x="713" y="586"/>
                </a:cubicBezTo>
                <a:cubicBezTo>
                  <a:pt x="696" y="589"/>
                  <a:pt x="664" y="590"/>
                  <a:pt x="633" y="597"/>
                </a:cubicBezTo>
                <a:close/>
                <a:moveTo>
                  <a:pt x="619" y="925"/>
                </a:moveTo>
                <a:cubicBezTo>
                  <a:pt x="606" y="937"/>
                  <a:pt x="605" y="945"/>
                  <a:pt x="618" y="957"/>
                </a:cubicBezTo>
                <a:cubicBezTo>
                  <a:pt x="649" y="989"/>
                  <a:pt x="681" y="1020"/>
                  <a:pt x="712" y="1051"/>
                </a:cubicBezTo>
                <a:cubicBezTo>
                  <a:pt x="724" y="1063"/>
                  <a:pt x="732" y="1063"/>
                  <a:pt x="744" y="1051"/>
                </a:cubicBezTo>
                <a:cubicBezTo>
                  <a:pt x="775" y="1020"/>
                  <a:pt x="807" y="989"/>
                  <a:pt x="838" y="957"/>
                </a:cubicBezTo>
                <a:cubicBezTo>
                  <a:pt x="850" y="945"/>
                  <a:pt x="850" y="937"/>
                  <a:pt x="836" y="925"/>
                </a:cubicBezTo>
                <a:cubicBezTo>
                  <a:pt x="806" y="897"/>
                  <a:pt x="769" y="884"/>
                  <a:pt x="728" y="883"/>
                </a:cubicBezTo>
                <a:cubicBezTo>
                  <a:pt x="687" y="884"/>
                  <a:pt x="650" y="897"/>
                  <a:pt x="619" y="9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393700">
              <a:srgbClr val="00B0F0">
                <a:alpha val="40000"/>
              </a:srgb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" name="Freeform 9">
            <a:extLst>
              <a:ext uri="{FF2B5EF4-FFF2-40B4-BE49-F238E27FC236}">
                <a16:creationId xmlns:a16="http://schemas.microsoft.com/office/drawing/2014/main" id="{9B17F1B1-3CBA-0F78-F812-E8181449997A}"/>
              </a:ext>
            </a:extLst>
          </p:cNvPr>
          <p:cNvSpPr>
            <a:spLocks noEditPoints="1"/>
          </p:cNvSpPr>
          <p:nvPr/>
        </p:nvSpPr>
        <p:spPr bwMode="auto">
          <a:xfrm rot="10800000" flipV="1">
            <a:off x="9813368" y="1839120"/>
            <a:ext cx="206039" cy="150322"/>
          </a:xfrm>
          <a:custGeom>
            <a:avLst/>
            <a:gdLst>
              <a:gd name="T0" fmla="*/ 0 w 1459"/>
              <a:gd name="T1" fmla="*/ 331 h 1063"/>
              <a:gd name="T2" fmla="*/ 145 w 1459"/>
              <a:gd name="T3" fmla="*/ 211 h 1063"/>
              <a:gd name="T4" fmla="*/ 562 w 1459"/>
              <a:gd name="T5" fmla="*/ 41 h 1063"/>
              <a:gd name="T6" fmla="*/ 1293 w 1459"/>
              <a:gd name="T7" fmla="*/ 197 h 1063"/>
              <a:gd name="T8" fmla="*/ 1448 w 1459"/>
              <a:gd name="T9" fmla="*/ 324 h 1063"/>
              <a:gd name="T10" fmla="*/ 1448 w 1459"/>
              <a:gd name="T11" fmla="*/ 352 h 1063"/>
              <a:gd name="T12" fmla="*/ 1348 w 1459"/>
              <a:gd name="T13" fmla="*/ 452 h 1063"/>
              <a:gd name="T14" fmla="*/ 1318 w 1459"/>
              <a:gd name="T15" fmla="*/ 450 h 1063"/>
              <a:gd name="T16" fmla="*/ 1168 w 1459"/>
              <a:gd name="T17" fmla="*/ 333 h 1063"/>
              <a:gd name="T18" fmla="*/ 822 w 1459"/>
              <a:gd name="T19" fmla="*/ 214 h 1063"/>
              <a:gd name="T20" fmla="*/ 236 w 1459"/>
              <a:gd name="T21" fmla="*/ 368 h 1063"/>
              <a:gd name="T22" fmla="*/ 139 w 1459"/>
              <a:gd name="T23" fmla="*/ 450 h 1063"/>
              <a:gd name="T24" fmla="*/ 104 w 1459"/>
              <a:gd name="T25" fmla="*/ 449 h 1063"/>
              <a:gd name="T26" fmla="*/ 0 w 1459"/>
              <a:gd name="T27" fmla="*/ 345 h 1063"/>
              <a:gd name="T28" fmla="*/ 0 w 1459"/>
              <a:gd name="T29" fmla="*/ 331 h 1063"/>
              <a:gd name="T30" fmla="*/ 622 w 1459"/>
              <a:gd name="T31" fmla="*/ 315 h 1063"/>
              <a:gd name="T32" fmla="*/ 208 w 1459"/>
              <a:gd name="T33" fmla="*/ 519 h 1063"/>
              <a:gd name="T34" fmla="*/ 208 w 1459"/>
              <a:gd name="T35" fmla="*/ 553 h 1063"/>
              <a:gd name="T36" fmla="*/ 291 w 1459"/>
              <a:gd name="T37" fmla="*/ 636 h 1063"/>
              <a:gd name="T38" fmla="*/ 347 w 1459"/>
              <a:gd name="T39" fmla="*/ 638 h 1063"/>
              <a:gd name="T40" fmla="*/ 524 w 1459"/>
              <a:gd name="T41" fmla="*/ 527 h 1063"/>
              <a:gd name="T42" fmla="*/ 764 w 1459"/>
              <a:gd name="T43" fmla="*/ 490 h 1063"/>
              <a:gd name="T44" fmla="*/ 950 w 1459"/>
              <a:gd name="T45" fmla="*/ 534 h 1063"/>
              <a:gd name="T46" fmla="*/ 1119 w 1459"/>
              <a:gd name="T47" fmla="*/ 647 h 1063"/>
              <a:gd name="T48" fmla="*/ 1154 w 1459"/>
              <a:gd name="T49" fmla="*/ 647 h 1063"/>
              <a:gd name="T50" fmla="*/ 1247 w 1459"/>
              <a:gd name="T51" fmla="*/ 553 h 1063"/>
              <a:gd name="T52" fmla="*/ 1247 w 1459"/>
              <a:gd name="T53" fmla="*/ 519 h 1063"/>
              <a:gd name="T54" fmla="*/ 715 w 1459"/>
              <a:gd name="T55" fmla="*/ 307 h 1063"/>
              <a:gd name="T56" fmla="*/ 622 w 1459"/>
              <a:gd name="T57" fmla="*/ 315 h 1063"/>
              <a:gd name="T58" fmla="*/ 633 w 1459"/>
              <a:gd name="T59" fmla="*/ 597 h 1063"/>
              <a:gd name="T60" fmla="*/ 407 w 1459"/>
              <a:gd name="T61" fmla="*/ 716 h 1063"/>
              <a:gd name="T62" fmla="*/ 406 w 1459"/>
              <a:gd name="T63" fmla="*/ 750 h 1063"/>
              <a:gd name="T64" fmla="*/ 491 w 1459"/>
              <a:gd name="T65" fmla="*/ 836 h 1063"/>
              <a:gd name="T66" fmla="*/ 543 w 1459"/>
              <a:gd name="T67" fmla="*/ 837 h 1063"/>
              <a:gd name="T68" fmla="*/ 765 w 1459"/>
              <a:gd name="T69" fmla="*/ 771 h 1063"/>
              <a:gd name="T70" fmla="*/ 922 w 1459"/>
              <a:gd name="T71" fmla="*/ 846 h 1063"/>
              <a:gd name="T72" fmla="*/ 954 w 1459"/>
              <a:gd name="T73" fmla="*/ 847 h 1063"/>
              <a:gd name="T74" fmla="*/ 1052 w 1459"/>
              <a:gd name="T75" fmla="*/ 748 h 1063"/>
              <a:gd name="T76" fmla="*/ 1052 w 1459"/>
              <a:gd name="T77" fmla="*/ 719 h 1063"/>
              <a:gd name="T78" fmla="*/ 713 w 1459"/>
              <a:gd name="T79" fmla="*/ 586 h 1063"/>
              <a:gd name="T80" fmla="*/ 633 w 1459"/>
              <a:gd name="T81" fmla="*/ 597 h 1063"/>
              <a:gd name="T82" fmla="*/ 619 w 1459"/>
              <a:gd name="T83" fmla="*/ 925 h 1063"/>
              <a:gd name="T84" fmla="*/ 618 w 1459"/>
              <a:gd name="T85" fmla="*/ 957 h 1063"/>
              <a:gd name="T86" fmla="*/ 712 w 1459"/>
              <a:gd name="T87" fmla="*/ 1051 h 1063"/>
              <a:gd name="T88" fmla="*/ 744 w 1459"/>
              <a:gd name="T89" fmla="*/ 1051 h 1063"/>
              <a:gd name="T90" fmla="*/ 838 w 1459"/>
              <a:gd name="T91" fmla="*/ 957 h 1063"/>
              <a:gd name="T92" fmla="*/ 836 w 1459"/>
              <a:gd name="T93" fmla="*/ 925 h 1063"/>
              <a:gd name="T94" fmla="*/ 728 w 1459"/>
              <a:gd name="T95" fmla="*/ 883 h 1063"/>
              <a:gd name="T96" fmla="*/ 619 w 1459"/>
              <a:gd name="T97" fmla="*/ 925 h 1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59" h="1063">
                <a:moveTo>
                  <a:pt x="0" y="331"/>
                </a:moveTo>
                <a:cubicBezTo>
                  <a:pt x="48" y="290"/>
                  <a:pt x="94" y="247"/>
                  <a:pt x="145" y="211"/>
                </a:cubicBezTo>
                <a:cubicBezTo>
                  <a:pt x="270" y="121"/>
                  <a:pt x="410" y="65"/>
                  <a:pt x="562" y="41"/>
                </a:cubicBezTo>
                <a:cubicBezTo>
                  <a:pt x="825" y="0"/>
                  <a:pt x="1069" y="52"/>
                  <a:pt x="1293" y="197"/>
                </a:cubicBezTo>
                <a:cubicBezTo>
                  <a:pt x="1349" y="234"/>
                  <a:pt x="1400" y="277"/>
                  <a:pt x="1448" y="324"/>
                </a:cubicBezTo>
                <a:cubicBezTo>
                  <a:pt x="1458" y="334"/>
                  <a:pt x="1459" y="341"/>
                  <a:pt x="1448" y="352"/>
                </a:cubicBezTo>
                <a:cubicBezTo>
                  <a:pt x="1415" y="386"/>
                  <a:pt x="1382" y="419"/>
                  <a:pt x="1348" y="452"/>
                </a:cubicBezTo>
                <a:cubicBezTo>
                  <a:pt x="1337" y="463"/>
                  <a:pt x="1330" y="462"/>
                  <a:pt x="1318" y="450"/>
                </a:cubicBezTo>
                <a:cubicBezTo>
                  <a:pt x="1272" y="406"/>
                  <a:pt x="1222" y="366"/>
                  <a:pt x="1168" y="333"/>
                </a:cubicBezTo>
                <a:cubicBezTo>
                  <a:pt x="1061" y="267"/>
                  <a:pt x="946" y="227"/>
                  <a:pt x="822" y="214"/>
                </a:cubicBezTo>
                <a:cubicBezTo>
                  <a:pt x="607" y="191"/>
                  <a:pt x="411" y="242"/>
                  <a:pt x="236" y="368"/>
                </a:cubicBezTo>
                <a:cubicBezTo>
                  <a:pt x="202" y="393"/>
                  <a:pt x="171" y="422"/>
                  <a:pt x="139" y="450"/>
                </a:cubicBezTo>
                <a:cubicBezTo>
                  <a:pt x="124" y="463"/>
                  <a:pt x="119" y="463"/>
                  <a:pt x="104" y="449"/>
                </a:cubicBezTo>
                <a:cubicBezTo>
                  <a:pt x="70" y="414"/>
                  <a:pt x="35" y="380"/>
                  <a:pt x="0" y="345"/>
                </a:cubicBezTo>
                <a:cubicBezTo>
                  <a:pt x="0" y="340"/>
                  <a:pt x="0" y="335"/>
                  <a:pt x="0" y="331"/>
                </a:cubicBezTo>
                <a:close/>
                <a:moveTo>
                  <a:pt x="622" y="315"/>
                </a:moveTo>
                <a:cubicBezTo>
                  <a:pt x="462" y="338"/>
                  <a:pt x="324" y="407"/>
                  <a:pt x="208" y="519"/>
                </a:cubicBezTo>
                <a:cubicBezTo>
                  <a:pt x="195" y="532"/>
                  <a:pt x="195" y="539"/>
                  <a:pt x="208" y="553"/>
                </a:cubicBezTo>
                <a:cubicBezTo>
                  <a:pt x="236" y="581"/>
                  <a:pt x="264" y="608"/>
                  <a:pt x="291" y="636"/>
                </a:cubicBezTo>
                <a:cubicBezTo>
                  <a:pt x="319" y="664"/>
                  <a:pt x="319" y="664"/>
                  <a:pt x="347" y="638"/>
                </a:cubicBezTo>
                <a:cubicBezTo>
                  <a:pt x="399" y="589"/>
                  <a:pt x="458" y="552"/>
                  <a:pt x="524" y="527"/>
                </a:cubicBezTo>
                <a:cubicBezTo>
                  <a:pt x="601" y="497"/>
                  <a:pt x="681" y="485"/>
                  <a:pt x="764" y="490"/>
                </a:cubicBezTo>
                <a:cubicBezTo>
                  <a:pt x="829" y="494"/>
                  <a:pt x="891" y="509"/>
                  <a:pt x="950" y="534"/>
                </a:cubicBezTo>
                <a:cubicBezTo>
                  <a:pt x="1014" y="561"/>
                  <a:pt x="1069" y="600"/>
                  <a:pt x="1119" y="647"/>
                </a:cubicBezTo>
                <a:cubicBezTo>
                  <a:pt x="1134" y="661"/>
                  <a:pt x="1139" y="661"/>
                  <a:pt x="1154" y="647"/>
                </a:cubicBezTo>
                <a:cubicBezTo>
                  <a:pt x="1185" y="616"/>
                  <a:pt x="1216" y="585"/>
                  <a:pt x="1247" y="553"/>
                </a:cubicBezTo>
                <a:cubicBezTo>
                  <a:pt x="1261" y="539"/>
                  <a:pt x="1261" y="533"/>
                  <a:pt x="1247" y="519"/>
                </a:cubicBezTo>
                <a:cubicBezTo>
                  <a:pt x="1102" y="380"/>
                  <a:pt x="929" y="310"/>
                  <a:pt x="715" y="307"/>
                </a:cubicBezTo>
                <a:cubicBezTo>
                  <a:pt x="693" y="308"/>
                  <a:pt x="657" y="309"/>
                  <a:pt x="622" y="315"/>
                </a:cubicBezTo>
                <a:close/>
                <a:moveTo>
                  <a:pt x="633" y="597"/>
                </a:moveTo>
                <a:cubicBezTo>
                  <a:pt x="546" y="615"/>
                  <a:pt x="471" y="655"/>
                  <a:pt x="407" y="716"/>
                </a:cubicBezTo>
                <a:cubicBezTo>
                  <a:pt x="393" y="730"/>
                  <a:pt x="392" y="737"/>
                  <a:pt x="406" y="750"/>
                </a:cubicBezTo>
                <a:cubicBezTo>
                  <a:pt x="434" y="779"/>
                  <a:pt x="463" y="807"/>
                  <a:pt x="491" y="836"/>
                </a:cubicBezTo>
                <a:cubicBezTo>
                  <a:pt x="516" y="861"/>
                  <a:pt x="516" y="861"/>
                  <a:pt x="543" y="837"/>
                </a:cubicBezTo>
                <a:cubicBezTo>
                  <a:pt x="607" y="782"/>
                  <a:pt x="681" y="760"/>
                  <a:pt x="765" y="771"/>
                </a:cubicBezTo>
                <a:cubicBezTo>
                  <a:pt x="826" y="778"/>
                  <a:pt x="878" y="804"/>
                  <a:pt x="922" y="846"/>
                </a:cubicBezTo>
                <a:cubicBezTo>
                  <a:pt x="935" y="858"/>
                  <a:pt x="942" y="858"/>
                  <a:pt x="954" y="847"/>
                </a:cubicBezTo>
                <a:cubicBezTo>
                  <a:pt x="987" y="814"/>
                  <a:pt x="1019" y="781"/>
                  <a:pt x="1052" y="748"/>
                </a:cubicBezTo>
                <a:cubicBezTo>
                  <a:pt x="1063" y="737"/>
                  <a:pt x="1063" y="730"/>
                  <a:pt x="1052" y="719"/>
                </a:cubicBezTo>
                <a:cubicBezTo>
                  <a:pt x="961" y="632"/>
                  <a:pt x="853" y="589"/>
                  <a:pt x="713" y="586"/>
                </a:cubicBezTo>
                <a:cubicBezTo>
                  <a:pt x="696" y="589"/>
                  <a:pt x="664" y="590"/>
                  <a:pt x="633" y="597"/>
                </a:cubicBezTo>
                <a:close/>
                <a:moveTo>
                  <a:pt x="619" y="925"/>
                </a:moveTo>
                <a:cubicBezTo>
                  <a:pt x="606" y="937"/>
                  <a:pt x="605" y="945"/>
                  <a:pt x="618" y="957"/>
                </a:cubicBezTo>
                <a:cubicBezTo>
                  <a:pt x="649" y="989"/>
                  <a:pt x="681" y="1020"/>
                  <a:pt x="712" y="1051"/>
                </a:cubicBezTo>
                <a:cubicBezTo>
                  <a:pt x="724" y="1063"/>
                  <a:pt x="732" y="1063"/>
                  <a:pt x="744" y="1051"/>
                </a:cubicBezTo>
                <a:cubicBezTo>
                  <a:pt x="775" y="1020"/>
                  <a:pt x="807" y="989"/>
                  <a:pt x="838" y="957"/>
                </a:cubicBezTo>
                <a:cubicBezTo>
                  <a:pt x="850" y="945"/>
                  <a:pt x="850" y="937"/>
                  <a:pt x="836" y="925"/>
                </a:cubicBezTo>
                <a:cubicBezTo>
                  <a:pt x="806" y="897"/>
                  <a:pt x="769" y="884"/>
                  <a:pt x="728" y="883"/>
                </a:cubicBezTo>
                <a:cubicBezTo>
                  <a:pt x="687" y="884"/>
                  <a:pt x="650" y="897"/>
                  <a:pt x="619" y="9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393700">
              <a:srgbClr val="00B0F0">
                <a:alpha val="40000"/>
              </a:srgb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" name="Freeform 9">
            <a:extLst>
              <a:ext uri="{FF2B5EF4-FFF2-40B4-BE49-F238E27FC236}">
                <a16:creationId xmlns:a16="http://schemas.microsoft.com/office/drawing/2014/main" id="{B5AA0E50-0A74-10F0-95E0-CBCDEC0BD7A4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9813368" y="2502682"/>
            <a:ext cx="206039" cy="150322"/>
          </a:xfrm>
          <a:custGeom>
            <a:avLst/>
            <a:gdLst>
              <a:gd name="T0" fmla="*/ 0 w 1459"/>
              <a:gd name="T1" fmla="*/ 331 h 1063"/>
              <a:gd name="T2" fmla="*/ 145 w 1459"/>
              <a:gd name="T3" fmla="*/ 211 h 1063"/>
              <a:gd name="T4" fmla="*/ 562 w 1459"/>
              <a:gd name="T5" fmla="*/ 41 h 1063"/>
              <a:gd name="T6" fmla="*/ 1293 w 1459"/>
              <a:gd name="T7" fmla="*/ 197 h 1063"/>
              <a:gd name="T8" fmla="*/ 1448 w 1459"/>
              <a:gd name="T9" fmla="*/ 324 h 1063"/>
              <a:gd name="T10" fmla="*/ 1448 w 1459"/>
              <a:gd name="T11" fmla="*/ 352 h 1063"/>
              <a:gd name="T12" fmla="*/ 1348 w 1459"/>
              <a:gd name="T13" fmla="*/ 452 h 1063"/>
              <a:gd name="T14" fmla="*/ 1318 w 1459"/>
              <a:gd name="T15" fmla="*/ 450 h 1063"/>
              <a:gd name="T16" fmla="*/ 1168 w 1459"/>
              <a:gd name="T17" fmla="*/ 333 h 1063"/>
              <a:gd name="T18" fmla="*/ 822 w 1459"/>
              <a:gd name="T19" fmla="*/ 214 h 1063"/>
              <a:gd name="T20" fmla="*/ 236 w 1459"/>
              <a:gd name="T21" fmla="*/ 368 h 1063"/>
              <a:gd name="T22" fmla="*/ 139 w 1459"/>
              <a:gd name="T23" fmla="*/ 450 h 1063"/>
              <a:gd name="T24" fmla="*/ 104 w 1459"/>
              <a:gd name="T25" fmla="*/ 449 h 1063"/>
              <a:gd name="T26" fmla="*/ 0 w 1459"/>
              <a:gd name="T27" fmla="*/ 345 h 1063"/>
              <a:gd name="T28" fmla="*/ 0 w 1459"/>
              <a:gd name="T29" fmla="*/ 331 h 1063"/>
              <a:gd name="T30" fmla="*/ 622 w 1459"/>
              <a:gd name="T31" fmla="*/ 315 h 1063"/>
              <a:gd name="T32" fmla="*/ 208 w 1459"/>
              <a:gd name="T33" fmla="*/ 519 h 1063"/>
              <a:gd name="T34" fmla="*/ 208 w 1459"/>
              <a:gd name="T35" fmla="*/ 553 h 1063"/>
              <a:gd name="T36" fmla="*/ 291 w 1459"/>
              <a:gd name="T37" fmla="*/ 636 h 1063"/>
              <a:gd name="T38" fmla="*/ 347 w 1459"/>
              <a:gd name="T39" fmla="*/ 638 h 1063"/>
              <a:gd name="T40" fmla="*/ 524 w 1459"/>
              <a:gd name="T41" fmla="*/ 527 h 1063"/>
              <a:gd name="T42" fmla="*/ 764 w 1459"/>
              <a:gd name="T43" fmla="*/ 490 h 1063"/>
              <a:gd name="T44" fmla="*/ 950 w 1459"/>
              <a:gd name="T45" fmla="*/ 534 h 1063"/>
              <a:gd name="T46" fmla="*/ 1119 w 1459"/>
              <a:gd name="T47" fmla="*/ 647 h 1063"/>
              <a:gd name="T48" fmla="*/ 1154 w 1459"/>
              <a:gd name="T49" fmla="*/ 647 h 1063"/>
              <a:gd name="T50" fmla="*/ 1247 w 1459"/>
              <a:gd name="T51" fmla="*/ 553 h 1063"/>
              <a:gd name="T52" fmla="*/ 1247 w 1459"/>
              <a:gd name="T53" fmla="*/ 519 h 1063"/>
              <a:gd name="T54" fmla="*/ 715 w 1459"/>
              <a:gd name="T55" fmla="*/ 307 h 1063"/>
              <a:gd name="T56" fmla="*/ 622 w 1459"/>
              <a:gd name="T57" fmla="*/ 315 h 1063"/>
              <a:gd name="T58" fmla="*/ 633 w 1459"/>
              <a:gd name="T59" fmla="*/ 597 h 1063"/>
              <a:gd name="T60" fmla="*/ 407 w 1459"/>
              <a:gd name="T61" fmla="*/ 716 h 1063"/>
              <a:gd name="T62" fmla="*/ 406 w 1459"/>
              <a:gd name="T63" fmla="*/ 750 h 1063"/>
              <a:gd name="T64" fmla="*/ 491 w 1459"/>
              <a:gd name="T65" fmla="*/ 836 h 1063"/>
              <a:gd name="T66" fmla="*/ 543 w 1459"/>
              <a:gd name="T67" fmla="*/ 837 h 1063"/>
              <a:gd name="T68" fmla="*/ 765 w 1459"/>
              <a:gd name="T69" fmla="*/ 771 h 1063"/>
              <a:gd name="T70" fmla="*/ 922 w 1459"/>
              <a:gd name="T71" fmla="*/ 846 h 1063"/>
              <a:gd name="T72" fmla="*/ 954 w 1459"/>
              <a:gd name="T73" fmla="*/ 847 h 1063"/>
              <a:gd name="T74" fmla="*/ 1052 w 1459"/>
              <a:gd name="T75" fmla="*/ 748 h 1063"/>
              <a:gd name="T76" fmla="*/ 1052 w 1459"/>
              <a:gd name="T77" fmla="*/ 719 h 1063"/>
              <a:gd name="T78" fmla="*/ 713 w 1459"/>
              <a:gd name="T79" fmla="*/ 586 h 1063"/>
              <a:gd name="T80" fmla="*/ 633 w 1459"/>
              <a:gd name="T81" fmla="*/ 597 h 1063"/>
              <a:gd name="T82" fmla="*/ 619 w 1459"/>
              <a:gd name="T83" fmla="*/ 925 h 1063"/>
              <a:gd name="T84" fmla="*/ 618 w 1459"/>
              <a:gd name="T85" fmla="*/ 957 h 1063"/>
              <a:gd name="T86" fmla="*/ 712 w 1459"/>
              <a:gd name="T87" fmla="*/ 1051 h 1063"/>
              <a:gd name="T88" fmla="*/ 744 w 1459"/>
              <a:gd name="T89" fmla="*/ 1051 h 1063"/>
              <a:gd name="T90" fmla="*/ 838 w 1459"/>
              <a:gd name="T91" fmla="*/ 957 h 1063"/>
              <a:gd name="T92" fmla="*/ 836 w 1459"/>
              <a:gd name="T93" fmla="*/ 925 h 1063"/>
              <a:gd name="T94" fmla="*/ 728 w 1459"/>
              <a:gd name="T95" fmla="*/ 883 h 1063"/>
              <a:gd name="T96" fmla="*/ 619 w 1459"/>
              <a:gd name="T97" fmla="*/ 925 h 1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59" h="1063">
                <a:moveTo>
                  <a:pt x="0" y="331"/>
                </a:moveTo>
                <a:cubicBezTo>
                  <a:pt x="48" y="290"/>
                  <a:pt x="94" y="247"/>
                  <a:pt x="145" y="211"/>
                </a:cubicBezTo>
                <a:cubicBezTo>
                  <a:pt x="270" y="121"/>
                  <a:pt x="410" y="65"/>
                  <a:pt x="562" y="41"/>
                </a:cubicBezTo>
                <a:cubicBezTo>
                  <a:pt x="825" y="0"/>
                  <a:pt x="1069" y="52"/>
                  <a:pt x="1293" y="197"/>
                </a:cubicBezTo>
                <a:cubicBezTo>
                  <a:pt x="1349" y="234"/>
                  <a:pt x="1400" y="277"/>
                  <a:pt x="1448" y="324"/>
                </a:cubicBezTo>
                <a:cubicBezTo>
                  <a:pt x="1458" y="334"/>
                  <a:pt x="1459" y="341"/>
                  <a:pt x="1448" y="352"/>
                </a:cubicBezTo>
                <a:cubicBezTo>
                  <a:pt x="1415" y="386"/>
                  <a:pt x="1382" y="419"/>
                  <a:pt x="1348" y="452"/>
                </a:cubicBezTo>
                <a:cubicBezTo>
                  <a:pt x="1337" y="463"/>
                  <a:pt x="1330" y="462"/>
                  <a:pt x="1318" y="450"/>
                </a:cubicBezTo>
                <a:cubicBezTo>
                  <a:pt x="1272" y="406"/>
                  <a:pt x="1222" y="366"/>
                  <a:pt x="1168" y="333"/>
                </a:cubicBezTo>
                <a:cubicBezTo>
                  <a:pt x="1061" y="267"/>
                  <a:pt x="946" y="227"/>
                  <a:pt x="822" y="214"/>
                </a:cubicBezTo>
                <a:cubicBezTo>
                  <a:pt x="607" y="191"/>
                  <a:pt x="411" y="242"/>
                  <a:pt x="236" y="368"/>
                </a:cubicBezTo>
                <a:cubicBezTo>
                  <a:pt x="202" y="393"/>
                  <a:pt x="171" y="422"/>
                  <a:pt x="139" y="450"/>
                </a:cubicBezTo>
                <a:cubicBezTo>
                  <a:pt x="124" y="463"/>
                  <a:pt x="119" y="463"/>
                  <a:pt x="104" y="449"/>
                </a:cubicBezTo>
                <a:cubicBezTo>
                  <a:pt x="70" y="414"/>
                  <a:pt x="35" y="380"/>
                  <a:pt x="0" y="345"/>
                </a:cubicBezTo>
                <a:cubicBezTo>
                  <a:pt x="0" y="340"/>
                  <a:pt x="0" y="335"/>
                  <a:pt x="0" y="331"/>
                </a:cubicBezTo>
                <a:close/>
                <a:moveTo>
                  <a:pt x="622" y="315"/>
                </a:moveTo>
                <a:cubicBezTo>
                  <a:pt x="462" y="338"/>
                  <a:pt x="324" y="407"/>
                  <a:pt x="208" y="519"/>
                </a:cubicBezTo>
                <a:cubicBezTo>
                  <a:pt x="195" y="532"/>
                  <a:pt x="195" y="539"/>
                  <a:pt x="208" y="553"/>
                </a:cubicBezTo>
                <a:cubicBezTo>
                  <a:pt x="236" y="581"/>
                  <a:pt x="264" y="608"/>
                  <a:pt x="291" y="636"/>
                </a:cubicBezTo>
                <a:cubicBezTo>
                  <a:pt x="319" y="664"/>
                  <a:pt x="319" y="664"/>
                  <a:pt x="347" y="638"/>
                </a:cubicBezTo>
                <a:cubicBezTo>
                  <a:pt x="399" y="589"/>
                  <a:pt x="458" y="552"/>
                  <a:pt x="524" y="527"/>
                </a:cubicBezTo>
                <a:cubicBezTo>
                  <a:pt x="601" y="497"/>
                  <a:pt x="681" y="485"/>
                  <a:pt x="764" y="490"/>
                </a:cubicBezTo>
                <a:cubicBezTo>
                  <a:pt x="829" y="494"/>
                  <a:pt x="891" y="509"/>
                  <a:pt x="950" y="534"/>
                </a:cubicBezTo>
                <a:cubicBezTo>
                  <a:pt x="1014" y="561"/>
                  <a:pt x="1069" y="600"/>
                  <a:pt x="1119" y="647"/>
                </a:cubicBezTo>
                <a:cubicBezTo>
                  <a:pt x="1134" y="661"/>
                  <a:pt x="1139" y="661"/>
                  <a:pt x="1154" y="647"/>
                </a:cubicBezTo>
                <a:cubicBezTo>
                  <a:pt x="1185" y="616"/>
                  <a:pt x="1216" y="585"/>
                  <a:pt x="1247" y="553"/>
                </a:cubicBezTo>
                <a:cubicBezTo>
                  <a:pt x="1261" y="539"/>
                  <a:pt x="1261" y="533"/>
                  <a:pt x="1247" y="519"/>
                </a:cubicBezTo>
                <a:cubicBezTo>
                  <a:pt x="1102" y="380"/>
                  <a:pt x="929" y="310"/>
                  <a:pt x="715" y="307"/>
                </a:cubicBezTo>
                <a:cubicBezTo>
                  <a:pt x="693" y="308"/>
                  <a:pt x="657" y="309"/>
                  <a:pt x="622" y="315"/>
                </a:cubicBezTo>
                <a:close/>
                <a:moveTo>
                  <a:pt x="633" y="597"/>
                </a:moveTo>
                <a:cubicBezTo>
                  <a:pt x="546" y="615"/>
                  <a:pt x="471" y="655"/>
                  <a:pt x="407" y="716"/>
                </a:cubicBezTo>
                <a:cubicBezTo>
                  <a:pt x="393" y="730"/>
                  <a:pt x="392" y="737"/>
                  <a:pt x="406" y="750"/>
                </a:cubicBezTo>
                <a:cubicBezTo>
                  <a:pt x="434" y="779"/>
                  <a:pt x="463" y="807"/>
                  <a:pt x="491" y="836"/>
                </a:cubicBezTo>
                <a:cubicBezTo>
                  <a:pt x="516" y="861"/>
                  <a:pt x="516" y="861"/>
                  <a:pt x="543" y="837"/>
                </a:cubicBezTo>
                <a:cubicBezTo>
                  <a:pt x="607" y="782"/>
                  <a:pt x="681" y="760"/>
                  <a:pt x="765" y="771"/>
                </a:cubicBezTo>
                <a:cubicBezTo>
                  <a:pt x="826" y="778"/>
                  <a:pt x="878" y="804"/>
                  <a:pt x="922" y="846"/>
                </a:cubicBezTo>
                <a:cubicBezTo>
                  <a:pt x="935" y="858"/>
                  <a:pt x="942" y="858"/>
                  <a:pt x="954" y="847"/>
                </a:cubicBezTo>
                <a:cubicBezTo>
                  <a:pt x="987" y="814"/>
                  <a:pt x="1019" y="781"/>
                  <a:pt x="1052" y="748"/>
                </a:cubicBezTo>
                <a:cubicBezTo>
                  <a:pt x="1063" y="737"/>
                  <a:pt x="1063" y="730"/>
                  <a:pt x="1052" y="719"/>
                </a:cubicBezTo>
                <a:cubicBezTo>
                  <a:pt x="961" y="632"/>
                  <a:pt x="853" y="589"/>
                  <a:pt x="713" y="586"/>
                </a:cubicBezTo>
                <a:cubicBezTo>
                  <a:pt x="696" y="589"/>
                  <a:pt x="664" y="590"/>
                  <a:pt x="633" y="597"/>
                </a:cubicBezTo>
                <a:close/>
                <a:moveTo>
                  <a:pt x="619" y="925"/>
                </a:moveTo>
                <a:cubicBezTo>
                  <a:pt x="606" y="937"/>
                  <a:pt x="605" y="945"/>
                  <a:pt x="618" y="957"/>
                </a:cubicBezTo>
                <a:cubicBezTo>
                  <a:pt x="649" y="989"/>
                  <a:pt x="681" y="1020"/>
                  <a:pt x="712" y="1051"/>
                </a:cubicBezTo>
                <a:cubicBezTo>
                  <a:pt x="724" y="1063"/>
                  <a:pt x="732" y="1063"/>
                  <a:pt x="744" y="1051"/>
                </a:cubicBezTo>
                <a:cubicBezTo>
                  <a:pt x="775" y="1020"/>
                  <a:pt x="807" y="989"/>
                  <a:pt x="838" y="957"/>
                </a:cubicBezTo>
                <a:cubicBezTo>
                  <a:pt x="850" y="945"/>
                  <a:pt x="850" y="937"/>
                  <a:pt x="836" y="925"/>
                </a:cubicBezTo>
                <a:cubicBezTo>
                  <a:pt x="806" y="897"/>
                  <a:pt x="769" y="884"/>
                  <a:pt x="728" y="883"/>
                </a:cubicBezTo>
                <a:cubicBezTo>
                  <a:pt x="687" y="884"/>
                  <a:pt x="650" y="897"/>
                  <a:pt x="619" y="9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393700">
              <a:srgbClr val="00B0F0">
                <a:alpha val="40000"/>
              </a:srgb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" name="Freeform 9">
            <a:extLst>
              <a:ext uri="{FF2B5EF4-FFF2-40B4-BE49-F238E27FC236}">
                <a16:creationId xmlns:a16="http://schemas.microsoft.com/office/drawing/2014/main" id="{155426C9-1C9F-3989-0128-738726FB6377}"/>
              </a:ext>
            </a:extLst>
          </p:cNvPr>
          <p:cNvSpPr>
            <a:spLocks noEditPoints="1"/>
          </p:cNvSpPr>
          <p:nvPr/>
        </p:nvSpPr>
        <p:spPr bwMode="auto">
          <a:xfrm rot="5400000" flipH="1" flipV="1">
            <a:off x="9266319" y="2176263"/>
            <a:ext cx="206039" cy="150322"/>
          </a:xfrm>
          <a:custGeom>
            <a:avLst/>
            <a:gdLst>
              <a:gd name="T0" fmla="*/ 0 w 1459"/>
              <a:gd name="T1" fmla="*/ 331 h 1063"/>
              <a:gd name="T2" fmla="*/ 145 w 1459"/>
              <a:gd name="T3" fmla="*/ 211 h 1063"/>
              <a:gd name="T4" fmla="*/ 562 w 1459"/>
              <a:gd name="T5" fmla="*/ 41 h 1063"/>
              <a:gd name="T6" fmla="*/ 1293 w 1459"/>
              <a:gd name="T7" fmla="*/ 197 h 1063"/>
              <a:gd name="T8" fmla="*/ 1448 w 1459"/>
              <a:gd name="T9" fmla="*/ 324 h 1063"/>
              <a:gd name="T10" fmla="*/ 1448 w 1459"/>
              <a:gd name="T11" fmla="*/ 352 h 1063"/>
              <a:gd name="T12" fmla="*/ 1348 w 1459"/>
              <a:gd name="T13" fmla="*/ 452 h 1063"/>
              <a:gd name="T14" fmla="*/ 1318 w 1459"/>
              <a:gd name="T15" fmla="*/ 450 h 1063"/>
              <a:gd name="T16" fmla="*/ 1168 w 1459"/>
              <a:gd name="T17" fmla="*/ 333 h 1063"/>
              <a:gd name="T18" fmla="*/ 822 w 1459"/>
              <a:gd name="T19" fmla="*/ 214 h 1063"/>
              <a:gd name="T20" fmla="*/ 236 w 1459"/>
              <a:gd name="T21" fmla="*/ 368 h 1063"/>
              <a:gd name="T22" fmla="*/ 139 w 1459"/>
              <a:gd name="T23" fmla="*/ 450 h 1063"/>
              <a:gd name="T24" fmla="*/ 104 w 1459"/>
              <a:gd name="T25" fmla="*/ 449 h 1063"/>
              <a:gd name="T26" fmla="*/ 0 w 1459"/>
              <a:gd name="T27" fmla="*/ 345 h 1063"/>
              <a:gd name="T28" fmla="*/ 0 w 1459"/>
              <a:gd name="T29" fmla="*/ 331 h 1063"/>
              <a:gd name="T30" fmla="*/ 622 w 1459"/>
              <a:gd name="T31" fmla="*/ 315 h 1063"/>
              <a:gd name="T32" fmla="*/ 208 w 1459"/>
              <a:gd name="T33" fmla="*/ 519 h 1063"/>
              <a:gd name="T34" fmla="*/ 208 w 1459"/>
              <a:gd name="T35" fmla="*/ 553 h 1063"/>
              <a:gd name="T36" fmla="*/ 291 w 1459"/>
              <a:gd name="T37" fmla="*/ 636 h 1063"/>
              <a:gd name="T38" fmla="*/ 347 w 1459"/>
              <a:gd name="T39" fmla="*/ 638 h 1063"/>
              <a:gd name="T40" fmla="*/ 524 w 1459"/>
              <a:gd name="T41" fmla="*/ 527 h 1063"/>
              <a:gd name="T42" fmla="*/ 764 w 1459"/>
              <a:gd name="T43" fmla="*/ 490 h 1063"/>
              <a:gd name="T44" fmla="*/ 950 w 1459"/>
              <a:gd name="T45" fmla="*/ 534 h 1063"/>
              <a:gd name="T46" fmla="*/ 1119 w 1459"/>
              <a:gd name="T47" fmla="*/ 647 h 1063"/>
              <a:gd name="T48" fmla="*/ 1154 w 1459"/>
              <a:gd name="T49" fmla="*/ 647 h 1063"/>
              <a:gd name="T50" fmla="*/ 1247 w 1459"/>
              <a:gd name="T51" fmla="*/ 553 h 1063"/>
              <a:gd name="T52" fmla="*/ 1247 w 1459"/>
              <a:gd name="T53" fmla="*/ 519 h 1063"/>
              <a:gd name="T54" fmla="*/ 715 w 1459"/>
              <a:gd name="T55" fmla="*/ 307 h 1063"/>
              <a:gd name="T56" fmla="*/ 622 w 1459"/>
              <a:gd name="T57" fmla="*/ 315 h 1063"/>
              <a:gd name="T58" fmla="*/ 633 w 1459"/>
              <a:gd name="T59" fmla="*/ 597 h 1063"/>
              <a:gd name="T60" fmla="*/ 407 w 1459"/>
              <a:gd name="T61" fmla="*/ 716 h 1063"/>
              <a:gd name="T62" fmla="*/ 406 w 1459"/>
              <a:gd name="T63" fmla="*/ 750 h 1063"/>
              <a:gd name="T64" fmla="*/ 491 w 1459"/>
              <a:gd name="T65" fmla="*/ 836 h 1063"/>
              <a:gd name="T66" fmla="*/ 543 w 1459"/>
              <a:gd name="T67" fmla="*/ 837 h 1063"/>
              <a:gd name="T68" fmla="*/ 765 w 1459"/>
              <a:gd name="T69" fmla="*/ 771 h 1063"/>
              <a:gd name="T70" fmla="*/ 922 w 1459"/>
              <a:gd name="T71" fmla="*/ 846 h 1063"/>
              <a:gd name="T72" fmla="*/ 954 w 1459"/>
              <a:gd name="T73" fmla="*/ 847 h 1063"/>
              <a:gd name="T74" fmla="*/ 1052 w 1459"/>
              <a:gd name="T75" fmla="*/ 748 h 1063"/>
              <a:gd name="T76" fmla="*/ 1052 w 1459"/>
              <a:gd name="T77" fmla="*/ 719 h 1063"/>
              <a:gd name="T78" fmla="*/ 713 w 1459"/>
              <a:gd name="T79" fmla="*/ 586 h 1063"/>
              <a:gd name="T80" fmla="*/ 633 w 1459"/>
              <a:gd name="T81" fmla="*/ 597 h 1063"/>
              <a:gd name="T82" fmla="*/ 619 w 1459"/>
              <a:gd name="T83" fmla="*/ 925 h 1063"/>
              <a:gd name="T84" fmla="*/ 618 w 1459"/>
              <a:gd name="T85" fmla="*/ 957 h 1063"/>
              <a:gd name="T86" fmla="*/ 712 w 1459"/>
              <a:gd name="T87" fmla="*/ 1051 h 1063"/>
              <a:gd name="T88" fmla="*/ 744 w 1459"/>
              <a:gd name="T89" fmla="*/ 1051 h 1063"/>
              <a:gd name="T90" fmla="*/ 838 w 1459"/>
              <a:gd name="T91" fmla="*/ 957 h 1063"/>
              <a:gd name="T92" fmla="*/ 836 w 1459"/>
              <a:gd name="T93" fmla="*/ 925 h 1063"/>
              <a:gd name="T94" fmla="*/ 728 w 1459"/>
              <a:gd name="T95" fmla="*/ 883 h 1063"/>
              <a:gd name="T96" fmla="*/ 619 w 1459"/>
              <a:gd name="T97" fmla="*/ 925 h 1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59" h="1063">
                <a:moveTo>
                  <a:pt x="0" y="331"/>
                </a:moveTo>
                <a:cubicBezTo>
                  <a:pt x="48" y="290"/>
                  <a:pt x="94" y="247"/>
                  <a:pt x="145" y="211"/>
                </a:cubicBezTo>
                <a:cubicBezTo>
                  <a:pt x="270" y="121"/>
                  <a:pt x="410" y="65"/>
                  <a:pt x="562" y="41"/>
                </a:cubicBezTo>
                <a:cubicBezTo>
                  <a:pt x="825" y="0"/>
                  <a:pt x="1069" y="52"/>
                  <a:pt x="1293" y="197"/>
                </a:cubicBezTo>
                <a:cubicBezTo>
                  <a:pt x="1349" y="234"/>
                  <a:pt x="1400" y="277"/>
                  <a:pt x="1448" y="324"/>
                </a:cubicBezTo>
                <a:cubicBezTo>
                  <a:pt x="1458" y="334"/>
                  <a:pt x="1459" y="341"/>
                  <a:pt x="1448" y="352"/>
                </a:cubicBezTo>
                <a:cubicBezTo>
                  <a:pt x="1415" y="386"/>
                  <a:pt x="1382" y="419"/>
                  <a:pt x="1348" y="452"/>
                </a:cubicBezTo>
                <a:cubicBezTo>
                  <a:pt x="1337" y="463"/>
                  <a:pt x="1330" y="462"/>
                  <a:pt x="1318" y="450"/>
                </a:cubicBezTo>
                <a:cubicBezTo>
                  <a:pt x="1272" y="406"/>
                  <a:pt x="1222" y="366"/>
                  <a:pt x="1168" y="333"/>
                </a:cubicBezTo>
                <a:cubicBezTo>
                  <a:pt x="1061" y="267"/>
                  <a:pt x="946" y="227"/>
                  <a:pt x="822" y="214"/>
                </a:cubicBezTo>
                <a:cubicBezTo>
                  <a:pt x="607" y="191"/>
                  <a:pt x="411" y="242"/>
                  <a:pt x="236" y="368"/>
                </a:cubicBezTo>
                <a:cubicBezTo>
                  <a:pt x="202" y="393"/>
                  <a:pt x="171" y="422"/>
                  <a:pt x="139" y="450"/>
                </a:cubicBezTo>
                <a:cubicBezTo>
                  <a:pt x="124" y="463"/>
                  <a:pt x="119" y="463"/>
                  <a:pt x="104" y="449"/>
                </a:cubicBezTo>
                <a:cubicBezTo>
                  <a:pt x="70" y="414"/>
                  <a:pt x="35" y="380"/>
                  <a:pt x="0" y="345"/>
                </a:cubicBezTo>
                <a:cubicBezTo>
                  <a:pt x="0" y="340"/>
                  <a:pt x="0" y="335"/>
                  <a:pt x="0" y="331"/>
                </a:cubicBezTo>
                <a:close/>
                <a:moveTo>
                  <a:pt x="622" y="315"/>
                </a:moveTo>
                <a:cubicBezTo>
                  <a:pt x="462" y="338"/>
                  <a:pt x="324" y="407"/>
                  <a:pt x="208" y="519"/>
                </a:cubicBezTo>
                <a:cubicBezTo>
                  <a:pt x="195" y="532"/>
                  <a:pt x="195" y="539"/>
                  <a:pt x="208" y="553"/>
                </a:cubicBezTo>
                <a:cubicBezTo>
                  <a:pt x="236" y="581"/>
                  <a:pt x="264" y="608"/>
                  <a:pt x="291" y="636"/>
                </a:cubicBezTo>
                <a:cubicBezTo>
                  <a:pt x="319" y="664"/>
                  <a:pt x="319" y="664"/>
                  <a:pt x="347" y="638"/>
                </a:cubicBezTo>
                <a:cubicBezTo>
                  <a:pt x="399" y="589"/>
                  <a:pt x="458" y="552"/>
                  <a:pt x="524" y="527"/>
                </a:cubicBezTo>
                <a:cubicBezTo>
                  <a:pt x="601" y="497"/>
                  <a:pt x="681" y="485"/>
                  <a:pt x="764" y="490"/>
                </a:cubicBezTo>
                <a:cubicBezTo>
                  <a:pt x="829" y="494"/>
                  <a:pt x="891" y="509"/>
                  <a:pt x="950" y="534"/>
                </a:cubicBezTo>
                <a:cubicBezTo>
                  <a:pt x="1014" y="561"/>
                  <a:pt x="1069" y="600"/>
                  <a:pt x="1119" y="647"/>
                </a:cubicBezTo>
                <a:cubicBezTo>
                  <a:pt x="1134" y="661"/>
                  <a:pt x="1139" y="661"/>
                  <a:pt x="1154" y="647"/>
                </a:cubicBezTo>
                <a:cubicBezTo>
                  <a:pt x="1185" y="616"/>
                  <a:pt x="1216" y="585"/>
                  <a:pt x="1247" y="553"/>
                </a:cubicBezTo>
                <a:cubicBezTo>
                  <a:pt x="1261" y="539"/>
                  <a:pt x="1261" y="533"/>
                  <a:pt x="1247" y="519"/>
                </a:cubicBezTo>
                <a:cubicBezTo>
                  <a:pt x="1102" y="380"/>
                  <a:pt x="929" y="310"/>
                  <a:pt x="715" y="307"/>
                </a:cubicBezTo>
                <a:cubicBezTo>
                  <a:pt x="693" y="308"/>
                  <a:pt x="657" y="309"/>
                  <a:pt x="622" y="315"/>
                </a:cubicBezTo>
                <a:close/>
                <a:moveTo>
                  <a:pt x="633" y="597"/>
                </a:moveTo>
                <a:cubicBezTo>
                  <a:pt x="546" y="615"/>
                  <a:pt x="471" y="655"/>
                  <a:pt x="407" y="716"/>
                </a:cubicBezTo>
                <a:cubicBezTo>
                  <a:pt x="393" y="730"/>
                  <a:pt x="392" y="737"/>
                  <a:pt x="406" y="750"/>
                </a:cubicBezTo>
                <a:cubicBezTo>
                  <a:pt x="434" y="779"/>
                  <a:pt x="463" y="807"/>
                  <a:pt x="491" y="836"/>
                </a:cubicBezTo>
                <a:cubicBezTo>
                  <a:pt x="516" y="861"/>
                  <a:pt x="516" y="861"/>
                  <a:pt x="543" y="837"/>
                </a:cubicBezTo>
                <a:cubicBezTo>
                  <a:pt x="607" y="782"/>
                  <a:pt x="681" y="760"/>
                  <a:pt x="765" y="771"/>
                </a:cubicBezTo>
                <a:cubicBezTo>
                  <a:pt x="826" y="778"/>
                  <a:pt x="878" y="804"/>
                  <a:pt x="922" y="846"/>
                </a:cubicBezTo>
                <a:cubicBezTo>
                  <a:pt x="935" y="858"/>
                  <a:pt x="942" y="858"/>
                  <a:pt x="954" y="847"/>
                </a:cubicBezTo>
                <a:cubicBezTo>
                  <a:pt x="987" y="814"/>
                  <a:pt x="1019" y="781"/>
                  <a:pt x="1052" y="748"/>
                </a:cubicBezTo>
                <a:cubicBezTo>
                  <a:pt x="1063" y="737"/>
                  <a:pt x="1063" y="730"/>
                  <a:pt x="1052" y="719"/>
                </a:cubicBezTo>
                <a:cubicBezTo>
                  <a:pt x="961" y="632"/>
                  <a:pt x="853" y="589"/>
                  <a:pt x="713" y="586"/>
                </a:cubicBezTo>
                <a:cubicBezTo>
                  <a:pt x="696" y="589"/>
                  <a:pt x="664" y="590"/>
                  <a:pt x="633" y="597"/>
                </a:cubicBezTo>
                <a:close/>
                <a:moveTo>
                  <a:pt x="619" y="925"/>
                </a:moveTo>
                <a:cubicBezTo>
                  <a:pt x="606" y="937"/>
                  <a:pt x="605" y="945"/>
                  <a:pt x="618" y="957"/>
                </a:cubicBezTo>
                <a:cubicBezTo>
                  <a:pt x="649" y="989"/>
                  <a:pt x="681" y="1020"/>
                  <a:pt x="712" y="1051"/>
                </a:cubicBezTo>
                <a:cubicBezTo>
                  <a:pt x="724" y="1063"/>
                  <a:pt x="732" y="1063"/>
                  <a:pt x="744" y="1051"/>
                </a:cubicBezTo>
                <a:cubicBezTo>
                  <a:pt x="775" y="1020"/>
                  <a:pt x="807" y="989"/>
                  <a:pt x="838" y="957"/>
                </a:cubicBezTo>
                <a:cubicBezTo>
                  <a:pt x="850" y="945"/>
                  <a:pt x="850" y="937"/>
                  <a:pt x="836" y="925"/>
                </a:cubicBezTo>
                <a:cubicBezTo>
                  <a:pt x="806" y="897"/>
                  <a:pt x="769" y="884"/>
                  <a:pt x="728" y="883"/>
                </a:cubicBezTo>
                <a:cubicBezTo>
                  <a:pt x="687" y="884"/>
                  <a:pt x="650" y="897"/>
                  <a:pt x="619" y="9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393700">
              <a:srgbClr val="00B0F0">
                <a:alpha val="40000"/>
              </a:srgb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CD0EC20-11AE-12BC-788D-870BFCB8F8BE}"/>
              </a:ext>
            </a:extLst>
          </p:cNvPr>
          <p:cNvGrpSpPr/>
          <p:nvPr/>
        </p:nvGrpSpPr>
        <p:grpSpPr>
          <a:xfrm>
            <a:off x="3155616" y="1031026"/>
            <a:ext cx="4043144" cy="2093256"/>
            <a:chOff x="3155616" y="1031025"/>
            <a:chExt cx="4043144" cy="5281281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20BBD86-EB2C-AA4D-1930-1B45D3D95CE7}"/>
                </a:ext>
              </a:extLst>
            </p:cNvPr>
            <p:cNvCxnSpPr/>
            <p:nvPr/>
          </p:nvCxnSpPr>
          <p:spPr>
            <a:xfrm>
              <a:off x="3155616" y="1031025"/>
              <a:ext cx="0" cy="5281281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EF1B612-BFD6-C8F6-93A2-8B8AA26EABD9}"/>
                </a:ext>
              </a:extLst>
            </p:cNvPr>
            <p:cNvCxnSpPr/>
            <p:nvPr/>
          </p:nvCxnSpPr>
          <p:spPr>
            <a:xfrm>
              <a:off x="7198760" y="1031025"/>
              <a:ext cx="0" cy="5281281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5" name="Freeform 5">
            <a:extLst>
              <a:ext uri="{FF2B5EF4-FFF2-40B4-BE49-F238E27FC236}">
                <a16:creationId xmlns:a16="http://schemas.microsoft.com/office/drawing/2014/main" id="{7D0A47EB-C48B-7016-227E-4742E61C2232}"/>
              </a:ext>
            </a:extLst>
          </p:cNvPr>
          <p:cNvSpPr>
            <a:spLocks/>
          </p:cNvSpPr>
          <p:nvPr/>
        </p:nvSpPr>
        <p:spPr bwMode="auto">
          <a:xfrm rot="5400000">
            <a:off x="3082192" y="2131801"/>
            <a:ext cx="281812" cy="214625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6" name="Freeform 5">
            <a:extLst>
              <a:ext uri="{FF2B5EF4-FFF2-40B4-BE49-F238E27FC236}">
                <a16:creationId xmlns:a16="http://schemas.microsoft.com/office/drawing/2014/main" id="{86382FD0-B9AB-B214-48AF-DC32E1299BFF}"/>
              </a:ext>
            </a:extLst>
          </p:cNvPr>
          <p:cNvSpPr>
            <a:spLocks/>
          </p:cNvSpPr>
          <p:nvPr/>
        </p:nvSpPr>
        <p:spPr bwMode="auto">
          <a:xfrm rot="5400000">
            <a:off x="7130040" y="2131802"/>
            <a:ext cx="281812" cy="214625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161">
            <a:extLst>
              <a:ext uri="{FF2B5EF4-FFF2-40B4-BE49-F238E27FC236}">
                <a16:creationId xmlns:a16="http://schemas.microsoft.com/office/drawing/2014/main" id="{E152D51D-0D45-F8CE-432E-111F30694A4D}"/>
              </a:ext>
            </a:extLst>
          </p:cNvPr>
          <p:cNvSpPr>
            <a:spLocks noEditPoints="1"/>
          </p:cNvSpPr>
          <p:nvPr/>
        </p:nvSpPr>
        <p:spPr bwMode="auto">
          <a:xfrm>
            <a:off x="7688857" y="5732399"/>
            <a:ext cx="495080" cy="598102"/>
          </a:xfrm>
          <a:custGeom>
            <a:avLst/>
            <a:gdLst>
              <a:gd name="T0" fmla="*/ 200 w 200"/>
              <a:gd name="T1" fmla="*/ 39 h 243"/>
              <a:gd name="T2" fmla="*/ 168 w 200"/>
              <a:gd name="T3" fmla="*/ 10 h 243"/>
              <a:gd name="T4" fmla="*/ 162 w 200"/>
              <a:gd name="T5" fmla="*/ 0 h 243"/>
              <a:gd name="T6" fmla="*/ 31 w 200"/>
              <a:gd name="T7" fmla="*/ 7 h 243"/>
              <a:gd name="T8" fmla="*/ 55 w 200"/>
              <a:gd name="T9" fmla="*/ 106 h 243"/>
              <a:gd name="T10" fmla="*/ 83 w 200"/>
              <a:gd name="T11" fmla="*/ 147 h 243"/>
              <a:gd name="T12" fmla="*/ 55 w 200"/>
              <a:gd name="T13" fmla="*/ 168 h 243"/>
              <a:gd name="T14" fmla="*/ 48 w 200"/>
              <a:gd name="T15" fmla="*/ 221 h 243"/>
              <a:gd name="T16" fmla="*/ 48 w 200"/>
              <a:gd name="T17" fmla="*/ 243 h 243"/>
              <a:gd name="T18" fmla="*/ 155 w 200"/>
              <a:gd name="T19" fmla="*/ 225 h 243"/>
              <a:gd name="T20" fmla="*/ 148 w 200"/>
              <a:gd name="T21" fmla="*/ 172 h 243"/>
              <a:gd name="T22" fmla="*/ 117 w 200"/>
              <a:gd name="T23" fmla="*/ 157 h 243"/>
              <a:gd name="T24" fmla="*/ 119 w 200"/>
              <a:gd name="T25" fmla="*/ 132 h 243"/>
              <a:gd name="T26" fmla="*/ 52 w 200"/>
              <a:gd name="T27" fmla="*/ 235 h 243"/>
              <a:gd name="T28" fmla="*/ 144 w 200"/>
              <a:gd name="T29" fmla="*/ 229 h 243"/>
              <a:gd name="T30" fmla="*/ 141 w 200"/>
              <a:gd name="T31" fmla="*/ 221 h 243"/>
              <a:gd name="T32" fmla="*/ 141 w 200"/>
              <a:gd name="T33" fmla="*/ 175 h 243"/>
              <a:gd name="T34" fmla="*/ 168 w 200"/>
              <a:gd name="T35" fmla="*/ 18 h 243"/>
              <a:gd name="T36" fmla="*/ 150 w 200"/>
              <a:gd name="T37" fmla="*/ 95 h 243"/>
              <a:gd name="T38" fmla="*/ 150 w 200"/>
              <a:gd name="T39" fmla="*/ 95 h 243"/>
              <a:gd name="T40" fmla="*/ 31 w 200"/>
              <a:gd name="T41" fmla="*/ 18 h 243"/>
              <a:gd name="T42" fmla="*/ 7 w 200"/>
              <a:gd name="T43" fmla="*/ 39 h 243"/>
              <a:gd name="T44" fmla="*/ 93 w 200"/>
              <a:gd name="T45" fmla="*/ 155 h 243"/>
              <a:gd name="T46" fmla="*/ 90 w 200"/>
              <a:gd name="T47" fmla="*/ 149 h 243"/>
              <a:gd name="T48" fmla="*/ 107 w 200"/>
              <a:gd name="T49" fmla="*/ 155 h 243"/>
              <a:gd name="T50" fmla="*/ 88 w 200"/>
              <a:gd name="T51" fmla="*/ 141 h 243"/>
              <a:gd name="T52" fmla="*/ 111 w 200"/>
              <a:gd name="T53" fmla="*/ 132 h 243"/>
              <a:gd name="T54" fmla="*/ 87 w 200"/>
              <a:gd name="T55" fmla="*/ 163 h 243"/>
              <a:gd name="T56" fmla="*/ 112 w 200"/>
              <a:gd name="T57" fmla="*/ 163 h 243"/>
              <a:gd name="T58" fmla="*/ 117 w 200"/>
              <a:gd name="T59" fmla="*/ 125 h 243"/>
              <a:gd name="T60" fmla="*/ 61 w 200"/>
              <a:gd name="T61" fmla="*/ 101 h 243"/>
              <a:gd name="T62" fmla="*/ 39 w 200"/>
              <a:gd name="T63" fmla="*/ 14 h 243"/>
              <a:gd name="T64" fmla="*/ 161 w 200"/>
              <a:gd name="T65" fmla="*/ 14 h 243"/>
              <a:gd name="T66" fmla="*/ 138 w 200"/>
              <a:gd name="T67" fmla="*/ 101 h 243"/>
              <a:gd name="T68" fmla="*/ 129 w 200"/>
              <a:gd name="T69" fmla="*/ 214 h 243"/>
              <a:gd name="T70" fmla="*/ 129 w 200"/>
              <a:gd name="T71" fmla="*/ 183 h 243"/>
              <a:gd name="T72" fmla="*/ 66 w 200"/>
              <a:gd name="T73" fmla="*/ 210 h 243"/>
              <a:gd name="T74" fmla="*/ 125 w 200"/>
              <a:gd name="T75" fmla="*/ 191 h 243"/>
              <a:gd name="T76" fmla="*/ 74 w 200"/>
              <a:gd name="T77" fmla="*/ 191 h 243"/>
              <a:gd name="T78" fmla="*/ 133 w 200"/>
              <a:gd name="T79" fmla="*/ 93 h 243"/>
              <a:gd name="T80" fmla="*/ 126 w 200"/>
              <a:gd name="T81" fmla="*/ 89 h 243"/>
              <a:gd name="T82" fmla="*/ 145 w 200"/>
              <a:gd name="T83" fmla="*/ 17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0" h="243">
                <a:moveTo>
                  <a:pt x="144" y="106"/>
                </a:moveTo>
                <a:cubicBezTo>
                  <a:pt x="144" y="106"/>
                  <a:pt x="144" y="106"/>
                  <a:pt x="144" y="106"/>
                </a:cubicBezTo>
                <a:cubicBezTo>
                  <a:pt x="164" y="99"/>
                  <a:pt x="200" y="73"/>
                  <a:pt x="200" y="39"/>
                </a:cubicBezTo>
                <a:cubicBezTo>
                  <a:pt x="200" y="23"/>
                  <a:pt x="187" y="10"/>
                  <a:pt x="170" y="10"/>
                </a:cubicBezTo>
                <a:cubicBezTo>
                  <a:pt x="170" y="10"/>
                  <a:pt x="169" y="10"/>
                  <a:pt x="168" y="10"/>
                </a:cubicBezTo>
                <a:cubicBezTo>
                  <a:pt x="168" y="10"/>
                  <a:pt x="168" y="10"/>
                  <a:pt x="168" y="10"/>
                </a:cubicBezTo>
                <a:cubicBezTo>
                  <a:pt x="168" y="9"/>
                  <a:pt x="168" y="8"/>
                  <a:pt x="168" y="7"/>
                </a:cubicBezTo>
                <a:cubicBezTo>
                  <a:pt x="168" y="5"/>
                  <a:pt x="168" y="3"/>
                  <a:pt x="167" y="2"/>
                </a:cubicBezTo>
                <a:cubicBezTo>
                  <a:pt x="165" y="1"/>
                  <a:pt x="164" y="0"/>
                  <a:pt x="162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6" y="0"/>
                  <a:pt x="34" y="1"/>
                  <a:pt x="33" y="2"/>
                </a:cubicBezTo>
                <a:cubicBezTo>
                  <a:pt x="32" y="3"/>
                  <a:pt x="31" y="5"/>
                  <a:pt x="31" y="7"/>
                </a:cubicBezTo>
                <a:cubicBezTo>
                  <a:pt x="31" y="8"/>
                  <a:pt x="31" y="9"/>
                  <a:pt x="31" y="10"/>
                </a:cubicBezTo>
                <a:cubicBezTo>
                  <a:pt x="14" y="9"/>
                  <a:pt x="0" y="22"/>
                  <a:pt x="0" y="39"/>
                </a:cubicBezTo>
                <a:cubicBezTo>
                  <a:pt x="0" y="74"/>
                  <a:pt x="36" y="99"/>
                  <a:pt x="55" y="106"/>
                </a:cubicBezTo>
                <a:cubicBezTo>
                  <a:pt x="63" y="118"/>
                  <a:pt x="71" y="127"/>
                  <a:pt x="80" y="132"/>
                </a:cubicBezTo>
                <a:cubicBezTo>
                  <a:pt x="79" y="135"/>
                  <a:pt x="79" y="137"/>
                  <a:pt x="79" y="137"/>
                </a:cubicBezTo>
                <a:cubicBezTo>
                  <a:pt x="79" y="137"/>
                  <a:pt x="80" y="144"/>
                  <a:pt x="83" y="147"/>
                </a:cubicBezTo>
                <a:cubicBezTo>
                  <a:pt x="83" y="157"/>
                  <a:pt x="83" y="157"/>
                  <a:pt x="83" y="157"/>
                </a:cubicBezTo>
                <a:cubicBezTo>
                  <a:pt x="74" y="159"/>
                  <a:pt x="68" y="163"/>
                  <a:pt x="66" y="168"/>
                </a:cubicBezTo>
                <a:cubicBezTo>
                  <a:pt x="55" y="168"/>
                  <a:pt x="55" y="168"/>
                  <a:pt x="55" y="168"/>
                </a:cubicBezTo>
                <a:cubicBezTo>
                  <a:pt x="53" y="168"/>
                  <a:pt x="51" y="170"/>
                  <a:pt x="51" y="172"/>
                </a:cubicBezTo>
                <a:cubicBezTo>
                  <a:pt x="51" y="221"/>
                  <a:pt x="51" y="221"/>
                  <a:pt x="51" y="221"/>
                </a:cubicBezTo>
                <a:cubicBezTo>
                  <a:pt x="48" y="221"/>
                  <a:pt x="48" y="221"/>
                  <a:pt x="48" y="221"/>
                </a:cubicBezTo>
                <a:cubicBezTo>
                  <a:pt x="46" y="221"/>
                  <a:pt x="45" y="223"/>
                  <a:pt x="45" y="225"/>
                </a:cubicBezTo>
                <a:cubicBezTo>
                  <a:pt x="45" y="239"/>
                  <a:pt x="45" y="239"/>
                  <a:pt x="45" y="239"/>
                </a:cubicBezTo>
                <a:cubicBezTo>
                  <a:pt x="45" y="241"/>
                  <a:pt x="46" y="243"/>
                  <a:pt x="48" y="243"/>
                </a:cubicBezTo>
                <a:cubicBezTo>
                  <a:pt x="151" y="243"/>
                  <a:pt x="151" y="243"/>
                  <a:pt x="151" y="243"/>
                </a:cubicBezTo>
                <a:cubicBezTo>
                  <a:pt x="153" y="243"/>
                  <a:pt x="155" y="241"/>
                  <a:pt x="155" y="239"/>
                </a:cubicBezTo>
                <a:cubicBezTo>
                  <a:pt x="155" y="225"/>
                  <a:pt x="155" y="225"/>
                  <a:pt x="155" y="225"/>
                </a:cubicBezTo>
                <a:cubicBezTo>
                  <a:pt x="155" y="223"/>
                  <a:pt x="153" y="221"/>
                  <a:pt x="151" y="221"/>
                </a:cubicBezTo>
                <a:cubicBezTo>
                  <a:pt x="148" y="221"/>
                  <a:pt x="148" y="221"/>
                  <a:pt x="148" y="221"/>
                </a:cubicBezTo>
                <a:cubicBezTo>
                  <a:pt x="148" y="172"/>
                  <a:pt x="148" y="172"/>
                  <a:pt x="148" y="172"/>
                </a:cubicBezTo>
                <a:cubicBezTo>
                  <a:pt x="148" y="170"/>
                  <a:pt x="146" y="168"/>
                  <a:pt x="144" y="168"/>
                </a:cubicBezTo>
                <a:cubicBezTo>
                  <a:pt x="133" y="168"/>
                  <a:pt x="133" y="168"/>
                  <a:pt x="133" y="168"/>
                </a:cubicBezTo>
                <a:cubicBezTo>
                  <a:pt x="131" y="163"/>
                  <a:pt x="125" y="159"/>
                  <a:pt x="117" y="157"/>
                </a:cubicBezTo>
                <a:cubicBezTo>
                  <a:pt x="117" y="147"/>
                  <a:pt x="117" y="147"/>
                  <a:pt x="117" y="147"/>
                </a:cubicBezTo>
                <a:cubicBezTo>
                  <a:pt x="120" y="144"/>
                  <a:pt x="120" y="137"/>
                  <a:pt x="120" y="137"/>
                </a:cubicBezTo>
                <a:cubicBezTo>
                  <a:pt x="120" y="137"/>
                  <a:pt x="120" y="135"/>
                  <a:pt x="119" y="132"/>
                </a:cubicBezTo>
                <a:cubicBezTo>
                  <a:pt x="128" y="127"/>
                  <a:pt x="137" y="118"/>
                  <a:pt x="144" y="106"/>
                </a:cubicBezTo>
                <a:close/>
                <a:moveTo>
                  <a:pt x="147" y="235"/>
                </a:moveTo>
                <a:cubicBezTo>
                  <a:pt x="52" y="235"/>
                  <a:pt x="52" y="235"/>
                  <a:pt x="52" y="235"/>
                </a:cubicBezTo>
                <a:cubicBezTo>
                  <a:pt x="52" y="229"/>
                  <a:pt x="52" y="229"/>
                  <a:pt x="52" y="229"/>
                </a:cubicBezTo>
                <a:cubicBezTo>
                  <a:pt x="55" y="229"/>
                  <a:pt x="55" y="229"/>
                  <a:pt x="55" y="229"/>
                </a:cubicBezTo>
                <a:cubicBezTo>
                  <a:pt x="144" y="229"/>
                  <a:pt x="144" y="229"/>
                  <a:pt x="144" y="229"/>
                </a:cubicBezTo>
                <a:cubicBezTo>
                  <a:pt x="147" y="229"/>
                  <a:pt x="147" y="229"/>
                  <a:pt x="147" y="229"/>
                </a:cubicBezTo>
                <a:lnTo>
                  <a:pt x="147" y="235"/>
                </a:lnTo>
                <a:close/>
                <a:moveTo>
                  <a:pt x="141" y="221"/>
                </a:moveTo>
                <a:cubicBezTo>
                  <a:pt x="59" y="221"/>
                  <a:pt x="59" y="221"/>
                  <a:pt x="59" y="221"/>
                </a:cubicBezTo>
                <a:cubicBezTo>
                  <a:pt x="59" y="175"/>
                  <a:pt x="59" y="175"/>
                  <a:pt x="59" y="175"/>
                </a:cubicBezTo>
                <a:cubicBezTo>
                  <a:pt x="141" y="175"/>
                  <a:pt x="141" y="175"/>
                  <a:pt x="141" y="175"/>
                </a:cubicBezTo>
                <a:lnTo>
                  <a:pt x="141" y="221"/>
                </a:lnTo>
                <a:close/>
                <a:moveTo>
                  <a:pt x="168" y="22"/>
                </a:moveTo>
                <a:cubicBezTo>
                  <a:pt x="168" y="20"/>
                  <a:pt x="168" y="19"/>
                  <a:pt x="168" y="18"/>
                </a:cubicBezTo>
                <a:cubicBezTo>
                  <a:pt x="168" y="18"/>
                  <a:pt x="168" y="18"/>
                  <a:pt x="168" y="18"/>
                </a:cubicBezTo>
                <a:cubicBezTo>
                  <a:pt x="181" y="16"/>
                  <a:pt x="192" y="26"/>
                  <a:pt x="192" y="39"/>
                </a:cubicBezTo>
                <a:cubicBezTo>
                  <a:pt x="192" y="66"/>
                  <a:pt x="167" y="86"/>
                  <a:pt x="150" y="95"/>
                </a:cubicBezTo>
                <a:cubicBezTo>
                  <a:pt x="150" y="95"/>
                  <a:pt x="150" y="95"/>
                  <a:pt x="150" y="95"/>
                </a:cubicBezTo>
                <a:cubicBezTo>
                  <a:pt x="150" y="95"/>
                  <a:pt x="150" y="95"/>
                  <a:pt x="150" y="95"/>
                </a:cubicBezTo>
                <a:cubicBezTo>
                  <a:pt x="150" y="95"/>
                  <a:pt x="150" y="95"/>
                  <a:pt x="150" y="95"/>
                </a:cubicBezTo>
                <a:cubicBezTo>
                  <a:pt x="160" y="75"/>
                  <a:pt x="166" y="49"/>
                  <a:pt x="168" y="22"/>
                </a:cubicBezTo>
                <a:close/>
                <a:moveTo>
                  <a:pt x="7" y="39"/>
                </a:moveTo>
                <a:cubicBezTo>
                  <a:pt x="7" y="26"/>
                  <a:pt x="18" y="16"/>
                  <a:pt x="31" y="18"/>
                </a:cubicBezTo>
                <a:cubicBezTo>
                  <a:pt x="31" y="19"/>
                  <a:pt x="32" y="20"/>
                  <a:pt x="32" y="22"/>
                </a:cubicBezTo>
                <a:cubicBezTo>
                  <a:pt x="33" y="49"/>
                  <a:pt x="40" y="75"/>
                  <a:pt x="49" y="95"/>
                </a:cubicBezTo>
                <a:cubicBezTo>
                  <a:pt x="32" y="86"/>
                  <a:pt x="7" y="66"/>
                  <a:pt x="7" y="39"/>
                </a:cubicBezTo>
                <a:close/>
                <a:moveTo>
                  <a:pt x="107" y="155"/>
                </a:moveTo>
                <a:cubicBezTo>
                  <a:pt x="107" y="155"/>
                  <a:pt x="107" y="155"/>
                  <a:pt x="106" y="155"/>
                </a:cubicBezTo>
                <a:cubicBezTo>
                  <a:pt x="102" y="154"/>
                  <a:pt x="98" y="154"/>
                  <a:pt x="93" y="155"/>
                </a:cubicBezTo>
                <a:cubicBezTo>
                  <a:pt x="93" y="155"/>
                  <a:pt x="92" y="155"/>
                  <a:pt x="92" y="155"/>
                </a:cubicBezTo>
                <a:cubicBezTo>
                  <a:pt x="91" y="155"/>
                  <a:pt x="91" y="155"/>
                  <a:pt x="90" y="155"/>
                </a:cubicBezTo>
                <a:cubicBezTo>
                  <a:pt x="90" y="149"/>
                  <a:pt x="90" y="149"/>
                  <a:pt x="90" y="149"/>
                </a:cubicBezTo>
                <a:cubicBezTo>
                  <a:pt x="109" y="149"/>
                  <a:pt x="109" y="149"/>
                  <a:pt x="109" y="149"/>
                </a:cubicBezTo>
                <a:cubicBezTo>
                  <a:pt x="109" y="155"/>
                  <a:pt x="109" y="155"/>
                  <a:pt x="109" y="155"/>
                </a:cubicBezTo>
                <a:cubicBezTo>
                  <a:pt x="108" y="155"/>
                  <a:pt x="108" y="155"/>
                  <a:pt x="107" y="155"/>
                </a:cubicBezTo>
                <a:close/>
                <a:moveTo>
                  <a:pt x="112" y="137"/>
                </a:moveTo>
                <a:cubicBezTo>
                  <a:pt x="112" y="138"/>
                  <a:pt x="112" y="140"/>
                  <a:pt x="111" y="141"/>
                </a:cubicBezTo>
                <a:cubicBezTo>
                  <a:pt x="88" y="141"/>
                  <a:pt x="88" y="141"/>
                  <a:pt x="88" y="141"/>
                </a:cubicBezTo>
                <a:cubicBezTo>
                  <a:pt x="87" y="140"/>
                  <a:pt x="87" y="138"/>
                  <a:pt x="87" y="137"/>
                </a:cubicBezTo>
                <a:cubicBezTo>
                  <a:pt x="87" y="136"/>
                  <a:pt x="87" y="134"/>
                  <a:pt x="88" y="132"/>
                </a:cubicBezTo>
                <a:cubicBezTo>
                  <a:pt x="111" y="132"/>
                  <a:pt x="111" y="132"/>
                  <a:pt x="111" y="132"/>
                </a:cubicBezTo>
                <a:cubicBezTo>
                  <a:pt x="112" y="134"/>
                  <a:pt x="112" y="136"/>
                  <a:pt x="112" y="137"/>
                </a:cubicBezTo>
                <a:close/>
                <a:moveTo>
                  <a:pt x="76" y="168"/>
                </a:moveTo>
                <a:cubicBezTo>
                  <a:pt x="78" y="166"/>
                  <a:pt x="82" y="164"/>
                  <a:pt x="87" y="163"/>
                </a:cubicBezTo>
                <a:cubicBezTo>
                  <a:pt x="91" y="162"/>
                  <a:pt x="95" y="162"/>
                  <a:pt x="100" y="162"/>
                </a:cubicBezTo>
                <a:cubicBezTo>
                  <a:pt x="102" y="162"/>
                  <a:pt x="104" y="162"/>
                  <a:pt x="107" y="162"/>
                </a:cubicBezTo>
                <a:cubicBezTo>
                  <a:pt x="109" y="163"/>
                  <a:pt x="110" y="163"/>
                  <a:pt x="112" y="163"/>
                </a:cubicBezTo>
                <a:cubicBezTo>
                  <a:pt x="117" y="164"/>
                  <a:pt x="121" y="166"/>
                  <a:pt x="123" y="168"/>
                </a:cubicBezTo>
                <a:lnTo>
                  <a:pt x="76" y="168"/>
                </a:lnTo>
                <a:close/>
                <a:moveTo>
                  <a:pt x="117" y="125"/>
                </a:moveTo>
                <a:cubicBezTo>
                  <a:pt x="87" y="125"/>
                  <a:pt x="87" y="125"/>
                  <a:pt x="87" y="125"/>
                </a:cubicBezTo>
                <a:cubicBezTo>
                  <a:pt x="87" y="125"/>
                  <a:pt x="84" y="125"/>
                  <a:pt x="83" y="125"/>
                </a:cubicBezTo>
                <a:cubicBezTo>
                  <a:pt x="75" y="120"/>
                  <a:pt x="67" y="112"/>
                  <a:pt x="61" y="101"/>
                </a:cubicBezTo>
                <a:cubicBezTo>
                  <a:pt x="59" y="98"/>
                  <a:pt x="58" y="95"/>
                  <a:pt x="57" y="92"/>
                </a:cubicBezTo>
                <a:cubicBezTo>
                  <a:pt x="47" y="73"/>
                  <a:pt x="41" y="48"/>
                  <a:pt x="39" y="21"/>
                </a:cubicBezTo>
                <a:cubicBezTo>
                  <a:pt x="39" y="19"/>
                  <a:pt x="39" y="17"/>
                  <a:pt x="39" y="14"/>
                </a:cubicBezTo>
                <a:cubicBezTo>
                  <a:pt x="39" y="12"/>
                  <a:pt x="39" y="10"/>
                  <a:pt x="39" y="8"/>
                </a:cubicBezTo>
                <a:cubicBezTo>
                  <a:pt x="161" y="8"/>
                  <a:pt x="161" y="8"/>
                  <a:pt x="161" y="8"/>
                </a:cubicBezTo>
                <a:cubicBezTo>
                  <a:pt x="161" y="10"/>
                  <a:pt x="161" y="12"/>
                  <a:pt x="161" y="14"/>
                </a:cubicBezTo>
                <a:cubicBezTo>
                  <a:pt x="160" y="17"/>
                  <a:pt x="160" y="19"/>
                  <a:pt x="160" y="21"/>
                </a:cubicBezTo>
                <a:cubicBezTo>
                  <a:pt x="158" y="48"/>
                  <a:pt x="152" y="73"/>
                  <a:pt x="143" y="92"/>
                </a:cubicBezTo>
                <a:cubicBezTo>
                  <a:pt x="141" y="95"/>
                  <a:pt x="140" y="98"/>
                  <a:pt x="138" y="101"/>
                </a:cubicBezTo>
                <a:cubicBezTo>
                  <a:pt x="132" y="112"/>
                  <a:pt x="124" y="120"/>
                  <a:pt x="117" y="125"/>
                </a:cubicBezTo>
                <a:close/>
                <a:moveTo>
                  <a:pt x="70" y="214"/>
                </a:moveTo>
                <a:cubicBezTo>
                  <a:pt x="129" y="214"/>
                  <a:pt x="129" y="214"/>
                  <a:pt x="129" y="214"/>
                </a:cubicBezTo>
                <a:cubicBezTo>
                  <a:pt x="131" y="214"/>
                  <a:pt x="133" y="212"/>
                  <a:pt x="133" y="210"/>
                </a:cubicBezTo>
                <a:cubicBezTo>
                  <a:pt x="133" y="187"/>
                  <a:pt x="133" y="187"/>
                  <a:pt x="133" y="187"/>
                </a:cubicBezTo>
                <a:cubicBezTo>
                  <a:pt x="133" y="185"/>
                  <a:pt x="131" y="183"/>
                  <a:pt x="129" y="183"/>
                </a:cubicBezTo>
                <a:cubicBezTo>
                  <a:pt x="70" y="183"/>
                  <a:pt x="70" y="183"/>
                  <a:pt x="70" y="183"/>
                </a:cubicBezTo>
                <a:cubicBezTo>
                  <a:pt x="68" y="183"/>
                  <a:pt x="66" y="185"/>
                  <a:pt x="66" y="187"/>
                </a:cubicBezTo>
                <a:cubicBezTo>
                  <a:pt x="66" y="210"/>
                  <a:pt x="66" y="210"/>
                  <a:pt x="66" y="210"/>
                </a:cubicBezTo>
                <a:cubicBezTo>
                  <a:pt x="66" y="212"/>
                  <a:pt x="68" y="214"/>
                  <a:pt x="70" y="214"/>
                </a:cubicBezTo>
                <a:close/>
                <a:moveTo>
                  <a:pt x="74" y="191"/>
                </a:moveTo>
                <a:cubicBezTo>
                  <a:pt x="125" y="191"/>
                  <a:pt x="125" y="191"/>
                  <a:pt x="125" y="191"/>
                </a:cubicBezTo>
                <a:cubicBezTo>
                  <a:pt x="125" y="206"/>
                  <a:pt x="125" y="206"/>
                  <a:pt x="125" y="206"/>
                </a:cubicBezTo>
                <a:cubicBezTo>
                  <a:pt x="74" y="206"/>
                  <a:pt x="74" y="206"/>
                  <a:pt x="74" y="206"/>
                </a:cubicBezTo>
                <a:lnTo>
                  <a:pt x="74" y="191"/>
                </a:lnTo>
                <a:close/>
                <a:moveTo>
                  <a:pt x="153" y="20"/>
                </a:moveTo>
                <a:cubicBezTo>
                  <a:pt x="151" y="45"/>
                  <a:pt x="145" y="68"/>
                  <a:pt x="137" y="86"/>
                </a:cubicBezTo>
                <a:cubicBezTo>
                  <a:pt x="136" y="88"/>
                  <a:pt x="134" y="91"/>
                  <a:pt x="133" y="93"/>
                </a:cubicBezTo>
                <a:cubicBezTo>
                  <a:pt x="128" y="102"/>
                  <a:pt x="122" y="108"/>
                  <a:pt x="116" y="113"/>
                </a:cubicBezTo>
                <a:cubicBezTo>
                  <a:pt x="112" y="106"/>
                  <a:pt x="112" y="106"/>
                  <a:pt x="112" y="106"/>
                </a:cubicBezTo>
                <a:cubicBezTo>
                  <a:pt x="117" y="103"/>
                  <a:pt x="122" y="97"/>
                  <a:pt x="126" y="89"/>
                </a:cubicBezTo>
                <a:cubicBezTo>
                  <a:pt x="128" y="87"/>
                  <a:pt x="129" y="85"/>
                  <a:pt x="130" y="82"/>
                </a:cubicBezTo>
                <a:cubicBezTo>
                  <a:pt x="138" y="66"/>
                  <a:pt x="143" y="43"/>
                  <a:pt x="145" y="20"/>
                </a:cubicBezTo>
                <a:cubicBezTo>
                  <a:pt x="145" y="19"/>
                  <a:pt x="145" y="18"/>
                  <a:pt x="145" y="17"/>
                </a:cubicBezTo>
                <a:cubicBezTo>
                  <a:pt x="153" y="17"/>
                  <a:pt x="153" y="17"/>
                  <a:pt x="153" y="17"/>
                </a:cubicBezTo>
                <a:cubicBezTo>
                  <a:pt x="153" y="18"/>
                  <a:pt x="153" y="19"/>
                  <a:pt x="153" y="20"/>
                </a:cubicBezTo>
                <a:close/>
              </a:path>
            </a:pathLst>
          </a:custGeom>
          <a:solidFill>
            <a:srgbClr val="66737C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B71737-915C-8197-A46B-3003600D22FF}"/>
              </a:ext>
            </a:extLst>
          </p:cNvPr>
          <p:cNvSpPr txBox="1"/>
          <p:nvPr/>
        </p:nvSpPr>
        <p:spPr>
          <a:xfrm>
            <a:off x="269370" y="3225999"/>
            <a:ext cx="2761028" cy="334566"/>
          </a:xfrm>
          <a:prstGeom prst="roundRect">
            <a:avLst>
              <a:gd name="adj" fmla="val 14663"/>
            </a:avLst>
          </a:prstGeom>
          <a:solidFill>
            <a:srgbClr val="A2ABB0"/>
          </a:solidFill>
          <a:ln w="6350" cmpd="sng">
            <a:noFill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Aborumc Urabi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0C63E77-105A-54E3-FE45-3845AC36220E}"/>
              </a:ext>
            </a:extLst>
          </p:cNvPr>
          <p:cNvSpPr/>
          <p:nvPr/>
        </p:nvSpPr>
        <p:spPr>
          <a:xfrm>
            <a:off x="279836" y="3644670"/>
            <a:ext cx="2626387" cy="2631490"/>
          </a:xfrm>
          <a:prstGeom prst="rect">
            <a:avLst/>
          </a:prstGeom>
          <a:ln>
            <a:noFill/>
            <a:prstDash val="lgDash"/>
          </a:ln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Turn onnu (llasi&lt;$10T) – Amet 8N isltempus convallisquis ac lectu sp $23EL</a:t>
            </a:r>
            <a:endParaRPr lang="en-GB" sz="11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Lentesq ueini ps umidorc iportadap ibu svivamussu</a:t>
            </a:r>
          </a:p>
          <a:p>
            <a:pPr marL="85725" indent="-85725">
              <a:buFont typeface="Arial" panose="020B0604020202020204" pitchFamily="34" charset="0"/>
              <a:buChar char="•"/>
              <a:defRPr/>
            </a:pPr>
            <a:r>
              <a:rPr lang="en-GB" sz="11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Scipitt ort oregetfelisp orttitorv olutp</a:t>
            </a:r>
          </a:p>
          <a:p>
            <a:pPr marL="85725" indent="-85725">
              <a:buFont typeface="Arial" panose="020B0604020202020204" pitchFamily="34" charset="0"/>
              <a:buChar char="•"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Atcrasu ltricies lig ulasedmag nadictumport</a:t>
            </a:r>
            <a:endParaRPr lang="en-GB" sz="11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Aloremi psumdol orsitametcons (~30%)</a:t>
            </a:r>
          </a:p>
          <a:p>
            <a:pPr marL="85725" marR="0" lvl="0" indent="-85725" algn="l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Ecteturadi piscinge li tse​ ddo eius modtempor inc ididuntutl</a:t>
            </a:r>
            <a:endParaRPr lang="en-GB" sz="11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Aboreet dolor emagnaaliq uau tenimadm inimveniam qu isno-strud</a:t>
            </a:r>
          </a:p>
          <a:p>
            <a:pPr marL="85725" indent="-85725">
              <a:buFont typeface="Arial" panose="020B0604020202020204" pitchFamily="34" charset="0"/>
              <a:buChar char="•"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Exercitati onullamcola borisnisi</a:t>
            </a:r>
            <a:r>
              <a:rPr lang="en-GB" sz="11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3FFA4BC-F20B-B6A8-AD3C-5289B8E9D758}"/>
              </a:ext>
            </a:extLst>
          </p:cNvPr>
          <p:cNvSpPr txBox="1"/>
          <p:nvPr/>
        </p:nvSpPr>
        <p:spPr>
          <a:xfrm>
            <a:off x="3837309" y="3225999"/>
            <a:ext cx="2761028" cy="334566"/>
          </a:xfrm>
          <a:prstGeom prst="roundRect">
            <a:avLst>
              <a:gd name="adj" fmla="val 14663"/>
            </a:avLst>
          </a:prstGeom>
          <a:solidFill>
            <a:srgbClr val="459FED"/>
          </a:solidFill>
          <a:ln w="6350" cmpd="sng">
            <a:noFill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r>
              <a:rPr lang="en-US">
                <a:latin typeface="Arial" panose="020B0604020202020204" pitchFamily="34" charset="0"/>
              </a:rPr>
              <a:t>UTA Liquipex Eacommod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3BA001AE-6077-D61D-D9D4-3AC733117EEB}"/>
              </a:ext>
            </a:extLst>
          </p:cNvPr>
          <p:cNvSpPr/>
          <p:nvPr/>
        </p:nvSpPr>
        <p:spPr>
          <a:xfrm>
            <a:off x="3837310" y="3702684"/>
            <a:ext cx="2761026" cy="593168"/>
          </a:xfrm>
          <a:prstGeom prst="roundRect">
            <a:avLst>
              <a:gd name="adj" fmla="val 10705"/>
            </a:avLst>
          </a:prstGeom>
          <a:solidFill>
            <a:srgbClr val="B2E0FA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685800"/>
            <a:endParaRPr lang="en-IN" sz="14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ED71B87-95D7-08E3-3713-A495B83F830C}"/>
              </a:ext>
            </a:extLst>
          </p:cNvPr>
          <p:cNvSpPr/>
          <p:nvPr/>
        </p:nvSpPr>
        <p:spPr>
          <a:xfrm>
            <a:off x="3837310" y="4414500"/>
            <a:ext cx="2761026" cy="593168"/>
          </a:xfrm>
          <a:prstGeom prst="roundRect">
            <a:avLst>
              <a:gd name="adj" fmla="val 10705"/>
            </a:avLst>
          </a:prstGeom>
          <a:solidFill>
            <a:srgbClr val="D2D8DC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685800"/>
            <a:endParaRPr lang="en-IN" sz="14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FE6D44F2-D2FF-A94D-9EE2-CB6F8F801C82}"/>
              </a:ext>
            </a:extLst>
          </p:cNvPr>
          <p:cNvSpPr/>
          <p:nvPr/>
        </p:nvSpPr>
        <p:spPr>
          <a:xfrm>
            <a:off x="3837310" y="5126316"/>
            <a:ext cx="2761026" cy="593168"/>
          </a:xfrm>
          <a:prstGeom prst="roundRect">
            <a:avLst>
              <a:gd name="adj" fmla="val 10705"/>
            </a:avLst>
          </a:prstGeom>
          <a:solidFill>
            <a:srgbClr val="FFE39E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DA9C0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D8799F3-ADEF-D061-EB89-F1558C0F89C4}"/>
              </a:ext>
            </a:extLst>
          </p:cNvPr>
          <p:cNvSpPr/>
          <p:nvPr/>
        </p:nvSpPr>
        <p:spPr>
          <a:xfrm>
            <a:off x="3837310" y="5838132"/>
            <a:ext cx="2761026" cy="593168"/>
          </a:xfrm>
          <a:prstGeom prst="roundRect">
            <a:avLst>
              <a:gd name="adj" fmla="val 10705"/>
            </a:avLst>
          </a:prstGeom>
          <a:solidFill>
            <a:srgbClr val="BCEEDA"/>
          </a:solidFill>
          <a:ln w="6350" cmpd="sng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685800"/>
            <a:endParaRPr lang="en-IN" sz="1400" b="1">
              <a:solidFill>
                <a:prstClr val="black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EB1B9436-9823-792D-837C-CB4D6357E5BB}"/>
              </a:ext>
            </a:extLst>
          </p:cNvPr>
          <p:cNvSpPr/>
          <p:nvPr/>
        </p:nvSpPr>
        <p:spPr bwMode="auto">
          <a:xfrm flipH="1">
            <a:off x="5654046" y="2249623"/>
            <a:ext cx="1187696" cy="174262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1661121"/>
              <a:gd name="connsiteY0" fmla="*/ 1128742 h 1128742"/>
              <a:gd name="connsiteX1" fmla="*/ 1661121 w 1661121"/>
              <a:gd name="connsiteY1" fmla="*/ 1970 h 1128742"/>
              <a:gd name="connsiteX0" fmla="*/ 418106 w 2079227"/>
              <a:gd name="connsiteY0" fmla="*/ 1130432 h 1130432"/>
              <a:gd name="connsiteX1" fmla="*/ 2079227 w 2079227"/>
              <a:gd name="connsiteY1" fmla="*/ 3660 h 1130432"/>
              <a:gd name="connsiteX0" fmla="*/ 412581 w 2114834"/>
              <a:gd name="connsiteY0" fmla="*/ 1118743 h 1118743"/>
              <a:gd name="connsiteX1" fmla="*/ 2114834 w 2114834"/>
              <a:gd name="connsiteY1" fmla="*/ 3730 h 1118743"/>
              <a:gd name="connsiteX0" fmla="*/ 657321 w 2359574"/>
              <a:gd name="connsiteY0" fmla="*/ 1118771 h 1118771"/>
              <a:gd name="connsiteX1" fmla="*/ 2359574 w 2359574"/>
              <a:gd name="connsiteY1" fmla="*/ 3758 h 1118771"/>
              <a:gd name="connsiteX0" fmla="*/ 793315 w 2495568"/>
              <a:gd name="connsiteY0" fmla="*/ 1140614 h 1140614"/>
              <a:gd name="connsiteX1" fmla="*/ 2495568 w 2495568"/>
              <a:gd name="connsiteY1" fmla="*/ 25601 h 1140614"/>
              <a:gd name="connsiteX0" fmla="*/ 806279 w 2508532"/>
              <a:gd name="connsiteY0" fmla="*/ 1135977 h 1135977"/>
              <a:gd name="connsiteX1" fmla="*/ 2508532 w 2508532"/>
              <a:gd name="connsiteY1" fmla="*/ 20964 h 1135977"/>
              <a:gd name="connsiteX0" fmla="*/ 791185 w 2563949"/>
              <a:gd name="connsiteY0" fmla="*/ 1085385 h 1085385"/>
              <a:gd name="connsiteX1" fmla="*/ 2563949 w 2563949"/>
              <a:gd name="connsiteY1" fmla="*/ 22112 h 1085385"/>
              <a:gd name="connsiteX0" fmla="*/ 829331 w 2602095"/>
              <a:gd name="connsiteY0" fmla="*/ 1114266 h 1114266"/>
              <a:gd name="connsiteX1" fmla="*/ 2602095 w 2602095"/>
              <a:gd name="connsiteY1" fmla="*/ 50993 h 1114266"/>
              <a:gd name="connsiteX0" fmla="*/ 692129 w 2464893"/>
              <a:gd name="connsiteY0" fmla="*/ 1114749 h 1114749"/>
              <a:gd name="connsiteX1" fmla="*/ 2464893 w 2464893"/>
              <a:gd name="connsiteY1" fmla="*/ 51476 h 1114749"/>
              <a:gd name="connsiteX0" fmla="*/ 708781 w 2481545"/>
              <a:gd name="connsiteY0" fmla="*/ 1079060 h 1079060"/>
              <a:gd name="connsiteX1" fmla="*/ 2481545 w 2481545"/>
              <a:gd name="connsiteY1" fmla="*/ 15787 h 1079060"/>
              <a:gd name="connsiteX0" fmla="*/ 699159 w 2514230"/>
              <a:gd name="connsiteY0" fmla="*/ 1084602 h 1084602"/>
              <a:gd name="connsiteX1" fmla="*/ 2514230 w 2514230"/>
              <a:gd name="connsiteY1" fmla="*/ 15685 h 1084602"/>
              <a:gd name="connsiteX0" fmla="*/ 775105 w 2279928"/>
              <a:gd name="connsiteY0" fmla="*/ 1090147 h 1090147"/>
              <a:gd name="connsiteX1" fmla="*/ 2279928 w 2279928"/>
              <a:gd name="connsiteY1" fmla="*/ 15586 h 1090147"/>
              <a:gd name="connsiteX0" fmla="*/ 786489 w 2249005"/>
              <a:gd name="connsiteY0" fmla="*/ 1090147 h 1090147"/>
              <a:gd name="connsiteX1" fmla="*/ 2249005 w 2249005"/>
              <a:gd name="connsiteY1" fmla="*/ 15586 h 1090147"/>
              <a:gd name="connsiteX0" fmla="*/ 803034 w 2265550"/>
              <a:gd name="connsiteY0" fmla="*/ 1081309 h 1081309"/>
              <a:gd name="connsiteX1" fmla="*/ 2265550 w 2265550"/>
              <a:gd name="connsiteY1" fmla="*/ 6748 h 1081309"/>
              <a:gd name="connsiteX0" fmla="*/ 502876 w 1965392"/>
              <a:gd name="connsiteY0" fmla="*/ 1080238 h 1080238"/>
              <a:gd name="connsiteX1" fmla="*/ 1965392 w 1965392"/>
              <a:gd name="connsiteY1" fmla="*/ 5677 h 1080238"/>
              <a:gd name="connsiteX0" fmla="*/ 513329 w 1975845"/>
              <a:gd name="connsiteY0" fmla="*/ 1075003 h 1075003"/>
              <a:gd name="connsiteX1" fmla="*/ 1975845 w 1975845"/>
              <a:gd name="connsiteY1" fmla="*/ 442 h 1075003"/>
              <a:gd name="connsiteX0" fmla="*/ 513329 w 1975845"/>
              <a:gd name="connsiteY0" fmla="*/ 1074991 h 1074991"/>
              <a:gd name="connsiteX1" fmla="*/ 1975845 w 1975845"/>
              <a:gd name="connsiteY1" fmla="*/ 430 h 1074991"/>
              <a:gd name="connsiteX0" fmla="*/ 515533 w 1978049"/>
              <a:gd name="connsiteY0" fmla="*/ 1076393 h 1076393"/>
              <a:gd name="connsiteX1" fmla="*/ 1978049 w 1978049"/>
              <a:gd name="connsiteY1" fmla="*/ 1832 h 1076393"/>
              <a:gd name="connsiteX0" fmla="*/ 463357 w 2113902"/>
              <a:gd name="connsiteY0" fmla="*/ 1301803 h 1301803"/>
              <a:gd name="connsiteX1" fmla="*/ 2113902 w 2113902"/>
              <a:gd name="connsiteY1" fmla="*/ 1465 h 1301803"/>
              <a:gd name="connsiteX0" fmla="*/ 526032 w 2176577"/>
              <a:gd name="connsiteY0" fmla="*/ 1302093 h 1302093"/>
              <a:gd name="connsiteX1" fmla="*/ 2176577 w 2176577"/>
              <a:gd name="connsiteY1" fmla="*/ 1755 h 1302093"/>
              <a:gd name="connsiteX0" fmla="*/ 508302 w 2229358"/>
              <a:gd name="connsiteY0" fmla="*/ 1290825 h 1290825"/>
              <a:gd name="connsiteX1" fmla="*/ 2229358 w 2229358"/>
              <a:gd name="connsiteY1" fmla="*/ 1776 h 1290825"/>
              <a:gd name="connsiteX0" fmla="*/ 476990 w 2198046"/>
              <a:gd name="connsiteY0" fmla="*/ 1290825 h 1290825"/>
              <a:gd name="connsiteX1" fmla="*/ 2198046 w 2198046"/>
              <a:gd name="connsiteY1" fmla="*/ 1776 h 129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98046" h="1290825">
                <a:moveTo>
                  <a:pt x="476990" y="1290825"/>
                </a:moveTo>
                <a:cubicBezTo>
                  <a:pt x="-503526" y="844445"/>
                  <a:pt x="7337" y="-45026"/>
                  <a:pt x="2198046" y="1776"/>
                </a:cubicBezTo>
              </a:path>
            </a:pathLst>
          </a:custGeom>
          <a:noFill/>
          <a:ln w="3175">
            <a:solidFill>
              <a:srgbClr val="A2ABB0"/>
            </a:solidFill>
            <a:prstDash val="dash"/>
            <a:miter lim="800000"/>
            <a:headEnd type="oval" w="sm" len="sm"/>
            <a:tailEnd type="triangle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25117166-6218-0161-480C-4B7AF0F06DDA}"/>
              </a:ext>
            </a:extLst>
          </p:cNvPr>
          <p:cNvSpPr/>
          <p:nvPr/>
        </p:nvSpPr>
        <p:spPr bwMode="auto">
          <a:xfrm flipH="1">
            <a:off x="5300991" y="1913658"/>
            <a:ext cx="1774117" cy="2801453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1661121"/>
              <a:gd name="connsiteY0" fmla="*/ 1128742 h 1128742"/>
              <a:gd name="connsiteX1" fmla="*/ 1661121 w 1661121"/>
              <a:gd name="connsiteY1" fmla="*/ 1970 h 1128742"/>
              <a:gd name="connsiteX0" fmla="*/ 418106 w 2079227"/>
              <a:gd name="connsiteY0" fmla="*/ 1130432 h 1130432"/>
              <a:gd name="connsiteX1" fmla="*/ 2079227 w 2079227"/>
              <a:gd name="connsiteY1" fmla="*/ 3660 h 1130432"/>
              <a:gd name="connsiteX0" fmla="*/ 412581 w 2114834"/>
              <a:gd name="connsiteY0" fmla="*/ 1118743 h 1118743"/>
              <a:gd name="connsiteX1" fmla="*/ 2114834 w 2114834"/>
              <a:gd name="connsiteY1" fmla="*/ 3730 h 1118743"/>
              <a:gd name="connsiteX0" fmla="*/ 657321 w 2359574"/>
              <a:gd name="connsiteY0" fmla="*/ 1118771 h 1118771"/>
              <a:gd name="connsiteX1" fmla="*/ 2359574 w 2359574"/>
              <a:gd name="connsiteY1" fmla="*/ 3758 h 1118771"/>
              <a:gd name="connsiteX0" fmla="*/ 793315 w 2495568"/>
              <a:gd name="connsiteY0" fmla="*/ 1140614 h 1140614"/>
              <a:gd name="connsiteX1" fmla="*/ 2495568 w 2495568"/>
              <a:gd name="connsiteY1" fmla="*/ 25601 h 1140614"/>
              <a:gd name="connsiteX0" fmla="*/ 806279 w 2508532"/>
              <a:gd name="connsiteY0" fmla="*/ 1135977 h 1135977"/>
              <a:gd name="connsiteX1" fmla="*/ 2508532 w 2508532"/>
              <a:gd name="connsiteY1" fmla="*/ 20964 h 1135977"/>
              <a:gd name="connsiteX0" fmla="*/ 791185 w 2563949"/>
              <a:gd name="connsiteY0" fmla="*/ 1085385 h 1085385"/>
              <a:gd name="connsiteX1" fmla="*/ 2563949 w 2563949"/>
              <a:gd name="connsiteY1" fmla="*/ 22112 h 1085385"/>
              <a:gd name="connsiteX0" fmla="*/ 829331 w 2602095"/>
              <a:gd name="connsiteY0" fmla="*/ 1114266 h 1114266"/>
              <a:gd name="connsiteX1" fmla="*/ 2602095 w 2602095"/>
              <a:gd name="connsiteY1" fmla="*/ 50993 h 1114266"/>
              <a:gd name="connsiteX0" fmla="*/ 693493 w 2466257"/>
              <a:gd name="connsiteY0" fmla="*/ 1116745 h 1116745"/>
              <a:gd name="connsiteX1" fmla="*/ 1140660 w 2466257"/>
              <a:gd name="connsiteY1" fmla="*/ 46908 h 1116745"/>
              <a:gd name="connsiteX2" fmla="*/ 2466257 w 2466257"/>
              <a:gd name="connsiteY2" fmla="*/ 53472 h 1116745"/>
              <a:gd name="connsiteX0" fmla="*/ 1581306 w 3354070"/>
              <a:gd name="connsiteY0" fmla="*/ 1096632 h 1096632"/>
              <a:gd name="connsiteX1" fmla="*/ 886196 w 3354070"/>
              <a:gd name="connsiteY1" fmla="*/ 658971 h 1096632"/>
              <a:gd name="connsiteX2" fmla="*/ 3354070 w 3354070"/>
              <a:gd name="connsiteY2" fmla="*/ 33359 h 1096632"/>
              <a:gd name="connsiteX0" fmla="*/ 737064 w 2509828"/>
              <a:gd name="connsiteY0" fmla="*/ 1123417 h 1123417"/>
              <a:gd name="connsiteX1" fmla="*/ 41954 w 2509828"/>
              <a:gd name="connsiteY1" fmla="*/ 685756 h 1123417"/>
              <a:gd name="connsiteX2" fmla="*/ 2509828 w 2509828"/>
              <a:gd name="connsiteY2" fmla="*/ 60144 h 1123417"/>
              <a:gd name="connsiteX0" fmla="*/ 1120290 w 2893054"/>
              <a:gd name="connsiteY0" fmla="*/ 1125608 h 1125608"/>
              <a:gd name="connsiteX1" fmla="*/ 30318 w 2893054"/>
              <a:gd name="connsiteY1" fmla="*/ 654080 h 1125608"/>
              <a:gd name="connsiteX2" fmla="*/ 2893054 w 2893054"/>
              <a:gd name="connsiteY2" fmla="*/ 62335 h 1125608"/>
              <a:gd name="connsiteX0" fmla="*/ 1140498 w 2913262"/>
              <a:gd name="connsiteY0" fmla="*/ 1149952 h 1149952"/>
              <a:gd name="connsiteX1" fmla="*/ 50526 w 2913262"/>
              <a:gd name="connsiteY1" fmla="*/ 678424 h 1149952"/>
              <a:gd name="connsiteX2" fmla="*/ 2913262 w 2913262"/>
              <a:gd name="connsiteY2" fmla="*/ 86679 h 1149952"/>
              <a:gd name="connsiteX0" fmla="*/ 1304789 w 3077553"/>
              <a:gd name="connsiteY0" fmla="*/ 1284833 h 1284833"/>
              <a:gd name="connsiteX1" fmla="*/ 45590 w 3077553"/>
              <a:gd name="connsiteY1" fmla="*/ 310951 h 1284833"/>
              <a:gd name="connsiteX2" fmla="*/ 3077553 w 3077553"/>
              <a:gd name="connsiteY2" fmla="*/ 221560 h 1284833"/>
              <a:gd name="connsiteX0" fmla="*/ 1327095 w 3565232"/>
              <a:gd name="connsiteY0" fmla="*/ 1688708 h 1688708"/>
              <a:gd name="connsiteX1" fmla="*/ 67896 w 3565232"/>
              <a:gd name="connsiteY1" fmla="*/ 714826 h 1688708"/>
              <a:gd name="connsiteX2" fmla="*/ 3565232 w 3565232"/>
              <a:gd name="connsiteY2" fmla="*/ 66637 h 1688708"/>
              <a:gd name="connsiteX0" fmla="*/ 1327097 w 3565234"/>
              <a:gd name="connsiteY0" fmla="*/ 1824135 h 1824135"/>
              <a:gd name="connsiteX1" fmla="*/ 67898 w 3565234"/>
              <a:gd name="connsiteY1" fmla="*/ 850253 h 1824135"/>
              <a:gd name="connsiteX2" fmla="*/ 3565234 w 3565234"/>
              <a:gd name="connsiteY2" fmla="*/ 202064 h 1824135"/>
              <a:gd name="connsiteX0" fmla="*/ 1286684 w 3524821"/>
              <a:gd name="connsiteY0" fmla="*/ 1866156 h 1866156"/>
              <a:gd name="connsiteX1" fmla="*/ 69791 w 3524821"/>
              <a:gd name="connsiteY1" fmla="*/ 632630 h 1866156"/>
              <a:gd name="connsiteX2" fmla="*/ 3524821 w 3524821"/>
              <a:gd name="connsiteY2" fmla="*/ 244085 h 1866156"/>
              <a:gd name="connsiteX0" fmla="*/ 1274540 w 3512677"/>
              <a:gd name="connsiteY0" fmla="*/ 1931767 h 1931767"/>
              <a:gd name="connsiteX1" fmla="*/ 57647 w 3512677"/>
              <a:gd name="connsiteY1" fmla="*/ 698241 h 1931767"/>
              <a:gd name="connsiteX2" fmla="*/ 3512677 w 3512677"/>
              <a:gd name="connsiteY2" fmla="*/ 309696 h 1931767"/>
              <a:gd name="connsiteX0" fmla="*/ 1247485 w 3485622"/>
              <a:gd name="connsiteY0" fmla="*/ 1903854 h 1903854"/>
              <a:gd name="connsiteX1" fmla="*/ 58796 w 3485622"/>
              <a:gd name="connsiteY1" fmla="*/ 777572 h 1903854"/>
              <a:gd name="connsiteX2" fmla="*/ 3485622 w 3485622"/>
              <a:gd name="connsiteY2" fmla="*/ 281783 h 1903854"/>
              <a:gd name="connsiteX0" fmla="*/ 1239647 w 3477784"/>
              <a:gd name="connsiteY0" fmla="*/ 1874503 h 1874503"/>
              <a:gd name="connsiteX1" fmla="*/ 50958 w 3477784"/>
              <a:gd name="connsiteY1" fmla="*/ 748221 h 1874503"/>
              <a:gd name="connsiteX2" fmla="*/ 3477784 w 3477784"/>
              <a:gd name="connsiteY2" fmla="*/ 252432 h 1874503"/>
              <a:gd name="connsiteX0" fmla="*/ 1263328 w 3571976"/>
              <a:gd name="connsiteY0" fmla="*/ 1866379 h 1866379"/>
              <a:gd name="connsiteX1" fmla="*/ 74639 w 3571976"/>
              <a:gd name="connsiteY1" fmla="*/ 740097 h 1866379"/>
              <a:gd name="connsiteX2" fmla="*/ 3571976 w 3571976"/>
              <a:gd name="connsiteY2" fmla="*/ 221730 h 1866379"/>
              <a:gd name="connsiteX0" fmla="*/ 1263330 w 3571978"/>
              <a:gd name="connsiteY0" fmla="*/ 1809430 h 1809430"/>
              <a:gd name="connsiteX1" fmla="*/ 74641 w 3571978"/>
              <a:gd name="connsiteY1" fmla="*/ 683148 h 1809430"/>
              <a:gd name="connsiteX2" fmla="*/ 3571978 w 3571978"/>
              <a:gd name="connsiteY2" fmla="*/ 164781 h 1809430"/>
              <a:gd name="connsiteX0" fmla="*/ 1318268 w 3626916"/>
              <a:gd name="connsiteY0" fmla="*/ 1860722 h 1860722"/>
              <a:gd name="connsiteX1" fmla="*/ 129579 w 3626916"/>
              <a:gd name="connsiteY1" fmla="*/ 734440 h 1860722"/>
              <a:gd name="connsiteX2" fmla="*/ 3626916 w 3626916"/>
              <a:gd name="connsiteY2" fmla="*/ 216073 h 1860722"/>
              <a:gd name="connsiteX0" fmla="*/ 1279063 w 3587711"/>
              <a:gd name="connsiteY0" fmla="*/ 1862007 h 1862007"/>
              <a:gd name="connsiteX1" fmla="*/ 132681 w 3587711"/>
              <a:gd name="connsiteY1" fmla="*/ 730081 h 1862007"/>
              <a:gd name="connsiteX2" fmla="*/ 3587711 w 3587711"/>
              <a:gd name="connsiteY2" fmla="*/ 217358 h 1862007"/>
              <a:gd name="connsiteX0" fmla="*/ 1218855 w 3527503"/>
              <a:gd name="connsiteY0" fmla="*/ 1874838 h 1874838"/>
              <a:gd name="connsiteX1" fmla="*/ 72473 w 3527503"/>
              <a:gd name="connsiteY1" fmla="*/ 742912 h 1874838"/>
              <a:gd name="connsiteX2" fmla="*/ 3527503 w 3527503"/>
              <a:gd name="connsiteY2" fmla="*/ 230189 h 1874838"/>
              <a:gd name="connsiteX0" fmla="*/ 1218855 w 3527503"/>
              <a:gd name="connsiteY0" fmla="*/ 1819678 h 1819678"/>
              <a:gd name="connsiteX1" fmla="*/ 72473 w 3527503"/>
              <a:gd name="connsiteY1" fmla="*/ 687752 h 1819678"/>
              <a:gd name="connsiteX2" fmla="*/ 3527503 w 3527503"/>
              <a:gd name="connsiteY2" fmla="*/ 175029 h 1819678"/>
              <a:gd name="connsiteX0" fmla="*/ 1221724 w 3502167"/>
              <a:gd name="connsiteY0" fmla="*/ 1861299 h 1861299"/>
              <a:gd name="connsiteX1" fmla="*/ 75342 w 3502167"/>
              <a:gd name="connsiteY1" fmla="*/ 729373 h 1861299"/>
              <a:gd name="connsiteX2" fmla="*/ 3502168 w 3502167"/>
              <a:gd name="connsiteY2" fmla="*/ 103762 h 1861299"/>
              <a:gd name="connsiteX0" fmla="*/ 1221724 w 3502169"/>
              <a:gd name="connsiteY0" fmla="*/ 1889915 h 1889915"/>
              <a:gd name="connsiteX1" fmla="*/ 75342 w 3502169"/>
              <a:gd name="connsiteY1" fmla="*/ 757989 h 1889915"/>
              <a:gd name="connsiteX2" fmla="*/ 3502168 w 3502169"/>
              <a:gd name="connsiteY2" fmla="*/ 132378 h 1889915"/>
              <a:gd name="connsiteX0" fmla="*/ 1329139 w 3609583"/>
              <a:gd name="connsiteY0" fmla="*/ 1921448 h 1921448"/>
              <a:gd name="connsiteX1" fmla="*/ 69939 w 3609583"/>
              <a:gd name="connsiteY1" fmla="*/ 569390 h 1921448"/>
              <a:gd name="connsiteX2" fmla="*/ 3609583 w 3609583"/>
              <a:gd name="connsiteY2" fmla="*/ 163911 h 1921448"/>
              <a:gd name="connsiteX0" fmla="*/ 1377647 w 3658091"/>
              <a:gd name="connsiteY0" fmla="*/ 1948137 h 1948137"/>
              <a:gd name="connsiteX1" fmla="*/ 118447 w 3658091"/>
              <a:gd name="connsiteY1" fmla="*/ 596079 h 1948137"/>
              <a:gd name="connsiteX2" fmla="*/ 3658091 w 3658091"/>
              <a:gd name="connsiteY2" fmla="*/ 190600 h 1948137"/>
              <a:gd name="connsiteX0" fmla="*/ 1325073 w 3605517"/>
              <a:gd name="connsiteY0" fmla="*/ 2019317 h 2019317"/>
              <a:gd name="connsiteX1" fmla="*/ 65873 w 3605517"/>
              <a:gd name="connsiteY1" fmla="*/ 667259 h 2019317"/>
              <a:gd name="connsiteX2" fmla="*/ 3605517 w 3605517"/>
              <a:gd name="connsiteY2" fmla="*/ 261780 h 2019317"/>
              <a:gd name="connsiteX0" fmla="*/ 1338577 w 3619021"/>
              <a:gd name="connsiteY0" fmla="*/ 1970906 h 1970906"/>
              <a:gd name="connsiteX1" fmla="*/ 65275 w 3619021"/>
              <a:gd name="connsiteY1" fmla="*/ 782537 h 1970906"/>
              <a:gd name="connsiteX2" fmla="*/ 3619021 w 3619021"/>
              <a:gd name="connsiteY2" fmla="*/ 213369 h 1970906"/>
              <a:gd name="connsiteX0" fmla="*/ 1334605 w 3615049"/>
              <a:gd name="connsiteY0" fmla="*/ 1955587 h 1955587"/>
              <a:gd name="connsiteX1" fmla="*/ 61303 w 3615049"/>
              <a:gd name="connsiteY1" fmla="*/ 767218 h 1955587"/>
              <a:gd name="connsiteX2" fmla="*/ 3615049 w 3615049"/>
              <a:gd name="connsiteY2" fmla="*/ 198050 h 1955587"/>
              <a:gd name="connsiteX0" fmla="*/ 1350898 w 3631342"/>
              <a:gd name="connsiteY0" fmla="*/ 1929969 h 1929969"/>
              <a:gd name="connsiteX1" fmla="*/ 77596 w 3631342"/>
              <a:gd name="connsiteY1" fmla="*/ 741600 h 1929969"/>
              <a:gd name="connsiteX2" fmla="*/ 3631342 w 3631342"/>
              <a:gd name="connsiteY2" fmla="*/ 172432 h 1929969"/>
              <a:gd name="connsiteX0" fmla="*/ 1350900 w 3631344"/>
              <a:gd name="connsiteY0" fmla="*/ 1921944 h 1921944"/>
              <a:gd name="connsiteX1" fmla="*/ 77597 w 3631344"/>
              <a:gd name="connsiteY1" fmla="*/ 778730 h 1921944"/>
              <a:gd name="connsiteX2" fmla="*/ 3631344 w 3631344"/>
              <a:gd name="connsiteY2" fmla="*/ 164407 h 1921944"/>
              <a:gd name="connsiteX0" fmla="*/ 1360083 w 3640527"/>
              <a:gd name="connsiteY0" fmla="*/ 1921944 h 1921944"/>
              <a:gd name="connsiteX1" fmla="*/ 86780 w 3640527"/>
              <a:gd name="connsiteY1" fmla="*/ 778730 h 1921944"/>
              <a:gd name="connsiteX2" fmla="*/ 3640527 w 3640527"/>
              <a:gd name="connsiteY2" fmla="*/ 164407 h 1921944"/>
              <a:gd name="connsiteX0" fmla="*/ 0 w 2280444"/>
              <a:gd name="connsiteY0" fmla="*/ 1757537 h 1757537"/>
              <a:gd name="connsiteX1" fmla="*/ 2280444 w 2280444"/>
              <a:gd name="connsiteY1" fmla="*/ 0 h 1757537"/>
              <a:gd name="connsiteX0" fmla="*/ 737621 w 3018065"/>
              <a:gd name="connsiteY0" fmla="*/ 1757537 h 1757537"/>
              <a:gd name="connsiteX1" fmla="*/ 3018065 w 3018065"/>
              <a:gd name="connsiteY1" fmla="*/ 0 h 1757537"/>
              <a:gd name="connsiteX0" fmla="*/ 1313903 w 3594347"/>
              <a:gd name="connsiteY0" fmla="*/ 1779756 h 1779756"/>
              <a:gd name="connsiteX1" fmla="*/ 3594347 w 3594347"/>
              <a:gd name="connsiteY1" fmla="*/ 22219 h 1779756"/>
              <a:gd name="connsiteX0" fmla="*/ 1530938 w 3811382"/>
              <a:gd name="connsiteY0" fmla="*/ 1772194 h 1772194"/>
              <a:gd name="connsiteX1" fmla="*/ 3811382 w 3811382"/>
              <a:gd name="connsiteY1" fmla="*/ 14657 h 1772194"/>
              <a:gd name="connsiteX0" fmla="*/ 1270438 w 3550882"/>
              <a:gd name="connsiteY0" fmla="*/ 1795746 h 1795746"/>
              <a:gd name="connsiteX1" fmla="*/ 3550882 w 3550882"/>
              <a:gd name="connsiteY1" fmla="*/ 38209 h 1795746"/>
              <a:gd name="connsiteX0" fmla="*/ 1214111 w 3494555"/>
              <a:gd name="connsiteY0" fmla="*/ 1792964 h 1792964"/>
              <a:gd name="connsiteX1" fmla="*/ 3494555 w 3494555"/>
              <a:gd name="connsiteY1" fmla="*/ 35427 h 1792964"/>
              <a:gd name="connsiteX0" fmla="*/ 608458 w 2888902"/>
              <a:gd name="connsiteY0" fmla="*/ 1789611 h 1789611"/>
              <a:gd name="connsiteX1" fmla="*/ 2888902 w 2888902"/>
              <a:gd name="connsiteY1" fmla="*/ 32074 h 1789611"/>
              <a:gd name="connsiteX0" fmla="*/ 783464 w 3063908"/>
              <a:gd name="connsiteY0" fmla="*/ 1790461 h 1790461"/>
              <a:gd name="connsiteX1" fmla="*/ 317518 w 3063908"/>
              <a:gd name="connsiteY1" fmla="*/ 616239 h 1790461"/>
              <a:gd name="connsiteX2" fmla="*/ 3063908 w 3063908"/>
              <a:gd name="connsiteY2" fmla="*/ 32924 h 1790461"/>
              <a:gd name="connsiteX0" fmla="*/ 506347 w 2786791"/>
              <a:gd name="connsiteY0" fmla="*/ 1829732 h 1829732"/>
              <a:gd name="connsiteX1" fmla="*/ 40401 w 2786791"/>
              <a:gd name="connsiteY1" fmla="*/ 655510 h 1829732"/>
              <a:gd name="connsiteX2" fmla="*/ 2786791 w 2786791"/>
              <a:gd name="connsiteY2" fmla="*/ 72195 h 1829732"/>
              <a:gd name="connsiteX0" fmla="*/ 1015133 w 3295577"/>
              <a:gd name="connsiteY0" fmla="*/ 1795729 h 1795729"/>
              <a:gd name="connsiteX1" fmla="*/ 20354 w 3295577"/>
              <a:gd name="connsiteY1" fmla="*/ 1208618 h 1795729"/>
              <a:gd name="connsiteX2" fmla="*/ 3295577 w 3295577"/>
              <a:gd name="connsiteY2" fmla="*/ 38192 h 1795729"/>
              <a:gd name="connsiteX0" fmla="*/ 1061483 w 3341927"/>
              <a:gd name="connsiteY0" fmla="*/ 1790614 h 1790614"/>
              <a:gd name="connsiteX1" fmla="*/ 66704 w 3341927"/>
              <a:gd name="connsiteY1" fmla="*/ 1203503 h 1790614"/>
              <a:gd name="connsiteX2" fmla="*/ 3341927 w 3341927"/>
              <a:gd name="connsiteY2" fmla="*/ 33077 h 1790614"/>
              <a:gd name="connsiteX0" fmla="*/ 994820 w 3275264"/>
              <a:gd name="connsiteY0" fmla="*/ 1794952 h 1794952"/>
              <a:gd name="connsiteX1" fmla="*/ 41 w 3275264"/>
              <a:gd name="connsiteY1" fmla="*/ 1207841 h 1794952"/>
              <a:gd name="connsiteX2" fmla="*/ 3275264 w 3275264"/>
              <a:gd name="connsiteY2" fmla="*/ 37415 h 1794952"/>
              <a:gd name="connsiteX0" fmla="*/ 1047700 w 3328144"/>
              <a:gd name="connsiteY0" fmla="*/ 1794846 h 1794846"/>
              <a:gd name="connsiteX1" fmla="*/ 37 w 3328144"/>
              <a:gd name="connsiteY1" fmla="*/ 1211337 h 1794846"/>
              <a:gd name="connsiteX2" fmla="*/ 3328144 w 3328144"/>
              <a:gd name="connsiteY2" fmla="*/ 37309 h 1794846"/>
              <a:gd name="connsiteX0" fmla="*/ 1047672 w 3328116"/>
              <a:gd name="connsiteY0" fmla="*/ 1820196 h 1820196"/>
              <a:gd name="connsiteX1" fmla="*/ 9 w 3328116"/>
              <a:gd name="connsiteY1" fmla="*/ 1236687 h 1820196"/>
              <a:gd name="connsiteX2" fmla="*/ 3328116 w 3328116"/>
              <a:gd name="connsiteY2" fmla="*/ 62659 h 1820196"/>
              <a:gd name="connsiteX0" fmla="*/ 1047985 w 3328429"/>
              <a:gd name="connsiteY0" fmla="*/ 1858774 h 1858774"/>
              <a:gd name="connsiteX1" fmla="*/ 322 w 3328429"/>
              <a:gd name="connsiteY1" fmla="*/ 1275265 h 1858774"/>
              <a:gd name="connsiteX2" fmla="*/ 3328429 w 3328429"/>
              <a:gd name="connsiteY2" fmla="*/ 101237 h 1858774"/>
              <a:gd name="connsiteX0" fmla="*/ 995109 w 3275553"/>
              <a:gd name="connsiteY0" fmla="*/ 1906323 h 1906323"/>
              <a:gd name="connsiteX1" fmla="*/ 329 w 3275553"/>
              <a:gd name="connsiteY1" fmla="*/ 998643 h 1906323"/>
              <a:gd name="connsiteX2" fmla="*/ 3275553 w 3275553"/>
              <a:gd name="connsiteY2" fmla="*/ 148786 h 1906323"/>
              <a:gd name="connsiteX0" fmla="*/ 1003922 w 3284366"/>
              <a:gd name="connsiteY0" fmla="*/ 1900067 h 1900067"/>
              <a:gd name="connsiteX1" fmla="*/ 328 w 3284366"/>
              <a:gd name="connsiteY1" fmla="*/ 1024803 h 1900067"/>
              <a:gd name="connsiteX2" fmla="*/ 3284366 w 3284366"/>
              <a:gd name="connsiteY2" fmla="*/ 142530 h 1900067"/>
              <a:gd name="connsiteX0" fmla="*/ 1005010 w 3285454"/>
              <a:gd name="connsiteY0" fmla="*/ 1862819 h 1862819"/>
              <a:gd name="connsiteX1" fmla="*/ 1416 w 3285454"/>
              <a:gd name="connsiteY1" fmla="*/ 987555 h 1862819"/>
              <a:gd name="connsiteX2" fmla="*/ 3285454 w 3285454"/>
              <a:gd name="connsiteY2" fmla="*/ 105282 h 1862819"/>
              <a:gd name="connsiteX0" fmla="*/ 1018777 w 3299221"/>
              <a:gd name="connsiteY0" fmla="*/ 1856959 h 1856959"/>
              <a:gd name="connsiteX1" fmla="*/ 15183 w 3299221"/>
              <a:gd name="connsiteY1" fmla="*/ 981695 h 1856959"/>
              <a:gd name="connsiteX2" fmla="*/ 3299221 w 3299221"/>
              <a:gd name="connsiteY2" fmla="*/ 99422 h 1856959"/>
              <a:gd name="connsiteX0" fmla="*/ 1018779 w 3299223"/>
              <a:gd name="connsiteY0" fmla="*/ 1928776 h 1928776"/>
              <a:gd name="connsiteX1" fmla="*/ 15185 w 3299223"/>
              <a:gd name="connsiteY1" fmla="*/ 1053512 h 1928776"/>
              <a:gd name="connsiteX2" fmla="*/ 3299223 w 3299223"/>
              <a:gd name="connsiteY2" fmla="*/ 171239 h 1928776"/>
              <a:gd name="connsiteX0" fmla="*/ 1010114 w 3290558"/>
              <a:gd name="connsiteY0" fmla="*/ 1975890 h 1975890"/>
              <a:gd name="connsiteX1" fmla="*/ 15333 w 3290558"/>
              <a:gd name="connsiteY1" fmla="*/ 819677 h 1975890"/>
              <a:gd name="connsiteX2" fmla="*/ 3290558 w 3290558"/>
              <a:gd name="connsiteY2" fmla="*/ 218353 h 1975890"/>
              <a:gd name="connsiteX0" fmla="*/ 1017582 w 3298026"/>
              <a:gd name="connsiteY0" fmla="*/ 2002157 h 2002157"/>
              <a:gd name="connsiteX1" fmla="*/ 22801 w 3298026"/>
              <a:gd name="connsiteY1" fmla="*/ 845944 h 2002157"/>
              <a:gd name="connsiteX2" fmla="*/ 3298026 w 3298026"/>
              <a:gd name="connsiteY2" fmla="*/ 244620 h 2002157"/>
              <a:gd name="connsiteX0" fmla="*/ 1017584 w 3298028"/>
              <a:gd name="connsiteY0" fmla="*/ 1984646 h 1984646"/>
              <a:gd name="connsiteX1" fmla="*/ 22802 w 3298028"/>
              <a:gd name="connsiteY1" fmla="*/ 904073 h 1984646"/>
              <a:gd name="connsiteX2" fmla="*/ 3298028 w 3298028"/>
              <a:gd name="connsiteY2" fmla="*/ 227109 h 1984646"/>
              <a:gd name="connsiteX0" fmla="*/ 1017584 w 3298028"/>
              <a:gd name="connsiteY0" fmla="*/ 1984646 h 1984646"/>
              <a:gd name="connsiteX1" fmla="*/ 22802 w 3298028"/>
              <a:gd name="connsiteY1" fmla="*/ 904073 h 1984646"/>
              <a:gd name="connsiteX2" fmla="*/ 3298028 w 3298028"/>
              <a:gd name="connsiteY2" fmla="*/ 227109 h 1984646"/>
              <a:gd name="connsiteX0" fmla="*/ 1077681 w 3358125"/>
              <a:gd name="connsiteY0" fmla="*/ 1978584 h 1978584"/>
              <a:gd name="connsiteX1" fmla="*/ 82899 w 3358125"/>
              <a:gd name="connsiteY1" fmla="*/ 898011 h 1978584"/>
              <a:gd name="connsiteX2" fmla="*/ 3358125 w 3358125"/>
              <a:gd name="connsiteY2" fmla="*/ 221047 h 1978584"/>
              <a:gd name="connsiteX0" fmla="*/ 1077683 w 3358127"/>
              <a:gd name="connsiteY0" fmla="*/ 1917496 h 1917496"/>
              <a:gd name="connsiteX1" fmla="*/ 82901 w 3358127"/>
              <a:gd name="connsiteY1" fmla="*/ 836923 h 1917496"/>
              <a:gd name="connsiteX2" fmla="*/ 3358127 w 3358127"/>
              <a:gd name="connsiteY2" fmla="*/ 159959 h 1917496"/>
              <a:gd name="connsiteX0" fmla="*/ 1105438 w 3385882"/>
              <a:gd name="connsiteY0" fmla="*/ 1902606 h 1902606"/>
              <a:gd name="connsiteX1" fmla="*/ 110656 w 3385882"/>
              <a:gd name="connsiteY1" fmla="*/ 822033 h 1902606"/>
              <a:gd name="connsiteX2" fmla="*/ 3385882 w 3385882"/>
              <a:gd name="connsiteY2" fmla="*/ 145069 h 1902606"/>
              <a:gd name="connsiteX0" fmla="*/ 1105438 w 3385882"/>
              <a:gd name="connsiteY0" fmla="*/ 1849718 h 1849718"/>
              <a:gd name="connsiteX1" fmla="*/ 110656 w 3385882"/>
              <a:gd name="connsiteY1" fmla="*/ 769145 h 1849718"/>
              <a:gd name="connsiteX2" fmla="*/ 3385882 w 3385882"/>
              <a:gd name="connsiteY2" fmla="*/ 92181 h 1849718"/>
              <a:gd name="connsiteX0" fmla="*/ -1 w 2280443"/>
              <a:gd name="connsiteY0" fmla="*/ 1757537 h 1757537"/>
              <a:gd name="connsiteX1" fmla="*/ 2280443 w 2280443"/>
              <a:gd name="connsiteY1" fmla="*/ 0 h 1757537"/>
              <a:gd name="connsiteX0" fmla="*/ 845954 w 3126398"/>
              <a:gd name="connsiteY0" fmla="*/ 1757537 h 1757537"/>
              <a:gd name="connsiteX1" fmla="*/ 3126398 w 3126398"/>
              <a:gd name="connsiteY1" fmla="*/ 0 h 1757537"/>
              <a:gd name="connsiteX0" fmla="*/ 1126734 w 3407178"/>
              <a:gd name="connsiteY0" fmla="*/ 1798879 h 1798879"/>
              <a:gd name="connsiteX1" fmla="*/ 3407178 w 3407178"/>
              <a:gd name="connsiteY1" fmla="*/ 41342 h 1798879"/>
              <a:gd name="connsiteX0" fmla="*/ 1165036 w 3280954"/>
              <a:gd name="connsiteY0" fmla="*/ 1743025 h 1743025"/>
              <a:gd name="connsiteX1" fmla="*/ 3280954 w 3280954"/>
              <a:gd name="connsiteY1" fmla="*/ 43118 h 1743025"/>
              <a:gd name="connsiteX0" fmla="*/ 1105811 w 3480269"/>
              <a:gd name="connsiteY0" fmla="*/ 1720314 h 1720315"/>
              <a:gd name="connsiteX1" fmla="*/ 3480269 w 3480269"/>
              <a:gd name="connsiteY1" fmla="*/ 43883 h 1720315"/>
              <a:gd name="connsiteX0" fmla="*/ 908871 w 3283329"/>
              <a:gd name="connsiteY0" fmla="*/ 1726195 h 1726195"/>
              <a:gd name="connsiteX1" fmla="*/ 3283329 w 3283329"/>
              <a:gd name="connsiteY1" fmla="*/ 49764 h 1726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3329" h="1726195">
                <a:moveTo>
                  <a:pt x="908871" y="1726195"/>
                </a:moveTo>
                <a:cubicBezTo>
                  <a:pt x="-1233683" y="673454"/>
                  <a:pt x="760405" y="-224044"/>
                  <a:pt x="3283329" y="49764"/>
                </a:cubicBezTo>
              </a:path>
            </a:pathLst>
          </a:custGeom>
          <a:noFill/>
          <a:ln w="3175">
            <a:solidFill>
              <a:srgbClr val="A2ABB0"/>
            </a:solidFill>
            <a:prstDash val="dash"/>
            <a:miter lim="800000"/>
            <a:headEnd type="oval" w="sm" len="sm"/>
            <a:tailEnd type="triangle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3D3BDACA-7311-1A57-0ECC-245B14F19CB1}"/>
              </a:ext>
            </a:extLst>
          </p:cNvPr>
          <p:cNvSpPr/>
          <p:nvPr/>
        </p:nvSpPr>
        <p:spPr bwMode="auto">
          <a:xfrm>
            <a:off x="3181220" y="1991374"/>
            <a:ext cx="1828926" cy="4201576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1661121"/>
              <a:gd name="connsiteY0" fmla="*/ 1128742 h 1128742"/>
              <a:gd name="connsiteX1" fmla="*/ 1661121 w 1661121"/>
              <a:gd name="connsiteY1" fmla="*/ 1970 h 1128742"/>
              <a:gd name="connsiteX0" fmla="*/ 418106 w 2079227"/>
              <a:gd name="connsiteY0" fmla="*/ 1130432 h 1130432"/>
              <a:gd name="connsiteX1" fmla="*/ 2079227 w 2079227"/>
              <a:gd name="connsiteY1" fmla="*/ 3660 h 1130432"/>
              <a:gd name="connsiteX0" fmla="*/ 412581 w 2114834"/>
              <a:gd name="connsiteY0" fmla="*/ 1118743 h 1118743"/>
              <a:gd name="connsiteX1" fmla="*/ 2114834 w 2114834"/>
              <a:gd name="connsiteY1" fmla="*/ 3730 h 1118743"/>
              <a:gd name="connsiteX0" fmla="*/ 657321 w 2359574"/>
              <a:gd name="connsiteY0" fmla="*/ 1118771 h 1118771"/>
              <a:gd name="connsiteX1" fmla="*/ 2359574 w 2359574"/>
              <a:gd name="connsiteY1" fmla="*/ 3758 h 1118771"/>
              <a:gd name="connsiteX0" fmla="*/ 793315 w 2495568"/>
              <a:gd name="connsiteY0" fmla="*/ 1140614 h 1140614"/>
              <a:gd name="connsiteX1" fmla="*/ 2495568 w 2495568"/>
              <a:gd name="connsiteY1" fmla="*/ 25601 h 1140614"/>
              <a:gd name="connsiteX0" fmla="*/ 806279 w 2508532"/>
              <a:gd name="connsiteY0" fmla="*/ 1135977 h 1135977"/>
              <a:gd name="connsiteX1" fmla="*/ 2508532 w 2508532"/>
              <a:gd name="connsiteY1" fmla="*/ 20964 h 1135977"/>
              <a:gd name="connsiteX0" fmla="*/ 791185 w 2563949"/>
              <a:gd name="connsiteY0" fmla="*/ 1085385 h 1085385"/>
              <a:gd name="connsiteX1" fmla="*/ 2563949 w 2563949"/>
              <a:gd name="connsiteY1" fmla="*/ 22112 h 1085385"/>
              <a:gd name="connsiteX0" fmla="*/ 829331 w 2602095"/>
              <a:gd name="connsiteY0" fmla="*/ 1114266 h 1114266"/>
              <a:gd name="connsiteX1" fmla="*/ 2602095 w 2602095"/>
              <a:gd name="connsiteY1" fmla="*/ 50993 h 1114266"/>
              <a:gd name="connsiteX0" fmla="*/ 693493 w 2466257"/>
              <a:gd name="connsiteY0" fmla="*/ 1116745 h 1116745"/>
              <a:gd name="connsiteX1" fmla="*/ 1140660 w 2466257"/>
              <a:gd name="connsiteY1" fmla="*/ 46908 h 1116745"/>
              <a:gd name="connsiteX2" fmla="*/ 2466257 w 2466257"/>
              <a:gd name="connsiteY2" fmla="*/ 53472 h 1116745"/>
              <a:gd name="connsiteX0" fmla="*/ 1581306 w 3354070"/>
              <a:gd name="connsiteY0" fmla="*/ 1096632 h 1096632"/>
              <a:gd name="connsiteX1" fmla="*/ 886196 w 3354070"/>
              <a:gd name="connsiteY1" fmla="*/ 658971 h 1096632"/>
              <a:gd name="connsiteX2" fmla="*/ 3354070 w 3354070"/>
              <a:gd name="connsiteY2" fmla="*/ 33359 h 1096632"/>
              <a:gd name="connsiteX0" fmla="*/ 737064 w 2509828"/>
              <a:gd name="connsiteY0" fmla="*/ 1123417 h 1123417"/>
              <a:gd name="connsiteX1" fmla="*/ 41954 w 2509828"/>
              <a:gd name="connsiteY1" fmla="*/ 685756 h 1123417"/>
              <a:gd name="connsiteX2" fmla="*/ 2509828 w 2509828"/>
              <a:gd name="connsiteY2" fmla="*/ 60144 h 1123417"/>
              <a:gd name="connsiteX0" fmla="*/ 1120290 w 2893054"/>
              <a:gd name="connsiteY0" fmla="*/ 1125608 h 1125608"/>
              <a:gd name="connsiteX1" fmla="*/ 30318 w 2893054"/>
              <a:gd name="connsiteY1" fmla="*/ 654080 h 1125608"/>
              <a:gd name="connsiteX2" fmla="*/ 2893054 w 2893054"/>
              <a:gd name="connsiteY2" fmla="*/ 62335 h 1125608"/>
              <a:gd name="connsiteX0" fmla="*/ 1140498 w 2913262"/>
              <a:gd name="connsiteY0" fmla="*/ 1149952 h 1149952"/>
              <a:gd name="connsiteX1" fmla="*/ 50526 w 2913262"/>
              <a:gd name="connsiteY1" fmla="*/ 678424 h 1149952"/>
              <a:gd name="connsiteX2" fmla="*/ 2913262 w 2913262"/>
              <a:gd name="connsiteY2" fmla="*/ 86679 h 1149952"/>
              <a:gd name="connsiteX0" fmla="*/ 1304789 w 3077553"/>
              <a:gd name="connsiteY0" fmla="*/ 1284833 h 1284833"/>
              <a:gd name="connsiteX1" fmla="*/ 45590 w 3077553"/>
              <a:gd name="connsiteY1" fmla="*/ 310951 h 1284833"/>
              <a:gd name="connsiteX2" fmla="*/ 3077553 w 3077553"/>
              <a:gd name="connsiteY2" fmla="*/ 221560 h 1284833"/>
              <a:gd name="connsiteX0" fmla="*/ 1327095 w 3565232"/>
              <a:gd name="connsiteY0" fmla="*/ 1688708 h 1688708"/>
              <a:gd name="connsiteX1" fmla="*/ 67896 w 3565232"/>
              <a:gd name="connsiteY1" fmla="*/ 714826 h 1688708"/>
              <a:gd name="connsiteX2" fmla="*/ 3565232 w 3565232"/>
              <a:gd name="connsiteY2" fmla="*/ 66637 h 1688708"/>
              <a:gd name="connsiteX0" fmla="*/ 1327097 w 3565234"/>
              <a:gd name="connsiteY0" fmla="*/ 1824135 h 1824135"/>
              <a:gd name="connsiteX1" fmla="*/ 67898 w 3565234"/>
              <a:gd name="connsiteY1" fmla="*/ 850253 h 1824135"/>
              <a:gd name="connsiteX2" fmla="*/ 3565234 w 3565234"/>
              <a:gd name="connsiteY2" fmla="*/ 202064 h 1824135"/>
              <a:gd name="connsiteX0" fmla="*/ 1286684 w 3524821"/>
              <a:gd name="connsiteY0" fmla="*/ 1866156 h 1866156"/>
              <a:gd name="connsiteX1" fmla="*/ 69791 w 3524821"/>
              <a:gd name="connsiteY1" fmla="*/ 632630 h 1866156"/>
              <a:gd name="connsiteX2" fmla="*/ 3524821 w 3524821"/>
              <a:gd name="connsiteY2" fmla="*/ 244085 h 1866156"/>
              <a:gd name="connsiteX0" fmla="*/ 1274540 w 3512677"/>
              <a:gd name="connsiteY0" fmla="*/ 1931767 h 1931767"/>
              <a:gd name="connsiteX1" fmla="*/ 57647 w 3512677"/>
              <a:gd name="connsiteY1" fmla="*/ 698241 h 1931767"/>
              <a:gd name="connsiteX2" fmla="*/ 3512677 w 3512677"/>
              <a:gd name="connsiteY2" fmla="*/ 309696 h 1931767"/>
              <a:gd name="connsiteX0" fmla="*/ 1247485 w 3485622"/>
              <a:gd name="connsiteY0" fmla="*/ 1903854 h 1903854"/>
              <a:gd name="connsiteX1" fmla="*/ 58796 w 3485622"/>
              <a:gd name="connsiteY1" fmla="*/ 777572 h 1903854"/>
              <a:gd name="connsiteX2" fmla="*/ 3485622 w 3485622"/>
              <a:gd name="connsiteY2" fmla="*/ 281783 h 1903854"/>
              <a:gd name="connsiteX0" fmla="*/ 1239647 w 3477784"/>
              <a:gd name="connsiteY0" fmla="*/ 1874503 h 1874503"/>
              <a:gd name="connsiteX1" fmla="*/ 50958 w 3477784"/>
              <a:gd name="connsiteY1" fmla="*/ 748221 h 1874503"/>
              <a:gd name="connsiteX2" fmla="*/ 3477784 w 3477784"/>
              <a:gd name="connsiteY2" fmla="*/ 252432 h 1874503"/>
              <a:gd name="connsiteX0" fmla="*/ 1263328 w 3571976"/>
              <a:gd name="connsiteY0" fmla="*/ 1866379 h 1866379"/>
              <a:gd name="connsiteX1" fmla="*/ 74639 w 3571976"/>
              <a:gd name="connsiteY1" fmla="*/ 740097 h 1866379"/>
              <a:gd name="connsiteX2" fmla="*/ 3571976 w 3571976"/>
              <a:gd name="connsiteY2" fmla="*/ 221730 h 1866379"/>
              <a:gd name="connsiteX0" fmla="*/ 1263330 w 3571978"/>
              <a:gd name="connsiteY0" fmla="*/ 1809430 h 1809430"/>
              <a:gd name="connsiteX1" fmla="*/ 74641 w 3571978"/>
              <a:gd name="connsiteY1" fmla="*/ 683148 h 1809430"/>
              <a:gd name="connsiteX2" fmla="*/ 3571978 w 3571978"/>
              <a:gd name="connsiteY2" fmla="*/ 164781 h 1809430"/>
              <a:gd name="connsiteX0" fmla="*/ 1318268 w 3626916"/>
              <a:gd name="connsiteY0" fmla="*/ 1860722 h 1860722"/>
              <a:gd name="connsiteX1" fmla="*/ 129579 w 3626916"/>
              <a:gd name="connsiteY1" fmla="*/ 734440 h 1860722"/>
              <a:gd name="connsiteX2" fmla="*/ 3626916 w 3626916"/>
              <a:gd name="connsiteY2" fmla="*/ 216073 h 1860722"/>
              <a:gd name="connsiteX0" fmla="*/ 1279063 w 3587711"/>
              <a:gd name="connsiteY0" fmla="*/ 1862007 h 1862007"/>
              <a:gd name="connsiteX1" fmla="*/ 132681 w 3587711"/>
              <a:gd name="connsiteY1" fmla="*/ 730081 h 1862007"/>
              <a:gd name="connsiteX2" fmla="*/ 3587711 w 3587711"/>
              <a:gd name="connsiteY2" fmla="*/ 217358 h 1862007"/>
              <a:gd name="connsiteX0" fmla="*/ 1218855 w 3527503"/>
              <a:gd name="connsiteY0" fmla="*/ 1874838 h 1874838"/>
              <a:gd name="connsiteX1" fmla="*/ 72473 w 3527503"/>
              <a:gd name="connsiteY1" fmla="*/ 742912 h 1874838"/>
              <a:gd name="connsiteX2" fmla="*/ 3527503 w 3527503"/>
              <a:gd name="connsiteY2" fmla="*/ 230189 h 1874838"/>
              <a:gd name="connsiteX0" fmla="*/ 1218855 w 3527503"/>
              <a:gd name="connsiteY0" fmla="*/ 1819678 h 1819678"/>
              <a:gd name="connsiteX1" fmla="*/ 72473 w 3527503"/>
              <a:gd name="connsiteY1" fmla="*/ 687752 h 1819678"/>
              <a:gd name="connsiteX2" fmla="*/ 3527503 w 3527503"/>
              <a:gd name="connsiteY2" fmla="*/ 175029 h 1819678"/>
              <a:gd name="connsiteX0" fmla="*/ 1221724 w 3502167"/>
              <a:gd name="connsiteY0" fmla="*/ 1861299 h 1861299"/>
              <a:gd name="connsiteX1" fmla="*/ 75342 w 3502167"/>
              <a:gd name="connsiteY1" fmla="*/ 729373 h 1861299"/>
              <a:gd name="connsiteX2" fmla="*/ 3502168 w 3502167"/>
              <a:gd name="connsiteY2" fmla="*/ 103762 h 1861299"/>
              <a:gd name="connsiteX0" fmla="*/ 1221724 w 3502169"/>
              <a:gd name="connsiteY0" fmla="*/ 1889915 h 1889915"/>
              <a:gd name="connsiteX1" fmla="*/ 75342 w 3502169"/>
              <a:gd name="connsiteY1" fmla="*/ 757989 h 1889915"/>
              <a:gd name="connsiteX2" fmla="*/ 3502168 w 3502169"/>
              <a:gd name="connsiteY2" fmla="*/ 132378 h 1889915"/>
              <a:gd name="connsiteX0" fmla="*/ 1329139 w 3609583"/>
              <a:gd name="connsiteY0" fmla="*/ 1921448 h 1921448"/>
              <a:gd name="connsiteX1" fmla="*/ 69939 w 3609583"/>
              <a:gd name="connsiteY1" fmla="*/ 569390 h 1921448"/>
              <a:gd name="connsiteX2" fmla="*/ 3609583 w 3609583"/>
              <a:gd name="connsiteY2" fmla="*/ 163911 h 1921448"/>
              <a:gd name="connsiteX0" fmla="*/ 1377647 w 3658091"/>
              <a:gd name="connsiteY0" fmla="*/ 1948137 h 1948137"/>
              <a:gd name="connsiteX1" fmla="*/ 118447 w 3658091"/>
              <a:gd name="connsiteY1" fmla="*/ 596079 h 1948137"/>
              <a:gd name="connsiteX2" fmla="*/ 3658091 w 3658091"/>
              <a:gd name="connsiteY2" fmla="*/ 190600 h 1948137"/>
              <a:gd name="connsiteX0" fmla="*/ 1325073 w 3605517"/>
              <a:gd name="connsiteY0" fmla="*/ 2019317 h 2019317"/>
              <a:gd name="connsiteX1" fmla="*/ 65873 w 3605517"/>
              <a:gd name="connsiteY1" fmla="*/ 667259 h 2019317"/>
              <a:gd name="connsiteX2" fmla="*/ 3605517 w 3605517"/>
              <a:gd name="connsiteY2" fmla="*/ 261780 h 2019317"/>
              <a:gd name="connsiteX0" fmla="*/ 1338577 w 3619021"/>
              <a:gd name="connsiteY0" fmla="*/ 1970906 h 1970906"/>
              <a:gd name="connsiteX1" fmla="*/ 65275 w 3619021"/>
              <a:gd name="connsiteY1" fmla="*/ 782537 h 1970906"/>
              <a:gd name="connsiteX2" fmla="*/ 3619021 w 3619021"/>
              <a:gd name="connsiteY2" fmla="*/ 213369 h 1970906"/>
              <a:gd name="connsiteX0" fmla="*/ 1334605 w 3615049"/>
              <a:gd name="connsiteY0" fmla="*/ 1955587 h 1955587"/>
              <a:gd name="connsiteX1" fmla="*/ 61303 w 3615049"/>
              <a:gd name="connsiteY1" fmla="*/ 767218 h 1955587"/>
              <a:gd name="connsiteX2" fmla="*/ 3615049 w 3615049"/>
              <a:gd name="connsiteY2" fmla="*/ 198050 h 1955587"/>
              <a:gd name="connsiteX0" fmla="*/ 1350898 w 3631342"/>
              <a:gd name="connsiteY0" fmla="*/ 1929969 h 1929969"/>
              <a:gd name="connsiteX1" fmla="*/ 77596 w 3631342"/>
              <a:gd name="connsiteY1" fmla="*/ 741600 h 1929969"/>
              <a:gd name="connsiteX2" fmla="*/ 3631342 w 3631342"/>
              <a:gd name="connsiteY2" fmla="*/ 172432 h 1929969"/>
              <a:gd name="connsiteX0" fmla="*/ 1350900 w 3631344"/>
              <a:gd name="connsiteY0" fmla="*/ 1921944 h 1921944"/>
              <a:gd name="connsiteX1" fmla="*/ 77597 w 3631344"/>
              <a:gd name="connsiteY1" fmla="*/ 778730 h 1921944"/>
              <a:gd name="connsiteX2" fmla="*/ 3631344 w 3631344"/>
              <a:gd name="connsiteY2" fmla="*/ 164407 h 1921944"/>
              <a:gd name="connsiteX0" fmla="*/ 1360083 w 3640527"/>
              <a:gd name="connsiteY0" fmla="*/ 1921944 h 1921944"/>
              <a:gd name="connsiteX1" fmla="*/ 86780 w 3640527"/>
              <a:gd name="connsiteY1" fmla="*/ 778730 h 1921944"/>
              <a:gd name="connsiteX2" fmla="*/ 3640527 w 3640527"/>
              <a:gd name="connsiteY2" fmla="*/ 164407 h 1921944"/>
              <a:gd name="connsiteX0" fmla="*/ 1291242 w 2219337"/>
              <a:gd name="connsiteY0" fmla="*/ 2565712 h 2565712"/>
              <a:gd name="connsiteX1" fmla="*/ 17939 w 2219337"/>
              <a:gd name="connsiteY1" fmla="*/ 1422498 h 2565712"/>
              <a:gd name="connsiteX2" fmla="*/ 2219337 w 2219337"/>
              <a:gd name="connsiteY2" fmla="*/ 86340 h 2565712"/>
              <a:gd name="connsiteX0" fmla="*/ 1291242 w 2219337"/>
              <a:gd name="connsiteY0" fmla="*/ 2526294 h 2526294"/>
              <a:gd name="connsiteX1" fmla="*/ 17939 w 2219337"/>
              <a:gd name="connsiteY1" fmla="*/ 1383080 h 2526294"/>
              <a:gd name="connsiteX2" fmla="*/ 2219337 w 2219337"/>
              <a:gd name="connsiteY2" fmla="*/ 46922 h 2526294"/>
              <a:gd name="connsiteX0" fmla="*/ 0 w 928095"/>
              <a:gd name="connsiteY0" fmla="*/ 2479372 h 2479372"/>
              <a:gd name="connsiteX1" fmla="*/ 928095 w 928095"/>
              <a:gd name="connsiteY1" fmla="*/ 0 h 2479372"/>
              <a:gd name="connsiteX0" fmla="*/ 749378 w 1677473"/>
              <a:gd name="connsiteY0" fmla="*/ 2479372 h 2479372"/>
              <a:gd name="connsiteX1" fmla="*/ 1677473 w 1677473"/>
              <a:gd name="connsiteY1" fmla="*/ 0 h 2479372"/>
              <a:gd name="connsiteX0" fmla="*/ 686624 w 1990372"/>
              <a:gd name="connsiteY0" fmla="*/ 2521833 h 2521833"/>
              <a:gd name="connsiteX1" fmla="*/ 1990372 w 1990372"/>
              <a:gd name="connsiteY1" fmla="*/ 0 h 2521833"/>
              <a:gd name="connsiteX0" fmla="*/ 1050327 w 2354075"/>
              <a:gd name="connsiteY0" fmla="*/ 2521833 h 2521833"/>
              <a:gd name="connsiteX1" fmla="*/ 2354075 w 2354075"/>
              <a:gd name="connsiteY1" fmla="*/ 0 h 2521833"/>
              <a:gd name="connsiteX0" fmla="*/ 1073464 w 2302082"/>
              <a:gd name="connsiteY0" fmla="*/ 2515767 h 2515767"/>
              <a:gd name="connsiteX1" fmla="*/ 2302081 w 2302082"/>
              <a:gd name="connsiteY1" fmla="*/ 0 h 2515767"/>
              <a:gd name="connsiteX0" fmla="*/ 1063695 w 2292312"/>
              <a:gd name="connsiteY0" fmla="*/ 2516945 h 2516945"/>
              <a:gd name="connsiteX1" fmla="*/ 2292312 w 2292312"/>
              <a:gd name="connsiteY1" fmla="*/ 1178 h 2516945"/>
              <a:gd name="connsiteX0" fmla="*/ 1040831 w 2344579"/>
              <a:gd name="connsiteY0" fmla="*/ 2488657 h 2488657"/>
              <a:gd name="connsiteX1" fmla="*/ 2344579 w 2344579"/>
              <a:gd name="connsiteY1" fmla="*/ 1197 h 2488657"/>
              <a:gd name="connsiteX0" fmla="*/ 897073 w 2200821"/>
              <a:gd name="connsiteY0" fmla="*/ 2488747 h 2488747"/>
              <a:gd name="connsiteX1" fmla="*/ 2200821 w 2200821"/>
              <a:gd name="connsiteY1" fmla="*/ 1287 h 2488747"/>
              <a:gd name="connsiteX0" fmla="*/ 826625 w 2375961"/>
              <a:gd name="connsiteY0" fmla="*/ 2710509 h 2710509"/>
              <a:gd name="connsiteX1" fmla="*/ 2375961 w 2375961"/>
              <a:gd name="connsiteY1" fmla="*/ 1135 h 2710509"/>
              <a:gd name="connsiteX0" fmla="*/ 786428 w 2335764"/>
              <a:gd name="connsiteY0" fmla="*/ 2710814 h 2710814"/>
              <a:gd name="connsiteX1" fmla="*/ 2335764 w 2335764"/>
              <a:gd name="connsiteY1" fmla="*/ 1440 h 2710814"/>
              <a:gd name="connsiteX0" fmla="*/ 855006 w 2404342"/>
              <a:gd name="connsiteY0" fmla="*/ 2709416 h 2709416"/>
              <a:gd name="connsiteX1" fmla="*/ 2404342 w 2404342"/>
              <a:gd name="connsiteY1" fmla="*/ 42 h 270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04342" h="2709416">
                <a:moveTo>
                  <a:pt x="855006" y="2709416"/>
                </a:moveTo>
                <a:cubicBezTo>
                  <a:pt x="-736107" y="1370285"/>
                  <a:pt x="-42609" y="-8665"/>
                  <a:pt x="2404342" y="42"/>
                </a:cubicBezTo>
              </a:path>
            </a:pathLst>
          </a:custGeom>
          <a:noFill/>
          <a:ln w="3175">
            <a:solidFill>
              <a:srgbClr val="A2ABB0"/>
            </a:solidFill>
            <a:prstDash val="dash"/>
            <a:miter lim="800000"/>
            <a:headEnd type="oval" w="sm" len="sm"/>
            <a:tailEnd type="triangle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9CC3F4D-0402-CE05-0B61-B5536B7D3488}"/>
              </a:ext>
            </a:extLst>
          </p:cNvPr>
          <p:cNvSpPr txBox="1"/>
          <p:nvPr/>
        </p:nvSpPr>
        <p:spPr>
          <a:xfrm>
            <a:off x="4417008" y="3768436"/>
            <a:ext cx="2051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Oconsequa tdu Isauteir Uredo Lorinrepre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E8912C3-78C0-F3F1-B524-DF389DFB984C}"/>
              </a:ext>
            </a:extLst>
          </p:cNvPr>
          <p:cNvSpPr txBox="1"/>
          <p:nvPr/>
        </p:nvSpPr>
        <p:spPr>
          <a:xfrm>
            <a:off x="4417008" y="4471050"/>
            <a:ext cx="2051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Henderi Tinv Oluptat Evelitess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87A4D48-A63C-8C38-C767-5C8885DC978F}"/>
              </a:ext>
            </a:extLst>
          </p:cNvPr>
          <p:cNvSpPr txBox="1"/>
          <p:nvPr/>
        </p:nvSpPr>
        <p:spPr>
          <a:xfrm>
            <a:off x="4417008" y="5196205"/>
            <a:ext cx="2051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Ecill umd Oloreeuf Ugiatnull Apari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49B4684-ABA0-F02D-131A-7E73F770444E}"/>
              </a:ext>
            </a:extLst>
          </p:cNvPr>
          <p:cNvSpPr txBox="1"/>
          <p:nvPr/>
        </p:nvSpPr>
        <p:spPr>
          <a:xfrm>
            <a:off x="4417008" y="5903884"/>
            <a:ext cx="218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Aturex Cepteur Sintoccaecat Cupidatatno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C496546-07A2-8628-6FCC-C5B4E4FCD23D}"/>
              </a:ext>
            </a:extLst>
          </p:cNvPr>
          <p:cNvSpPr/>
          <p:nvPr/>
        </p:nvSpPr>
        <p:spPr>
          <a:xfrm>
            <a:off x="3713416" y="3868351"/>
            <a:ext cx="247785" cy="247785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459FED"/>
            </a:soli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947AB6F-C1AE-947A-A2F9-601EF2F79C93}"/>
              </a:ext>
            </a:extLst>
          </p:cNvPr>
          <p:cNvSpPr/>
          <p:nvPr/>
        </p:nvSpPr>
        <p:spPr>
          <a:xfrm>
            <a:off x="3713416" y="4587192"/>
            <a:ext cx="247785" cy="247785"/>
          </a:xfrm>
          <a:prstGeom prst="ellipse">
            <a:avLst/>
          </a:prstGeom>
          <a:solidFill>
            <a:srgbClr val="FFFFFF"/>
          </a:solidFill>
          <a:ln w="6350" cap="flat" cmpd="sng" algn="ctr">
            <a:solidFill>
              <a:srgbClr val="20303D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97318A6A-0F27-A527-9DDC-034B17871895}"/>
              </a:ext>
            </a:extLst>
          </p:cNvPr>
          <p:cNvSpPr/>
          <p:nvPr/>
        </p:nvSpPr>
        <p:spPr>
          <a:xfrm>
            <a:off x="3713416" y="5299008"/>
            <a:ext cx="247785" cy="247785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E38803"/>
            </a:solidFill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A61C6B64-1B3A-F636-0AE3-BD8CB78FD739}"/>
              </a:ext>
            </a:extLst>
          </p:cNvPr>
          <p:cNvSpPr/>
          <p:nvPr/>
        </p:nvSpPr>
        <p:spPr>
          <a:xfrm>
            <a:off x="3713416" y="6010824"/>
            <a:ext cx="247785" cy="247785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17B28A"/>
            </a:solidFill>
          </a:ln>
          <a:effectLst>
            <a:outerShdw blurRad="190500" dist="38100" dir="5400000" rotWithShape="0">
              <a:srgbClr val="018172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43EDA24-FB47-9405-48F5-F0F3AA6A48AB}"/>
              </a:ext>
            </a:extLst>
          </p:cNvPr>
          <p:cNvSpPr txBox="1"/>
          <p:nvPr/>
        </p:nvSpPr>
        <p:spPr>
          <a:xfrm>
            <a:off x="7344086" y="3225999"/>
            <a:ext cx="4690957" cy="334566"/>
          </a:xfrm>
          <a:prstGeom prst="roundRect">
            <a:avLst>
              <a:gd name="adj" fmla="val 14663"/>
            </a:avLst>
          </a:prstGeom>
          <a:solidFill>
            <a:srgbClr val="FCA523"/>
          </a:solidFill>
          <a:ln w="6350" cmpd="sng">
            <a:noFill/>
          </a:ln>
          <a:effectLst>
            <a:outerShdw blurRad="190500" dist="38100" dir="5400000" rotWithShape="0">
              <a:srgbClr val="E38803">
                <a:alpha val="20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Nproid Entsu</a:t>
            </a:r>
            <a:endParaRPr kumimoji="0" lang="en-GB" sz="1400" i="1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CB499F1-BB3D-8FF6-A116-83CEF120AE8A}"/>
              </a:ext>
            </a:extLst>
          </p:cNvPr>
          <p:cNvSpPr/>
          <p:nvPr/>
        </p:nvSpPr>
        <p:spPr>
          <a:xfrm>
            <a:off x="263933" y="1042769"/>
            <a:ext cx="11664134" cy="291585"/>
          </a:xfrm>
          <a:prstGeom prst="roundRect">
            <a:avLst>
              <a:gd name="adj" fmla="val 18648"/>
            </a:avLst>
          </a:prstGeom>
          <a:solidFill>
            <a:srgbClr val="FFFFFF"/>
          </a:solidFill>
          <a:ln w="6350" cmpd="sng">
            <a:solidFill>
              <a:srgbClr val="20303D"/>
            </a:solidFill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NTI’n Culpaq ui Officia </a:t>
            </a:r>
            <a:r>
              <a:rPr kumimoji="0" lang="en-US" sz="1400" b="1" i="1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Deserunt, Molli tan Imidest Laborumcura Biturnonnul </a:t>
            </a: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la Sita</a:t>
            </a:r>
          </a:p>
        </p:txBody>
      </p:sp>
      <p:sp>
        <p:nvSpPr>
          <p:cNvPr id="98" name="Freeform 5">
            <a:extLst>
              <a:ext uri="{FF2B5EF4-FFF2-40B4-BE49-F238E27FC236}">
                <a16:creationId xmlns:a16="http://schemas.microsoft.com/office/drawing/2014/main" id="{88B9E7D3-2074-FF78-DFE7-F3067457D6EC}"/>
              </a:ext>
            </a:extLst>
          </p:cNvPr>
          <p:cNvSpPr>
            <a:spLocks noEditPoints="1"/>
          </p:cNvSpPr>
          <p:nvPr/>
        </p:nvSpPr>
        <p:spPr bwMode="auto">
          <a:xfrm>
            <a:off x="4006536" y="3858227"/>
            <a:ext cx="426931" cy="282083"/>
          </a:xfrm>
          <a:custGeom>
            <a:avLst/>
            <a:gdLst>
              <a:gd name="T0" fmla="*/ 1088 w 1984"/>
              <a:gd name="T1" fmla="*/ 930 h 1310"/>
              <a:gd name="T2" fmla="*/ 992 w 1984"/>
              <a:gd name="T3" fmla="*/ 452 h 1310"/>
              <a:gd name="T4" fmla="*/ 800 w 1984"/>
              <a:gd name="T5" fmla="*/ 764 h 1310"/>
              <a:gd name="T6" fmla="*/ 736 w 1984"/>
              <a:gd name="T7" fmla="*/ 990 h 1310"/>
              <a:gd name="T8" fmla="*/ 608 w 1984"/>
              <a:gd name="T9" fmla="*/ 1310 h 1310"/>
              <a:gd name="T10" fmla="*/ 1408 w 1984"/>
              <a:gd name="T11" fmla="*/ 1150 h 1310"/>
              <a:gd name="T12" fmla="*/ 1115 w 1984"/>
              <a:gd name="T13" fmla="*/ 609 h 1310"/>
              <a:gd name="T14" fmla="*/ 864 w 1984"/>
              <a:gd name="T15" fmla="*/ 669 h 1310"/>
              <a:gd name="T16" fmla="*/ 864 w 1984"/>
              <a:gd name="T17" fmla="*/ 733 h 1310"/>
              <a:gd name="T18" fmla="*/ 1120 w 1984"/>
              <a:gd name="T19" fmla="*/ 764 h 1310"/>
              <a:gd name="T20" fmla="*/ 864 w 1984"/>
              <a:gd name="T21" fmla="*/ 733 h 1310"/>
              <a:gd name="T22" fmla="*/ 960 w 1984"/>
              <a:gd name="T23" fmla="*/ 988 h 1310"/>
              <a:gd name="T24" fmla="*/ 1344 w 1984"/>
              <a:gd name="T25" fmla="*/ 1246 h 1310"/>
              <a:gd name="T26" fmla="*/ 1248 w 1984"/>
              <a:gd name="T27" fmla="*/ 1152 h 1310"/>
              <a:gd name="T28" fmla="*/ 764 w 1984"/>
              <a:gd name="T29" fmla="*/ 1246 h 1310"/>
              <a:gd name="T30" fmla="*/ 700 w 1984"/>
              <a:gd name="T31" fmla="*/ 1184 h 1310"/>
              <a:gd name="T32" fmla="*/ 640 w 1984"/>
              <a:gd name="T33" fmla="*/ 1150 h 1310"/>
              <a:gd name="T34" fmla="*/ 1344 w 1984"/>
              <a:gd name="T35" fmla="*/ 1150 h 1310"/>
              <a:gd name="T36" fmla="*/ 1088 w 1984"/>
              <a:gd name="T37" fmla="*/ 96 h 1310"/>
              <a:gd name="T38" fmla="*/ 992 w 1984"/>
              <a:gd name="T39" fmla="*/ 192 h 1310"/>
              <a:gd name="T40" fmla="*/ 992 w 1984"/>
              <a:gd name="T41" fmla="*/ 128 h 1310"/>
              <a:gd name="T42" fmla="*/ 1888 w 1984"/>
              <a:gd name="T43" fmla="*/ 896 h 1310"/>
              <a:gd name="T44" fmla="*/ 1984 w 1984"/>
              <a:gd name="T45" fmla="*/ 992 h 1310"/>
              <a:gd name="T46" fmla="*/ 1856 w 1984"/>
              <a:gd name="T47" fmla="*/ 992 h 1310"/>
              <a:gd name="T48" fmla="*/ 1888 w 1984"/>
              <a:gd name="T49" fmla="*/ 1024 h 1310"/>
              <a:gd name="T50" fmla="*/ 96 w 1984"/>
              <a:gd name="T51" fmla="*/ 1088 h 1310"/>
              <a:gd name="T52" fmla="*/ 96 w 1984"/>
              <a:gd name="T53" fmla="*/ 1024 h 1310"/>
              <a:gd name="T54" fmla="*/ 128 w 1984"/>
              <a:gd name="T55" fmla="*/ 992 h 1310"/>
              <a:gd name="T56" fmla="*/ 1693 w 1984"/>
              <a:gd name="T57" fmla="*/ 291 h 1310"/>
              <a:gd name="T58" fmla="*/ 1626 w 1984"/>
              <a:gd name="T59" fmla="*/ 454 h 1310"/>
              <a:gd name="T60" fmla="*/ 1648 w 1984"/>
              <a:gd name="T61" fmla="*/ 336 h 1310"/>
              <a:gd name="T62" fmla="*/ 1603 w 1984"/>
              <a:gd name="T63" fmla="*/ 336 h 1310"/>
              <a:gd name="T64" fmla="*/ 291 w 1984"/>
              <a:gd name="T65" fmla="*/ 291 h 1310"/>
              <a:gd name="T66" fmla="*/ 426 w 1984"/>
              <a:gd name="T67" fmla="*/ 426 h 1310"/>
              <a:gd name="T68" fmla="*/ 336 w 1984"/>
              <a:gd name="T69" fmla="*/ 381 h 1310"/>
              <a:gd name="T70" fmla="*/ 381 w 1984"/>
              <a:gd name="T71" fmla="*/ 381 h 1310"/>
              <a:gd name="T72" fmla="*/ 256 w 1984"/>
              <a:gd name="T73" fmla="*/ 960 h 1310"/>
              <a:gd name="T74" fmla="*/ 384 w 1984"/>
              <a:gd name="T75" fmla="*/ 1024 h 1310"/>
              <a:gd name="T76" fmla="*/ 1728 w 1984"/>
              <a:gd name="T77" fmla="*/ 960 h 1310"/>
              <a:gd name="T78" fmla="*/ 1600 w 1984"/>
              <a:gd name="T79" fmla="*/ 1024 h 1310"/>
              <a:gd name="T80" fmla="*/ 1728 w 1984"/>
              <a:gd name="T81" fmla="*/ 960 h 1310"/>
              <a:gd name="T82" fmla="*/ 992 w 1984"/>
              <a:gd name="T83" fmla="*/ 416 h 1310"/>
              <a:gd name="T84" fmla="*/ 992 w 1984"/>
              <a:gd name="T85" fmla="*/ 224 h 1310"/>
              <a:gd name="T86" fmla="*/ 1388 w 1984"/>
              <a:gd name="T87" fmla="*/ 551 h 1310"/>
              <a:gd name="T88" fmla="*/ 1524 w 1984"/>
              <a:gd name="T89" fmla="*/ 505 h 1310"/>
              <a:gd name="T90" fmla="*/ 596 w 1984"/>
              <a:gd name="T91" fmla="*/ 551 h 1310"/>
              <a:gd name="T92" fmla="*/ 460 w 1984"/>
              <a:gd name="T93" fmla="*/ 505 h 1310"/>
              <a:gd name="T94" fmla="*/ 596 w 1984"/>
              <a:gd name="T95" fmla="*/ 551 h 1310"/>
              <a:gd name="T96" fmla="*/ 448 w 1984"/>
              <a:gd name="T97" fmla="*/ 992 h 1310"/>
              <a:gd name="T98" fmla="*/ 544 w 1984"/>
              <a:gd name="T99" fmla="*/ 992 h 1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984" h="1310">
                <a:moveTo>
                  <a:pt x="1248" y="990"/>
                </a:moveTo>
                <a:cubicBezTo>
                  <a:pt x="1088" y="990"/>
                  <a:pt x="1088" y="990"/>
                  <a:pt x="1088" y="990"/>
                </a:cubicBezTo>
                <a:cubicBezTo>
                  <a:pt x="1088" y="930"/>
                  <a:pt x="1088" y="930"/>
                  <a:pt x="1088" y="930"/>
                </a:cubicBezTo>
                <a:cubicBezTo>
                  <a:pt x="1147" y="896"/>
                  <a:pt x="1184" y="833"/>
                  <a:pt x="1184" y="764"/>
                </a:cubicBezTo>
                <a:cubicBezTo>
                  <a:pt x="1184" y="644"/>
                  <a:pt x="1184" y="644"/>
                  <a:pt x="1184" y="644"/>
                </a:cubicBezTo>
                <a:cubicBezTo>
                  <a:pt x="1184" y="538"/>
                  <a:pt x="1098" y="452"/>
                  <a:pt x="992" y="452"/>
                </a:cubicBezTo>
                <a:cubicBezTo>
                  <a:pt x="886" y="452"/>
                  <a:pt x="800" y="538"/>
                  <a:pt x="800" y="644"/>
                </a:cubicBezTo>
                <a:cubicBezTo>
                  <a:pt x="800" y="644"/>
                  <a:pt x="800" y="644"/>
                  <a:pt x="800" y="644"/>
                </a:cubicBezTo>
                <a:cubicBezTo>
                  <a:pt x="800" y="764"/>
                  <a:pt x="800" y="764"/>
                  <a:pt x="800" y="764"/>
                </a:cubicBezTo>
                <a:cubicBezTo>
                  <a:pt x="800" y="833"/>
                  <a:pt x="837" y="896"/>
                  <a:pt x="896" y="930"/>
                </a:cubicBezTo>
                <a:cubicBezTo>
                  <a:pt x="896" y="990"/>
                  <a:pt x="896" y="990"/>
                  <a:pt x="896" y="990"/>
                </a:cubicBezTo>
                <a:cubicBezTo>
                  <a:pt x="736" y="990"/>
                  <a:pt x="736" y="990"/>
                  <a:pt x="736" y="990"/>
                </a:cubicBezTo>
                <a:cubicBezTo>
                  <a:pt x="648" y="990"/>
                  <a:pt x="576" y="1062"/>
                  <a:pt x="576" y="1150"/>
                </a:cubicBezTo>
                <a:cubicBezTo>
                  <a:pt x="576" y="1278"/>
                  <a:pt x="576" y="1278"/>
                  <a:pt x="576" y="1278"/>
                </a:cubicBezTo>
                <a:cubicBezTo>
                  <a:pt x="576" y="1295"/>
                  <a:pt x="590" y="1310"/>
                  <a:pt x="608" y="1310"/>
                </a:cubicBezTo>
                <a:cubicBezTo>
                  <a:pt x="1376" y="1310"/>
                  <a:pt x="1376" y="1310"/>
                  <a:pt x="1376" y="1310"/>
                </a:cubicBezTo>
                <a:cubicBezTo>
                  <a:pt x="1394" y="1310"/>
                  <a:pt x="1408" y="1295"/>
                  <a:pt x="1408" y="1278"/>
                </a:cubicBezTo>
                <a:cubicBezTo>
                  <a:pt x="1408" y="1150"/>
                  <a:pt x="1408" y="1150"/>
                  <a:pt x="1408" y="1150"/>
                </a:cubicBezTo>
                <a:cubicBezTo>
                  <a:pt x="1408" y="1062"/>
                  <a:pt x="1336" y="990"/>
                  <a:pt x="1248" y="990"/>
                </a:cubicBezTo>
                <a:close/>
                <a:moveTo>
                  <a:pt x="992" y="516"/>
                </a:moveTo>
                <a:cubicBezTo>
                  <a:pt x="1049" y="516"/>
                  <a:pt x="1099" y="554"/>
                  <a:pt x="1115" y="609"/>
                </a:cubicBezTo>
                <a:cubicBezTo>
                  <a:pt x="1074" y="581"/>
                  <a:pt x="1074" y="581"/>
                  <a:pt x="1074" y="581"/>
                </a:cubicBezTo>
                <a:cubicBezTo>
                  <a:pt x="1061" y="573"/>
                  <a:pt x="1044" y="575"/>
                  <a:pt x="1033" y="585"/>
                </a:cubicBezTo>
                <a:cubicBezTo>
                  <a:pt x="976" y="643"/>
                  <a:pt x="905" y="662"/>
                  <a:pt x="864" y="669"/>
                </a:cubicBezTo>
                <a:cubicBezTo>
                  <a:pt x="864" y="644"/>
                  <a:pt x="864" y="644"/>
                  <a:pt x="864" y="644"/>
                </a:cubicBezTo>
                <a:cubicBezTo>
                  <a:pt x="864" y="573"/>
                  <a:pt x="921" y="516"/>
                  <a:pt x="992" y="516"/>
                </a:cubicBezTo>
                <a:close/>
                <a:moveTo>
                  <a:pt x="864" y="733"/>
                </a:moveTo>
                <a:cubicBezTo>
                  <a:pt x="908" y="728"/>
                  <a:pt x="988" y="709"/>
                  <a:pt x="1059" y="649"/>
                </a:cubicBezTo>
                <a:cubicBezTo>
                  <a:pt x="1120" y="689"/>
                  <a:pt x="1120" y="689"/>
                  <a:pt x="1120" y="689"/>
                </a:cubicBezTo>
                <a:cubicBezTo>
                  <a:pt x="1120" y="764"/>
                  <a:pt x="1120" y="764"/>
                  <a:pt x="1120" y="764"/>
                </a:cubicBezTo>
                <a:cubicBezTo>
                  <a:pt x="1120" y="835"/>
                  <a:pt x="1063" y="892"/>
                  <a:pt x="992" y="892"/>
                </a:cubicBezTo>
                <a:cubicBezTo>
                  <a:pt x="921" y="892"/>
                  <a:pt x="864" y="835"/>
                  <a:pt x="864" y="764"/>
                </a:cubicBezTo>
                <a:lnTo>
                  <a:pt x="864" y="733"/>
                </a:lnTo>
                <a:close/>
                <a:moveTo>
                  <a:pt x="1024" y="956"/>
                </a:moveTo>
                <a:cubicBezTo>
                  <a:pt x="1024" y="988"/>
                  <a:pt x="1024" y="988"/>
                  <a:pt x="1024" y="988"/>
                </a:cubicBezTo>
                <a:cubicBezTo>
                  <a:pt x="960" y="988"/>
                  <a:pt x="960" y="988"/>
                  <a:pt x="960" y="988"/>
                </a:cubicBezTo>
                <a:cubicBezTo>
                  <a:pt x="960" y="956"/>
                  <a:pt x="960" y="956"/>
                  <a:pt x="960" y="956"/>
                </a:cubicBezTo>
                <a:lnTo>
                  <a:pt x="1024" y="956"/>
                </a:lnTo>
                <a:close/>
                <a:moveTo>
                  <a:pt x="1344" y="1246"/>
                </a:moveTo>
                <a:cubicBezTo>
                  <a:pt x="1280" y="1246"/>
                  <a:pt x="1280" y="1246"/>
                  <a:pt x="1280" y="1246"/>
                </a:cubicBezTo>
                <a:cubicBezTo>
                  <a:pt x="1280" y="1184"/>
                  <a:pt x="1280" y="1184"/>
                  <a:pt x="1280" y="1184"/>
                </a:cubicBezTo>
                <a:cubicBezTo>
                  <a:pt x="1280" y="1166"/>
                  <a:pt x="1266" y="1152"/>
                  <a:pt x="1248" y="1152"/>
                </a:cubicBezTo>
                <a:cubicBezTo>
                  <a:pt x="1230" y="1152"/>
                  <a:pt x="1216" y="1166"/>
                  <a:pt x="1216" y="1184"/>
                </a:cubicBezTo>
                <a:cubicBezTo>
                  <a:pt x="1216" y="1246"/>
                  <a:pt x="1216" y="1246"/>
                  <a:pt x="1216" y="1246"/>
                </a:cubicBezTo>
                <a:cubicBezTo>
                  <a:pt x="764" y="1246"/>
                  <a:pt x="764" y="1246"/>
                  <a:pt x="764" y="1246"/>
                </a:cubicBezTo>
                <a:cubicBezTo>
                  <a:pt x="764" y="1184"/>
                  <a:pt x="764" y="1184"/>
                  <a:pt x="764" y="1184"/>
                </a:cubicBezTo>
                <a:cubicBezTo>
                  <a:pt x="764" y="1166"/>
                  <a:pt x="750" y="1152"/>
                  <a:pt x="732" y="1152"/>
                </a:cubicBezTo>
                <a:cubicBezTo>
                  <a:pt x="714" y="1152"/>
                  <a:pt x="700" y="1166"/>
                  <a:pt x="700" y="1184"/>
                </a:cubicBezTo>
                <a:cubicBezTo>
                  <a:pt x="700" y="1246"/>
                  <a:pt x="700" y="1246"/>
                  <a:pt x="700" y="1246"/>
                </a:cubicBezTo>
                <a:cubicBezTo>
                  <a:pt x="640" y="1246"/>
                  <a:pt x="640" y="1246"/>
                  <a:pt x="640" y="1246"/>
                </a:cubicBezTo>
                <a:cubicBezTo>
                  <a:pt x="640" y="1150"/>
                  <a:pt x="640" y="1150"/>
                  <a:pt x="640" y="1150"/>
                </a:cubicBezTo>
                <a:cubicBezTo>
                  <a:pt x="640" y="1097"/>
                  <a:pt x="683" y="1054"/>
                  <a:pt x="736" y="1054"/>
                </a:cubicBezTo>
                <a:cubicBezTo>
                  <a:pt x="1248" y="1054"/>
                  <a:pt x="1248" y="1054"/>
                  <a:pt x="1248" y="1054"/>
                </a:cubicBezTo>
                <a:cubicBezTo>
                  <a:pt x="1301" y="1054"/>
                  <a:pt x="1344" y="1097"/>
                  <a:pt x="1344" y="1150"/>
                </a:cubicBezTo>
                <a:lnTo>
                  <a:pt x="1344" y="1246"/>
                </a:lnTo>
                <a:close/>
                <a:moveTo>
                  <a:pt x="992" y="192"/>
                </a:moveTo>
                <a:cubicBezTo>
                  <a:pt x="1045" y="192"/>
                  <a:pt x="1088" y="149"/>
                  <a:pt x="1088" y="96"/>
                </a:cubicBezTo>
                <a:cubicBezTo>
                  <a:pt x="1088" y="43"/>
                  <a:pt x="1045" y="0"/>
                  <a:pt x="992" y="0"/>
                </a:cubicBezTo>
                <a:cubicBezTo>
                  <a:pt x="939" y="0"/>
                  <a:pt x="896" y="43"/>
                  <a:pt x="896" y="96"/>
                </a:cubicBezTo>
                <a:cubicBezTo>
                  <a:pt x="896" y="149"/>
                  <a:pt x="939" y="192"/>
                  <a:pt x="992" y="192"/>
                </a:cubicBezTo>
                <a:close/>
                <a:moveTo>
                  <a:pt x="992" y="64"/>
                </a:moveTo>
                <a:cubicBezTo>
                  <a:pt x="1010" y="64"/>
                  <a:pt x="1024" y="78"/>
                  <a:pt x="1024" y="96"/>
                </a:cubicBezTo>
                <a:cubicBezTo>
                  <a:pt x="1024" y="114"/>
                  <a:pt x="1010" y="128"/>
                  <a:pt x="992" y="128"/>
                </a:cubicBezTo>
                <a:cubicBezTo>
                  <a:pt x="974" y="128"/>
                  <a:pt x="960" y="114"/>
                  <a:pt x="960" y="96"/>
                </a:cubicBezTo>
                <a:cubicBezTo>
                  <a:pt x="960" y="78"/>
                  <a:pt x="974" y="64"/>
                  <a:pt x="992" y="64"/>
                </a:cubicBezTo>
                <a:close/>
                <a:moveTo>
                  <a:pt x="1888" y="896"/>
                </a:moveTo>
                <a:cubicBezTo>
                  <a:pt x="1835" y="896"/>
                  <a:pt x="1792" y="939"/>
                  <a:pt x="1792" y="992"/>
                </a:cubicBezTo>
                <a:cubicBezTo>
                  <a:pt x="1792" y="1045"/>
                  <a:pt x="1835" y="1088"/>
                  <a:pt x="1888" y="1088"/>
                </a:cubicBezTo>
                <a:cubicBezTo>
                  <a:pt x="1941" y="1088"/>
                  <a:pt x="1984" y="1045"/>
                  <a:pt x="1984" y="992"/>
                </a:cubicBezTo>
                <a:cubicBezTo>
                  <a:pt x="1984" y="939"/>
                  <a:pt x="1941" y="896"/>
                  <a:pt x="1888" y="896"/>
                </a:cubicBezTo>
                <a:close/>
                <a:moveTo>
                  <a:pt x="1888" y="1024"/>
                </a:moveTo>
                <a:cubicBezTo>
                  <a:pt x="1870" y="1024"/>
                  <a:pt x="1856" y="1010"/>
                  <a:pt x="1856" y="992"/>
                </a:cubicBezTo>
                <a:cubicBezTo>
                  <a:pt x="1856" y="974"/>
                  <a:pt x="1870" y="960"/>
                  <a:pt x="1888" y="960"/>
                </a:cubicBezTo>
                <a:cubicBezTo>
                  <a:pt x="1906" y="960"/>
                  <a:pt x="1920" y="974"/>
                  <a:pt x="1920" y="992"/>
                </a:cubicBezTo>
                <a:cubicBezTo>
                  <a:pt x="1920" y="1010"/>
                  <a:pt x="1906" y="1024"/>
                  <a:pt x="1888" y="1024"/>
                </a:cubicBezTo>
                <a:close/>
                <a:moveTo>
                  <a:pt x="96" y="896"/>
                </a:moveTo>
                <a:cubicBezTo>
                  <a:pt x="43" y="896"/>
                  <a:pt x="0" y="939"/>
                  <a:pt x="0" y="992"/>
                </a:cubicBezTo>
                <a:cubicBezTo>
                  <a:pt x="0" y="1045"/>
                  <a:pt x="43" y="1088"/>
                  <a:pt x="96" y="1088"/>
                </a:cubicBezTo>
                <a:cubicBezTo>
                  <a:pt x="149" y="1088"/>
                  <a:pt x="192" y="1045"/>
                  <a:pt x="192" y="992"/>
                </a:cubicBezTo>
                <a:cubicBezTo>
                  <a:pt x="192" y="939"/>
                  <a:pt x="149" y="896"/>
                  <a:pt x="96" y="896"/>
                </a:cubicBezTo>
                <a:close/>
                <a:moveTo>
                  <a:pt x="96" y="1024"/>
                </a:moveTo>
                <a:cubicBezTo>
                  <a:pt x="78" y="1024"/>
                  <a:pt x="64" y="1010"/>
                  <a:pt x="64" y="992"/>
                </a:cubicBezTo>
                <a:cubicBezTo>
                  <a:pt x="64" y="974"/>
                  <a:pt x="78" y="960"/>
                  <a:pt x="96" y="960"/>
                </a:cubicBezTo>
                <a:cubicBezTo>
                  <a:pt x="114" y="960"/>
                  <a:pt x="128" y="974"/>
                  <a:pt x="128" y="992"/>
                </a:cubicBezTo>
                <a:cubicBezTo>
                  <a:pt x="128" y="1010"/>
                  <a:pt x="114" y="1024"/>
                  <a:pt x="96" y="1024"/>
                </a:cubicBezTo>
                <a:close/>
                <a:moveTo>
                  <a:pt x="1693" y="426"/>
                </a:moveTo>
                <a:cubicBezTo>
                  <a:pt x="1731" y="389"/>
                  <a:pt x="1731" y="328"/>
                  <a:pt x="1693" y="291"/>
                </a:cubicBezTo>
                <a:cubicBezTo>
                  <a:pt x="1656" y="253"/>
                  <a:pt x="1595" y="253"/>
                  <a:pt x="1558" y="291"/>
                </a:cubicBezTo>
                <a:cubicBezTo>
                  <a:pt x="1520" y="328"/>
                  <a:pt x="1520" y="389"/>
                  <a:pt x="1558" y="426"/>
                </a:cubicBezTo>
                <a:cubicBezTo>
                  <a:pt x="1576" y="444"/>
                  <a:pt x="1600" y="454"/>
                  <a:pt x="1626" y="454"/>
                </a:cubicBezTo>
                <a:cubicBezTo>
                  <a:pt x="1651" y="454"/>
                  <a:pt x="1675" y="444"/>
                  <a:pt x="1693" y="426"/>
                </a:cubicBezTo>
                <a:close/>
                <a:moveTo>
                  <a:pt x="1603" y="336"/>
                </a:moveTo>
                <a:cubicBezTo>
                  <a:pt x="1615" y="323"/>
                  <a:pt x="1636" y="323"/>
                  <a:pt x="1648" y="336"/>
                </a:cubicBezTo>
                <a:cubicBezTo>
                  <a:pt x="1661" y="348"/>
                  <a:pt x="1661" y="369"/>
                  <a:pt x="1648" y="381"/>
                </a:cubicBezTo>
                <a:cubicBezTo>
                  <a:pt x="1636" y="394"/>
                  <a:pt x="1615" y="394"/>
                  <a:pt x="1603" y="381"/>
                </a:cubicBezTo>
                <a:cubicBezTo>
                  <a:pt x="1590" y="369"/>
                  <a:pt x="1590" y="349"/>
                  <a:pt x="1603" y="336"/>
                </a:cubicBezTo>
                <a:cubicBezTo>
                  <a:pt x="1603" y="336"/>
                  <a:pt x="1603" y="336"/>
                  <a:pt x="1603" y="336"/>
                </a:cubicBezTo>
                <a:close/>
                <a:moveTo>
                  <a:pt x="426" y="291"/>
                </a:moveTo>
                <a:cubicBezTo>
                  <a:pt x="389" y="253"/>
                  <a:pt x="328" y="253"/>
                  <a:pt x="291" y="291"/>
                </a:cubicBezTo>
                <a:cubicBezTo>
                  <a:pt x="253" y="328"/>
                  <a:pt x="253" y="389"/>
                  <a:pt x="291" y="426"/>
                </a:cubicBezTo>
                <a:cubicBezTo>
                  <a:pt x="291" y="426"/>
                  <a:pt x="291" y="426"/>
                  <a:pt x="291" y="426"/>
                </a:cubicBezTo>
                <a:cubicBezTo>
                  <a:pt x="328" y="464"/>
                  <a:pt x="389" y="464"/>
                  <a:pt x="426" y="426"/>
                </a:cubicBezTo>
                <a:cubicBezTo>
                  <a:pt x="464" y="389"/>
                  <a:pt x="464" y="328"/>
                  <a:pt x="426" y="291"/>
                </a:cubicBezTo>
                <a:close/>
                <a:moveTo>
                  <a:pt x="381" y="381"/>
                </a:moveTo>
                <a:cubicBezTo>
                  <a:pt x="369" y="394"/>
                  <a:pt x="348" y="394"/>
                  <a:pt x="336" y="381"/>
                </a:cubicBezTo>
                <a:cubicBezTo>
                  <a:pt x="323" y="369"/>
                  <a:pt x="323" y="348"/>
                  <a:pt x="336" y="336"/>
                </a:cubicBezTo>
                <a:cubicBezTo>
                  <a:pt x="348" y="323"/>
                  <a:pt x="369" y="323"/>
                  <a:pt x="381" y="336"/>
                </a:cubicBezTo>
                <a:cubicBezTo>
                  <a:pt x="394" y="348"/>
                  <a:pt x="394" y="368"/>
                  <a:pt x="381" y="381"/>
                </a:cubicBezTo>
                <a:cubicBezTo>
                  <a:pt x="381" y="381"/>
                  <a:pt x="381" y="381"/>
                  <a:pt x="381" y="381"/>
                </a:cubicBezTo>
                <a:close/>
                <a:moveTo>
                  <a:pt x="384" y="960"/>
                </a:moveTo>
                <a:cubicBezTo>
                  <a:pt x="256" y="960"/>
                  <a:pt x="256" y="960"/>
                  <a:pt x="256" y="960"/>
                </a:cubicBezTo>
                <a:cubicBezTo>
                  <a:pt x="238" y="960"/>
                  <a:pt x="224" y="974"/>
                  <a:pt x="224" y="992"/>
                </a:cubicBezTo>
                <a:cubicBezTo>
                  <a:pt x="224" y="1010"/>
                  <a:pt x="238" y="1024"/>
                  <a:pt x="256" y="1024"/>
                </a:cubicBezTo>
                <a:cubicBezTo>
                  <a:pt x="384" y="1024"/>
                  <a:pt x="384" y="1024"/>
                  <a:pt x="384" y="1024"/>
                </a:cubicBezTo>
                <a:cubicBezTo>
                  <a:pt x="402" y="1024"/>
                  <a:pt x="416" y="1010"/>
                  <a:pt x="416" y="992"/>
                </a:cubicBezTo>
                <a:cubicBezTo>
                  <a:pt x="416" y="974"/>
                  <a:pt x="402" y="960"/>
                  <a:pt x="384" y="960"/>
                </a:cubicBezTo>
                <a:close/>
                <a:moveTo>
                  <a:pt x="1728" y="960"/>
                </a:moveTo>
                <a:cubicBezTo>
                  <a:pt x="1600" y="960"/>
                  <a:pt x="1600" y="960"/>
                  <a:pt x="1600" y="960"/>
                </a:cubicBezTo>
                <a:cubicBezTo>
                  <a:pt x="1582" y="960"/>
                  <a:pt x="1568" y="974"/>
                  <a:pt x="1568" y="992"/>
                </a:cubicBezTo>
                <a:cubicBezTo>
                  <a:pt x="1568" y="1010"/>
                  <a:pt x="1582" y="1024"/>
                  <a:pt x="1600" y="1024"/>
                </a:cubicBezTo>
                <a:cubicBezTo>
                  <a:pt x="1728" y="1024"/>
                  <a:pt x="1728" y="1024"/>
                  <a:pt x="1728" y="1024"/>
                </a:cubicBezTo>
                <a:cubicBezTo>
                  <a:pt x="1746" y="1024"/>
                  <a:pt x="1760" y="1010"/>
                  <a:pt x="1760" y="992"/>
                </a:cubicBezTo>
                <a:cubicBezTo>
                  <a:pt x="1760" y="974"/>
                  <a:pt x="1746" y="960"/>
                  <a:pt x="1728" y="960"/>
                </a:cubicBezTo>
                <a:close/>
                <a:moveTo>
                  <a:pt x="960" y="256"/>
                </a:moveTo>
                <a:cubicBezTo>
                  <a:pt x="960" y="384"/>
                  <a:pt x="960" y="384"/>
                  <a:pt x="960" y="384"/>
                </a:cubicBezTo>
                <a:cubicBezTo>
                  <a:pt x="960" y="402"/>
                  <a:pt x="974" y="416"/>
                  <a:pt x="992" y="416"/>
                </a:cubicBezTo>
                <a:cubicBezTo>
                  <a:pt x="1010" y="416"/>
                  <a:pt x="1024" y="402"/>
                  <a:pt x="1024" y="384"/>
                </a:cubicBezTo>
                <a:cubicBezTo>
                  <a:pt x="1024" y="256"/>
                  <a:pt x="1024" y="256"/>
                  <a:pt x="1024" y="256"/>
                </a:cubicBezTo>
                <a:cubicBezTo>
                  <a:pt x="1024" y="238"/>
                  <a:pt x="1010" y="224"/>
                  <a:pt x="992" y="224"/>
                </a:cubicBezTo>
                <a:cubicBezTo>
                  <a:pt x="974" y="224"/>
                  <a:pt x="960" y="238"/>
                  <a:pt x="960" y="256"/>
                </a:cubicBezTo>
                <a:close/>
                <a:moveTo>
                  <a:pt x="1479" y="460"/>
                </a:moveTo>
                <a:cubicBezTo>
                  <a:pt x="1388" y="551"/>
                  <a:pt x="1388" y="551"/>
                  <a:pt x="1388" y="551"/>
                </a:cubicBezTo>
                <a:cubicBezTo>
                  <a:pt x="1376" y="563"/>
                  <a:pt x="1376" y="583"/>
                  <a:pt x="1388" y="596"/>
                </a:cubicBezTo>
                <a:cubicBezTo>
                  <a:pt x="1401" y="608"/>
                  <a:pt x="1421" y="608"/>
                  <a:pt x="1433" y="596"/>
                </a:cubicBezTo>
                <a:cubicBezTo>
                  <a:pt x="1524" y="505"/>
                  <a:pt x="1524" y="505"/>
                  <a:pt x="1524" y="505"/>
                </a:cubicBezTo>
                <a:cubicBezTo>
                  <a:pt x="1536" y="493"/>
                  <a:pt x="1536" y="473"/>
                  <a:pt x="1524" y="460"/>
                </a:cubicBezTo>
                <a:cubicBezTo>
                  <a:pt x="1511" y="448"/>
                  <a:pt x="1491" y="448"/>
                  <a:pt x="1479" y="460"/>
                </a:cubicBezTo>
                <a:close/>
                <a:moveTo>
                  <a:pt x="596" y="551"/>
                </a:moveTo>
                <a:cubicBezTo>
                  <a:pt x="505" y="460"/>
                  <a:pt x="505" y="460"/>
                  <a:pt x="505" y="460"/>
                </a:cubicBezTo>
                <a:cubicBezTo>
                  <a:pt x="493" y="448"/>
                  <a:pt x="473" y="448"/>
                  <a:pt x="460" y="460"/>
                </a:cubicBezTo>
                <a:cubicBezTo>
                  <a:pt x="448" y="473"/>
                  <a:pt x="448" y="493"/>
                  <a:pt x="460" y="505"/>
                </a:cubicBezTo>
                <a:cubicBezTo>
                  <a:pt x="551" y="596"/>
                  <a:pt x="551" y="596"/>
                  <a:pt x="551" y="596"/>
                </a:cubicBezTo>
                <a:cubicBezTo>
                  <a:pt x="563" y="608"/>
                  <a:pt x="583" y="608"/>
                  <a:pt x="596" y="596"/>
                </a:cubicBezTo>
                <a:cubicBezTo>
                  <a:pt x="608" y="583"/>
                  <a:pt x="608" y="563"/>
                  <a:pt x="596" y="551"/>
                </a:cubicBezTo>
                <a:close/>
                <a:moveTo>
                  <a:pt x="512" y="960"/>
                </a:moveTo>
                <a:cubicBezTo>
                  <a:pt x="480" y="960"/>
                  <a:pt x="480" y="960"/>
                  <a:pt x="480" y="960"/>
                </a:cubicBezTo>
                <a:cubicBezTo>
                  <a:pt x="462" y="960"/>
                  <a:pt x="448" y="974"/>
                  <a:pt x="448" y="992"/>
                </a:cubicBezTo>
                <a:cubicBezTo>
                  <a:pt x="448" y="1010"/>
                  <a:pt x="462" y="1024"/>
                  <a:pt x="480" y="1024"/>
                </a:cubicBezTo>
                <a:cubicBezTo>
                  <a:pt x="512" y="1024"/>
                  <a:pt x="512" y="1024"/>
                  <a:pt x="512" y="1024"/>
                </a:cubicBezTo>
                <a:cubicBezTo>
                  <a:pt x="530" y="1024"/>
                  <a:pt x="544" y="1010"/>
                  <a:pt x="544" y="992"/>
                </a:cubicBezTo>
                <a:cubicBezTo>
                  <a:pt x="544" y="974"/>
                  <a:pt x="530" y="960"/>
                  <a:pt x="512" y="96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" name="Freeform 17">
            <a:extLst>
              <a:ext uri="{FF2B5EF4-FFF2-40B4-BE49-F238E27FC236}">
                <a16:creationId xmlns:a16="http://schemas.microsoft.com/office/drawing/2014/main" id="{0C477992-7B41-7273-A0DD-9D99BC9CF0F6}"/>
              </a:ext>
            </a:extLst>
          </p:cNvPr>
          <p:cNvSpPr>
            <a:spLocks noEditPoints="1"/>
          </p:cNvSpPr>
          <p:nvPr/>
        </p:nvSpPr>
        <p:spPr bwMode="auto">
          <a:xfrm>
            <a:off x="4034945" y="5246372"/>
            <a:ext cx="370113" cy="353057"/>
          </a:xfrm>
          <a:custGeom>
            <a:avLst/>
            <a:gdLst>
              <a:gd name="T0" fmla="*/ 438 w 505"/>
              <a:gd name="T1" fmla="*/ 295 h 484"/>
              <a:gd name="T2" fmla="*/ 262 w 505"/>
              <a:gd name="T3" fmla="*/ 471 h 484"/>
              <a:gd name="T4" fmla="*/ 11 w 505"/>
              <a:gd name="T5" fmla="*/ 471 h 484"/>
              <a:gd name="T6" fmla="*/ 0 w 505"/>
              <a:gd name="T7" fmla="*/ 460 h 484"/>
              <a:gd name="T8" fmla="*/ 11 w 505"/>
              <a:gd name="T9" fmla="*/ 449 h 484"/>
              <a:gd name="T10" fmla="*/ 262 w 505"/>
              <a:gd name="T11" fmla="*/ 449 h 484"/>
              <a:gd name="T12" fmla="*/ 416 w 505"/>
              <a:gd name="T13" fmla="*/ 295 h 484"/>
              <a:gd name="T14" fmla="*/ 262 w 505"/>
              <a:gd name="T15" fmla="*/ 141 h 484"/>
              <a:gd name="T16" fmla="*/ 108 w 505"/>
              <a:gd name="T17" fmla="*/ 295 h 484"/>
              <a:gd name="T18" fmla="*/ 123 w 505"/>
              <a:gd name="T19" fmla="*/ 361 h 484"/>
              <a:gd name="T20" fmla="*/ 127 w 505"/>
              <a:gd name="T21" fmla="*/ 358 h 484"/>
              <a:gd name="T22" fmla="*/ 134 w 505"/>
              <a:gd name="T23" fmla="*/ 358 h 484"/>
              <a:gd name="T24" fmla="*/ 138 w 505"/>
              <a:gd name="T25" fmla="*/ 363 h 484"/>
              <a:gd name="T26" fmla="*/ 141 w 505"/>
              <a:gd name="T27" fmla="*/ 397 h 484"/>
              <a:gd name="T28" fmla="*/ 138 w 505"/>
              <a:gd name="T29" fmla="*/ 404 h 484"/>
              <a:gd name="T30" fmla="*/ 131 w 505"/>
              <a:gd name="T31" fmla="*/ 404 h 484"/>
              <a:gd name="T32" fmla="*/ 100 w 505"/>
              <a:gd name="T33" fmla="*/ 390 h 484"/>
              <a:gd name="T34" fmla="*/ 96 w 505"/>
              <a:gd name="T35" fmla="*/ 384 h 484"/>
              <a:gd name="T36" fmla="*/ 99 w 505"/>
              <a:gd name="T37" fmla="*/ 378 h 484"/>
              <a:gd name="T38" fmla="*/ 104 w 505"/>
              <a:gd name="T39" fmla="*/ 374 h 484"/>
              <a:gd name="T40" fmla="*/ 86 w 505"/>
              <a:gd name="T41" fmla="*/ 295 h 484"/>
              <a:gd name="T42" fmla="*/ 107 w 505"/>
              <a:gd name="T43" fmla="*/ 211 h 484"/>
              <a:gd name="T44" fmla="*/ 21 w 505"/>
              <a:gd name="T45" fmla="*/ 109 h 484"/>
              <a:gd name="T46" fmla="*/ 125 w 505"/>
              <a:gd name="T47" fmla="*/ 5 h 484"/>
              <a:gd name="T48" fmla="*/ 157 w 505"/>
              <a:gd name="T49" fmla="*/ 10 h 484"/>
              <a:gd name="T50" fmla="*/ 160 w 505"/>
              <a:gd name="T51" fmla="*/ 4 h 484"/>
              <a:gd name="T52" fmla="*/ 166 w 505"/>
              <a:gd name="T53" fmla="*/ 0 h 484"/>
              <a:gd name="T54" fmla="*/ 166 w 505"/>
              <a:gd name="T55" fmla="*/ 0 h 484"/>
              <a:gd name="T56" fmla="*/ 172 w 505"/>
              <a:gd name="T57" fmla="*/ 4 h 484"/>
              <a:gd name="T58" fmla="*/ 189 w 505"/>
              <a:gd name="T59" fmla="*/ 34 h 484"/>
              <a:gd name="T60" fmla="*/ 189 w 505"/>
              <a:gd name="T61" fmla="*/ 41 h 484"/>
              <a:gd name="T62" fmla="*/ 182 w 505"/>
              <a:gd name="T63" fmla="*/ 44 h 484"/>
              <a:gd name="T64" fmla="*/ 148 w 505"/>
              <a:gd name="T65" fmla="*/ 44 h 484"/>
              <a:gd name="T66" fmla="*/ 142 w 505"/>
              <a:gd name="T67" fmla="*/ 40 h 484"/>
              <a:gd name="T68" fmla="*/ 143 w 505"/>
              <a:gd name="T69" fmla="*/ 33 h 484"/>
              <a:gd name="T70" fmla="*/ 145 w 505"/>
              <a:gd name="T71" fmla="*/ 29 h 484"/>
              <a:gd name="T72" fmla="*/ 125 w 505"/>
              <a:gd name="T73" fmla="*/ 27 h 484"/>
              <a:gd name="T74" fmla="*/ 43 w 505"/>
              <a:gd name="T75" fmla="*/ 109 h 484"/>
              <a:gd name="T76" fmla="*/ 120 w 505"/>
              <a:gd name="T77" fmla="*/ 190 h 484"/>
              <a:gd name="T78" fmla="*/ 262 w 505"/>
              <a:gd name="T79" fmla="*/ 119 h 484"/>
              <a:gd name="T80" fmla="*/ 438 w 505"/>
              <a:gd name="T81" fmla="*/ 295 h 484"/>
              <a:gd name="T82" fmla="*/ 501 w 505"/>
              <a:gd name="T83" fmla="*/ 454 h 484"/>
              <a:gd name="T84" fmla="*/ 472 w 505"/>
              <a:gd name="T85" fmla="*/ 437 h 484"/>
              <a:gd name="T86" fmla="*/ 465 w 505"/>
              <a:gd name="T87" fmla="*/ 437 h 484"/>
              <a:gd name="T88" fmla="*/ 461 w 505"/>
              <a:gd name="T89" fmla="*/ 443 h 484"/>
              <a:gd name="T90" fmla="*/ 461 w 505"/>
              <a:gd name="T91" fmla="*/ 449 h 484"/>
              <a:gd name="T92" fmla="*/ 366 w 505"/>
              <a:gd name="T93" fmla="*/ 449 h 484"/>
              <a:gd name="T94" fmla="*/ 322 w 505"/>
              <a:gd name="T95" fmla="*/ 471 h 484"/>
              <a:gd name="T96" fmla="*/ 461 w 505"/>
              <a:gd name="T97" fmla="*/ 471 h 484"/>
              <a:gd name="T98" fmla="*/ 461 w 505"/>
              <a:gd name="T99" fmla="*/ 477 h 484"/>
              <a:gd name="T100" fmla="*/ 465 w 505"/>
              <a:gd name="T101" fmla="*/ 483 h 484"/>
              <a:gd name="T102" fmla="*/ 468 w 505"/>
              <a:gd name="T103" fmla="*/ 484 h 484"/>
              <a:gd name="T104" fmla="*/ 472 w 505"/>
              <a:gd name="T105" fmla="*/ 483 h 484"/>
              <a:gd name="T106" fmla="*/ 501 w 505"/>
              <a:gd name="T107" fmla="*/ 466 h 484"/>
              <a:gd name="T108" fmla="*/ 505 w 505"/>
              <a:gd name="T109" fmla="*/ 460 h 484"/>
              <a:gd name="T110" fmla="*/ 501 w 505"/>
              <a:gd name="T111" fmla="*/ 454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505" h="484">
                <a:moveTo>
                  <a:pt x="438" y="295"/>
                </a:moveTo>
                <a:cubicBezTo>
                  <a:pt x="438" y="392"/>
                  <a:pt x="359" y="471"/>
                  <a:pt x="262" y="471"/>
                </a:cubicBezTo>
                <a:cubicBezTo>
                  <a:pt x="11" y="471"/>
                  <a:pt x="11" y="471"/>
                  <a:pt x="11" y="471"/>
                </a:cubicBezTo>
                <a:cubicBezTo>
                  <a:pt x="5" y="471"/>
                  <a:pt x="0" y="466"/>
                  <a:pt x="0" y="460"/>
                </a:cubicBezTo>
                <a:cubicBezTo>
                  <a:pt x="0" y="454"/>
                  <a:pt x="5" y="449"/>
                  <a:pt x="11" y="449"/>
                </a:cubicBezTo>
                <a:cubicBezTo>
                  <a:pt x="262" y="449"/>
                  <a:pt x="262" y="449"/>
                  <a:pt x="262" y="449"/>
                </a:cubicBezTo>
                <a:cubicBezTo>
                  <a:pt x="347" y="449"/>
                  <a:pt x="416" y="380"/>
                  <a:pt x="416" y="295"/>
                </a:cubicBezTo>
                <a:cubicBezTo>
                  <a:pt x="416" y="210"/>
                  <a:pt x="347" y="141"/>
                  <a:pt x="262" y="141"/>
                </a:cubicBezTo>
                <a:cubicBezTo>
                  <a:pt x="177" y="141"/>
                  <a:pt x="108" y="210"/>
                  <a:pt x="108" y="295"/>
                </a:cubicBezTo>
                <a:cubicBezTo>
                  <a:pt x="108" y="318"/>
                  <a:pt x="113" y="341"/>
                  <a:pt x="123" y="361"/>
                </a:cubicBezTo>
                <a:cubicBezTo>
                  <a:pt x="127" y="358"/>
                  <a:pt x="127" y="358"/>
                  <a:pt x="127" y="358"/>
                </a:cubicBezTo>
                <a:cubicBezTo>
                  <a:pt x="129" y="357"/>
                  <a:pt x="132" y="357"/>
                  <a:pt x="134" y="358"/>
                </a:cubicBezTo>
                <a:cubicBezTo>
                  <a:pt x="136" y="359"/>
                  <a:pt x="138" y="361"/>
                  <a:pt x="138" y="363"/>
                </a:cubicBezTo>
                <a:cubicBezTo>
                  <a:pt x="141" y="397"/>
                  <a:pt x="141" y="397"/>
                  <a:pt x="141" y="397"/>
                </a:cubicBezTo>
                <a:cubicBezTo>
                  <a:pt x="141" y="400"/>
                  <a:pt x="140" y="402"/>
                  <a:pt x="138" y="404"/>
                </a:cubicBezTo>
                <a:cubicBezTo>
                  <a:pt x="136" y="405"/>
                  <a:pt x="133" y="405"/>
                  <a:pt x="131" y="404"/>
                </a:cubicBezTo>
                <a:cubicBezTo>
                  <a:pt x="100" y="390"/>
                  <a:pt x="100" y="390"/>
                  <a:pt x="100" y="390"/>
                </a:cubicBezTo>
                <a:cubicBezTo>
                  <a:pt x="98" y="389"/>
                  <a:pt x="96" y="386"/>
                  <a:pt x="96" y="384"/>
                </a:cubicBezTo>
                <a:cubicBezTo>
                  <a:pt x="96" y="381"/>
                  <a:pt x="97" y="379"/>
                  <a:pt x="99" y="378"/>
                </a:cubicBezTo>
                <a:cubicBezTo>
                  <a:pt x="104" y="374"/>
                  <a:pt x="104" y="374"/>
                  <a:pt x="104" y="374"/>
                </a:cubicBezTo>
                <a:cubicBezTo>
                  <a:pt x="92" y="349"/>
                  <a:pt x="86" y="322"/>
                  <a:pt x="86" y="295"/>
                </a:cubicBezTo>
                <a:cubicBezTo>
                  <a:pt x="86" y="266"/>
                  <a:pt x="93" y="237"/>
                  <a:pt x="107" y="211"/>
                </a:cubicBezTo>
                <a:cubicBezTo>
                  <a:pt x="58" y="202"/>
                  <a:pt x="21" y="159"/>
                  <a:pt x="21" y="109"/>
                </a:cubicBezTo>
                <a:cubicBezTo>
                  <a:pt x="21" y="51"/>
                  <a:pt x="68" y="5"/>
                  <a:pt x="125" y="5"/>
                </a:cubicBezTo>
                <a:cubicBezTo>
                  <a:pt x="136" y="5"/>
                  <a:pt x="147" y="6"/>
                  <a:pt x="157" y="10"/>
                </a:cubicBezTo>
                <a:cubicBezTo>
                  <a:pt x="160" y="4"/>
                  <a:pt x="160" y="4"/>
                  <a:pt x="160" y="4"/>
                </a:cubicBezTo>
                <a:cubicBezTo>
                  <a:pt x="161" y="2"/>
                  <a:pt x="164" y="0"/>
                  <a:pt x="166" y="0"/>
                </a:cubicBezTo>
                <a:cubicBezTo>
                  <a:pt x="166" y="0"/>
                  <a:pt x="166" y="0"/>
                  <a:pt x="166" y="0"/>
                </a:cubicBezTo>
                <a:cubicBezTo>
                  <a:pt x="169" y="0"/>
                  <a:pt x="171" y="2"/>
                  <a:pt x="172" y="4"/>
                </a:cubicBezTo>
                <a:cubicBezTo>
                  <a:pt x="189" y="34"/>
                  <a:pt x="189" y="34"/>
                  <a:pt x="189" y="34"/>
                </a:cubicBezTo>
                <a:cubicBezTo>
                  <a:pt x="190" y="36"/>
                  <a:pt x="190" y="39"/>
                  <a:pt x="189" y="41"/>
                </a:cubicBezTo>
                <a:cubicBezTo>
                  <a:pt x="187" y="43"/>
                  <a:pt x="185" y="44"/>
                  <a:pt x="182" y="44"/>
                </a:cubicBezTo>
                <a:cubicBezTo>
                  <a:pt x="148" y="44"/>
                  <a:pt x="148" y="44"/>
                  <a:pt x="148" y="44"/>
                </a:cubicBezTo>
                <a:cubicBezTo>
                  <a:pt x="146" y="43"/>
                  <a:pt x="144" y="42"/>
                  <a:pt x="142" y="40"/>
                </a:cubicBezTo>
                <a:cubicBezTo>
                  <a:pt x="141" y="38"/>
                  <a:pt x="141" y="35"/>
                  <a:pt x="143" y="33"/>
                </a:cubicBezTo>
                <a:cubicBezTo>
                  <a:pt x="145" y="29"/>
                  <a:pt x="145" y="29"/>
                  <a:pt x="145" y="29"/>
                </a:cubicBezTo>
                <a:cubicBezTo>
                  <a:pt x="139" y="28"/>
                  <a:pt x="132" y="27"/>
                  <a:pt x="125" y="27"/>
                </a:cubicBezTo>
                <a:cubicBezTo>
                  <a:pt x="80" y="27"/>
                  <a:pt x="43" y="63"/>
                  <a:pt x="43" y="109"/>
                </a:cubicBezTo>
                <a:cubicBezTo>
                  <a:pt x="43" y="152"/>
                  <a:pt x="77" y="188"/>
                  <a:pt x="120" y="190"/>
                </a:cubicBezTo>
                <a:cubicBezTo>
                  <a:pt x="153" y="145"/>
                  <a:pt x="206" y="119"/>
                  <a:pt x="262" y="119"/>
                </a:cubicBezTo>
                <a:cubicBezTo>
                  <a:pt x="359" y="119"/>
                  <a:pt x="438" y="198"/>
                  <a:pt x="438" y="295"/>
                </a:cubicBezTo>
                <a:close/>
                <a:moveTo>
                  <a:pt x="501" y="454"/>
                </a:moveTo>
                <a:cubicBezTo>
                  <a:pt x="472" y="437"/>
                  <a:pt x="472" y="437"/>
                  <a:pt x="472" y="437"/>
                </a:cubicBezTo>
                <a:cubicBezTo>
                  <a:pt x="470" y="436"/>
                  <a:pt x="467" y="436"/>
                  <a:pt x="465" y="437"/>
                </a:cubicBezTo>
                <a:cubicBezTo>
                  <a:pt x="463" y="438"/>
                  <a:pt x="461" y="441"/>
                  <a:pt x="461" y="443"/>
                </a:cubicBezTo>
                <a:cubicBezTo>
                  <a:pt x="461" y="449"/>
                  <a:pt x="461" y="449"/>
                  <a:pt x="461" y="449"/>
                </a:cubicBezTo>
                <a:cubicBezTo>
                  <a:pt x="366" y="449"/>
                  <a:pt x="366" y="449"/>
                  <a:pt x="366" y="449"/>
                </a:cubicBezTo>
                <a:cubicBezTo>
                  <a:pt x="353" y="458"/>
                  <a:pt x="338" y="466"/>
                  <a:pt x="322" y="471"/>
                </a:cubicBezTo>
                <a:cubicBezTo>
                  <a:pt x="461" y="471"/>
                  <a:pt x="461" y="471"/>
                  <a:pt x="461" y="471"/>
                </a:cubicBezTo>
                <a:cubicBezTo>
                  <a:pt x="461" y="477"/>
                  <a:pt x="461" y="477"/>
                  <a:pt x="461" y="477"/>
                </a:cubicBezTo>
                <a:cubicBezTo>
                  <a:pt x="461" y="480"/>
                  <a:pt x="463" y="482"/>
                  <a:pt x="465" y="483"/>
                </a:cubicBezTo>
                <a:cubicBezTo>
                  <a:pt x="466" y="484"/>
                  <a:pt x="467" y="484"/>
                  <a:pt x="468" y="484"/>
                </a:cubicBezTo>
                <a:cubicBezTo>
                  <a:pt x="470" y="484"/>
                  <a:pt x="471" y="484"/>
                  <a:pt x="472" y="483"/>
                </a:cubicBezTo>
                <a:cubicBezTo>
                  <a:pt x="501" y="466"/>
                  <a:pt x="501" y="466"/>
                  <a:pt x="501" y="466"/>
                </a:cubicBezTo>
                <a:cubicBezTo>
                  <a:pt x="503" y="465"/>
                  <a:pt x="505" y="463"/>
                  <a:pt x="505" y="460"/>
                </a:cubicBezTo>
                <a:cubicBezTo>
                  <a:pt x="505" y="458"/>
                  <a:pt x="503" y="455"/>
                  <a:pt x="501" y="45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Freeform 29">
            <a:extLst>
              <a:ext uri="{FF2B5EF4-FFF2-40B4-BE49-F238E27FC236}">
                <a16:creationId xmlns:a16="http://schemas.microsoft.com/office/drawing/2014/main" id="{67C9F8F0-A0D9-43D1-D7D3-CB4BADAE928B}"/>
              </a:ext>
            </a:extLst>
          </p:cNvPr>
          <p:cNvSpPr>
            <a:spLocks noEditPoints="1"/>
          </p:cNvSpPr>
          <p:nvPr/>
        </p:nvSpPr>
        <p:spPr bwMode="auto">
          <a:xfrm>
            <a:off x="4041944" y="5956659"/>
            <a:ext cx="356114" cy="356114"/>
          </a:xfrm>
          <a:custGeom>
            <a:avLst/>
            <a:gdLst>
              <a:gd name="T0" fmla="*/ 557 w 1635"/>
              <a:gd name="T1" fmla="*/ 1446 h 1635"/>
              <a:gd name="T2" fmla="*/ 336 w 1635"/>
              <a:gd name="T3" fmla="*/ 1492 h 1635"/>
              <a:gd name="T4" fmla="*/ 155 w 1635"/>
              <a:gd name="T5" fmla="*/ 990 h 1635"/>
              <a:gd name="T6" fmla="*/ 43 w 1635"/>
              <a:gd name="T7" fmla="*/ 645 h 1635"/>
              <a:gd name="T8" fmla="*/ 144 w 1635"/>
              <a:gd name="T9" fmla="*/ 387 h 1635"/>
              <a:gd name="T10" fmla="*/ 470 w 1635"/>
              <a:gd name="T11" fmla="*/ 226 h 1635"/>
              <a:gd name="T12" fmla="*/ 949 w 1635"/>
              <a:gd name="T13" fmla="*/ 0 h 1635"/>
              <a:gd name="T14" fmla="*/ 1170 w 1635"/>
              <a:gd name="T15" fmla="*/ 221 h 1635"/>
              <a:gd name="T16" fmla="*/ 1487 w 1635"/>
              <a:gd name="T17" fmla="*/ 392 h 1635"/>
              <a:gd name="T18" fmla="*/ 1635 w 1635"/>
              <a:gd name="T19" fmla="*/ 667 h 1635"/>
              <a:gd name="T20" fmla="*/ 1409 w 1635"/>
              <a:gd name="T21" fmla="*/ 1165 h 1635"/>
              <a:gd name="T22" fmla="*/ 1302 w 1635"/>
              <a:gd name="T23" fmla="*/ 1490 h 1635"/>
              <a:gd name="T24" fmla="*/ 990 w 1635"/>
              <a:gd name="T25" fmla="*/ 1481 h 1635"/>
              <a:gd name="T26" fmla="*/ 1272 w 1635"/>
              <a:gd name="T27" fmla="*/ 209 h 1635"/>
              <a:gd name="T28" fmla="*/ 926 w 1635"/>
              <a:gd name="T29" fmla="*/ 177 h 1635"/>
              <a:gd name="T30" fmla="*/ 709 w 1635"/>
              <a:gd name="T31" fmla="*/ 174 h 1635"/>
              <a:gd name="T32" fmla="*/ 364 w 1635"/>
              <a:gd name="T33" fmla="*/ 210 h 1635"/>
              <a:gd name="T34" fmla="*/ 266 w 1635"/>
              <a:gd name="T35" fmla="*/ 542 h 1635"/>
              <a:gd name="T36" fmla="*/ 65 w 1635"/>
              <a:gd name="T37" fmla="*/ 709 h 1635"/>
              <a:gd name="T38" fmla="*/ 292 w 1635"/>
              <a:gd name="T39" fmla="*/ 1139 h 1635"/>
              <a:gd name="T40" fmla="*/ 439 w 1635"/>
              <a:gd name="T41" fmla="*/ 1351 h 1635"/>
              <a:gd name="T42" fmla="*/ 709 w 1635"/>
              <a:gd name="T43" fmla="*/ 1463 h 1635"/>
              <a:gd name="T44" fmla="*/ 926 w 1635"/>
              <a:gd name="T45" fmla="*/ 1462 h 1635"/>
              <a:gd name="T46" fmla="*/ 1271 w 1635"/>
              <a:gd name="T47" fmla="*/ 1425 h 1635"/>
              <a:gd name="T48" fmla="*/ 1417 w 1635"/>
              <a:gd name="T49" fmla="*/ 966 h 1635"/>
              <a:gd name="T50" fmla="*/ 1461 w 1635"/>
              <a:gd name="T51" fmla="*/ 709 h 1635"/>
              <a:gd name="T52" fmla="*/ 1352 w 1635"/>
              <a:gd name="T53" fmla="*/ 437 h 1635"/>
              <a:gd name="T54" fmla="*/ 511 w 1635"/>
              <a:gd name="T55" fmla="*/ 1150 h 1635"/>
              <a:gd name="T56" fmla="*/ 493 w 1635"/>
              <a:gd name="T57" fmla="*/ 706 h 1635"/>
              <a:gd name="T58" fmla="*/ 662 w 1635"/>
              <a:gd name="T59" fmla="*/ 725 h 1635"/>
              <a:gd name="T60" fmla="*/ 598 w 1635"/>
              <a:gd name="T61" fmla="*/ 565 h 1635"/>
              <a:gd name="T62" fmla="*/ 989 w 1635"/>
              <a:gd name="T63" fmla="*/ 680 h 1635"/>
              <a:gd name="T64" fmla="*/ 1014 w 1635"/>
              <a:gd name="T65" fmla="*/ 409 h 1635"/>
              <a:gd name="T66" fmla="*/ 959 w 1635"/>
              <a:gd name="T67" fmla="*/ 320 h 1635"/>
              <a:gd name="T68" fmla="*/ 317 w 1635"/>
              <a:gd name="T69" fmla="*/ 942 h 1635"/>
              <a:gd name="T70" fmla="*/ 523 w 1635"/>
              <a:gd name="T71" fmla="*/ 473 h 1635"/>
              <a:gd name="T72" fmla="*/ 1114 w 1635"/>
              <a:gd name="T73" fmla="*/ 1164 h 1635"/>
              <a:gd name="T74" fmla="*/ 790 w 1635"/>
              <a:gd name="T75" fmla="*/ 804 h 1635"/>
              <a:gd name="T76" fmla="*/ 730 w 1635"/>
              <a:gd name="T77" fmla="*/ 717 h 1635"/>
              <a:gd name="T78" fmla="*/ 541 w 1635"/>
              <a:gd name="T79" fmla="*/ 845 h 1635"/>
              <a:gd name="T80" fmla="*/ 1000 w 1635"/>
              <a:gd name="T81" fmla="*/ 1213 h 1635"/>
              <a:gd name="T82" fmla="*/ 1243 w 1635"/>
              <a:gd name="T83" fmla="*/ 664 h 1635"/>
              <a:gd name="T84" fmla="*/ 1049 w 1635"/>
              <a:gd name="T85" fmla="*/ 979 h 1635"/>
              <a:gd name="T86" fmla="*/ 1017 w 1635"/>
              <a:gd name="T87" fmla="*/ 746 h 1635"/>
              <a:gd name="T88" fmla="*/ 729 w 1635"/>
              <a:gd name="T89" fmla="*/ 1035 h 1635"/>
              <a:gd name="T90" fmla="*/ 680 w 1635"/>
              <a:gd name="T91" fmla="*/ 1126 h 1635"/>
              <a:gd name="T92" fmla="*/ 656 w 1635"/>
              <a:gd name="T93" fmla="*/ 1239 h 1635"/>
              <a:gd name="T94" fmla="*/ 729 w 1635"/>
              <a:gd name="T95" fmla="*/ 1035 h 1635"/>
              <a:gd name="T96" fmla="*/ 944 w 1635"/>
              <a:gd name="T97" fmla="*/ 1253 h 1635"/>
              <a:gd name="T98" fmla="*/ 1080 w 1635"/>
              <a:gd name="T99" fmla="*/ 709 h 1635"/>
              <a:gd name="T100" fmla="*/ 850 w 1635"/>
              <a:gd name="T101" fmla="*/ 333 h 1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635" h="1635">
                <a:moveTo>
                  <a:pt x="668" y="1635"/>
                </a:moveTo>
                <a:cubicBezTo>
                  <a:pt x="650" y="1625"/>
                  <a:pt x="644" y="1610"/>
                  <a:pt x="645" y="1590"/>
                </a:cubicBezTo>
                <a:cubicBezTo>
                  <a:pt x="646" y="1552"/>
                  <a:pt x="645" y="1515"/>
                  <a:pt x="645" y="1478"/>
                </a:cubicBezTo>
                <a:cubicBezTo>
                  <a:pt x="615" y="1467"/>
                  <a:pt x="586" y="1458"/>
                  <a:pt x="557" y="1446"/>
                </a:cubicBezTo>
                <a:cubicBezTo>
                  <a:pt x="529" y="1435"/>
                  <a:pt x="503" y="1420"/>
                  <a:pt x="471" y="1405"/>
                </a:cubicBezTo>
                <a:cubicBezTo>
                  <a:pt x="463" y="1415"/>
                  <a:pt x="453" y="1426"/>
                  <a:pt x="443" y="1436"/>
                </a:cubicBezTo>
                <a:cubicBezTo>
                  <a:pt x="425" y="1455"/>
                  <a:pt x="406" y="1473"/>
                  <a:pt x="388" y="1492"/>
                </a:cubicBezTo>
                <a:cubicBezTo>
                  <a:pt x="370" y="1509"/>
                  <a:pt x="353" y="1509"/>
                  <a:pt x="336" y="1492"/>
                </a:cubicBezTo>
                <a:cubicBezTo>
                  <a:pt x="272" y="1428"/>
                  <a:pt x="208" y="1364"/>
                  <a:pt x="144" y="1300"/>
                </a:cubicBezTo>
                <a:cubicBezTo>
                  <a:pt x="126" y="1282"/>
                  <a:pt x="126" y="1265"/>
                  <a:pt x="144" y="1247"/>
                </a:cubicBezTo>
                <a:cubicBezTo>
                  <a:pt x="173" y="1218"/>
                  <a:pt x="202" y="1190"/>
                  <a:pt x="227" y="1164"/>
                </a:cubicBezTo>
                <a:cubicBezTo>
                  <a:pt x="203" y="1106"/>
                  <a:pt x="179" y="1049"/>
                  <a:pt x="155" y="990"/>
                </a:cubicBezTo>
                <a:cubicBezTo>
                  <a:pt x="121" y="990"/>
                  <a:pt x="84" y="990"/>
                  <a:pt x="46" y="990"/>
                </a:cubicBezTo>
                <a:cubicBezTo>
                  <a:pt x="9" y="990"/>
                  <a:pt x="0" y="981"/>
                  <a:pt x="0" y="944"/>
                </a:cubicBezTo>
                <a:cubicBezTo>
                  <a:pt x="0" y="858"/>
                  <a:pt x="0" y="773"/>
                  <a:pt x="0" y="688"/>
                </a:cubicBezTo>
                <a:cubicBezTo>
                  <a:pt x="0" y="656"/>
                  <a:pt x="11" y="645"/>
                  <a:pt x="43" y="645"/>
                </a:cubicBezTo>
                <a:cubicBezTo>
                  <a:pt x="82" y="645"/>
                  <a:pt x="120" y="645"/>
                  <a:pt x="155" y="645"/>
                </a:cubicBezTo>
                <a:cubicBezTo>
                  <a:pt x="179" y="587"/>
                  <a:pt x="202" y="530"/>
                  <a:pt x="227" y="471"/>
                </a:cubicBezTo>
                <a:cubicBezTo>
                  <a:pt x="226" y="470"/>
                  <a:pt x="222" y="466"/>
                  <a:pt x="218" y="462"/>
                </a:cubicBezTo>
                <a:cubicBezTo>
                  <a:pt x="193" y="437"/>
                  <a:pt x="168" y="413"/>
                  <a:pt x="144" y="387"/>
                </a:cubicBezTo>
                <a:cubicBezTo>
                  <a:pt x="127" y="370"/>
                  <a:pt x="126" y="353"/>
                  <a:pt x="142" y="337"/>
                </a:cubicBezTo>
                <a:cubicBezTo>
                  <a:pt x="207" y="272"/>
                  <a:pt x="272" y="207"/>
                  <a:pt x="337" y="143"/>
                </a:cubicBezTo>
                <a:cubicBezTo>
                  <a:pt x="354" y="126"/>
                  <a:pt x="371" y="127"/>
                  <a:pt x="388" y="144"/>
                </a:cubicBezTo>
                <a:cubicBezTo>
                  <a:pt x="417" y="172"/>
                  <a:pt x="445" y="201"/>
                  <a:pt x="470" y="226"/>
                </a:cubicBezTo>
                <a:cubicBezTo>
                  <a:pt x="529" y="202"/>
                  <a:pt x="586" y="178"/>
                  <a:pt x="645" y="154"/>
                </a:cubicBezTo>
                <a:cubicBezTo>
                  <a:pt x="645" y="120"/>
                  <a:pt x="645" y="81"/>
                  <a:pt x="645" y="43"/>
                </a:cubicBezTo>
                <a:cubicBezTo>
                  <a:pt x="645" y="10"/>
                  <a:pt x="656" y="0"/>
                  <a:pt x="688" y="0"/>
                </a:cubicBezTo>
                <a:cubicBezTo>
                  <a:pt x="775" y="0"/>
                  <a:pt x="862" y="0"/>
                  <a:pt x="949" y="0"/>
                </a:cubicBezTo>
                <a:cubicBezTo>
                  <a:pt x="979" y="0"/>
                  <a:pt x="990" y="11"/>
                  <a:pt x="990" y="41"/>
                </a:cubicBezTo>
                <a:cubicBezTo>
                  <a:pt x="990" y="80"/>
                  <a:pt x="990" y="119"/>
                  <a:pt x="990" y="158"/>
                </a:cubicBezTo>
                <a:cubicBezTo>
                  <a:pt x="1048" y="174"/>
                  <a:pt x="1103" y="196"/>
                  <a:pt x="1155" y="225"/>
                </a:cubicBezTo>
                <a:cubicBezTo>
                  <a:pt x="1158" y="227"/>
                  <a:pt x="1167" y="224"/>
                  <a:pt x="1170" y="221"/>
                </a:cubicBezTo>
                <a:cubicBezTo>
                  <a:pt x="1195" y="197"/>
                  <a:pt x="1219" y="172"/>
                  <a:pt x="1244" y="147"/>
                </a:cubicBezTo>
                <a:cubicBezTo>
                  <a:pt x="1266" y="125"/>
                  <a:pt x="1281" y="125"/>
                  <a:pt x="1304" y="147"/>
                </a:cubicBezTo>
                <a:cubicBezTo>
                  <a:pt x="1365" y="208"/>
                  <a:pt x="1426" y="270"/>
                  <a:pt x="1488" y="331"/>
                </a:cubicBezTo>
                <a:cubicBezTo>
                  <a:pt x="1510" y="354"/>
                  <a:pt x="1510" y="369"/>
                  <a:pt x="1487" y="392"/>
                </a:cubicBezTo>
                <a:cubicBezTo>
                  <a:pt x="1460" y="419"/>
                  <a:pt x="1434" y="445"/>
                  <a:pt x="1409" y="470"/>
                </a:cubicBezTo>
                <a:cubicBezTo>
                  <a:pt x="1433" y="529"/>
                  <a:pt x="1457" y="585"/>
                  <a:pt x="1482" y="645"/>
                </a:cubicBezTo>
                <a:cubicBezTo>
                  <a:pt x="1515" y="645"/>
                  <a:pt x="1553" y="646"/>
                  <a:pt x="1590" y="645"/>
                </a:cubicBezTo>
                <a:cubicBezTo>
                  <a:pt x="1610" y="644"/>
                  <a:pt x="1625" y="650"/>
                  <a:pt x="1635" y="667"/>
                </a:cubicBezTo>
                <a:cubicBezTo>
                  <a:pt x="1635" y="768"/>
                  <a:pt x="1635" y="868"/>
                  <a:pt x="1635" y="968"/>
                </a:cubicBezTo>
                <a:cubicBezTo>
                  <a:pt x="1625" y="986"/>
                  <a:pt x="1610" y="991"/>
                  <a:pt x="1590" y="990"/>
                </a:cubicBezTo>
                <a:cubicBezTo>
                  <a:pt x="1553" y="989"/>
                  <a:pt x="1515" y="990"/>
                  <a:pt x="1482" y="990"/>
                </a:cubicBezTo>
                <a:cubicBezTo>
                  <a:pt x="1457" y="1050"/>
                  <a:pt x="1433" y="1106"/>
                  <a:pt x="1409" y="1165"/>
                </a:cubicBezTo>
                <a:cubicBezTo>
                  <a:pt x="1434" y="1190"/>
                  <a:pt x="1461" y="1217"/>
                  <a:pt x="1489" y="1245"/>
                </a:cubicBezTo>
                <a:cubicBezTo>
                  <a:pt x="1510" y="1266"/>
                  <a:pt x="1510" y="1282"/>
                  <a:pt x="1489" y="1302"/>
                </a:cubicBezTo>
                <a:cubicBezTo>
                  <a:pt x="1473" y="1319"/>
                  <a:pt x="1456" y="1336"/>
                  <a:pt x="1439" y="1353"/>
                </a:cubicBezTo>
                <a:cubicBezTo>
                  <a:pt x="1393" y="1399"/>
                  <a:pt x="1348" y="1444"/>
                  <a:pt x="1302" y="1490"/>
                </a:cubicBezTo>
                <a:cubicBezTo>
                  <a:pt x="1282" y="1510"/>
                  <a:pt x="1266" y="1509"/>
                  <a:pt x="1246" y="1490"/>
                </a:cubicBezTo>
                <a:cubicBezTo>
                  <a:pt x="1236" y="1480"/>
                  <a:pt x="1227" y="1471"/>
                  <a:pt x="1217" y="1461"/>
                </a:cubicBezTo>
                <a:cubicBezTo>
                  <a:pt x="1199" y="1443"/>
                  <a:pt x="1180" y="1424"/>
                  <a:pt x="1165" y="1409"/>
                </a:cubicBezTo>
                <a:cubicBezTo>
                  <a:pt x="1105" y="1433"/>
                  <a:pt x="1049" y="1457"/>
                  <a:pt x="990" y="1481"/>
                </a:cubicBezTo>
                <a:cubicBezTo>
                  <a:pt x="990" y="1515"/>
                  <a:pt x="990" y="1552"/>
                  <a:pt x="991" y="1590"/>
                </a:cubicBezTo>
                <a:cubicBezTo>
                  <a:pt x="991" y="1610"/>
                  <a:pt x="986" y="1625"/>
                  <a:pt x="968" y="1635"/>
                </a:cubicBezTo>
                <a:cubicBezTo>
                  <a:pt x="868" y="1635"/>
                  <a:pt x="768" y="1635"/>
                  <a:pt x="668" y="1635"/>
                </a:cubicBezTo>
                <a:close/>
                <a:moveTo>
                  <a:pt x="1272" y="209"/>
                </a:moveTo>
                <a:cubicBezTo>
                  <a:pt x="1246" y="235"/>
                  <a:pt x="1220" y="262"/>
                  <a:pt x="1193" y="289"/>
                </a:cubicBezTo>
                <a:cubicBezTo>
                  <a:pt x="1178" y="303"/>
                  <a:pt x="1165" y="306"/>
                  <a:pt x="1147" y="295"/>
                </a:cubicBezTo>
                <a:cubicBezTo>
                  <a:pt x="1087" y="258"/>
                  <a:pt x="1023" y="232"/>
                  <a:pt x="955" y="215"/>
                </a:cubicBezTo>
                <a:cubicBezTo>
                  <a:pt x="933" y="210"/>
                  <a:pt x="926" y="199"/>
                  <a:pt x="926" y="177"/>
                </a:cubicBezTo>
                <a:cubicBezTo>
                  <a:pt x="926" y="144"/>
                  <a:pt x="926" y="111"/>
                  <a:pt x="926" y="78"/>
                </a:cubicBezTo>
                <a:cubicBezTo>
                  <a:pt x="926" y="73"/>
                  <a:pt x="926" y="69"/>
                  <a:pt x="925" y="65"/>
                </a:cubicBezTo>
                <a:cubicBezTo>
                  <a:pt x="853" y="65"/>
                  <a:pt x="781" y="65"/>
                  <a:pt x="709" y="65"/>
                </a:cubicBezTo>
                <a:cubicBezTo>
                  <a:pt x="709" y="102"/>
                  <a:pt x="709" y="138"/>
                  <a:pt x="709" y="174"/>
                </a:cubicBezTo>
                <a:cubicBezTo>
                  <a:pt x="709" y="201"/>
                  <a:pt x="702" y="210"/>
                  <a:pt x="676" y="217"/>
                </a:cubicBezTo>
                <a:cubicBezTo>
                  <a:pt x="611" y="232"/>
                  <a:pt x="551" y="258"/>
                  <a:pt x="494" y="292"/>
                </a:cubicBezTo>
                <a:cubicBezTo>
                  <a:pt x="470" y="307"/>
                  <a:pt x="459" y="305"/>
                  <a:pt x="438" y="284"/>
                </a:cubicBezTo>
                <a:cubicBezTo>
                  <a:pt x="413" y="259"/>
                  <a:pt x="388" y="234"/>
                  <a:pt x="364" y="210"/>
                </a:cubicBezTo>
                <a:cubicBezTo>
                  <a:pt x="312" y="262"/>
                  <a:pt x="262" y="312"/>
                  <a:pt x="210" y="364"/>
                </a:cubicBezTo>
                <a:cubicBezTo>
                  <a:pt x="236" y="389"/>
                  <a:pt x="263" y="416"/>
                  <a:pt x="289" y="443"/>
                </a:cubicBezTo>
                <a:cubicBezTo>
                  <a:pt x="304" y="458"/>
                  <a:pt x="306" y="470"/>
                  <a:pt x="296" y="489"/>
                </a:cubicBezTo>
                <a:cubicBezTo>
                  <a:pt x="286" y="507"/>
                  <a:pt x="274" y="523"/>
                  <a:pt x="266" y="542"/>
                </a:cubicBezTo>
                <a:cubicBezTo>
                  <a:pt x="249" y="586"/>
                  <a:pt x="233" y="631"/>
                  <a:pt x="218" y="676"/>
                </a:cubicBezTo>
                <a:cubicBezTo>
                  <a:pt x="209" y="701"/>
                  <a:pt x="201" y="709"/>
                  <a:pt x="176" y="709"/>
                </a:cubicBezTo>
                <a:cubicBezTo>
                  <a:pt x="157" y="709"/>
                  <a:pt x="138" y="709"/>
                  <a:pt x="120" y="709"/>
                </a:cubicBezTo>
                <a:cubicBezTo>
                  <a:pt x="101" y="709"/>
                  <a:pt x="83" y="709"/>
                  <a:pt x="65" y="709"/>
                </a:cubicBezTo>
                <a:cubicBezTo>
                  <a:pt x="65" y="782"/>
                  <a:pt x="65" y="854"/>
                  <a:pt x="65" y="926"/>
                </a:cubicBezTo>
                <a:cubicBezTo>
                  <a:pt x="102" y="926"/>
                  <a:pt x="138" y="926"/>
                  <a:pt x="174" y="926"/>
                </a:cubicBezTo>
                <a:cubicBezTo>
                  <a:pt x="202" y="926"/>
                  <a:pt x="211" y="933"/>
                  <a:pt x="218" y="960"/>
                </a:cubicBezTo>
                <a:cubicBezTo>
                  <a:pt x="234" y="1023"/>
                  <a:pt x="258" y="1083"/>
                  <a:pt x="292" y="1139"/>
                </a:cubicBezTo>
                <a:cubicBezTo>
                  <a:pt x="308" y="1166"/>
                  <a:pt x="307" y="1175"/>
                  <a:pt x="284" y="1198"/>
                </a:cubicBezTo>
                <a:cubicBezTo>
                  <a:pt x="259" y="1223"/>
                  <a:pt x="234" y="1248"/>
                  <a:pt x="210" y="1271"/>
                </a:cubicBezTo>
                <a:cubicBezTo>
                  <a:pt x="262" y="1323"/>
                  <a:pt x="313" y="1374"/>
                  <a:pt x="365" y="1425"/>
                </a:cubicBezTo>
                <a:cubicBezTo>
                  <a:pt x="388" y="1401"/>
                  <a:pt x="413" y="1376"/>
                  <a:pt x="439" y="1351"/>
                </a:cubicBezTo>
                <a:cubicBezTo>
                  <a:pt x="460" y="1329"/>
                  <a:pt x="469" y="1328"/>
                  <a:pt x="496" y="1343"/>
                </a:cubicBezTo>
                <a:cubicBezTo>
                  <a:pt x="512" y="1352"/>
                  <a:pt x="527" y="1363"/>
                  <a:pt x="544" y="1369"/>
                </a:cubicBezTo>
                <a:cubicBezTo>
                  <a:pt x="587" y="1386"/>
                  <a:pt x="631" y="1402"/>
                  <a:pt x="675" y="1417"/>
                </a:cubicBezTo>
                <a:cubicBezTo>
                  <a:pt x="703" y="1426"/>
                  <a:pt x="709" y="1433"/>
                  <a:pt x="709" y="1463"/>
                </a:cubicBezTo>
                <a:cubicBezTo>
                  <a:pt x="709" y="1491"/>
                  <a:pt x="709" y="1519"/>
                  <a:pt x="709" y="1547"/>
                </a:cubicBezTo>
                <a:cubicBezTo>
                  <a:pt x="709" y="1555"/>
                  <a:pt x="709" y="1563"/>
                  <a:pt x="709" y="1570"/>
                </a:cubicBezTo>
                <a:cubicBezTo>
                  <a:pt x="783" y="1570"/>
                  <a:pt x="854" y="1570"/>
                  <a:pt x="926" y="1570"/>
                </a:cubicBezTo>
                <a:cubicBezTo>
                  <a:pt x="926" y="1533"/>
                  <a:pt x="926" y="1498"/>
                  <a:pt x="926" y="1462"/>
                </a:cubicBezTo>
                <a:cubicBezTo>
                  <a:pt x="926" y="1434"/>
                  <a:pt x="933" y="1425"/>
                  <a:pt x="960" y="1418"/>
                </a:cubicBezTo>
                <a:cubicBezTo>
                  <a:pt x="1022" y="1402"/>
                  <a:pt x="1081" y="1379"/>
                  <a:pt x="1136" y="1346"/>
                </a:cubicBezTo>
                <a:cubicBezTo>
                  <a:pt x="1167" y="1327"/>
                  <a:pt x="1175" y="1329"/>
                  <a:pt x="1200" y="1354"/>
                </a:cubicBezTo>
                <a:cubicBezTo>
                  <a:pt x="1224" y="1378"/>
                  <a:pt x="1249" y="1402"/>
                  <a:pt x="1271" y="1425"/>
                </a:cubicBezTo>
                <a:cubicBezTo>
                  <a:pt x="1323" y="1373"/>
                  <a:pt x="1373" y="1322"/>
                  <a:pt x="1425" y="1271"/>
                </a:cubicBezTo>
                <a:cubicBezTo>
                  <a:pt x="1402" y="1248"/>
                  <a:pt x="1377" y="1223"/>
                  <a:pt x="1353" y="1199"/>
                </a:cubicBezTo>
                <a:cubicBezTo>
                  <a:pt x="1330" y="1176"/>
                  <a:pt x="1328" y="1167"/>
                  <a:pt x="1345" y="1139"/>
                </a:cubicBezTo>
                <a:cubicBezTo>
                  <a:pt x="1377" y="1085"/>
                  <a:pt x="1401" y="1027"/>
                  <a:pt x="1417" y="966"/>
                </a:cubicBezTo>
                <a:cubicBezTo>
                  <a:pt x="1426" y="930"/>
                  <a:pt x="1432" y="926"/>
                  <a:pt x="1469" y="926"/>
                </a:cubicBezTo>
                <a:cubicBezTo>
                  <a:pt x="1503" y="926"/>
                  <a:pt x="1536" y="926"/>
                  <a:pt x="1570" y="926"/>
                </a:cubicBezTo>
                <a:cubicBezTo>
                  <a:pt x="1570" y="853"/>
                  <a:pt x="1570" y="781"/>
                  <a:pt x="1570" y="709"/>
                </a:cubicBezTo>
                <a:cubicBezTo>
                  <a:pt x="1533" y="709"/>
                  <a:pt x="1497" y="709"/>
                  <a:pt x="1461" y="709"/>
                </a:cubicBezTo>
                <a:cubicBezTo>
                  <a:pt x="1435" y="709"/>
                  <a:pt x="1426" y="701"/>
                  <a:pt x="1419" y="677"/>
                </a:cubicBezTo>
                <a:cubicBezTo>
                  <a:pt x="1414" y="659"/>
                  <a:pt x="1411" y="640"/>
                  <a:pt x="1403" y="623"/>
                </a:cubicBezTo>
                <a:cubicBezTo>
                  <a:pt x="1385" y="580"/>
                  <a:pt x="1365" y="537"/>
                  <a:pt x="1344" y="495"/>
                </a:cubicBezTo>
                <a:cubicBezTo>
                  <a:pt x="1330" y="468"/>
                  <a:pt x="1330" y="459"/>
                  <a:pt x="1352" y="437"/>
                </a:cubicBezTo>
                <a:cubicBezTo>
                  <a:pt x="1372" y="417"/>
                  <a:pt x="1392" y="396"/>
                  <a:pt x="1413" y="376"/>
                </a:cubicBezTo>
                <a:cubicBezTo>
                  <a:pt x="1418" y="372"/>
                  <a:pt x="1425" y="369"/>
                  <a:pt x="1429" y="367"/>
                </a:cubicBezTo>
                <a:cubicBezTo>
                  <a:pt x="1374" y="311"/>
                  <a:pt x="1323" y="261"/>
                  <a:pt x="1272" y="209"/>
                </a:cubicBezTo>
                <a:close/>
                <a:moveTo>
                  <a:pt x="511" y="1150"/>
                </a:moveTo>
                <a:cubicBezTo>
                  <a:pt x="568" y="1094"/>
                  <a:pt x="623" y="1039"/>
                  <a:pt x="674" y="988"/>
                </a:cubicBezTo>
                <a:cubicBezTo>
                  <a:pt x="650" y="986"/>
                  <a:pt x="620" y="986"/>
                  <a:pt x="592" y="980"/>
                </a:cubicBezTo>
                <a:cubicBezTo>
                  <a:pt x="478" y="953"/>
                  <a:pt x="409" y="836"/>
                  <a:pt x="437" y="723"/>
                </a:cubicBezTo>
                <a:cubicBezTo>
                  <a:pt x="444" y="694"/>
                  <a:pt x="472" y="685"/>
                  <a:pt x="493" y="706"/>
                </a:cubicBezTo>
                <a:cubicBezTo>
                  <a:pt x="520" y="732"/>
                  <a:pt x="547" y="759"/>
                  <a:pt x="573" y="786"/>
                </a:cubicBezTo>
                <a:cubicBezTo>
                  <a:pt x="580" y="793"/>
                  <a:pt x="586" y="795"/>
                  <a:pt x="595" y="792"/>
                </a:cubicBezTo>
                <a:cubicBezTo>
                  <a:pt x="612" y="786"/>
                  <a:pt x="635" y="786"/>
                  <a:pt x="646" y="775"/>
                </a:cubicBezTo>
                <a:cubicBezTo>
                  <a:pt x="657" y="764"/>
                  <a:pt x="656" y="742"/>
                  <a:pt x="662" y="725"/>
                </a:cubicBezTo>
                <a:cubicBezTo>
                  <a:pt x="665" y="715"/>
                  <a:pt x="663" y="709"/>
                  <a:pt x="656" y="702"/>
                </a:cubicBezTo>
                <a:cubicBezTo>
                  <a:pt x="630" y="677"/>
                  <a:pt x="605" y="651"/>
                  <a:pt x="579" y="626"/>
                </a:cubicBezTo>
                <a:cubicBezTo>
                  <a:pt x="569" y="615"/>
                  <a:pt x="562" y="604"/>
                  <a:pt x="567" y="589"/>
                </a:cubicBezTo>
                <a:cubicBezTo>
                  <a:pt x="571" y="574"/>
                  <a:pt x="583" y="568"/>
                  <a:pt x="598" y="565"/>
                </a:cubicBezTo>
                <a:cubicBezTo>
                  <a:pt x="743" y="537"/>
                  <a:pt x="866" y="645"/>
                  <a:pt x="856" y="793"/>
                </a:cubicBezTo>
                <a:cubicBezTo>
                  <a:pt x="856" y="798"/>
                  <a:pt x="856" y="804"/>
                  <a:pt x="860" y="812"/>
                </a:cubicBezTo>
                <a:cubicBezTo>
                  <a:pt x="864" y="806"/>
                  <a:pt x="869" y="800"/>
                  <a:pt x="874" y="795"/>
                </a:cubicBezTo>
                <a:cubicBezTo>
                  <a:pt x="912" y="757"/>
                  <a:pt x="950" y="718"/>
                  <a:pt x="989" y="680"/>
                </a:cubicBezTo>
                <a:cubicBezTo>
                  <a:pt x="996" y="673"/>
                  <a:pt x="1006" y="667"/>
                  <a:pt x="1016" y="664"/>
                </a:cubicBezTo>
                <a:cubicBezTo>
                  <a:pt x="1077" y="642"/>
                  <a:pt x="1138" y="622"/>
                  <a:pt x="1200" y="601"/>
                </a:cubicBezTo>
                <a:cubicBezTo>
                  <a:pt x="1204" y="600"/>
                  <a:pt x="1208" y="598"/>
                  <a:pt x="1214" y="596"/>
                </a:cubicBezTo>
                <a:cubicBezTo>
                  <a:pt x="1166" y="512"/>
                  <a:pt x="1100" y="450"/>
                  <a:pt x="1014" y="409"/>
                </a:cubicBezTo>
                <a:cubicBezTo>
                  <a:pt x="988" y="396"/>
                  <a:pt x="960" y="388"/>
                  <a:pt x="934" y="378"/>
                </a:cubicBezTo>
                <a:cubicBezTo>
                  <a:pt x="918" y="371"/>
                  <a:pt x="911" y="360"/>
                  <a:pt x="913" y="344"/>
                </a:cubicBezTo>
                <a:cubicBezTo>
                  <a:pt x="915" y="329"/>
                  <a:pt x="924" y="320"/>
                  <a:pt x="939" y="317"/>
                </a:cubicBezTo>
                <a:cubicBezTo>
                  <a:pt x="945" y="316"/>
                  <a:pt x="952" y="317"/>
                  <a:pt x="959" y="320"/>
                </a:cubicBezTo>
                <a:cubicBezTo>
                  <a:pt x="1157" y="382"/>
                  <a:pt x="1284" y="514"/>
                  <a:pt x="1324" y="718"/>
                </a:cubicBezTo>
                <a:cubicBezTo>
                  <a:pt x="1365" y="925"/>
                  <a:pt x="1295" y="1098"/>
                  <a:pt x="1130" y="1229"/>
                </a:cubicBezTo>
                <a:cubicBezTo>
                  <a:pt x="1023" y="1313"/>
                  <a:pt x="898" y="1345"/>
                  <a:pt x="763" y="1331"/>
                </a:cubicBezTo>
                <a:cubicBezTo>
                  <a:pt x="549" y="1310"/>
                  <a:pt x="370" y="1153"/>
                  <a:pt x="317" y="942"/>
                </a:cubicBezTo>
                <a:cubicBezTo>
                  <a:pt x="247" y="670"/>
                  <a:pt x="411" y="391"/>
                  <a:pt x="684" y="317"/>
                </a:cubicBezTo>
                <a:cubicBezTo>
                  <a:pt x="707" y="311"/>
                  <a:pt x="724" y="319"/>
                  <a:pt x="730" y="338"/>
                </a:cubicBezTo>
                <a:cubicBezTo>
                  <a:pt x="735" y="356"/>
                  <a:pt x="725" y="372"/>
                  <a:pt x="702" y="379"/>
                </a:cubicBezTo>
                <a:cubicBezTo>
                  <a:pt x="635" y="397"/>
                  <a:pt x="575" y="427"/>
                  <a:pt x="523" y="473"/>
                </a:cubicBezTo>
                <a:cubicBezTo>
                  <a:pt x="411" y="572"/>
                  <a:pt x="358" y="696"/>
                  <a:pt x="367" y="846"/>
                </a:cubicBezTo>
                <a:cubicBezTo>
                  <a:pt x="373" y="965"/>
                  <a:pt x="423" y="1065"/>
                  <a:pt x="508" y="1147"/>
                </a:cubicBezTo>
                <a:cubicBezTo>
                  <a:pt x="510" y="1149"/>
                  <a:pt x="512" y="1151"/>
                  <a:pt x="511" y="1150"/>
                </a:cubicBezTo>
                <a:close/>
                <a:moveTo>
                  <a:pt x="1114" y="1164"/>
                </a:moveTo>
                <a:cubicBezTo>
                  <a:pt x="1115" y="1161"/>
                  <a:pt x="1116" y="1159"/>
                  <a:pt x="1117" y="1156"/>
                </a:cubicBezTo>
                <a:cubicBezTo>
                  <a:pt x="1112" y="1153"/>
                  <a:pt x="1106" y="1152"/>
                  <a:pt x="1102" y="1148"/>
                </a:cubicBezTo>
                <a:cubicBezTo>
                  <a:pt x="1002" y="1049"/>
                  <a:pt x="904" y="950"/>
                  <a:pt x="804" y="851"/>
                </a:cubicBezTo>
                <a:cubicBezTo>
                  <a:pt x="790" y="837"/>
                  <a:pt x="786" y="823"/>
                  <a:pt x="790" y="804"/>
                </a:cubicBezTo>
                <a:cubicBezTo>
                  <a:pt x="799" y="760"/>
                  <a:pt x="790" y="720"/>
                  <a:pt x="764" y="685"/>
                </a:cubicBezTo>
                <a:cubicBezTo>
                  <a:pt x="742" y="655"/>
                  <a:pt x="713" y="636"/>
                  <a:pt x="675" y="631"/>
                </a:cubicBezTo>
                <a:cubicBezTo>
                  <a:pt x="689" y="646"/>
                  <a:pt x="704" y="661"/>
                  <a:pt x="719" y="675"/>
                </a:cubicBezTo>
                <a:cubicBezTo>
                  <a:pt x="732" y="687"/>
                  <a:pt x="735" y="700"/>
                  <a:pt x="730" y="717"/>
                </a:cubicBezTo>
                <a:cubicBezTo>
                  <a:pt x="722" y="746"/>
                  <a:pt x="714" y="775"/>
                  <a:pt x="707" y="804"/>
                </a:cubicBezTo>
                <a:cubicBezTo>
                  <a:pt x="702" y="823"/>
                  <a:pt x="692" y="832"/>
                  <a:pt x="674" y="837"/>
                </a:cubicBezTo>
                <a:cubicBezTo>
                  <a:pt x="647" y="844"/>
                  <a:pt x="619" y="850"/>
                  <a:pt x="592" y="859"/>
                </a:cubicBezTo>
                <a:cubicBezTo>
                  <a:pt x="572" y="865"/>
                  <a:pt x="556" y="861"/>
                  <a:pt x="541" y="845"/>
                </a:cubicBezTo>
                <a:cubicBezTo>
                  <a:pt x="528" y="830"/>
                  <a:pt x="514" y="817"/>
                  <a:pt x="498" y="802"/>
                </a:cubicBezTo>
                <a:cubicBezTo>
                  <a:pt x="513" y="881"/>
                  <a:pt x="591" y="936"/>
                  <a:pt x="666" y="920"/>
                </a:cubicBezTo>
                <a:cubicBezTo>
                  <a:pt x="693" y="915"/>
                  <a:pt x="710" y="922"/>
                  <a:pt x="728" y="940"/>
                </a:cubicBezTo>
                <a:cubicBezTo>
                  <a:pt x="818" y="1032"/>
                  <a:pt x="909" y="1122"/>
                  <a:pt x="1000" y="1213"/>
                </a:cubicBezTo>
                <a:cubicBezTo>
                  <a:pt x="1004" y="1217"/>
                  <a:pt x="1008" y="1223"/>
                  <a:pt x="1013" y="1230"/>
                </a:cubicBezTo>
                <a:cubicBezTo>
                  <a:pt x="1049" y="1206"/>
                  <a:pt x="1081" y="1185"/>
                  <a:pt x="1114" y="1164"/>
                </a:cubicBezTo>
                <a:close/>
                <a:moveTo>
                  <a:pt x="1160" y="1113"/>
                </a:moveTo>
                <a:cubicBezTo>
                  <a:pt x="1275" y="986"/>
                  <a:pt x="1298" y="796"/>
                  <a:pt x="1243" y="664"/>
                </a:cubicBezTo>
                <a:cubicBezTo>
                  <a:pt x="1240" y="670"/>
                  <a:pt x="1238" y="675"/>
                  <a:pt x="1236" y="681"/>
                </a:cubicBezTo>
                <a:cubicBezTo>
                  <a:pt x="1219" y="731"/>
                  <a:pt x="1203" y="781"/>
                  <a:pt x="1185" y="831"/>
                </a:cubicBezTo>
                <a:cubicBezTo>
                  <a:pt x="1181" y="842"/>
                  <a:pt x="1175" y="853"/>
                  <a:pt x="1167" y="861"/>
                </a:cubicBezTo>
                <a:cubicBezTo>
                  <a:pt x="1128" y="901"/>
                  <a:pt x="1088" y="940"/>
                  <a:pt x="1049" y="979"/>
                </a:cubicBezTo>
                <a:cubicBezTo>
                  <a:pt x="1045" y="983"/>
                  <a:pt x="1038" y="985"/>
                  <a:pt x="1034" y="987"/>
                </a:cubicBezTo>
                <a:cubicBezTo>
                  <a:pt x="1079" y="1032"/>
                  <a:pt x="1119" y="1072"/>
                  <a:pt x="1160" y="1113"/>
                </a:cubicBezTo>
                <a:close/>
                <a:moveTo>
                  <a:pt x="1103" y="832"/>
                </a:moveTo>
                <a:cubicBezTo>
                  <a:pt x="1074" y="803"/>
                  <a:pt x="1044" y="774"/>
                  <a:pt x="1017" y="746"/>
                </a:cubicBezTo>
                <a:cubicBezTo>
                  <a:pt x="980" y="783"/>
                  <a:pt x="942" y="820"/>
                  <a:pt x="905" y="857"/>
                </a:cubicBezTo>
                <a:cubicBezTo>
                  <a:pt x="934" y="886"/>
                  <a:pt x="963" y="915"/>
                  <a:pt x="991" y="943"/>
                </a:cubicBezTo>
                <a:cubicBezTo>
                  <a:pt x="1028" y="906"/>
                  <a:pt x="1066" y="869"/>
                  <a:pt x="1103" y="832"/>
                </a:cubicBezTo>
                <a:close/>
                <a:moveTo>
                  <a:pt x="729" y="1035"/>
                </a:moveTo>
                <a:cubicBezTo>
                  <a:pt x="676" y="1088"/>
                  <a:pt x="623" y="1142"/>
                  <a:pt x="569" y="1196"/>
                </a:cubicBezTo>
                <a:cubicBezTo>
                  <a:pt x="576" y="1200"/>
                  <a:pt x="585" y="1206"/>
                  <a:pt x="595" y="1212"/>
                </a:cubicBezTo>
                <a:cubicBezTo>
                  <a:pt x="611" y="1196"/>
                  <a:pt x="625" y="1181"/>
                  <a:pt x="639" y="1167"/>
                </a:cubicBezTo>
                <a:cubicBezTo>
                  <a:pt x="653" y="1153"/>
                  <a:pt x="666" y="1139"/>
                  <a:pt x="680" y="1126"/>
                </a:cubicBezTo>
                <a:cubicBezTo>
                  <a:pt x="692" y="1116"/>
                  <a:pt x="705" y="1115"/>
                  <a:pt x="719" y="1124"/>
                </a:cubicBezTo>
                <a:cubicBezTo>
                  <a:pt x="731" y="1132"/>
                  <a:pt x="735" y="1145"/>
                  <a:pt x="731" y="1159"/>
                </a:cubicBezTo>
                <a:cubicBezTo>
                  <a:pt x="728" y="1166"/>
                  <a:pt x="722" y="1173"/>
                  <a:pt x="717" y="1179"/>
                </a:cubicBezTo>
                <a:cubicBezTo>
                  <a:pt x="697" y="1199"/>
                  <a:pt x="677" y="1219"/>
                  <a:pt x="656" y="1239"/>
                </a:cubicBezTo>
                <a:cubicBezTo>
                  <a:pt x="685" y="1253"/>
                  <a:pt x="685" y="1253"/>
                  <a:pt x="704" y="1234"/>
                </a:cubicBezTo>
                <a:cubicBezTo>
                  <a:pt x="722" y="1215"/>
                  <a:pt x="741" y="1197"/>
                  <a:pt x="759" y="1179"/>
                </a:cubicBezTo>
                <a:cubicBezTo>
                  <a:pt x="778" y="1159"/>
                  <a:pt x="798" y="1140"/>
                  <a:pt x="816" y="1122"/>
                </a:cubicBezTo>
                <a:cubicBezTo>
                  <a:pt x="786" y="1092"/>
                  <a:pt x="757" y="1063"/>
                  <a:pt x="729" y="1035"/>
                </a:cubicBezTo>
                <a:close/>
                <a:moveTo>
                  <a:pt x="944" y="1253"/>
                </a:moveTo>
                <a:cubicBezTo>
                  <a:pt x="916" y="1225"/>
                  <a:pt x="888" y="1197"/>
                  <a:pt x="864" y="1173"/>
                </a:cubicBezTo>
                <a:cubicBezTo>
                  <a:pt x="832" y="1204"/>
                  <a:pt x="799" y="1236"/>
                  <a:pt x="766" y="1268"/>
                </a:cubicBezTo>
                <a:cubicBezTo>
                  <a:pt x="826" y="1275"/>
                  <a:pt x="886" y="1269"/>
                  <a:pt x="944" y="1253"/>
                </a:cubicBezTo>
                <a:close/>
                <a:moveTo>
                  <a:pt x="1080" y="709"/>
                </a:moveTo>
                <a:cubicBezTo>
                  <a:pt x="1100" y="729"/>
                  <a:pt x="1119" y="748"/>
                  <a:pt x="1139" y="768"/>
                </a:cubicBezTo>
                <a:cubicBezTo>
                  <a:pt x="1149" y="740"/>
                  <a:pt x="1159" y="711"/>
                  <a:pt x="1170" y="679"/>
                </a:cubicBezTo>
                <a:cubicBezTo>
                  <a:pt x="1137" y="690"/>
                  <a:pt x="1108" y="699"/>
                  <a:pt x="1080" y="709"/>
                </a:cubicBezTo>
                <a:close/>
                <a:moveTo>
                  <a:pt x="819" y="300"/>
                </a:moveTo>
                <a:cubicBezTo>
                  <a:pt x="802" y="300"/>
                  <a:pt x="787" y="314"/>
                  <a:pt x="786" y="331"/>
                </a:cubicBezTo>
                <a:cubicBezTo>
                  <a:pt x="786" y="348"/>
                  <a:pt x="801" y="363"/>
                  <a:pt x="818" y="363"/>
                </a:cubicBezTo>
                <a:cubicBezTo>
                  <a:pt x="835" y="364"/>
                  <a:pt x="850" y="350"/>
                  <a:pt x="850" y="333"/>
                </a:cubicBezTo>
                <a:cubicBezTo>
                  <a:pt x="851" y="315"/>
                  <a:pt x="837" y="300"/>
                  <a:pt x="819" y="30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Freeform 17">
            <a:extLst>
              <a:ext uri="{FF2B5EF4-FFF2-40B4-BE49-F238E27FC236}">
                <a16:creationId xmlns:a16="http://schemas.microsoft.com/office/drawing/2014/main" id="{674C131A-54FA-2CA0-2D94-5D9A14D421BD}"/>
              </a:ext>
            </a:extLst>
          </p:cNvPr>
          <p:cNvSpPr>
            <a:spLocks noEditPoints="1"/>
          </p:cNvSpPr>
          <p:nvPr/>
        </p:nvSpPr>
        <p:spPr bwMode="auto">
          <a:xfrm>
            <a:off x="4044581" y="4535664"/>
            <a:ext cx="350840" cy="350840"/>
          </a:xfrm>
          <a:custGeom>
            <a:avLst/>
            <a:gdLst>
              <a:gd name="T0" fmla="*/ 118 w 200"/>
              <a:gd name="T1" fmla="*/ 114 h 200"/>
              <a:gd name="T2" fmla="*/ 86 w 200"/>
              <a:gd name="T3" fmla="*/ 82 h 200"/>
              <a:gd name="T4" fmla="*/ 86 w 200"/>
              <a:gd name="T5" fmla="*/ 118 h 200"/>
              <a:gd name="T6" fmla="*/ 110 w 200"/>
              <a:gd name="T7" fmla="*/ 110 h 200"/>
              <a:gd name="T8" fmla="*/ 186 w 200"/>
              <a:gd name="T9" fmla="*/ 21 h 200"/>
              <a:gd name="T10" fmla="*/ 200 w 200"/>
              <a:gd name="T11" fmla="*/ 34 h 200"/>
              <a:gd name="T12" fmla="*/ 181 w 200"/>
              <a:gd name="T13" fmla="*/ 34 h 200"/>
              <a:gd name="T14" fmla="*/ 186 w 200"/>
              <a:gd name="T15" fmla="*/ 40 h 200"/>
              <a:gd name="T16" fmla="*/ 161 w 200"/>
              <a:gd name="T17" fmla="*/ 32 h 200"/>
              <a:gd name="T18" fmla="*/ 167 w 200"/>
              <a:gd name="T19" fmla="*/ 34 h 200"/>
              <a:gd name="T20" fmla="*/ 161 w 200"/>
              <a:gd name="T21" fmla="*/ 37 h 200"/>
              <a:gd name="T22" fmla="*/ 138 w 200"/>
              <a:gd name="T23" fmla="*/ 96 h 200"/>
              <a:gd name="T24" fmla="*/ 128 w 200"/>
              <a:gd name="T25" fmla="*/ 62 h 200"/>
              <a:gd name="T26" fmla="*/ 154 w 200"/>
              <a:gd name="T27" fmla="*/ 34 h 200"/>
              <a:gd name="T28" fmla="*/ 120 w 200"/>
              <a:gd name="T29" fmla="*/ 34 h 200"/>
              <a:gd name="T30" fmla="*/ 104 w 200"/>
              <a:gd name="T31" fmla="*/ 38 h 200"/>
              <a:gd name="T32" fmla="*/ 86 w 200"/>
              <a:gd name="T33" fmla="*/ 25 h 200"/>
              <a:gd name="T34" fmla="*/ 65 w 200"/>
              <a:gd name="T35" fmla="*/ 62 h 200"/>
              <a:gd name="T36" fmla="*/ 38 w 200"/>
              <a:gd name="T37" fmla="*/ 72 h 200"/>
              <a:gd name="T38" fmla="*/ 34 w 200"/>
              <a:gd name="T39" fmla="*/ 0 h 200"/>
              <a:gd name="T40" fmla="*/ 30 w 200"/>
              <a:gd name="T41" fmla="*/ 76 h 200"/>
              <a:gd name="T42" fmla="*/ 61 w 200"/>
              <a:gd name="T43" fmla="*/ 96 h 200"/>
              <a:gd name="T44" fmla="*/ 11 w 200"/>
              <a:gd name="T45" fmla="*/ 100 h 200"/>
              <a:gd name="T46" fmla="*/ 61 w 200"/>
              <a:gd name="T47" fmla="*/ 104 h 200"/>
              <a:gd name="T48" fmla="*/ 72 w 200"/>
              <a:gd name="T49" fmla="*/ 138 h 200"/>
              <a:gd name="T50" fmla="*/ 46 w 200"/>
              <a:gd name="T51" fmla="*/ 166 h 200"/>
              <a:gd name="T52" fmla="*/ 79 w 200"/>
              <a:gd name="T53" fmla="*/ 166 h 200"/>
              <a:gd name="T54" fmla="*/ 96 w 200"/>
              <a:gd name="T55" fmla="*/ 162 h 200"/>
              <a:gd name="T56" fmla="*/ 113 w 200"/>
              <a:gd name="T57" fmla="*/ 175 h 200"/>
              <a:gd name="T58" fmla="*/ 134 w 200"/>
              <a:gd name="T59" fmla="*/ 138 h 200"/>
              <a:gd name="T60" fmla="*/ 161 w 200"/>
              <a:gd name="T61" fmla="*/ 128 h 200"/>
              <a:gd name="T62" fmla="*/ 165 w 200"/>
              <a:gd name="T63" fmla="*/ 200 h 200"/>
              <a:gd name="T64" fmla="*/ 169 w 200"/>
              <a:gd name="T65" fmla="*/ 124 h 200"/>
              <a:gd name="T66" fmla="*/ 138 w 200"/>
              <a:gd name="T67" fmla="*/ 104 h 200"/>
              <a:gd name="T68" fmla="*/ 188 w 200"/>
              <a:gd name="T69" fmla="*/ 100 h 200"/>
              <a:gd name="T70" fmla="*/ 105 w 200"/>
              <a:gd name="T71" fmla="*/ 25 h 200"/>
              <a:gd name="T72" fmla="*/ 100 w 200"/>
              <a:gd name="T73" fmla="*/ 20 h 200"/>
              <a:gd name="T74" fmla="*/ 34 w 200"/>
              <a:gd name="T75" fmla="*/ 19 h 200"/>
              <a:gd name="T76" fmla="*/ 25 w 200"/>
              <a:gd name="T77" fmla="*/ 105 h 200"/>
              <a:gd name="T78" fmla="*/ 30 w 200"/>
              <a:gd name="T79" fmla="*/ 100 h 200"/>
              <a:gd name="T80" fmla="*/ 94 w 200"/>
              <a:gd name="T81" fmla="*/ 175 h 200"/>
              <a:gd name="T82" fmla="*/ 100 w 200"/>
              <a:gd name="T83" fmla="*/ 181 h 200"/>
              <a:gd name="T84" fmla="*/ 165 w 200"/>
              <a:gd name="T85" fmla="*/ 181 h 200"/>
              <a:gd name="T86" fmla="*/ 130 w 200"/>
              <a:gd name="T87" fmla="*/ 130 h 200"/>
              <a:gd name="T88" fmla="*/ 130 w 200"/>
              <a:gd name="T89" fmla="*/ 70 h 200"/>
              <a:gd name="T90" fmla="*/ 169 w 200"/>
              <a:gd name="T91" fmla="*/ 100 h 200"/>
              <a:gd name="T92" fmla="*/ 175 w 200"/>
              <a:gd name="T93" fmla="*/ 105 h 200"/>
              <a:gd name="T94" fmla="*/ 13 w 200"/>
              <a:gd name="T95" fmla="*/ 179 h 200"/>
              <a:gd name="T96" fmla="*/ 13 w 200"/>
              <a:gd name="T97" fmla="*/ 171 h 200"/>
              <a:gd name="T98" fmla="*/ 18 w 200"/>
              <a:gd name="T99" fmla="*/ 166 h 200"/>
              <a:gd name="T100" fmla="*/ 40 w 200"/>
              <a:gd name="T101" fmla="*/ 166 h 200"/>
              <a:gd name="T102" fmla="*/ 33 w 200"/>
              <a:gd name="T103" fmla="*/ 168 h 200"/>
              <a:gd name="T104" fmla="*/ 36 w 200"/>
              <a:gd name="T105" fmla="*/ 16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200">
                <a:moveTo>
                  <a:pt x="86" y="118"/>
                </a:moveTo>
                <a:cubicBezTo>
                  <a:pt x="114" y="118"/>
                  <a:pt x="114" y="118"/>
                  <a:pt x="114" y="118"/>
                </a:cubicBezTo>
                <a:cubicBezTo>
                  <a:pt x="116" y="118"/>
                  <a:pt x="118" y="116"/>
                  <a:pt x="118" y="114"/>
                </a:cubicBezTo>
                <a:cubicBezTo>
                  <a:pt x="118" y="86"/>
                  <a:pt x="118" y="86"/>
                  <a:pt x="118" y="86"/>
                </a:cubicBezTo>
                <a:cubicBezTo>
                  <a:pt x="118" y="84"/>
                  <a:pt x="116" y="82"/>
                  <a:pt x="114" y="82"/>
                </a:cubicBezTo>
                <a:cubicBezTo>
                  <a:pt x="86" y="82"/>
                  <a:pt x="86" y="82"/>
                  <a:pt x="86" y="82"/>
                </a:cubicBezTo>
                <a:cubicBezTo>
                  <a:pt x="83" y="82"/>
                  <a:pt x="82" y="84"/>
                  <a:pt x="82" y="86"/>
                </a:cubicBezTo>
                <a:cubicBezTo>
                  <a:pt x="82" y="114"/>
                  <a:pt x="82" y="114"/>
                  <a:pt x="82" y="114"/>
                </a:cubicBezTo>
                <a:cubicBezTo>
                  <a:pt x="82" y="116"/>
                  <a:pt x="83" y="118"/>
                  <a:pt x="86" y="118"/>
                </a:cubicBezTo>
                <a:close/>
                <a:moveTo>
                  <a:pt x="90" y="90"/>
                </a:moveTo>
                <a:cubicBezTo>
                  <a:pt x="110" y="90"/>
                  <a:pt x="110" y="90"/>
                  <a:pt x="110" y="90"/>
                </a:cubicBezTo>
                <a:cubicBezTo>
                  <a:pt x="110" y="110"/>
                  <a:pt x="110" y="110"/>
                  <a:pt x="110" y="110"/>
                </a:cubicBezTo>
                <a:cubicBezTo>
                  <a:pt x="90" y="110"/>
                  <a:pt x="90" y="110"/>
                  <a:pt x="90" y="110"/>
                </a:cubicBezTo>
                <a:lnTo>
                  <a:pt x="90" y="90"/>
                </a:lnTo>
                <a:close/>
                <a:moveTo>
                  <a:pt x="186" y="21"/>
                </a:moveTo>
                <a:cubicBezTo>
                  <a:pt x="179" y="21"/>
                  <a:pt x="173" y="27"/>
                  <a:pt x="173" y="34"/>
                </a:cubicBezTo>
                <a:cubicBezTo>
                  <a:pt x="173" y="42"/>
                  <a:pt x="179" y="48"/>
                  <a:pt x="186" y="48"/>
                </a:cubicBezTo>
                <a:cubicBezTo>
                  <a:pt x="194" y="48"/>
                  <a:pt x="200" y="42"/>
                  <a:pt x="200" y="34"/>
                </a:cubicBezTo>
                <a:cubicBezTo>
                  <a:pt x="200" y="27"/>
                  <a:pt x="194" y="21"/>
                  <a:pt x="186" y="21"/>
                </a:cubicBezTo>
                <a:close/>
                <a:moveTo>
                  <a:pt x="186" y="40"/>
                </a:moveTo>
                <a:cubicBezTo>
                  <a:pt x="183" y="40"/>
                  <a:pt x="181" y="37"/>
                  <a:pt x="181" y="34"/>
                </a:cubicBezTo>
                <a:cubicBezTo>
                  <a:pt x="181" y="31"/>
                  <a:pt x="183" y="29"/>
                  <a:pt x="186" y="29"/>
                </a:cubicBezTo>
                <a:cubicBezTo>
                  <a:pt x="189" y="29"/>
                  <a:pt x="192" y="31"/>
                  <a:pt x="192" y="34"/>
                </a:cubicBezTo>
                <a:cubicBezTo>
                  <a:pt x="192" y="37"/>
                  <a:pt x="189" y="40"/>
                  <a:pt x="186" y="40"/>
                </a:cubicBezTo>
                <a:close/>
                <a:moveTo>
                  <a:pt x="161" y="37"/>
                </a:moveTo>
                <a:cubicBezTo>
                  <a:pt x="160" y="36"/>
                  <a:pt x="160" y="35"/>
                  <a:pt x="160" y="34"/>
                </a:cubicBezTo>
                <a:cubicBezTo>
                  <a:pt x="160" y="33"/>
                  <a:pt x="160" y="32"/>
                  <a:pt x="161" y="32"/>
                </a:cubicBezTo>
                <a:cubicBezTo>
                  <a:pt x="162" y="31"/>
                  <a:pt x="163" y="30"/>
                  <a:pt x="164" y="30"/>
                </a:cubicBezTo>
                <a:cubicBezTo>
                  <a:pt x="165" y="30"/>
                  <a:pt x="166" y="31"/>
                  <a:pt x="166" y="32"/>
                </a:cubicBezTo>
                <a:cubicBezTo>
                  <a:pt x="167" y="32"/>
                  <a:pt x="167" y="33"/>
                  <a:pt x="167" y="34"/>
                </a:cubicBezTo>
                <a:cubicBezTo>
                  <a:pt x="167" y="35"/>
                  <a:pt x="167" y="36"/>
                  <a:pt x="166" y="37"/>
                </a:cubicBezTo>
                <a:cubicBezTo>
                  <a:pt x="166" y="38"/>
                  <a:pt x="165" y="38"/>
                  <a:pt x="164" y="38"/>
                </a:cubicBezTo>
                <a:cubicBezTo>
                  <a:pt x="163" y="38"/>
                  <a:pt x="162" y="38"/>
                  <a:pt x="161" y="37"/>
                </a:cubicBezTo>
                <a:close/>
                <a:moveTo>
                  <a:pt x="175" y="87"/>
                </a:moveTo>
                <a:cubicBezTo>
                  <a:pt x="169" y="87"/>
                  <a:pt x="164" y="91"/>
                  <a:pt x="162" y="96"/>
                </a:cubicBezTo>
                <a:cubicBezTo>
                  <a:pt x="138" y="96"/>
                  <a:pt x="138" y="96"/>
                  <a:pt x="138" y="96"/>
                </a:cubicBezTo>
                <a:cubicBezTo>
                  <a:pt x="138" y="66"/>
                  <a:pt x="138" y="66"/>
                  <a:pt x="138" y="66"/>
                </a:cubicBezTo>
                <a:cubicBezTo>
                  <a:pt x="138" y="63"/>
                  <a:pt x="136" y="62"/>
                  <a:pt x="134" y="62"/>
                </a:cubicBezTo>
                <a:cubicBezTo>
                  <a:pt x="128" y="62"/>
                  <a:pt x="128" y="62"/>
                  <a:pt x="128" y="62"/>
                </a:cubicBezTo>
                <a:cubicBezTo>
                  <a:pt x="128" y="38"/>
                  <a:pt x="128" y="38"/>
                  <a:pt x="128" y="38"/>
                </a:cubicBezTo>
                <a:cubicBezTo>
                  <a:pt x="150" y="38"/>
                  <a:pt x="150" y="38"/>
                  <a:pt x="150" y="38"/>
                </a:cubicBezTo>
                <a:cubicBezTo>
                  <a:pt x="152" y="38"/>
                  <a:pt x="154" y="37"/>
                  <a:pt x="154" y="34"/>
                </a:cubicBezTo>
                <a:cubicBezTo>
                  <a:pt x="154" y="32"/>
                  <a:pt x="152" y="30"/>
                  <a:pt x="150" y="30"/>
                </a:cubicBezTo>
                <a:cubicBezTo>
                  <a:pt x="124" y="30"/>
                  <a:pt x="124" y="30"/>
                  <a:pt x="124" y="30"/>
                </a:cubicBezTo>
                <a:cubicBezTo>
                  <a:pt x="122" y="30"/>
                  <a:pt x="120" y="32"/>
                  <a:pt x="120" y="34"/>
                </a:cubicBezTo>
                <a:cubicBezTo>
                  <a:pt x="120" y="62"/>
                  <a:pt x="120" y="62"/>
                  <a:pt x="120" y="62"/>
                </a:cubicBezTo>
                <a:cubicBezTo>
                  <a:pt x="104" y="62"/>
                  <a:pt x="104" y="62"/>
                  <a:pt x="104" y="62"/>
                </a:cubicBezTo>
                <a:cubicBezTo>
                  <a:pt x="104" y="38"/>
                  <a:pt x="104" y="38"/>
                  <a:pt x="104" y="38"/>
                </a:cubicBezTo>
                <a:cubicBezTo>
                  <a:pt x="109" y="36"/>
                  <a:pt x="113" y="31"/>
                  <a:pt x="113" y="25"/>
                </a:cubicBezTo>
                <a:cubicBezTo>
                  <a:pt x="113" y="18"/>
                  <a:pt x="107" y="12"/>
                  <a:pt x="100" y="12"/>
                </a:cubicBezTo>
                <a:cubicBezTo>
                  <a:pt x="92" y="12"/>
                  <a:pt x="86" y="18"/>
                  <a:pt x="86" y="25"/>
                </a:cubicBezTo>
                <a:cubicBezTo>
                  <a:pt x="86" y="31"/>
                  <a:pt x="90" y="36"/>
                  <a:pt x="96" y="38"/>
                </a:cubicBezTo>
                <a:cubicBezTo>
                  <a:pt x="96" y="62"/>
                  <a:pt x="96" y="62"/>
                  <a:pt x="96" y="62"/>
                </a:cubicBezTo>
                <a:cubicBezTo>
                  <a:pt x="65" y="62"/>
                  <a:pt x="65" y="62"/>
                  <a:pt x="65" y="62"/>
                </a:cubicBezTo>
                <a:cubicBezTo>
                  <a:pt x="63" y="62"/>
                  <a:pt x="61" y="63"/>
                  <a:pt x="61" y="66"/>
                </a:cubicBezTo>
                <a:cubicBezTo>
                  <a:pt x="61" y="72"/>
                  <a:pt x="61" y="72"/>
                  <a:pt x="61" y="72"/>
                </a:cubicBezTo>
                <a:cubicBezTo>
                  <a:pt x="38" y="72"/>
                  <a:pt x="38" y="72"/>
                  <a:pt x="38" y="72"/>
                </a:cubicBezTo>
                <a:cubicBezTo>
                  <a:pt x="38" y="26"/>
                  <a:pt x="38" y="26"/>
                  <a:pt x="38" y="26"/>
                </a:cubicBezTo>
                <a:cubicBezTo>
                  <a:pt x="43" y="24"/>
                  <a:pt x="47" y="19"/>
                  <a:pt x="47" y="13"/>
                </a:cubicBezTo>
                <a:cubicBezTo>
                  <a:pt x="47" y="6"/>
                  <a:pt x="41" y="0"/>
                  <a:pt x="34" y="0"/>
                </a:cubicBezTo>
                <a:cubicBezTo>
                  <a:pt x="27" y="0"/>
                  <a:pt x="21" y="6"/>
                  <a:pt x="21" y="13"/>
                </a:cubicBezTo>
                <a:cubicBezTo>
                  <a:pt x="21" y="19"/>
                  <a:pt x="25" y="24"/>
                  <a:pt x="30" y="26"/>
                </a:cubicBezTo>
                <a:cubicBezTo>
                  <a:pt x="30" y="76"/>
                  <a:pt x="30" y="76"/>
                  <a:pt x="30" y="76"/>
                </a:cubicBezTo>
                <a:cubicBezTo>
                  <a:pt x="30" y="78"/>
                  <a:pt x="32" y="80"/>
                  <a:pt x="34" y="80"/>
                </a:cubicBezTo>
                <a:cubicBezTo>
                  <a:pt x="61" y="80"/>
                  <a:pt x="61" y="80"/>
                  <a:pt x="61" y="80"/>
                </a:cubicBezTo>
                <a:cubicBezTo>
                  <a:pt x="61" y="96"/>
                  <a:pt x="61" y="96"/>
                  <a:pt x="61" y="96"/>
                </a:cubicBezTo>
                <a:cubicBezTo>
                  <a:pt x="37" y="96"/>
                  <a:pt x="37" y="96"/>
                  <a:pt x="37" y="96"/>
                </a:cubicBezTo>
                <a:cubicBezTo>
                  <a:pt x="36" y="91"/>
                  <a:pt x="31" y="87"/>
                  <a:pt x="25" y="87"/>
                </a:cubicBezTo>
                <a:cubicBezTo>
                  <a:pt x="17" y="87"/>
                  <a:pt x="11" y="93"/>
                  <a:pt x="11" y="100"/>
                </a:cubicBezTo>
                <a:cubicBezTo>
                  <a:pt x="11" y="107"/>
                  <a:pt x="17" y="113"/>
                  <a:pt x="25" y="113"/>
                </a:cubicBezTo>
                <a:cubicBezTo>
                  <a:pt x="31" y="113"/>
                  <a:pt x="36" y="109"/>
                  <a:pt x="37" y="104"/>
                </a:cubicBezTo>
                <a:cubicBezTo>
                  <a:pt x="61" y="104"/>
                  <a:pt x="61" y="104"/>
                  <a:pt x="61" y="104"/>
                </a:cubicBezTo>
                <a:cubicBezTo>
                  <a:pt x="61" y="134"/>
                  <a:pt x="61" y="134"/>
                  <a:pt x="61" y="134"/>
                </a:cubicBezTo>
                <a:cubicBezTo>
                  <a:pt x="61" y="137"/>
                  <a:pt x="63" y="138"/>
                  <a:pt x="65" y="138"/>
                </a:cubicBezTo>
                <a:cubicBezTo>
                  <a:pt x="72" y="138"/>
                  <a:pt x="72" y="138"/>
                  <a:pt x="72" y="138"/>
                </a:cubicBezTo>
                <a:cubicBezTo>
                  <a:pt x="72" y="162"/>
                  <a:pt x="72" y="162"/>
                  <a:pt x="72" y="162"/>
                </a:cubicBezTo>
                <a:cubicBezTo>
                  <a:pt x="50" y="162"/>
                  <a:pt x="50" y="162"/>
                  <a:pt x="50" y="162"/>
                </a:cubicBezTo>
                <a:cubicBezTo>
                  <a:pt x="48" y="162"/>
                  <a:pt x="46" y="164"/>
                  <a:pt x="46" y="166"/>
                </a:cubicBezTo>
                <a:cubicBezTo>
                  <a:pt x="46" y="168"/>
                  <a:pt x="48" y="170"/>
                  <a:pt x="50" y="170"/>
                </a:cubicBezTo>
                <a:cubicBezTo>
                  <a:pt x="75" y="170"/>
                  <a:pt x="75" y="170"/>
                  <a:pt x="75" y="170"/>
                </a:cubicBezTo>
                <a:cubicBezTo>
                  <a:pt x="78" y="170"/>
                  <a:pt x="79" y="168"/>
                  <a:pt x="79" y="166"/>
                </a:cubicBezTo>
                <a:cubicBezTo>
                  <a:pt x="79" y="138"/>
                  <a:pt x="79" y="138"/>
                  <a:pt x="79" y="138"/>
                </a:cubicBezTo>
                <a:cubicBezTo>
                  <a:pt x="96" y="138"/>
                  <a:pt x="96" y="138"/>
                  <a:pt x="96" y="138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0" y="164"/>
                  <a:pt x="86" y="169"/>
                  <a:pt x="86" y="175"/>
                </a:cubicBezTo>
                <a:cubicBezTo>
                  <a:pt x="86" y="182"/>
                  <a:pt x="92" y="188"/>
                  <a:pt x="100" y="188"/>
                </a:cubicBezTo>
                <a:cubicBezTo>
                  <a:pt x="107" y="188"/>
                  <a:pt x="113" y="182"/>
                  <a:pt x="113" y="175"/>
                </a:cubicBezTo>
                <a:cubicBezTo>
                  <a:pt x="113" y="169"/>
                  <a:pt x="109" y="164"/>
                  <a:pt x="104" y="162"/>
                </a:cubicBezTo>
                <a:cubicBezTo>
                  <a:pt x="104" y="138"/>
                  <a:pt x="104" y="138"/>
                  <a:pt x="104" y="138"/>
                </a:cubicBezTo>
                <a:cubicBezTo>
                  <a:pt x="134" y="138"/>
                  <a:pt x="134" y="138"/>
                  <a:pt x="134" y="138"/>
                </a:cubicBezTo>
                <a:cubicBezTo>
                  <a:pt x="136" y="138"/>
                  <a:pt x="138" y="137"/>
                  <a:pt x="138" y="134"/>
                </a:cubicBezTo>
                <a:cubicBezTo>
                  <a:pt x="138" y="128"/>
                  <a:pt x="138" y="128"/>
                  <a:pt x="138" y="128"/>
                </a:cubicBezTo>
                <a:cubicBezTo>
                  <a:pt x="161" y="128"/>
                  <a:pt x="161" y="128"/>
                  <a:pt x="161" y="128"/>
                </a:cubicBezTo>
                <a:cubicBezTo>
                  <a:pt x="161" y="174"/>
                  <a:pt x="161" y="174"/>
                  <a:pt x="161" y="174"/>
                </a:cubicBezTo>
                <a:cubicBezTo>
                  <a:pt x="156" y="176"/>
                  <a:pt x="152" y="181"/>
                  <a:pt x="152" y="187"/>
                </a:cubicBezTo>
                <a:cubicBezTo>
                  <a:pt x="152" y="194"/>
                  <a:pt x="158" y="200"/>
                  <a:pt x="165" y="200"/>
                </a:cubicBezTo>
                <a:cubicBezTo>
                  <a:pt x="173" y="200"/>
                  <a:pt x="179" y="194"/>
                  <a:pt x="179" y="187"/>
                </a:cubicBezTo>
                <a:cubicBezTo>
                  <a:pt x="179" y="181"/>
                  <a:pt x="175" y="176"/>
                  <a:pt x="169" y="174"/>
                </a:cubicBezTo>
                <a:cubicBezTo>
                  <a:pt x="169" y="124"/>
                  <a:pt x="169" y="124"/>
                  <a:pt x="169" y="124"/>
                </a:cubicBezTo>
                <a:cubicBezTo>
                  <a:pt x="169" y="122"/>
                  <a:pt x="167" y="120"/>
                  <a:pt x="165" y="120"/>
                </a:cubicBezTo>
                <a:cubicBezTo>
                  <a:pt x="138" y="120"/>
                  <a:pt x="138" y="120"/>
                  <a:pt x="138" y="120"/>
                </a:cubicBezTo>
                <a:cubicBezTo>
                  <a:pt x="138" y="104"/>
                  <a:pt x="138" y="104"/>
                  <a:pt x="138" y="104"/>
                </a:cubicBezTo>
                <a:cubicBezTo>
                  <a:pt x="162" y="104"/>
                  <a:pt x="162" y="104"/>
                  <a:pt x="162" y="104"/>
                </a:cubicBezTo>
                <a:cubicBezTo>
                  <a:pt x="164" y="109"/>
                  <a:pt x="169" y="113"/>
                  <a:pt x="175" y="113"/>
                </a:cubicBezTo>
                <a:cubicBezTo>
                  <a:pt x="182" y="113"/>
                  <a:pt x="188" y="107"/>
                  <a:pt x="188" y="100"/>
                </a:cubicBezTo>
                <a:cubicBezTo>
                  <a:pt x="188" y="93"/>
                  <a:pt x="182" y="87"/>
                  <a:pt x="175" y="87"/>
                </a:cubicBezTo>
                <a:close/>
                <a:moveTo>
                  <a:pt x="100" y="20"/>
                </a:moveTo>
                <a:cubicBezTo>
                  <a:pt x="103" y="20"/>
                  <a:pt x="105" y="22"/>
                  <a:pt x="105" y="25"/>
                </a:cubicBezTo>
                <a:cubicBezTo>
                  <a:pt x="105" y="28"/>
                  <a:pt x="103" y="30"/>
                  <a:pt x="100" y="30"/>
                </a:cubicBezTo>
                <a:cubicBezTo>
                  <a:pt x="97" y="30"/>
                  <a:pt x="94" y="28"/>
                  <a:pt x="94" y="25"/>
                </a:cubicBezTo>
                <a:cubicBezTo>
                  <a:pt x="94" y="22"/>
                  <a:pt x="97" y="20"/>
                  <a:pt x="100" y="20"/>
                </a:cubicBezTo>
                <a:close/>
                <a:moveTo>
                  <a:pt x="34" y="8"/>
                </a:moveTo>
                <a:cubicBezTo>
                  <a:pt x="37" y="8"/>
                  <a:pt x="40" y="10"/>
                  <a:pt x="40" y="13"/>
                </a:cubicBezTo>
                <a:cubicBezTo>
                  <a:pt x="40" y="16"/>
                  <a:pt x="37" y="19"/>
                  <a:pt x="34" y="19"/>
                </a:cubicBezTo>
                <a:cubicBezTo>
                  <a:pt x="31" y="19"/>
                  <a:pt x="29" y="16"/>
                  <a:pt x="29" y="13"/>
                </a:cubicBezTo>
                <a:cubicBezTo>
                  <a:pt x="29" y="10"/>
                  <a:pt x="31" y="8"/>
                  <a:pt x="34" y="8"/>
                </a:cubicBezTo>
                <a:close/>
                <a:moveTo>
                  <a:pt x="25" y="105"/>
                </a:moveTo>
                <a:cubicBezTo>
                  <a:pt x="22" y="105"/>
                  <a:pt x="19" y="103"/>
                  <a:pt x="19" y="100"/>
                </a:cubicBezTo>
                <a:cubicBezTo>
                  <a:pt x="19" y="97"/>
                  <a:pt x="22" y="95"/>
                  <a:pt x="25" y="95"/>
                </a:cubicBezTo>
                <a:cubicBezTo>
                  <a:pt x="28" y="95"/>
                  <a:pt x="30" y="97"/>
                  <a:pt x="30" y="100"/>
                </a:cubicBezTo>
                <a:cubicBezTo>
                  <a:pt x="30" y="103"/>
                  <a:pt x="28" y="105"/>
                  <a:pt x="25" y="105"/>
                </a:cubicBezTo>
                <a:close/>
                <a:moveTo>
                  <a:pt x="100" y="181"/>
                </a:moveTo>
                <a:cubicBezTo>
                  <a:pt x="97" y="181"/>
                  <a:pt x="94" y="178"/>
                  <a:pt x="94" y="175"/>
                </a:cubicBezTo>
                <a:cubicBezTo>
                  <a:pt x="94" y="172"/>
                  <a:pt x="97" y="170"/>
                  <a:pt x="100" y="170"/>
                </a:cubicBezTo>
                <a:cubicBezTo>
                  <a:pt x="103" y="170"/>
                  <a:pt x="105" y="172"/>
                  <a:pt x="105" y="175"/>
                </a:cubicBezTo>
                <a:cubicBezTo>
                  <a:pt x="105" y="178"/>
                  <a:pt x="103" y="181"/>
                  <a:pt x="100" y="181"/>
                </a:cubicBezTo>
                <a:close/>
                <a:moveTo>
                  <a:pt x="165" y="192"/>
                </a:moveTo>
                <a:cubicBezTo>
                  <a:pt x="162" y="192"/>
                  <a:pt x="160" y="190"/>
                  <a:pt x="160" y="187"/>
                </a:cubicBezTo>
                <a:cubicBezTo>
                  <a:pt x="160" y="184"/>
                  <a:pt x="162" y="181"/>
                  <a:pt x="165" y="181"/>
                </a:cubicBezTo>
                <a:cubicBezTo>
                  <a:pt x="168" y="181"/>
                  <a:pt x="171" y="184"/>
                  <a:pt x="171" y="187"/>
                </a:cubicBezTo>
                <a:cubicBezTo>
                  <a:pt x="171" y="190"/>
                  <a:pt x="168" y="192"/>
                  <a:pt x="165" y="192"/>
                </a:cubicBezTo>
                <a:close/>
                <a:moveTo>
                  <a:pt x="130" y="130"/>
                </a:moveTo>
                <a:cubicBezTo>
                  <a:pt x="69" y="130"/>
                  <a:pt x="69" y="130"/>
                  <a:pt x="69" y="130"/>
                </a:cubicBezTo>
                <a:cubicBezTo>
                  <a:pt x="69" y="70"/>
                  <a:pt x="69" y="70"/>
                  <a:pt x="69" y="70"/>
                </a:cubicBezTo>
                <a:cubicBezTo>
                  <a:pt x="130" y="70"/>
                  <a:pt x="130" y="70"/>
                  <a:pt x="130" y="70"/>
                </a:cubicBezTo>
                <a:lnTo>
                  <a:pt x="130" y="130"/>
                </a:lnTo>
                <a:close/>
                <a:moveTo>
                  <a:pt x="175" y="105"/>
                </a:moveTo>
                <a:cubicBezTo>
                  <a:pt x="172" y="105"/>
                  <a:pt x="169" y="103"/>
                  <a:pt x="169" y="100"/>
                </a:cubicBezTo>
                <a:cubicBezTo>
                  <a:pt x="169" y="97"/>
                  <a:pt x="172" y="95"/>
                  <a:pt x="175" y="95"/>
                </a:cubicBezTo>
                <a:cubicBezTo>
                  <a:pt x="178" y="95"/>
                  <a:pt x="180" y="97"/>
                  <a:pt x="180" y="100"/>
                </a:cubicBezTo>
                <a:cubicBezTo>
                  <a:pt x="180" y="103"/>
                  <a:pt x="178" y="105"/>
                  <a:pt x="175" y="105"/>
                </a:cubicBezTo>
                <a:close/>
                <a:moveTo>
                  <a:pt x="13" y="152"/>
                </a:moveTo>
                <a:cubicBezTo>
                  <a:pt x="6" y="152"/>
                  <a:pt x="0" y="158"/>
                  <a:pt x="0" y="166"/>
                </a:cubicBezTo>
                <a:cubicBezTo>
                  <a:pt x="0" y="173"/>
                  <a:pt x="6" y="179"/>
                  <a:pt x="13" y="179"/>
                </a:cubicBezTo>
                <a:cubicBezTo>
                  <a:pt x="20" y="179"/>
                  <a:pt x="26" y="173"/>
                  <a:pt x="26" y="166"/>
                </a:cubicBezTo>
                <a:cubicBezTo>
                  <a:pt x="26" y="158"/>
                  <a:pt x="20" y="152"/>
                  <a:pt x="13" y="152"/>
                </a:cubicBezTo>
                <a:close/>
                <a:moveTo>
                  <a:pt x="13" y="171"/>
                </a:moveTo>
                <a:cubicBezTo>
                  <a:pt x="10" y="171"/>
                  <a:pt x="7" y="169"/>
                  <a:pt x="7" y="166"/>
                </a:cubicBezTo>
                <a:cubicBezTo>
                  <a:pt x="7" y="163"/>
                  <a:pt x="10" y="160"/>
                  <a:pt x="13" y="160"/>
                </a:cubicBezTo>
                <a:cubicBezTo>
                  <a:pt x="16" y="160"/>
                  <a:pt x="18" y="163"/>
                  <a:pt x="18" y="166"/>
                </a:cubicBezTo>
                <a:cubicBezTo>
                  <a:pt x="18" y="169"/>
                  <a:pt x="16" y="171"/>
                  <a:pt x="13" y="171"/>
                </a:cubicBezTo>
                <a:close/>
                <a:moveTo>
                  <a:pt x="39" y="163"/>
                </a:moveTo>
                <a:cubicBezTo>
                  <a:pt x="39" y="164"/>
                  <a:pt x="40" y="165"/>
                  <a:pt x="40" y="166"/>
                </a:cubicBezTo>
                <a:cubicBezTo>
                  <a:pt x="40" y="167"/>
                  <a:pt x="39" y="168"/>
                  <a:pt x="39" y="168"/>
                </a:cubicBezTo>
                <a:cubicBezTo>
                  <a:pt x="38" y="169"/>
                  <a:pt x="37" y="170"/>
                  <a:pt x="36" y="170"/>
                </a:cubicBezTo>
                <a:cubicBezTo>
                  <a:pt x="35" y="170"/>
                  <a:pt x="34" y="169"/>
                  <a:pt x="33" y="168"/>
                </a:cubicBezTo>
                <a:cubicBezTo>
                  <a:pt x="32" y="168"/>
                  <a:pt x="32" y="167"/>
                  <a:pt x="32" y="166"/>
                </a:cubicBezTo>
                <a:cubicBezTo>
                  <a:pt x="32" y="165"/>
                  <a:pt x="32" y="164"/>
                  <a:pt x="33" y="163"/>
                </a:cubicBezTo>
                <a:cubicBezTo>
                  <a:pt x="34" y="162"/>
                  <a:pt x="35" y="162"/>
                  <a:pt x="36" y="162"/>
                </a:cubicBezTo>
                <a:cubicBezTo>
                  <a:pt x="37" y="162"/>
                  <a:pt x="38" y="162"/>
                  <a:pt x="39" y="16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84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882A2-4792-8A9A-8E23-DDAB49B2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B9FA72C-7296-EAE7-DEFA-CDFCD7BE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>
                <a:latin typeface="Arial"/>
                <a:cs typeface="Arial"/>
              </a:rPr>
              <a:t>Met Ni?</a:t>
            </a:r>
            <a:endParaRPr lang="en-US" kern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B5C124-E6E9-52BB-857E-05B966B9C08F}"/>
              </a:ext>
            </a:extLst>
          </p:cNvPr>
          <p:cNvSpPr txBox="1">
            <a:spLocks noChangeAspect="1"/>
          </p:cNvSpPr>
          <p:nvPr/>
        </p:nvSpPr>
        <p:spPr>
          <a:xfrm rot="18900000">
            <a:off x="10164702" y="2046585"/>
            <a:ext cx="967638" cy="967638"/>
          </a:xfrm>
          <a:prstGeom prst="rect">
            <a:avLst/>
          </a:prstGeom>
          <a:noFill/>
        </p:spPr>
        <p:txBody>
          <a:bodyPr wrap="none">
            <a:prstTxWarp prst="textArchUp">
              <a:avLst>
                <a:gd name="adj" fmla="val 5597995"/>
              </a:avLst>
            </a:prstTxWarp>
            <a:spAutoFit/>
          </a:bodyPr>
          <a:lstStyle/>
          <a:p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66737C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Sltem Pusco </a:t>
            </a:r>
            <a:r>
              <a:rPr lang="en-US" sz="1600" b="1" i="1">
                <a:solidFill>
                  <a:srgbClr val="A2AB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------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66737C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Nvall Isqui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A2ABB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80809-3E69-D0AB-E77C-DC1C7E123111}"/>
              </a:ext>
            </a:extLst>
          </p:cNvPr>
          <p:cNvSpPr txBox="1">
            <a:spLocks noChangeAspect="1"/>
          </p:cNvSpPr>
          <p:nvPr/>
        </p:nvSpPr>
        <p:spPr>
          <a:xfrm rot="18900000">
            <a:off x="7947850" y="2046585"/>
            <a:ext cx="967638" cy="967638"/>
          </a:xfrm>
          <a:prstGeom prst="rect">
            <a:avLst/>
          </a:prstGeom>
          <a:noFill/>
        </p:spPr>
        <p:txBody>
          <a:bodyPr wrap="none">
            <a:prstTxWarp prst="textArchUp">
              <a:avLst>
                <a:gd name="adj" fmla="val 5597995"/>
              </a:avLst>
            </a:prstTxWarp>
            <a:spAutoFit/>
          </a:bodyPr>
          <a:lstStyle/>
          <a:p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66737C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SA Clect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lang="en-US" sz="1600" b="1" i="1">
                <a:solidFill>
                  <a:srgbClr val="A2AB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-------------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66737C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US Pelle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A2ABB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-------------</a:t>
            </a: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762177D5-22FF-874E-7568-D079556CF9AC}"/>
              </a:ext>
            </a:extLst>
          </p:cNvPr>
          <p:cNvSpPr>
            <a:spLocks/>
          </p:cNvSpPr>
          <p:nvPr/>
        </p:nvSpPr>
        <p:spPr bwMode="auto">
          <a:xfrm>
            <a:off x="7651776" y="1753668"/>
            <a:ext cx="3773730" cy="1547081"/>
          </a:xfrm>
          <a:custGeom>
            <a:avLst/>
            <a:gdLst>
              <a:gd name="T0" fmla="*/ 0 w 3876"/>
              <a:gd name="T1" fmla="*/ 794 h 1588"/>
              <a:gd name="T2" fmla="*/ 794 w 3876"/>
              <a:gd name="T3" fmla="*/ 0 h 1588"/>
              <a:gd name="T4" fmla="*/ 1938 w 3876"/>
              <a:gd name="T5" fmla="*/ 794 h 1588"/>
              <a:gd name="T6" fmla="*/ 2014 w 3876"/>
              <a:gd name="T7" fmla="*/ 891 h 1588"/>
              <a:gd name="T8" fmla="*/ 3082 w 3876"/>
              <a:gd name="T9" fmla="*/ 1588 h 1588"/>
              <a:gd name="T10" fmla="*/ 3876 w 3876"/>
              <a:gd name="T11" fmla="*/ 794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76" h="1588">
                <a:moveTo>
                  <a:pt x="0" y="794"/>
                </a:moveTo>
                <a:cubicBezTo>
                  <a:pt x="0" y="356"/>
                  <a:pt x="355" y="0"/>
                  <a:pt x="794" y="0"/>
                </a:cubicBezTo>
                <a:cubicBezTo>
                  <a:pt x="1232" y="0"/>
                  <a:pt x="1580" y="326"/>
                  <a:pt x="1938" y="794"/>
                </a:cubicBezTo>
                <a:cubicBezTo>
                  <a:pt x="1963" y="827"/>
                  <a:pt x="1988" y="859"/>
                  <a:pt x="2014" y="891"/>
                </a:cubicBezTo>
                <a:cubicBezTo>
                  <a:pt x="2346" y="1306"/>
                  <a:pt x="2675" y="1588"/>
                  <a:pt x="3082" y="1588"/>
                </a:cubicBezTo>
                <a:cubicBezTo>
                  <a:pt x="3521" y="1588"/>
                  <a:pt x="3876" y="1232"/>
                  <a:pt x="3876" y="794"/>
                </a:cubicBezTo>
              </a:path>
            </a:pathLst>
          </a:custGeom>
          <a:noFill/>
          <a:ln w="254000" cap="flat">
            <a:gradFill>
              <a:gsLst>
                <a:gs pos="54000">
                  <a:srgbClr val="FBBC05"/>
                </a:gs>
                <a:gs pos="20000">
                  <a:srgbClr val="4285F4"/>
                </a:gs>
                <a:gs pos="90000">
                  <a:srgbClr val="FBBC05"/>
                </a:gs>
              </a:gsLst>
              <a:lin ang="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64D9B1C5-EDF6-1C13-E155-1C041724B1CF}"/>
              </a:ext>
            </a:extLst>
          </p:cNvPr>
          <p:cNvSpPr>
            <a:spLocks/>
          </p:cNvSpPr>
          <p:nvPr/>
        </p:nvSpPr>
        <p:spPr bwMode="auto">
          <a:xfrm>
            <a:off x="7651775" y="1753668"/>
            <a:ext cx="3773730" cy="1547081"/>
          </a:xfrm>
          <a:custGeom>
            <a:avLst/>
            <a:gdLst>
              <a:gd name="T0" fmla="*/ 0 w 3876"/>
              <a:gd name="T1" fmla="*/ 794 h 1588"/>
              <a:gd name="T2" fmla="*/ 794 w 3876"/>
              <a:gd name="T3" fmla="*/ 1588 h 1588"/>
              <a:gd name="T4" fmla="*/ 1938 w 3876"/>
              <a:gd name="T5" fmla="*/ 794 h 1588"/>
              <a:gd name="T6" fmla="*/ 3082 w 3876"/>
              <a:gd name="T7" fmla="*/ 0 h 1588"/>
              <a:gd name="T8" fmla="*/ 3876 w 3876"/>
              <a:gd name="T9" fmla="*/ 794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76" h="1588">
                <a:moveTo>
                  <a:pt x="0" y="794"/>
                </a:moveTo>
                <a:cubicBezTo>
                  <a:pt x="0" y="1232"/>
                  <a:pt x="355" y="1588"/>
                  <a:pt x="794" y="1588"/>
                </a:cubicBezTo>
                <a:cubicBezTo>
                  <a:pt x="1232" y="1588"/>
                  <a:pt x="1580" y="1262"/>
                  <a:pt x="1938" y="794"/>
                </a:cubicBezTo>
                <a:cubicBezTo>
                  <a:pt x="2296" y="326"/>
                  <a:pt x="2644" y="0"/>
                  <a:pt x="3082" y="0"/>
                </a:cubicBezTo>
                <a:cubicBezTo>
                  <a:pt x="3521" y="0"/>
                  <a:pt x="3876" y="356"/>
                  <a:pt x="3876" y="794"/>
                </a:cubicBezTo>
              </a:path>
            </a:pathLst>
          </a:custGeom>
          <a:noFill/>
          <a:ln w="254000" cap="flat">
            <a:gradFill>
              <a:gsLst>
                <a:gs pos="0">
                  <a:srgbClr val="4285F4"/>
                </a:gs>
                <a:gs pos="100000">
                  <a:srgbClr val="FBBC05"/>
                </a:gs>
              </a:gsLst>
              <a:lin ang="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D329ED-FEB4-5F3B-D083-C85125A3C9E9}"/>
              </a:ext>
            </a:extLst>
          </p:cNvPr>
          <p:cNvSpPr/>
          <p:nvPr/>
        </p:nvSpPr>
        <p:spPr bwMode="auto">
          <a:xfrm>
            <a:off x="10292660" y="2175760"/>
            <a:ext cx="702897" cy="702897"/>
          </a:xfrm>
          <a:prstGeom prst="ellipse">
            <a:avLst/>
          </a:prstGeom>
          <a:gradFill flip="none" rotWithShape="1">
            <a:gsLst>
              <a:gs pos="95000">
                <a:srgbClr val="2F5597"/>
              </a:gs>
              <a:gs pos="45000">
                <a:srgbClr val="7E68A4"/>
              </a:gs>
            </a:gsLst>
            <a:path path="circle">
              <a:fillToRect l="100000" t="100000"/>
            </a:path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CA523"/>
                </a:gs>
                <a:gs pos="45000">
                  <a:srgbClr val="FFE39E"/>
                </a:gs>
              </a:gsLst>
              <a:lin ang="5400000" scaled="1"/>
            </a:gradFill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401B1A-CB8F-01A4-36FE-617D485B563A}"/>
              </a:ext>
            </a:extLst>
          </p:cNvPr>
          <p:cNvSpPr/>
          <p:nvPr/>
        </p:nvSpPr>
        <p:spPr bwMode="auto">
          <a:xfrm>
            <a:off x="8074064" y="2175760"/>
            <a:ext cx="702897" cy="702897"/>
          </a:xfrm>
          <a:prstGeom prst="ellipse">
            <a:avLst/>
          </a:prstGeom>
          <a:gradFill flip="none" rotWithShape="1">
            <a:gsLst>
              <a:gs pos="95000">
                <a:srgbClr val="310E6E"/>
              </a:gs>
              <a:gs pos="45000">
                <a:srgbClr val="7D95BE"/>
              </a:gs>
            </a:gsLst>
            <a:path path="circle">
              <a:fillToRect l="100000" t="100000"/>
            </a:path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4FB7F6"/>
                </a:gs>
                <a:gs pos="45000">
                  <a:srgbClr val="4FB7F6"/>
                </a:gs>
              </a:gsLst>
              <a:lin ang="5400000" scaled="1"/>
            </a:gradFill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Freeform 47">
            <a:extLst>
              <a:ext uri="{FF2B5EF4-FFF2-40B4-BE49-F238E27FC236}">
                <a16:creationId xmlns:a16="http://schemas.microsoft.com/office/drawing/2014/main" id="{D22ACA31-1928-FE35-6E1C-9E87DFA1A46B}"/>
              </a:ext>
            </a:extLst>
          </p:cNvPr>
          <p:cNvSpPr>
            <a:spLocks/>
          </p:cNvSpPr>
          <p:nvPr/>
        </p:nvSpPr>
        <p:spPr bwMode="auto">
          <a:xfrm>
            <a:off x="7553587" y="1652504"/>
            <a:ext cx="3969116" cy="1747540"/>
          </a:xfrm>
          <a:custGeom>
            <a:avLst/>
            <a:gdLst>
              <a:gd name="T0" fmla="*/ 355 w 1616"/>
              <a:gd name="T1" fmla="*/ 710 h 710"/>
              <a:gd name="T2" fmla="*/ 0 w 1616"/>
              <a:gd name="T3" fmla="*/ 355 h 710"/>
              <a:gd name="T4" fmla="*/ 80 w 1616"/>
              <a:gd name="T5" fmla="*/ 355 h 710"/>
              <a:gd name="T6" fmla="*/ 355 w 1616"/>
              <a:gd name="T7" fmla="*/ 630 h 710"/>
              <a:gd name="T8" fmla="*/ 776 w 1616"/>
              <a:gd name="T9" fmla="*/ 331 h 710"/>
              <a:gd name="T10" fmla="*/ 999 w 1616"/>
              <a:gd name="T11" fmla="*/ 96 h 710"/>
              <a:gd name="T12" fmla="*/ 1262 w 1616"/>
              <a:gd name="T13" fmla="*/ 0 h 710"/>
              <a:gd name="T14" fmla="*/ 1616 w 1616"/>
              <a:gd name="T15" fmla="*/ 355 h 710"/>
              <a:gd name="T16" fmla="*/ 1536 w 1616"/>
              <a:gd name="T17" fmla="*/ 355 h 710"/>
              <a:gd name="T18" fmla="*/ 1262 w 1616"/>
              <a:gd name="T19" fmla="*/ 80 h 710"/>
              <a:gd name="T20" fmla="*/ 840 w 1616"/>
              <a:gd name="T21" fmla="*/ 379 h 710"/>
              <a:gd name="T22" fmla="*/ 617 w 1616"/>
              <a:gd name="T23" fmla="*/ 614 h 710"/>
              <a:gd name="T24" fmla="*/ 355 w 1616"/>
              <a:gd name="T25" fmla="*/ 7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16" h="710">
                <a:moveTo>
                  <a:pt x="355" y="710"/>
                </a:moveTo>
                <a:cubicBezTo>
                  <a:pt x="159" y="710"/>
                  <a:pt x="0" y="551"/>
                  <a:pt x="0" y="355"/>
                </a:cubicBezTo>
                <a:cubicBezTo>
                  <a:pt x="80" y="355"/>
                  <a:pt x="80" y="355"/>
                  <a:pt x="80" y="355"/>
                </a:cubicBezTo>
                <a:cubicBezTo>
                  <a:pt x="80" y="506"/>
                  <a:pt x="203" y="630"/>
                  <a:pt x="355" y="630"/>
                </a:cubicBezTo>
                <a:cubicBezTo>
                  <a:pt x="492" y="630"/>
                  <a:pt x="614" y="543"/>
                  <a:pt x="776" y="331"/>
                </a:cubicBezTo>
                <a:cubicBezTo>
                  <a:pt x="859" y="222"/>
                  <a:pt x="930" y="148"/>
                  <a:pt x="999" y="96"/>
                </a:cubicBezTo>
                <a:cubicBezTo>
                  <a:pt x="1085" y="31"/>
                  <a:pt x="1171" y="0"/>
                  <a:pt x="1262" y="0"/>
                </a:cubicBezTo>
                <a:cubicBezTo>
                  <a:pt x="1457" y="0"/>
                  <a:pt x="1616" y="159"/>
                  <a:pt x="1616" y="355"/>
                </a:cubicBezTo>
                <a:cubicBezTo>
                  <a:pt x="1536" y="355"/>
                  <a:pt x="1536" y="355"/>
                  <a:pt x="1536" y="355"/>
                </a:cubicBezTo>
                <a:cubicBezTo>
                  <a:pt x="1536" y="203"/>
                  <a:pt x="1413" y="80"/>
                  <a:pt x="1262" y="80"/>
                </a:cubicBezTo>
                <a:cubicBezTo>
                  <a:pt x="1125" y="80"/>
                  <a:pt x="1002" y="167"/>
                  <a:pt x="840" y="379"/>
                </a:cubicBezTo>
                <a:cubicBezTo>
                  <a:pt x="757" y="487"/>
                  <a:pt x="686" y="562"/>
                  <a:pt x="617" y="614"/>
                </a:cubicBezTo>
                <a:cubicBezTo>
                  <a:pt x="531" y="678"/>
                  <a:pt x="445" y="710"/>
                  <a:pt x="355" y="710"/>
                </a:cubicBezTo>
                <a:close/>
              </a:path>
            </a:pathLst>
          </a:custGeom>
          <a:noFill/>
          <a:ln w="9525">
            <a:gradFill>
              <a:gsLst>
                <a:gs pos="0">
                  <a:schemeClr val="bg1">
                    <a:alpha val="0"/>
                  </a:schemeClr>
                </a:gs>
                <a:gs pos="7700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47">
            <a:extLst>
              <a:ext uri="{FF2B5EF4-FFF2-40B4-BE49-F238E27FC236}">
                <a16:creationId xmlns:a16="http://schemas.microsoft.com/office/drawing/2014/main" id="{42D62B7D-CF65-9589-BE5E-C09F3C06F620}"/>
              </a:ext>
            </a:extLst>
          </p:cNvPr>
          <p:cNvSpPr>
            <a:spLocks/>
          </p:cNvSpPr>
          <p:nvPr/>
        </p:nvSpPr>
        <p:spPr bwMode="auto">
          <a:xfrm flipH="1" flipV="1">
            <a:off x="7550214" y="1652504"/>
            <a:ext cx="3969116" cy="1747540"/>
          </a:xfrm>
          <a:custGeom>
            <a:avLst/>
            <a:gdLst>
              <a:gd name="T0" fmla="*/ 355 w 1616"/>
              <a:gd name="T1" fmla="*/ 710 h 710"/>
              <a:gd name="T2" fmla="*/ 0 w 1616"/>
              <a:gd name="T3" fmla="*/ 355 h 710"/>
              <a:gd name="T4" fmla="*/ 80 w 1616"/>
              <a:gd name="T5" fmla="*/ 355 h 710"/>
              <a:gd name="T6" fmla="*/ 355 w 1616"/>
              <a:gd name="T7" fmla="*/ 630 h 710"/>
              <a:gd name="T8" fmla="*/ 776 w 1616"/>
              <a:gd name="T9" fmla="*/ 331 h 710"/>
              <a:gd name="T10" fmla="*/ 999 w 1616"/>
              <a:gd name="T11" fmla="*/ 96 h 710"/>
              <a:gd name="T12" fmla="*/ 1262 w 1616"/>
              <a:gd name="T13" fmla="*/ 0 h 710"/>
              <a:gd name="T14" fmla="*/ 1616 w 1616"/>
              <a:gd name="T15" fmla="*/ 355 h 710"/>
              <a:gd name="T16" fmla="*/ 1536 w 1616"/>
              <a:gd name="T17" fmla="*/ 355 h 710"/>
              <a:gd name="T18" fmla="*/ 1262 w 1616"/>
              <a:gd name="T19" fmla="*/ 80 h 710"/>
              <a:gd name="T20" fmla="*/ 840 w 1616"/>
              <a:gd name="T21" fmla="*/ 379 h 710"/>
              <a:gd name="T22" fmla="*/ 617 w 1616"/>
              <a:gd name="T23" fmla="*/ 614 h 710"/>
              <a:gd name="T24" fmla="*/ 355 w 1616"/>
              <a:gd name="T25" fmla="*/ 7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16" h="710">
                <a:moveTo>
                  <a:pt x="355" y="710"/>
                </a:moveTo>
                <a:cubicBezTo>
                  <a:pt x="159" y="710"/>
                  <a:pt x="0" y="551"/>
                  <a:pt x="0" y="355"/>
                </a:cubicBezTo>
                <a:cubicBezTo>
                  <a:pt x="80" y="355"/>
                  <a:pt x="80" y="355"/>
                  <a:pt x="80" y="355"/>
                </a:cubicBezTo>
                <a:cubicBezTo>
                  <a:pt x="80" y="506"/>
                  <a:pt x="203" y="630"/>
                  <a:pt x="355" y="630"/>
                </a:cubicBezTo>
                <a:cubicBezTo>
                  <a:pt x="492" y="630"/>
                  <a:pt x="614" y="543"/>
                  <a:pt x="776" y="331"/>
                </a:cubicBezTo>
                <a:cubicBezTo>
                  <a:pt x="859" y="222"/>
                  <a:pt x="930" y="148"/>
                  <a:pt x="999" y="96"/>
                </a:cubicBezTo>
                <a:cubicBezTo>
                  <a:pt x="1085" y="31"/>
                  <a:pt x="1171" y="0"/>
                  <a:pt x="1262" y="0"/>
                </a:cubicBezTo>
                <a:cubicBezTo>
                  <a:pt x="1457" y="0"/>
                  <a:pt x="1616" y="159"/>
                  <a:pt x="1616" y="355"/>
                </a:cubicBezTo>
                <a:cubicBezTo>
                  <a:pt x="1536" y="355"/>
                  <a:pt x="1536" y="355"/>
                  <a:pt x="1536" y="355"/>
                </a:cubicBezTo>
                <a:cubicBezTo>
                  <a:pt x="1536" y="203"/>
                  <a:pt x="1413" y="80"/>
                  <a:pt x="1262" y="80"/>
                </a:cubicBezTo>
                <a:cubicBezTo>
                  <a:pt x="1125" y="80"/>
                  <a:pt x="1002" y="167"/>
                  <a:pt x="840" y="379"/>
                </a:cubicBezTo>
                <a:cubicBezTo>
                  <a:pt x="757" y="487"/>
                  <a:pt x="686" y="562"/>
                  <a:pt x="617" y="614"/>
                </a:cubicBezTo>
                <a:cubicBezTo>
                  <a:pt x="531" y="678"/>
                  <a:pt x="445" y="710"/>
                  <a:pt x="355" y="710"/>
                </a:cubicBezTo>
                <a:close/>
              </a:path>
            </a:pathLst>
          </a:custGeom>
          <a:noFill/>
          <a:ln w="9525">
            <a:gradFill>
              <a:gsLst>
                <a:gs pos="0">
                  <a:schemeClr val="bg1">
                    <a:alpha val="0"/>
                  </a:schemeClr>
                </a:gs>
                <a:gs pos="7700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0FBC276-06EB-D819-4152-84A463D8C7A4}"/>
              </a:ext>
            </a:extLst>
          </p:cNvPr>
          <p:cNvSpPr>
            <a:spLocks noEditPoints="1"/>
          </p:cNvSpPr>
          <p:nvPr/>
        </p:nvSpPr>
        <p:spPr bwMode="auto">
          <a:xfrm>
            <a:off x="8211006" y="2330744"/>
            <a:ext cx="408224" cy="406240"/>
          </a:xfrm>
          <a:custGeom>
            <a:avLst/>
            <a:gdLst>
              <a:gd name="T0" fmla="*/ 950 w 1299"/>
              <a:gd name="T1" fmla="*/ 477 h 1293"/>
              <a:gd name="T2" fmla="*/ 476 w 1299"/>
              <a:gd name="T3" fmla="*/ 942 h 1293"/>
              <a:gd name="T4" fmla="*/ 477 w 1299"/>
              <a:gd name="T5" fmla="*/ 352 h 1293"/>
              <a:gd name="T6" fmla="*/ 905 w 1299"/>
              <a:gd name="T7" fmla="*/ 820 h 1293"/>
              <a:gd name="T8" fmla="*/ 393 w 1299"/>
              <a:gd name="T9" fmla="*/ 474 h 1293"/>
              <a:gd name="T10" fmla="*/ 1062 w 1299"/>
              <a:gd name="T11" fmla="*/ 489 h 1293"/>
              <a:gd name="T12" fmla="*/ 1289 w 1299"/>
              <a:gd name="T13" fmla="*/ 521 h 1293"/>
              <a:gd name="T14" fmla="*/ 1026 w 1299"/>
              <a:gd name="T15" fmla="*/ 534 h 1293"/>
              <a:gd name="T16" fmla="*/ 1197 w 1299"/>
              <a:gd name="T17" fmla="*/ 559 h 1293"/>
              <a:gd name="T18" fmla="*/ 1197 w 1299"/>
              <a:gd name="T19" fmla="*/ 559 h 1293"/>
              <a:gd name="T20" fmla="*/ 65 w 1299"/>
              <a:gd name="T21" fmla="*/ 869 h 1293"/>
              <a:gd name="T22" fmla="*/ 201 w 1299"/>
              <a:gd name="T23" fmla="*/ 759 h 1293"/>
              <a:gd name="T24" fmla="*/ 230 w 1299"/>
              <a:gd name="T25" fmla="*/ 804 h 1293"/>
              <a:gd name="T26" fmla="*/ 94 w 1299"/>
              <a:gd name="T27" fmla="*/ 829 h 1293"/>
              <a:gd name="T28" fmla="*/ 830 w 1299"/>
              <a:gd name="T29" fmla="*/ 1121 h 1293"/>
              <a:gd name="T30" fmla="*/ 744 w 1299"/>
              <a:gd name="T31" fmla="*/ 1114 h 1293"/>
              <a:gd name="T32" fmla="*/ 804 w 1299"/>
              <a:gd name="T33" fmla="*/ 1028 h 1293"/>
              <a:gd name="T34" fmla="*/ 734 w 1299"/>
              <a:gd name="T35" fmla="*/ 1197 h 1293"/>
              <a:gd name="T36" fmla="*/ 488 w 1299"/>
              <a:gd name="T37" fmla="*/ 223 h 1293"/>
              <a:gd name="T38" fmla="*/ 602 w 1299"/>
              <a:gd name="T39" fmla="*/ 78 h 1293"/>
              <a:gd name="T40" fmla="*/ 510 w 1299"/>
              <a:gd name="T41" fmla="*/ 293 h 1293"/>
              <a:gd name="T42" fmla="*/ 511 w 1299"/>
              <a:gd name="T43" fmla="*/ 48 h 1293"/>
              <a:gd name="T44" fmla="*/ 753 w 1299"/>
              <a:gd name="T45" fmla="*/ 231 h 1293"/>
              <a:gd name="T46" fmla="*/ 788 w 1299"/>
              <a:gd name="T47" fmla="*/ 4 h 1293"/>
              <a:gd name="T48" fmla="*/ 798 w 1299"/>
              <a:gd name="T49" fmla="*/ 266 h 1293"/>
              <a:gd name="T50" fmla="*/ 776 w 1299"/>
              <a:gd name="T51" fmla="*/ 143 h 1293"/>
              <a:gd name="T52" fmla="*/ 776 w 1299"/>
              <a:gd name="T53" fmla="*/ 143 h 1293"/>
              <a:gd name="T54" fmla="*/ 199 w 1299"/>
              <a:gd name="T55" fmla="*/ 495 h 1293"/>
              <a:gd name="T56" fmla="*/ 199 w 1299"/>
              <a:gd name="T57" fmla="*/ 539 h 1293"/>
              <a:gd name="T58" fmla="*/ 95 w 1299"/>
              <a:gd name="T59" fmla="*/ 470 h 1293"/>
              <a:gd name="T60" fmla="*/ 95 w 1299"/>
              <a:gd name="T61" fmla="*/ 470 h 1293"/>
              <a:gd name="T62" fmla="*/ 1023 w 1299"/>
              <a:gd name="T63" fmla="*/ 754 h 1293"/>
              <a:gd name="T64" fmla="*/ 1286 w 1299"/>
              <a:gd name="T65" fmla="*/ 752 h 1293"/>
              <a:gd name="T66" fmla="*/ 1060 w 1299"/>
              <a:gd name="T67" fmla="*/ 799 h 1293"/>
              <a:gd name="T68" fmla="*/ 1196 w 1299"/>
              <a:gd name="T69" fmla="*/ 729 h 1293"/>
              <a:gd name="T70" fmla="*/ 539 w 1299"/>
              <a:gd name="T71" fmla="*/ 1068 h 1293"/>
              <a:gd name="T72" fmla="*/ 426 w 1299"/>
              <a:gd name="T73" fmla="*/ 1216 h 1293"/>
              <a:gd name="T74" fmla="*/ 516 w 1299"/>
              <a:gd name="T75" fmla="*/ 1000 h 1293"/>
              <a:gd name="T76" fmla="*/ 516 w 1299"/>
              <a:gd name="T77" fmla="*/ 1151 h 1293"/>
              <a:gd name="T78" fmla="*/ 516 w 1299"/>
              <a:gd name="T79" fmla="*/ 1151 h 1293"/>
              <a:gd name="T80" fmla="*/ 500 w 1299"/>
              <a:gd name="T81" fmla="*/ 763 h 1293"/>
              <a:gd name="T82" fmla="*/ 588 w 1299"/>
              <a:gd name="T83" fmla="*/ 503 h 1293"/>
              <a:gd name="T84" fmla="*/ 678 w 1299"/>
              <a:gd name="T85" fmla="*/ 764 h 1293"/>
              <a:gd name="T86" fmla="*/ 588 w 1299"/>
              <a:gd name="T87" fmla="*/ 677 h 1293"/>
              <a:gd name="T88" fmla="*/ 589 w 1299"/>
              <a:gd name="T89" fmla="*/ 569 h 1293"/>
              <a:gd name="T90" fmla="*/ 588 w 1299"/>
              <a:gd name="T91" fmla="*/ 677 h 1293"/>
              <a:gd name="T92" fmla="*/ 769 w 1299"/>
              <a:gd name="T93" fmla="*/ 752 h 1293"/>
              <a:gd name="T94" fmla="*/ 817 w 1299"/>
              <a:gd name="T95" fmla="*/ 641 h 1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99" h="1293">
                <a:moveTo>
                  <a:pt x="649" y="352"/>
                </a:moveTo>
                <a:cubicBezTo>
                  <a:pt x="708" y="352"/>
                  <a:pt x="766" y="351"/>
                  <a:pt x="825" y="352"/>
                </a:cubicBezTo>
                <a:cubicBezTo>
                  <a:pt x="887" y="352"/>
                  <a:pt x="933" y="388"/>
                  <a:pt x="946" y="444"/>
                </a:cubicBezTo>
                <a:cubicBezTo>
                  <a:pt x="949" y="455"/>
                  <a:pt x="950" y="466"/>
                  <a:pt x="950" y="477"/>
                </a:cubicBezTo>
                <a:cubicBezTo>
                  <a:pt x="950" y="590"/>
                  <a:pt x="950" y="703"/>
                  <a:pt x="950" y="816"/>
                </a:cubicBezTo>
                <a:cubicBezTo>
                  <a:pt x="950" y="878"/>
                  <a:pt x="914" y="925"/>
                  <a:pt x="857" y="938"/>
                </a:cubicBezTo>
                <a:cubicBezTo>
                  <a:pt x="845" y="941"/>
                  <a:pt x="833" y="942"/>
                  <a:pt x="821" y="942"/>
                </a:cubicBezTo>
                <a:cubicBezTo>
                  <a:pt x="706" y="942"/>
                  <a:pt x="591" y="942"/>
                  <a:pt x="476" y="942"/>
                </a:cubicBezTo>
                <a:cubicBezTo>
                  <a:pt x="396" y="942"/>
                  <a:pt x="347" y="892"/>
                  <a:pt x="347" y="812"/>
                </a:cubicBezTo>
                <a:cubicBezTo>
                  <a:pt x="347" y="700"/>
                  <a:pt x="347" y="588"/>
                  <a:pt x="347" y="475"/>
                </a:cubicBezTo>
                <a:cubicBezTo>
                  <a:pt x="347" y="415"/>
                  <a:pt x="383" y="368"/>
                  <a:pt x="440" y="355"/>
                </a:cubicBezTo>
                <a:cubicBezTo>
                  <a:pt x="452" y="353"/>
                  <a:pt x="465" y="352"/>
                  <a:pt x="477" y="352"/>
                </a:cubicBezTo>
                <a:cubicBezTo>
                  <a:pt x="535" y="352"/>
                  <a:pt x="592" y="352"/>
                  <a:pt x="649" y="352"/>
                </a:cubicBezTo>
                <a:close/>
                <a:moveTo>
                  <a:pt x="648" y="896"/>
                </a:moveTo>
                <a:cubicBezTo>
                  <a:pt x="707" y="896"/>
                  <a:pt x="767" y="896"/>
                  <a:pt x="827" y="896"/>
                </a:cubicBezTo>
                <a:cubicBezTo>
                  <a:pt x="873" y="896"/>
                  <a:pt x="904" y="866"/>
                  <a:pt x="905" y="820"/>
                </a:cubicBezTo>
                <a:cubicBezTo>
                  <a:pt x="905" y="704"/>
                  <a:pt x="905" y="589"/>
                  <a:pt x="905" y="474"/>
                </a:cubicBezTo>
                <a:cubicBezTo>
                  <a:pt x="904" y="427"/>
                  <a:pt x="873" y="397"/>
                  <a:pt x="827" y="397"/>
                </a:cubicBezTo>
                <a:cubicBezTo>
                  <a:pt x="708" y="397"/>
                  <a:pt x="589" y="397"/>
                  <a:pt x="471" y="397"/>
                </a:cubicBezTo>
                <a:cubicBezTo>
                  <a:pt x="424" y="397"/>
                  <a:pt x="393" y="427"/>
                  <a:pt x="393" y="474"/>
                </a:cubicBezTo>
                <a:cubicBezTo>
                  <a:pt x="392" y="589"/>
                  <a:pt x="392" y="704"/>
                  <a:pt x="393" y="820"/>
                </a:cubicBezTo>
                <a:cubicBezTo>
                  <a:pt x="393" y="866"/>
                  <a:pt x="424" y="896"/>
                  <a:pt x="470" y="896"/>
                </a:cubicBezTo>
                <a:cubicBezTo>
                  <a:pt x="530" y="896"/>
                  <a:pt x="589" y="896"/>
                  <a:pt x="648" y="896"/>
                </a:cubicBezTo>
                <a:close/>
                <a:moveTo>
                  <a:pt x="1062" y="489"/>
                </a:moveTo>
                <a:cubicBezTo>
                  <a:pt x="1064" y="489"/>
                  <a:pt x="1066" y="489"/>
                  <a:pt x="1067" y="489"/>
                </a:cubicBezTo>
                <a:cubicBezTo>
                  <a:pt x="1091" y="492"/>
                  <a:pt x="1108" y="489"/>
                  <a:pt x="1121" y="462"/>
                </a:cubicBezTo>
                <a:cubicBezTo>
                  <a:pt x="1139" y="425"/>
                  <a:pt x="1187" y="411"/>
                  <a:pt x="1226" y="424"/>
                </a:cubicBezTo>
                <a:cubicBezTo>
                  <a:pt x="1267" y="438"/>
                  <a:pt x="1292" y="477"/>
                  <a:pt x="1289" y="521"/>
                </a:cubicBezTo>
                <a:cubicBezTo>
                  <a:pt x="1286" y="560"/>
                  <a:pt x="1253" y="596"/>
                  <a:pt x="1214" y="603"/>
                </a:cubicBezTo>
                <a:cubicBezTo>
                  <a:pt x="1171" y="610"/>
                  <a:pt x="1129" y="589"/>
                  <a:pt x="1113" y="549"/>
                </a:cubicBezTo>
                <a:cubicBezTo>
                  <a:pt x="1108" y="537"/>
                  <a:pt x="1102" y="534"/>
                  <a:pt x="1089" y="534"/>
                </a:cubicBezTo>
                <a:cubicBezTo>
                  <a:pt x="1069" y="535"/>
                  <a:pt x="1047" y="535"/>
                  <a:pt x="1026" y="534"/>
                </a:cubicBezTo>
                <a:cubicBezTo>
                  <a:pt x="1010" y="534"/>
                  <a:pt x="1000" y="525"/>
                  <a:pt x="1000" y="512"/>
                </a:cubicBezTo>
                <a:cubicBezTo>
                  <a:pt x="1000" y="498"/>
                  <a:pt x="1010" y="489"/>
                  <a:pt x="1026" y="489"/>
                </a:cubicBezTo>
                <a:cubicBezTo>
                  <a:pt x="1038" y="489"/>
                  <a:pt x="1050" y="489"/>
                  <a:pt x="1062" y="489"/>
                </a:cubicBezTo>
                <a:close/>
                <a:moveTo>
                  <a:pt x="1197" y="559"/>
                </a:moveTo>
                <a:cubicBezTo>
                  <a:pt x="1223" y="559"/>
                  <a:pt x="1244" y="538"/>
                  <a:pt x="1244" y="512"/>
                </a:cubicBezTo>
                <a:cubicBezTo>
                  <a:pt x="1244" y="486"/>
                  <a:pt x="1223" y="464"/>
                  <a:pt x="1196" y="465"/>
                </a:cubicBezTo>
                <a:cubicBezTo>
                  <a:pt x="1171" y="465"/>
                  <a:pt x="1150" y="486"/>
                  <a:pt x="1150" y="511"/>
                </a:cubicBezTo>
                <a:cubicBezTo>
                  <a:pt x="1150" y="538"/>
                  <a:pt x="1171" y="559"/>
                  <a:pt x="1197" y="559"/>
                </a:cubicBezTo>
                <a:close/>
                <a:moveTo>
                  <a:pt x="230" y="804"/>
                </a:moveTo>
                <a:cubicBezTo>
                  <a:pt x="228" y="804"/>
                  <a:pt x="226" y="805"/>
                  <a:pt x="224" y="804"/>
                </a:cubicBezTo>
                <a:cubicBezTo>
                  <a:pt x="200" y="801"/>
                  <a:pt x="184" y="806"/>
                  <a:pt x="171" y="832"/>
                </a:cubicBezTo>
                <a:cubicBezTo>
                  <a:pt x="153" y="869"/>
                  <a:pt x="105" y="883"/>
                  <a:pt x="65" y="869"/>
                </a:cubicBezTo>
                <a:cubicBezTo>
                  <a:pt x="25" y="855"/>
                  <a:pt x="0" y="817"/>
                  <a:pt x="3" y="772"/>
                </a:cubicBezTo>
                <a:cubicBezTo>
                  <a:pt x="6" y="733"/>
                  <a:pt x="39" y="697"/>
                  <a:pt x="78" y="691"/>
                </a:cubicBezTo>
                <a:cubicBezTo>
                  <a:pt x="122" y="684"/>
                  <a:pt x="163" y="705"/>
                  <a:pt x="179" y="745"/>
                </a:cubicBezTo>
                <a:cubicBezTo>
                  <a:pt x="184" y="756"/>
                  <a:pt x="189" y="760"/>
                  <a:pt x="201" y="759"/>
                </a:cubicBezTo>
                <a:cubicBezTo>
                  <a:pt x="222" y="758"/>
                  <a:pt x="243" y="759"/>
                  <a:pt x="264" y="759"/>
                </a:cubicBezTo>
                <a:cubicBezTo>
                  <a:pt x="282" y="759"/>
                  <a:pt x="292" y="768"/>
                  <a:pt x="292" y="782"/>
                </a:cubicBezTo>
                <a:cubicBezTo>
                  <a:pt x="292" y="796"/>
                  <a:pt x="282" y="804"/>
                  <a:pt x="264" y="804"/>
                </a:cubicBezTo>
                <a:cubicBezTo>
                  <a:pt x="253" y="805"/>
                  <a:pt x="241" y="804"/>
                  <a:pt x="230" y="804"/>
                </a:cubicBezTo>
                <a:close/>
                <a:moveTo>
                  <a:pt x="142" y="782"/>
                </a:moveTo>
                <a:cubicBezTo>
                  <a:pt x="142" y="756"/>
                  <a:pt x="122" y="735"/>
                  <a:pt x="95" y="735"/>
                </a:cubicBezTo>
                <a:cubicBezTo>
                  <a:pt x="69" y="734"/>
                  <a:pt x="48" y="756"/>
                  <a:pt x="48" y="782"/>
                </a:cubicBezTo>
                <a:cubicBezTo>
                  <a:pt x="48" y="807"/>
                  <a:pt x="69" y="828"/>
                  <a:pt x="94" y="829"/>
                </a:cubicBezTo>
                <a:cubicBezTo>
                  <a:pt x="121" y="829"/>
                  <a:pt x="142" y="809"/>
                  <a:pt x="142" y="782"/>
                </a:cubicBezTo>
                <a:close/>
                <a:moveTo>
                  <a:pt x="804" y="1063"/>
                </a:moveTo>
                <a:cubicBezTo>
                  <a:pt x="804" y="1065"/>
                  <a:pt x="804" y="1068"/>
                  <a:pt x="804" y="1070"/>
                </a:cubicBezTo>
                <a:cubicBezTo>
                  <a:pt x="802" y="1093"/>
                  <a:pt x="804" y="1109"/>
                  <a:pt x="830" y="1121"/>
                </a:cubicBezTo>
                <a:cubicBezTo>
                  <a:pt x="868" y="1139"/>
                  <a:pt x="882" y="1186"/>
                  <a:pt x="869" y="1226"/>
                </a:cubicBezTo>
                <a:cubicBezTo>
                  <a:pt x="855" y="1268"/>
                  <a:pt x="816" y="1293"/>
                  <a:pt x="771" y="1289"/>
                </a:cubicBezTo>
                <a:cubicBezTo>
                  <a:pt x="732" y="1286"/>
                  <a:pt x="697" y="1254"/>
                  <a:pt x="690" y="1215"/>
                </a:cubicBezTo>
                <a:cubicBezTo>
                  <a:pt x="683" y="1172"/>
                  <a:pt x="704" y="1130"/>
                  <a:pt x="744" y="1114"/>
                </a:cubicBezTo>
                <a:cubicBezTo>
                  <a:pt x="756" y="1109"/>
                  <a:pt x="759" y="1102"/>
                  <a:pt x="758" y="1091"/>
                </a:cubicBezTo>
                <a:cubicBezTo>
                  <a:pt x="758" y="1070"/>
                  <a:pt x="758" y="1049"/>
                  <a:pt x="758" y="1028"/>
                </a:cubicBezTo>
                <a:cubicBezTo>
                  <a:pt x="758" y="1010"/>
                  <a:pt x="767" y="1000"/>
                  <a:pt x="782" y="1000"/>
                </a:cubicBezTo>
                <a:cubicBezTo>
                  <a:pt x="795" y="1001"/>
                  <a:pt x="803" y="1011"/>
                  <a:pt x="804" y="1028"/>
                </a:cubicBezTo>
                <a:cubicBezTo>
                  <a:pt x="804" y="1039"/>
                  <a:pt x="804" y="1051"/>
                  <a:pt x="804" y="1063"/>
                </a:cubicBezTo>
                <a:close/>
                <a:moveTo>
                  <a:pt x="828" y="1198"/>
                </a:moveTo>
                <a:cubicBezTo>
                  <a:pt x="828" y="1171"/>
                  <a:pt x="807" y="1151"/>
                  <a:pt x="781" y="1151"/>
                </a:cubicBezTo>
                <a:cubicBezTo>
                  <a:pt x="755" y="1151"/>
                  <a:pt x="734" y="1171"/>
                  <a:pt x="734" y="1197"/>
                </a:cubicBezTo>
                <a:cubicBezTo>
                  <a:pt x="733" y="1223"/>
                  <a:pt x="754" y="1245"/>
                  <a:pt x="780" y="1245"/>
                </a:cubicBezTo>
                <a:cubicBezTo>
                  <a:pt x="807" y="1245"/>
                  <a:pt x="828" y="1224"/>
                  <a:pt x="828" y="1198"/>
                </a:cubicBezTo>
                <a:close/>
                <a:moveTo>
                  <a:pt x="488" y="231"/>
                </a:moveTo>
                <a:cubicBezTo>
                  <a:pt x="488" y="228"/>
                  <a:pt x="488" y="226"/>
                  <a:pt x="488" y="223"/>
                </a:cubicBezTo>
                <a:cubicBezTo>
                  <a:pt x="490" y="201"/>
                  <a:pt x="488" y="184"/>
                  <a:pt x="462" y="172"/>
                </a:cubicBezTo>
                <a:cubicBezTo>
                  <a:pt x="424" y="155"/>
                  <a:pt x="410" y="107"/>
                  <a:pt x="423" y="67"/>
                </a:cubicBezTo>
                <a:cubicBezTo>
                  <a:pt x="437" y="26"/>
                  <a:pt x="476" y="1"/>
                  <a:pt x="521" y="4"/>
                </a:cubicBezTo>
                <a:cubicBezTo>
                  <a:pt x="560" y="7"/>
                  <a:pt x="595" y="39"/>
                  <a:pt x="602" y="78"/>
                </a:cubicBezTo>
                <a:cubicBezTo>
                  <a:pt x="609" y="121"/>
                  <a:pt x="588" y="164"/>
                  <a:pt x="548" y="180"/>
                </a:cubicBezTo>
                <a:cubicBezTo>
                  <a:pt x="536" y="185"/>
                  <a:pt x="533" y="191"/>
                  <a:pt x="534" y="202"/>
                </a:cubicBezTo>
                <a:cubicBezTo>
                  <a:pt x="534" y="223"/>
                  <a:pt x="534" y="244"/>
                  <a:pt x="534" y="265"/>
                </a:cubicBezTo>
                <a:cubicBezTo>
                  <a:pt x="533" y="283"/>
                  <a:pt x="525" y="293"/>
                  <a:pt x="510" y="293"/>
                </a:cubicBezTo>
                <a:cubicBezTo>
                  <a:pt x="497" y="293"/>
                  <a:pt x="489" y="283"/>
                  <a:pt x="488" y="266"/>
                </a:cubicBezTo>
                <a:cubicBezTo>
                  <a:pt x="488" y="254"/>
                  <a:pt x="488" y="242"/>
                  <a:pt x="488" y="231"/>
                </a:cubicBezTo>
                <a:close/>
                <a:moveTo>
                  <a:pt x="558" y="97"/>
                </a:moveTo>
                <a:cubicBezTo>
                  <a:pt x="558" y="70"/>
                  <a:pt x="537" y="49"/>
                  <a:pt x="511" y="48"/>
                </a:cubicBezTo>
                <a:cubicBezTo>
                  <a:pt x="486" y="48"/>
                  <a:pt x="464" y="69"/>
                  <a:pt x="464" y="94"/>
                </a:cubicBezTo>
                <a:cubicBezTo>
                  <a:pt x="463" y="121"/>
                  <a:pt x="483" y="142"/>
                  <a:pt x="510" y="143"/>
                </a:cubicBezTo>
                <a:cubicBezTo>
                  <a:pt x="536" y="143"/>
                  <a:pt x="558" y="123"/>
                  <a:pt x="558" y="97"/>
                </a:cubicBezTo>
                <a:close/>
                <a:moveTo>
                  <a:pt x="753" y="231"/>
                </a:moveTo>
                <a:cubicBezTo>
                  <a:pt x="753" y="230"/>
                  <a:pt x="753" y="229"/>
                  <a:pt x="753" y="228"/>
                </a:cubicBezTo>
                <a:cubicBezTo>
                  <a:pt x="756" y="203"/>
                  <a:pt x="754" y="185"/>
                  <a:pt x="725" y="171"/>
                </a:cubicBezTo>
                <a:cubicBezTo>
                  <a:pt x="687" y="153"/>
                  <a:pt x="675" y="105"/>
                  <a:pt x="689" y="65"/>
                </a:cubicBezTo>
                <a:cubicBezTo>
                  <a:pt x="703" y="24"/>
                  <a:pt x="743" y="0"/>
                  <a:pt x="788" y="4"/>
                </a:cubicBezTo>
                <a:cubicBezTo>
                  <a:pt x="828" y="8"/>
                  <a:pt x="861" y="41"/>
                  <a:pt x="867" y="84"/>
                </a:cubicBezTo>
                <a:cubicBezTo>
                  <a:pt x="873" y="124"/>
                  <a:pt x="850" y="165"/>
                  <a:pt x="811" y="180"/>
                </a:cubicBezTo>
                <a:cubicBezTo>
                  <a:pt x="801" y="185"/>
                  <a:pt x="798" y="190"/>
                  <a:pt x="798" y="201"/>
                </a:cubicBezTo>
                <a:cubicBezTo>
                  <a:pt x="799" y="222"/>
                  <a:pt x="799" y="244"/>
                  <a:pt x="798" y="266"/>
                </a:cubicBezTo>
                <a:cubicBezTo>
                  <a:pt x="798" y="283"/>
                  <a:pt x="789" y="293"/>
                  <a:pt x="776" y="293"/>
                </a:cubicBezTo>
                <a:cubicBezTo>
                  <a:pt x="762" y="293"/>
                  <a:pt x="754" y="283"/>
                  <a:pt x="753" y="266"/>
                </a:cubicBezTo>
                <a:cubicBezTo>
                  <a:pt x="753" y="255"/>
                  <a:pt x="753" y="243"/>
                  <a:pt x="753" y="231"/>
                </a:cubicBezTo>
                <a:close/>
                <a:moveTo>
                  <a:pt x="776" y="143"/>
                </a:moveTo>
                <a:cubicBezTo>
                  <a:pt x="803" y="143"/>
                  <a:pt x="823" y="122"/>
                  <a:pt x="823" y="95"/>
                </a:cubicBezTo>
                <a:cubicBezTo>
                  <a:pt x="822" y="69"/>
                  <a:pt x="802" y="49"/>
                  <a:pt x="776" y="48"/>
                </a:cubicBezTo>
                <a:cubicBezTo>
                  <a:pt x="750" y="48"/>
                  <a:pt x="728" y="70"/>
                  <a:pt x="728" y="96"/>
                </a:cubicBezTo>
                <a:cubicBezTo>
                  <a:pt x="728" y="122"/>
                  <a:pt x="750" y="143"/>
                  <a:pt x="776" y="143"/>
                </a:cubicBezTo>
                <a:close/>
                <a:moveTo>
                  <a:pt x="3" y="516"/>
                </a:moveTo>
                <a:cubicBezTo>
                  <a:pt x="3" y="473"/>
                  <a:pt x="34" y="435"/>
                  <a:pt x="75" y="427"/>
                </a:cubicBezTo>
                <a:cubicBezTo>
                  <a:pt x="120" y="418"/>
                  <a:pt x="163" y="440"/>
                  <a:pt x="180" y="482"/>
                </a:cubicBezTo>
                <a:cubicBezTo>
                  <a:pt x="184" y="492"/>
                  <a:pt x="188" y="495"/>
                  <a:pt x="199" y="495"/>
                </a:cubicBezTo>
                <a:cubicBezTo>
                  <a:pt x="221" y="494"/>
                  <a:pt x="244" y="494"/>
                  <a:pt x="266" y="494"/>
                </a:cubicBezTo>
                <a:cubicBezTo>
                  <a:pt x="282" y="495"/>
                  <a:pt x="293" y="504"/>
                  <a:pt x="292" y="517"/>
                </a:cubicBezTo>
                <a:cubicBezTo>
                  <a:pt x="292" y="531"/>
                  <a:pt x="283" y="539"/>
                  <a:pt x="266" y="539"/>
                </a:cubicBezTo>
                <a:cubicBezTo>
                  <a:pt x="244" y="540"/>
                  <a:pt x="222" y="540"/>
                  <a:pt x="199" y="539"/>
                </a:cubicBezTo>
                <a:cubicBezTo>
                  <a:pt x="189" y="539"/>
                  <a:pt x="184" y="542"/>
                  <a:pt x="180" y="552"/>
                </a:cubicBezTo>
                <a:cubicBezTo>
                  <a:pt x="163" y="593"/>
                  <a:pt x="119" y="617"/>
                  <a:pt x="77" y="608"/>
                </a:cubicBezTo>
                <a:cubicBezTo>
                  <a:pt x="33" y="598"/>
                  <a:pt x="3" y="561"/>
                  <a:pt x="3" y="516"/>
                </a:cubicBezTo>
                <a:close/>
                <a:moveTo>
                  <a:pt x="95" y="470"/>
                </a:moveTo>
                <a:cubicBezTo>
                  <a:pt x="69" y="470"/>
                  <a:pt x="47" y="491"/>
                  <a:pt x="48" y="517"/>
                </a:cubicBezTo>
                <a:cubicBezTo>
                  <a:pt x="48" y="543"/>
                  <a:pt x="70" y="565"/>
                  <a:pt x="96" y="564"/>
                </a:cubicBezTo>
                <a:cubicBezTo>
                  <a:pt x="121" y="564"/>
                  <a:pt x="142" y="543"/>
                  <a:pt x="142" y="517"/>
                </a:cubicBezTo>
                <a:cubicBezTo>
                  <a:pt x="142" y="491"/>
                  <a:pt x="122" y="470"/>
                  <a:pt x="95" y="470"/>
                </a:cubicBezTo>
                <a:close/>
                <a:moveTo>
                  <a:pt x="1060" y="799"/>
                </a:moveTo>
                <a:cubicBezTo>
                  <a:pt x="1048" y="799"/>
                  <a:pt x="1036" y="799"/>
                  <a:pt x="1024" y="799"/>
                </a:cubicBezTo>
                <a:cubicBezTo>
                  <a:pt x="1009" y="798"/>
                  <a:pt x="1000" y="789"/>
                  <a:pt x="1000" y="777"/>
                </a:cubicBezTo>
                <a:cubicBezTo>
                  <a:pt x="1000" y="764"/>
                  <a:pt x="1008" y="755"/>
                  <a:pt x="1023" y="754"/>
                </a:cubicBezTo>
                <a:cubicBezTo>
                  <a:pt x="1047" y="754"/>
                  <a:pt x="1070" y="754"/>
                  <a:pt x="1094" y="754"/>
                </a:cubicBezTo>
                <a:cubicBezTo>
                  <a:pt x="1103" y="755"/>
                  <a:pt x="1108" y="752"/>
                  <a:pt x="1112" y="742"/>
                </a:cubicBezTo>
                <a:cubicBezTo>
                  <a:pt x="1127" y="703"/>
                  <a:pt x="1163" y="682"/>
                  <a:pt x="1206" y="685"/>
                </a:cubicBezTo>
                <a:cubicBezTo>
                  <a:pt x="1243" y="687"/>
                  <a:pt x="1276" y="715"/>
                  <a:pt x="1286" y="752"/>
                </a:cubicBezTo>
                <a:cubicBezTo>
                  <a:pt x="1299" y="799"/>
                  <a:pt x="1273" y="848"/>
                  <a:pt x="1227" y="864"/>
                </a:cubicBezTo>
                <a:cubicBezTo>
                  <a:pt x="1182" y="879"/>
                  <a:pt x="1131" y="858"/>
                  <a:pt x="1113" y="814"/>
                </a:cubicBezTo>
                <a:cubicBezTo>
                  <a:pt x="1108" y="801"/>
                  <a:pt x="1102" y="798"/>
                  <a:pt x="1089" y="799"/>
                </a:cubicBezTo>
                <a:cubicBezTo>
                  <a:pt x="1080" y="800"/>
                  <a:pt x="1070" y="799"/>
                  <a:pt x="1060" y="799"/>
                </a:cubicBezTo>
                <a:cubicBezTo>
                  <a:pt x="1060" y="799"/>
                  <a:pt x="1060" y="799"/>
                  <a:pt x="1060" y="799"/>
                </a:cubicBezTo>
                <a:close/>
                <a:moveTo>
                  <a:pt x="1197" y="823"/>
                </a:moveTo>
                <a:cubicBezTo>
                  <a:pt x="1223" y="823"/>
                  <a:pt x="1245" y="802"/>
                  <a:pt x="1244" y="776"/>
                </a:cubicBezTo>
                <a:cubicBezTo>
                  <a:pt x="1244" y="750"/>
                  <a:pt x="1222" y="729"/>
                  <a:pt x="1196" y="729"/>
                </a:cubicBezTo>
                <a:cubicBezTo>
                  <a:pt x="1171" y="729"/>
                  <a:pt x="1150" y="751"/>
                  <a:pt x="1150" y="776"/>
                </a:cubicBezTo>
                <a:cubicBezTo>
                  <a:pt x="1150" y="803"/>
                  <a:pt x="1170" y="824"/>
                  <a:pt x="1197" y="823"/>
                </a:cubicBezTo>
                <a:close/>
                <a:moveTo>
                  <a:pt x="539" y="1062"/>
                </a:moveTo>
                <a:cubicBezTo>
                  <a:pt x="539" y="1064"/>
                  <a:pt x="539" y="1066"/>
                  <a:pt x="539" y="1068"/>
                </a:cubicBezTo>
                <a:cubicBezTo>
                  <a:pt x="536" y="1092"/>
                  <a:pt x="540" y="1109"/>
                  <a:pt x="566" y="1121"/>
                </a:cubicBezTo>
                <a:cubicBezTo>
                  <a:pt x="603" y="1140"/>
                  <a:pt x="617" y="1187"/>
                  <a:pt x="604" y="1227"/>
                </a:cubicBezTo>
                <a:cubicBezTo>
                  <a:pt x="590" y="1268"/>
                  <a:pt x="552" y="1293"/>
                  <a:pt x="507" y="1289"/>
                </a:cubicBezTo>
                <a:cubicBezTo>
                  <a:pt x="468" y="1287"/>
                  <a:pt x="433" y="1255"/>
                  <a:pt x="426" y="1216"/>
                </a:cubicBezTo>
                <a:cubicBezTo>
                  <a:pt x="418" y="1174"/>
                  <a:pt x="437" y="1132"/>
                  <a:pt x="477" y="1115"/>
                </a:cubicBezTo>
                <a:cubicBezTo>
                  <a:pt x="491" y="1109"/>
                  <a:pt x="495" y="1101"/>
                  <a:pt x="494" y="1087"/>
                </a:cubicBezTo>
                <a:cubicBezTo>
                  <a:pt x="493" y="1067"/>
                  <a:pt x="493" y="1047"/>
                  <a:pt x="494" y="1027"/>
                </a:cubicBezTo>
                <a:cubicBezTo>
                  <a:pt x="494" y="1010"/>
                  <a:pt x="503" y="1000"/>
                  <a:pt x="516" y="1000"/>
                </a:cubicBezTo>
                <a:cubicBezTo>
                  <a:pt x="530" y="1000"/>
                  <a:pt x="538" y="1010"/>
                  <a:pt x="539" y="1026"/>
                </a:cubicBezTo>
                <a:cubicBezTo>
                  <a:pt x="539" y="1027"/>
                  <a:pt x="539" y="1028"/>
                  <a:pt x="539" y="1029"/>
                </a:cubicBezTo>
                <a:cubicBezTo>
                  <a:pt x="539" y="1040"/>
                  <a:pt x="539" y="1051"/>
                  <a:pt x="539" y="1062"/>
                </a:cubicBezTo>
                <a:close/>
                <a:moveTo>
                  <a:pt x="516" y="1151"/>
                </a:moveTo>
                <a:cubicBezTo>
                  <a:pt x="490" y="1151"/>
                  <a:pt x="469" y="1171"/>
                  <a:pt x="469" y="1198"/>
                </a:cubicBezTo>
                <a:cubicBezTo>
                  <a:pt x="469" y="1224"/>
                  <a:pt x="490" y="1245"/>
                  <a:pt x="515" y="1245"/>
                </a:cubicBezTo>
                <a:cubicBezTo>
                  <a:pt x="541" y="1245"/>
                  <a:pt x="563" y="1224"/>
                  <a:pt x="564" y="1198"/>
                </a:cubicBezTo>
                <a:cubicBezTo>
                  <a:pt x="564" y="1172"/>
                  <a:pt x="543" y="1151"/>
                  <a:pt x="516" y="1151"/>
                </a:cubicBezTo>
                <a:close/>
                <a:moveTo>
                  <a:pt x="588" y="718"/>
                </a:moveTo>
                <a:cubicBezTo>
                  <a:pt x="569" y="718"/>
                  <a:pt x="550" y="718"/>
                  <a:pt x="532" y="717"/>
                </a:cubicBezTo>
                <a:cubicBezTo>
                  <a:pt x="522" y="717"/>
                  <a:pt x="518" y="721"/>
                  <a:pt x="514" y="729"/>
                </a:cubicBezTo>
                <a:cubicBezTo>
                  <a:pt x="510" y="740"/>
                  <a:pt x="505" y="752"/>
                  <a:pt x="500" y="763"/>
                </a:cubicBezTo>
                <a:cubicBezTo>
                  <a:pt x="493" y="777"/>
                  <a:pt x="481" y="782"/>
                  <a:pt x="469" y="776"/>
                </a:cubicBezTo>
                <a:cubicBezTo>
                  <a:pt x="456" y="771"/>
                  <a:pt x="451" y="758"/>
                  <a:pt x="457" y="744"/>
                </a:cubicBezTo>
                <a:cubicBezTo>
                  <a:pt x="489" y="671"/>
                  <a:pt x="522" y="598"/>
                  <a:pt x="554" y="525"/>
                </a:cubicBezTo>
                <a:cubicBezTo>
                  <a:pt x="561" y="511"/>
                  <a:pt x="573" y="503"/>
                  <a:pt x="588" y="503"/>
                </a:cubicBezTo>
                <a:cubicBezTo>
                  <a:pt x="604" y="503"/>
                  <a:pt x="617" y="511"/>
                  <a:pt x="623" y="525"/>
                </a:cubicBezTo>
                <a:cubicBezTo>
                  <a:pt x="656" y="598"/>
                  <a:pt x="688" y="671"/>
                  <a:pt x="720" y="745"/>
                </a:cubicBezTo>
                <a:cubicBezTo>
                  <a:pt x="726" y="759"/>
                  <a:pt x="721" y="771"/>
                  <a:pt x="708" y="776"/>
                </a:cubicBezTo>
                <a:cubicBezTo>
                  <a:pt x="696" y="781"/>
                  <a:pt x="684" y="777"/>
                  <a:pt x="678" y="764"/>
                </a:cubicBezTo>
                <a:cubicBezTo>
                  <a:pt x="673" y="754"/>
                  <a:pt x="668" y="743"/>
                  <a:pt x="664" y="733"/>
                </a:cubicBezTo>
                <a:cubicBezTo>
                  <a:pt x="660" y="720"/>
                  <a:pt x="653" y="717"/>
                  <a:pt x="640" y="717"/>
                </a:cubicBezTo>
                <a:cubicBezTo>
                  <a:pt x="623" y="718"/>
                  <a:pt x="605" y="718"/>
                  <a:pt x="588" y="718"/>
                </a:cubicBezTo>
                <a:close/>
                <a:moveTo>
                  <a:pt x="588" y="677"/>
                </a:moveTo>
                <a:cubicBezTo>
                  <a:pt x="601" y="677"/>
                  <a:pt x="613" y="677"/>
                  <a:pt x="626" y="677"/>
                </a:cubicBezTo>
                <a:cubicBezTo>
                  <a:pt x="636" y="677"/>
                  <a:pt x="638" y="673"/>
                  <a:pt x="634" y="664"/>
                </a:cubicBezTo>
                <a:cubicBezTo>
                  <a:pt x="622" y="635"/>
                  <a:pt x="609" y="606"/>
                  <a:pt x="596" y="577"/>
                </a:cubicBezTo>
                <a:cubicBezTo>
                  <a:pt x="595" y="574"/>
                  <a:pt x="591" y="572"/>
                  <a:pt x="589" y="569"/>
                </a:cubicBezTo>
                <a:cubicBezTo>
                  <a:pt x="586" y="572"/>
                  <a:pt x="583" y="574"/>
                  <a:pt x="581" y="577"/>
                </a:cubicBezTo>
                <a:cubicBezTo>
                  <a:pt x="568" y="606"/>
                  <a:pt x="556" y="635"/>
                  <a:pt x="543" y="664"/>
                </a:cubicBezTo>
                <a:cubicBezTo>
                  <a:pt x="539" y="673"/>
                  <a:pt x="542" y="677"/>
                  <a:pt x="551" y="677"/>
                </a:cubicBezTo>
                <a:cubicBezTo>
                  <a:pt x="564" y="677"/>
                  <a:pt x="576" y="677"/>
                  <a:pt x="588" y="677"/>
                </a:cubicBezTo>
                <a:close/>
                <a:moveTo>
                  <a:pt x="817" y="530"/>
                </a:moveTo>
                <a:cubicBezTo>
                  <a:pt x="817" y="513"/>
                  <a:pt x="806" y="503"/>
                  <a:pt x="792" y="503"/>
                </a:cubicBezTo>
                <a:cubicBezTo>
                  <a:pt x="778" y="504"/>
                  <a:pt x="769" y="514"/>
                  <a:pt x="769" y="530"/>
                </a:cubicBezTo>
                <a:cubicBezTo>
                  <a:pt x="768" y="604"/>
                  <a:pt x="768" y="678"/>
                  <a:pt x="769" y="752"/>
                </a:cubicBezTo>
                <a:cubicBezTo>
                  <a:pt x="769" y="759"/>
                  <a:pt x="774" y="769"/>
                  <a:pt x="779" y="773"/>
                </a:cubicBezTo>
                <a:cubicBezTo>
                  <a:pt x="786" y="777"/>
                  <a:pt x="797" y="778"/>
                  <a:pt x="803" y="774"/>
                </a:cubicBezTo>
                <a:cubicBezTo>
                  <a:pt x="810" y="771"/>
                  <a:pt x="816" y="760"/>
                  <a:pt x="816" y="752"/>
                </a:cubicBezTo>
                <a:cubicBezTo>
                  <a:pt x="817" y="715"/>
                  <a:pt x="817" y="678"/>
                  <a:pt x="817" y="641"/>
                </a:cubicBezTo>
                <a:cubicBezTo>
                  <a:pt x="817" y="604"/>
                  <a:pt x="817" y="567"/>
                  <a:pt x="817" y="53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25400">
              <a:schemeClr val="bg1">
                <a:alpha val="2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369D80D8-2E4F-F3AB-7559-C916EF31EFA7}"/>
              </a:ext>
            </a:extLst>
          </p:cNvPr>
          <p:cNvSpPr>
            <a:spLocks noEditPoints="1"/>
          </p:cNvSpPr>
          <p:nvPr/>
        </p:nvSpPr>
        <p:spPr bwMode="auto">
          <a:xfrm>
            <a:off x="10456396" y="2339496"/>
            <a:ext cx="375425" cy="375425"/>
          </a:xfrm>
          <a:custGeom>
            <a:avLst/>
            <a:gdLst>
              <a:gd name="T0" fmla="*/ 520 w 1536"/>
              <a:gd name="T1" fmla="*/ 1491 h 1536"/>
              <a:gd name="T2" fmla="*/ 504 w 1536"/>
              <a:gd name="T3" fmla="*/ 1143 h 1536"/>
              <a:gd name="T4" fmla="*/ 637 w 1536"/>
              <a:gd name="T5" fmla="*/ 934 h 1536"/>
              <a:gd name="T6" fmla="*/ 382 w 1536"/>
              <a:gd name="T7" fmla="*/ 1160 h 1536"/>
              <a:gd name="T8" fmla="*/ 361 w 1536"/>
              <a:gd name="T9" fmla="*/ 1446 h 1536"/>
              <a:gd name="T10" fmla="*/ 337 w 1536"/>
              <a:gd name="T11" fmla="*/ 1165 h 1536"/>
              <a:gd name="T12" fmla="*/ 576 w 1536"/>
              <a:gd name="T13" fmla="*/ 898 h 1536"/>
              <a:gd name="T14" fmla="*/ 562 w 1536"/>
              <a:gd name="T15" fmla="*/ 355 h 1536"/>
              <a:gd name="T16" fmla="*/ 882 w 1536"/>
              <a:gd name="T17" fmla="*/ 0 h 1536"/>
              <a:gd name="T18" fmla="*/ 1262 w 1536"/>
              <a:gd name="T19" fmla="*/ 291 h 1536"/>
              <a:gd name="T20" fmla="*/ 1333 w 1536"/>
              <a:gd name="T21" fmla="*/ 833 h 1536"/>
              <a:gd name="T22" fmla="*/ 1491 w 1536"/>
              <a:gd name="T23" fmla="*/ 1163 h 1536"/>
              <a:gd name="T24" fmla="*/ 1536 w 1536"/>
              <a:gd name="T25" fmla="*/ 1506 h 1536"/>
              <a:gd name="T26" fmla="*/ 0 w 1536"/>
              <a:gd name="T27" fmla="*/ 1506 h 1536"/>
              <a:gd name="T28" fmla="*/ 1302 w 1536"/>
              <a:gd name="T29" fmla="*/ 1144 h 1536"/>
              <a:gd name="T30" fmla="*/ 549 w 1536"/>
              <a:gd name="T31" fmla="*/ 1144 h 1536"/>
              <a:gd name="T32" fmla="*/ 1265 w 1536"/>
              <a:gd name="T33" fmla="*/ 1491 h 1536"/>
              <a:gd name="T34" fmla="*/ 940 w 1536"/>
              <a:gd name="T35" fmla="*/ 307 h 1536"/>
              <a:gd name="T36" fmla="*/ 836 w 1536"/>
              <a:gd name="T37" fmla="*/ 743 h 1536"/>
              <a:gd name="T38" fmla="*/ 1123 w 1536"/>
              <a:gd name="T39" fmla="*/ 608 h 1536"/>
              <a:gd name="T40" fmla="*/ 989 w 1536"/>
              <a:gd name="T41" fmla="*/ 706 h 1536"/>
              <a:gd name="T42" fmla="*/ 924 w 1536"/>
              <a:gd name="T43" fmla="*/ 576 h 1536"/>
              <a:gd name="T44" fmla="*/ 1108 w 1536"/>
              <a:gd name="T45" fmla="*/ 554 h 1536"/>
              <a:gd name="T46" fmla="*/ 1106 w 1536"/>
              <a:gd name="T47" fmla="*/ 392 h 1536"/>
              <a:gd name="T48" fmla="*/ 1044 w 1536"/>
              <a:gd name="T49" fmla="*/ 312 h 1536"/>
              <a:gd name="T50" fmla="*/ 606 w 1536"/>
              <a:gd name="T51" fmla="*/ 356 h 1536"/>
              <a:gd name="T52" fmla="*/ 764 w 1536"/>
              <a:gd name="T53" fmla="*/ 86 h 1536"/>
              <a:gd name="T54" fmla="*/ 1273 w 1536"/>
              <a:gd name="T55" fmla="*/ 1067 h 1536"/>
              <a:gd name="T56" fmla="*/ 1311 w 1536"/>
              <a:gd name="T57" fmla="*/ 1490 h 1536"/>
              <a:gd name="T58" fmla="*/ 1446 w 1536"/>
              <a:gd name="T59" fmla="*/ 1158 h 1536"/>
              <a:gd name="T60" fmla="*/ 1191 w 1536"/>
              <a:gd name="T61" fmla="*/ 930 h 1536"/>
              <a:gd name="T62" fmla="*/ 814 w 1536"/>
              <a:gd name="T63" fmla="*/ 791 h 1536"/>
              <a:gd name="T64" fmla="*/ 698 w 1536"/>
              <a:gd name="T65" fmla="*/ 969 h 1536"/>
              <a:gd name="T66" fmla="*/ 1144 w 1536"/>
              <a:gd name="T67" fmla="*/ 958 h 1536"/>
              <a:gd name="T68" fmla="*/ 1048 w 1536"/>
              <a:gd name="T69" fmla="*/ 853 h 1536"/>
              <a:gd name="T70" fmla="*/ 605 w 1536"/>
              <a:gd name="T71" fmla="*/ 403 h 1536"/>
              <a:gd name="T72" fmla="*/ 550 w 1536"/>
              <a:gd name="T73" fmla="*/ 829 h 1536"/>
              <a:gd name="T74" fmla="*/ 764 w 1536"/>
              <a:gd name="T75" fmla="*/ 763 h 1536"/>
              <a:gd name="T76" fmla="*/ 656 w 1536"/>
              <a:gd name="T77" fmla="*/ 403 h 1536"/>
              <a:gd name="T78" fmla="*/ 1172 w 1536"/>
              <a:gd name="T79" fmla="*/ 422 h 1536"/>
              <a:gd name="T80" fmla="*/ 1067 w 1536"/>
              <a:gd name="T81" fmla="*/ 803 h 1536"/>
              <a:gd name="T82" fmla="*/ 1289 w 1536"/>
              <a:gd name="T83" fmla="*/ 640 h 1536"/>
              <a:gd name="T84" fmla="*/ 1172 w 1536"/>
              <a:gd name="T85" fmla="*/ 404 h 1536"/>
              <a:gd name="T86" fmla="*/ 1144 w 1536"/>
              <a:gd name="T87" fmla="*/ 1008 h 1536"/>
              <a:gd name="T88" fmla="*/ 955 w 1536"/>
              <a:gd name="T89" fmla="*/ 621 h 1536"/>
              <a:gd name="T90" fmla="*/ 907 w 1536"/>
              <a:gd name="T91" fmla="*/ 640 h 1536"/>
              <a:gd name="T92" fmla="*/ 1001 w 1536"/>
              <a:gd name="T93" fmla="*/ 641 h 1536"/>
              <a:gd name="T94" fmla="*/ 288 w 1536"/>
              <a:gd name="T95" fmla="*/ 0 h 1536"/>
              <a:gd name="T96" fmla="*/ 445 w 1536"/>
              <a:gd name="T97" fmla="*/ 446 h 1536"/>
              <a:gd name="T98" fmla="*/ 457 w 1536"/>
              <a:gd name="T99" fmla="*/ 522 h 1536"/>
              <a:gd name="T100" fmla="*/ 0 w 1536"/>
              <a:gd name="T101" fmla="*/ 288 h 1536"/>
              <a:gd name="T102" fmla="*/ 183 w 1536"/>
              <a:gd name="T103" fmla="*/ 12 h 1536"/>
              <a:gd name="T104" fmla="*/ 402 w 1536"/>
              <a:gd name="T105" fmla="*/ 479 h 1536"/>
              <a:gd name="T106" fmla="*/ 454 w 1536"/>
              <a:gd name="T107" fmla="*/ 166 h 1536"/>
              <a:gd name="T108" fmla="*/ 215 w 1536"/>
              <a:gd name="T109" fmla="*/ 470 h 1536"/>
              <a:gd name="T110" fmla="*/ 840 w 1536"/>
              <a:gd name="T111" fmla="*/ 1300 h 1536"/>
              <a:gd name="T112" fmla="*/ 924 w 1536"/>
              <a:gd name="T113" fmla="*/ 1386 h 1536"/>
              <a:gd name="T114" fmla="*/ 925 w 1536"/>
              <a:gd name="T115" fmla="*/ 1261 h 1536"/>
              <a:gd name="T116" fmla="*/ 171 w 1536"/>
              <a:gd name="T117" fmla="*/ 239 h 1536"/>
              <a:gd name="T118" fmla="*/ 193 w 1536"/>
              <a:gd name="T119" fmla="*/ 260 h 1536"/>
              <a:gd name="T120" fmla="*/ 239 w 1536"/>
              <a:gd name="T121" fmla="*/ 261 h 1536"/>
              <a:gd name="T122" fmla="*/ 262 w 1536"/>
              <a:gd name="T123" fmla="*/ 239 h 1536"/>
              <a:gd name="T124" fmla="*/ 373 w 1536"/>
              <a:gd name="T125" fmla="*/ 262 h 1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36" h="1536">
                <a:moveTo>
                  <a:pt x="0" y="1506"/>
                </a:moveTo>
                <a:cubicBezTo>
                  <a:pt x="7" y="1494"/>
                  <a:pt x="18" y="1491"/>
                  <a:pt x="32" y="1491"/>
                </a:cubicBezTo>
                <a:cubicBezTo>
                  <a:pt x="195" y="1491"/>
                  <a:pt x="357" y="1491"/>
                  <a:pt x="520" y="1491"/>
                </a:cubicBezTo>
                <a:cubicBezTo>
                  <a:pt x="526" y="1491"/>
                  <a:pt x="532" y="1491"/>
                  <a:pt x="540" y="1491"/>
                </a:cubicBezTo>
                <a:cubicBezTo>
                  <a:pt x="536" y="1458"/>
                  <a:pt x="533" y="1427"/>
                  <a:pt x="530" y="1395"/>
                </a:cubicBezTo>
                <a:cubicBezTo>
                  <a:pt x="521" y="1311"/>
                  <a:pt x="512" y="1227"/>
                  <a:pt x="504" y="1143"/>
                </a:cubicBezTo>
                <a:cubicBezTo>
                  <a:pt x="499" y="1098"/>
                  <a:pt x="528" y="1067"/>
                  <a:pt x="573" y="1067"/>
                </a:cubicBezTo>
                <a:cubicBezTo>
                  <a:pt x="594" y="1067"/>
                  <a:pt x="615" y="1067"/>
                  <a:pt x="637" y="1067"/>
                </a:cubicBezTo>
                <a:cubicBezTo>
                  <a:pt x="637" y="1021"/>
                  <a:pt x="637" y="978"/>
                  <a:pt x="637" y="934"/>
                </a:cubicBezTo>
                <a:cubicBezTo>
                  <a:pt x="636" y="934"/>
                  <a:pt x="634" y="933"/>
                  <a:pt x="634" y="933"/>
                </a:cubicBezTo>
                <a:cubicBezTo>
                  <a:pt x="582" y="956"/>
                  <a:pt x="528" y="976"/>
                  <a:pt x="478" y="1002"/>
                </a:cubicBezTo>
                <a:cubicBezTo>
                  <a:pt x="414" y="1034"/>
                  <a:pt x="383" y="1089"/>
                  <a:pt x="382" y="1160"/>
                </a:cubicBezTo>
                <a:cubicBezTo>
                  <a:pt x="380" y="1244"/>
                  <a:pt x="381" y="1328"/>
                  <a:pt x="381" y="1412"/>
                </a:cubicBezTo>
                <a:cubicBezTo>
                  <a:pt x="381" y="1417"/>
                  <a:pt x="382" y="1422"/>
                  <a:pt x="381" y="1427"/>
                </a:cubicBezTo>
                <a:cubicBezTo>
                  <a:pt x="379" y="1438"/>
                  <a:pt x="372" y="1445"/>
                  <a:pt x="361" y="1446"/>
                </a:cubicBezTo>
                <a:cubicBezTo>
                  <a:pt x="350" y="1447"/>
                  <a:pt x="341" y="1441"/>
                  <a:pt x="338" y="1430"/>
                </a:cubicBezTo>
                <a:cubicBezTo>
                  <a:pt x="336" y="1425"/>
                  <a:pt x="336" y="1420"/>
                  <a:pt x="336" y="1414"/>
                </a:cubicBezTo>
                <a:cubicBezTo>
                  <a:pt x="336" y="1331"/>
                  <a:pt x="336" y="1248"/>
                  <a:pt x="337" y="1165"/>
                </a:cubicBezTo>
                <a:cubicBezTo>
                  <a:pt x="338" y="1064"/>
                  <a:pt x="385" y="993"/>
                  <a:pt x="478" y="952"/>
                </a:cubicBezTo>
                <a:cubicBezTo>
                  <a:pt x="514" y="936"/>
                  <a:pt x="550" y="920"/>
                  <a:pt x="588" y="904"/>
                </a:cubicBezTo>
                <a:cubicBezTo>
                  <a:pt x="583" y="901"/>
                  <a:pt x="580" y="899"/>
                  <a:pt x="576" y="898"/>
                </a:cubicBezTo>
                <a:cubicBezTo>
                  <a:pt x="463" y="852"/>
                  <a:pt x="425" y="714"/>
                  <a:pt x="500" y="618"/>
                </a:cubicBezTo>
                <a:cubicBezTo>
                  <a:pt x="543" y="563"/>
                  <a:pt x="566" y="503"/>
                  <a:pt x="562" y="433"/>
                </a:cubicBezTo>
                <a:cubicBezTo>
                  <a:pt x="560" y="407"/>
                  <a:pt x="561" y="381"/>
                  <a:pt x="562" y="355"/>
                </a:cubicBezTo>
                <a:cubicBezTo>
                  <a:pt x="562" y="315"/>
                  <a:pt x="567" y="274"/>
                  <a:pt x="582" y="236"/>
                </a:cubicBezTo>
                <a:cubicBezTo>
                  <a:pt x="634" y="103"/>
                  <a:pt x="730" y="25"/>
                  <a:pt x="872" y="3"/>
                </a:cubicBezTo>
                <a:cubicBezTo>
                  <a:pt x="876" y="2"/>
                  <a:pt x="879" y="1"/>
                  <a:pt x="882" y="0"/>
                </a:cubicBezTo>
                <a:cubicBezTo>
                  <a:pt x="904" y="0"/>
                  <a:pt x="926" y="0"/>
                  <a:pt x="948" y="0"/>
                </a:cubicBezTo>
                <a:cubicBezTo>
                  <a:pt x="959" y="2"/>
                  <a:pt x="969" y="4"/>
                  <a:pt x="980" y="6"/>
                </a:cubicBezTo>
                <a:cubicBezTo>
                  <a:pt x="1120" y="29"/>
                  <a:pt x="1242" y="150"/>
                  <a:pt x="1262" y="291"/>
                </a:cubicBezTo>
                <a:cubicBezTo>
                  <a:pt x="1269" y="340"/>
                  <a:pt x="1269" y="392"/>
                  <a:pt x="1268" y="442"/>
                </a:cubicBezTo>
                <a:cubicBezTo>
                  <a:pt x="1267" y="508"/>
                  <a:pt x="1286" y="566"/>
                  <a:pt x="1328" y="618"/>
                </a:cubicBezTo>
                <a:cubicBezTo>
                  <a:pt x="1378" y="681"/>
                  <a:pt x="1379" y="767"/>
                  <a:pt x="1333" y="833"/>
                </a:cubicBezTo>
                <a:cubicBezTo>
                  <a:pt x="1311" y="865"/>
                  <a:pt x="1280" y="887"/>
                  <a:pt x="1241" y="902"/>
                </a:cubicBezTo>
                <a:cubicBezTo>
                  <a:pt x="1279" y="919"/>
                  <a:pt x="1315" y="933"/>
                  <a:pt x="1351" y="949"/>
                </a:cubicBezTo>
                <a:cubicBezTo>
                  <a:pt x="1443" y="991"/>
                  <a:pt x="1490" y="1062"/>
                  <a:pt x="1491" y="1163"/>
                </a:cubicBezTo>
                <a:cubicBezTo>
                  <a:pt x="1491" y="1267"/>
                  <a:pt x="1491" y="1370"/>
                  <a:pt x="1491" y="1474"/>
                </a:cubicBezTo>
                <a:cubicBezTo>
                  <a:pt x="1491" y="1479"/>
                  <a:pt x="1491" y="1485"/>
                  <a:pt x="1491" y="1491"/>
                </a:cubicBezTo>
                <a:cubicBezTo>
                  <a:pt x="1509" y="1491"/>
                  <a:pt x="1526" y="1488"/>
                  <a:pt x="1536" y="1506"/>
                </a:cubicBezTo>
                <a:cubicBezTo>
                  <a:pt x="1536" y="1516"/>
                  <a:pt x="1536" y="1526"/>
                  <a:pt x="1536" y="1536"/>
                </a:cubicBezTo>
                <a:cubicBezTo>
                  <a:pt x="1024" y="1536"/>
                  <a:pt x="512" y="1536"/>
                  <a:pt x="0" y="1536"/>
                </a:cubicBezTo>
                <a:cubicBezTo>
                  <a:pt x="0" y="1526"/>
                  <a:pt x="0" y="1516"/>
                  <a:pt x="0" y="1506"/>
                </a:cubicBezTo>
                <a:close/>
                <a:moveTo>
                  <a:pt x="1265" y="1491"/>
                </a:moveTo>
                <a:cubicBezTo>
                  <a:pt x="1268" y="1463"/>
                  <a:pt x="1271" y="1437"/>
                  <a:pt x="1274" y="1411"/>
                </a:cubicBezTo>
                <a:cubicBezTo>
                  <a:pt x="1283" y="1322"/>
                  <a:pt x="1293" y="1233"/>
                  <a:pt x="1302" y="1144"/>
                </a:cubicBezTo>
                <a:cubicBezTo>
                  <a:pt x="1304" y="1120"/>
                  <a:pt x="1297" y="1112"/>
                  <a:pt x="1272" y="1112"/>
                </a:cubicBezTo>
                <a:cubicBezTo>
                  <a:pt x="1041" y="1112"/>
                  <a:pt x="809" y="1112"/>
                  <a:pt x="578" y="1112"/>
                </a:cubicBezTo>
                <a:cubicBezTo>
                  <a:pt x="553" y="1112"/>
                  <a:pt x="546" y="1119"/>
                  <a:pt x="549" y="1144"/>
                </a:cubicBezTo>
                <a:cubicBezTo>
                  <a:pt x="557" y="1225"/>
                  <a:pt x="566" y="1307"/>
                  <a:pt x="574" y="1388"/>
                </a:cubicBezTo>
                <a:cubicBezTo>
                  <a:pt x="578" y="1422"/>
                  <a:pt x="582" y="1456"/>
                  <a:pt x="585" y="1491"/>
                </a:cubicBezTo>
                <a:cubicBezTo>
                  <a:pt x="812" y="1491"/>
                  <a:pt x="1038" y="1491"/>
                  <a:pt x="1265" y="1491"/>
                </a:cubicBezTo>
                <a:close/>
                <a:moveTo>
                  <a:pt x="1224" y="357"/>
                </a:moveTo>
                <a:cubicBezTo>
                  <a:pt x="1222" y="263"/>
                  <a:pt x="1189" y="186"/>
                  <a:pt x="1120" y="123"/>
                </a:cubicBezTo>
                <a:cubicBezTo>
                  <a:pt x="1072" y="198"/>
                  <a:pt x="1013" y="259"/>
                  <a:pt x="940" y="307"/>
                </a:cubicBezTo>
                <a:cubicBezTo>
                  <a:pt x="867" y="355"/>
                  <a:pt x="787" y="385"/>
                  <a:pt x="701" y="399"/>
                </a:cubicBezTo>
                <a:cubicBezTo>
                  <a:pt x="701" y="460"/>
                  <a:pt x="700" y="520"/>
                  <a:pt x="701" y="579"/>
                </a:cubicBezTo>
                <a:cubicBezTo>
                  <a:pt x="703" y="659"/>
                  <a:pt x="758" y="728"/>
                  <a:pt x="836" y="743"/>
                </a:cubicBezTo>
                <a:cubicBezTo>
                  <a:pt x="880" y="751"/>
                  <a:pt x="926" y="751"/>
                  <a:pt x="971" y="747"/>
                </a:cubicBezTo>
                <a:cubicBezTo>
                  <a:pt x="1040" y="741"/>
                  <a:pt x="1087" y="701"/>
                  <a:pt x="1114" y="637"/>
                </a:cubicBezTo>
                <a:cubicBezTo>
                  <a:pt x="1118" y="629"/>
                  <a:pt x="1120" y="619"/>
                  <a:pt x="1123" y="608"/>
                </a:cubicBezTo>
                <a:cubicBezTo>
                  <a:pt x="1099" y="624"/>
                  <a:pt x="1077" y="638"/>
                  <a:pt x="1056" y="653"/>
                </a:cubicBezTo>
                <a:cubicBezTo>
                  <a:pt x="1050" y="657"/>
                  <a:pt x="1044" y="662"/>
                  <a:pt x="1041" y="668"/>
                </a:cubicBezTo>
                <a:cubicBezTo>
                  <a:pt x="1030" y="689"/>
                  <a:pt x="1013" y="704"/>
                  <a:pt x="989" y="706"/>
                </a:cubicBezTo>
                <a:cubicBezTo>
                  <a:pt x="965" y="708"/>
                  <a:pt x="940" y="708"/>
                  <a:pt x="916" y="705"/>
                </a:cubicBezTo>
                <a:cubicBezTo>
                  <a:pt x="883" y="701"/>
                  <a:pt x="860" y="670"/>
                  <a:pt x="862" y="638"/>
                </a:cubicBezTo>
                <a:cubicBezTo>
                  <a:pt x="864" y="604"/>
                  <a:pt x="890" y="577"/>
                  <a:pt x="924" y="576"/>
                </a:cubicBezTo>
                <a:cubicBezTo>
                  <a:pt x="935" y="575"/>
                  <a:pt x="947" y="576"/>
                  <a:pt x="958" y="575"/>
                </a:cubicBezTo>
                <a:cubicBezTo>
                  <a:pt x="991" y="573"/>
                  <a:pt x="1021" y="578"/>
                  <a:pt x="1039" y="611"/>
                </a:cubicBezTo>
                <a:cubicBezTo>
                  <a:pt x="1068" y="597"/>
                  <a:pt x="1091" y="579"/>
                  <a:pt x="1108" y="554"/>
                </a:cubicBezTo>
                <a:cubicBezTo>
                  <a:pt x="1121" y="536"/>
                  <a:pt x="1129" y="518"/>
                  <a:pt x="1127" y="494"/>
                </a:cubicBezTo>
                <a:cubicBezTo>
                  <a:pt x="1126" y="470"/>
                  <a:pt x="1126" y="445"/>
                  <a:pt x="1127" y="421"/>
                </a:cubicBezTo>
                <a:cubicBezTo>
                  <a:pt x="1128" y="404"/>
                  <a:pt x="1124" y="396"/>
                  <a:pt x="1106" y="392"/>
                </a:cubicBezTo>
                <a:cubicBezTo>
                  <a:pt x="1073" y="385"/>
                  <a:pt x="1044" y="369"/>
                  <a:pt x="1018" y="348"/>
                </a:cubicBezTo>
                <a:cubicBezTo>
                  <a:pt x="1007" y="340"/>
                  <a:pt x="1005" y="327"/>
                  <a:pt x="1012" y="317"/>
                </a:cubicBezTo>
                <a:cubicBezTo>
                  <a:pt x="1019" y="306"/>
                  <a:pt x="1032" y="305"/>
                  <a:pt x="1044" y="312"/>
                </a:cubicBezTo>
                <a:cubicBezTo>
                  <a:pt x="1047" y="314"/>
                  <a:pt x="1049" y="316"/>
                  <a:pt x="1052" y="318"/>
                </a:cubicBezTo>
                <a:cubicBezTo>
                  <a:pt x="1104" y="352"/>
                  <a:pt x="1161" y="364"/>
                  <a:pt x="1224" y="357"/>
                </a:cubicBezTo>
                <a:close/>
                <a:moveTo>
                  <a:pt x="606" y="356"/>
                </a:moveTo>
                <a:cubicBezTo>
                  <a:pt x="714" y="364"/>
                  <a:pt x="809" y="333"/>
                  <a:pt x="897" y="280"/>
                </a:cubicBezTo>
                <a:cubicBezTo>
                  <a:pt x="975" y="234"/>
                  <a:pt x="1036" y="172"/>
                  <a:pt x="1084" y="95"/>
                </a:cubicBezTo>
                <a:cubicBezTo>
                  <a:pt x="978" y="32"/>
                  <a:pt x="870" y="25"/>
                  <a:pt x="764" y="86"/>
                </a:cubicBezTo>
                <a:cubicBezTo>
                  <a:pt x="661" y="144"/>
                  <a:pt x="611" y="236"/>
                  <a:pt x="606" y="356"/>
                </a:cubicBezTo>
                <a:close/>
                <a:moveTo>
                  <a:pt x="1191" y="1067"/>
                </a:moveTo>
                <a:cubicBezTo>
                  <a:pt x="1219" y="1067"/>
                  <a:pt x="1246" y="1067"/>
                  <a:pt x="1273" y="1067"/>
                </a:cubicBezTo>
                <a:cubicBezTo>
                  <a:pt x="1323" y="1067"/>
                  <a:pt x="1352" y="1097"/>
                  <a:pt x="1347" y="1147"/>
                </a:cubicBezTo>
                <a:cubicBezTo>
                  <a:pt x="1338" y="1236"/>
                  <a:pt x="1328" y="1325"/>
                  <a:pt x="1318" y="1413"/>
                </a:cubicBezTo>
                <a:cubicBezTo>
                  <a:pt x="1316" y="1439"/>
                  <a:pt x="1313" y="1464"/>
                  <a:pt x="1311" y="1490"/>
                </a:cubicBezTo>
                <a:cubicBezTo>
                  <a:pt x="1357" y="1490"/>
                  <a:pt x="1401" y="1490"/>
                  <a:pt x="1446" y="1490"/>
                </a:cubicBezTo>
                <a:cubicBezTo>
                  <a:pt x="1446" y="1485"/>
                  <a:pt x="1446" y="1482"/>
                  <a:pt x="1446" y="1479"/>
                </a:cubicBezTo>
                <a:cubicBezTo>
                  <a:pt x="1446" y="1372"/>
                  <a:pt x="1447" y="1265"/>
                  <a:pt x="1446" y="1158"/>
                </a:cubicBezTo>
                <a:cubicBezTo>
                  <a:pt x="1445" y="1081"/>
                  <a:pt x="1408" y="1025"/>
                  <a:pt x="1337" y="993"/>
                </a:cubicBezTo>
                <a:cubicBezTo>
                  <a:pt x="1304" y="978"/>
                  <a:pt x="1271" y="964"/>
                  <a:pt x="1237" y="950"/>
                </a:cubicBezTo>
                <a:cubicBezTo>
                  <a:pt x="1222" y="943"/>
                  <a:pt x="1207" y="937"/>
                  <a:pt x="1191" y="930"/>
                </a:cubicBezTo>
                <a:cubicBezTo>
                  <a:pt x="1191" y="976"/>
                  <a:pt x="1191" y="1020"/>
                  <a:pt x="1191" y="1067"/>
                </a:cubicBezTo>
                <a:close/>
                <a:moveTo>
                  <a:pt x="816" y="787"/>
                </a:moveTo>
                <a:cubicBezTo>
                  <a:pt x="816" y="788"/>
                  <a:pt x="815" y="789"/>
                  <a:pt x="814" y="791"/>
                </a:cubicBezTo>
                <a:cubicBezTo>
                  <a:pt x="801" y="842"/>
                  <a:pt x="768" y="879"/>
                  <a:pt x="718" y="895"/>
                </a:cubicBezTo>
                <a:cubicBezTo>
                  <a:pt x="689" y="905"/>
                  <a:pt x="678" y="921"/>
                  <a:pt x="682" y="951"/>
                </a:cubicBezTo>
                <a:cubicBezTo>
                  <a:pt x="684" y="962"/>
                  <a:pt x="686" y="967"/>
                  <a:pt x="698" y="969"/>
                </a:cubicBezTo>
                <a:cubicBezTo>
                  <a:pt x="739" y="976"/>
                  <a:pt x="780" y="986"/>
                  <a:pt x="822" y="991"/>
                </a:cubicBezTo>
                <a:cubicBezTo>
                  <a:pt x="928" y="1003"/>
                  <a:pt x="1032" y="992"/>
                  <a:pt x="1135" y="963"/>
                </a:cubicBezTo>
                <a:cubicBezTo>
                  <a:pt x="1138" y="962"/>
                  <a:pt x="1144" y="960"/>
                  <a:pt x="1144" y="958"/>
                </a:cubicBezTo>
                <a:cubicBezTo>
                  <a:pt x="1145" y="943"/>
                  <a:pt x="1146" y="927"/>
                  <a:pt x="1143" y="913"/>
                </a:cubicBezTo>
                <a:cubicBezTo>
                  <a:pt x="1142" y="907"/>
                  <a:pt x="1129" y="903"/>
                  <a:pt x="1121" y="900"/>
                </a:cubicBezTo>
                <a:cubicBezTo>
                  <a:pt x="1094" y="889"/>
                  <a:pt x="1066" y="878"/>
                  <a:pt x="1048" y="853"/>
                </a:cubicBezTo>
                <a:cubicBezTo>
                  <a:pt x="1033" y="833"/>
                  <a:pt x="1021" y="810"/>
                  <a:pt x="1008" y="788"/>
                </a:cubicBezTo>
                <a:cubicBezTo>
                  <a:pt x="946" y="798"/>
                  <a:pt x="882" y="798"/>
                  <a:pt x="816" y="787"/>
                </a:cubicBezTo>
                <a:close/>
                <a:moveTo>
                  <a:pt x="605" y="403"/>
                </a:moveTo>
                <a:cubicBezTo>
                  <a:pt x="605" y="433"/>
                  <a:pt x="607" y="461"/>
                  <a:pt x="604" y="489"/>
                </a:cubicBezTo>
                <a:cubicBezTo>
                  <a:pt x="598" y="549"/>
                  <a:pt x="571" y="599"/>
                  <a:pt x="535" y="646"/>
                </a:cubicBezTo>
                <a:cubicBezTo>
                  <a:pt x="491" y="701"/>
                  <a:pt x="499" y="781"/>
                  <a:pt x="550" y="829"/>
                </a:cubicBezTo>
                <a:cubicBezTo>
                  <a:pt x="600" y="875"/>
                  <a:pt x="683" y="880"/>
                  <a:pt x="738" y="833"/>
                </a:cubicBezTo>
                <a:cubicBezTo>
                  <a:pt x="755" y="819"/>
                  <a:pt x="765" y="801"/>
                  <a:pt x="770" y="780"/>
                </a:cubicBezTo>
                <a:cubicBezTo>
                  <a:pt x="772" y="773"/>
                  <a:pt x="772" y="767"/>
                  <a:pt x="764" y="763"/>
                </a:cubicBezTo>
                <a:cubicBezTo>
                  <a:pt x="691" y="717"/>
                  <a:pt x="655" y="650"/>
                  <a:pt x="656" y="563"/>
                </a:cubicBezTo>
                <a:cubicBezTo>
                  <a:pt x="656" y="515"/>
                  <a:pt x="656" y="467"/>
                  <a:pt x="656" y="419"/>
                </a:cubicBezTo>
                <a:cubicBezTo>
                  <a:pt x="656" y="414"/>
                  <a:pt x="656" y="409"/>
                  <a:pt x="656" y="403"/>
                </a:cubicBezTo>
                <a:cubicBezTo>
                  <a:pt x="639" y="403"/>
                  <a:pt x="624" y="403"/>
                  <a:pt x="605" y="403"/>
                </a:cubicBezTo>
                <a:close/>
                <a:moveTo>
                  <a:pt x="1172" y="404"/>
                </a:moveTo>
                <a:cubicBezTo>
                  <a:pt x="1172" y="411"/>
                  <a:pt x="1172" y="417"/>
                  <a:pt x="1172" y="422"/>
                </a:cubicBezTo>
                <a:cubicBezTo>
                  <a:pt x="1172" y="470"/>
                  <a:pt x="1172" y="519"/>
                  <a:pt x="1172" y="567"/>
                </a:cubicBezTo>
                <a:cubicBezTo>
                  <a:pt x="1171" y="645"/>
                  <a:pt x="1141" y="708"/>
                  <a:pt x="1078" y="754"/>
                </a:cubicBezTo>
                <a:cubicBezTo>
                  <a:pt x="1052" y="772"/>
                  <a:pt x="1051" y="775"/>
                  <a:pt x="1067" y="803"/>
                </a:cubicBezTo>
                <a:cubicBezTo>
                  <a:pt x="1074" y="815"/>
                  <a:pt x="1082" y="826"/>
                  <a:pt x="1093" y="834"/>
                </a:cubicBezTo>
                <a:cubicBezTo>
                  <a:pt x="1128" y="861"/>
                  <a:pt x="1168" y="872"/>
                  <a:pt x="1212" y="863"/>
                </a:cubicBezTo>
                <a:cubicBezTo>
                  <a:pt x="1314" y="841"/>
                  <a:pt x="1355" y="723"/>
                  <a:pt x="1289" y="640"/>
                </a:cubicBezTo>
                <a:cubicBezTo>
                  <a:pt x="1245" y="585"/>
                  <a:pt x="1223" y="523"/>
                  <a:pt x="1224" y="453"/>
                </a:cubicBezTo>
                <a:cubicBezTo>
                  <a:pt x="1224" y="437"/>
                  <a:pt x="1224" y="420"/>
                  <a:pt x="1224" y="404"/>
                </a:cubicBezTo>
                <a:cubicBezTo>
                  <a:pt x="1206" y="404"/>
                  <a:pt x="1191" y="404"/>
                  <a:pt x="1172" y="404"/>
                </a:cubicBezTo>
                <a:close/>
                <a:moveTo>
                  <a:pt x="684" y="1065"/>
                </a:moveTo>
                <a:cubicBezTo>
                  <a:pt x="838" y="1065"/>
                  <a:pt x="991" y="1065"/>
                  <a:pt x="1144" y="1065"/>
                </a:cubicBezTo>
                <a:cubicBezTo>
                  <a:pt x="1144" y="1046"/>
                  <a:pt x="1144" y="1028"/>
                  <a:pt x="1144" y="1008"/>
                </a:cubicBezTo>
                <a:cubicBezTo>
                  <a:pt x="991" y="1050"/>
                  <a:pt x="838" y="1051"/>
                  <a:pt x="684" y="1012"/>
                </a:cubicBezTo>
                <a:cubicBezTo>
                  <a:pt x="684" y="1031"/>
                  <a:pt x="684" y="1048"/>
                  <a:pt x="684" y="1065"/>
                </a:cubicBezTo>
                <a:close/>
                <a:moveTo>
                  <a:pt x="955" y="621"/>
                </a:moveTo>
                <a:cubicBezTo>
                  <a:pt x="955" y="621"/>
                  <a:pt x="955" y="621"/>
                  <a:pt x="955" y="621"/>
                </a:cubicBezTo>
                <a:cubicBezTo>
                  <a:pt x="945" y="621"/>
                  <a:pt x="936" y="620"/>
                  <a:pt x="926" y="621"/>
                </a:cubicBezTo>
                <a:cubicBezTo>
                  <a:pt x="914" y="621"/>
                  <a:pt x="908" y="629"/>
                  <a:pt x="907" y="640"/>
                </a:cubicBezTo>
                <a:cubicBezTo>
                  <a:pt x="907" y="651"/>
                  <a:pt x="912" y="660"/>
                  <a:pt x="923" y="661"/>
                </a:cubicBezTo>
                <a:cubicBezTo>
                  <a:pt x="944" y="662"/>
                  <a:pt x="965" y="662"/>
                  <a:pt x="985" y="661"/>
                </a:cubicBezTo>
                <a:cubicBezTo>
                  <a:pt x="996" y="660"/>
                  <a:pt x="1002" y="651"/>
                  <a:pt x="1001" y="641"/>
                </a:cubicBezTo>
                <a:cubicBezTo>
                  <a:pt x="1001" y="629"/>
                  <a:pt x="995" y="622"/>
                  <a:pt x="983" y="621"/>
                </a:cubicBezTo>
                <a:cubicBezTo>
                  <a:pt x="973" y="620"/>
                  <a:pt x="964" y="621"/>
                  <a:pt x="955" y="621"/>
                </a:cubicBezTo>
                <a:close/>
                <a:moveTo>
                  <a:pt x="288" y="0"/>
                </a:moveTo>
                <a:cubicBezTo>
                  <a:pt x="303" y="3"/>
                  <a:pt x="318" y="6"/>
                  <a:pt x="333" y="10"/>
                </a:cubicBezTo>
                <a:cubicBezTo>
                  <a:pt x="519" y="65"/>
                  <a:pt x="583" y="292"/>
                  <a:pt x="454" y="436"/>
                </a:cubicBezTo>
                <a:cubicBezTo>
                  <a:pt x="451" y="439"/>
                  <a:pt x="449" y="442"/>
                  <a:pt x="445" y="446"/>
                </a:cubicBezTo>
                <a:cubicBezTo>
                  <a:pt x="455" y="452"/>
                  <a:pt x="464" y="457"/>
                  <a:pt x="472" y="463"/>
                </a:cubicBezTo>
                <a:cubicBezTo>
                  <a:pt x="488" y="472"/>
                  <a:pt x="493" y="484"/>
                  <a:pt x="489" y="499"/>
                </a:cubicBezTo>
                <a:cubicBezTo>
                  <a:pt x="486" y="513"/>
                  <a:pt x="474" y="522"/>
                  <a:pt x="457" y="522"/>
                </a:cubicBezTo>
                <a:cubicBezTo>
                  <a:pt x="389" y="522"/>
                  <a:pt x="321" y="523"/>
                  <a:pt x="253" y="522"/>
                </a:cubicBezTo>
                <a:cubicBezTo>
                  <a:pt x="129" y="519"/>
                  <a:pt x="20" y="421"/>
                  <a:pt x="3" y="298"/>
                </a:cubicBezTo>
                <a:cubicBezTo>
                  <a:pt x="2" y="295"/>
                  <a:pt x="1" y="291"/>
                  <a:pt x="0" y="288"/>
                </a:cubicBezTo>
                <a:cubicBezTo>
                  <a:pt x="0" y="270"/>
                  <a:pt x="0" y="252"/>
                  <a:pt x="0" y="234"/>
                </a:cubicBezTo>
                <a:cubicBezTo>
                  <a:pt x="1" y="230"/>
                  <a:pt x="2" y="226"/>
                  <a:pt x="3" y="223"/>
                </a:cubicBezTo>
                <a:cubicBezTo>
                  <a:pt x="22" y="117"/>
                  <a:pt x="82" y="47"/>
                  <a:pt x="183" y="12"/>
                </a:cubicBezTo>
                <a:cubicBezTo>
                  <a:pt x="200" y="6"/>
                  <a:pt x="217" y="4"/>
                  <a:pt x="234" y="0"/>
                </a:cubicBezTo>
                <a:cubicBezTo>
                  <a:pt x="252" y="0"/>
                  <a:pt x="270" y="0"/>
                  <a:pt x="288" y="0"/>
                </a:cubicBezTo>
                <a:close/>
                <a:moveTo>
                  <a:pt x="402" y="479"/>
                </a:moveTo>
                <a:cubicBezTo>
                  <a:pt x="386" y="452"/>
                  <a:pt x="388" y="438"/>
                  <a:pt x="408" y="419"/>
                </a:cubicBezTo>
                <a:cubicBezTo>
                  <a:pt x="410" y="417"/>
                  <a:pt x="411" y="416"/>
                  <a:pt x="413" y="414"/>
                </a:cubicBezTo>
                <a:cubicBezTo>
                  <a:pt x="479" y="349"/>
                  <a:pt x="496" y="249"/>
                  <a:pt x="454" y="166"/>
                </a:cubicBezTo>
                <a:cubicBezTo>
                  <a:pt x="412" y="82"/>
                  <a:pt x="323" y="34"/>
                  <a:pt x="230" y="47"/>
                </a:cubicBezTo>
                <a:cubicBezTo>
                  <a:pt x="128" y="62"/>
                  <a:pt x="49" y="149"/>
                  <a:pt x="45" y="250"/>
                </a:cubicBezTo>
                <a:cubicBezTo>
                  <a:pt x="41" y="357"/>
                  <a:pt x="111" y="453"/>
                  <a:pt x="215" y="470"/>
                </a:cubicBezTo>
                <a:cubicBezTo>
                  <a:pt x="276" y="481"/>
                  <a:pt x="340" y="477"/>
                  <a:pt x="402" y="479"/>
                </a:cubicBezTo>
                <a:close/>
                <a:moveTo>
                  <a:pt x="924" y="1386"/>
                </a:moveTo>
                <a:cubicBezTo>
                  <a:pt x="877" y="1386"/>
                  <a:pt x="839" y="1348"/>
                  <a:pt x="840" y="1300"/>
                </a:cubicBezTo>
                <a:cubicBezTo>
                  <a:pt x="840" y="1254"/>
                  <a:pt x="879" y="1216"/>
                  <a:pt x="925" y="1216"/>
                </a:cubicBezTo>
                <a:cubicBezTo>
                  <a:pt x="972" y="1216"/>
                  <a:pt x="1011" y="1255"/>
                  <a:pt x="1011" y="1302"/>
                </a:cubicBezTo>
                <a:cubicBezTo>
                  <a:pt x="1010" y="1349"/>
                  <a:pt x="972" y="1387"/>
                  <a:pt x="924" y="1386"/>
                </a:cubicBezTo>
                <a:close/>
                <a:moveTo>
                  <a:pt x="925" y="1341"/>
                </a:moveTo>
                <a:cubicBezTo>
                  <a:pt x="947" y="1341"/>
                  <a:pt x="965" y="1324"/>
                  <a:pt x="966" y="1302"/>
                </a:cubicBezTo>
                <a:cubicBezTo>
                  <a:pt x="966" y="1280"/>
                  <a:pt x="947" y="1261"/>
                  <a:pt x="925" y="1261"/>
                </a:cubicBezTo>
                <a:cubicBezTo>
                  <a:pt x="903" y="1261"/>
                  <a:pt x="884" y="1280"/>
                  <a:pt x="885" y="1302"/>
                </a:cubicBezTo>
                <a:cubicBezTo>
                  <a:pt x="885" y="1324"/>
                  <a:pt x="903" y="1341"/>
                  <a:pt x="925" y="1341"/>
                </a:cubicBezTo>
                <a:close/>
                <a:moveTo>
                  <a:pt x="171" y="239"/>
                </a:moveTo>
                <a:cubicBezTo>
                  <a:pt x="158" y="239"/>
                  <a:pt x="149" y="249"/>
                  <a:pt x="149" y="261"/>
                </a:cubicBezTo>
                <a:cubicBezTo>
                  <a:pt x="149" y="274"/>
                  <a:pt x="159" y="284"/>
                  <a:pt x="172" y="283"/>
                </a:cubicBezTo>
                <a:cubicBezTo>
                  <a:pt x="184" y="282"/>
                  <a:pt x="193" y="273"/>
                  <a:pt x="193" y="260"/>
                </a:cubicBezTo>
                <a:cubicBezTo>
                  <a:pt x="193" y="248"/>
                  <a:pt x="183" y="239"/>
                  <a:pt x="171" y="239"/>
                </a:cubicBezTo>
                <a:close/>
                <a:moveTo>
                  <a:pt x="262" y="239"/>
                </a:moveTo>
                <a:cubicBezTo>
                  <a:pt x="249" y="238"/>
                  <a:pt x="239" y="248"/>
                  <a:pt x="239" y="261"/>
                </a:cubicBezTo>
                <a:cubicBezTo>
                  <a:pt x="239" y="274"/>
                  <a:pt x="249" y="283"/>
                  <a:pt x="262" y="283"/>
                </a:cubicBezTo>
                <a:cubicBezTo>
                  <a:pt x="274" y="283"/>
                  <a:pt x="283" y="273"/>
                  <a:pt x="283" y="261"/>
                </a:cubicBezTo>
                <a:cubicBezTo>
                  <a:pt x="283" y="249"/>
                  <a:pt x="274" y="239"/>
                  <a:pt x="262" y="239"/>
                </a:cubicBezTo>
                <a:close/>
                <a:moveTo>
                  <a:pt x="329" y="260"/>
                </a:moveTo>
                <a:cubicBezTo>
                  <a:pt x="328" y="273"/>
                  <a:pt x="338" y="283"/>
                  <a:pt x="351" y="283"/>
                </a:cubicBezTo>
                <a:cubicBezTo>
                  <a:pt x="363" y="283"/>
                  <a:pt x="372" y="274"/>
                  <a:pt x="373" y="262"/>
                </a:cubicBezTo>
                <a:cubicBezTo>
                  <a:pt x="374" y="249"/>
                  <a:pt x="364" y="239"/>
                  <a:pt x="351" y="239"/>
                </a:cubicBezTo>
                <a:cubicBezTo>
                  <a:pt x="339" y="239"/>
                  <a:pt x="329" y="248"/>
                  <a:pt x="329" y="2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25400">
              <a:schemeClr val="bg1">
                <a:alpha val="2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807358-4347-F734-5CBC-3E2D24EF1E4A}"/>
              </a:ext>
            </a:extLst>
          </p:cNvPr>
          <p:cNvSpPr/>
          <p:nvPr/>
        </p:nvSpPr>
        <p:spPr>
          <a:xfrm>
            <a:off x="150462" y="2677621"/>
            <a:ext cx="2054558" cy="3765393"/>
          </a:xfrm>
          <a:prstGeom prst="roundRect">
            <a:avLst>
              <a:gd name="adj" fmla="val 3245"/>
            </a:avLst>
          </a:prstGeom>
          <a:noFill/>
          <a:ln w="6350" cap="flat" cmpd="sng" algn="ctr">
            <a:solidFill>
              <a:srgbClr val="DDE1E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1CAD62-5317-73DA-269F-25E52F9D596B}"/>
              </a:ext>
            </a:extLst>
          </p:cNvPr>
          <p:cNvSpPr txBox="1"/>
          <p:nvPr/>
        </p:nvSpPr>
        <p:spPr>
          <a:xfrm>
            <a:off x="211088" y="2954527"/>
            <a:ext cx="19256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marR="0" lvl="0" indent="-92075" algn="l" defTabSz="457200" rtl="0" eaLnBrk="1" fontAlgn="auto" latinLnBrk="0" hangingPunct="1">
              <a:lnSpc>
                <a:spcPct val="100000"/>
              </a:lnSpc>
              <a:buClr>
                <a:srgbClr val="43515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N2T esqueinip sum ido rciportadapibu,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svi vamus su scipi tt ortore g etfe lisportt itorvo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92075" marR="0" lvl="0" indent="-92075" algn="l" defTabSz="457200" rtl="0" eaLnBrk="1" fontAlgn="auto" latinLnBrk="0" hangingPunct="1">
              <a:lnSpc>
                <a:spcPct val="100000"/>
              </a:lnSpc>
              <a:buClr>
                <a:srgbClr val="43515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Lutpatcras ultriciesli gulas: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Edmagna di ctumport aloremi psu mdo lo rsitame tconsect</a:t>
            </a:r>
          </a:p>
          <a:p>
            <a:pPr marL="92075" marR="0" lvl="0" indent="-92075" algn="l" defTabSz="457200" rtl="0" eaLnBrk="1" fontAlgn="auto" latinLnBrk="0" hangingPunct="1">
              <a:lnSpc>
                <a:spcPct val="100000"/>
              </a:lnSpc>
              <a:buClr>
                <a:srgbClr val="43515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Eturadip iscingel itseddoeius mo-dtemp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orinci diduntutlabor eet doloremag naaliqu autenim ad minim veniam quisnos.</a:t>
            </a:r>
          </a:p>
          <a:p>
            <a:pPr marL="92075" marR="0" lvl="0" indent="-92075" algn="l" defTabSz="457200" rtl="0" eaLnBrk="1" fontAlgn="auto" latinLnBrk="0" hangingPunct="1">
              <a:lnSpc>
                <a:spcPct val="100000"/>
              </a:lnSpc>
              <a:buClr>
                <a:srgbClr val="43515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Trudexe rcitationu lla mcolabor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 nisiutaliq &amp; uipex eac O2M modoconse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DA3A50-6ED2-A9A4-EC8D-5FAA17FF3800}"/>
              </a:ext>
            </a:extLst>
          </p:cNvPr>
          <p:cNvSpPr/>
          <p:nvPr/>
        </p:nvSpPr>
        <p:spPr>
          <a:xfrm>
            <a:off x="2425055" y="1878743"/>
            <a:ext cx="4466098" cy="4564270"/>
          </a:xfrm>
          <a:prstGeom prst="roundRect">
            <a:avLst>
              <a:gd name="adj" fmla="val 1484"/>
            </a:avLst>
          </a:prstGeom>
          <a:noFill/>
          <a:ln w="6350">
            <a:gradFill>
              <a:gsLst>
                <a:gs pos="0">
                  <a:srgbClr val="3574F1"/>
                </a:gs>
                <a:gs pos="100000">
                  <a:srgbClr val="FBBC05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2321F4-6F33-378C-62D8-F9FC89FC65D9}"/>
              </a:ext>
            </a:extLst>
          </p:cNvPr>
          <p:cNvSpPr txBox="1"/>
          <p:nvPr/>
        </p:nvSpPr>
        <p:spPr>
          <a:xfrm>
            <a:off x="2593681" y="2159589"/>
            <a:ext cx="4128846" cy="281637"/>
          </a:xfrm>
          <a:prstGeom prst="roundRect">
            <a:avLst>
              <a:gd name="adj" fmla="val 25008"/>
            </a:avLst>
          </a:prstGeom>
          <a:gradFill flip="none" rotWithShape="1">
            <a:gsLst>
              <a:gs pos="0">
                <a:srgbClr val="7D95BE">
                  <a:alpha val="60000"/>
                </a:srgbClr>
              </a:gs>
              <a:gs pos="75000">
                <a:srgbClr val="7D95BE"/>
              </a:gs>
            </a:gsLst>
            <a:lin ang="2700000" scaled="0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square" rtlCol="0" anchor="ctr"/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Arial" panose="020B0604020202020204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Qu-atduisau Teiruredo Lorin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811239-1218-81C7-48AE-64C7159ADA0C}"/>
              </a:ext>
            </a:extLst>
          </p:cNvPr>
          <p:cNvSpPr txBox="1"/>
          <p:nvPr/>
        </p:nvSpPr>
        <p:spPr>
          <a:xfrm>
            <a:off x="3227304" y="3536454"/>
            <a:ext cx="3499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92075" marR="0" lvl="0" indent="-92075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anose="020B0604020202020204" pitchFamily="34" charset="0"/>
              <a:buChar char="•"/>
              <a:tabLst/>
              <a:defRPr sz="9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Reprehen Derit Involupt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ateveli tessecill um dolo-reeufugia tnullapar iatu rexcepteurs intoccaecatcup</a:t>
            </a:r>
            <a:endParaRPr kumimoji="0" 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A36927-EF15-F7BD-7395-77810AE918BB}"/>
              </a:ext>
            </a:extLst>
          </p:cNvPr>
          <p:cNvSpPr txBox="1"/>
          <p:nvPr/>
        </p:nvSpPr>
        <p:spPr>
          <a:xfrm>
            <a:off x="3227304" y="5640980"/>
            <a:ext cx="3474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92075" marR="0" lvl="0" indent="-92075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anose="020B0604020202020204" pitchFamily="34" charset="0"/>
              <a:buChar char="•"/>
              <a:tabLst/>
              <a:defRPr sz="9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Idatatnonp-roid entsunti nculpaquio fficiad 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Seruntmolli Tanimid estlaboru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mcurab it u ‘rno-nnul’ lasitamet nis lte mpusconv allisqui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D9C63E-AAFF-B59B-0DD0-2995DBA375E9}"/>
              </a:ext>
            </a:extLst>
          </p:cNvPr>
          <p:cNvSpPr txBox="1"/>
          <p:nvPr/>
        </p:nvSpPr>
        <p:spPr>
          <a:xfrm>
            <a:off x="3227304" y="4635695"/>
            <a:ext cx="34952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92075" marR="0" lvl="0" indent="-92075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anose="020B0604020202020204" pitchFamily="34" charset="0"/>
              <a:buChar char="•"/>
              <a:tabLst/>
              <a:defRPr sz="9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 aclectu S2P ellentes quei nipsumid o rcipo rtadapibus vivamussu scipittort orege tfeli sp ort titorvolutp atcrasu, ltricies ligulase dmagna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394625-18D4-2B35-C5DC-31FE9FE42CC0}"/>
              </a:ext>
            </a:extLst>
          </p:cNvPr>
          <p:cNvSpPr txBox="1"/>
          <p:nvPr/>
        </p:nvSpPr>
        <p:spPr>
          <a:xfrm>
            <a:off x="3227304" y="2533968"/>
            <a:ext cx="3586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92075" marR="0" lvl="0" indent="-92075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anose="020B0604020202020204" pitchFamily="34" charset="0"/>
              <a:buChar char="•"/>
              <a:tabLst/>
              <a:defRPr sz="9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Dictumpo Rtalore Mipsumdol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orsitam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etconse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cteturadip, iscing elit S2E DDO eiusm odte mpori ncididuntut la B&amp;O ree tdolor em </a:t>
            </a: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agnaaliq uauten imad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80D7A0-9270-A022-6B76-CADAC95F910A}"/>
              </a:ext>
            </a:extLst>
          </p:cNvPr>
          <p:cNvSpPr txBox="1"/>
          <p:nvPr/>
        </p:nvSpPr>
        <p:spPr>
          <a:xfrm>
            <a:off x="2593681" y="4290916"/>
            <a:ext cx="4128846" cy="281637"/>
          </a:xfrm>
          <a:prstGeom prst="roundRect">
            <a:avLst>
              <a:gd name="adj" fmla="val 25008"/>
            </a:avLst>
          </a:prstGeom>
          <a:gradFill flip="none" rotWithShape="1">
            <a:gsLst>
              <a:gs pos="0">
                <a:srgbClr val="7E68A4">
                  <a:alpha val="60000"/>
                </a:srgbClr>
              </a:gs>
              <a:gs pos="75000">
                <a:srgbClr val="7E68A4"/>
              </a:gs>
            </a:gsLst>
            <a:lin ang="2700000" scaled="0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square" rtlCol="0" anchor="ctr"/>
          <a:lstStyle>
            <a:defPPr>
              <a:defRPr lang="en-US"/>
            </a:defPPr>
            <a:lvl1pPr algn="ctr">
              <a:defRPr sz="16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r>
              <a:rPr lang="en-US" sz="1400">
                <a:solidFill>
                  <a:srgbClr val="FFFFFF"/>
                </a:solidFill>
              </a:rPr>
              <a:t>MI &amp; Nimveni Amquisnostrude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5DE4244-4798-746E-C5E9-D214ED72ACAB}"/>
              </a:ext>
            </a:extLst>
          </p:cNvPr>
          <p:cNvSpPr/>
          <p:nvPr/>
        </p:nvSpPr>
        <p:spPr>
          <a:xfrm>
            <a:off x="2593682" y="1740113"/>
            <a:ext cx="4128845" cy="334626"/>
          </a:xfrm>
          <a:prstGeom prst="roundRect">
            <a:avLst>
              <a:gd name="adj" fmla="val 18976"/>
            </a:avLst>
          </a:prstGeom>
          <a:solidFill>
            <a:srgbClr val="8D6FBD"/>
          </a:solidFill>
          <a:ln w="9525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/>
              </a:rPr>
              <a:t>Xercit Ation Ullamcol abor ISN is 2025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B94EC1-3210-CE8B-9EAB-9CAB08D65214}"/>
              </a:ext>
            </a:extLst>
          </p:cNvPr>
          <p:cNvCxnSpPr/>
          <p:nvPr/>
        </p:nvCxnSpPr>
        <p:spPr>
          <a:xfrm>
            <a:off x="2669437" y="3413599"/>
            <a:ext cx="4032193" cy="0"/>
          </a:xfrm>
          <a:prstGeom prst="line">
            <a:avLst/>
          </a:prstGeom>
          <a:noFill/>
          <a:ln w="9525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E4F3DB-CC2B-E049-4688-6D0274CF46B9}"/>
              </a:ext>
            </a:extLst>
          </p:cNvPr>
          <p:cNvSpPr/>
          <p:nvPr/>
        </p:nvSpPr>
        <p:spPr>
          <a:xfrm>
            <a:off x="320942" y="2500731"/>
            <a:ext cx="1713598" cy="334626"/>
          </a:xfrm>
          <a:prstGeom prst="roundRect">
            <a:avLst>
              <a:gd name="adj" fmla="val 18976"/>
            </a:avLst>
          </a:prstGeom>
          <a:solidFill>
            <a:srgbClr val="310E6E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Iutaliq Uipex ea COM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C85A54-38FE-FFE7-E421-09CFC99C3986}"/>
              </a:ext>
            </a:extLst>
          </p:cNvPr>
          <p:cNvSpPr/>
          <p:nvPr/>
        </p:nvSpPr>
        <p:spPr>
          <a:xfrm>
            <a:off x="7010306" y="1243431"/>
            <a:ext cx="5031231" cy="5199582"/>
          </a:xfrm>
          <a:prstGeom prst="roundRect">
            <a:avLst>
              <a:gd name="adj" fmla="val 1262"/>
            </a:avLst>
          </a:prstGeom>
          <a:noFill/>
          <a:ln w="6350">
            <a:solidFill>
              <a:srgbClr val="34A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87D039A-0B0B-7D59-9881-5CBA4139F435}"/>
              </a:ext>
            </a:extLst>
          </p:cNvPr>
          <p:cNvSpPr/>
          <p:nvPr/>
        </p:nvSpPr>
        <p:spPr>
          <a:xfrm>
            <a:off x="7195770" y="982298"/>
            <a:ext cx="4660302" cy="548848"/>
          </a:xfrm>
          <a:prstGeom prst="roundRect">
            <a:avLst>
              <a:gd name="adj" fmla="val 11570"/>
            </a:avLst>
          </a:prstGeom>
          <a:solidFill>
            <a:srgbClr val="8D6FBD"/>
          </a:solidFill>
          <a:ln w="9525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/>
              </a:rPr>
              <a:t>Modoco Nsequa 2025: </a:t>
            </a:r>
          </a:p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/>
              </a:rPr>
              <a:t>TD-Uisaut Eiruredolo, Rinrepreh en Derit Involup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23BCCD-161F-9F28-9FA5-CE6196937F40}"/>
              </a:ext>
            </a:extLst>
          </p:cNvPr>
          <p:cNvCxnSpPr/>
          <p:nvPr/>
        </p:nvCxnSpPr>
        <p:spPr>
          <a:xfrm>
            <a:off x="7401286" y="4246689"/>
            <a:ext cx="4579627" cy="0"/>
          </a:xfrm>
          <a:prstGeom prst="line">
            <a:avLst/>
          </a:prstGeom>
          <a:noFill/>
          <a:ln w="9525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239B63E-B931-C38C-EFDF-BFF43F955C3D}"/>
              </a:ext>
            </a:extLst>
          </p:cNvPr>
          <p:cNvCxnSpPr/>
          <p:nvPr/>
        </p:nvCxnSpPr>
        <p:spPr>
          <a:xfrm>
            <a:off x="7401286" y="4970330"/>
            <a:ext cx="4579627" cy="0"/>
          </a:xfrm>
          <a:prstGeom prst="line">
            <a:avLst/>
          </a:prstGeom>
          <a:noFill/>
          <a:ln w="9525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C2A744-25DC-FAF9-DB57-91142B34F118}"/>
              </a:ext>
            </a:extLst>
          </p:cNvPr>
          <p:cNvCxnSpPr/>
          <p:nvPr/>
        </p:nvCxnSpPr>
        <p:spPr>
          <a:xfrm>
            <a:off x="7401286" y="5693971"/>
            <a:ext cx="4579627" cy="0"/>
          </a:xfrm>
          <a:prstGeom prst="line">
            <a:avLst/>
          </a:prstGeom>
          <a:noFill/>
          <a:ln w="9525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2E328FF-435D-6BDB-E051-7044C30B7400}"/>
              </a:ext>
            </a:extLst>
          </p:cNvPr>
          <p:cNvSpPr txBox="1"/>
          <p:nvPr/>
        </p:nvSpPr>
        <p:spPr>
          <a:xfrm>
            <a:off x="7781630" y="3559163"/>
            <a:ext cx="40744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latin typeface="Arial" panose="020B0604020202020204" pitchFamily="34" charset="0"/>
              </a:rPr>
              <a:t>Tatevel Itessecill: </a:t>
            </a:r>
            <a:r>
              <a:rPr lang="en-US" sz="1200">
                <a:latin typeface="Arial" panose="020B0604020202020204" pitchFamily="34" charset="0"/>
              </a:rPr>
              <a:t>Umdolo Reeufugiatn ullapar iatu r except eursintoc, caecatc upi datatnon proidentsu nti nculpaquiof fi c iades-eruntmoll, IT-animi des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EEA283-075D-0BC1-CD3E-5860EFAD92C1}"/>
              </a:ext>
            </a:extLst>
          </p:cNvPr>
          <p:cNvSpPr txBox="1"/>
          <p:nvPr/>
        </p:nvSpPr>
        <p:spPr>
          <a:xfrm>
            <a:off x="7781630" y="4291731"/>
            <a:ext cx="40744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latin typeface="Arial" panose="020B0604020202020204" pitchFamily="34" charset="0"/>
              </a:rPr>
              <a:t>Tlaborumcur AB: </a:t>
            </a:r>
            <a:r>
              <a:rPr lang="en-US" sz="1200">
                <a:latin typeface="Arial" panose="020B0604020202020204" pitchFamily="34" charset="0"/>
              </a:rPr>
              <a:t>Iturnon Nulla si tam etni, SL tempusconva llisquisa clect uspell entesq uei ni psumidorc, iportad apibusv iva  mussuscip ittortor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DFB788-0154-C47B-D911-6E5AA35CC235}"/>
              </a:ext>
            </a:extLst>
          </p:cNvPr>
          <p:cNvSpPr txBox="1"/>
          <p:nvPr/>
        </p:nvSpPr>
        <p:spPr>
          <a:xfrm>
            <a:off x="7781630" y="5103849"/>
            <a:ext cx="4074442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latin typeface="Arial" panose="020B0604020202020204" pitchFamily="34" charset="0"/>
              </a:rPr>
              <a:t>Egetf el Isportt: </a:t>
            </a:r>
            <a:r>
              <a:rPr lang="en-US" sz="1200">
                <a:latin typeface="Arial" panose="020B0604020202020204" pitchFamily="34" charset="0"/>
              </a:rPr>
              <a:t>Itorvolutpatc Rasult Riciesligul ased MA gnadictump ortalor em ips um dolorsit ametcon secte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A0025C-4968-0FA1-C04A-6C3FEF29558A}"/>
              </a:ext>
            </a:extLst>
          </p:cNvPr>
          <p:cNvSpPr txBox="1"/>
          <p:nvPr/>
        </p:nvSpPr>
        <p:spPr>
          <a:xfrm>
            <a:off x="7781630" y="5731471"/>
            <a:ext cx="40744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latin typeface="Arial" panose="020B0604020202020204" pitchFamily="34" charset="0"/>
              </a:rPr>
              <a:t>TUR ad ipi Scingeli: </a:t>
            </a:r>
            <a:r>
              <a:rPr lang="en-US" sz="1200">
                <a:latin typeface="Arial" panose="020B0604020202020204" pitchFamily="34" charset="0"/>
              </a:rPr>
              <a:t>Tseddoe iusm O2D temporinc, i diduntutl aboreetdolo rema Gnaali Quaut, eni ma dminimve niamquisnostr ud Exerci’t ationu llamcol.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C91B816-1B9B-E7E3-697C-4C61755C128F}"/>
              </a:ext>
            </a:extLst>
          </p:cNvPr>
          <p:cNvSpPr/>
          <p:nvPr/>
        </p:nvSpPr>
        <p:spPr>
          <a:xfrm>
            <a:off x="726254" y="1104311"/>
            <a:ext cx="6321588" cy="1251280"/>
          </a:xfrm>
          <a:custGeom>
            <a:avLst/>
            <a:gdLst>
              <a:gd name="connsiteX0" fmla="*/ 0 w 2413000"/>
              <a:gd name="connsiteY0" fmla="*/ 0 h 422053"/>
              <a:gd name="connsiteX1" fmla="*/ 139700 w 2413000"/>
              <a:gd name="connsiteY1" fmla="*/ 127000 h 422053"/>
              <a:gd name="connsiteX2" fmla="*/ 533400 w 2413000"/>
              <a:gd name="connsiteY2" fmla="*/ 241300 h 422053"/>
              <a:gd name="connsiteX3" fmla="*/ 825500 w 2413000"/>
              <a:gd name="connsiteY3" fmla="*/ 330200 h 422053"/>
              <a:gd name="connsiteX4" fmla="*/ 2413000 w 2413000"/>
              <a:gd name="connsiteY4" fmla="*/ 419100 h 422053"/>
              <a:gd name="connsiteX0" fmla="*/ 0 w 2413000"/>
              <a:gd name="connsiteY0" fmla="*/ 0 h 648006"/>
              <a:gd name="connsiteX1" fmla="*/ 139700 w 2413000"/>
              <a:gd name="connsiteY1" fmla="*/ 127000 h 648006"/>
              <a:gd name="connsiteX2" fmla="*/ 533400 w 2413000"/>
              <a:gd name="connsiteY2" fmla="*/ 241300 h 648006"/>
              <a:gd name="connsiteX3" fmla="*/ 977900 w 2413000"/>
              <a:gd name="connsiteY3" fmla="*/ 622300 h 648006"/>
              <a:gd name="connsiteX4" fmla="*/ 2413000 w 2413000"/>
              <a:gd name="connsiteY4" fmla="*/ 419100 h 648006"/>
              <a:gd name="connsiteX0" fmla="*/ 0 w 2413000"/>
              <a:gd name="connsiteY0" fmla="*/ 0 h 419100"/>
              <a:gd name="connsiteX1" fmla="*/ 139700 w 2413000"/>
              <a:gd name="connsiteY1" fmla="*/ 127000 h 419100"/>
              <a:gd name="connsiteX2" fmla="*/ 533400 w 2413000"/>
              <a:gd name="connsiteY2" fmla="*/ 241300 h 419100"/>
              <a:gd name="connsiteX3" fmla="*/ 2413000 w 2413000"/>
              <a:gd name="connsiteY3" fmla="*/ 419100 h 419100"/>
              <a:gd name="connsiteX0" fmla="*/ 0 w 2413000"/>
              <a:gd name="connsiteY0" fmla="*/ 0 h 590495"/>
              <a:gd name="connsiteX1" fmla="*/ 139700 w 2413000"/>
              <a:gd name="connsiteY1" fmla="*/ 127000 h 590495"/>
              <a:gd name="connsiteX2" fmla="*/ 1016000 w 2413000"/>
              <a:gd name="connsiteY2" fmla="*/ 584200 h 590495"/>
              <a:gd name="connsiteX3" fmla="*/ 2413000 w 2413000"/>
              <a:gd name="connsiteY3" fmla="*/ 419100 h 590495"/>
              <a:gd name="connsiteX0" fmla="*/ 0 w 2413000"/>
              <a:gd name="connsiteY0" fmla="*/ 0 h 586825"/>
              <a:gd name="connsiteX1" fmla="*/ 685800 w 2413000"/>
              <a:gd name="connsiteY1" fmla="*/ 241300 h 586825"/>
              <a:gd name="connsiteX2" fmla="*/ 1016000 w 2413000"/>
              <a:gd name="connsiteY2" fmla="*/ 584200 h 586825"/>
              <a:gd name="connsiteX3" fmla="*/ 2413000 w 2413000"/>
              <a:gd name="connsiteY3" fmla="*/ 419100 h 586825"/>
              <a:gd name="connsiteX0" fmla="*/ 0 w 3759200"/>
              <a:gd name="connsiteY0" fmla="*/ 292255 h 345680"/>
              <a:gd name="connsiteX1" fmla="*/ 2032000 w 3759200"/>
              <a:gd name="connsiteY1" fmla="*/ 155 h 345680"/>
              <a:gd name="connsiteX2" fmla="*/ 2362200 w 3759200"/>
              <a:gd name="connsiteY2" fmla="*/ 343055 h 345680"/>
              <a:gd name="connsiteX3" fmla="*/ 3759200 w 3759200"/>
              <a:gd name="connsiteY3" fmla="*/ 177955 h 345680"/>
              <a:gd name="connsiteX0" fmla="*/ 0 w 3759200"/>
              <a:gd name="connsiteY0" fmla="*/ 119139 h 171714"/>
              <a:gd name="connsiteX1" fmla="*/ 1663700 w 3759200"/>
              <a:gd name="connsiteY1" fmla="*/ 93739 h 171714"/>
              <a:gd name="connsiteX2" fmla="*/ 2362200 w 3759200"/>
              <a:gd name="connsiteY2" fmla="*/ 169939 h 171714"/>
              <a:gd name="connsiteX3" fmla="*/ 3759200 w 3759200"/>
              <a:gd name="connsiteY3" fmla="*/ 4839 h 171714"/>
              <a:gd name="connsiteX0" fmla="*/ 0 w 3759200"/>
              <a:gd name="connsiteY0" fmla="*/ 114300 h 131110"/>
              <a:gd name="connsiteX1" fmla="*/ 1663700 w 3759200"/>
              <a:gd name="connsiteY1" fmla="*/ 88900 h 131110"/>
              <a:gd name="connsiteX2" fmla="*/ 3759200 w 3759200"/>
              <a:gd name="connsiteY2" fmla="*/ 0 h 131110"/>
              <a:gd name="connsiteX0" fmla="*/ 0 w 9537700"/>
              <a:gd name="connsiteY0" fmla="*/ 1574800 h 1684033"/>
              <a:gd name="connsiteX1" fmla="*/ 1663700 w 9537700"/>
              <a:gd name="connsiteY1" fmla="*/ 1549400 h 1684033"/>
              <a:gd name="connsiteX2" fmla="*/ 9537700 w 9537700"/>
              <a:gd name="connsiteY2" fmla="*/ 0 h 1684033"/>
              <a:gd name="connsiteX0" fmla="*/ 0 w 9537700"/>
              <a:gd name="connsiteY0" fmla="*/ 1574800 h 1684033"/>
              <a:gd name="connsiteX1" fmla="*/ 1663700 w 9537700"/>
              <a:gd name="connsiteY1" fmla="*/ 1549400 h 1684033"/>
              <a:gd name="connsiteX2" fmla="*/ 9537700 w 9537700"/>
              <a:gd name="connsiteY2" fmla="*/ 0 h 1684033"/>
              <a:gd name="connsiteX0" fmla="*/ 0 w 10871200"/>
              <a:gd name="connsiteY0" fmla="*/ 1828800 h 1956555"/>
              <a:gd name="connsiteX1" fmla="*/ 1663700 w 10871200"/>
              <a:gd name="connsiteY1" fmla="*/ 1803400 h 1956555"/>
              <a:gd name="connsiteX2" fmla="*/ 10871200 w 10871200"/>
              <a:gd name="connsiteY2" fmla="*/ 0 h 1956555"/>
              <a:gd name="connsiteX0" fmla="*/ 0 w 10871200"/>
              <a:gd name="connsiteY0" fmla="*/ 1828800 h 1956555"/>
              <a:gd name="connsiteX1" fmla="*/ 1663700 w 10871200"/>
              <a:gd name="connsiteY1" fmla="*/ 1803400 h 1956555"/>
              <a:gd name="connsiteX2" fmla="*/ 10871200 w 10871200"/>
              <a:gd name="connsiteY2" fmla="*/ 0 h 1956555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97"/>
              <a:gd name="connsiteX1" fmla="*/ 10871200 w 10871200"/>
              <a:gd name="connsiteY1" fmla="*/ 0 h 1828897"/>
              <a:gd name="connsiteX0" fmla="*/ 0 w 10871200"/>
              <a:gd name="connsiteY0" fmla="*/ 1828800 h 1828897"/>
              <a:gd name="connsiteX1" fmla="*/ 10871200 w 10871200"/>
              <a:gd name="connsiteY1" fmla="*/ 0 h 1828897"/>
              <a:gd name="connsiteX0" fmla="*/ 0 w 10871200"/>
              <a:gd name="connsiteY0" fmla="*/ 1828800 h 1828913"/>
              <a:gd name="connsiteX1" fmla="*/ 10871200 w 10871200"/>
              <a:gd name="connsiteY1" fmla="*/ 0 h 1828913"/>
              <a:gd name="connsiteX0" fmla="*/ 0 w 10871200"/>
              <a:gd name="connsiteY0" fmla="*/ 1828800 h 1829781"/>
              <a:gd name="connsiteX1" fmla="*/ 10871200 w 10871200"/>
              <a:gd name="connsiteY1" fmla="*/ 0 h 1829781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6368145"/>
              <a:gd name="connsiteY0" fmla="*/ 2105246 h 2105246"/>
              <a:gd name="connsiteX1" fmla="*/ 6368145 w 6368145"/>
              <a:gd name="connsiteY1" fmla="*/ 0 h 2105246"/>
              <a:gd name="connsiteX0" fmla="*/ 0 w 6368145"/>
              <a:gd name="connsiteY0" fmla="*/ 2105246 h 2105246"/>
              <a:gd name="connsiteX1" fmla="*/ 6368145 w 6368145"/>
              <a:gd name="connsiteY1" fmla="*/ 0 h 2105246"/>
              <a:gd name="connsiteX0" fmla="*/ 0 w 6368145"/>
              <a:gd name="connsiteY0" fmla="*/ 2105246 h 2105246"/>
              <a:gd name="connsiteX1" fmla="*/ 6368145 w 6368145"/>
              <a:gd name="connsiteY1" fmla="*/ 0 h 2105246"/>
              <a:gd name="connsiteX0" fmla="*/ 0 w 5901946"/>
              <a:gd name="connsiteY0" fmla="*/ 2062715 h 2062715"/>
              <a:gd name="connsiteX1" fmla="*/ 5901946 w 5901946"/>
              <a:gd name="connsiteY1" fmla="*/ 0 h 2062715"/>
              <a:gd name="connsiteX0" fmla="*/ 0 w 5901946"/>
              <a:gd name="connsiteY0" fmla="*/ 2062715 h 2062715"/>
              <a:gd name="connsiteX1" fmla="*/ 5901946 w 5901946"/>
              <a:gd name="connsiteY1" fmla="*/ 0 h 2062715"/>
              <a:gd name="connsiteX0" fmla="*/ 0 w 5785396"/>
              <a:gd name="connsiteY0" fmla="*/ 1913859 h 1913859"/>
              <a:gd name="connsiteX1" fmla="*/ 5785396 w 5785396"/>
              <a:gd name="connsiteY1" fmla="*/ 0 h 1913859"/>
              <a:gd name="connsiteX0" fmla="*/ 0 w 5785396"/>
              <a:gd name="connsiteY0" fmla="*/ 1913872 h 1913872"/>
              <a:gd name="connsiteX1" fmla="*/ 5785396 w 5785396"/>
              <a:gd name="connsiteY1" fmla="*/ 13 h 1913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85396" h="1913872">
                <a:moveTo>
                  <a:pt x="0" y="1913872"/>
                </a:moveTo>
                <a:cubicBezTo>
                  <a:pt x="1950600" y="297723"/>
                  <a:pt x="4653042" y="-2350"/>
                  <a:pt x="5785396" y="13"/>
                </a:cubicBezTo>
              </a:path>
            </a:pathLst>
          </a:custGeom>
          <a:noFill/>
          <a:ln w="28575">
            <a:gradFill>
              <a:gsLst>
                <a:gs pos="0">
                  <a:srgbClr val="8D6FBD"/>
                </a:gs>
                <a:gs pos="42000">
                  <a:srgbClr val="3574F1"/>
                </a:gs>
                <a:gs pos="100000">
                  <a:srgbClr val="66737C"/>
                </a:gs>
              </a:gsLst>
              <a:lin ang="5400000" scaled="1"/>
            </a:gra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A8439D5-3C06-BC81-DA99-63EFEC984998}"/>
              </a:ext>
            </a:extLst>
          </p:cNvPr>
          <p:cNvGrpSpPr/>
          <p:nvPr/>
        </p:nvGrpSpPr>
        <p:grpSpPr>
          <a:xfrm>
            <a:off x="585436" y="2175760"/>
            <a:ext cx="305366" cy="306556"/>
            <a:chOff x="925242" y="3074977"/>
            <a:chExt cx="139108" cy="139651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C471969-1E12-7635-C7F5-B0FAE6408FB9}"/>
                </a:ext>
              </a:extLst>
            </p:cNvPr>
            <p:cNvSpPr/>
            <p:nvPr/>
          </p:nvSpPr>
          <p:spPr bwMode="auto">
            <a:xfrm flipH="1">
              <a:off x="925242" y="3074977"/>
              <a:ext cx="139108" cy="139651"/>
            </a:xfrm>
            <a:prstGeom prst="ellipse">
              <a:avLst/>
            </a:prstGeom>
            <a:solidFill>
              <a:srgbClr val="310E6E">
                <a:alpha val="50000"/>
              </a:srgbClr>
            </a:solidFill>
            <a:ln w="6350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endParaRPr lang="en-US" sz="160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48AF28C-9FFA-5DD8-E70F-30E81BAA5816}"/>
                </a:ext>
              </a:extLst>
            </p:cNvPr>
            <p:cNvSpPr/>
            <p:nvPr/>
          </p:nvSpPr>
          <p:spPr bwMode="auto">
            <a:xfrm flipH="1">
              <a:off x="955280" y="3103876"/>
              <a:ext cx="80269" cy="80582"/>
            </a:xfrm>
            <a:prstGeom prst="ellipse">
              <a:avLst/>
            </a:prstGeom>
            <a:solidFill>
              <a:srgbClr val="310E6E"/>
            </a:solidFill>
            <a:ln w="6350" cmpd="sng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100" b="1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75EE5B1-F812-9EC7-3781-1C4E2D3B6521}"/>
              </a:ext>
            </a:extLst>
          </p:cNvPr>
          <p:cNvGrpSpPr/>
          <p:nvPr/>
        </p:nvGrpSpPr>
        <p:grpSpPr>
          <a:xfrm>
            <a:off x="7198740" y="3612442"/>
            <a:ext cx="540000" cy="540000"/>
            <a:chOff x="7198740" y="3612442"/>
            <a:chExt cx="540000" cy="54000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C53C9C3-FF2A-D0FD-2A95-57235372FD9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98740" y="3612442"/>
              <a:ext cx="540000" cy="540000"/>
              <a:chOff x="3757865" y="1975052"/>
              <a:chExt cx="632843" cy="635313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1D2A7735-9738-09CD-3D96-56406CB55898}"/>
                  </a:ext>
                </a:extLst>
              </p:cNvPr>
              <p:cNvSpPr/>
              <p:nvPr/>
            </p:nvSpPr>
            <p:spPr bwMode="auto">
              <a:xfrm flipH="1">
                <a:off x="3757865" y="1975052"/>
                <a:ext cx="632843" cy="635313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50000"/>
                    </a:srgbClr>
                  </a:gs>
                  <a:gs pos="100000">
                    <a:srgbClr val="7E68A4">
                      <a:alpha val="30000"/>
                    </a:srgbClr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032C509F-2693-7720-7C3D-3491926659DA}"/>
                  </a:ext>
                </a:extLst>
              </p:cNvPr>
              <p:cNvSpPr/>
              <p:nvPr/>
            </p:nvSpPr>
            <p:spPr bwMode="auto">
              <a:xfrm flipH="1">
                <a:off x="3820735" y="2032452"/>
                <a:ext cx="512732" cy="514736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60000"/>
                    </a:srgbClr>
                  </a:gs>
                  <a:gs pos="75000">
                    <a:srgbClr val="7E68A4"/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4BCE331-9997-96EB-B766-4680E4F3F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34235" y="3729944"/>
              <a:ext cx="269011" cy="304996"/>
            </a:xfrm>
            <a:custGeom>
              <a:avLst/>
              <a:gdLst>
                <a:gd name="T0" fmla="*/ 1020 w 1798"/>
                <a:gd name="T1" fmla="*/ 348 h 2048"/>
                <a:gd name="T2" fmla="*/ 1312 w 1798"/>
                <a:gd name="T3" fmla="*/ 1218 h 2048"/>
                <a:gd name="T4" fmla="*/ 1104 w 1798"/>
                <a:gd name="T5" fmla="*/ 901 h 2048"/>
                <a:gd name="T6" fmla="*/ 1130 w 1798"/>
                <a:gd name="T7" fmla="*/ 575 h 2048"/>
                <a:gd name="T8" fmla="*/ 693 w 1798"/>
                <a:gd name="T9" fmla="*/ 711 h 2048"/>
                <a:gd name="T10" fmla="*/ 693 w 1798"/>
                <a:gd name="T11" fmla="*/ 799 h 2048"/>
                <a:gd name="T12" fmla="*/ 614 w 1798"/>
                <a:gd name="T13" fmla="*/ 1081 h 2048"/>
                <a:gd name="T14" fmla="*/ 749 w 1798"/>
                <a:gd name="T15" fmla="*/ 397 h 2048"/>
                <a:gd name="T16" fmla="*/ 418 w 1798"/>
                <a:gd name="T17" fmla="*/ 533 h 2048"/>
                <a:gd name="T18" fmla="*/ 661 w 1798"/>
                <a:gd name="T19" fmla="*/ 1479 h 2048"/>
                <a:gd name="T20" fmla="*/ 664 w 1798"/>
                <a:gd name="T21" fmla="*/ 1842 h 2048"/>
                <a:gd name="T22" fmla="*/ 898 w 1798"/>
                <a:gd name="T23" fmla="*/ 2048 h 2048"/>
                <a:gd name="T24" fmla="*/ 1132 w 1798"/>
                <a:gd name="T25" fmla="*/ 1842 h 2048"/>
                <a:gd name="T26" fmla="*/ 1135 w 1798"/>
                <a:gd name="T27" fmla="*/ 1479 h 2048"/>
                <a:gd name="T28" fmla="*/ 1379 w 1798"/>
                <a:gd name="T29" fmla="*/ 535 h 2048"/>
                <a:gd name="T30" fmla="*/ 732 w 1798"/>
                <a:gd name="T31" fmla="*/ 1640 h 2048"/>
                <a:gd name="T32" fmla="*/ 1058 w 1798"/>
                <a:gd name="T33" fmla="*/ 1544 h 2048"/>
                <a:gd name="T34" fmla="*/ 1045 w 1798"/>
                <a:gd name="T35" fmla="*/ 1816 h 2048"/>
                <a:gd name="T36" fmla="*/ 732 w 1798"/>
                <a:gd name="T37" fmla="*/ 1720 h 2048"/>
                <a:gd name="T38" fmla="*/ 987 w 1798"/>
                <a:gd name="T39" fmla="*/ 828 h 2048"/>
                <a:gd name="T40" fmla="*/ 898 w 1798"/>
                <a:gd name="T41" fmla="*/ 1027 h 2048"/>
                <a:gd name="T42" fmla="*/ 987 w 1798"/>
                <a:gd name="T43" fmla="*/ 828 h 2048"/>
                <a:gd name="T44" fmla="*/ 963 w 1798"/>
                <a:gd name="T45" fmla="*/ 1096 h 2048"/>
                <a:gd name="T46" fmla="*/ 808 w 1798"/>
                <a:gd name="T47" fmla="*/ 1117 h 2048"/>
                <a:gd name="T48" fmla="*/ 869 w 1798"/>
                <a:gd name="T49" fmla="*/ 615 h 2048"/>
                <a:gd name="T50" fmla="*/ 987 w 1798"/>
                <a:gd name="T51" fmla="*/ 748 h 2048"/>
                <a:gd name="T52" fmla="*/ 610 w 1798"/>
                <a:gd name="T53" fmla="*/ 1336 h 2048"/>
                <a:gd name="T54" fmla="*/ 631 w 1798"/>
                <a:gd name="T55" fmla="*/ 1159 h 2048"/>
                <a:gd name="T56" fmla="*/ 757 w 1798"/>
                <a:gd name="T57" fmla="*/ 1464 h 2048"/>
                <a:gd name="T58" fmla="*/ 793 w 1798"/>
                <a:gd name="T59" fmla="*/ 1896 h 2048"/>
                <a:gd name="T60" fmla="*/ 1183 w 1798"/>
                <a:gd name="T61" fmla="*/ 1338 h 2048"/>
                <a:gd name="T62" fmla="*/ 1066 w 1798"/>
                <a:gd name="T63" fmla="*/ 1137 h 2048"/>
                <a:gd name="T64" fmla="*/ 1234 w 1798"/>
                <a:gd name="T65" fmla="*/ 1299 h 2048"/>
                <a:gd name="T66" fmla="*/ 938 w 1798"/>
                <a:gd name="T67" fmla="*/ 168 h 2048"/>
                <a:gd name="T68" fmla="*/ 858 w 1798"/>
                <a:gd name="T69" fmla="*/ 40 h 2048"/>
                <a:gd name="T70" fmla="*/ 168 w 1798"/>
                <a:gd name="T71" fmla="*/ 859 h 2048"/>
                <a:gd name="T72" fmla="*/ 40 w 1798"/>
                <a:gd name="T73" fmla="*/ 939 h 2048"/>
                <a:gd name="T74" fmla="*/ 168 w 1798"/>
                <a:gd name="T75" fmla="*/ 859 h 2048"/>
                <a:gd name="T76" fmla="*/ 1590 w 1798"/>
                <a:gd name="T77" fmla="*/ 898 h 2048"/>
                <a:gd name="T78" fmla="*/ 1798 w 1798"/>
                <a:gd name="T79" fmla="*/ 898 h 2048"/>
                <a:gd name="T80" fmla="*/ 382 w 1798"/>
                <a:gd name="T81" fmla="*/ 422 h 2048"/>
                <a:gd name="T82" fmla="*/ 320 w 1798"/>
                <a:gd name="T83" fmla="*/ 264 h 2048"/>
                <a:gd name="T84" fmla="*/ 354 w 1798"/>
                <a:gd name="T85" fmla="*/ 411 h 2048"/>
                <a:gd name="T86" fmla="*/ 1388 w 1798"/>
                <a:gd name="T87" fmla="*/ 1444 h 2048"/>
                <a:gd name="T88" fmla="*/ 1535 w 1798"/>
                <a:gd name="T89" fmla="*/ 1534 h 2048"/>
                <a:gd name="T90" fmla="*/ 354 w 1798"/>
                <a:gd name="T91" fmla="*/ 1388 h 2048"/>
                <a:gd name="T92" fmla="*/ 292 w 1798"/>
                <a:gd name="T93" fmla="*/ 1547 h 2048"/>
                <a:gd name="T94" fmla="*/ 411 w 1798"/>
                <a:gd name="T95" fmla="*/ 1388 h 2048"/>
                <a:gd name="T96" fmla="*/ 1444 w 1798"/>
                <a:gd name="T97" fmla="*/ 410 h 2048"/>
                <a:gd name="T98" fmla="*/ 1478 w 1798"/>
                <a:gd name="T99" fmla="*/ 263 h 2048"/>
                <a:gd name="T100" fmla="*/ 1415 w 1798"/>
                <a:gd name="T101" fmla="*/ 422 h 2048"/>
                <a:gd name="T102" fmla="*/ 934 w 1798"/>
                <a:gd name="T103" fmla="*/ 336 h 2048"/>
                <a:gd name="T104" fmla="*/ 866 w 1798"/>
                <a:gd name="T105" fmla="*/ 308 h 2048"/>
                <a:gd name="T106" fmla="*/ 894 w 1798"/>
                <a:gd name="T107" fmla="*/ 376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98" h="2048">
                  <a:moveTo>
                    <a:pt x="1379" y="535"/>
                  </a:moveTo>
                  <a:cubicBezTo>
                    <a:pt x="1301" y="433"/>
                    <a:pt x="1192" y="357"/>
                    <a:pt x="1069" y="321"/>
                  </a:cubicBezTo>
                  <a:cubicBezTo>
                    <a:pt x="1048" y="314"/>
                    <a:pt x="1026" y="327"/>
                    <a:pt x="1020" y="348"/>
                  </a:cubicBezTo>
                  <a:cubicBezTo>
                    <a:pt x="1013" y="369"/>
                    <a:pt x="1026" y="391"/>
                    <a:pt x="1047" y="397"/>
                  </a:cubicBezTo>
                  <a:cubicBezTo>
                    <a:pt x="1267" y="463"/>
                    <a:pt x="1421" y="669"/>
                    <a:pt x="1421" y="899"/>
                  </a:cubicBezTo>
                  <a:cubicBezTo>
                    <a:pt x="1421" y="1017"/>
                    <a:pt x="1382" y="1128"/>
                    <a:pt x="1312" y="1218"/>
                  </a:cubicBezTo>
                  <a:cubicBezTo>
                    <a:pt x="1302" y="1152"/>
                    <a:pt x="1251" y="1096"/>
                    <a:pt x="1183" y="1081"/>
                  </a:cubicBezTo>
                  <a:cubicBezTo>
                    <a:pt x="1040" y="1050"/>
                    <a:pt x="1040" y="1050"/>
                    <a:pt x="1040" y="1050"/>
                  </a:cubicBezTo>
                  <a:cubicBezTo>
                    <a:pt x="1080" y="1012"/>
                    <a:pt x="1104" y="960"/>
                    <a:pt x="1104" y="901"/>
                  </a:cubicBezTo>
                  <a:cubicBezTo>
                    <a:pt x="1104" y="766"/>
                    <a:pt x="1104" y="766"/>
                    <a:pt x="1104" y="766"/>
                  </a:cubicBezTo>
                  <a:cubicBezTo>
                    <a:pt x="1120" y="743"/>
                    <a:pt x="1130" y="715"/>
                    <a:pt x="1130" y="685"/>
                  </a:cubicBezTo>
                  <a:cubicBezTo>
                    <a:pt x="1130" y="575"/>
                    <a:pt x="1130" y="575"/>
                    <a:pt x="1130" y="575"/>
                  </a:cubicBezTo>
                  <a:cubicBezTo>
                    <a:pt x="1130" y="553"/>
                    <a:pt x="1112" y="535"/>
                    <a:pt x="1090" y="535"/>
                  </a:cubicBezTo>
                  <a:cubicBezTo>
                    <a:pt x="869" y="535"/>
                    <a:pt x="869" y="535"/>
                    <a:pt x="869" y="535"/>
                  </a:cubicBezTo>
                  <a:cubicBezTo>
                    <a:pt x="772" y="535"/>
                    <a:pt x="693" y="614"/>
                    <a:pt x="693" y="711"/>
                  </a:cubicBezTo>
                  <a:cubicBezTo>
                    <a:pt x="693" y="788"/>
                    <a:pt x="693" y="788"/>
                    <a:pt x="693" y="788"/>
                  </a:cubicBezTo>
                  <a:cubicBezTo>
                    <a:pt x="693" y="790"/>
                    <a:pt x="693" y="791"/>
                    <a:pt x="693" y="793"/>
                  </a:cubicBezTo>
                  <a:cubicBezTo>
                    <a:pt x="693" y="795"/>
                    <a:pt x="693" y="797"/>
                    <a:pt x="693" y="799"/>
                  </a:cubicBezTo>
                  <a:cubicBezTo>
                    <a:pt x="693" y="901"/>
                    <a:pt x="693" y="901"/>
                    <a:pt x="693" y="901"/>
                  </a:cubicBezTo>
                  <a:cubicBezTo>
                    <a:pt x="693" y="960"/>
                    <a:pt x="717" y="1012"/>
                    <a:pt x="756" y="1050"/>
                  </a:cubicBezTo>
                  <a:cubicBezTo>
                    <a:pt x="614" y="1081"/>
                    <a:pt x="614" y="1081"/>
                    <a:pt x="614" y="1081"/>
                  </a:cubicBezTo>
                  <a:cubicBezTo>
                    <a:pt x="546" y="1096"/>
                    <a:pt x="495" y="1152"/>
                    <a:pt x="485" y="1219"/>
                  </a:cubicBezTo>
                  <a:cubicBezTo>
                    <a:pt x="414" y="1128"/>
                    <a:pt x="374" y="1015"/>
                    <a:pt x="375" y="896"/>
                  </a:cubicBezTo>
                  <a:cubicBezTo>
                    <a:pt x="377" y="663"/>
                    <a:pt x="527" y="462"/>
                    <a:pt x="749" y="397"/>
                  </a:cubicBezTo>
                  <a:cubicBezTo>
                    <a:pt x="771" y="391"/>
                    <a:pt x="783" y="369"/>
                    <a:pt x="776" y="348"/>
                  </a:cubicBezTo>
                  <a:cubicBezTo>
                    <a:pt x="770" y="326"/>
                    <a:pt x="748" y="314"/>
                    <a:pt x="727" y="320"/>
                  </a:cubicBezTo>
                  <a:cubicBezTo>
                    <a:pt x="603" y="357"/>
                    <a:pt x="496" y="430"/>
                    <a:pt x="418" y="533"/>
                  </a:cubicBezTo>
                  <a:cubicBezTo>
                    <a:pt x="339" y="637"/>
                    <a:pt x="296" y="763"/>
                    <a:pt x="295" y="895"/>
                  </a:cubicBezTo>
                  <a:cubicBezTo>
                    <a:pt x="294" y="1100"/>
                    <a:pt x="395" y="1289"/>
                    <a:pt x="566" y="1402"/>
                  </a:cubicBezTo>
                  <a:cubicBezTo>
                    <a:pt x="601" y="1425"/>
                    <a:pt x="632" y="1451"/>
                    <a:pt x="661" y="1479"/>
                  </a:cubicBezTo>
                  <a:cubicBezTo>
                    <a:pt x="656" y="1486"/>
                    <a:pt x="652" y="1494"/>
                    <a:pt x="652" y="1504"/>
                  </a:cubicBezTo>
                  <a:cubicBezTo>
                    <a:pt x="652" y="1813"/>
                    <a:pt x="652" y="1813"/>
                    <a:pt x="652" y="1813"/>
                  </a:cubicBezTo>
                  <a:cubicBezTo>
                    <a:pt x="652" y="1824"/>
                    <a:pt x="656" y="1834"/>
                    <a:pt x="664" y="1842"/>
                  </a:cubicBezTo>
                  <a:cubicBezTo>
                    <a:pt x="706" y="1884"/>
                    <a:pt x="706" y="1884"/>
                    <a:pt x="706" y="1884"/>
                  </a:cubicBezTo>
                  <a:cubicBezTo>
                    <a:pt x="707" y="1885"/>
                    <a:pt x="708" y="1886"/>
                    <a:pt x="708" y="1886"/>
                  </a:cubicBezTo>
                  <a:cubicBezTo>
                    <a:pt x="723" y="1978"/>
                    <a:pt x="802" y="2048"/>
                    <a:pt x="898" y="2048"/>
                  </a:cubicBezTo>
                  <a:cubicBezTo>
                    <a:pt x="994" y="2048"/>
                    <a:pt x="1073" y="1978"/>
                    <a:pt x="1088" y="1886"/>
                  </a:cubicBezTo>
                  <a:cubicBezTo>
                    <a:pt x="1088" y="1886"/>
                    <a:pt x="1089" y="1885"/>
                    <a:pt x="1090" y="1884"/>
                  </a:cubicBezTo>
                  <a:cubicBezTo>
                    <a:pt x="1132" y="1842"/>
                    <a:pt x="1132" y="1842"/>
                    <a:pt x="1132" y="1842"/>
                  </a:cubicBezTo>
                  <a:cubicBezTo>
                    <a:pt x="1140" y="1834"/>
                    <a:pt x="1144" y="1824"/>
                    <a:pt x="1144" y="1813"/>
                  </a:cubicBezTo>
                  <a:cubicBezTo>
                    <a:pt x="1144" y="1504"/>
                    <a:pt x="1144" y="1504"/>
                    <a:pt x="1144" y="1504"/>
                  </a:cubicBezTo>
                  <a:cubicBezTo>
                    <a:pt x="1144" y="1494"/>
                    <a:pt x="1141" y="1486"/>
                    <a:pt x="1135" y="1479"/>
                  </a:cubicBezTo>
                  <a:cubicBezTo>
                    <a:pt x="1163" y="1450"/>
                    <a:pt x="1194" y="1426"/>
                    <a:pt x="1226" y="1405"/>
                  </a:cubicBezTo>
                  <a:cubicBezTo>
                    <a:pt x="1398" y="1293"/>
                    <a:pt x="1501" y="1104"/>
                    <a:pt x="1501" y="899"/>
                  </a:cubicBezTo>
                  <a:cubicBezTo>
                    <a:pt x="1501" y="766"/>
                    <a:pt x="1459" y="640"/>
                    <a:pt x="1379" y="535"/>
                  </a:cubicBezTo>
                  <a:close/>
                  <a:moveTo>
                    <a:pt x="1064" y="1544"/>
                  </a:moveTo>
                  <a:cubicBezTo>
                    <a:pt x="1064" y="1640"/>
                    <a:pt x="1064" y="1640"/>
                    <a:pt x="1064" y="1640"/>
                  </a:cubicBezTo>
                  <a:cubicBezTo>
                    <a:pt x="732" y="1640"/>
                    <a:pt x="732" y="1640"/>
                    <a:pt x="732" y="1640"/>
                  </a:cubicBezTo>
                  <a:cubicBezTo>
                    <a:pt x="732" y="1544"/>
                    <a:pt x="732" y="1544"/>
                    <a:pt x="732" y="1544"/>
                  </a:cubicBezTo>
                  <a:cubicBezTo>
                    <a:pt x="738" y="1544"/>
                    <a:pt x="738" y="1544"/>
                    <a:pt x="738" y="1544"/>
                  </a:cubicBezTo>
                  <a:cubicBezTo>
                    <a:pt x="1058" y="1544"/>
                    <a:pt x="1058" y="1544"/>
                    <a:pt x="1058" y="1544"/>
                  </a:cubicBezTo>
                  <a:lnTo>
                    <a:pt x="1064" y="1544"/>
                  </a:lnTo>
                  <a:close/>
                  <a:moveTo>
                    <a:pt x="1064" y="1797"/>
                  </a:moveTo>
                  <a:cubicBezTo>
                    <a:pt x="1045" y="1816"/>
                    <a:pt x="1045" y="1816"/>
                    <a:pt x="1045" y="1816"/>
                  </a:cubicBezTo>
                  <a:cubicBezTo>
                    <a:pt x="751" y="1816"/>
                    <a:pt x="751" y="1816"/>
                    <a:pt x="751" y="1816"/>
                  </a:cubicBezTo>
                  <a:cubicBezTo>
                    <a:pt x="732" y="1797"/>
                    <a:pt x="732" y="1797"/>
                    <a:pt x="732" y="1797"/>
                  </a:cubicBezTo>
                  <a:cubicBezTo>
                    <a:pt x="732" y="1720"/>
                    <a:pt x="732" y="1720"/>
                    <a:pt x="732" y="1720"/>
                  </a:cubicBezTo>
                  <a:cubicBezTo>
                    <a:pt x="1064" y="1720"/>
                    <a:pt x="1064" y="1720"/>
                    <a:pt x="1064" y="1720"/>
                  </a:cubicBezTo>
                  <a:lnTo>
                    <a:pt x="1064" y="1797"/>
                  </a:lnTo>
                  <a:close/>
                  <a:moveTo>
                    <a:pt x="987" y="828"/>
                  </a:moveTo>
                  <a:cubicBezTo>
                    <a:pt x="1000" y="828"/>
                    <a:pt x="1012" y="826"/>
                    <a:pt x="1024" y="823"/>
                  </a:cubicBezTo>
                  <a:cubicBezTo>
                    <a:pt x="1024" y="901"/>
                    <a:pt x="1024" y="901"/>
                    <a:pt x="1024" y="901"/>
                  </a:cubicBezTo>
                  <a:cubicBezTo>
                    <a:pt x="1024" y="971"/>
                    <a:pt x="968" y="1027"/>
                    <a:pt x="898" y="1027"/>
                  </a:cubicBezTo>
                  <a:cubicBezTo>
                    <a:pt x="829" y="1027"/>
                    <a:pt x="773" y="971"/>
                    <a:pt x="773" y="901"/>
                  </a:cubicBezTo>
                  <a:cubicBezTo>
                    <a:pt x="773" y="828"/>
                    <a:pt x="773" y="828"/>
                    <a:pt x="773" y="828"/>
                  </a:cubicBezTo>
                  <a:lnTo>
                    <a:pt x="987" y="828"/>
                  </a:lnTo>
                  <a:close/>
                  <a:moveTo>
                    <a:pt x="833" y="1096"/>
                  </a:moveTo>
                  <a:cubicBezTo>
                    <a:pt x="854" y="1103"/>
                    <a:pt x="876" y="1107"/>
                    <a:pt x="898" y="1107"/>
                  </a:cubicBezTo>
                  <a:cubicBezTo>
                    <a:pt x="921" y="1107"/>
                    <a:pt x="943" y="1103"/>
                    <a:pt x="963" y="1096"/>
                  </a:cubicBezTo>
                  <a:cubicBezTo>
                    <a:pt x="970" y="1105"/>
                    <a:pt x="978" y="1112"/>
                    <a:pt x="988" y="1117"/>
                  </a:cubicBezTo>
                  <a:cubicBezTo>
                    <a:pt x="898" y="1350"/>
                    <a:pt x="898" y="1350"/>
                    <a:pt x="898" y="1350"/>
                  </a:cubicBezTo>
                  <a:cubicBezTo>
                    <a:pt x="808" y="1117"/>
                    <a:pt x="808" y="1117"/>
                    <a:pt x="808" y="1117"/>
                  </a:cubicBezTo>
                  <a:cubicBezTo>
                    <a:pt x="818" y="1112"/>
                    <a:pt x="826" y="1105"/>
                    <a:pt x="833" y="1096"/>
                  </a:cubicBezTo>
                  <a:close/>
                  <a:moveTo>
                    <a:pt x="773" y="711"/>
                  </a:moveTo>
                  <a:cubicBezTo>
                    <a:pt x="773" y="658"/>
                    <a:pt x="816" y="615"/>
                    <a:pt x="869" y="615"/>
                  </a:cubicBezTo>
                  <a:cubicBezTo>
                    <a:pt x="1050" y="615"/>
                    <a:pt x="1050" y="615"/>
                    <a:pt x="1050" y="615"/>
                  </a:cubicBezTo>
                  <a:cubicBezTo>
                    <a:pt x="1050" y="685"/>
                    <a:pt x="1050" y="685"/>
                    <a:pt x="1050" y="685"/>
                  </a:cubicBezTo>
                  <a:cubicBezTo>
                    <a:pt x="1050" y="719"/>
                    <a:pt x="1021" y="748"/>
                    <a:pt x="987" y="748"/>
                  </a:cubicBezTo>
                  <a:cubicBezTo>
                    <a:pt x="773" y="748"/>
                    <a:pt x="773" y="748"/>
                    <a:pt x="773" y="748"/>
                  </a:cubicBezTo>
                  <a:cubicBezTo>
                    <a:pt x="773" y="711"/>
                    <a:pt x="773" y="711"/>
                    <a:pt x="773" y="711"/>
                  </a:cubicBezTo>
                  <a:close/>
                  <a:moveTo>
                    <a:pt x="610" y="1336"/>
                  </a:moveTo>
                  <a:cubicBezTo>
                    <a:pt x="594" y="1325"/>
                    <a:pt x="578" y="1313"/>
                    <a:pt x="563" y="1300"/>
                  </a:cubicBezTo>
                  <a:cubicBezTo>
                    <a:pt x="563" y="1244"/>
                    <a:pt x="563" y="1244"/>
                    <a:pt x="563" y="1244"/>
                  </a:cubicBezTo>
                  <a:cubicBezTo>
                    <a:pt x="563" y="1203"/>
                    <a:pt x="591" y="1168"/>
                    <a:pt x="631" y="1159"/>
                  </a:cubicBezTo>
                  <a:cubicBezTo>
                    <a:pt x="730" y="1137"/>
                    <a:pt x="730" y="1137"/>
                    <a:pt x="730" y="1137"/>
                  </a:cubicBezTo>
                  <a:cubicBezTo>
                    <a:pt x="856" y="1464"/>
                    <a:pt x="856" y="1464"/>
                    <a:pt x="856" y="1464"/>
                  </a:cubicBezTo>
                  <a:cubicBezTo>
                    <a:pt x="757" y="1464"/>
                    <a:pt x="757" y="1464"/>
                    <a:pt x="757" y="1464"/>
                  </a:cubicBezTo>
                  <a:cubicBezTo>
                    <a:pt x="715" y="1415"/>
                    <a:pt x="666" y="1372"/>
                    <a:pt x="610" y="1336"/>
                  </a:cubicBezTo>
                  <a:close/>
                  <a:moveTo>
                    <a:pt x="898" y="1968"/>
                  </a:moveTo>
                  <a:cubicBezTo>
                    <a:pt x="850" y="1968"/>
                    <a:pt x="810" y="1938"/>
                    <a:pt x="793" y="1896"/>
                  </a:cubicBezTo>
                  <a:cubicBezTo>
                    <a:pt x="1003" y="1896"/>
                    <a:pt x="1003" y="1896"/>
                    <a:pt x="1003" y="1896"/>
                  </a:cubicBezTo>
                  <a:cubicBezTo>
                    <a:pt x="987" y="1938"/>
                    <a:pt x="946" y="1968"/>
                    <a:pt x="898" y="1968"/>
                  </a:cubicBezTo>
                  <a:close/>
                  <a:moveTo>
                    <a:pt x="1183" y="1338"/>
                  </a:moveTo>
                  <a:cubicBezTo>
                    <a:pt x="1130" y="1372"/>
                    <a:pt x="1082" y="1414"/>
                    <a:pt x="1039" y="1464"/>
                  </a:cubicBezTo>
                  <a:cubicBezTo>
                    <a:pt x="940" y="1464"/>
                    <a:pt x="940" y="1464"/>
                    <a:pt x="940" y="1464"/>
                  </a:cubicBezTo>
                  <a:cubicBezTo>
                    <a:pt x="1066" y="1137"/>
                    <a:pt x="1066" y="1137"/>
                    <a:pt x="1066" y="1137"/>
                  </a:cubicBezTo>
                  <a:cubicBezTo>
                    <a:pt x="1166" y="1159"/>
                    <a:pt x="1166" y="1159"/>
                    <a:pt x="1166" y="1159"/>
                  </a:cubicBezTo>
                  <a:cubicBezTo>
                    <a:pt x="1205" y="1168"/>
                    <a:pt x="1234" y="1204"/>
                    <a:pt x="1234" y="1244"/>
                  </a:cubicBezTo>
                  <a:cubicBezTo>
                    <a:pt x="1234" y="1299"/>
                    <a:pt x="1234" y="1299"/>
                    <a:pt x="1234" y="1299"/>
                  </a:cubicBezTo>
                  <a:cubicBezTo>
                    <a:pt x="1218" y="1313"/>
                    <a:pt x="1201" y="1326"/>
                    <a:pt x="1183" y="1338"/>
                  </a:cubicBezTo>
                  <a:close/>
                  <a:moveTo>
                    <a:pt x="898" y="208"/>
                  </a:moveTo>
                  <a:cubicBezTo>
                    <a:pt x="921" y="208"/>
                    <a:pt x="938" y="190"/>
                    <a:pt x="938" y="168"/>
                  </a:cubicBezTo>
                  <a:cubicBezTo>
                    <a:pt x="938" y="40"/>
                    <a:pt x="938" y="40"/>
                    <a:pt x="938" y="40"/>
                  </a:cubicBezTo>
                  <a:cubicBezTo>
                    <a:pt x="938" y="18"/>
                    <a:pt x="921" y="0"/>
                    <a:pt x="898" y="0"/>
                  </a:cubicBezTo>
                  <a:cubicBezTo>
                    <a:pt x="876" y="0"/>
                    <a:pt x="858" y="18"/>
                    <a:pt x="858" y="40"/>
                  </a:cubicBezTo>
                  <a:cubicBezTo>
                    <a:pt x="858" y="168"/>
                    <a:pt x="858" y="168"/>
                    <a:pt x="858" y="168"/>
                  </a:cubicBezTo>
                  <a:cubicBezTo>
                    <a:pt x="858" y="190"/>
                    <a:pt x="876" y="208"/>
                    <a:pt x="898" y="208"/>
                  </a:cubicBezTo>
                  <a:close/>
                  <a:moveTo>
                    <a:pt x="168" y="859"/>
                  </a:moveTo>
                  <a:cubicBezTo>
                    <a:pt x="40" y="859"/>
                    <a:pt x="40" y="859"/>
                    <a:pt x="40" y="859"/>
                  </a:cubicBezTo>
                  <a:cubicBezTo>
                    <a:pt x="18" y="859"/>
                    <a:pt x="0" y="877"/>
                    <a:pt x="0" y="899"/>
                  </a:cubicBezTo>
                  <a:cubicBezTo>
                    <a:pt x="0" y="921"/>
                    <a:pt x="18" y="939"/>
                    <a:pt x="40" y="939"/>
                  </a:cubicBezTo>
                  <a:cubicBezTo>
                    <a:pt x="168" y="939"/>
                    <a:pt x="168" y="939"/>
                    <a:pt x="168" y="939"/>
                  </a:cubicBezTo>
                  <a:cubicBezTo>
                    <a:pt x="190" y="939"/>
                    <a:pt x="208" y="921"/>
                    <a:pt x="208" y="899"/>
                  </a:cubicBezTo>
                  <a:cubicBezTo>
                    <a:pt x="208" y="877"/>
                    <a:pt x="190" y="859"/>
                    <a:pt x="168" y="859"/>
                  </a:cubicBezTo>
                  <a:close/>
                  <a:moveTo>
                    <a:pt x="1758" y="858"/>
                  </a:moveTo>
                  <a:cubicBezTo>
                    <a:pt x="1630" y="858"/>
                    <a:pt x="1630" y="858"/>
                    <a:pt x="1630" y="858"/>
                  </a:cubicBezTo>
                  <a:cubicBezTo>
                    <a:pt x="1608" y="858"/>
                    <a:pt x="1590" y="876"/>
                    <a:pt x="1590" y="898"/>
                  </a:cubicBezTo>
                  <a:cubicBezTo>
                    <a:pt x="1590" y="920"/>
                    <a:pt x="1608" y="938"/>
                    <a:pt x="1630" y="938"/>
                  </a:cubicBezTo>
                  <a:cubicBezTo>
                    <a:pt x="1758" y="938"/>
                    <a:pt x="1758" y="938"/>
                    <a:pt x="1758" y="938"/>
                  </a:cubicBezTo>
                  <a:cubicBezTo>
                    <a:pt x="1780" y="938"/>
                    <a:pt x="1798" y="920"/>
                    <a:pt x="1798" y="898"/>
                  </a:cubicBezTo>
                  <a:cubicBezTo>
                    <a:pt x="1798" y="876"/>
                    <a:pt x="1780" y="858"/>
                    <a:pt x="1758" y="858"/>
                  </a:cubicBezTo>
                  <a:close/>
                  <a:moveTo>
                    <a:pt x="354" y="411"/>
                  </a:moveTo>
                  <a:cubicBezTo>
                    <a:pt x="361" y="419"/>
                    <a:pt x="372" y="422"/>
                    <a:pt x="382" y="422"/>
                  </a:cubicBezTo>
                  <a:cubicBezTo>
                    <a:pt x="392" y="422"/>
                    <a:pt x="402" y="419"/>
                    <a:pt x="410" y="411"/>
                  </a:cubicBezTo>
                  <a:cubicBezTo>
                    <a:pt x="426" y="395"/>
                    <a:pt x="426" y="370"/>
                    <a:pt x="410" y="354"/>
                  </a:cubicBezTo>
                  <a:cubicBezTo>
                    <a:pt x="320" y="264"/>
                    <a:pt x="320" y="264"/>
                    <a:pt x="320" y="264"/>
                  </a:cubicBezTo>
                  <a:cubicBezTo>
                    <a:pt x="304" y="248"/>
                    <a:pt x="279" y="248"/>
                    <a:pt x="263" y="264"/>
                  </a:cubicBezTo>
                  <a:cubicBezTo>
                    <a:pt x="247" y="279"/>
                    <a:pt x="247" y="305"/>
                    <a:pt x="263" y="320"/>
                  </a:cubicBezTo>
                  <a:lnTo>
                    <a:pt x="354" y="411"/>
                  </a:lnTo>
                  <a:close/>
                  <a:moveTo>
                    <a:pt x="1444" y="1387"/>
                  </a:moveTo>
                  <a:cubicBezTo>
                    <a:pt x="1429" y="1371"/>
                    <a:pt x="1404" y="1371"/>
                    <a:pt x="1388" y="1387"/>
                  </a:cubicBezTo>
                  <a:cubicBezTo>
                    <a:pt x="1372" y="1403"/>
                    <a:pt x="1372" y="1428"/>
                    <a:pt x="1388" y="1444"/>
                  </a:cubicBezTo>
                  <a:cubicBezTo>
                    <a:pt x="1478" y="1534"/>
                    <a:pt x="1478" y="1534"/>
                    <a:pt x="1478" y="1534"/>
                  </a:cubicBezTo>
                  <a:cubicBezTo>
                    <a:pt x="1486" y="1542"/>
                    <a:pt x="1496" y="1546"/>
                    <a:pt x="1507" y="1546"/>
                  </a:cubicBezTo>
                  <a:cubicBezTo>
                    <a:pt x="1517" y="1546"/>
                    <a:pt x="1527" y="1542"/>
                    <a:pt x="1535" y="1534"/>
                  </a:cubicBezTo>
                  <a:cubicBezTo>
                    <a:pt x="1551" y="1519"/>
                    <a:pt x="1551" y="1493"/>
                    <a:pt x="1535" y="1478"/>
                  </a:cubicBezTo>
                  <a:lnTo>
                    <a:pt x="1444" y="1387"/>
                  </a:lnTo>
                  <a:close/>
                  <a:moveTo>
                    <a:pt x="354" y="1388"/>
                  </a:moveTo>
                  <a:cubicBezTo>
                    <a:pt x="264" y="1478"/>
                    <a:pt x="264" y="1478"/>
                    <a:pt x="264" y="1478"/>
                  </a:cubicBezTo>
                  <a:cubicBezTo>
                    <a:pt x="248" y="1494"/>
                    <a:pt x="248" y="1519"/>
                    <a:pt x="264" y="1535"/>
                  </a:cubicBezTo>
                  <a:cubicBezTo>
                    <a:pt x="272" y="1543"/>
                    <a:pt x="282" y="1547"/>
                    <a:pt x="292" y="1547"/>
                  </a:cubicBezTo>
                  <a:cubicBezTo>
                    <a:pt x="302" y="1547"/>
                    <a:pt x="313" y="1543"/>
                    <a:pt x="320" y="1535"/>
                  </a:cubicBezTo>
                  <a:cubicBezTo>
                    <a:pt x="411" y="1444"/>
                    <a:pt x="411" y="1444"/>
                    <a:pt x="411" y="1444"/>
                  </a:cubicBezTo>
                  <a:cubicBezTo>
                    <a:pt x="426" y="1429"/>
                    <a:pt x="426" y="1403"/>
                    <a:pt x="411" y="1388"/>
                  </a:cubicBezTo>
                  <a:cubicBezTo>
                    <a:pt x="395" y="1372"/>
                    <a:pt x="370" y="1372"/>
                    <a:pt x="354" y="1388"/>
                  </a:cubicBezTo>
                  <a:close/>
                  <a:moveTo>
                    <a:pt x="1415" y="422"/>
                  </a:moveTo>
                  <a:cubicBezTo>
                    <a:pt x="1426" y="422"/>
                    <a:pt x="1436" y="418"/>
                    <a:pt x="1444" y="410"/>
                  </a:cubicBezTo>
                  <a:cubicBezTo>
                    <a:pt x="1534" y="319"/>
                    <a:pt x="1534" y="319"/>
                    <a:pt x="1534" y="319"/>
                  </a:cubicBezTo>
                  <a:cubicBezTo>
                    <a:pt x="1550" y="304"/>
                    <a:pt x="1550" y="279"/>
                    <a:pt x="1534" y="263"/>
                  </a:cubicBezTo>
                  <a:cubicBezTo>
                    <a:pt x="1519" y="247"/>
                    <a:pt x="1493" y="247"/>
                    <a:pt x="1478" y="263"/>
                  </a:cubicBezTo>
                  <a:cubicBezTo>
                    <a:pt x="1387" y="353"/>
                    <a:pt x="1387" y="353"/>
                    <a:pt x="1387" y="353"/>
                  </a:cubicBezTo>
                  <a:cubicBezTo>
                    <a:pt x="1372" y="369"/>
                    <a:pt x="1372" y="394"/>
                    <a:pt x="1387" y="410"/>
                  </a:cubicBezTo>
                  <a:cubicBezTo>
                    <a:pt x="1395" y="418"/>
                    <a:pt x="1405" y="422"/>
                    <a:pt x="1415" y="422"/>
                  </a:cubicBezTo>
                  <a:close/>
                  <a:moveTo>
                    <a:pt x="894" y="376"/>
                  </a:moveTo>
                  <a:cubicBezTo>
                    <a:pt x="905" y="376"/>
                    <a:pt x="915" y="372"/>
                    <a:pt x="923" y="364"/>
                  </a:cubicBezTo>
                  <a:cubicBezTo>
                    <a:pt x="930" y="357"/>
                    <a:pt x="934" y="347"/>
                    <a:pt x="934" y="336"/>
                  </a:cubicBezTo>
                  <a:cubicBezTo>
                    <a:pt x="934" y="325"/>
                    <a:pt x="930" y="315"/>
                    <a:pt x="923" y="308"/>
                  </a:cubicBezTo>
                  <a:cubicBezTo>
                    <a:pt x="915" y="300"/>
                    <a:pt x="905" y="296"/>
                    <a:pt x="894" y="296"/>
                  </a:cubicBezTo>
                  <a:cubicBezTo>
                    <a:pt x="884" y="296"/>
                    <a:pt x="873" y="300"/>
                    <a:pt x="866" y="308"/>
                  </a:cubicBezTo>
                  <a:cubicBezTo>
                    <a:pt x="859" y="315"/>
                    <a:pt x="854" y="325"/>
                    <a:pt x="854" y="336"/>
                  </a:cubicBezTo>
                  <a:cubicBezTo>
                    <a:pt x="854" y="347"/>
                    <a:pt x="859" y="357"/>
                    <a:pt x="866" y="364"/>
                  </a:cubicBezTo>
                  <a:cubicBezTo>
                    <a:pt x="874" y="372"/>
                    <a:pt x="884" y="376"/>
                    <a:pt x="894" y="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2FA78F8-83A3-18F3-1DB3-F6F0F982D836}"/>
              </a:ext>
            </a:extLst>
          </p:cNvPr>
          <p:cNvGrpSpPr/>
          <p:nvPr/>
        </p:nvGrpSpPr>
        <p:grpSpPr>
          <a:xfrm>
            <a:off x="7198740" y="4345010"/>
            <a:ext cx="540000" cy="540000"/>
            <a:chOff x="7198740" y="4345010"/>
            <a:chExt cx="540000" cy="54000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46D72A7-CE2C-DEB2-4FD2-432AB8C672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98740" y="4345010"/>
              <a:ext cx="540000" cy="540000"/>
              <a:chOff x="3757865" y="1975052"/>
              <a:chExt cx="632843" cy="635313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150C5ABF-0DBF-428B-BEC3-C8806ED580CE}"/>
                  </a:ext>
                </a:extLst>
              </p:cNvPr>
              <p:cNvSpPr/>
              <p:nvPr/>
            </p:nvSpPr>
            <p:spPr bwMode="auto">
              <a:xfrm flipH="1">
                <a:off x="3757865" y="1975052"/>
                <a:ext cx="632843" cy="635313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50000"/>
                    </a:srgbClr>
                  </a:gs>
                  <a:gs pos="100000">
                    <a:srgbClr val="7E68A4">
                      <a:alpha val="30000"/>
                    </a:srgbClr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16F67A5-8E53-BC39-46E4-7F4DC9D3DFD9}"/>
                  </a:ext>
                </a:extLst>
              </p:cNvPr>
              <p:cNvSpPr/>
              <p:nvPr/>
            </p:nvSpPr>
            <p:spPr bwMode="auto">
              <a:xfrm flipH="1">
                <a:off x="3820735" y="2032452"/>
                <a:ext cx="512732" cy="514736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60000"/>
                    </a:srgbClr>
                  </a:gs>
                  <a:gs pos="75000">
                    <a:srgbClr val="7E68A4"/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D4561348-11BD-BA06-4D61-2A3B9D01A5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172" y="4486590"/>
              <a:ext cx="257137" cy="256840"/>
            </a:xfrm>
            <a:custGeom>
              <a:avLst/>
              <a:gdLst>
                <a:gd name="T0" fmla="*/ 649 w 2050"/>
                <a:gd name="T1" fmla="*/ 750 h 2048"/>
                <a:gd name="T2" fmla="*/ 473 w 2050"/>
                <a:gd name="T3" fmla="*/ 830 h 2048"/>
                <a:gd name="T4" fmla="*/ 544 w 2050"/>
                <a:gd name="T5" fmla="*/ 936 h 2048"/>
                <a:gd name="T6" fmla="*/ 649 w 2050"/>
                <a:gd name="T7" fmla="*/ 1016 h 2048"/>
                <a:gd name="T8" fmla="*/ 726 w 2050"/>
                <a:gd name="T9" fmla="*/ 1093 h 2048"/>
                <a:gd name="T10" fmla="*/ 806 w 2050"/>
                <a:gd name="T11" fmla="*/ 1198 h 2048"/>
                <a:gd name="T12" fmla="*/ 912 w 2050"/>
                <a:gd name="T13" fmla="*/ 1270 h 2048"/>
                <a:gd name="T14" fmla="*/ 992 w 2050"/>
                <a:gd name="T15" fmla="*/ 1093 h 2048"/>
                <a:gd name="T16" fmla="*/ 1138 w 2050"/>
                <a:gd name="T17" fmla="*/ 1238 h 2048"/>
                <a:gd name="T18" fmla="*/ 1215 w 2050"/>
                <a:gd name="T19" fmla="*/ 1093 h 2048"/>
                <a:gd name="T20" fmla="*/ 1360 w 2050"/>
                <a:gd name="T21" fmla="*/ 1016 h 2048"/>
                <a:gd name="T22" fmla="*/ 1255 w 2050"/>
                <a:gd name="T23" fmla="*/ 936 h 2048"/>
                <a:gd name="T24" fmla="*/ 1471 w 2050"/>
                <a:gd name="T25" fmla="*/ 790 h 2048"/>
                <a:gd name="T26" fmla="*/ 1255 w 2050"/>
                <a:gd name="T27" fmla="*/ 645 h 2048"/>
                <a:gd name="T28" fmla="*/ 1360 w 2050"/>
                <a:gd name="T29" fmla="*/ 565 h 2048"/>
                <a:gd name="T30" fmla="*/ 1215 w 2050"/>
                <a:gd name="T31" fmla="*/ 487 h 2048"/>
                <a:gd name="T32" fmla="*/ 1138 w 2050"/>
                <a:gd name="T33" fmla="*/ 342 h 2048"/>
                <a:gd name="T34" fmla="*/ 992 w 2050"/>
                <a:gd name="T35" fmla="*/ 487 h 2048"/>
                <a:gd name="T36" fmla="*/ 912 w 2050"/>
                <a:gd name="T37" fmla="*/ 311 h 2048"/>
                <a:gd name="T38" fmla="*/ 806 w 2050"/>
                <a:gd name="T39" fmla="*/ 382 h 2048"/>
                <a:gd name="T40" fmla="*/ 726 w 2050"/>
                <a:gd name="T41" fmla="*/ 487 h 2048"/>
                <a:gd name="T42" fmla="*/ 649 w 2050"/>
                <a:gd name="T43" fmla="*/ 565 h 2048"/>
                <a:gd name="T44" fmla="*/ 544 w 2050"/>
                <a:gd name="T45" fmla="*/ 645 h 2048"/>
                <a:gd name="T46" fmla="*/ 1175 w 2050"/>
                <a:gd name="T47" fmla="*/ 1013 h 2048"/>
                <a:gd name="T48" fmla="*/ 1922 w 2050"/>
                <a:gd name="T49" fmla="*/ 797 h 2048"/>
                <a:gd name="T50" fmla="*/ 1802 w 2050"/>
                <a:gd name="T51" fmla="*/ 630 h 2048"/>
                <a:gd name="T52" fmla="*/ 1922 w 2050"/>
                <a:gd name="T53" fmla="*/ 429 h 2048"/>
                <a:gd name="T54" fmla="*/ 1962 w 2050"/>
                <a:gd name="T55" fmla="*/ 248 h 2048"/>
                <a:gd name="T56" fmla="*/ 1795 w 2050"/>
                <a:gd name="T57" fmla="*/ 127 h 2048"/>
                <a:gd name="T58" fmla="*/ 1534 w 2050"/>
                <a:gd name="T59" fmla="*/ 349 h 2048"/>
                <a:gd name="T60" fmla="*/ 577 w 2050"/>
                <a:gd name="T61" fmla="*/ 172 h 2048"/>
                <a:gd name="T62" fmla="*/ 972 w 2050"/>
                <a:gd name="T63" fmla="*/ 158 h 2048"/>
                <a:gd name="T64" fmla="*/ 1465 w 2050"/>
                <a:gd name="T65" fmla="*/ 1335 h 2048"/>
                <a:gd name="T66" fmla="*/ 1252 w 2050"/>
                <a:gd name="T67" fmla="*/ 1968 h 2048"/>
                <a:gd name="T68" fmla="*/ 1212 w 2050"/>
                <a:gd name="T69" fmla="*/ 1384 h 2048"/>
                <a:gd name="T70" fmla="*/ 1172 w 2050"/>
                <a:gd name="T71" fmla="*/ 1968 h 2048"/>
                <a:gd name="T72" fmla="*/ 939 w 2050"/>
                <a:gd name="T73" fmla="*/ 1671 h 2048"/>
                <a:gd name="T74" fmla="*/ 771 w 2050"/>
                <a:gd name="T75" fmla="*/ 1792 h 2048"/>
                <a:gd name="T76" fmla="*/ 563 w 2050"/>
                <a:gd name="T77" fmla="*/ 1806 h 2048"/>
                <a:gd name="T78" fmla="*/ 288 w 2050"/>
                <a:gd name="T79" fmla="*/ 1668 h 2048"/>
                <a:gd name="T80" fmla="*/ 97 w 2050"/>
                <a:gd name="T81" fmla="*/ 1192 h 2048"/>
                <a:gd name="T82" fmla="*/ 256 w 2050"/>
                <a:gd name="T83" fmla="*/ 823 h 2048"/>
                <a:gd name="T84" fmla="*/ 300 w 2050"/>
                <a:gd name="T85" fmla="*/ 428 h 2048"/>
                <a:gd name="T86" fmla="*/ 19 w 2050"/>
                <a:gd name="T87" fmla="*/ 1242 h 2048"/>
                <a:gd name="T88" fmla="*/ 208 w 2050"/>
                <a:gd name="T89" fmla="*/ 1675 h 2048"/>
                <a:gd name="T90" fmla="*/ 485 w 2050"/>
                <a:gd name="T91" fmla="*/ 1825 h 2048"/>
                <a:gd name="T92" fmla="*/ 1472 w 2050"/>
                <a:gd name="T93" fmla="*/ 2048 h 2048"/>
                <a:gd name="T94" fmla="*/ 1710 w 2050"/>
                <a:gd name="T95" fmla="*/ 990 h 2048"/>
                <a:gd name="T96" fmla="*/ 1795 w 2050"/>
                <a:gd name="T97" fmla="*/ 1212 h 2048"/>
                <a:gd name="T98" fmla="*/ 1962 w 2050"/>
                <a:gd name="T99" fmla="*/ 1091 h 2048"/>
                <a:gd name="T100" fmla="*/ 1922 w 2050"/>
                <a:gd name="T101" fmla="*/ 910 h 2048"/>
                <a:gd name="T102" fmla="*/ 1706 w 2050"/>
                <a:gd name="T103" fmla="*/ 710 h 2048"/>
                <a:gd name="T104" fmla="*/ 1922 w 2050"/>
                <a:gd name="T105" fmla="*/ 622 h 2048"/>
                <a:gd name="T106" fmla="*/ 1875 w 2050"/>
                <a:gd name="T107" fmla="*/ 670 h 2048"/>
                <a:gd name="T108" fmla="*/ 1922 w 2050"/>
                <a:gd name="T109" fmla="*/ 80 h 2048"/>
                <a:gd name="T110" fmla="*/ 1875 w 2050"/>
                <a:gd name="T111" fmla="*/ 127 h 2048"/>
                <a:gd name="T112" fmla="*/ 811 w 2050"/>
                <a:gd name="T113" fmla="*/ 1624 h 2048"/>
                <a:gd name="T114" fmla="*/ 1212 w 2050"/>
                <a:gd name="T115" fmla="*/ 1559 h 2048"/>
                <a:gd name="T116" fmla="*/ 1259 w 2050"/>
                <a:gd name="T117" fmla="*/ 1511 h 2048"/>
                <a:gd name="T118" fmla="*/ 1970 w 2050"/>
                <a:gd name="T119" fmla="*/ 1212 h 2048"/>
                <a:gd name="T120" fmla="*/ 1922 w 2050"/>
                <a:gd name="T121" fmla="*/ 1164 h 2048"/>
                <a:gd name="T122" fmla="*/ 477 w 2050"/>
                <a:gd name="T123" fmla="*/ 341 h 2048"/>
                <a:gd name="T124" fmla="*/ 421 w 2050"/>
                <a:gd name="T125" fmla="*/ 341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50" h="2048">
                  <a:moveTo>
                    <a:pt x="544" y="645"/>
                  </a:moveTo>
                  <a:cubicBezTo>
                    <a:pt x="649" y="645"/>
                    <a:pt x="649" y="645"/>
                    <a:pt x="649" y="645"/>
                  </a:cubicBezTo>
                  <a:cubicBezTo>
                    <a:pt x="649" y="750"/>
                    <a:pt x="649" y="750"/>
                    <a:pt x="649" y="750"/>
                  </a:cubicBezTo>
                  <a:cubicBezTo>
                    <a:pt x="473" y="750"/>
                    <a:pt x="473" y="750"/>
                    <a:pt x="473" y="750"/>
                  </a:cubicBezTo>
                  <a:cubicBezTo>
                    <a:pt x="450" y="750"/>
                    <a:pt x="433" y="768"/>
                    <a:pt x="433" y="790"/>
                  </a:cubicBezTo>
                  <a:cubicBezTo>
                    <a:pt x="433" y="812"/>
                    <a:pt x="450" y="830"/>
                    <a:pt x="473" y="830"/>
                  </a:cubicBezTo>
                  <a:cubicBezTo>
                    <a:pt x="649" y="830"/>
                    <a:pt x="649" y="830"/>
                    <a:pt x="649" y="830"/>
                  </a:cubicBezTo>
                  <a:cubicBezTo>
                    <a:pt x="649" y="936"/>
                    <a:pt x="649" y="936"/>
                    <a:pt x="649" y="936"/>
                  </a:cubicBezTo>
                  <a:cubicBezTo>
                    <a:pt x="544" y="936"/>
                    <a:pt x="544" y="936"/>
                    <a:pt x="544" y="936"/>
                  </a:cubicBezTo>
                  <a:cubicBezTo>
                    <a:pt x="522" y="936"/>
                    <a:pt x="504" y="954"/>
                    <a:pt x="504" y="976"/>
                  </a:cubicBezTo>
                  <a:cubicBezTo>
                    <a:pt x="504" y="998"/>
                    <a:pt x="522" y="1016"/>
                    <a:pt x="544" y="1016"/>
                  </a:cubicBezTo>
                  <a:cubicBezTo>
                    <a:pt x="649" y="1016"/>
                    <a:pt x="649" y="1016"/>
                    <a:pt x="649" y="1016"/>
                  </a:cubicBezTo>
                  <a:cubicBezTo>
                    <a:pt x="649" y="1053"/>
                    <a:pt x="649" y="1053"/>
                    <a:pt x="649" y="1053"/>
                  </a:cubicBezTo>
                  <a:cubicBezTo>
                    <a:pt x="649" y="1075"/>
                    <a:pt x="667" y="1093"/>
                    <a:pt x="689" y="1093"/>
                  </a:cubicBezTo>
                  <a:cubicBezTo>
                    <a:pt x="726" y="1093"/>
                    <a:pt x="726" y="1093"/>
                    <a:pt x="726" y="1093"/>
                  </a:cubicBezTo>
                  <a:cubicBezTo>
                    <a:pt x="726" y="1198"/>
                    <a:pt x="726" y="1198"/>
                    <a:pt x="726" y="1198"/>
                  </a:cubicBezTo>
                  <a:cubicBezTo>
                    <a:pt x="726" y="1220"/>
                    <a:pt x="744" y="1238"/>
                    <a:pt x="766" y="1238"/>
                  </a:cubicBezTo>
                  <a:cubicBezTo>
                    <a:pt x="788" y="1238"/>
                    <a:pt x="806" y="1220"/>
                    <a:pt x="806" y="1198"/>
                  </a:cubicBezTo>
                  <a:cubicBezTo>
                    <a:pt x="806" y="1093"/>
                    <a:pt x="806" y="1093"/>
                    <a:pt x="806" y="1093"/>
                  </a:cubicBezTo>
                  <a:cubicBezTo>
                    <a:pt x="912" y="1093"/>
                    <a:pt x="912" y="1093"/>
                    <a:pt x="912" y="1093"/>
                  </a:cubicBezTo>
                  <a:cubicBezTo>
                    <a:pt x="912" y="1270"/>
                    <a:pt x="912" y="1270"/>
                    <a:pt x="912" y="1270"/>
                  </a:cubicBezTo>
                  <a:cubicBezTo>
                    <a:pt x="912" y="1292"/>
                    <a:pt x="930" y="1310"/>
                    <a:pt x="952" y="1310"/>
                  </a:cubicBezTo>
                  <a:cubicBezTo>
                    <a:pt x="974" y="1310"/>
                    <a:pt x="992" y="1292"/>
                    <a:pt x="992" y="1270"/>
                  </a:cubicBezTo>
                  <a:cubicBezTo>
                    <a:pt x="992" y="1093"/>
                    <a:pt x="992" y="1093"/>
                    <a:pt x="992" y="1093"/>
                  </a:cubicBezTo>
                  <a:cubicBezTo>
                    <a:pt x="1098" y="1093"/>
                    <a:pt x="1098" y="1093"/>
                    <a:pt x="1098" y="1093"/>
                  </a:cubicBezTo>
                  <a:cubicBezTo>
                    <a:pt x="1098" y="1198"/>
                    <a:pt x="1098" y="1198"/>
                    <a:pt x="1098" y="1198"/>
                  </a:cubicBezTo>
                  <a:cubicBezTo>
                    <a:pt x="1098" y="1220"/>
                    <a:pt x="1115" y="1238"/>
                    <a:pt x="1138" y="1238"/>
                  </a:cubicBezTo>
                  <a:cubicBezTo>
                    <a:pt x="1160" y="1238"/>
                    <a:pt x="1178" y="1220"/>
                    <a:pt x="1178" y="1198"/>
                  </a:cubicBezTo>
                  <a:cubicBezTo>
                    <a:pt x="1178" y="1093"/>
                    <a:pt x="1178" y="1093"/>
                    <a:pt x="1178" y="1093"/>
                  </a:cubicBezTo>
                  <a:cubicBezTo>
                    <a:pt x="1215" y="1093"/>
                    <a:pt x="1215" y="1093"/>
                    <a:pt x="1215" y="1093"/>
                  </a:cubicBezTo>
                  <a:cubicBezTo>
                    <a:pt x="1237" y="1093"/>
                    <a:pt x="1255" y="1075"/>
                    <a:pt x="1255" y="1053"/>
                  </a:cubicBezTo>
                  <a:cubicBezTo>
                    <a:pt x="1255" y="1016"/>
                    <a:pt x="1255" y="1016"/>
                    <a:pt x="1255" y="1016"/>
                  </a:cubicBezTo>
                  <a:cubicBezTo>
                    <a:pt x="1360" y="1016"/>
                    <a:pt x="1360" y="1016"/>
                    <a:pt x="1360" y="1016"/>
                  </a:cubicBezTo>
                  <a:cubicBezTo>
                    <a:pt x="1382" y="1016"/>
                    <a:pt x="1400" y="998"/>
                    <a:pt x="1400" y="976"/>
                  </a:cubicBezTo>
                  <a:cubicBezTo>
                    <a:pt x="1400" y="954"/>
                    <a:pt x="1382" y="936"/>
                    <a:pt x="1360" y="936"/>
                  </a:cubicBezTo>
                  <a:cubicBezTo>
                    <a:pt x="1255" y="936"/>
                    <a:pt x="1255" y="936"/>
                    <a:pt x="1255" y="936"/>
                  </a:cubicBezTo>
                  <a:cubicBezTo>
                    <a:pt x="1255" y="830"/>
                    <a:pt x="1255" y="830"/>
                    <a:pt x="1255" y="830"/>
                  </a:cubicBezTo>
                  <a:cubicBezTo>
                    <a:pt x="1431" y="830"/>
                    <a:pt x="1431" y="830"/>
                    <a:pt x="1431" y="830"/>
                  </a:cubicBezTo>
                  <a:cubicBezTo>
                    <a:pt x="1453" y="830"/>
                    <a:pt x="1471" y="812"/>
                    <a:pt x="1471" y="790"/>
                  </a:cubicBezTo>
                  <a:cubicBezTo>
                    <a:pt x="1471" y="768"/>
                    <a:pt x="1453" y="750"/>
                    <a:pt x="1431" y="750"/>
                  </a:cubicBezTo>
                  <a:cubicBezTo>
                    <a:pt x="1255" y="750"/>
                    <a:pt x="1255" y="750"/>
                    <a:pt x="1255" y="750"/>
                  </a:cubicBezTo>
                  <a:cubicBezTo>
                    <a:pt x="1255" y="645"/>
                    <a:pt x="1255" y="645"/>
                    <a:pt x="1255" y="645"/>
                  </a:cubicBezTo>
                  <a:cubicBezTo>
                    <a:pt x="1360" y="645"/>
                    <a:pt x="1360" y="645"/>
                    <a:pt x="1360" y="645"/>
                  </a:cubicBezTo>
                  <a:cubicBezTo>
                    <a:pt x="1382" y="645"/>
                    <a:pt x="1400" y="627"/>
                    <a:pt x="1400" y="605"/>
                  </a:cubicBezTo>
                  <a:cubicBezTo>
                    <a:pt x="1400" y="583"/>
                    <a:pt x="1382" y="565"/>
                    <a:pt x="1360" y="565"/>
                  </a:cubicBezTo>
                  <a:cubicBezTo>
                    <a:pt x="1255" y="565"/>
                    <a:pt x="1255" y="565"/>
                    <a:pt x="1255" y="565"/>
                  </a:cubicBezTo>
                  <a:cubicBezTo>
                    <a:pt x="1255" y="527"/>
                    <a:pt x="1255" y="527"/>
                    <a:pt x="1255" y="527"/>
                  </a:cubicBezTo>
                  <a:cubicBezTo>
                    <a:pt x="1255" y="505"/>
                    <a:pt x="1237" y="487"/>
                    <a:pt x="1215" y="487"/>
                  </a:cubicBezTo>
                  <a:cubicBezTo>
                    <a:pt x="1178" y="487"/>
                    <a:pt x="1178" y="487"/>
                    <a:pt x="1178" y="487"/>
                  </a:cubicBezTo>
                  <a:cubicBezTo>
                    <a:pt x="1178" y="382"/>
                    <a:pt x="1178" y="382"/>
                    <a:pt x="1178" y="382"/>
                  </a:cubicBezTo>
                  <a:cubicBezTo>
                    <a:pt x="1178" y="360"/>
                    <a:pt x="1160" y="342"/>
                    <a:pt x="1138" y="342"/>
                  </a:cubicBezTo>
                  <a:cubicBezTo>
                    <a:pt x="1115" y="342"/>
                    <a:pt x="1098" y="360"/>
                    <a:pt x="1098" y="382"/>
                  </a:cubicBezTo>
                  <a:cubicBezTo>
                    <a:pt x="1098" y="487"/>
                    <a:pt x="1098" y="487"/>
                    <a:pt x="1098" y="487"/>
                  </a:cubicBezTo>
                  <a:cubicBezTo>
                    <a:pt x="992" y="487"/>
                    <a:pt x="992" y="487"/>
                    <a:pt x="992" y="487"/>
                  </a:cubicBezTo>
                  <a:cubicBezTo>
                    <a:pt x="992" y="311"/>
                    <a:pt x="992" y="311"/>
                    <a:pt x="992" y="311"/>
                  </a:cubicBezTo>
                  <a:cubicBezTo>
                    <a:pt x="992" y="289"/>
                    <a:pt x="974" y="271"/>
                    <a:pt x="952" y="271"/>
                  </a:cubicBezTo>
                  <a:cubicBezTo>
                    <a:pt x="930" y="271"/>
                    <a:pt x="912" y="289"/>
                    <a:pt x="912" y="311"/>
                  </a:cubicBezTo>
                  <a:cubicBezTo>
                    <a:pt x="912" y="487"/>
                    <a:pt x="912" y="487"/>
                    <a:pt x="912" y="487"/>
                  </a:cubicBezTo>
                  <a:cubicBezTo>
                    <a:pt x="806" y="487"/>
                    <a:pt x="806" y="487"/>
                    <a:pt x="806" y="487"/>
                  </a:cubicBezTo>
                  <a:cubicBezTo>
                    <a:pt x="806" y="382"/>
                    <a:pt x="806" y="382"/>
                    <a:pt x="806" y="382"/>
                  </a:cubicBezTo>
                  <a:cubicBezTo>
                    <a:pt x="806" y="360"/>
                    <a:pt x="788" y="342"/>
                    <a:pt x="766" y="342"/>
                  </a:cubicBezTo>
                  <a:cubicBezTo>
                    <a:pt x="744" y="342"/>
                    <a:pt x="726" y="360"/>
                    <a:pt x="726" y="382"/>
                  </a:cubicBezTo>
                  <a:cubicBezTo>
                    <a:pt x="726" y="487"/>
                    <a:pt x="726" y="487"/>
                    <a:pt x="726" y="487"/>
                  </a:cubicBezTo>
                  <a:cubicBezTo>
                    <a:pt x="689" y="487"/>
                    <a:pt x="689" y="487"/>
                    <a:pt x="689" y="487"/>
                  </a:cubicBezTo>
                  <a:cubicBezTo>
                    <a:pt x="667" y="487"/>
                    <a:pt x="649" y="505"/>
                    <a:pt x="649" y="527"/>
                  </a:cubicBezTo>
                  <a:cubicBezTo>
                    <a:pt x="649" y="565"/>
                    <a:pt x="649" y="565"/>
                    <a:pt x="649" y="565"/>
                  </a:cubicBezTo>
                  <a:cubicBezTo>
                    <a:pt x="544" y="565"/>
                    <a:pt x="544" y="565"/>
                    <a:pt x="544" y="565"/>
                  </a:cubicBezTo>
                  <a:cubicBezTo>
                    <a:pt x="522" y="565"/>
                    <a:pt x="504" y="583"/>
                    <a:pt x="504" y="605"/>
                  </a:cubicBezTo>
                  <a:cubicBezTo>
                    <a:pt x="504" y="627"/>
                    <a:pt x="522" y="645"/>
                    <a:pt x="544" y="645"/>
                  </a:cubicBezTo>
                  <a:close/>
                  <a:moveTo>
                    <a:pt x="729" y="567"/>
                  </a:moveTo>
                  <a:cubicBezTo>
                    <a:pt x="1175" y="567"/>
                    <a:pt x="1175" y="567"/>
                    <a:pt x="1175" y="567"/>
                  </a:cubicBezTo>
                  <a:cubicBezTo>
                    <a:pt x="1175" y="1013"/>
                    <a:pt x="1175" y="1013"/>
                    <a:pt x="1175" y="1013"/>
                  </a:cubicBezTo>
                  <a:cubicBezTo>
                    <a:pt x="729" y="1013"/>
                    <a:pt x="729" y="1013"/>
                    <a:pt x="729" y="1013"/>
                  </a:cubicBezTo>
                  <a:lnTo>
                    <a:pt x="729" y="567"/>
                  </a:lnTo>
                  <a:close/>
                  <a:moveTo>
                    <a:pt x="1922" y="797"/>
                  </a:moveTo>
                  <a:cubicBezTo>
                    <a:pt x="1993" y="797"/>
                    <a:pt x="2050" y="740"/>
                    <a:pt x="2050" y="670"/>
                  </a:cubicBezTo>
                  <a:cubicBezTo>
                    <a:pt x="2050" y="599"/>
                    <a:pt x="1993" y="542"/>
                    <a:pt x="1922" y="542"/>
                  </a:cubicBezTo>
                  <a:cubicBezTo>
                    <a:pt x="1866" y="542"/>
                    <a:pt x="1818" y="579"/>
                    <a:pt x="1802" y="630"/>
                  </a:cubicBezTo>
                  <a:cubicBezTo>
                    <a:pt x="1687" y="630"/>
                    <a:pt x="1687" y="630"/>
                    <a:pt x="1687" y="630"/>
                  </a:cubicBezTo>
                  <a:cubicBezTo>
                    <a:pt x="1666" y="559"/>
                    <a:pt x="1635" y="491"/>
                    <a:pt x="1594" y="429"/>
                  </a:cubicBezTo>
                  <a:cubicBezTo>
                    <a:pt x="1922" y="429"/>
                    <a:pt x="1922" y="429"/>
                    <a:pt x="1922" y="429"/>
                  </a:cubicBezTo>
                  <a:cubicBezTo>
                    <a:pt x="1944" y="429"/>
                    <a:pt x="1961" y="412"/>
                    <a:pt x="1962" y="391"/>
                  </a:cubicBezTo>
                  <a:cubicBezTo>
                    <a:pt x="1962" y="391"/>
                    <a:pt x="1962" y="390"/>
                    <a:pt x="1962" y="389"/>
                  </a:cubicBezTo>
                  <a:cubicBezTo>
                    <a:pt x="1962" y="248"/>
                    <a:pt x="1962" y="248"/>
                    <a:pt x="1962" y="248"/>
                  </a:cubicBezTo>
                  <a:cubicBezTo>
                    <a:pt x="2013" y="232"/>
                    <a:pt x="2050" y="184"/>
                    <a:pt x="2050" y="127"/>
                  </a:cubicBezTo>
                  <a:cubicBezTo>
                    <a:pt x="2050" y="57"/>
                    <a:pt x="1993" y="0"/>
                    <a:pt x="1922" y="0"/>
                  </a:cubicBezTo>
                  <a:cubicBezTo>
                    <a:pt x="1852" y="0"/>
                    <a:pt x="1795" y="57"/>
                    <a:pt x="1795" y="127"/>
                  </a:cubicBezTo>
                  <a:cubicBezTo>
                    <a:pt x="1795" y="184"/>
                    <a:pt x="1832" y="232"/>
                    <a:pt x="1882" y="248"/>
                  </a:cubicBezTo>
                  <a:cubicBezTo>
                    <a:pt x="1882" y="349"/>
                    <a:pt x="1882" y="349"/>
                    <a:pt x="1882" y="349"/>
                  </a:cubicBezTo>
                  <a:cubicBezTo>
                    <a:pt x="1534" y="349"/>
                    <a:pt x="1534" y="349"/>
                    <a:pt x="1534" y="349"/>
                  </a:cubicBezTo>
                  <a:cubicBezTo>
                    <a:pt x="1527" y="341"/>
                    <a:pt x="1520" y="332"/>
                    <a:pt x="1512" y="324"/>
                  </a:cubicBezTo>
                  <a:cubicBezTo>
                    <a:pt x="1372" y="173"/>
                    <a:pt x="1181" y="86"/>
                    <a:pt x="975" y="78"/>
                  </a:cubicBezTo>
                  <a:cubicBezTo>
                    <a:pt x="836" y="73"/>
                    <a:pt x="698" y="105"/>
                    <a:pt x="577" y="172"/>
                  </a:cubicBezTo>
                  <a:cubicBezTo>
                    <a:pt x="557" y="183"/>
                    <a:pt x="550" y="207"/>
                    <a:pt x="561" y="226"/>
                  </a:cubicBezTo>
                  <a:cubicBezTo>
                    <a:pt x="571" y="246"/>
                    <a:pt x="596" y="253"/>
                    <a:pt x="615" y="242"/>
                  </a:cubicBezTo>
                  <a:cubicBezTo>
                    <a:pt x="724" y="182"/>
                    <a:pt x="847" y="153"/>
                    <a:pt x="972" y="158"/>
                  </a:cubicBezTo>
                  <a:cubicBezTo>
                    <a:pt x="1353" y="172"/>
                    <a:pt x="1652" y="493"/>
                    <a:pt x="1638" y="874"/>
                  </a:cubicBezTo>
                  <a:cubicBezTo>
                    <a:pt x="1638" y="875"/>
                    <a:pt x="1638" y="875"/>
                    <a:pt x="1638" y="876"/>
                  </a:cubicBezTo>
                  <a:cubicBezTo>
                    <a:pt x="1638" y="1045"/>
                    <a:pt x="1577" y="1208"/>
                    <a:pt x="1465" y="1335"/>
                  </a:cubicBezTo>
                  <a:cubicBezTo>
                    <a:pt x="1459" y="1342"/>
                    <a:pt x="1455" y="1352"/>
                    <a:pt x="1455" y="1361"/>
                  </a:cubicBezTo>
                  <a:cubicBezTo>
                    <a:pt x="1455" y="1968"/>
                    <a:pt x="1455" y="1968"/>
                    <a:pt x="1455" y="1968"/>
                  </a:cubicBezTo>
                  <a:cubicBezTo>
                    <a:pt x="1252" y="1968"/>
                    <a:pt x="1252" y="1968"/>
                    <a:pt x="1252" y="1968"/>
                  </a:cubicBezTo>
                  <a:cubicBezTo>
                    <a:pt x="1252" y="1632"/>
                    <a:pt x="1252" y="1632"/>
                    <a:pt x="1252" y="1632"/>
                  </a:cubicBezTo>
                  <a:cubicBezTo>
                    <a:pt x="1303" y="1615"/>
                    <a:pt x="1339" y="1567"/>
                    <a:pt x="1339" y="1511"/>
                  </a:cubicBezTo>
                  <a:cubicBezTo>
                    <a:pt x="1339" y="1441"/>
                    <a:pt x="1282" y="1384"/>
                    <a:pt x="1212" y="1384"/>
                  </a:cubicBezTo>
                  <a:cubicBezTo>
                    <a:pt x="1142" y="1384"/>
                    <a:pt x="1084" y="1441"/>
                    <a:pt x="1084" y="1511"/>
                  </a:cubicBezTo>
                  <a:cubicBezTo>
                    <a:pt x="1084" y="1567"/>
                    <a:pt x="1121" y="1615"/>
                    <a:pt x="1172" y="1632"/>
                  </a:cubicBezTo>
                  <a:cubicBezTo>
                    <a:pt x="1172" y="1968"/>
                    <a:pt x="1172" y="1968"/>
                    <a:pt x="1172" y="1968"/>
                  </a:cubicBezTo>
                  <a:cubicBezTo>
                    <a:pt x="851" y="1968"/>
                    <a:pt x="851" y="1968"/>
                    <a:pt x="851" y="1968"/>
                  </a:cubicBezTo>
                  <a:cubicBezTo>
                    <a:pt x="851" y="1792"/>
                    <a:pt x="851" y="1792"/>
                    <a:pt x="851" y="1792"/>
                  </a:cubicBezTo>
                  <a:cubicBezTo>
                    <a:pt x="902" y="1776"/>
                    <a:pt x="939" y="1728"/>
                    <a:pt x="939" y="1671"/>
                  </a:cubicBezTo>
                  <a:cubicBezTo>
                    <a:pt x="939" y="1601"/>
                    <a:pt x="881" y="1544"/>
                    <a:pt x="811" y="1544"/>
                  </a:cubicBezTo>
                  <a:cubicBezTo>
                    <a:pt x="741" y="1544"/>
                    <a:pt x="684" y="1601"/>
                    <a:pt x="684" y="1671"/>
                  </a:cubicBezTo>
                  <a:cubicBezTo>
                    <a:pt x="684" y="1728"/>
                    <a:pt x="720" y="1776"/>
                    <a:pt x="771" y="1792"/>
                  </a:cubicBezTo>
                  <a:cubicBezTo>
                    <a:pt x="771" y="1968"/>
                    <a:pt x="771" y="1968"/>
                    <a:pt x="771" y="1968"/>
                  </a:cubicBezTo>
                  <a:cubicBezTo>
                    <a:pt x="601" y="1968"/>
                    <a:pt x="601" y="1968"/>
                    <a:pt x="601" y="1968"/>
                  </a:cubicBezTo>
                  <a:cubicBezTo>
                    <a:pt x="563" y="1806"/>
                    <a:pt x="563" y="1806"/>
                    <a:pt x="563" y="1806"/>
                  </a:cubicBezTo>
                  <a:cubicBezTo>
                    <a:pt x="550" y="1749"/>
                    <a:pt x="514" y="1721"/>
                    <a:pt x="455" y="1721"/>
                  </a:cubicBezTo>
                  <a:cubicBezTo>
                    <a:pt x="337" y="1721"/>
                    <a:pt x="337" y="1721"/>
                    <a:pt x="337" y="1721"/>
                  </a:cubicBezTo>
                  <a:cubicBezTo>
                    <a:pt x="308" y="1721"/>
                    <a:pt x="290" y="1694"/>
                    <a:pt x="288" y="1668"/>
                  </a:cubicBezTo>
                  <a:cubicBezTo>
                    <a:pt x="248" y="1228"/>
                    <a:pt x="248" y="1228"/>
                    <a:pt x="248" y="1228"/>
                  </a:cubicBezTo>
                  <a:cubicBezTo>
                    <a:pt x="246" y="1207"/>
                    <a:pt x="229" y="1192"/>
                    <a:pt x="208" y="1192"/>
                  </a:cubicBezTo>
                  <a:cubicBezTo>
                    <a:pt x="97" y="1192"/>
                    <a:pt x="97" y="1192"/>
                    <a:pt x="97" y="1192"/>
                  </a:cubicBezTo>
                  <a:cubicBezTo>
                    <a:pt x="97" y="1190"/>
                    <a:pt x="98" y="1188"/>
                    <a:pt x="99" y="1185"/>
                  </a:cubicBezTo>
                  <a:cubicBezTo>
                    <a:pt x="252" y="838"/>
                    <a:pt x="252" y="838"/>
                    <a:pt x="252" y="838"/>
                  </a:cubicBezTo>
                  <a:cubicBezTo>
                    <a:pt x="254" y="833"/>
                    <a:pt x="255" y="828"/>
                    <a:pt x="256" y="823"/>
                  </a:cubicBezTo>
                  <a:cubicBezTo>
                    <a:pt x="260" y="698"/>
                    <a:pt x="299" y="576"/>
                    <a:pt x="367" y="471"/>
                  </a:cubicBezTo>
                  <a:cubicBezTo>
                    <a:pt x="379" y="453"/>
                    <a:pt x="374" y="428"/>
                    <a:pt x="356" y="416"/>
                  </a:cubicBezTo>
                  <a:cubicBezTo>
                    <a:pt x="337" y="404"/>
                    <a:pt x="312" y="409"/>
                    <a:pt x="300" y="428"/>
                  </a:cubicBezTo>
                  <a:cubicBezTo>
                    <a:pt x="225" y="542"/>
                    <a:pt x="182" y="675"/>
                    <a:pt x="176" y="813"/>
                  </a:cubicBezTo>
                  <a:cubicBezTo>
                    <a:pt x="26" y="1153"/>
                    <a:pt x="26" y="1153"/>
                    <a:pt x="26" y="1153"/>
                  </a:cubicBezTo>
                  <a:cubicBezTo>
                    <a:pt x="15" y="1178"/>
                    <a:pt x="0" y="1213"/>
                    <a:pt x="19" y="1242"/>
                  </a:cubicBezTo>
                  <a:cubicBezTo>
                    <a:pt x="38" y="1272"/>
                    <a:pt x="76" y="1272"/>
                    <a:pt x="91" y="1272"/>
                  </a:cubicBezTo>
                  <a:cubicBezTo>
                    <a:pt x="172" y="1272"/>
                    <a:pt x="172" y="1272"/>
                    <a:pt x="172" y="1272"/>
                  </a:cubicBezTo>
                  <a:cubicBezTo>
                    <a:pt x="208" y="1675"/>
                    <a:pt x="208" y="1675"/>
                    <a:pt x="208" y="1675"/>
                  </a:cubicBezTo>
                  <a:cubicBezTo>
                    <a:pt x="215" y="1747"/>
                    <a:pt x="270" y="1801"/>
                    <a:pt x="337" y="1801"/>
                  </a:cubicBezTo>
                  <a:cubicBezTo>
                    <a:pt x="455" y="1801"/>
                    <a:pt x="455" y="1801"/>
                    <a:pt x="455" y="1801"/>
                  </a:cubicBezTo>
                  <a:cubicBezTo>
                    <a:pt x="479" y="1801"/>
                    <a:pt x="481" y="1805"/>
                    <a:pt x="485" y="1825"/>
                  </a:cubicBezTo>
                  <a:cubicBezTo>
                    <a:pt x="525" y="1994"/>
                    <a:pt x="525" y="1994"/>
                    <a:pt x="525" y="1994"/>
                  </a:cubicBezTo>
                  <a:cubicBezTo>
                    <a:pt x="533" y="2027"/>
                    <a:pt x="558" y="2048"/>
                    <a:pt x="588" y="2048"/>
                  </a:cubicBezTo>
                  <a:cubicBezTo>
                    <a:pt x="1472" y="2048"/>
                    <a:pt x="1472" y="2048"/>
                    <a:pt x="1472" y="2048"/>
                  </a:cubicBezTo>
                  <a:cubicBezTo>
                    <a:pt x="1507" y="2048"/>
                    <a:pt x="1535" y="2020"/>
                    <a:pt x="1535" y="1985"/>
                  </a:cubicBezTo>
                  <a:cubicBezTo>
                    <a:pt x="1535" y="1376"/>
                    <a:pt x="1535" y="1376"/>
                    <a:pt x="1535" y="1376"/>
                  </a:cubicBezTo>
                  <a:cubicBezTo>
                    <a:pt x="1629" y="1266"/>
                    <a:pt x="1689" y="1132"/>
                    <a:pt x="1710" y="990"/>
                  </a:cubicBezTo>
                  <a:cubicBezTo>
                    <a:pt x="1882" y="990"/>
                    <a:pt x="1882" y="990"/>
                    <a:pt x="1882" y="990"/>
                  </a:cubicBezTo>
                  <a:cubicBezTo>
                    <a:pt x="1882" y="1091"/>
                    <a:pt x="1882" y="1091"/>
                    <a:pt x="1882" y="1091"/>
                  </a:cubicBezTo>
                  <a:cubicBezTo>
                    <a:pt x="1832" y="1108"/>
                    <a:pt x="1795" y="1156"/>
                    <a:pt x="1795" y="1212"/>
                  </a:cubicBezTo>
                  <a:cubicBezTo>
                    <a:pt x="1795" y="1282"/>
                    <a:pt x="1852" y="1339"/>
                    <a:pt x="1922" y="1339"/>
                  </a:cubicBezTo>
                  <a:cubicBezTo>
                    <a:pt x="1993" y="1339"/>
                    <a:pt x="2050" y="1282"/>
                    <a:pt x="2050" y="1212"/>
                  </a:cubicBezTo>
                  <a:cubicBezTo>
                    <a:pt x="2050" y="1156"/>
                    <a:pt x="2013" y="1108"/>
                    <a:pt x="1962" y="1091"/>
                  </a:cubicBezTo>
                  <a:cubicBezTo>
                    <a:pt x="1962" y="950"/>
                    <a:pt x="1962" y="950"/>
                    <a:pt x="1962" y="950"/>
                  </a:cubicBezTo>
                  <a:cubicBezTo>
                    <a:pt x="1962" y="949"/>
                    <a:pt x="1962" y="948"/>
                    <a:pt x="1962" y="948"/>
                  </a:cubicBezTo>
                  <a:cubicBezTo>
                    <a:pt x="1961" y="927"/>
                    <a:pt x="1944" y="910"/>
                    <a:pt x="1922" y="910"/>
                  </a:cubicBezTo>
                  <a:cubicBezTo>
                    <a:pt x="1717" y="910"/>
                    <a:pt x="1717" y="910"/>
                    <a:pt x="1717" y="910"/>
                  </a:cubicBezTo>
                  <a:cubicBezTo>
                    <a:pt x="1718" y="899"/>
                    <a:pt x="1718" y="888"/>
                    <a:pt x="1718" y="876"/>
                  </a:cubicBezTo>
                  <a:cubicBezTo>
                    <a:pt x="1720" y="820"/>
                    <a:pt x="1716" y="764"/>
                    <a:pt x="1706" y="710"/>
                  </a:cubicBezTo>
                  <a:cubicBezTo>
                    <a:pt x="1802" y="710"/>
                    <a:pt x="1802" y="710"/>
                    <a:pt x="1802" y="710"/>
                  </a:cubicBezTo>
                  <a:cubicBezTo>
                    <a:pt x="1818" y="760"/>
                    <a:pt x="1866" y="797"/>
                    <a:pt x="1922" y="797"/>
                  </a:cubicBezTo>
                  <a:close/>
                  <a:moveTo>
                    <a:pt x="1922" y="622"/>
                  </a:moveTo>
                  <a:cubicBezTo>
                    <a:pt x="1949" y="622"/>
                    <a:pt x="1970" y="644"/>
                    <a:pt x="1970" y="670"/>
                  </a:cubicBezTo>
                  <a:cubicBezTo>
                    <a:pt x="1970" y="696"/>
                    <a:pt x="1949" y="717"/>
                    <a:pt x="1922" y="717"/>
                  </a:cubicBezTo>
                  <a:cubicBezTo>
                    <a:pt x="1896" y="717"/>
                    <a:pt x="1875" y="696"/>
                    <a:pt x="1875" y="670"/>
                  </a:cubicBezTo>
                  <a:cubicBezTo>
                    <a:pt x="1875" y="644"/>
                    <a:pt x="1896" y="622"/>
                    <a:pt x="1922" y="622"/>
                  </a:cubicBezTo>
                  <a:close/>
                  <a:moveTo>
                    <a:pt x="1875" y="127"/>
                  </a:moveTo>
                  <a:cubicBezTo>
                    <a:pt x="1875" y="101"/>
                    <a:pt x="1896" y="80"/>
                    <a:pt x="1922" y="80"/>
                  </a:cubicBezTo>
                  <a:cubicBezTo>
                    <a:pt x="1949" y="80"/>
                    <a:pt x="1970" y="101"/>
                    <a:pt x="1970" y="127"/>
                  </a:cubicBezTo>
                  <a:cubicBezTo>
                    <a:pt x="1970" y="154"/>
                    <a:pt x="1949" y="175"/>
                    <a:pt x="1922" y="175"/>
                  </a:cubicBezTo>
                  <a:cubicBezTo>
                    <a:pt x="1896" y="175"/>
                    <a:pt x="1875" y="154"/>
                    <a:pt x="1875" y="127"/>
                  </a:cubicBezTo>
                  <a:close/>
                  <a:moveTo>
                    <a:pt x="811" y="1719"/>
                  </a:moveTo>
                  <a:cubicBezTo>
                    <a:pt x="785" y="1719"/>
                    <a:pt x="764" y="1698"/>
                    <a:pt x="764" y="1671"/>
                  </a:cubicBezTo>
                  <a:cubicBezTo>
                    <a:pt x="764" y="1645"/>
                    <a:pt x="785" y="1624"/>
                    <a:pt x="811" y="1624"/>
                  </a:cubicBezTo>
                  <a:cubicBezTo>
                    <a:pt x="837" y="1624"/>
                    <a:pt x="859" y="1645"/>
                    <a:pt x="859" y="1671"/>
                  </a:cubicBezTo>
                  <a:cubicBezTo>
                    <a:pt x="859" y="1698"/>
                    <a:pt x="837" y="1719"/>
                    <a:pt x="811" y="1719"/>
                  </a:cubicBezTo>
                  <a:close/>
                  <a:moveTo>
                    <a:pt x="1212" y="1559"/>
                  </a:moveTo>
                  <a:cubicBezTo>
                    <a:pt x="1186" y="1559"/>
                    <a:pt x="1164" y="1537"/>
                    <a:pt x="1164" y="1511"/>
                  </a:cubicBezTo>
                  <a:cubicBezTo>
                    <a:pt x="1164" y="1485"/>
                    <a:pt x="1186" y="1464"/>
                    <a:pt x="1212" y="1464"/>
                  </a:cubicBezTo>
                  <a:cubicBezTo>
                    <a:pt x="1238" y="1464"/>
                    <a:pt x="1259" y="1485"/>
                    <a:pt x="1259" y="1511"/>
                  </a:cubicBezTo>
                  <a:cubicBezTo>
                    <a:pt x="1259" y="1537"/>
                    <a:pt x="1238" y="1559"/>
                    <a:pt x="1212" y="1559"/>
                  </a:cubicBezTo>
                  <a:close/>
                  <a:moveTo>
                    <a:pt x="1922" y="1164"/>
                  </a:moveTo>
                  <a:cubicBezTo>
                    <a:pt x="1949" y="1164"/>
                    <a:pt x="1970" y="1186"/>
                    <a:pt x="1970" y="1212"/>
                  </a:cubicBezTo>
                  <a:cubicBezTo>
                    <a:pt x="1970" y="1238"/>
                    <a:pt x="1949" y="1259"/>
                    <a:pt x="1922" y="1259"/>
                  </a:cubicBezTo>
                  <a:cubicBezTo>
                    <a:pt x="1896" y="1259"/>
                    <a:pt x="1875" y="1238"/>
                    <a:pt x="1875" y="1212"/>
                  </a:cubicBezTo>
                  <a:cubicBezTo>
                    <a:pt x="1875" y="1186"/>
                    <a:pt x="1896" y="1164"/>
                    <a:pt x="1922" y="1164"/>
                  </a:cubicBezTo>
                  <a:close/>
                  <a:moveTo>
                    <a:pt x="449" y="353"/>
                  </a:moveTo>
                  <a:cubicBezTo>
                    <a:pt x="459" y="353"/>
                    <a:pt x="469" y="349"/>
                    <a:pt x="477" y="341"/>
                  </a:cubicBezTo>
                  <a:cubicBezTo>
                    <a:pt x="477" y="341"/>
                    <a:pt x="477" y="341"/>
                    <a:pt x="477" y="341"/>
                  </a:cubicBezTo>
                  <a:cubicBezTo>
                    <a:pt x="493" y="325"/>
                    <a:pt x="493" y="300"/>
                    <a:pt x="477" y="285"/>
                  </a:cubicBezTo>
                  <a:cubicBezTo>
                    <a:pt x="462" y="269"/>
                    <a:pt x="436" y="269"/>
                    <a:pt x="421" y="285"/>
                  </a:cubicBezTo>
                  <a:cubicBezTo>
                    <a:pt x="405" y="300"/>
                    <a:pt x="405" y="326"/>
                    <a:pt x="421" y="341"/>
                  </a:cubicBezTo>
                  <a:cubicBezTo>
                    <a:pt x="428" y="349"/>
                    <a:pt x="439" y="353"/>
                    <a:pt x="449" y="3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E684483-3236-164A-87CC-B14F64FC7861}"/>
              </a:ext>
            </a:extLst>
          </p:cNvPr>
          <p:cNvGrpSpPr/>
          <p:nvPr/>
        </p:nvGrpSpPr>
        <p:grpSpPr>
          <a:xfrm>
            <a:off x="7198740" y="5064795"/>
            <a:ext cx="540000" cy="540000"/>
            <a:chOff x="7198740" y="5064795"/>
            <a:chExt cx="540000" cy="54000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019203C-1420-6DA6-9DD4-BC8510A099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98740" y="5064795"/>
              <a:ext cx="540000" cy="540000"/>
              <a:chOff x="3757865" y="1975052"/>
              <a:chExt cx="632843" cy="635313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0D4BBE8-AD22-B54C-9B6B-56E8B98AF3B1}"/>
                  </a:ext>
                </a:extLst>
              </p:cNvPr>
              <p:cNvSpPr/>
              <p:nvPr/>
            </p:nvSpPr>
            <p:spPr bwMode="auto">
              <a:xfrm flipH="1">
                <a:off x="3757865" y="1975052"/>
                <a:ext cx="632843" cy="635313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50000"/>
                    </a:srgbClr>
                  </a:gs>
                  <a:gs pos="100000">
                    <a:srgbClr val="7E68A4">
                      <a:alpha val="30000"/>
                    </a:srgbClr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14A0C898-D3F8-9920-0EBE-A2DD0C054317}"/>
                  </a:ext>
                </a:extLst>
              </p:cNvPr>
              <p:cNvSpPr/>
              <p:nvPr/>
            </p:nvSpPr>
            <p:spPr bwMode="auto">
              <a:xfrm flipH="1">
                <a:off x="3820735" y="2032452"/>
                <a:ext cx="512732" cy="514736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60000"/>
                    </a:srgbClr>
                  </a:gs>
                  <a:gs pos="75000">
                    <a:srgbClr val="7E68A4"/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3" name="Freeform 88">
              <a:extLst>
                <a:ext uri="{FF2B5EF4-FFF2-40B4-BE49-F238E27FC236}">
                  <a16:creationId xmlns:a16="http://schemas.microsoft.com/office/drawing/2014/main" id="{409E9553-C28D-8F64-AA82-29D9B549EC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2188" y="5188175"/>
              <a:ext cx="293105" cy="293240"/>
            </a:xfrm>
            <a:custGeom>
              <a:avLst/>
              <a:gdLst>
                <a:gd name="T0" fmla="*/ 2050 w 2070"/>
                <a:gd name="T1" fmla="*/ 969 h 2071"/>
                <a:gd name="T2" fmla="*/ 1983 w 2070"/>
                <a:gd name="T3" fmla="*/ 833 h 2071"/>
                <a:gd name="T4" fmla="*/ 1922 w 2070"/>
                <a:gd name="T5" fmla="*/ 637 h 2071"/>
                <a:gd name="T6" fmla="*/ 1900 w 2070"/>
                <a:gd name="T7" fmla="*/ 522 h 2071"/>
                <a:gd name="T8" fmla="*/ 1848 w 2070"/>
                <a:gd name="T9" fmla="*/ 437 h 2071"/>
                <a:gd name="T10" fmla="*/ 1772 w 2070"/>
                <a:gd name="T11" fmla="*/ 373 h 2071"/>
                <a:gd name="T12" fmla="*/ 1666 w 2070"/>
                <a:gd name="T13" fmla="*/ 335 h 2071"/>
                <a:gd name="T14" fmla="*/ 393 w 2070"/>
                <a:gd name="T15" fmla="*/ 337 h 2071"/>
                <a:gd name="T16" fmla="*/ 286 w 2070"/>
                <a:gd name="T17" fmla="*/ 381 h 2071"/>
                <a:gd name="T18" fmla="*/ 214 w 2070"/>
                <a:gd name="T19" fmla="*/ 447 h 2071"/>
                <a:gd name="T20" fmla="*/ 165 w 2070"/>
                <a:gd name="T21" fmla="*/ 537 h 2071"/>
                <a:gd name="T22" fmla="*/ 172 w 2070"/>
                <a:gd name="T23" fmla="*/ 757 h 2071"/>
                <a:gd name="T24" fmla="*/ 71 w 2070"/>
                <a:gd name="T25" fmla="*/ 855 h 2071"/>
                <a:gd name="T26" fmla="*/ 127 w 2070"/>
                <a:gd name="T27" fmla="*/ 1303 h 2071"/>
                <a:gd name="T28" fmla="*/ 334 w 2070"/>
                <a:gd name="T29" fmla="*/ 1801 h 2071"/>
                <a:gd name="T30" fmla="*/ 432 w 2070"/>
                <a:gd name="T31" fmla="*/ 1964 h 2071"/>
                <a:gd name="T32" fmla="*/ 544 w 2070"/>
                <a:gd name="T33" fmla="*/ 2040 h 2071"/>
                <a:gd name="T34" fmla="*/ 658 w 2070"/>
                <a:gd name="T35" fmla="*/ 2069 h 2071"/>
                <a:gd name="T36" fmla="*/ 1460 w 2070"/>
                <a:gd name="T37" fmla="*/ 2061 h 2071"/>
                <a:gd name="T38" fmla="*/ 1584 w 2070"/>
                <a:gd name="T39" fmla="*/ 2008 h 2071"/>
                <a:gd name="T40" fmla="*/ 1667 w 2070"/>
                <a:gd name="T41" fmla="*/ 1933 h 2071"/>
                <a:gd name="T42" fmla="*/ 1988 w 2070"/>
                <a:gd name="T43" fmla="*/ 1433 h 2071"/>
                <a:gd name="T44" fmla="*/ 926 w 2070"/>
                <a:gd name="T45" fmla="*/ 433 h 2071"/>
                <a:gd name="T46" fmla="*/ 528 w 2070"/>
                <a:gd name="T47" fmla="*/ 667 h 2071"/>
                <a:gd name="T48" fmla="*/ 1001 w 2070"/>
                <a:gd name="T49" fmla="*/ 945 h 2071"/>
                <a:gd name="T50" fmla="*/ 1001 w 2070"/>
                <a:gd name="T51" fmla="*/ 1149 h 2071"/>
                <a:gd name="T52" fmla="*/ 1001 w 2070"/>
                <a:gd name="T53" fmla="*/ 1354 h 2071"/>
                <a:gd name="T54" fmla="*/ 700 w 2070"/>
                <a:gd name="T55" fmla="*/ 1533 h 2071"/>
                <a:gd name="T56" fmla="*/ 636 w 2070"/>
                <a:gd name="T57" fmla="*/ 1997 h 2071"/>
                <a:gd name="T58" fmla="*/ 544 w 2070"/>
                <a:gd name="T59" fmla="*/ 1964 h 2071"/>
                <a:gd name="T60" fmla="*/ 440 w 2070"/>
                <a:gd name="T61" fmla="*/ 1869 h 2071"/>
                <a:gd name="T62" fmla="*/ 400 w 2070"/>
                <a:gd name="T63" fmla="*/ 1785 h 2071"/>
                <a:gd name="T64" fmla="*/ 319 w 2070"/>
                <a:gd name="T65" fmla="*/ 1716 h 2071"/>
                <a:gd name="T66" fmla="*/ 351 w 2070"/>
                <a:gd name="T67" fmla="*/ 1186 h 2071"/>
                <a:gd name="T68" fmla="*/ 91 w 2070"/>
                <a:gd name="T69" fmla="*/ 968 h 2071"/>
                <a:gd name="T70" fmla="*/ 162 w 2070"/>
                <a:gd name="T71" fmla="*/ 851 h 2071"/>
                <a:gd name="T72" fmla="*/ 352 w 2070"/>
                <a:gd name="T73" fmla="*/ 706 h 2071"/>
                <a:gd name="T74" fmla="*/ 490 w 2070"/>
                <a:gd name="T75" fmla="*/ 332 h 2071"/>
                <a:gd name="T76" fmla="*/ 830 w 2070"/>
                <a:gd name="T77" fmla="*/ 364 h 2071"/>
                <a:gd name="T78" fmla="*/ 660 w 2070"/>
                <a:gd name="T79" fmla="*/ 979 h 2071"/>
                <a:gd name="T80" fmla="*/ 796 w 2070"/>
                <a:gd name="T81" fmla="*/ 1184 h 2071"/>
                <a:gd name="T82" fmla="*/ 694 w 2070"/>
                <a:gd name="T83" fmla="*/ 1627 h 2071"/>
                <a:gd name="T84" fmla="*/ 1676 w 2070"/>
                <a:gd name="T85" fmla="*/ 1762 h 2071"/>
                <a:gd name="T86" fmla="*/ 1633 w 2070"/>
                <a:gd name="T87" fmla="*/ 1864 h 2071"/>
                <a:gd name="T88" fmla="*/ 1542 w 2070"/>
                <a:gd name="T89" fmla="*/ 1954 h 2071"/>
                <a:gd name="T90" fmla="*/ 1446 w 2070"/>
                <a:gd name="T91" fmla="*/ 1994 h 2071"/>
                <a:gd name="T92" fmla="*/ 1217 w 2070"/>
                <a:gd name="T93" fmla="*/ 1362 h 2071"/>
                <a:gd name="T94" fmla="*/ 1245 w 2070"/>
                <a:gd name="T95" fmla="*/ 1300 h 2071"/>
                <a:gd name="T96" fmla="*/ 1462 w 2070"/>
                <a:gd name="T97" fmla="*/ 1048 h 2071"/>
                <a:gd name="T98" fmla="*/ 1258 w 2070"/>
                <a:gd name="T99" fmla="*/ 844 h 2071"/>
                <a:gd name="T100" fmla="*/ 1340 w 2070"/>
                <a:gd name="T101" fmla="*/ 455 h 2071"/>
                <a:gd name="T102" fmla="*/ 1318 w 2070"/>
                <a:gd name="T103" fmla="*/ 91 h 2071"/>
                <a:gd name="T104" fmla="*/ 1837 w 2070"/>
                <a:gd name="T105" fmla="*/ 727 h 2071"/>
                <a:gd name="T106" fmla="*/ 1895 w 2070"/>
                <a:gd name="T107" fmla="*/ 840 h 2071"/>
                <a:gd name="T108" fmla="*/ 1969 w 2070"/>
                <a:gd name="T109" fmla="*/ 940 h 2071"/>
                <a:gd name="T110" fmla="*/ 1762 w 2070"/>
                <a:gd name="T111" fmla="*/ 1164 h 2071"/>
                <a:gd name="T112" fmla="*/ 1922 w 2070"/>
                <a:gd name="T113" fmla="*/ 1474 h 2071"/>
                <a:gd name="T114" fmla="*/ 1410 w 2070"/>
                <a:gd name="T115" fmla="*/ 1149 h 2071"/>
                <a:gd name="T116" fmla="*/ 1274 w 2070"/>
                <a:gd name="T117" fmla="*/ 945 h 2071"/>
                <a:gd name="T118" fmla="*/ 1206 w 2070"/>
                <a:gd name="T119" fmla="*/ 467 h 2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70" h="2071">
                  <a:moveTo>
                    <a:pt x="1987" y="1426"/>
                  </a:moveTo>
                  <a:cubicBezTo>
                    <a:pt x="1985" y="1413"/>
                    <a:pt x="1982" y="1400"/>
                    <a:pt x="1979" y="1387"/>
                  </a:cubicBezTo>
                  <a:cubicBezTo>
                    <a:pt x="1979" y="1386"/>
                    <a:pt x="1978" y="1384"/>
                    <a:pt x="1978" y="1382"/>
                  </a:cubicBezTo>
                  <a:cubicBezTo>
                    <a:pt x="1970" y="1355"/>
                    <a:pt x="1958" y="1328"/>
                    <a:pt x="1943" y="1303"/>
                  </a:cubicBezTo>
                  <a:cubicBezTo>
                    <a:pt x="2028" y="1230"/>
                    <a:pt x="2070" y="1119"/>
                    <a:pt x="2056" y="1007"/>
                  </a:cubicBezTo>
                  <a:cubicBezTo>
                    <a:pt x="2056" y="1002"/>
                    <a:pt x="2055" y="998"/>
                    <a:pt x="2054" y="993"/>
                  </a:cubicBezTo>
                  <a:cubicBezTo>
                    <a:pt x="2053" y="985"/>
                    <a:pt x="2052" y="977"/>
                    <a:pt x="2050" y="969"/>
                  </a:cubicBezTo>
                  <a:cubicBezTo>
                    <a:pt x="2048" y="963"/>
                    <a:pt x="2047" y="958"/>
                    <a:pt x="2045" y="952"/>
                  </a:cubicBezTo>
                  <a:cubicBezTo>
                    <a:pt x="2043" y="946"/>
                    <a:pt x="2041" y="940"/>
                    <a:pt x="2039" y="934"/>
                  </a:cubicBezTo>
                  <a:cubicBezTo>
                    <a:pt x="2037" y="927"/>
                    <a:pt x="2035" y="921"/>
                    <a:pt x="2032" y="914"/>
                  </a:cubicBezTo>
                  <a:cubicBezTo>
                    <a:pt x="2032" y="914"/>
                    <a:pt x="2032" y="914"/>
                    <a:pt x="2032" y="914"/>
                  </a:cubicBezTo>
                  <a:cubicBezTo>
                    <a:pt x="2024" y="896"/>
                    <a:pt x="2015" y="878"/>
                    <a:pt x="2004" y="861"/>
                  </a:cubicBezTo>
                  <a:cubicBezTo>
                    <a:pt x="2002" y="859"/>
                    <a:pt x="2001" y="857"/>
                    <a:pt x="1999" y="855"/>
                  </a:cubicBezTo>
                  <a:cubicBezTo>
                    <a:pt x="1994" y="847"/>
                    <a:pt x="1989" y="840"/>
                    <a:pt x="1983" y="833"/>
                  </a:cubicBezTo>
                  <a:cubicBezTo>
                    <a:pt x="1981" y="831"/>
                    <a:pt x="1979" y="828"/>
                    <a:pt x="1977" y="826"/>
                  </a:cubicBezTo>
                  <a:cubicBezTo>
                    <a:pt x="1972" y="819"/>
                    <a:pt x="1966" y="812"/>
                    <a:pt x="1959" y="806"/>
                  </a:cubicBezTo>
                  <a:cubicBezTo>
                    <a:pt x="1958" y="805"/>
                    <a:pt x="1957" y="804"/>
                    <a:pt x="1955" y="803"/>
                  </a:cubicBezTo>
                  <a:cubicBezTo>
                    <a:pt x="1944" y="792"/>
                    <a:pt x="1933" y="782"/>
                    <a:pt x="1920" y="773"/>
                  </a:cubicBezTo>
                  <a:cubicBezTo>
                    <a:pt x="1915" y="769"/>
                    <a:pt x="1910" y="765"/>
                    <a:pt x="1904" y="762"/>
                  </a:cubicBezTo>
                  <a:cubicBezTo>
                    <a:pt x="1902" y="760"/>
                    <a:pt x="1900" y="759"/>
                    <a:pt x="1898" y="757"/>
                  </a:cubicBezTo>
                  <a:cubicBezTo>
                    <a:pt x="1914" y="719"/>
                    <a:pt x="1923" y="679"/>
                    <a:pt x="1922" y="637"/>
                  </a:cubicBezTo>
                  <a:cubicBezTo>
                    <a:pt x="1922" y="627"/>
                    <a:pt x="1922" y="617"/>
                    <a:pt x="1921" y="607"/>
                  </a:cubicBezTo>
                  <a:cubicBezTo>
                    <a:pt x="1921" y="604"/>
                    <a:pt x="1920" y="600"/>
                    <a:pt x="1920" y="597"/>
                  </a:cubicBezTo>
                  <a:cubicBezTo>
                    <a:pt x="1919" y="591"/>
                    <a:pt x="1918" y="584"/>
                    <a:pt x="1917" y="578"/>
                  </a:cubicBezTo>
                  <a:cubicBezTo>
                    <a:pt x="1916" y="574"/>
                    <a:pt x="1915" y="570"/>
                    <a:pt x="1914" y="566"/>
                  </a:cubicBezTo>
                  <a:cubicBezTo>
                    <a:pt x="1912" y="560"/>
                    <a:pt x="1911" y="555"/>
                    <a:pt x="1909" y="549"/>
                  </a:cubicBezTo>
                  <a:cubicBezTo>
                    <a:pt x="1908" y="545"/>
                    <a:pt x="1907" y="541"/>
                    <a:pt x="1905" y="537"/>
                  </a:cubicBezTo>
                  <a:cubicBezTo>
                    <a:pt x="1904" y="532"/>
                    <a:pt x="1902" y="527"/>
                    <a:pt x="1900" y="522"/>
                  </a:cubicBezTo>
                  <a:cubicBezTo>
                    <a:pt x="1898" y="518"/>
                    <a:pt x="1896" y="514"/>
                    <a:pt x="1894" y="510"/>
                  </a:cubicBezTo>
                  <a:cubicBezTo>
                    <a:pt x="1892" y="505"/>
                    <a:pt x="1890" y="500"/>
                    <a:pt x="1887" y="496"/>
                  </a:cubicBezTo>
                  <a:cubicBezTo>
                    <a:pt x="1885" y="492"/>
                    <a:pt x="1883" y="488"/>
                    <a:pt x="1881" y="484"/>
                  </a:cubicBezTo>
                  <a:cubicBezTo>
                    <a:pt x="1878" y="479"/>
                    <a:pt x="1876" y="475"/>
                    <a:pt x="1873" y="471"/>
                  </a:cubicBezTo>
                  <a:cubicBezTo>
                    <a:pt x="1871" y="467"/>
                    <a:pt x="1868" y="463"/>
                    <a:pt x="1865" y="460"/>
                  </a:cubicBezTo>
                  <a:cubicBezTo>
                    <a:pt x="1862" y="456"/>
                    <a:pt x="1860" y="452"/>
                    <a:pt x="1856" y="448"/>
                  </a:cubicBezTo>
                  <a:cubicBezTo>
                    <a:pt x="1854" y="444"/>
                    <a:pt x="1851" y="441"/>
                    <a:pt x="1848" y="437"/>
                  </a:cubicBezTo>
                  <a:cubicBezTo>
                    <a:pt x="1844" y="433"/>
                    <a:pt x="1841" y="430"/>
                    <a:pt x="1838" y="426"/>
                  </a:cubicBezTo>
                  <a:cubicBezTo>
                    <a:pt x="1835" y="423"/>
                    <a:pt x="1831" y="419"/>
                    <a:pt x="1828" y="416"/>
                  </a:cubicBezTo>
                  <a:cubicBezTo>
                    <a:pt x="1825" y="413"/>
                    <a:pt x="1821" y="410"/>
                    <a:pt x="1817" y="407"/>
                  </a:cubicBezTo>
                  <a:cubicBezTo>
                    <a:pt x="1814" y="403"/>
                    <a:pt x="1810" y="400"/>
                    <a:pt x="1806" y="397"/>
                  </a:cubicBezTo>
                  <a:cubicBezTo>
                    <a:pt x="1803" y="394"/>
                    <a:pt x="1799" y="392"/>
                    <a:pt x="1795" y="389"/>
                  </a:cubicBezTo>
                  <a:cubicBezTo>
                    <a:pt x="1791" y="386"/>
                    <a:pt x="1787" y="383"/>
                    <a:pt x="1783" y="380"/>
                  </a:cubicBezTo>
                  <a:cubicBezTo>
                    <a:pt x="1779" y="378"/>
                    <a:pt x="1776" y="376"/>
                    <a:pt x="1772" y="373"/>
                  </a:cubicBezTo>
                  <a:cubicBezTo>
                    <a:pt x="1767" y="371"/>
                    <a:pt x="1763" y="368"/>
                    <a:pt x="1759" y="366"/>
                  </a:cubicBezTo>
                  <a:cubicBezTo>
                    <a:pt x="1755" y="364"/>
                    <a:pt x="1751" y="362"/>
                    <a:pt x="1747" y="360"/>
                  </a:cubicBezTo>
                  <a:cubicBezTo>
                    <a:pt x="1742" y="358"/>
                    <a:pt x="1737" y="356"/>
                    <a:pt x="1732" y="354"/>
                  </a:cubicBezTo>
                  <a:cubicBezTo>
                    <a:pt x="1728" y="352"/>
                    <a:pt x="1724" y="350"/>
                    <a:pt x="1720" y="349"/>
                  </a:cubicBezTo>
                  <a:cubicBezTo>
                    <a:pt x="1715" y="347"/>
                    <a:pt x="1710" y="345"/>
                    <a:pt x="1705" y="344"/>
                  </a:cubicBezTo>
                  <a:cubicBezTo>
                    <a:pt x="1700" y="342"/>
                    <a:pt x="1695" y="341"/>
                    <a:pt x="1690" y="340"/>
                  </a:cubicBezTo>
                  <a:cubicBezTo>
                    <a:pt x="1682" y="338"/>
                    <a:pt x="1674" y="336"/>
                    <a:pt x="1666" y="335"/>
                  </a:cubicBezTo>
                  <a:cubicBezTo>
                    <a:pt x="1660" y="334"/>
                    <a:pt x="1655" y="333"/>
                    <a:pt x="1649" y="332"/>
                  </a:cubicBezTo>
                  <a:cubicBezTo>
                    <a:pt x="1642" y="184"/>
                    <a:pt x="1536" y="60"/>
                    <a:pt x="1392" y="30"/>
                  </a:cubicBezTo>
                  <a:cubicBezTo>
                    <a:pt x="1247" y="0"/>
                    <a:pt x="1101" y="71"/>
                    <a:pt x="1035" y="203"/>
                  </a:cubicBezTo>
                  <a:cubicBezTo>
                    <a:pt x="970" y="71"/>
                    <a:pt x="823" y="0"/>
                    <a:pt x="678" y="30"/>
                  </a:cubicBezTo>
                  <a:cubicBezTo>
                    <a:pt x="534" y="60"/>
                    <a:pt x="428" y="184"/>
                    <a:pt x="421" y="332"/>
                  </a:cubicBezTo>
                  <a:cubicBezTo>
                    <a:pt x="413" y="333"/>
                    <a:pt x="405" y="334"/>
                    <a:pt x="398" y="336"/>
                  </a:cubicBezTo>
                  <a:cubicBezTo>
                    <a:pt x="396" y="336"/>
                    <a:pt x="394" y="336"/>
                    <a:pt x="393" y="337"/>
                  </a:cubicBezTo>
                  <a:cubicBezTo>
                    <a:pt x="383" y="338"/>
                    <a:pt x="374" y="341"/>
                    <a:pt x="364" y="344"/>
                  </a:cubicBezTo>
                  <a:cubicBezTo>
                    <a:pt x="361" y="345"/>
                    <a:pt x="358" y="346"/>
                    <a:pt x="355" y="347"/>
                  </a:cubicBezTo>
                  <a:cubicBezTo>
                    <a:pt x="349" y="349"/>
                    <a:pt x="343" y="351"/>
                    <a:pt x="337" y="354"/>
                  </a:cubicBezTo>
                  <a:cubicBezTo>
                    <a:pt x="333" y="355"/>
                    <a:pt x="330" y="357"/>
                    <a:pt x="326" y="359"/>
                  </a:cubicBezTo>
                  <a:cubicBezTo>
                    <a:pt x="321" y="361"/>
                    <a:pt x="316" y="363"/>
                    <a:pt x="311" y="366"/>
                  </a:cubicBezTo>
                  <a:cubicBezTo>
                    <a:pt x="307" y="368"/>
                    <a:pt x="304" y="370"/>
                    <a:pt x="300" y="372"/>
                  </a:cubicBezTo>
                  <a:cubicBezTo>
                    <a:pt x="295" y="375"/>
                    <a:pt x="291" y="378"/>
                    <a:pt x="286" y="381"/>
                  </a:cubicBezTo>
                  <a:cubicBezTo>
                    <a:pt x="283" y="383"/>
                    <a:pt x="279" y="386"/>
                    <a:pt x="276" y="388"/>
                  </a:cubicBezTo>
                  <a:cubicBezTo>
                    <a:pt x="272" y="391"/>
                    <a:pt x="267" y="394"/>
                    <a:pt x="263" y="398"/>
                  </a:cubicBezTo>
                  <a:cubicBezTo>
                    <a:pt x="260" y="400"/>
                    <a:pt x="257" y="403"/>
                    <a:pt x="253" y="406"/>
                  </a:cubicBezTo>
                  <a:cubicBezTo>
                    <a:pt x="249" y="409"/>
                    <a:pt x="245" y="413"/>
                    <a:pt x="242" y="417"/>
                  </a:cubicBezTo>
                  <a:cubicBezTo>
                    <a:pt x="239" y="420"/>
                    <a:pt x="236" y="423"/>
                    <a:pt x="233" y="426"/>
                  </a:cubicBezTo>
                  <a:cubicBezTo>
                    <a:pt x="229" y="430"/>
                    <a:pt x="226" y="433"/>
                    <a:pt x="222" y="437"/>
                  </a:cubicBezTo>
                  <a:cubicBezTo>
                    <a:pt x="219" y="441"/>
                    <a:pt x="217" y="444"/>
                    <a:pt x="214" y="447"/>
                  </a:cubicBezTo>
                  <a:cubicBezTo>
                    <a:pt x="211" y="451"/>
                    <a:pt x="207" y="456"/>
                    <a:pt x="204" y="460"/>
                  </a:cubicBezTo>
                  <a:cubicBezTo>
                    <a:pt x="202" y="463"/>
                    <a:pt x="200" y="467"/>
                    <a:pt x="197" y="471"/>
                  </a:cubicBezTo>
                  <a:cubicBezTo>
                    <a:pt x="194" y="475"/>
                    <a:pt x="192" y="480"/>
                    <a:pt x="189" y="484"/>
                  </a:cubicBezTo>
                  <a:cubicBezTo>
                    <a:pt x="187" y="488"/>
                    <a:pt x="185" y="492"/>
                    <a:pt x="183" y="495"/>
                  </a:cubicBezTo>
                  <a:cubicBezTo>
                    <a:pt x="180" y="500"/>
                    <a:pt x="178" y="505"/>
                    <a:pt x="176" y="510"/>
                  </a:cubicBezTo>
                  <a:cubicBezTo>
                    <a:pt x="174" y="514"/>
                    <a:pt x="172" y="518"/>
                    <a:pt x="170" y="522"/>
                  </a:cubicBezTo>
                  <a:cubicBezTo>
                    <a:pt x="168" y="527"/>
                    <a:pt x="166" y="532"/>
                    <a:pt x="165" y="537"/>
                  </a:cubicBezTo>
                  <a:cubicBezTo>
                    <a:pt x="163" y="541"/>
                    <a:pt x="162" y="545"/>
                    <a:pt x="161" y="549"/>
                  </a:cubicBezTo>
                  <a:cubicBezTo>
                    <a:pt x="159" y="555"/>
                    <a:pt x="158" y="560"/>
                    <a:pt x="156" y="566"/>
                  </a:cubicBezTo>
                  <a:cubicBezTo>
                    <a:pt x="155" y="570"/>
                    <a:pt x="154" y="574"/>
                    <a:pt x="154" y="578"/>
                  </a:cubicBezTo>
                  <a:cubicBezTo>
                    <a:pt x="152" y="584"/>
                    <a:pt x="151" y="591"/>
                    <a:pt x="150" y="597"/>
                  </a:cubicBezTo>
                  <a:cubicBezTo>
                    <a:pt x="150" y="601"/>
                    <a:pt x="149" y="604"/>
                    <a:pt x="149" y="607"/>
                  </a:cubicBezTo>
                  <a:cubicBezTo>
                    <a:pt x="148" y="617"/>
                    <a:pt x="148" y="627"/>
                    <a:pt x="148" y="637"/>
                  </a:cubicBezTo>
                  <a:cubicBezTo>
                    <a:pt x="147" y="679"/>
                    <a:pt x="156" y="719"/>
                    <a:pt x="172" y="757"/>
                  </a:cubicBezTo>
                  <a:cubicBezTo>
                    <a:pt x="170" y="759"/>
                    <a:pt x="168" y="760"/>
                    <a:pt x="166" y="762"/>
                  </a:cubicBezTo>
                  <a:cubicBezTo>
                    <a:pt x="160" y="765"/>
                    <a:pt x="155" y="769"/>
                    <a:pt x="150" y="773"/>
                  </a:cubicBezTo>
                  <a:cubicBezTo>
                    <a:pt x="137" y="782"/>
                    <a:pt x="125" y="792"/>
                    <a:pt x="114" y="803"/>
                  </a:cubicBezTo>
                  <a:cubicBezTo>
                    <a:pt x="113" y="804"/>
                    <a:pt x="112" y="805"/>
                    <a:pt x="111" y="806"/>
                  </a:cubicBezTo>
                  <a:cubicBezTo>
                    <a:pt x="104" y="812"/>
                    <a:pt x="98" y="819"/>
                    <a:pt x="93" y="826"/>
                  </a:cubicBezTo>
                  <a:cubicBezTo>
                    <a:pt x="91" y="828"/>
                    <a:pt x="89" y="831"/>
                    <a:pt x="87" y="833"/>
                  </a:cubicBezTo>
                  <a:cubicBezTo>
                    <a:pt x="81" y="840"/>
                    <a:pt x="76" y="847"/>
                    <a:pt x="71" y="855"/>
                  </a:cubicBezTo>
                  <a:cubicBezTo>
                    <a:pt x="69" y="857"/>
                    <a:pt x="68" y="859"/>
                    <a:pt x="66" y="861"/>
                  </a:cubicBezTo>
                  <a:cubicBezTo>
                    <a:pt x="52" y="884"/>
                    <a:pt x="40" y="908"/>
                    <a:pt x="31" y="934"/>
                  </a:cubicBezTo>
                  <a:cubicBezTo>
                    <a:pt x="29" y="940"/>
                    <a:pt x="27" y="946"/>
                    <a:pt x="25" y="952"/>
                  </a:cubicBezTo>
                  <a:cubicBezTo>
                    <a:pt x="23" y="958"/>
                    <a:pt x="22" y="963"/>
                    <a:pt x="20" y="969"/>
                  </a:cubicBezTo>
                  <a:cubicBezTo>
                    <a:pt x="18" y="977"/>
                    <a:pt x="17" y="985"/>
                    <a:pt x="16" y="993"/>
                  </a:cubicBezTo>
                  <a:cubicBezTo>
                    <a:pt x="15" y="998"/>
                    <a:pt x="14" y="1002"/>
                    <a:pt x="14" y="1007"/>
                  </a:cubicBezTo>
                  <a:cubicBezTo>
                    <a:pt x="0" y="1119"/>
                    <a:pt x="42" y="1230"/>
                    <a:pt x="127" y="1303"/>
                  </a:cubicBezTo>
                  <a:cubicBezTo>
                    <a:pt x="112" y="1328"/>
                    <a:pt x="100" y="1355"/>
                    <a:pt x="92" y="1383"/>
                  </a:cubicBezTo>
                  <a:cubicBezTo>
                    <a:pt x="92" y="1384"/>
                    <a:pt x="91" y="1386"/>
                    <a:pt x="91" y="1387"/>
                  </a:cubicBezTo>
                  <a:cubicBezTo>
                    <a:pt x="88" y="1400"/>
                    <a:pt x="85" y="1413"/>
                    <a:pt x="83" y="1426"/>
                  </a:cubicBezTo>
                  <a:cubicBezTo>
                    <a:pt x="83" y="1428"/>
                    <a:pt x="82" y="1430"/>
                    <a:pt x="82" y="1433"/>
                  </a:cubicBezTo>
                  <a:cubicBezTo>
                    <a:pt x="80" y="1446"/>
                    <a:pt x="79" y="1460"/>
                    <a:pt x="79" y="1474"/>
                  </a:cubicBezTo>
                  <a:cubicBezTo>
                    <a:pt x="79" y="1625"/>
                    <a:pt x="183" y="1756"/>
                    <a:pt x="330" y="1790"/>
                  </a:cubicBezTo>
                  <a:cubicBezTo>
                    <a:pt x="331" y="1793"/>
                    <a:pt x="332" y="1797"/>
                    <a:pt x="334" y="1801"/>
                  </a:cubicBezTo>
                  <a:cubicBezTo>
                    <a:pt x="335" y="1804"/>
                    <a:pt x="336" y="1808"/>
                    <a:pt x="337" y="1812"/>
                  </a:cubicBezTo>
                  <a:cubicBezTo>
                    <a:pt x="339" y="1820"/>
                    <a:pt x="343" y="1828"/>
                    <a:pt x="346" y="1836"/>
                  </a:cubicBezTo>
                  <a:cubicBezTo>
                    <a:pt x="347" y="1839"/>
                    <a:pt x="348" y="1841"/>
                    <a:pt x="349" y="1844"/>
                  </a:cubicBezTo>
                  <a:cubicBezTo>
                    <a:pt x="363" y="1876"/>
                    <a:pt x="381" y="1906"/>
                    <a:pt x="403" y="1933"/>
                  </a:cubicBezTo>
                  <a:cubicBezTo>
                    <a:pt x="404" y="1934"/>
                    <a:pt x="406" y="1936"/>
                    <a:pt x="407" y="1938"/>
                  </a:cubicBezTo>
                  <a:cubicBezTo>
                    <a:pt x="413" y="1945"/>
                    <a:pt x="419" y="1951"/>
                    <a:pt x="425" y="1958"/>
                  </a:cubicBezTo>
                  <a:cubicBezTo>
                    <a:pt x="428" y="1960"/>
                    <a:pt x="430" y="1962"/>
                    <a:pt x="432" y="1964"/>
                  </a:cubicBezTo>
                  <a:cubicBezTo>
                    <a:pt x="438" y="1970"/>
                    <a:pt x="444" y="1976"/>
                    <a:pt x="450" y="1981"/>
                  </a:cubicBezTo>
                  <a:cubicBezTo>
                    <a:pt x="453" y="1983"/>
                    <a:pt x="456" y="1985"/>
                    <a:pt x="458" y="1988"/>
                  </a:cubicBezTo>
                  <a:cubicBezTo>
                    <a:pt x="465" y="1993"/>
                    <a:pt x="471" y="1998"/>
                    <a:pt x="478" y="2002"/>
                  </a:cubicBezTo>
                  <a:cubicBezTo>
                    <a:pt x="481" y="2004"/>
                    <a:pt x="483" y="2006"/>
                    <a:pt x="486" y="2008"/>
                  </a:cubicBezTo>
                  <a:cubicBezTo>
                    <a:pt x="495" y="2014"/>
                    <a:pt x="504" y="2020"/>
                    <a:pt x="514" y="2025"/>
                  </a:cubicBezTo>
                  <a:cubicBezTo>
                    <a:pt x="516" y="2026"/>
                    <a:pt x="518" y="2027"/>
                    <a:pt x="520" y="2028"/>
                  </a:cubicBezTo>
                  <a:cubicBezTo>
                    <a:pt x="528" y="2032"/>
                    <a:pt x="536" y="2036"/>
                    <a:pt x="544" y="2040"/>
                  </a:cubicBezTo>
                  <a:cubicBezTo>
                    <a:pt x="549" y="2042"/>
                    <a:pt x="553" y="2043"/>
                    <a:pt x="557" y="2045"/>
                  </a:cubicBezTo>
                  <a:cubicBezTo>
                    <a:pt x="564" y="2047"/>
                    <a:pt x="570" y="2050"/>
                    <a:pt x="576" y="2052"/>
                  </a:cubicBezTo>
                  <a:cubicBezTo>
                    <a:pt x="581" y="2053"/>
                    <a:pt x="586" y="2055"/>
                    <a:pt x="590" y="2056"/>
                  </a:cubicBezTo>
                  <a:cubicBezTo>
                    <a:pt x="597" y="2058"/>
                    <a:pt x="603" y="2060"/>
                    <a:pt x="610" y="2061"/>
                  </a:cubicBezTo>
                  <a:cubicBezTo>
                    <a:pt x="615" y="2062"/>
                    <a:pt x="619" y="2063"/>
                    <a:pt x="624" y="2064"/>
                  </a:cubicBezTo>
                  <a:cubicBezTo>
                    <a:pt x="631" y="2066"/>
                    <a:pt x="639" y="2067"/>
                    <a:pt x="646" y="2068"/>
                  </a:cubicBezTo>
                  <a:cubicBezTo>
                    <a:pt x="650" y="2068"/>
                    <a:pt x="654" y="2069"/>
                    <a:pt x="658" y="2069"/>
                  </a:cubicBezTo>
                  <a:cubicBezTo>
                    <a:pt x="670" y="2070"/>
                    <a:pt x="682" y="2071"/>
                    <a:pt x="694" y="2071"/>
                  </a:cubicBezTo>
                  <a:cubicBezTo>
                    <a:pt x="841" y="2071"/>
                    <a:pt x="974" y="1985"/>
                    <a:pt x="1035" y="1851"/>
                  </a:cubicBezTo>
                  <a:cubicBezTo>
                    <a:pt x="1096" y="1985"/>
                    <a:pt x="1229" y="2071"/>
                    <a:pt x="1376" y="2071"/>
                  </a:cubicBezTo>
                  <a:cubicBezTo>
                    <a:pt x="1388" y="2071"/>
                    <a:pt x="1400" y="2070"/>
                    <a:pt x="1412" y="2069"/>
                  </a:cubicBezTo>
                  <a:cubicBezTo>
                    <a:pt x="1416" y="2069"/>
                    <a:pt x="1420" y="2068"/>
                    <a:pt x="1424" y="2068"/>
                  </a:cubicBezTo>
                  <a:cubicBezTo>
                    <a:pt x="1431" y="2067"/>
                    <a:pt x="1439" y="2066"/>
                    <a:pt x="1446" y="2064"/>
                  </a:cubicBezTo>
                  <a:cubicBezTo>
                    <a:pt x="1451" y="2063"/>
                    <a:pt x="1455" y="2062"/>
                    <a:pt x="1460" y="2061"/>
                  </a:cubicBezTo>
                  <a:cubicBezTo>
                    <a:pt x="1467" y="2060"/>
                    <a:pt x="1473" y="2058"/>
                    <a:pt x="1480" y="2056"/>
                  </a:cubicBezTo>
                  <a:cubicBezTo>
                    <a:pt x="1484" y="2055"/>
                    <a:pt x="1489" y="2053"/>
                    <a:pt x="1494" y="2052"/>
                  </a:cubicBezTo>
                  <a:cubicBezTo>
                    <a:pt x="1500" y="2050"/>
                    <a:pt x="1506" y="2047"/>
                    <a:pt x="1513" y="2045"/>
                  </a:cubicBezTo>
                  <a:cubicBezTo>
                    <a:pt x="1517" y="2043"/>
                    <a:pt x="1521" y="2042"/>
                    <a:pt x="1526" y="2040"/>
                  </a:cubicBezTo>
                  <a:cubicBezTo>
                    <a:pt x="1534" y="2036"/>
                    <a:pt x="1542" y="2032"/>
                    <a:pt x="1550" y="2028"/>
                  </a:cubicBezTo>
                  <a:cubicBezTo>
                    <a:pt x="1552" y="2027"/>
                    <a:pt x="1554" y="2026"/>
                    <a:pt x="1556" y="2025"/>
                  </a:cubicBezTo>
                  <a:cubicBezTo>
                    <a:pt x="1566" y="2020"/>
                    <a:pt x="1575" y="2014"/>
                    <a:pt x="1584" y="2008"/>
                  </a:cubicBezTo>
                  <a:cubicBezTo>
                    <a:pt x="1587" y="2006"/>
                    <a:pt x="1589" y="2004"/>
                    <a:pt x="1592" y="2002"/>
                  </a:cubicBezTo>
                  <a:cubicBezTo>
                    <a:pt x="1599" y="1998"/>
                    <a:pt x="1605" y="1993"/>
                    <a:pt x="1612" y="1988"/>
                  </a:cubicBezTo>
                  <a:cubicBezTo>
                    <a:pt x="1614" y="1985"/>
                    <a:pt x="1617" y="1983"/>
                    <a:pt x="1620" y="1981"/>
                  </a:cubicBezTo>
                  <a:cubicBezTo>
                    <a:pt x="1626" y="1976"/>
                    <a:pt x="1632" y="1970"/>
                    <a:pt x="1638" y="1964"/>
                  </a:cubicBezTo>
                  <a:cubicBezTo>
                    <a:pt x="1640" y="1962"/>
                    <a:pt x="1642" y="1960"/>
                    <a:pt x="1645" y="1958"/>
                  </a:cubicBezTo>
                  <a:cubicBezTo>
                    <a:pt x="1651" y="1951"/>
                    <a:pt x="1657" y="1945"/>
                    <a:pt x="1663" y="1938"/>
                  </a:cubicBezTo>
                  <a:cubicBezTo>
                    <a:pt x="1664" y="1936"/>
                    <a:pt x="1666" y="1934"/>
                    <a:pt x="1667" y="1933"/>
                  </a:cubicBezTo>
                  <a:cubicBezTo>
                    <a:pt x="1689" y="1906"/>
                    <a:pt x="1707" y="1876"/>
                    <a:pt x="1721" y="1844"/>
                  </a:cubicBezTo>
                  <a:cubicBezTo>
                    <a:pt x="1722" y="1841"/>
                    <a:pt x="1723" y="1839"/>
                    <a:pt x="1724" y="1836"/>
                  </a:cubicBezTo>
                  <a:cubicBezTo>
                    <a:pt x="1728" y="1828"/>
                    <a:pt x="1731" y="1820"/>
                    <a:pt x="1733" y="1812"/>
                  </a:cubicBezTo>
                  <a:cubicBezTo>
                    <a:pt x="1734" y="1808"/>
                    <a:pt x="1735" y="1804"/>
                    <a:pt x="1737" y="1801"/>
                  </a:cubicBezTo>
                  <a:cubicBezTo>
                    <a:pt x="1738" y="1797"/>
                    <a:pt x="1739" y="1793"/>
                    <a:pt x="1740" y="1790"/>
                  </a:cubicBezTo>
                  <a:cubicBezTo>
                    <a:pt x="1887" y="1756"/>
                    <a:pt x="1991" y="1625"/>
                    <a:pt x="1991" y="1474"/>
                  </a:cubicBezTo>
                  <a:cubicBezTo>
                    <a:pt x="1991" y="1460"/>
                    <a:pt x="1990" y="1446"/>
                    <a:pt x="1988" y="1433"/>
                  </a:cubicBezTo>
                  <a:cubicBezTo>
                    <a:pt x="1988" y="1430"/>
                    <a:pt x="1987" y="1428"/>
                    <a:pt x="1987" y="1426"/>
                  </a:cubicBezTo>
                  <a:close/>
                  <a:moveTo>
                    <a:pt x="1001" y="364"/>
                  </a:moveTo>
                  <a:cubicBezTo>
                    <a:pt x="926" y="364"/>
                    <a:pt x="926" y="364"/>
                    <a:pt x="926" y="364"/>
                  </a:cubicBezTo>
                  <a:cubicBezTo>
                    <a:pt x="910" y="317"/>
                    <a:pt x="862" y="289"/>
                    <a:pt x="812" y="298"/>
                  </a:cubicBezTo>
                  <a:cubicBezTo>
                    <a:pt x="763" y="306"/>
                    <a:pt x="727" y="349"/>
                    <a:pt x="727" y="398"/>
                  </a:cubicBezTo>
                  <a:cubicBezTo>
                    <a:pt x="727" y="448"/>
                    <a:pt x="763" y="491"/>
                    <a:pt x="812" y="499"/>
                  </a:cubicBezTo>
                  <a:cubicBezTo>
                    <a:pt x="862" y="508"/>
                    <a:pt x="910" y="480"/>
                    <a:pt x="926" y="433"/>
                  </a:cubicBezTo>
                  <a:cubicBezTo>
                    <a:pt x="1001" y="433"/>
                    <a:pt x="1001" y="433"/>
                    <a:pt x="1001" y="433"/>
                  </a:cubicBezTo>
                  <a:cubicBezTo>
                    <a:pt x="1001" y="558"/>
                    <a:pt x="1001" y="558"/>
                    <a:pt x="1001" y="558"/>
                  </a:cubicBezTo>
                  <a:cubicBezTo>
                    <a:pt x="853" y="766"/>
                    <a:pt x="853" y="766"/>
                    <a:pt x="853" y="766"/>
                  </a:cubicBezTo>
                  <a:cubicBezTo>
                    <a:pt x="727" y="711"/>
                    <a:pt x="727" y="711"/>
                    <a:pt x="727" y="711"/>
                  </a:cubicBezTo>
                  <a:cubicBezTo>
                    <a:pt x="727" y="709"/>
                    <a:pt x="728" y="707"/>
                    <a:pt x="728" y="706"/>
                  </a:cubicBezTo>
                  <a:cubicBezTo>
                    <a:pt x="728" y="656"/>
                    <a:pt x="693" y="613"/>
                    <a:pt x="644" y="603"/>
                  </a:cubicBezTo>
                  <a:cubicBezTo>
                    <a:pt x="595" y="594"/>
                    <a:pt x="546" y="621"/>
                    <a:pt x="528" y="667"/>
                  </a:cubicBezTo>
                  <a:cubicBezTo>
                    <a:pt x="510" y="714"/>
                    <a:pt x="528" y="767"/>
                    <a:pt x="570" y="793"/>
                  </a:cubicBezTo>
                  <a:cubicBezTo>
                    <a:pt x="613" y="819"/>
                    <a:pt x="668" y="811"/>
                    <a:pt x="701" y="774"/>
                  </a:cubicBezTo>
                  <a:cubicBezTo>
                    <a:pt x="825" y="828"/>
                    <a:pt x="825" y="828"/>
                    <a:pt x="825" y="828"/>
                  </a:cubicBezTo>
                  <a:cubicBezTo>
                    <a:pt x="834" y="832"/>
                    <a:pt x="843" y="834"/>
                    <a:pt x="853" y="834"/>
                  </a:cubicBezTo>
                  <a:cubicBezTo>
                    <a:pt x="875" y="834"/>
                    <a:pt x="895" y="823"/>
                    <a:pt x="908" y="805"/>
                  </a:cubicBezTo>
                  <a:cubicBezTo>
                    <a:pt x="1001" y="676"/>
                    <a:pt x="1001" y="676"/>
                    <a:pt x="1001" y="676"/>
                  </a:cubicBezTo>
                  <a:cubicBezTo>
                    <a:pt x="1001" y="945"/>
                    <a:pt x="1001" y="945"/>
                    <a:pt x="1001" y="945"/>
                  </a:cubicBezTo>
                  <a:cubicBezTo>
                    <a:pt x="722" y="945"/>
                    <a:pt x="722" y="945"/>
                    <a:pt x="722" y="945"/>
                  </a:cubicBezTo>
                  <a:cubicBezTo>
                    <a:pt x="705" y="898"/>
                    <a:pt x="657" y="869"/>
                    <a:pt x="608" y="878"/>
                  </a:cubicBezTo>
                  <a:cubicBezTo>
                    <a:pt x="559" y="886"/>
                    <a:pt x="523" y="929"/>
                    <a:pt x="523" y="979"/>
                  </a:cubicBezTo>
                  <a:cubicBezTo>
                    <a:pt x="523" y="1029"/>
                    <a:pt x="559" y="1071"/>
                    <a:pt x="608" y="1080"/>
                  </a:cubicBezTo>
                  <a:cubicBezTo>
                    <a:pt x="657" y="1088"/>
                    <a:pt x="705" y="1060"/>
                    <a:pt x="722" y="1013"/>
                  </a:cubicBezTo>
                  <a:cubicBezTo>
                    <a:pt x="1001" y="1013"/>
                    <a:pt x="1001" y="1013"/>
                    <a:pt x="1001" y="1013"/>
                  </a:cubicBezTo>
                  <a:cubicBezTo>
                    <a:pt x="1001" y="1149"/>
                    <a:pt x="1001" y="1149"/>
                    <a:pt x="1001" y="1149"/>
                  </a:cubicBezTo>
                  <a:cubicBezTo>
                    <a:pt x="926" y="1149"/>
                    <a:pt x="926" y="1149"/>
                    <a:pt x="926" y="1149"/>
                  </a:cubicBezTo>
                  <a:cubicBezTo>
                    <a:pt x="910" y="1102"/>
                    <a:pt x="862" y="1074"/>
                    <a:pt x="812" y="1083"/>
                  </a:cubicBezTo>
                  <a:cubicBezTo>
                    <a:pt x="763" y="1091"/>
                    <a:pt x="727" y="1134"/>
                    <a:pt x="727" y="1184"/>
                  </a:cubicBezTo>
                  <a:cubicBezTo>
                    <a:pt x="727" y="1233"/>
                    <a:pt x="763" y="1276"/>
                    <a:pt x="812" y="1284"/>
                  </a:cubicBezTo>
                  <a:cubicBezTo>
                    <a:pt x="862" y="1293"/>
                    <a:pt x="910" y="1265"/>
                    <a:pt x="926" y="1218"/>
                  </a:cubicBezTo>
                  <a:cubicBezTo>
                    <a:pt x="1001" y="1218"/>
                    <a:pt x="1001" y="1218"/>
                    <a:pt x="1001" y="1218"/>
                  </a:cubicBezTo>
                  <a:cubicBezTo>
                    <a:pt x="1001" y="1354"/>
                    <a:pt x="1001" y="1354"/>
                    <a:pt x="1001" y="1354"/>
                  </a:cubicBezTo>
                  <a:cubicBezTo>
                    <a:pt x="722" y="1354"/>
                    <a:pt x="722" y="1354"/>
                    <a:pt x="722" y="1354"/>
                  </a:cubicBezTo>
                  <a:cubicBezTo>
                    <a:pt x="689" y="1354"/>
                    <a:pt x="661" y="1377"/>
                    <a:pt x="655" y="1409"/>
                  </a:cubicBezTo>
                  <a:cubicBezTo>
                    <a:pt x="631" y="1530"/>
                    <a:pt x="631" y="1530"/>
                    <a:pt x="631" y="1530"/>
                  </a:cubicBezTo>
                  <a:cubicBezTo>
                    <a:pt x="583" y="1544"/>
                    <a:pt x="553" y="1590"/>
                    <a:pt x="559" y="1639"/>
                  </a:cubicBezTo>
                  <a:cubicBezTo>
                    <a:pt x="565" y="1688"/>
                    <a:pt x="606" y="1726"/>
                    <a:pt x="655" y="1728"/>
                  </a:cubicBezTo>
                  <a:cubicBezTo>
                    <a:pt x="704" y="1731"/>
                    <a:pt x="748" y="1698"/>
                    <a:pt x="759" y="1649"/>
                  </a:cubicBezTo>
                  <a:cubicBezTo>
                    <a:pt x="770" y="1601"/>
                    <a:pt x="745" y="1552"/>
                    <a:pt x="700" y="1533"/>
                  </a:cubicBezTo>
                  <a:cubicBezTo>
                    <a:pt x="722" y="1422"/>
                    <a:pt x="722" y="1422"/>
                    <a:pt x="722" y="1422"/>
                  </a:cubicBezTo>
                  <a:cubicBezTo>
                    <a:pt x="1001" y="1422"/>
                    <a:pt x="1001" y="1422"/>
                    <a:pt x="1001" y="1422"/>
                  </a:cubicBezTo>
                  <a:cubicBezTo>
                    <a:pt x="1001" y="1696"/>
                    <a:pt x="1001" y="1696"/>
                    <a:pt x="1001" y="1696"/>
                  </a:cubicBezTo>
                  <a:cubicBezTo>
                    <a:pt x="1001" y="1865"/>
                    <a:pt x="863" y="2003"/>
                    <a:pt x="694" y="2003"/>
                  </a:cubicBezTo>
                  <a:cubicBezTo>
                    <a:pt x="684" y="2003"/>
                    <a:pt x="674" y="2002"/>
                    <a:pt x="664" y="2001"/>
                  </a:cubicBezTo>
                  <a:cubicBezTo>
                    <a:pt x="661" y="2001"/>
                    <a:pt x="657" y="2000"/>
                    <a:pt x="654" y="2000"/>
                  </a:cubicBezTo>
                  <a:cubicBezTo>
                    <a:pt x="648" y="1999"/>
                    <a:pt x="642" y="1998"/>
                    <a:pt x="636" y="1997"/>
                  </a:cubicBezTo>
                  <a:cubicBezTo>
                    <a:pt x="632" y="1996"/>
                    <a:pt x="628" y="1995"/>
                    <a:pt x="624" y="1994"/>
                  </a:cubicBezTo>
                  <a:cubicBezTo>
                    <a:pt x="618" y="1993"/>
                    <a:pt x="613" y="1992"/>
                    <a:pt x="608" y="1990"/>
                  </a:cubicBezTo>
                  <a:cubicBezTo>
                    <a:pt x="604" y="1989"/>
                    <a:pt x="600" y="1988"/>
                    <a:pt x="596" y="1986"/>
                  </a:cubicBezTo>
                  <a:cubicBezTo>
                    <a:pt x="591" y="1985"/>
                    <a:pt x="586" y="1983"/>
                    <a:pt x="581" y="1981"/>
                  </a:cubicBezTo>
                  <a:cubicBezTo>
                    <a:pt x="577" y="1979"/>
                    <a:pt x="573" y="1978"/>
                    <a:pt x="569" y="1976"/>
                  </a:cubicBezTo>
                  <a:cubicBezTo>
                    <a:pt x="564" y="1974"/>
                    <a:pt x="560" y="1972"/>
                    <a:pt x="555" y="1969"/>
                  </a:cubicBezTo>
                  <a:cubicBezTo>
                    <a:pt x="551" y="1967"/>
                    <a:pt x="548" y="1966"/>
                    <a:pt x="544" y="1964"/>
                  </a:cubicBezTo>
                  <a:cubicBezTo>
                    <a:pt x="539" y="1961"/>
                    <a:pt x="533" y="1957"/>
                    <a:pt x="528" y="1954"/>
                  </a:cubicBezTo>
                  <a:cubicBezTo>
                    <a:pt x="526" y="1952"/>
                    <a:pt x="523" y="1951"/>
                    <a:pt x="521" y="1949"/>
                  </a:cubicBezTo>
                  <a:cubicBezTo>
                    <a:pt x="505" y="1939"/>
                    <a:pt x="490" y="1926"/>
                    <a:pt x="477" y="1913"/>
                  </a:cubicBezTo>
                  <a:cubicBezTo>
                    <a:pt x="476" y="1912"/>
                    <a:pt x="476" y="1912"/>
                    <a:pt x="475" y="1911"/>
                  </a:cubicBezTo>
                  <a:cubicBezTo>
                    <a:pt x="469" y="1905"/>
                    <a:pt x="463" y="1899"/>
                    <a:pt x="458" y="1892"/>
                  </a:cubicBezTo>
                  <a:cubicBezTo>
                    <a:pt x="457" y="1891"/>
                    <a:pt x="456" y="1889"/>
                    <a:pt x="455" y="1888"/>
                  </a:cubicBezTo>
                  <a:cubicBezTo>
                    <a:pt x="450" y="1882"/>
                    <a:pt x="445" y="1876"/>
                    <a:pt x="440" y="1869"/>
                  </a:cubicBezTo>
                  <a:cubicBezTo>
                    <a:pt x="439" y="1867"/>
                    <a:pt x="438" y="1866"/>
                    <a:pt x="437" y="1864"/>
                  </a:cubicBezTo>
                  <a:cubicBezTo>
                    <a:pt x="433" y="1858"/>
                    <a:pt x="429" y="1851"/>
                    <a:pt x="425" y="1845"/>
                  </a:cubicBezTo>
                  <a:cubicBezTo>
                    <a:pt x="424" y="1843"/>
                    <a:pt x="423" y="1841"/>
                    <a:pt x="422" y="1839"/>
                  </a:cubicBezTo>
                  <a:cubicBezTo>
                    <a:pt x="419" y="1832"/>
                    <a:pt x="416" y="1826"/>
                    <a:pt x="413" y="1819"/>
                  </a:cubicBezTo>
                  <a:cubicBezTo>
                    <a:pt x="412" y="1817"/>
                    <a:pt x="411" y="1815"/>
                    <a:pt x="410" y="1812"/>
                  </a:cubicBezTo>
                  <a:cubicBezTo>
                    <a:pt x="407" y="1806"/>
                    <a:pt x="404" y="1799"/>
                    <a:pt x="402" y="1792"/>
                  </a:cubicBezTo>
                  <a:cubicBezTo>
                    <a:pt x="401" y="1789"/>
                    <a:pt x="401" y="1787"/>
                    <a:pt x="400" y="1785"/>
                  </a:cubicBezTo>
                  <a:cubicBezTo>
                    <a:pt x="397" y="1777"/>
                    <a:pt x="396" y="1769"/>
                    <a:pt x="394" y="1762"/>
                  </a:cubicBezTo>
                  <a:cubicBezTo>
                    <a:pt x="393" y="1760"/>
                    <a:pt x="393" y="1758"/>
                    <a:pt x="393" y="1756"/>
                  </a:cubicBezTo>
                  <a:cubicBezTo>
                    <a:pt x="375" y="1671"/>
                    <a:pt x="395" y="1581"/>
                    <a:pt x="448" y="1511"/>
                  </a:cubicBezTo>
                  <a:cubicBezTo>
                    <a:pt x="459" y="1496"/>
                    <a:pt x="456" y="1475"/>
                    <a:pt x="441" y="1463"/>
                  </a:cubicBezTo>
                  <a:cubicBezTo>
                    <a:pt x="426" y="1452"/>
                    <a:pt x="405" y="1455"/>
                    <a:pt x="393" y="1470"/>
                  </a:cubicBezTo>
                  <a:cubicBezTo>
                    <a:pt x="344" y="1535"/>
                    <a:pt x="318" y="1614"/>
                    <a:pt x="318" y="1696"/>
                  </a:cubicBezTo>
                  <a:cubicBezTo>
                    <a:pt x="318" y="1702"/>
                    <a:pt x="319" y="1709"/>
                    <a:pt x="319" y="1716"/>
                  </a:cubicBezTo>
                  <a:cubicBezTo>
                    <a:pt x="216" y="1680"/>
                    <a:pt x="147" y="1583"/>
                    <a:pt x="148" y="1474"/>
                  </a:cubicBezTo>
                  <a:cubicBezTo>
                    <a:pt x="148" y="1460"/>
                    <a:pt x="149" y="1446"/>
                    <a:pt x="151" y="1432"/>
                  </a:cubicBezTo>
                  <a:cubicBezTo>
                    <a:pt x="151" y="1430"/>
                    <a:pt x="152" y="1429"/>
                    <a:pt x="152" y="1427"/>
                  </a:cubicBezTo>
                  <a:cubicBezTo>
                    <a:pt x="159" y="1387"/>
                    <a:pt x="176" y="1350"/>
                    <a:pt x="201" y="1318"/>
                  </a:cubicBezTo>
                  <a:cubicBezTo>
                    <a:pt x="201" y="1317"/>
                    <a:pt x="201" y="1317"/>
                    <a:pt x="201" y="1317"/>
                  </a:cubicBezTo>
                  <a:cubicBezTo>
                    <a:pt x="233" y="1275"/>
                    <a:pt x="278" y="1244"/>
                    <a:pt x="328" y="1229"/>
                  </a:cubicBezTo>
                  <a:cubicBezTo>
                    <a:pt x="346" y="1223"/>
                    <a:pt x="356" y="1204"/>
                    <a:pt x="351" y="1186"/>
                  </a:cubicBezTo>
                  <a:cubicBezTo>
                    <a:pt x="345" y="1168"/>
                    <a:pt x="326" y="1158"/>
                    <a:pt x="308" y="1164"/>
                  </a:cubicBezTo>
                  <a:cubicBezTo>
                    <a:pt x="255" y="1180"/>
                    <a:pt x="207" y="1209"/>
                    <a:pt x="169" y="1249"/>
                  </a:cubicBezTo>
                  <a:cubicBezTo>
                    <a:pt x="112" y="1197"/>
                    <a:pt x="79" y="1124"/>
                    <a:pt x="79" y="1047"/>
                  </a:cubicBezTo>
                  <a:cubicBezTo>
                    <a:pt x="79" y="1036"/>
                    <a:pt x="80" y="1024"/>
                    <a:pt x="82" y="1013"/>
                  </a:cubicBezTo>
                  <a:cubicBezTo>
                    <a:pt x="82" y="1009"/>
                    <a:pt x="83" y="1006"/>
                    <a:pt x="83" y="1002"/>
                  </a:cubicBezTo>
                  <a:cubicBezTo>
                    <a:pt x="85" y="994"/>
                    <a:pt x="86" y="987"/>
                    <a:pt x="88" y="979"/>
                  </a:cubicBezTo>
                  <a:cubicBezTo>
                    <a:pt x="89" y="975"/>
                    <a:pt x="90" y="971"/>
                    <a:pt x="91" y="968"/>
                  </a:cubicBezTo>
                  <a:cubicBezTo>
                    <a:pt x="94" y="958"/>
                    <a:pt x="97" y="949"/>
                    <a:pt x="101" y="940"/>
                  </a:cubicBezTo>
                  <a:cubicBezTo>
                    <a:pt x="103" y="935"/>
                    <a:pt x="106" y="930"/>
                    <a:pt x="109" y="925"/>
                  </a:cubicBezTo>
                  <a:cubicBezTo>
                    <a:pt x="111" y="920"/>
                    <a:pt x="113" y="916"/>
                    <a:pt x="115" y="912"/>
                  </a:cubicBezTo>
                  <a:cubicBezTo>
                    <a:pt x="118" y="907"/>
                    <a:pt x="122" y="901"/>
                    <a:pt x="125" y="896"/>
                  </a:cubicBezTo>
                  <a:cubicBezTo>
                    <a:pt x="127" y="893"/>
                    <a:pt x="129" y="890"/>
                    <a:pt x="131" y="887"/>
                  </a:cubicBezTo>
                  <a:cubicBezTo>
                    <a:pt x="138" y="878"/>
                    <a:pt x="145" y="869"/>
                    <a:pt x="153" y="861"/>
                  </a:cubicBezTo>
                  <a:cubicBezTo>
                    <a:pt x="156" y="858"/>
                    <a:pt x="159" y="855"/>
                    <a:pt x="162" y="851"/>
                  </a:cubicBezTo>
                  <a:cubicBezTo>
                    <a:pt x="166" y="847"/>
                    <a:pt x="171" y="843"/>
                    <a:pt x="175" y="840"/>
                  </a:cubicBezTo>
                  <a:cubicBezTo>
                    <a:pt x="180" y="836"/>
                    <a:pt x="185" y="832"/>
                    <a:pt x="190" y="828"/>
                  </a:cubicBezTo>
                  <a:cubicBezTo>
                    <a:pt x="194" y="825"/>
                    <a:pt x="198" y="822"/>
                    <a:pt x="203" y="819"/>
                  </a:cubicBezTo>
                  <a:cubicBezTo>
                    <a:pt x="211" y="814"/>
                    <a:pt x="219" y="809"/>
                    <a:pt x="227" y="805"/>
                  </a:cubicBezTo>
                  <a:cubicBezTo>
                    <a:pt x="266" y="784"/>
                    <a:pt x="309" y="774"/>
                    <a:pt x="352" y="774"/>
                  </a:cubicBezTo>
                  <a:cubicBezTo>
                    <a:pt x="371" y="774"/>
                    <a:pt x="386" y="759"/>
                    <a:pt x="386" y="740"/>
                  </a:cubicBezTo>
                  <a:cubicBezTo>
                    <a:pt x="386" y="721"/>
                    <a:pt x="371" y="706"/>
                    <a:pt x="352" y="706"/>
                  </a:cubicBezTo>
                  <a:cubicBezTo>
                    <a:pt x="312" y="706"/>
                    <a:pt x="271" y="713"/>
                    <a:pt x="233" y="727"/>
                  </a:cubicBezTo>
                  <a:cubicBezTo>
                    <a:pt x="222" y="699"/>
                    <a:pt x="216" y="668"/>
                    <a:pt x="216" y="637"/>
                  </a:cubicBezTo>
                  <a:cubicBezTo>
                    <a:pt x="216" y="553"/>
                    <a:pt x="261" y="475"/>
                    <a:pt x="333" y="432"/>
                  </a:cubicBezTo>
                  <a:cubicBezTo>
                    <a:pt x="406" y="389"/>
                    <a:pt x="496" y="387"/>
                    <a:pt x="570" y="428"/>
                  </a:cubicBezTo>
                  <a:cubicBezTo>
                    <a:pt x="587" y="437"/>
                    <a:pt x="608" y="431"/>
                    <a:pt x="617" y="415"/>
                  </a:cubicBezTo>
                  <a:cubicBezTo>
                    <a:pt x="626" y="399"/>
                    <a:pt x="620" y="378"/>
                    <a:pt x="604" y="369"/>
                  </a:cubicBezTo>
                  <a:cubicBezTo>
                    <a:pt x="568" y="349"/>
                    <a:pt x="530" y="337"/>
                    <a:pt x="490" y="332"/>
                  </a:cubicBezTo>
                  <a:cubicBezTo>
                    <a:pt x="498" y="194"/>
                    <a:pt x="614" y="87"/>
                    <a:pt x="752" y="91"/>
                  </a:cubicBezTo>
                  <a:cubicBezTo>
                    <a:pt x="891" y="95"/>
                    <a:pt x="1001" y="209"/>
                    <a:pt x="1001" y="347"/>
                  </a:cubicBezTo>
                  <a:cubicBezTo>
                    <a:pt x="1001" y="364"/>
                    <a:pt x="1001" y="364"/>
                    <a:pt x="1001" y="364"/>
                  </a:cubicBezTo>
                  <a:close/>
                  <a:moveTo>
                    <a:pt x="864" y="398"/>
                  </a:moveTo>
                  <a:cubicBezTo>
                    <a:pt x="864" y="417"/>
                    <a:pt x="849" y="433"/>
                    <a:pt x="830" y="433"/>
                  </a:cubicBezTo>
                  <a:cubicBezTo>
                    <a:pt x="811" y="433"/>
                    <a:pt x="796" y="417"/>
                    <a:pt x="796" y="398"/>
                  </a:cubicBezTo>
                  <a:cubicBezTo>
                    <a:pt x="796" y="380"/>
                    <a:pt x="811" y="364"/>
                    <a:pt x="830" y="364"/>
                  </a:cubicBezTo>
                  <a:cubicBezTo>
                    <a:pt x="849" y="364"/>
                    <a:pt x="864" y="380"/>
                    <a:pt x="864" y="398"/>
                  </a:cubicBezTo>
                  <a:close/>
                  <a:moveTo>
                    <a:pt x="660" y="706"/>
                  </a:moveTo>
                  <a:cubicBezTo>
                    <a:pt x="660" y="725"/>
                    <a:pt x="644" y="740"/>
                    <a:pt x="625" y="740"/>
                  </a:cubicBezTo>
                  <a:cubicBezTo>
                    <a:pt x="607" y="740"/>
                    <a:pt x="591" y="725"/>
                    <a:pt x="591" y="706"/>
                  </a:cubicBezTo>
                  <a:cubicBezTo>
                    <a:pt x="591" y="687"/>
                    <a:pt x="607" y="672"/>
                    <a:pt x="625" y="672"/>
                  </a:cubicBezTo>
                  <a:cubicBezTo>
                    <a:pt x="644" y="672"/>
                    <a:pt x="660" y="687"/>
                    <a:pt x="660" y="706"/>
                  </a:cubicBezTo>
                  <a:close/>
                  <a:moveTo>
                    <a:pt x="660" y="979"/>
                  </a:moveTo>
                  <a:cubicBezTo>
                    <a:pt x="660" y="998"/>
                    <a:pt x="644" y="1013"/>
                    <a:pt x="625" y="1013"/>
                  </a:cubicBezTo>
                  <a:cubicBezTo>
                    <a:pt x="607" y="1013"/>
                    <a:pt x="591" y="998"/>
                    <a:pt x="591" y="979"/>
                  </a:cubicBezTo>
                  <a:cubicBezTo>
                    <a:pt x="591" y="960"/>
                    <a:pt x="607" y="945"/>
                    <a:pt x="625" y="945"/>
                  </a:cubicBezTo>
                  <a:cubicBezTo>
                    <a:pt x="644" y="945"/>
                    <a:pt x="660" y="960"/>
                    <a:pt x="660" y="979"/>
                  </a:cubicBezTo>
                  <a:close/>
                  <a:moveTo>
                    <a:pt x="864" y="1184"/>
                  </a:moveTo>
                  <a:cubicBezTo>
                    <a:pt x="864" y="1202"/>
                    <a:pt x="849" y="1218"/>
                    <a:pt x="830" y="1218"/>
                  </a:cubicBezTo>
                  <a:cubicBezTo>
                    <a:pt x="811" y="1218"/>
                    <a:pt x="796" y="1202"/>
                    <a:pt x="796" y="1184"/>
                  </a:cubicBezTo>
                  <a:cubicBezTo>
                    <a:pt x="796" y="1165"/>
                    <a:pt x="811" y="1149"/>
                    <a:pt x="830" y="1149"/>
                  </a:cubicBezTo>
                  <a:cubicBezTo>
                    <a:pt x="849" y="1149"/>
                    <a:pt x="864" y="1165"/>
                    <a:pt x="864" y="1184"/>
                  </a:cubicBezTo>
                  <a:close/>
                  <a:moveTo>
                    <a:pt x="694" y="1627"/>
                  </a:moveTo>
                  <a:cubicBezTo>
                    <a:pt x="694" y="1646"/>
                    <a:pt x="678" y="1661"/>
                    <a:pt x="660" y="1661"/>
                  </a:cubicBezTo>
                  <a:cubicBezTo>
                    <a:pt x="641" y="1661"/>
                    <a:pt x="625" y="1646"/>
                    <a:pt x="625" y="1627"/>
                  </a:cubicBezTo>
                  <a:cubicBezTo>
                    <a:pt x="625" y="1608"/>
                    <a:pt x="641" y="1593"/>
                    <a:pt x="660" y="1593"/>
                  </a:cubicBezTo>
                  <a:cubicBezTo>
                    <a:pt x="678" y="1593"/>
                    <a:pt x="694" y="1608"/>
                    <a:pt x="694" y="1627"/>
                  </a:cubicBezTo>
                  <a:close/>
                  <a:moveTo>
                    <a:pt x="1751" y="1716"/>
                  </a:moveTo>
                  <a:cubicBezTo>
                    <a:pt x="1751" y="1709"/>
                    <a:pt x="1752" y="1702"/>
                    <a:pt x="1752" y="1696"/>
                  </a:cubicBezTo>
                  <a:cubicBezTo>
                    <a:pt x="1752" y="1614"/>
                    <a:pt x="1726" y="1535"/>
                    <a:pt x="1677" y="1470"/>
                  </a:cubicBezTo>
                  <a:cubicBezTo>
                    <a:pt x="1665" y="1455"/>
                    <a:pt x="1644" y="1452"/>
                    <a:pt x="1629" y="1463"/>
                  </a:cubicBezTo>
                  <a:cubicBezTo>
                    <a:pt x="1614" y="1475"/>
                    <a:pt x="1611" y="1496"/>
                    <a:pt x="1622" y="1511"/>
                  </a:cubicBezTo>
                  <a:cubicBezTo>
                    <a:pt x="1675" y="1581"/>
                    <a:pt x="1695" y="1671"/>
                    <a:pt x="1677" y="1757"/>
                  </a:cubicBezTo>
                  <a:cubicBezTo>
                    <a:pt x="1677" y="1758"/>
                    <a:pt x="1677" y="1760"/>
                    <a:pt x="1676" y="1762"/>
                  </a:cubicBezTo>
                  <a:cubicBezTo>
                    <a:pt x="1674" y="1769"/>
                    <a:pt x="1673" y="1777"/>
                    <a:pt x="1670" y="1785"/>
                  </a:cubicBezTo>
                  <a:cubicBezTo>
                    <a:pt x="1670" y="1787"/>
                    <a:pt x="1669" y="1789"/>
                    <a:pt x="1668" y="1792"/>
                  </a:cubicBezTo>
                  <a:cubicBezTo>
                    <a:pt x="1666" y="1799"/>
                    <a:pt x="1663" y="1806"/>
                    <a:pt x="1660" y="1812"/>
                  </a:cubicBezTo>
                  <a:cubicBezTo>
                    <a:pt x="1659" y="1815"/>
                    <a:pt x="1658" y="1817"/>
                    <a:pt x="1657" y="1819"/>
                  </a:cubicBezTo>
                  <a:cubicBezTo>
                    <a:pt x="1654" y="1826"/>
                    <a:pt x="1651" y="1832"/>
                    <a:pt x="1648" y="1839"/>
                  </a:cubicBezTo>
                  <a:cubicBezTo>
                    <a:pt x="1647" y="1841"/>
                    <a:pt x="1646" y="1843"/>
                    <a:pt x="1645" y="1845"/>
                  </a:cubicBezTo>
                  <a:cubicBezTo>
                    <a:pt x="1641" y="1851"/>
                    <a:pt x="1637" y="1858"/>
                    <a:pt x="1633" y="1864"/>
                  </a:cubicBezTo>
                  <a:cubicBezTo>
                    <a:pt x="1632" y="1866"/>
                    <a:pt x="1631" y="1867"/>
                    <a:pt x="1630" y="1869"/>
                  </a:cubicBezTo>
                  <a:cubicBezTo>
                    <a:pt x="1625" y="1876"/>
                    <a:pt x="1620" y="1882"/>
                    <a:pt x="1615" y="1888"/>
                  </a:cubicBezTo>
                  <a:cubicBezTo>
                    <a:pt x="1614" y="1889"/>
                    <a:pt x="1613" y="1891"/>
                    <a:pt x="1612" y="1892"/>
                  </a:cubicBezTo>
                  <a:cubicBezTo>
                    <a:pt x="1607" y="1899"/>
                    <a:pt x="1601" y="1905"/>
                    <a:pt x="1595" y="1911"/>
                  </a:cubicBezTo>
                  <a:cubicBezTo>
                    <a:pt x="1594" y="1912"/>
                    <a:pt x="1594" y="1912"/>
                    <a:pt x="1593" y="1913"/>
                  </a:cubicBezTo>
                  <a:cubicBezTo>
                    <a:pt x="1580" y="1926"/>
                    <a:pt x="1565" y="1939"/>
                    <a:pt x="1549" y="1949"/>
                  </a:cubicBezTo>
                  <a:cubicBezTo>
                    <a:pt x="1547" y="1951"/>
                    <a:pt x="1544" y="1952"/>
                    <a:pt x="1542" y="1954"/>
                  </a:cubicBezTo>
                  <a:cubicBezTo>
                    <a:pt x="1537" y="1957"/>
                    <a:pt x="1531" y="1961"/>
                    <a:pt x="1526" y="1964"/>
                  </a:cubicBezTo>
                  <a:cubicBezTo>
                    <a:pt x="1522" y="1966"/>
                    <a:pt x="1519" y="1967"/>
                    <a:pt x="1515" y="1969"/>
                  </a:cubicBezTo>
                  <a:cubicBezTo>
                    <a:pt x="1510" y="1972"/>
                    <a:pt x="1506" y="1974"/>
                    <a:pt x="1501" y="1976"/>
                  </a:cubicBezTo>
                  <a:cubicBezTo>
                    <a:pt x="1497" y="1978"/>
                    <a:pt x="1493" y="1980"/>
                    <a:pt x="1489" y="1981"/>
                  </a:cubicBezTo>
                  <a:cubicBezTo>
                    <a:pt x="1484" y="1983"/>
                    <a:pt x="1479" y="1985"/>
                    <a:pt x="1474" y="1986"/>
                  </a:cubicBezTo>
                  <a:cubicBezTo>
                    <a:pt x="1470" y="1988"/>
                    <a:pt x="1466" y="1989"/>
                    <a:pt x="1462" y="1990"/>
                  </a:cubicBezTo>
                  <a:cubicBezTo>
                    <a:pt x="1457" y="1992"/>
                    <a:pt x="1452" y="1993"/>
                    <a:pt x="1446" y="1994"/>
                  </a:cubicBezTo>
                  <a:cubicBezTo>
                    <a:pt x="1442" y="1995"/>
                    <a:pt x="1438" y="1996"/>
                    <a:pt x="1434" y="1997"/>
                  </a:cubicBezTo>
                  <a:cubicBezTo>
                    <a:pt x="1428" y="1998"/>
                    <a:pt x="1422" y="1999"/>
                    <a:pt x="1416" y="2000"/>
                  </a:cubicBezTo>
                  <a:cubicBezTo>
                    <a:pt x="1413" y="2000"/>
                    <a:pt x="1409" y="2001"/>
                    <a:pt x="1406" y="2001"/>
                  </a:cubicBezTo>
                  <a:cubicBezTo>
                    <a:pt x="1396" y="2002"/>
                    <a:pt x="1386" y="2003"/>
                    <a:pt x="1376" y="2003"/>
                  </a:cubicBezTo>
                  <a:cubicBezTo>
                    <a:pt x="1207" y="2003"/>
                    <a:pt x="1069" y="1865"/>
                    <a:pt x="1069" y="1696"/>
                  </a:cubicBezTo>
                  <a:cubicBezTo>
                    <a:pt x="1069" y="1570"/>
                    <a:pt x="1069" y="1570"/>
                    <a:pt x="1069" y="1570"/>
                  </a:cubicBezTo>
                  <a:cubicBezTo>
                    <a:pt x="1217" y="1362"/>
                    <a:pt x="1217" y="1362"/>
                    <a:pt x="1217" y="1362"/>
                  </a:cubicBezTo>
                  <a:cubicBezTo>
                    <a:pt x="1343" y="1417"/>
                    <a:pt x="1343" y="1417"/>
                    <a:pt x="1343" y="1417"/>
                  </a:cubicBezTo>
                  <a:cubicBezTo>
                    <a:pt x="1343" y="1419"/>
                    <a:pt x="1342" y="1421"/>
                    <a:pt x="1342" y="1422"/>
                  </a:cubicBezTo>
                  <a:cubicBezTo>
                    <a:pt x="1342" y="1472"/>
                    <a:pt x="1377" y="1516"/>
                    <a:pt x="1426" y="1525"/>
                  </a:cubicBezTo>
                  <a:cubicBezTo>
                    <a:pt x="1475" y="1535"/>
                    <a:pt x="1524" y="1508"/>
                    <a:pt x="1542" y="1461"/>
                  </a:cubicBezTo>
                  <a:cubicBezTo>
                    <a:pt x="1560" y="1414"/>
                    <a:pt x="1542" y="1362"/>
                    <a:pt x="1500" y="1335"/>
                  </a:cubicBezTo>
                  <a:cubicBezTo>
                    <a:pt x="1457" y="1309"/>
                    <a:pt x="1402" y="1317"/>
                    <a:pt x="1369" y="1354"/>
                  </a:cubicBezTo>
                  <a:cubicBezTo>
                    <a:pt x="1245" y="1300"/>
                    <a:pt x="1245" y="1300"/>
                    <a:pt x="1245" y="1300"/>
                  </a:cubicBezTo>
                  <a:cubicBezTo>
                    <a:pt x="1215" y="1287"/>
                    <a:pt x="1181" y="1297"/>
                    <a:pt x="1162" y="1323"/>
                  </a:cubicBezTo>
                  <a:cubicBezTo>
                    <a:pt x="1069" y="1453"/>
                    <a:pt x="1069" y="1453"/>
                    <a:pt x="1069" y="1453"/>
                  </a:cubicBezTo>
                  <a:cubicBezTo>
                    <a:pt x="1069" y="1184"/>
                    <a:pt x="1069" y="1184"/>
                    <a:pt x="1069" y="1184"/>
                  </a:cubicBezTo>
                  <a:cubicBezTo>
                    <a:pt x="1349" y="1184"/>
                    <a:pt x="1349" y="1184"/>
                    <a:pt x="1349" y="1184"/>
                  </a:cubicBezTo>
                  <a:cubicBezTo>
                    <a:pt x="1365" y="1231"/>
                    <a:pt x="1413" y="1259"/>
                    <a:pt x="1462" y="1250"/>
                  </a:cubicBezTo>
                  <a:cubicBezTo>
                    <a:pt x="1512" y="1242"/>
                    <a:pt x="1547" y="1199"/>
                    <a:pt x="1547" y="1149"/>
                  </a:cubicBezTo>
                  <a:cubicBezTo>
                    <a:pt x="1547" y="1100"/>
                    <a:pt x="1512" y="1057"/>
                    <a:pt x="1462" y="1048"/>
                  </a:cubicBezTo>
                  <a:cubicBezTo>
                    <a:pt x="1413" y="1040"/>
                    <a:pt x="1365" y="1068"/>
                    <a:pt x="1349" y="1115"/>
                  </a:cubicBezTo>
                  <a:cubicBezTo>
                    <a:pt x="1069" y="1115"/>
                    <a:pt x="1069" y="1115"/>
                    <a:pt x="1069" y="1115"/>
                  </a:cubicBezTo>
                  <a:cubicBezTo>
                    <a:pt x="1069" y="979"/>
                    <a:pt x="1069" y="979"/>
                    <a:pt x="1069" y="979"/>
                  </a:cubicBezTo>
                  <a:cubicBezTo>
                    <a:pt x="1144" y="979"/>
                    <a:pt x="1144" y="979"/>
                    <a:pt x="1144" y="979"/>
                  </a:cubicBezTo>
                  <a:cubicBezTo>
                    <a:pt x="1160" y="1026"/>
                    <a:pt x="1208" y="1054"/>
                    <a:pt x="1258" y="1046"/>
                  </a:cubicBezTo>
                  <a:cubicBezTo>
                    <a:pt x="1307" y="1037"/>
                    <a:pt x="1343" y="994"/>
                    <a:pt x="1343" y="945"/>
                  </a:cubicBezTo>
                  <a:cubicBezTo>
                    <a:pt x="1343" y="895"/>
                    <a:pt x="1307" y="852"/>
                    <a:pt x="1258" y="844"/>
                  </a:cubicBezTo>
                  <a:cubicBezTo>
                    <a:pt x="1208" y="835"/>
                    <a:pt x="1160" y="863"/>
                    <a:pt x="1144" y="910"/>
                  </a:cubicBezTo>
                  <a:cubicBezTo>
                    <a:pt x="1069" y="910"/>
                    <a:pt x="1069" y="910"/>
                    <a:pt x="1069" y="910"/>
                  </a:cubicBezTo>
                  <a:cubicBezTo>
                    <a:pt x="1069" y="740"/>
                    <a:pt x="1069" y="740"/>
                    <a:pt x="1069" y="740"/>
                  </a:cubicBezTo>
                  <a:cubicBezTo>
                    <a:pt x="1178" y="740"/>
                    <a:pt x="1178" y="740"/>
                    <a:pt x="1178" y="740"/>
                  </a:cubicBezTo>
                  <a:cubicBezTo>
                    <a:pt x="1210" y="740"/>
                    <a:pt x="1238" y="717"/>
                    <a:pt x="1245" y="685"/>
                  </a:cubicBezTo>
                  <a:cubicBezTo>
                    <a:pt x="1269" y="564"/>
                    <a:pt x="1269" y="564"/>
                    <a:pt x="1269" y="564"/>
                  </a:cubicBezTo>
                  <a:cubicBezTo>
                    <a:pt x="1316" y="550"/>
                    <a:pt x="1346" y="504"/>
                    <a:pt x="1340" y="455"/>
                  </a:cubicBezTo>
                  <a:cubicBezTo>
                    <a:pt x="1334" y="406"/>
                    <a:pt x="1294" y="368"/>
                    <a:pt x="1244" y="366"/>
                  </a:cubicBezTo>
                  <a:cubicBezTo>
                    <a:pt x="1195" y="363"/>
                    <a:pt x="1151" y="396"/>
                    <a:pt x="1140" y="445"/>
                  </a:cubicBezTo>
                  <a:cubicBezTo>
                    <a:pt x="1129" y="493"/>
                    <a:pt x="1154" y="542"/>
                    <a:pt x="1200" y="561"/>
                  </a:cubicBezTo>
                  <a:cubicBezTo>
                    <a:pt x="1178" y="672"/>
                    <a:pt x="1178" y="672"/>
                    <a:pt x="1178" y="672"/>
                  </a:cubicBezTo>
                  <a:cubicBezTo>
                    <a:pt x="1069" y="672"/>
                    <a:pt x="1069" y="672"/>
                    <a:pt x="1069" y="672"/>
                  </a:cubicBezTo>
                  <a:cubicBezTo>
                    <a:pt x="1069" y="347"/>
                    <a:pt x="1069" y="347"/>
                    <a:pt x="1069" y="347"/>
                  </a:cubicBezTo>
                  <a:cubicBezTo>
                    <a:pt x="1069" y="209"/>
                    <a:pt x="1179" y="95"/>
                    <a:pt x="1318" y="91"/>
                  </a:cubicBezTo>
                  <a:cubicBezTo>
                    <a:pt x="1456" y="87"/>
                    <a:pt x="1573" y="194"/>
                    <a:pt x="1580" y="332"/>
                  </a:cubicBezTo>
                  <a:cubicBezTo>
                    <a:pt x="1539" y="337"/>
                    <a:pt x="1498" y="350"/>
                    <a:pt x="1462" y="371"/>
                  </a:cubicBezTo>
                  <a:cubicBezTo>
                    <a:pt x="1445" y="381"/>
                    <a:pt x="1440" y="402"/>
                    <a:pt x="1449" y="418"/>
                  </a:cubicBezTo>
                  <a:cubicBezTo>
                    <a:pt x="1459" y="434"/>
                    <a:pt x="1480" y="440"/>
                    <a:pt x="1496" y="430"/>
                  </a:cubicBezTo>
                  <a:cubicBezTo>
                    <a:pt x="1570" y="388"/>
                    <a:pt x="1661" y="388"/>
                    <a:pt x="1735" y="431"/>
                  </a:cubicBezTo>
                  <a:cubicBezTo>
                    <a:pt x="1809" y="473"/>
                    <a:pt x="1854" y="552"/>
                    <a:pt x="1854" y="637"/>
                  </a:cubicBezTo>
                  <a:cubicBezTo>
                    <a:pt x="1854" y="668"/>
                    <a:pt x="1848" y="699"/>
                    <a:pt x="1837" y="727"/>
                  </a:cubicBezTo>
                  <a:cubicBezTo>
                    <a:pt x="1799" y="713"/>
                    <a:pt x="1758" y="706"/>
                    <a:pt x="1718" y="706"/>
                  </a:cubicBezTo>
                  <a:cubicBezTo>
                    <a:pt x="1699" y="706"/>
                    <a:pt x="1684" y="721"/>
                    <a:pt x="1684" y="740"/>
                  </a:cubicBezTo>
                  <a:cubicBezTo>
                    <a:pt x="1684" y="759"/>
                    <a:pt x="1699" y="774"/>
                    <a:pt x="1718" y="774"/>
                  </a:cubicBezTo>
                  <a:cubicBezTo>
                    <a:pt x="1761" y="774"/>
                    <a:pt x="1804" y="784"/>
                    <a:pt x="1843" y="805"/>
                  </a:cubicBezTo>
                  <a:cubicBezTo>
                    <a:pt x="1851" y="809"/>
                    <a:pt x="1859" y="814"/>
                    <a:pt x="1867" y="819"/>
                  </a:cubicBezTo>
                  <a:cubicBezTo>
                    <a:pt x="1872" y="822"/>
                    <a:pt x="1876" y="825"/>
                    <a:pt x="1880" y="828"/>
                  </a:cubicBezTo>
                  <a:cubicBezTo>
                    <a:pt x="1885" y="832"/>
                    <a:pt x="1890" y="836"/>
                    <a:pt x="1895" y="840"/>
                  </a:cubicBezTo>
                  <a:cubicBezTo>
                    <a:pt x="1899" y="843"/>
                    <a:pt x="1904" y="847"/>
                    <a:pt x="1908" y="851"/>
                  </a:cubicBezTo>
                  <a:cubicBezTo>
                    <a:pt x="1911" y="855"/>
                    <a:pt x="1914" y="858"/>
                    <a:pt x="1917" y="861"/>
                  </a:cubicBezTo>
                  <a:cubicBezTo>
                    <a:pt x="1925" y="869"/>
                    <a:pt x="1932" y="878"/>
                    <a:pt x="1939" y="887"/>
                  </a:cubicBezTo>
                  <a:cubicBezTo>
                    <a:pt x="1941" y="890"/>
                    <a:pt x="1943" y="893"/>
                    <a:pt x="1945" y="896"/>
                  </a:cubicBezTo>
                  <a:cubicBezTo>
                    <a:pt x="1949" y="901"/>
                    <a:pt x="1952" y="907"/>
                    <a:pt x="1955" y="912"/>
                  </a:cubicBezTo>
                  <a:cubicBezTo>
                    <a:pt x="1957" y="916"/>
                    <a:pt x="1959" y="920"/>
                    <a:pt x="1962" y="925"/>
                  </a:cubicBezTo>
                  <a:cubicBezTo>
                    <a:pt x="1964" y="930"/>
                    <a:pt x="1967" y="935"/>
                    <a:pt x="1969" y="940"/>
                  </a:cubicBezTo>
                  <a:cubicBezTo>
                    <a:pt x="1973" y="949"/>
                    <a:pt x="1976" y="958"/>
                    <a:pt x="1979" y="968"/>
                  </a:cubicBezTo>
                  <a:cubicBezTo>
                    <a:pt x="1980" y="971"/>
                    <a:pt x="1981" y="975"/>
                    <a:pt x="1982" y="979"/>
                  </a:cubicBezTo>
                  <a:cubicBezTo>
                    <a:pt x="1984" y="987"/>
                    <a:pt x="1985" y="994"/>
                    <a:pt x="1987" y="1002"/>
                  </a:cubicBezTo>
                  <a:cubicBezTo>
                    <a:pt x="1987" y="1006"/>
                    <a:pt x="1988" y="1009"/>
                    <a:pt x="1988" y="1013"/>
                  </a:cubicBezTo>
                  <a:cubicBezTo>
                    <a:pt x="1990" y="1024"/>
                    <a:pt x="1991" y="1036"/>
                    <a:pt x="1991" y="1047"/>
                  </a:cubicBezTo>
                  <a:cubicBezTo>
                    <a:pt x="1991" y="1124"/>
                    <a:pt x="1958" y="1198"/>
                    <a:pt x="1901" y="1249"/>
                  </a:cubicBezTo>
                  <a:cubicBezTo>
                    <a:pt x="1863" y="1209"/>
                    <a:pt x="1815" y="1180"/>
                    <a:pt x="1762" y="1164"/>
                  </a:cubicBezTo>
                  <a:cubicBezTo>
                    <a:pt x="1744" y="1158"/>
                    <a:pt x="1725" y="1168"/>
                    <a:pt x="1719" y="1186"/>
                  </a:cubicBezTo>
                  <a:cubicBezTo>
                    <a:pt x="1714" y="1204"/>
                    <a:pt x="1724" y="1223"/>
                    <a:pt x="1742" y="1229"/>
                  </a:cubicBezTo>
                  <a:cubicBezTo>
                    <a:pt x="1792" y="1244"/>
                    <a:pt x="1836" y="1275"/>
                    <a:pt x="1869" y="1317"/>
                  </a:cubicBezTo>
                  <a:cubicBezTo>
                    <a:pt x="1869" y="1317"/>
                    <a:pt x="1869" y="1317"/>
                    <a:pt x="1869" y="1318"/>
                  </a:cubicBezTo>
                  <a:cubicBezTo>
                    <a:pt x="1894" y="1350"/>
                    <a:pt x="1911" y="1388"/>
                    <a:pt x="1918" y="1428"/>
                  </a:cubicBezTo>
                  <a:cubicBezTo>
                    <a:pt x="1918" y="1429"/>
                    <a:pt x="1919" y="1430"/>
                    <a:pt x="1919" y="1432"/>
                  </a:cubicBezTo>
                  <a:cubicBezTo>
                    <a:pt x="1921" y="1446"/>
                    <a:pt x="1923" y="1460"/>
                    <a:pt x="1922" y="1474"/>
                  </a:cubicBezTo>
                  <a:cubicBezTo>
                    <a:pt x="1923" y="1583"/>
                    <a:pt x="1854" y="1680"/>
                    <a:pt x="1751" y="1716"/>
                  </a:cubicBezTo>
                  <a:close/>
                  <a:moveTo>
                    <a:pt x="1410" y="1422"/>
                  </a:moveTo>
                  <a:cubicBezTo>
                    <a:pt x="1410" y="1404"/>
                    <a:pt x="1426" y="1388"/>
                    <a:pt x="1445" y="1388"/>
                  </a:cubicBezTo>
                  <a:cubicBezTo>
                    <a:pt x="1463" y="1388"/>
                    <a:pt x="1479" y="1404"/>
                    <a:pt x="1479" y="1422"/>
                  </a:cubicBezTo>
                  <a:cubicBezTo>
                    <a:pt x="1479" y="1441"/>
                    <a:pt x="1463" y="1457"/>
                    <a:pt x="1445" y="1457"/>
                  </a:cubicBezTo>
                  <a:cubicBezTo>
                    <a:pt x="1426" y="1457"/>
                    <a:pt x="1411" y="1441"/>
                    <a:pt x="1410" y="1422"/>
                  </a:cubicBezTo>
                  <a:close/>
                  <a:moveTo>
                    <a:pt x="1410" y="1149"/>
                  </a:moveTo>
                  <a:cubicBezTo>
                    <a:pt x="1410" y="1131"/>
                    <a:pt x="1426" y="1115"/>
                    <a:pt x="1445" y="1115"/>
                  </a:cubicBezTo>
                  <a:cubicBezTo>
                    <a:pt x="1463" y="1115"/>
                    <a:pt x="1479" y="1131"/>
                    <a:pt x="1479" y="1149"/>
                  </a:cubicBezTo>
                  <a:cubicBezTo>
                    <a:pt x="1479" y="1168"/>
                    <a:pt x="1463" y="1184"/>
                    <a:pt x="1445" y="1184"/>
                  </a:cubicBezTo>
                  <a:cubicBezTo>
                    <a:pt x="1426" y="1184"/>
                    <a:pt x="1411" y="1168"/>
                    <a:pt x="1410" y="1149"/>
                  </a:cubicBezTo>
                  <a:close/>
                  <a:moveTo>
                    <a:pt x="1206" y="945"/>
                  </a:moveTo>
                  <a:cubicBezTo>
                    <a:pt x="1206" y="926"/>
                    <a:pt x="1221" y="910"/>
                    <a:pt x="1240" y="910"/>
                  </a:cubicBezTo>
                  <a:cubicBezTo>
                    <a:pt x="1259" y="910"/>
                    <a:pt x="1274" y="926"/>
                    <a:pt x="1274" y="945"/>
                  </a:cubicBezTo>
                  <a:cubicBezTo>
                    <a:pt x="1274" y="963"/>
                    <a:pt x="1259" y="979"/>
                    <a:pt x="1240" y="979"/>
                  </a:cubicBezTo>
                  <a:cubicBezTo>
                    <a:pt x="1221" y="979"/>
                    <a:pt x="1206" y="963"/>
                    <a:pt x="1206" y="945"/>
                  </a:cubicBezTo>
                  <a:close/>
                  <a:moveTo>
                    <a:pt x="1206" y="467"/>
                  </a:moveTo>
                  <a:cubicBezTo>
                    <a:pt x="1206" y="448"/>
                    <a:pt x="1221" y="433"/>
                    <a:pt x="1240" y="433"/>
                  </a:cubicBezTo>
                  <a:cubicBezTo>
                    <a:pt x="1259" y="433"/>
                    <a:pt x="1274" y="448"/>
                    <a:pt x="1274" y="467"/>
                  </a:cubicBezTo>
                  <a:cubicBezTo>
                    <a:pt x="1274" y="486"/>
                    <a:pt x="1259" y="501"/>
                    <a:pt x="1240" y="501"/>
                  </a:cubicBezTo>
                  <a:cubicBezTo>
                    <a:pt x="1221" y="501"/>
                    <a:pt x="1206" y="486"/>
                    <a:pt x="1206" y="46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76DA6D6-082A-C21F-9E7A-A345933723E4}"/>
              </a:ext>
            </a:extLst>
          </p:cNvPr>
          <p:cNvGrpSpPr/>
          <p:nvPr/>
        </p:nvGrpSpPr>
        <p:grpSpPr>
          <a:xfrm>
            <a:off x="7198740" y="5784750"/>
            <a:ext cx="540000" cy="540000"/>
            <a:chOff x="7198740" y="5784750"/>
            <a:chExt cx="540000" cy="540000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0899385-D849-E6AC-5838-9F4B165043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98740" y="5784750"/>
              <a:ext cx="540000" cy="540000"/>
              <a:chOff x="3757865" y="1975052"/>
              <a:chExt cx="632843" cy="635313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86EA948-C8BF-4BFA-2CCB-B0E943E262DA}"/>
                  </a:ext>
                </a:extLst>
              </p:cNvPr>
              <p:cNvSpPr/>
              <p:nvPr/>
            </p:nvSpPr>
            <p:spPr bwMode="auto">
              <a:xfrm flipH="1">
                <a:off x="3757865" y="1975052"/>
                <a:ext cx="632843" cy="635313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50000"/>
                    </a:srgbClr>
                  </a:gs>
                  <a:gs pos="100000">
                    <a:srgbClr val="7E68A4">
                      <a:alpha val="30000"/>
                    </a:srgbClr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F22758F-C4B6-2CD3-8BC4-A3A78C68243A}"/>
                  </a:ext>
                </a:extLst>
              </p:cNvPr>
              <p:cNvSpPr/>
              <p:nvPr/>
            </p:nvSpPr>
            <p:spPr bwMode="auto">
              <a:xfrm flipH="1">
                <a:off x="3820735" y="2032452"/>
                <a:ext cx="512732" cy="514736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60000"/>
                    </a:srgbClr>
                  </a:gs>
                  <a:gs pos="75000">
                    <a:srgbClr val="7E68A4"/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8" name="Freeform 13">
              <a:extLst>
                <a:ext uri="{FF2B5EF4-FFF2-40B4-BE49-F238E27FC236}">
                  <a16:creationId xmlns:a16="http://schemas.microsoft.com/office/drawing/2014/main" id="{5DF3AE5C-A6CD-43B4-182F-24AD6844AF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30082" y="5916092"/>
              <a:ext cx="277317" cy="277317"/>
            </a:xfrm>
            <a:custGeom>
              <a:avLst/>
              <a:gdLst>
                <a:gd name="T0" fmla="*/ 1107 w 2048"/>
                <a:gd name="T1" fmla="*/ 1107 h 2048"/>
                <a:gd name="T2" fmla="*/ 1272 w 2048"/>
                <a:gd name="T3" fmla="*/ 1099 h 2048"/>
                <a:gd name="T4" fmla="*/ 1150 w 2048"/>
                <a:gd name="T5" fmla="*/ 1150 h 2048"/>
                <a:gd name="T6" fmla="*/ 973 w 2048"/>
                <a:gd name="T7" fmla="*/ 1400 h 2048"/>
                <a:gd name="T8" fmla="*/ 1274 w 2048"/>
                <a:gd name="T9" fmla="*/ 1597 h 2048"/>
                <a:gd name="T10" fmla="*/ 1004 w 2048"/>
                <a:gd name="T11" fmla="*/ 1548 h 2048"/>
                <a:gd name="T12" fmla="*/ 1545 w 2048"/>
                <a:gd name="T13" fmla="*/ 1000 h 2048"/>
                <a:gd name="T14" fmla="*/ 1800 w 2048"/>
                <a:gd name="T15" fmla="*/ 935 h 2048"/>
                <a:gd name="T16" fmla="*/ 1766 w 2048"/>
                <a:gd name="T17" fmla="*/ 670 h 2048"/>
                <a:gd name="T18" fmla="*/ 1407 w 2048"/>
                <a:gd name="T19" fmla="*/ 661 h 2048"/>
                <a:gd name="T20" fmla="*/ 1151 w 2048"/>
                <a:gd name="T21" fmla="*/ 518 h 2048"/>
                <a:gd name="T22" fmla="*/ 1124 w 2048"/>
                <a:gd name="T23" fmla="*/ 229 h 2048"/>
                <a:gd name="T24" fmla="*/ 904 w 2048"/>
                <a:gd name="T25" fmla="*/ 199 h 2048"/>
                <a:gd name="T26" fmla="*/ 570 w 2048"/>
                <a:gd name="T27" fmla="*/ 0 h 2048"/>
                <a:gd name="T28" fmla="*/ 303 w 2048"/>
                <a:gd name="T29" fmla="*/ 141 h 2048"/>
                <a:gd name="T30" fmla="*/ 141 w 2048"/>
                <a:gd name="T31" fmla="*/ 303 h 2048"/>
                <a:gd name="T32" fmla="*/ 0 w 2048"/>
                <a:gd name="T33" fmla="*/ 570 h 2048"/>
                <a:gd name="T34" fmla="*/ 199 w 2048"/>
                <a:gd name="T35" fmla="*/ 904 h 2048"/>
                <a:gd name="T36" fmla="*/ 303 w 2048"/>
                <a:gd name="T37" fmla="*/ 1124 h 2048"/>
                <a:gd name="T38" fmla="*/ 497 w 2048"/>
                <a:gd name="T39" fmla="*/ 1195 h 2048"/>
                <a:gd name="T40" fmla="*/ 745 w 2048"/>
                <a:gd name="T41" fmla="*/ 1610 h 2048"/>
                <a:gd name="T42" fmla="*/ 779 w 2048"/>
                <a:gd name="T43" fmla="*/ 1875 h 2048"/>
                <a:gd name="T44" fmla="*/ 1138 w 2048"/>
                <a:gd name="T45" fmla="*/ 1884 h 2048"/>
                <a:gd name="T46" fmla="*/ 1407 w 2048"/>
                <a:gd name="T47" fmla="*/ 1991 h 2048"/>
                <a:gd name="T48" fmla="*/ 1726 w 2048"/>
                <a:gd name="T49" fmla="*/ 1892 h 2048"/>
                <a:gd name="T50" fmla="*/ 1875 w 2048"/>
                <a:gd name="T51" fmla="*/ 1685 h 2048"/>
                <a:gd name="T52" fmla="*/ 2048 w 2048"/>
                <a:gd name="T53" fmla="*/ 1350 h 2048"/>
                <a:gd name="T54" fmla="*/ 388 w 2048"/>
                <a:gd name="T55" fmla="*/ 1012 h 2048"/>
                <a:gd name="T56" fmla="*/ 246 w 2048"/>
                <a:gd name="T57" fmla="*/ 942 h 2048"/>
                <a:gd name="T58" fmla="*/ 60 w 2048"/>
                <a:gd name="T59" fmla="*/ 687 h 2048"/>
                <a:gd name="T60" fmla="*/ 253 w 2048"/>
                <a:gd name="T61" fmla="*/ 388 h 2048"/>
                <a:gd name="T62" fmla="*/ 323 w 2048"/>
                <a:gd name="T63" fmla="*/ 246 h 2048"/>
                <a:gd name="T64" fmla="*/ 578 w 2048"/>
                <a:gd name="T65" fmla="*/ 60 h 2048"/>
                <a:gd name="T66" fmla="*/ 877 w 2048"/>
                <a:gd name="T67" fmla="*/ 253 h 2048"/>
                <a:gd name="T68" fmla="*/ 1019 w 2048"/>
                <a:gd name="T69" fmla="*/ 323 h 2048"/>
                <a:gd name="T70" fmla="*/ 1138 w 2048"/>
                <a:gd name="T71" fmla="*/ 578 h 2048"/>
                <a:gd name="T72" fmla="*/ 857 w 2048"/>
                <a:gd name="T73" fmla="*/ 667 h 2048"/>
                <a:gd name="T74" fmla="*/ 574 w 2048"/>
                <a:gd name="T75" fmla="*/ 476 h 2048"/>
                <a:gd name="T76" fmla="*/ 669 w 2048"/>
                <a:gd name="T77" fmla="*/ 779 h 2048"/>
                <a:gd name="T78" fmla="*/ 487 w 2048"/>
                <a:gd name="T79" fmla="*/ 551 h 2048"/>
                <a:gd name="T80" fmla="*/ 633 w 2048"/>
                <a:gd name="T81" fmla="*/ 860 h 2048"/>
                <a:gd name="T82" fmla="*/ 661 w 2048"/>
                <a:gd name="T83" fmla="*/ 1138 h 2048"/>
                <a:gd name="T84" fmla="*/ 1988 w 2048"/>
                <a:gd name="T85" fmla="*/ 1347 h 2048"/>
                <a:gd name="T86" fmla="*/ 1756 w 2048"/>
                <a:gd name="T87" fmla="*/ 1651 h 2048"/>
                <a:gd name="T88" fmla="*/ 1579 w 2048"/>
                <a:gd name="T89" fmla="*/ 1749 h 2048"/>
                <a:gd name="T90" fmla="*/ 1198 w 2048"/>
                <a:gd name="T91" fmla="*/ 1988 h 2048"/>
                <a:gd name="T92" fmla="*/ 894 w 2048"/>
                <a:gd name="T93" fmla="*/ 1756 h 2048"/>
                <a:gd name="T94" fmla="*/ 796 w 2048"/>
                <a:gd name="T95" fmla="*/ 1579 h 2048"/>
                <a:gd name="T96" fmla="*/ 557 w 2048"/>
                <a:gd name="T97" fmla="*/ 1198 h 2048"/>
                <a:gd name="T98" fmla="*/ 789 w 2048"/>
                <a:gd name="T99" fmla="*/ 894 h 2048"/>
                <a:gd name="T100" fmla="*/ 966 w 2048"/>
                <a:gd name="T101" fmla="*/ 796 h 2048"/>
                <a:gd name="T102" fmla="*/ 1347 w 2048"/>
                <a:gd name="T103" fmla="*/ 557 h 2048"/>
                <a:gd name="T104" fmla="*/ 1651 w 2048"/>
                <a:gd name="T105" fmla="*/ 789 h 2048"/>
                <a:gd name="T106" fmla="*/ 1749 w 2048"/>
                <a:gd name="T107" fmla="*/ 966 h 2048"/>
                <a:gd name="T108" fmla="*/ 1988 w 2048"/>
                <a:gd name="T109" fmla="*/ 1347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48" h="2048">
                  <a:moveTo>
                    <a:pt x="1272" y="1506"/>
                  </a:moveTo>
                  <a:cubicBezTo>
                    <a:pt x="1332" y="1506"/>
                    <a:pt x="1392" y="1483"/>
                    <a:pt x="1438" y="1438"/>
                  </a:cubicBezTo>
                  <a:cubicBezTo>
                    <a:pt x="1529" y="1347"/>
                    <a:pt x="1529" y="1198"/>
                    <a:pt x="1438" y="1107"/>
                  </a:cubicBezTo>
                  <a:cubicBezTo>
                    <a:pt x="1347" y="1016"/>
                    <a:pt x="1198" y="1016"/>
                    <a:pt x="1107" y="1107"/>
                  </a:cubicBezTo>
                  <a:cubicBezTo>
                    <a:pt x="1016" y="1198"/>
                    <a:pt x="1016" y="1347"/>
                    <a:pt x="1107" y="1438"/>
                  </a:cubicBezTo>
                  <a:cubicBezTo>
                    <a:pt x="1153" y="1483"/>
                    <a:pt x="1213" y="1506"/>
                    <a:pt x="1272" y="1506"/>
                  </a:cubicBezTo>
                  <a:close/>
                  <a:moveTo>
                    <a:pt x="1150" y="1150"/>
                  </a:moveTo>
                  <a:cubicBezTo>
                    <a:pt x="1183" y="1116"/>
                    <a:pt x="1228" y="1099"/>
                    <a:pt x="1272" y="1099"/>
                  </a:cubicBezTo>
                  <a:cubicBezTo>
                    <a:pt x="1317" y="1099"/>
                    <a:pt x="1361" y="1116"/>
                    <a:pt x="1395" y="1150"/>
                  </a:cubicBezTo>
                  <a:cubicBezTo>
                    <a:pt x="1463" y="1217"/>
                    <a:pt x="1463" y="1328"/>
                    <a:pt x="1395" y="1395"/>
                  </a:cubicBezTo>
                  <a:cubicBezTo>
                    <a:pt x="1328" y="1463"/>
                    <a:pt x="1217" y="1463"/>
                    <a:pt x="1150" y="1395"/>
                  </a:cubicBezTo>
                  <a:cubicBezTo>
                    <a:pt x="1082" y="1328"/>
                    <a:pt x="1082" y="1217"/>
                    <a:pt x="1150" y="1150"/>
                  </a:cubicBezTo>
                  <a:close/>
                  <a:moveTo>
                    <a:pt x="1000" y="1000"/>
                  </a:moveTo>
                  <a:cubicBezTo>
                    <a:pt x="889" y="1112"/>
                    <a:pt x="856" y="1278"/>
                    <a:pt x="918" y="1423"/>
                  </a:cubicBezTo>
                  <a:cubicBezTo>
                    <a:pt x="925" y="1438"/>
                    <a:pt x="942" y="1445"/>
                    <a:pt x="957" y="1439"/>
                  </a:cubicBezTo>
                  <a:cubicBezTo>
                    <a:pt x="973" y="1432"/>
                    <a:pt x="980" y="1415"/>
                    <a:pt x="973" y="1400"/>
                  </a:cubicBezTo>
                  <a:cubicBezTo>
                    <a:pt x="921" y="1277"/>
                    <a:pt x="949" y="1137"/>
                    <a:pt x="1043" y="1043"/>
                  </a:cubicBezTo>
                  <a:cubicBezTo>
                    <a:pt x="1169" y="916"/>
                    <a:pt x="1376" y="916"/>
                    <a:pt x="1502" y="1043"/>
                  </a:cubicBezTo>
                  <a:cubicBezTo>
                    <a:pt x="1629" y="1169"/>
                    <a:pt x="1629" y="1376"/>
                    <a:pt x="1502" y="1502"/>
                  </a:cubicBezTo>
                  <a:cubicBezTo>
                    <a:pt x="1441" y="1563"/>
                    <a:pt x="1360" y="1597"/>
                    <a:pt x="1274" y="1597"/>
                  </a:cubicBezTo>
                  <a:cubicBezTo>
                    <a:pt x="1274" y="1597"/>
                    <a:pt x="1273" y="1597"/>
                    <a:pt x="1272" y="1597"/>
                  </a:cubicBezTo>
                  <a:cubicBezTo>
                    <a:pt x="1187" y="1597"/>
                    <a:pt x="1107" y="1565"/>
                    <a:pt x="1046" y="1505"/>
                  </a:cubicBezTo>
                  <a:cubicBezTo>
                    <a:pt x="1034" y="1494"/>
                    <a:pt x="1015" y="1494"/>
                    <a:pt x="1003" y="1506"/>
                  </a:cubicBezTo>
                  <a:cubicBezTo>
                    <a:pt x="992" y="1518"/>
                    <a:pt x="992" y="1537"/>
                    <a:pt x="1004" y="1548"/>
                  </a:cubicBezTo>
                  <a:cubicBezTo>
                    <a:pt x="1076" y="1619"/>
                    <a:pt x="1171" y="1657"/>
                    <a:pt x="1272" y="1657"/>
                  </a:cubicBezTo>
                  <a:cubicBezTo>
                    <a:pt x="1273" y="1657"/>
                    <a:pt x="1274" y="1657"/>
                    <a:pt x="1275" y="1657"/>
                  </a:cubicBezTo>
                  <a:cubicBezTo>
                    <a:pt x="1377" y="1657"/>
                    <a:pt x="1473" y="1617"/>
                    <a:pt x="1545" y="1545"/>
                  </a:cubicBezTo>
                  <a:cubicBezTo>
                    <a:pt x="1695" y="1395"/>
                    <a:pt x="1695" y="1150"/>
                    <a:pt x="1545" y="1000"/>
                  </a:cubicBezTo>
                  <a:cubicBezTo>
                    <a:pt x="1395" y="850"/>
                    <a:pt x="1150" y="850"/>
                    <a:pt x="1000" y="1000"/>
                  </a:cubicBezTo>
                  <a:close/>
                  <a:moveTo>
                    <a:pt x="1991" y="1138"/>
                  </a:moveTo>
                  <a:cubicBezTo>
                    <a:pt x="1884" y="1138"/>
                    <a:pt x="1884" y="1138"/>
                    <a:pt x="1884" y="1138"/>
                  </a:cubicBezTo>
                  <a:cubicBezTo>
                    <a:pt x="1868" y="1066"/>
                    <a:pt x="1840" y="997"/>
                    <a:pt x="1800" y="935"/>
                  </a:cubicBezTo>
                  <a:cubicBezTo>
                    <a:pt x="1875" y="860"/>
                    <a:pt x="1875" y="860"/>
                    <a:pt x="1875" y="860"/>
                  </a:cubicBezTo>
                  <a:cubicBezTo>
                    <a:pt x="1886" y="849"/>
                    <a:pt x="1892" y="835"/>
                    <a:pt x="1892" y="819"/>
                  </a:cubicBezTo>
                  <a:cubicBezTo>
                    <a:pt x="1892" y="804"/>
                    <a:pt x="1886" y="790"/>
                    <a:pt x="1875" y="779"/>
                  </a:cubicBezTo>
                  <a:cubicBezTo>
                    <a:pt x="1766" y="670"/>
                    <a:pt x="1766" y="670"/>
                    <a:pt x="1766" y="670"/>
                  </a:cubicBezTo>
                  <a:cubicBezTo>
                    <a:pt x="1755" y="659"/>
                    <a:pt x="1741" y="653"/>
                    <a:pt x="1726" y="653"/>
                  </a:cubicBezTo>
                  <a:cubicBezTo>
                    <a:pt x="1710" y="653"/>
                    <a:pt x="1696" y="659"/>
                    <a:pt x="1685" y="670"/>
                  </a:cubicBezTo>
                  <a:cubicBezTo>
                    <a:pt x="1610" y="745"/>
                    <a:pt x="1610" y="745"/>
                    <a:pt x="1610" y="745"/>
                  </a:cubicBezTo>
                  <a:cubicBezTo>
                    <a:pt x="1547" y="705"/>
                    <a:pt x="1479" y="677"/>
                    <a:pt x="1407" y="661"/>
                  </a:cubicBezTo>
                  <a:cubicBezTo>
                    <a:pt x="1407" y="554"/>
                    <a:pt x="1407" y="554"/>
                    <a:pt x="1407" y="554"/>
                  </a:cubicBezTo>
                  <a:cubicBezTo>
                    <a:pt x="1407" y="523"/>
                    <a:pt x="1381" y="497"/>
                    <a:pt x="1350" y="497"/>
                  </a:cubicBezTo>
                  <a:cubicBezTo>
                    <a:pt x="1195" y="497"/>
                    <a:pt x="1195" y="497"/>
                    <a:pt x="1195" y="497"/>
                  </a:cubicBezTo>
                  <a:cubicBezTo>
                    <a:pt x="1177" y="497"/>
                    <a:pt x="1161" y="505"/>
                    <a:pt x="1151" y="518"/>
                  </a:cubicBezTo>
                  <a:cubicBezTo>
                    <a:pt x="1131" y="518"/>
                    <a:pt x="1131" y="518"/>
                    <a:pt x="1131" y="518"/>
                  </a:cubicBezTo>
                  <a:cubicBezTo>
                    <a:pt x="1119" y="462"/>
                    <a:pt x="1097" y="409"/>
                    <a:pt x="1066" y="361"/>
                  </a:cubicBezTo>
                  <a:cubicBezTo>
                    <a:pt x="1124" y="303"/>
                    <a:pt x="1124" y="303"/>
                    <a:pt x="1124" y="303"/>
                  </a:cubicBezTo>
                  <a:cubicBezTo>
                    <a:pt x="1144" y="283"/>
                    <a:pt x="1144" y="250"/>
                    <a:pt x="1124" y="229"/>
                  </a:cubicBezTo>
                  <a:cubicBezTo>
                    <a:pt x="1036" y="141"/>
                    <a:pt x="1036" y="141"/>
                    <a:pt x="1036" y="141"/>
                  </a:cubicBezTo>
                  <a:cubicBezTo>
                    <a:pt x="1026" y="131"/>
                    <a:pt x="1013" y="126"/>
                    <a:pt x="999" y="126"/>
                  </a:cubicBezTo>
                  <a:cubicBezTo>
                    <a:pt x="985" y="126"/>
                    <a:pt x="972" y="131"/>
                    <a:pt x="962" y="141"/>
                  </a:cubicBezTo>
                  <a:cubicBezTo>
                    <a:pt x="904" y="199"/>
                    <a:pt x="904" y="199"/>
                    <a:pt x="904" y="199"/>
                  </a:cubicBezTo>
                  <a:cubicBezTo>
                    <a:pt x="856" y="168"/>
                    <a:pt x="803" y="147"/>
                    <a:pt x="747" y="134"/>
                  </a:cubicBezTo>
                  <a:cubicBezTo>
                    <a:pt x="747" y="52"/>
                    <a:pt x="747" y="52"/>
                    <a:pt x="747" y="52"/>
                  </a:cubicBezTo>
                  <a:cubicBezTo>
                    <a:pt x="747" y="23"/>
                    <a:pt x="724" y="0"/>
                    <a:pt x="695" y="0"/>
                  </a:cubicBezTo>
                  <a:cubicBezTo>
                    <a:pt x="570" y="0"/>
                    <a:pt x="570" y="0"/>
                    <a:pt x="570" y="0"/>
                  </a:cubicBezTo>
                  <a:cubicBezTo>
                    <a:pt x="541" y="0"/>
                    <a:pt x="518" y="23"/>
                    <a:pt x="518" y="52"/>
                  </a:cubicBezTo>
                  <a:cubicBezTo>
                    <a:pt x="518" y="134"/>
                    <a:pt x="518" y="134"/>
                    <a:pt x="518" y="134"/>
                  </a:cubicBezTo>
                  <a:cubicBezTo>
                    <a:pt x="462" y="147"/>
                    <a:pt x="409" y="168"/>
                    <a:pt x="361" y="199"/>
                  </a:cubicBezTo>
                  <a:cubicBezTo>
                    <a:pt x="303" y="141"/>
                    <a:pt x="303" y="141"/>
                    <a:pt x="303" y="141"/>
                  </a:cubicBezTo>
                  <a:cubicBezTo>
                    <a:pt x="293" y="131"/>
                    <a:pt x="280" y="126"/>
                    <a:pt x="266" y="126"/>
                  </a:cubicBezTo>
                  <a:cubicBezTo>
                    <a:pt x="252" y="126"/>
                    <a:pt x="239" y="131"/>
                    <a:pt x="229" y="141"/>
                  </a:cubicBezTo>
                  <a:cubicBezTo>
                    <a:pt x="141" y="229"/>
                    <a:pt x="141" y="229"/>
                    <a:pt x="141" y="229"/>
                  </a:cubicBezTo>
                  <a:cubicBezTo>
                    <a:pt x="121" y="250"/>
                    <a:pt x="121" y="283"/>
                    <a:pt x="141" y="303"/>
                  </a:cubicBezTo>
                  <a:cubicBezTo>
                    <a:pt x="199" y="361"/>
                    <a:pt x="199" y="361"/>
                    <a:pt x="199" y="361"/>
                  </a:cubicBezTo>
                  <a:cubicBezTo>
                    <a:pt x="168" y="409"/>
                    <a:pt x="147" y="462"/>
                    <a:pt x="134" y="518"/>
                  </a:cubicBezTo>
                  <a:cubicBezTo>
                    <a:pt x="52" y="518"/>
                    <a:pt x="52" y="518"/>
                    <a:pt x="52" y="518"/>
                  </a:cubicBezTo>
                  <a:cubicBezTo>
                    <a:pt x="23" y="518"/>
                    <a:pt x="0" y="541"/>
                    <a:pt x="0" y="570"/>
                  </a:cubicBezTo>
                  <a:cubicBezTo>
                    <a:pt x="0" y="695"/>
                    <a:pt x="0" y="695"/>
                    <a:pt x="0" y="695"/>
                  </a:cubicBezTo>
                  <a:cubicBezTo>
                    <a:pt x="0" y="724"/>
                    <a:pt x="23" y="747"/>
                    <a:pt x="52" y="747"/>
                  </a:cubicBezTo>
                  <a:cubicBezTo>
                    <a:pt x="134" y="747"/>
                    <a:pt x="134" y="747"/>
                    <a:pt x="134" y="747"/>
                  </a:cubicBezTo>
                  <a:cubicBezTo>
                    <a:pt x="147" y="803"/>
                    <a:pt x="168" y="856"/>
                    <a:pt x="199" y="904"/>
                  </a:cubicBezTo>
                  <a:cubicBezTo>
                    <a:pt x="141" y="962"/>
                    <a:pt x="141" y="962"/>
                    <a:pt x="141" y="962"/>
                  </a:cubicBezTo>
                  <a:cubicBezTo>
                    <a:pt x="121" y="982"/>
                    <a:pt x="121" y="1015"/>
                    <a:pt x="141" y="1036"/>
                  </a:cubicBezTo>
                  <a:cubicBezTo>
                    <a:pt x="229" y="1124"/>
                    <a:pt x="229" y="1124"/>
                    <a:pt x="229" y="1124"/>
                  </a:cubicBezTo>
                  <a:cubicBezTo>
                    <a:pt x="250" y="1144"/>
                    <a:pt x="283" y="1144"/>
                    <a:pt x="303" y="1124"/>
                  </a:cubicBezTo>
                  <a:cubicBezTo>
                    <a:pt x="361" y="1066"/>
                    <a:pt x="361" y="1066"/>
                    <a:pt x="361" y="1066"/>
                  </a:cubicBezTo>
                  <a:cubicBezTo>
                    <a:pt x="409" y="1097"/>
                    <a:pt x="462" y="1118"/>
                    <a:pt x="518" y="1131"/>
                  </a:cubicBezTo>
                  <a:cubicBezTo>
                    <a:pt x="518" y="1151"/>
                    <a:pt x="518" y="1151"/>
                    <a:pt x="518" y="1151"/>
                  </a:cubicBezTo>
                  <a:cubicBezTo>
                    <a:pt x="505" y="1161"/>
                    <a:pt x="497" y="1177"/>
                    <a:pt x="497" y="1195"/>
                  </a:cubicBezTo>
                  <a:cubicBezTo>
                    <a:pt x="497" y="1350"/>
                    <a:pt x="497" y="1350"/>
                    <a:pt x="497" y="1350"/>
                  </a:cubicBezTo>
                  <a:cubicBezTo>
                    <a:pt x="497" y="1381"/>
                    <a:pt x="523" y="1407"/>
                    <a:pt x="554" y="1407"/>
                  </a:cubicBezTo>
                  <a:cubicBezTo>
                    <a:pt x="661" y="1407"/>
                    <a:pt x="661" y="1407"/>
                    <a:pt x="661" y="1407"/>
                  </a:cubicBezTo>
                  <a:cubicBezTo>
                    <a:pt x="677" y="1479"/>
                    <a:pt x="705" y="1548"/>
                    <a:pt x="745" y="1610"/>
                  </a:cubicBezTo>
                  <a:cubicBezTo>
                    <a:pt x="669" y="1685"/>
                    <a:pt x="669" y="1685"/>
                    <a:pt x="669" y="1685"/>
                  </a:cubicBezTo>
                  <a:cubicBezTo>
                    <a:pt x="659" y="1696"/>
                    <a:pt x="653" y="1710"/>
                    <a:pt x="653" y="1726"/>
                  </a:cubicBezTo>
                  <a:cubicBezTo>
                    <a:pt x="653" y="1741"/>
                    <a:pt x="659" y="1755"/>
                    <a:pt x="669" y="1766"/>
                  </a:cubicBezTo>
                  <a:cubicBezTo>
                    <a:pt x="779" y="1875"/>
                    <a:pt x="779" y="1875"/>
                    <a:pt x="779" y="1875"/>
                  </a:cubicBezTo>
                  <a:cubicBezTo>
                    <a:pt x="790" y="1886"/>
                    <a:pt x="804" y="1892"/>
                    <a:pt x="819" y="1892"/>
                  </a:cubicBezTo>
                  <a:cubicBezTo>
                    <a:pt x="835" y="1892"/>
                    <a:pt x="849" y="1886"/>
                    <a:pt x="860" y="1875"/>
                  </a:cubicBezTo>
                  <a:cubicBezTo>
                    <a:pt x="935" y="1800"/>
                    <a:pt x="935" y="1800"/>
                    <a:pt x="935" y="1800"/>
                  </a:cubicBezTo>
                  <a:cubicBezTo>
                    <a:pt x="997" y="1840"/>
                    <a:pt x="1066" y="1868"/>
                    <a:pt x="1138" y="1884"/>
                  </a:cubicBezTo>
                  <a:cubicBezTo>
                    <a:pt x="1138" y="1991"/>
                    <a:pt x="1138" y="1991"/>
                    <a:pt x="1138" y="1991"/>
                  </a:cubicBezTo>
                  <a:cubicBezTo>
                    <a:pt x="1138" y="2022"/>
                    <a:pt x="1164" y="2048"/>
                    <a:pt x="1195" y="2048"/>
                  </a:cubicBezTo>
                  <a:cubicBezTo>
                    <a:pt x="1350" y="2048"/>
                    <a:pt x="1350" y="2048"/>
                    <a:pt x="1350" y="2048"/>
                  </a:cubicBezTo>
                  <a:cubicBezTo>
                    <a:pt x="1381" y="2048"/>
                    <a:pt x="1407" y="2022"/>
                    <a:pt x="1407" y="1991"/>
                  </a:cubicBezTo>
                  <a:cubicBezTo>
                    <a:pt x="1407" y="1884"/>
                    <a:pt x="1407" y="1884"/>
                    <a:pt x="1407" y="1884"/>
                  </a:cubicBezTo>
                  <a:cubicBezTo>
                    <a:pt x="1479" y="1868"/>
                    <a:pt x="1547" y="1840"/>
                    <a:pt x="1610" y="1800"/>
                  </a:cubicBezTo>
                  <a:cubicBezTo>
                    <a:pt x="1685" y="1875"/>
                    <a:pt x="1685" y="1875"/>
                    <a:pt x="1685" y="1875"/>
                  </a:cubicBezTo>
                  <a:cubicBezTo>
                    <a:pt x="1696" y="1886"/>
                    <a:pt x="1710" y="1892"/>
                    <a:pt x="1726" y="1892"/>
                  </a:cubicBezTo>
                  <a:cubicBezTo>
                    <a:pt x="1741" y="1892"/>
                    <a:pt x="1755" y="1886"/>
                    <a:pt x="1766" y="1875"/>
                  </a:cubicBezTo>
                  <a:cubicBezTo>
                    <a:pt x="1875" y="1766"/>
                    <a:pt x="1875" y="1766"/>
                    <a:pt x="1875" y="1766"/>
                  </a:cubicBezTo>
                  <a:cubicBezTo>
                    <a:pt x="1886" y="1755"/>
                    <a:pt x="1892" y="1741"/>
                    <a:pt x="1892" y="1726"/>
                  </a:cubicBezTo>
                  <a:cubicBezTo>
                    <a:pt x="1892" y="1710"/>
                    <a:pt x="1886" y="1696"/>
                    <a:pt x="1875" y="1685"/>
                  </a:cubicBezTo>
                  <a:cubicBezTo>
                    <a:pt x="1800" y="1610"/>
                    <a:pt x="1800" y="1610"/>
                    <a:pt x="1800" y="1610"/>
                  </a:cubicBezTo>
                  <a:cubicBezTo>
                    <a:pt x="1840" y="1548"/>
                    <a:pt x="1868" y="1479"/>
                    <a:pt x="1884" y="1407"/>
                  </a:cubicBezTo>
                  <a:cubicBezTo>
                    <a:pt x="1991" y="1407"/>
                    <a:pt x="1991" y="1407"/>
                    <a:pt x="1991" y="1407"/>
                  </a:cubicBezTo>
                  <a:cubicBezTo>
                    <a:pt x="2022" y="1407"/>
                    <a:pt x="2048" y="1381"/>
                    <a:pt x="2048" y="1350"/>
                  </a:cubicBezTo>
                  <a:cubicBezTo>
                    <a:pt x="2048" y="1195"/>
                    <a:pt x="2048" y="1195"/>
                    <a:pt x="2048" y="1195"/>
                  </a:cubicBezTo>
                  <a:cubicBezTo>
                    <a:pt x="2048" y="1164"/>
                    <a:pt x="2022" y="1138"/>
                    <a:pt x="1991" y="1138"/>
                  </a:cubicBezTo>
                  <a:close/>
                  <a:moveTo>
                    <a:pt x="537" y="1074"/>
                  </a:moveTo>
                  <a:cubicBezTo>
                    <a:pt x="484" y="1062"/>
                    <a:pt x="434" y="1042"/>
                    <a:pt x="388" y="1012"/>
                  </a:cubicBezTo>
                  <a:cubicBezTo>
                    <a:pt x="368" y="999"/>
                    <a:pt x="340" y="1002"/>
                    <a:pt x="323" y="1019"/>
                  </a:cubicBezTo>
                  <a:cubicBezTo>
                    <a:pt x="266" y="1076"/>
                    <a:pt x="266" y="1076"/>
                    <a:pt x="266" y="1076"/>
                  </a:cubicBezTo>
                  <a:cubicBezTo>
                    <a:pt x="189" y="999"/>
                    <a:pt x="189" y="999"/>
                    <a:pt x="189" y="999"/>
                  </a:cubicBezTo>
                  <a:cubicBezTo>
                    <a:pt x="246" y="942"/>
                    <a:pt x="246" y="942"/>
                    <a:pt x="246" y="942"/>
                  </a:cubicBezTo>
                  <a:cubicBezTo>
                    <a:pt x="263" y="925"/>
                    <a:pt x="266" y="898"/>
                    <a:pt x="253" y="877"/>
                  </a:cubicBezTo>
                  <a:cubicBezTo>
                    <a:pt x="223" y="831"/>
                    <a:pt x="203" y="781"/>
                    <a:pt x="191" y="728"/>
                  </a:cubicBezTo>
                  <a:cubicBezTo>
                    <a:pt x="186" y="704"/>
                    <a:pt x="164" y="687"/>
                    <a:pt x="140" y="687"/>
                  </a:cubicBezTo>
                  <a:cubicBezTo>
                    <a:pt x="60" y="687"/>
                    <a:pt x="60" y="687"/>
                    <a:pt x="60" y="687"/>
                  </a:cubicBezTo>
                  <a:cubicBezTo>
                    <a:pt x="60" y="578"/>
                    <a:pt x="60" y="578"/>
                    <a:pt x="60" y="578"/>
                  </a:cubicBezTo>
                  <a:cubicBezTo>
                    <a:pt x="140" y="578"/>
                    <a:pt x="140" y="578"/>
                    <a:pt x="140" y="578"/>
                  </a:cubicBezTo>
                  <a:cubicBezTo>
                    <a:pt x="164" y="578"/>
                    <a:pt x="186" y="561"/>
                    <a:pt x="191" y="537"/>
                  </a:cubicBezTo>
                  <a:cubicBezTo>
                    <a:pt x="203" y="484"/>
                    <a:pt x="223" y="434"/>
                    <a:pt x="253" y="388"/>
                  </a:cubicBezTo>
                  <a:cubicBezTo>
                    <a:pt x="266" y="368"/>
                    <a:pt x="263" y="340"/>
                    <a:pt x="246" y="323"/>
                  </a:cubicBezTo>
                  <a:cubicBezTo>
                    <a:pt x="189" y="266"/>
                    <a:pt x="189" y="266"/>
                    <a:pt x="189" y="266"/>
                  </a:cubicBezTo>
                  <a:cubicBezTo>
                    <a:pt x="266" y="189"/>
                    <a:pt x="266" y="189"/>
                    <a:pt x="266" y="189"/>
                  </a:cubicBezTo>
                  <a:cubicBezTo>
                    <a:pt x="323" y="246"/>
                    <a:pt x="323" y="246"/>
                    <a:pt x="323" y="246"/>
                  </a:cubicBezTo>
                  <a:cubicBezTo>
                    <a:pt x="340" y="263"/>
                    <a:pt x="368" y="266"/>
                    <a:pt x="388" y="253"/>
                  </a:cubicBezTo>
                  <a:cubicBezTo>
                    <a:pt x="434" y="223"/>
                    <a:pt x="484" y="203"/>
                    <a:pt x="537" y="191"/>
                  </a:cubicBezTo>
                  <a:cubicBezTo>
                    <a:pt x="561" y="186"/>
                    <a:pt x="578" y="164"/>
                    <a:pt x="578" y="140"/>
                  </a:cubicBezTo>
                  <a:cubicBezTo>
                    <a:pt x="578" y="60"/>
                    <a:pt x="578" y="60"/>
                    <a:pt x="578" y="60"/>
                  </a:cubicBezTo>
                  <a:cubicBezTo>
                    <a:pt x="687" y="60"/>
                    <a:pt x="687" y="60"/>
                    <a:pt x="687" y="60"/>
                  </a:cubicBezTo>
                  <a:cubicBezTo>
                    <a:pt x="687" y="140"/>
                    <a:pt x="687" y="140"/>
                    <a:pt x="687" y="140"/>
                  </a:cubicBezTo>
                  <a:cubicBezTo>
                    <a:pt x="687" y="164"/>
                    <a:pt x="705" y="186"/>
                    <a:pt x="728" y="191"/>
                  </a:cubicBezTo>
                  <a:cubicBezTo>
                    <a:pt x="782" y="203"/>
                    <a:pt x="832" y="223"/>
                    <a:pt x="877" y="253"/>
                  </a:cubicBezTo>
                  <a:cubicBezTo>
                    <a:pt x="898" y="266"/>
                    <a:pt x="925" y="263"/>
                    <a:pt x="942" y="246"/>
                  </a:cubicBezTo>
                  <a:cubicBezTo>
                    <a:pt x="999" y="189"/>
                    <a:pt x="999" y="189"/>
                    <a:pt x="999" y="189"/>
                  </a:cubicBezTo>
                  <a:cubicBezTo>
                    <a:pt x="1076" y="266"/>
                    <a:pt x="1076" y="266"/>
                    <a:pt x="1076" y="266"/>
                  </a:cubicBezTo>
                  <a:cubicBezTo>
                    <a:pt x="1019" y="323"/>
                    <a:pt x="1019" y="323"/>
                    <a:pt x="1019" y="323"/>
                  </a:cubicBezTo>
                  <a:cubicBezTo>
                    <a:pt x="1002" y="340"/>
                    <a:pt x="999" y="368"/>
                    <a:pt x="1013" y="388"/>
                  </a:cubicBezTo>
                  <a:cubicBezTo>
                    <a:pt x="1042" y="434"/>
                    <a:pt x="1063" y="484"/>
                    <a:pt x="1074" y="537"/>
                  </a:cubicBezTo>
                  <a:cubicBezTo>
                    <a:pt x="1079" y="561"/>
                    <a:pt x="1101" y="578"/>
                    <a:pt x="1125" y="578"/>
                  </a:cubicBezTo>
                  <a:cubicBezTo>
                    <a:pt x="1138" y="578"/>
                    <a:pt x="1138" y="578"/>
                    <a:pt x="1138" y="578"/>
                  </a:cubicBezTo>
                  <a:cubicBezTo>
                    <a:pt x="1138" y="661"/>
                    <a:pt x="1138" y="661"/>
                    <a:pt x="1138" y="661"/>
                  </a:cubicBezTo>
                  <a:cubicBezTo>
                    <a:pt x="1066" y="677"/>
                    <a:pt x="997" y="705"/>
                    <a:pt x="935" y="745"/>
                  </a:cubicBezTo>
                  <a:cubicBezTo>
                    <a:pt x="860" y="670"/>
                    <a:pt x="860" y="670"/>
                    <a:pt x="860" y="670"/>
                  </a:cubicBezTo>
                  <a:cubicBezTo>
                    <a:pt x="859" y="669"/>
                    <a:pt x="858" y="668"/>
                    <a:pt x="857" y="667"/>
                  </a:cubicBezTo>
                  <a:cubicBezTo>
                    <a:pt x="868" y="598"/>
                    <a:pt x="846" y="525"/>
                    <a:pt x="793" y="472"/>
                  </a:cubicBezTo>
                  <a:cubicBezTo>
                    <a:pt x="730" y="409"/>
                    <a:pt x="636" y="389"/>
                    <a:pt x="553" y="420"/>
                  </a:cubicBezTo>
                  <a:cubicBezTo>
                    <a:pt x="537" y="425"/>
                    <a:pt x="530" y="443"/>
                    <a:pt x="535" y="458"/>
                  </a:cubicBezTo>
                  <a:cubicBezTo>
                    <a:pt x="541" y="474"/>
                    <a:pt x="558" y="482"/>
                    <a:pt x="574" y="476"/>
                  </a:cubicBezTo>
                  <a:cubicBezTo>
                    <a:pt x="635" y="453"/>
                    <a:pt x="705" y="468"/>
                    <a:pt x="751" y="514"/>
                  </a:cubicBezTo>
                  <a:cubicBezTo>
                    <a:pt x="790" y="553"/>
                    <a:pt x="805" y="606"/>
                    <a:pt x="798" y="657"/>
                  </a:cubicBezTo>
                  <a:cubicBezTo>
                    <a:pt x="791" y="660"/>
                    <a:pt x="784" y="664"/>
                    <a:pt x="779" y="670"/>
                  </a:cubicBezTo>
                  <a:cubicBezTo>
                    <a:pt x="669" y="779"/>
                    <a:pt x="669" y="779"/>
                    <a:pt x="669" y="779"/>
                  </a:cubicBezTo>
                  <a:cubicBezTo>
                    <a:pt x="664" y="784"/>
                    <a:pt x="660" y="791"/>
                    <a:pt x="657" y="798"/>
                  </a:cubicBezTo>
                  <a:cubicBezTo>
                    <a:pt x="649" y="799"/>
                    <a:pt x="641" y="800"/>
                    <a:pt x="633" y="800"/>
                  </a:cubicBezTo>
                  <a:cubicBezTo>
                    <a:pt x="588" y="800"/>
                    <a:pt x="546" y="782"/>
                    <a:pt x="514" y="751"/>
                  </a:cubicBezTo>
                  <a:cubicBezTo>
                    <a:pt x="461" y="698"/>
                    <a:pt x="450" y="616"/>
                    <a:pt x="487" y="551"/>
                  </a:cubicBezTo>
                  <a:cubicBezTo>
                    <a:pt x="495" y="536"/>
                    <a:pt x="490" y="518"/>
                    <a:pt x="475" y="510"/>
                  </a:cubicBezTo>
                  <a:cubicBezTo>
                    <a:pt x="461" y="502"/>
                    <a:pt x="442" y="507"/>
                    <a:pt x="434" y="521"/>
                  </a:cubicBezTo>
                  <a:cubicBezTo>
                    <a:pt x="385" y="610"/>
                    <a:pt x="400" y="722"/>
                    <a:pt x="472" y="793"/>
                  </a:cubicBezTo>
                  <a:cubicBezTo>
                    <a:pt x="516" y="838"/>
                    <a:pt x="574" y="860"/>
                    <a:pt x="633" y="860"/>
                  </a:cubicBezTo>
                  <a:cubicBezTo>
                    <a:pt x="644" y="860"/>
                    <a:pt x="656" y="859"/>
                    <a:pt x="667" y="857"/>
                  </a:cubicBezTo>
                  <a:cubicBezTo>
                    <a:pt x="668" y="858"/>
                    <a:pt x="669" y="859"/>
                    <a:pt x="669" y="860"/>
                  </a:cubicBezTo>
                  <a:cubicBezTo>
                    <a:pt x="745" y="935"/>
                    <a:pt x="745" y="935"/>
                    <a:pt x="745" y="935"/>
                  </a:cubicBezTo>
                  <a:cubicBezTo>
                    <a:pt x="705" y="997"/>
                    <a:pt x="677" y="1066"/>
                    <a:pt x="661" y="1138"/>
                  </a:cubicBezTo>
                  <a:cubicBezTo>
                    <a:pt x="578" y="1138"/>
                    <a:pt x="578" y="1138"/>
                    <a:pt x="578" y="1138"/>
                  </a:cubicBezTo>
                  <a:cubicBezTo>
                    <a:pt x="578" y="1125"/>
                    <a:pt x="578" y="1125"/>
                    <a:pt x="578" y="1125"/>
                  </a:cubicBezTo>
                  <a:cubicBezTo>
                    <a:pt x="578" y="1101"/>
                    <a:pt x="561" y="1079"/>
                    <a:pt x="537" y="1074"/>
                  </a:cubicBezTo>
                  <a:close/>
                  <a:moveTo>
                    <a:pt x="1988" y="1347"/>
                  </a:moveTo>
                  <a:cubicBezTo>
                    <a:pt x="1882" y="1347"/>
                    <a:pt x="1882" y="1347"/>
                    <a:pt x="1882" y="1347"/>
                  </a:cubicBezTo>
                  <a:cubicBezTo>
                    <a:pt x="1855" y="1347"/>
                    <a:pt x="1831" y="1366"/>
                    <a:pt x="1826" y="1393"/>
                  </a:cubicBezTo>
                  <a:cubicBezTo>
                    <a:pt x="1811" y="1459"/>
                    <a:pt x="1785" y="1522"/>
                    <a:pt x="1749" y="1579"/>
                  </a:cubicBezTo>
                  <a:cubicBezTo>
                    <a:pt x="1734" y="1601"/>
                    <a:pt x="1737" y="1632"/>
                    <a:pt x="1756" y="1651"/>
                  </a:cubicBezTo>
                  <a:cubicBezTo>
                    <a:pt x="1831" y="1726"/>
                    <a:pt x="1831" y="1726"/>
                    <a:pt x="1831" y="1726"/>
                  </a:cubicBezTo>
                  <a:cubicBezTo>
                    <a:pt x="1726" y="1831"/>
                    <a:pt x="1726" y="1831"/>
                    <a:pt x="1726" y="1831"/>
                  </a:cubicBezTo>
                  <a:cubicBezTo>
                    <a:pt x="1651" y="1756"/>
                    <a:pt x="1651" y="1756"/>
                    <a:pt x="1651" y="1756"/>
                  </a:cubicBezTo>
                  <a:cubicBezTo>
                    <a:pt x="1632" y="1737"/>
                    <a:pt x="1601" y="1734"/>
                    <a:pt x="1579" y="1749"/>
                  </a:cubicBezTo>
                  <a:cubicBezTo>
                    <a:pt x="1522" y="1785"/>
                    <a:pt x="1459" y="1811"/>
                    <a:pt x="1393" y="1826"/>
                  </a:cubicBezTo>
                  <a:cubicBezTo>
                    <a:pt x="1366" y="1831"/>
                    <a:pt x="1347" y="1855"/>
                    <a:pt x="1347" y="1882"/>
                  </a:cubicBezTo>
                  <a:cubicBezTo>
                    <a:pt x="1347" y="1988"/>
                    <a:pt x="1347" y="1988"/>
                    <a:pt x="1347" y="1988"/>
                  </a:cubicBezTo>
                  <a:cubicBezTo>
                    <a:pt x="1198" y="1988"/>
                    <a:pt x="1198" y="1988"/>
                    <a:pt x="1198" y="1988"/>
                  </a:cubicBezTo>
                  <a:cubicBezTo>
                    <a:pt x="1198" y="1882"/>
                    <a:pt x="1198" y="1882"/>
                    <a:pt x="1198" y="1882"/>
                  </a:cubicBezTo>
                  <a:cubicBezTo>
                    <a:pt x="1198" y="1855"/>
                    <a:pt x="1179" y="1831"/>
                    <a:pt x="1152" y="1826"/>
                  </a:cubicBezTo>
                  <a:cubicBezTo>
                    <a:pt x="1086" y="1811"/>
                    <a:pt x="1023" y="1785"/>
                    <a:pt x="966" y="1749"/>
                  </a:cubicBezTo>
                  <a:cubicBezTo>
                    <a:pt x="944" y="1734"/>
                    <a:pt x="913" y="1737"/>
                    <a:pt x="894" y="1756"/>
                  </a:cubicBezTo>
                  <a:cubicBezTo>
                    <a:pt x="819" y="1831"/>
                    <a:pt x="819" y="1831"/>
                    <a:pt x="819" y="1831"/>
                  </a:cubicBezTo>
                  <a:cubicBezTo>
                    <a:pt x="714" y="1726"/>
                    <a:pt x="714" y="1726"/>
                    <a:pt x="714" y="1726"/>
                  </a:cubicBezTo>
                  <a:cubicBezTo>
                    <a:pt x="789" y="1651"/>
                    <a:pt x="789" y="1651"/>
                    <a:pt x="789" y="1651"/>
                  </a:cubicBezTo>
                  <a:cubicBezTo>
                    <a:pt x="808" y="1632"/>
                    <a:pt x="811" y="1601"/>
                    <a:pt x="796" y="1579"/>
                  </a:cubicBezTo>
                  <a:cubicBezTo>
                    <a:pt x="760" y="1522"/>
                    <a:pt x="734" y="1459"/>
                    <a:pt x="719" y="1393"/>
                  </a:cubicBezTo>
                  <a:cubicBezTo>
                    <a:pt x="714" y="1366"/>
                    <a:pt x="690" y="1347"/>
                    <a:pt x="663" y="1347"/>
                  </a:cubicBezTo>
                  <a:cubicBezTo>
                    <a:pt x="557" y="1347"/>
                    <a:pt x="557" y="1347"/>
                    <a:pt x="557" y="1347"/>
                  </a:cubicBezTo>
                  <a:cubicBezTo>
                    <a:pt x="557" y="1198"/>
                    <a:pt x="557" y="1198"/>
                    <a:pt x="557" y="1198"/>
                  </a:cubicBezTo>
                  <a:cubicBezTo>
                    <a:pt x="663" y="1198"/>
                    <a:pt x="663" y="1198"/>
                    <a:pt x="663" y="1198"/>
                  </a:cubicBezTo>
                  <a:cubicBezTo>
                    <a:pt x="690" y="1198"/>
                    <a:pt x="714" y="1179"/>
                    <a:pt x="719" y="1152"/>
                  </a:cubicBezTo>
                  <a:cubicBezTo>
                    <a:pt x="734" y="1086"/>
                    <a:pt x="760" y="1023"/>
                    <a:pt x="796" y="966"/>
                  </a:cubicBezTo>
                  <a:cubicBezTo>
                    <a:pt x="811" y="944"/>
                    <a:pt x="808" y="913"/>
                    <a:pt x="789" y="894"/>
                  </a:cubicBezTo>
                  <a:cubicBezTo>
                    <a:pt x="714" y="819"/>
                    <a:pt x="714" y="819"/>
                    <a:pt x="714" y="819"/>
                  </a:cubicBezTo>
                  <a:cubicBezTo>
                    <a:pt x="819" y="714"/>
                    <a:pt x="819" y="714"/>
                    <a:pt x="819" y="714"/>
                  </a:cubicBezTo>
                  <a:cubicBezTo>
                    <a:pt x="894" y="789"/>
                    <a:pt x="894" y="789"/>
                    <a:pt x="894" y="789"/>
                  </a:cubicBezTo>
                  <a:cubicBezTo>
                    <a:pt x="913" y="808"/>
                    <a:pt x="944" y="811"/>
                    <a:pt x="966" y="796"/>
                  </a:cubicBezTo>
                  <a:cubicBezTo>
                    <a:pt x="1023" y="760"/>
                    <a:pt x="1086" y="734"/>
                    <a:pt x="1152" y="719"/>
                  </a:cubicBezTo>
                  <a:cubicBezTo>
                    <a:pt x="1179" y="714"/>
                    <a:pt x="1198" y="690"/>
                    <a:pt x="1198" y="663"/>
                  </a:cubicBezTo>
                  <a:cubicBezTo>
                    <a:pt x="1198" y="557"/>
                    <a:pt x="1198" y="557"/>
                    <a:pt x="1198" y="557"/>
                  </a:cubicBezTo>
                  <a:cubicBezTo>
                    <a:pt x="1347" y="557"/>
                    <a:pt x="1347" y="557"/>
                    <a:pt x="1347" y="557"/>
                  </a:cubicBezTo>
                  <a:cubicBezTo>
                    <a:pt x="1347" y="663"/>
                    <a:pt x="1347" y="663"/>
                    <a:pt x="1347" y="663"/>
                  </a:cubicBezTo>
                  <a:cubicBezTo>
                    <a:pt x="1347" y="690"/>
                    <a:pt x="1366" y="714"/>
                    <a:pt x="1393" y="719"/>
                  </a:cubicBezTo>
                  <a:cubicBezTo>
                    <a:pt x="1459" y="734"/>
                    <a:pt x="1522" y="760"/>
                    <a:pt x="1579" y="796"/>
                  </a:cubicBezTo>
                  <a:cubicBezTo>
                    <a:pt x="1601" y="811"/>
                    <a:pt x="1632" y="808"/>
                    <a:pt x="1651" y="789"/>
                  </a:cubicBezTo>
                  <a:cubicBezTo>
                    <a:pt x="1726" y="714"/>
                    <a:pt x="1726" y="714"/>
                    <a:pt x="1726" y="714"/>
                  </a:cubicBezTo>
                  <a:cubicBezTo>
                    <a:pt x="1831" y="819"/>
                    <a:pt x="1831" y="819"/>
                    <a:pt x="1831" y="819"/>
                  </a:cubicBezTo>
                  <a:cubicBezTo>
                    <a:pt x="1756" y="894"/>
                    <a:pt x="1756" y="894"/>
                    <a:pt x="1756" y="894"/>
                  </a:cubicBezTo>
                  <a:cubicBezTo>
                    <a:pt x="1737" y="913"/>
                    <a:pt x="1734" y="944"/>
                    <a:pt x="1749" y="966"/>
                  </a:cubicBezTo>
                  <a:cubicBezTo>
                    <a:pt x="1785" y="1023"/>
                    <a:pt x="1811" y="1086"/>
                    <a:pt x="1826" y="1152"/>
                  </a:cubicBezTo>
                  <a:cubicBezTo>
                    <a:pt x="1831" y="1179"/>
                    <a:pt x="1855" y="1198"/>
                    <a:pt x="1882" y="1198"/>
                  </a:cubicBezTo>
                  <a:cubicBezTo>
                    <a:pt x="1988" y="1198"/>
                    <a:pt x="1988" y="1198"/>
                    <a:pt x="1988" y="1198"/>
                  </a:cubicBezTo>
                  <a:cubicBezTo>
                    <a:pt x="1988" y="1347"/>
                    <a:pt x="1988" y="1347"/>
                    <a:pt x="1988" y="13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65CDAA9-9B93-13C7-6070-8A85BF2DFD35}"/>
              </a:ext>
            </a:extLst>
          </p:cNvPr>
          <p:cNvGrpSpPr>
            <a:grpSpLocks noChangeAspect="1"/>
          </p:cNvGrpSpPr>
          <p:nvPr/>
        </p:nvGrpSpPr>
        <p:grpSpPr>
          <a:xfrm>
            <a:off x="2616541" y="4781193"/>
            <a:ext cx="540000" cy="540000"/>
            <a:chOff x="2616541" y="5127595"/>
            <a:chExt cx="468000" cy="4680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B02E321D-6B9B-FC57-C866-BF37B0ABFA5F}"/>
                </a:ext>
              </a:extLst>
            </p:cNvPr>
            <p:cNvGrpSpPr/>
            <p:nvPr/>
          </p:nvGrpSpPr>
          <p:grpSpPr>
            <a:xfrm>
              <a:off x="2616541" y="5127595"/>
              <a:ext cx="468000" cy="468000"/>
              <a:chOff x="2593681" y="4087860"/>
              <a:chExt cx="468000" cy="468000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FF3ADE3D-7422-E7FD-34FE-8FB2AC4B4B61}"/>
                  </a:ext>
                </a:extLst>
              </p:cNvPr>
              <p:cNvSpPr/>
              <p:nvPr/>
            </p:nvSpPr>
            <p:spPr bwMode="auto">
              <a:xfrm flipH="1">
                <a:off x="2593681" y="4087860"/>
                <a:ext cx="468000" cy="468000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50000"/>
                    </a:srgbClr>
                  </a:gs>
                  <a:gs pos="100000">
                    <a:srgbClr val="7E68A4">
                      <a:alpha val="30000"/>
                    </a:srgbClr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/>
                <a:endParaRPr lang="en-US" sz="160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64C3D0D1-F5A8-A3AE-5767-247E05B7EFBC}"/>
                  </a:ext>
                </a:extLst>
              </p:cNvPr>
              <p:cNvSpPr/>
              <p:nvPr/>
            </p:nvSpPr>
            <p:spPr bwMode="auto">
              <a:xfrm flipH="1">
                <a:off x="2632681" y="4126860"/>
                <a:ext cx="390000" cy="39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60000"/>
                    </a:srgbClr>
                  </a:gs>
                  <a:gs pos="75000">
                    <a:srgbClr val="7E68A4"/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/>
                <a:endParaRPr lang="en-US" sz="1600" b="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sp>
          <p:nvSpPr>
            <p:cNvPr id="104" name="Freeform 49">
              <a:extLst>
                <a:ext uri="{FF2B5EF4-FFF2-40B4-BE49-F238E27FC236}">
                  <a16:creationId xmlns:a16="http://schemas.microsoft.com/office/drawing/2014/main" id="{D9CD9185-4CAA-DB89-AFAD-36929881E9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0772" y="5241826"/>
              <a:ext cx="239539" cy="239539"/>
            </a:xfrm>
            <a:custGeom>
              <a:avLst/>
              <a:gdLst>
                <a:gd name="T0" fmla="*/ 2048 w 2048"/>
                <a:gd name="T1" fmla="*/ 296 h 2048"/>
                <a:gd name="T2" fmla="*/ 1456 w 2048"/>
                <a:gd name="T3" fmla="*/ 296 h 2048"/>
                <a:gd name="T4" fmla="*/ 1226 w 2048"/>
                <a:gd name="T5" fmla="*/ 766 h 2048"/>
                <a:gd name="T6" fmla="*/ 867 w 2048"/>
                <a:gd name="T7" fmla="*/ 736 h 2048"/>
                <a:gd name="T8" fmla="*/ 733 w 2048"/>
                <a:gd name="T9" fmla="*/ 384 h 2048"/>
                <a:gd name="T10" fmla="*/ 397 w 2048"/>
                <a:gd name="T11" fmla="*/ 384 h 2048"/>
                <a:gd name="T12" fmla="*/ 628 w 2048"/>
                <a:gd name="T13" fmla="*/ 540 h 2048"/>
                <a:gd name="T14" fmla="*/ 696 w 2048"/>
                <a:gd name="T15" fmla="*/ 1024 h 2048"/>
                <a:gd name="T16" fmla="*/ 1226 w 2048"/>
                <a:gd name="T17" fmla="*/ 1282 h 2048"/>
                <a:gd name="T18" fmla="*/ 1404 w 2048"/>
                <a:gd name="T19" fmla="*/ 1636 h 2048"/>
                <a:gd name="T20" fmla="*/ 1868 w 2048"/>
                <a:gd name="T21" fmla="*/ 1636 h 2048"/>
                <a:gd name="T22" fmla="*/ 1503 w 2048"/>
                <a:gd name="T23" fmla="*/ 1446 h 2048"/>
                <a:gd name="T24" fmla="*/ 1352 w 2048"/>
                <a:gd name="T25" fmla="*/ 1024 h 2048"/>
                <a:gd name="T26" fmla="*/ 1573 w 2048"/>
                <a:gd name="T27" fmla="*/ 532 h 2048"/>
                <a:gd name="T28" fmla="*/ 477 w 2048"/>
                <a:gd name="T29" fmla="*/ 384 h 2048"/>
                <a:gd name="T30" fmla="*/ 653 w 2048"/>
                <a:gd name="T31" fmla="*/ 384 h 2048"/>
                <a:gd name="T32" fmla="*/ 477 w 2048"/>
                <a:gd name="T33" fmla="*/ 384 h 2048"/>
                <a:gd name="T34" fmla="*/ 1968 w 2048"/>
                <a:gd name="T35" fmla="*/ 296 h 2048"/>
                <a:gd name="T36" fmla="*/ 1603 w 2048"/>
                <a:gd name="T37" fmla="*/ 452 h 2048"/>
                <a:gd name="T38" fmla="*/ 1596 w 2048"/>
                <a:gd name="T39" fmla="*/ 445 h 2048"/>
                <a:gd name="T40" fmla="*/ 1752 w 2048"/>
                <a:gd name="T41" fmla="*/ 80 h 2048"/>
                <a:gd name="T42" fmla="*/ 1024 w 2048"/>
                <a:gd name="T43" fmla="*/ 776 h 2048"/>
                <a:gd name="T44" fmla="*/ 1024 w 2048"/>
                <a:gd name="T45" fmla="*/ 1272 h 2048"/>
                <a:gd name="T46" fmla="*/ 1788 w 2048"/>
                <a:gd name="T47" fmla="*/ 1636 h 2048"/>
                <a:gd name="T48" fmla="*/ 1484 w 2048"/>
                <a:gd name="T49" fmla="*/ 1636 h 2048"/>
                <a:gd name="T50" fmla="*/ 1529 w 2048"/>
                <a:gd name="T51" fmla="*/ 1529 h 2048"/>
                <a:gd name="T52" fmla="*/ 1636 w 2048"/>
                <a:gd name="T53" fmla="*/ 1484 h 2048"/>
                <a:gd name="T54" fmla="*/ 1024 w 2048"/>
                <a:gd name="T55" fmla="*/ 888 h 2048"/>
                <a:gd name="T56" fmla="*/ 1024 w 2048"/>
                <a:gd name="T57" fmla="*/ 1160 h 2048"/>
                <a:gd name="T58" fmla="*/ 1024 w 2048"/>
                <a:gd name="T59" fmla="*/ 888 h 2048"/>
                <a:gd name="T60" fmla="*/ 968 w 2048"/>
                <a:gd name="T61" fmla="*/ 1024 h 2048"/>
                <a:gd name="T62" fmla="*/ 1080 w 2048"/>
                <a:gd name="T63" fmla="*/ 1024 h 2048"/>
                <a:gd name="T64" fmla="*/ 538 w 2048"/>
                <a:gd name="T65" fmla="*/ 1454 h 2048"/>
                <a:gd name="T66" fmla="*/ 280 w 2048"/>
                <a:gd name="T67" fmla="*/ 1488 h 2048"/>
                <a:gd name="T68" fmla="*/ 280 w 2048"/>
                <a:gd name="T69" fmla="*/ 2048 h 2048"/>
                <a:gd name="T70" fmla="*/ 504 w 2048"/>
                <a:gd name="T71" fmla="*/ 1600 h 2048"/>
                <a:gd name="T72" fmla="*/ 594 w 2048"/>
                <a:gd name="T73" fmla="*/ 1454 h 2048"/>
                <a:gd name="T74" fmla="*/ 280 w 2048"/>
                <a:gd name="T75" fmla="*/ 1968 h 2048"/>
                <a:gd name="T76" fmla="*/ 280 w 2048"/>
                <a:gd name="T77" fmla="*/ 1568 h 2048"/>
                <a:gd name="T78" fmla="*/ 280 w 2048"/>
                <a:gd name="T79" fmla="*/ 1968 h 2048"/>
                <a:gd name="T80" fmla="*/ 665 w 2048"/>
                <a:gd name="T81" fmla="*/ 1383 h 2048"/>
                <a:gd name="T82" fmla="*/ 693 w 2048"/>
                <a:gd name="T83" fmla="*/ 1395 h 2048"/>
                <a:gd name="T84" fmla="*/ 721 w 2048"/>
                <a:gd name="T85" fmla="*/ 1327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48" h="2048">
                  <a:moveTo>
                    <a:pt x="1752" y="592"/>
                  </a:moveTo>
                  <a:cubicBezTo>
                    <a:pt x="1915" y="592"/>
                    <a:pt x="2048" y="459"/>
                    <a:pt x="2048" y="296"/>
                  </a:cubicBezTo>
                  <a:cubicBezTo>
                    <a:pt x="2048" y="133"/>
                    <a:pt x="1915" y="0"/>
                    <a:pt x="1752" y="0"/>
                  </a:cubicBezTo>
                  <a:cubicBezTo>
                    <a:pt x="1589" y="0"/>
                    <a:pt x="1456" y="133"/>
                    <a:pt x="1456" y="296"/>
                  </a:cubicBezTo>
                  <a:cubicBezTo>
                    <a:pt x="1456" y="363"/>
                    <a:pt x="1479" y="425"/>
                    <a:pt x="1516" y="475"/>
                  </a:cubicBezTo>
                  <a:cubicBezTo>
                    <a:pt x="1226" y="766"/>
                    <a:pt x="1226" y="766"/>
                    <a:pt x="1226" y="766"/>
                  </a:cubicBezTo>
                  <a:cubicBezTo>
                    <a:pt x="1170" y="722"/>
                    <a:pt x="1100" y="696"/>
                    <a:pt x="1024" y="696"/>
                  </a:cubicBezTo>
                  <a:cubicBezTo>
                    <a:pt x="967" y="696"/>
                    <a:pt x="914" y="711"/>
                    <a:pt x="867" y="736"/>
                  </a:cubicBezTo>
                  <a:cubicBezTo>
                    <a:pt x="693" y="493"/>
                    <a:pt x="693" y="493"/>
                    <a:pt x="693" y="493"/>
                  </a:cubicBezTo>
                  <a:cubicBezTo>
                    <a:pt x="718" y="464"/>
                    <a:pt x="733" y="426"/>
                    <a:pt x="733" y="384"/>
                  </a:cubicBezTo>
                  <a:cubicBezTo>
                    <a:pt x="733" y="291"/>
                    <a:pt x="658" y="216"/>
                    <a:pt x="565" y="216"/>
                  </a:cubicBezTo>
                  <a:cubicBezTo>
                    <a:pt x="472" y="216"/>
                    <a:pt x="397" y="291"/>
                    <a:pt x="397" y="384"/>
                  </a:cubicBezTo>
                  <a:cubicBezTo>
                    <a:pt x="397" y="477"/>
                    <a:pt x="472" y="552"/>
                    <a:pt x="565" y="552"/>
                  </a:cubicBezTo>
                  <a:cubicBezTo>
                    <a:pt x="587" y="552"/>
                    <a:pt x="608" y="548"/>
                    <a:pt x="628" y="540"/>
                  </a:cubicBezTo>
                  <a:cubicBezTo>
                    <a:pt x="802" y="783"/>
                    <a:pt x="802" y="783"/>
                    <a:pt x="802" y="783"/>
                  </a:cubicBezTo>
                  <a:cubicBezTo>
                    <a:pt x="737" y="843"/>
                    <a:pt x="696" y="929"/>
                    <a:pt x="696" y="1024"/>
                  </a:cubicBezTo>
                  <a:cubicBezTo>
                    <a:pt x="696" y="1205"/>
                    <a:pt x="843" y="1352"/>
                    <a:pt x="1024" y="1352"/>
                  </a:cubicBezTo>
                  <a:cubicBezTo>
                    <a:pt x="1100" y="1352"/>
                    <a:pt x="1170" y="1326"/>
                    <a:pt x="1226" y="1282"/>
                  </a:cubicBezTo>
                  <a:cubicBezTo>
                    <a:pt x="1446" y="1503"/>
                    <a:pt x="1446" y="1503"/>
                    <a:pt x="1446" y="1503"/>
                  </a:cubicBezTo>
                  <a:cubicBezTo>
                    <a:pt x="1420" y="1541"/>
                    <a:pt x="1404" y="1586"/>
                    <a:pt x="1404" y="1636"/>
                  </a:cubicBezTo>
                  <a:cubicBezTo>
                    <a:pt x="1404" y="1764"/>
                    <a:pt x="1508" y="1868"/>
                    <a:pt x="1636" y="1868"/>
                  </a:cubicBezTo>
                  <a:cubicBezTo>
                    <a:pt x="1764" y="1868"/>
                    <a:pt x="1868" y="1764"/>
                    <a:pt x="1868" y="1636"/>
                  </a:cubicBezTo>
                  <a:cubicBezTo>
                    <a:pt x="1868" y="1508"/>
                    <a:pt x="1764" y="1404"/>
                    <a:pt x="1636" y="1404"/>
                  </a:cubicBezTo>
                  <a:cubicBezTo>
                    <a:pt x="1586" y="1404"/>
                    <a:pt x="1541" y="1420"/>
                    <a:pt x="1503" y="1446"/>
                  </a:cubicBezTo>
                  <a:cubicBezTo>
                    <a:pt x="1282" y="1226"/>
                    <a:pt x="1282" y="1226"/>
                    <a:pt x="1282" y="1226"/>
                  </a:cubicBezTo>
                  <a:cubicBezTo>
                    <a:pt x="1326" y="1170"/>
                    <a:pt x="1352" y="1100"/>
                    <a:pt x="1352" y="1024"/>
                  </a:cubicBezTo>
                  <a:cubicBezTo>
                    <a:pt x="1352" y="948"/>
                    <a:pt x="1326" y="878"/>
                    <a:pt x="1282" y="822"/>
                  </a:cubicBezTo>
                  <a:cubicBezTo>
                    <a:pt x="1573" y="532"/>
                    <a:pt x="1573" y="532"/>
                    <a:pt x="1573" y="532"/>
                  </a:cubicBezTo>
                  <a:cubicBezTo>
                    <a:pt x="1623" y="569"/>
                    <a:pt x="1685" y="592"/>
                    <a:pt x="1752" y="592"/>
                  </a:cubicBezTo>
                  <a:close/>
                  <a:moveTo>
                    <a:pt x="477" y="384"/>
                  </a:moveTo>
                  <a:cubicBezTo>
                    <a:pt x="477" y="335"/>
                    <a:pt x="516" y="296"/>
                    <a:pt x="565" y="296"/>
                  </a:cubicBezTo>
                  <a:cubicBezTo>
                    <a:pt x="614" y="296"/>
                    <a:pt x="653" y="335"/>
                    <a:pt x="653" y="384"/>
                  </a:cubicBezTo>
                  <a:cubicBezTo>
                    <a:pt x="653" y="432"/>
                    <a:pt x="614" y="472"/>
                    <a:pt x="565" y="472"/>
                  </a:cubicBezTo>
                  <a:cubicBezTo>
                    <a:pt x="516" y="472"/>
                    <a:pt x="477" y="432"/>
                    <a:pt x="477" y="384"/>
                  </a:cubicBezTo>
                  <a:close/>
                  <a:moveTo>
                    <a:pt x="1752" y="80"/>
                  </a:moveTo>
                  <a:cubicBezTo>
                    <a:pt x="1871" y="80"/>
                    <a:pt x="1968" y="177"/>
                    <a:pt x="1968" y="296"/>
                  </a:cubicBezTo>
                  <a:cubicBezTo>
                    <a:pt x="1968" y="415"/>
                    <a:pt x="1871" y="512"/>
                    <a:pt x="1752" y="512"/>
                  </a:cubicBezTo>
                  <a:cubicBezTo>
                    <a:pt x="1694" y="512"/>
                    <a:pt x="1642" y="489"/>
                    <a:pt x="1603" y="452"/>
                  </a:cubicBezTo>
                  <a:cubicBezTo>
                    <a:pt x="1602" y="451"/>
                    <a:pt x="1601" y="450"/>
                    <a:pt x="1600" y="448"/>
                  </a:cubicBezTo>
                  <a:cubicBezTo>
                    <a:pt x="1598" y="447"/>
                    <a:pt x="1597" y="446"/>
                    <a:pt x="1596" y="445"/>
                  </a:cubicBezTo>
                  <a:cubicBezTo>
                    <a:pt x="1559" y="406"/>
                    <a:pt x="1536" y="354"/>
                    <a:pt x="1536" y="296"/>
                  </a:cubicBezTo>
                  <a:cubicBezTo>
                    <a:pt x="1536" y="177"/>
                    <a:pt x="1633" y="80"/>
                    <a:pt x="1752" y="80"/>
                  </a:cubicBezTo>
                  <a:close/>
                  <a:moveTo>
                    <a:pt x="776" y="1024"/>
                  </a:moveTo>
                  <a:cubicBezTo>
                    <a:pt x="776" y="887"/>
                    <a:pt x="887" y="776"/>
                    <a:pt x="1024" y="776"/>
                  </a:cubicBezTo>
                  <a:cubicBezTo>
                    <a:pt x="1161" y="776"/>
                    <a:pt x="1272" y="887"/>
                    <a:pt x="1272" y="1024"/>
                  </a:cubicBezTo>
                  <a:cubicBezTo>
                    <a:pt x="1272" y="1161"/>
                    <a:pt x="1161" y="1272"/>
                    <a:pt x="1024" y="1272"/>
                  </a:cubicBezTo>
                  <a:cubicBezTo>
                    <a:pt x="887" y="1272"/>
                    <a:pt x="776" y="1161"/>
                    <a:pt x="776" y="1024"/>
                  </a:cubicBezTo>
                  <a:close/>
                  <a:moveTo>
                    <a:pt x="1788" y="1636"/>
                  </a:moveTo>
                  <a:cubicBezTo>
                    <a:pt x="1788" y="1720"/>
                    <a:pt x="1720" y="1788"/>
                    <a:pt x="1636" y="1788"/>
                  </a:cubicBezTo>
                  <a:cubicBezTo>
                    <a:pt x="1552" y="1788"/>
                    <a:pt x="1484" y="1720"/>
                    <a:pt x="1484" y="1636"/>
                  </a:cubicBezTo>
                  <a:cubicBezTo>
                    <a:pt x="1484" y="1597"/>
                    <a:pt x="1499" y="1561"/>
                    <a:pt x="1524" y="1534"/>
                  </a:cubicBezTo>
                  <a:cubicBezTo>
                    <a:pt x="1526" y="1532"/>
                    <a:pt x="1527" y="1531"/>
                    <a:pt x="1529" y="1529"/>
                  </a:cubicBezTo>
                  <a:cubicBezTo>
                    <a:pt x="1531" y="1527"/>
                    <a:pt x="1532" y="1526"/>
                    <a:pt x="1534" y="1524"/>
                  </a:cubicBezTo>
                  <a:cubicBezTo>
                    <a:pt x="1561" y="1499"/>
                    <a:pt x="1597" y="1484"/>
                    <a:pt x="1636" y="1484"/>
                  </a:cubicBezTo>
                  <a:cubicBezTo>
                    <a:pt x="1720" y="1484"/>
                    <a:pt x="1788" y="1552"/>
                    <a:pt x="1788" y="1636"/>
                  </a:cubicBezTo>
                  <a:close/>
                  <a:moveTo>
                    <a:pt x="1024" y="888"/>
                  </a:moveTo>
                  <a:cubicBezTo>
                    <a:pt x="949" y="888"/>
                    <a:pt x="888" y="949"/>
                    <a:pt x="888" y="1024"/>
                  </a:cubicBezTo>
                  <a:cubicBezTo>
                    <a:pt x="888" y="1099"/>
                    <a:pt x="949" y="1160"/>
                    <a:pt x="1024" y="1160"/>
                  </a:cubicBezTo>
                  <a:cubicBezTo>
                    <a:pt x="1099" y="1160"/>
                    <a:pt x="1160" y="1099"/>
                    <a:pt x="1160" y="1024"/>
                  </a:cubicBezTo>
                  <a:cubicBezTo>
                    <a:pt x="1160" y="949"/>
                    <a:pt x="1099" y="888"/>
                    <a:pt x="1024" y="888"/>
                  </a:cubicBezTo>
                  <a:close/>
                  <a:moveTo>
                    <a:pt x="1024" y="1080"/>
                  </a:moveTo>
                  <a:cubicBezTo>
                    <a:pt x="993" y="1080"/>
                    <a:pt x="968" y="1055"/>
                    <a:pt x="968" y="1024"/>
                  </a:cubicBezTo>
                  <a:cubicBezTo>
                    <a:pt x="968" y="993"/>
                    <a:pt x="993" y="968"/>
                    <a:pt x="1024" y="968"/>
                  </a:cubicBezTo>
                  <a:cubicBezTo>
                    <a:pt x="1055" y="968"/>
                    <a:pt x="1080" y="993"/>
                    <a:pt x="1080" y="1024"/>
                  </a:cubicBezTo>
                  <a:cubicBezTo>
                    <a:pt x="1080" y="1055"/>
                    <a:pt x="1055" y="1080"/>
                    <a:pt x="1024" y="1080"/>
                  </a:cubicBezTo>
                  <a:close/>
                  <a:moveTo>
                    <a:pt x="538" y="1454"/>
                  </a:moveTo>
                  <a:cubicBezTo>
                    <a:pt x="448" y="1544"/>
                    <a:pt x="448" y="1544"/>
                    <a:pt x="448" y="1544"/>
                  </a:cubicBezTo>
                  <a:cubicBezTo>
                    <a:pt x="401" y="1509"/>
                    <a:pt x="343" y="1488"/>
                    <a:pt x="280" y="1488"/>
                  </a:cubicBezTo>
                  <a:cubicBezTo>
                    <a:pt x="126" y="1488"/>
                    <a:pt x="0" y="1614"/>
                    <a:pt x="0" y="1768"/>
                  </a:cubicBezTo>
                  <a:cubicBezTo>
                    <a:pt x="0" y="1922"/>
                    <a:pt x="126" y="2048"/>
                    <a:pt x="280" y="2048"/>
                  </a:cubicBezTo>
                  <a:cubicBezTo>
                    <a:pt x="434" y="2048"/>
                    <a:pt x="560" y="1922"/>
                    <a:pt x="560" y="1768"/>
                  </a:cubicBezTo>
                  <a:cubicBezTo>
                    <a:pt x="560" y="1705"/>
                    <a:pt x="539" y="1647"/>
                    <a:pt x="504" y="1600"/>
                  </a:cubicBezTo>
                  <a:cubicBezTo>
                    <a:pt x="594" y="1510"/>
                    <a:pt x="594" y="1510"/>
                    <a:pt x="594" y="1510"/>
                  </a:cubicBezTo>
                  <a:cubicBezTo>
                    <a:pt x="610" y="1495"/>
                    <a:pt x="610" y="1470"/>
                    <a:pt x="594" y="1454"/>
                  </a:cubicBezTo>
                  <a:cubicBezTo>
                    <a:pt x="578" y="1438"/>
                    <a:pt x="553" y="1438"/>
                    <a:pt x="538" y="1454"/>
                  </a:cubicBezTo>
                  <a:close/>
                  <a:moveTo>
                    <a:pt x="280" y="1968"/>
                  </a:moveTo>
                  <a:cubicBezTo>
                    <a:pt x="170" y="1968"/>
                    <a:pt x="80" y="1878"/>
                    <a:pt x="80" y="1768"/>
                  </a:cubicBezTo>
                  <a:cubicBezTo>
                    <a:pt x="80" y="1658"/>
                    <a:pt x="170" y="1568"/>
                    <a:pt x="280" y="1568"/>
                  </a:cubicBezTo>
                  <a:cubicBezTo>
                    <a:pt x="390" y="1568"/>
                    <a:pt x="480" y="1658"/>
                    <a:pt x="480" y="1768"/>
                  </a:cubicBezTo>
                  <a:cubicBezTo>
                    <a:pt x="480" y="1878"/>
                    <a:pt x="390" y="1968"/>
                    <a:pt x="280" y="1968"/>
                  </a:cubicBezTo>
                  <a:close/>
                  <a:moveTo>
                    <a:pt x="665" y="1327"/>
                  </a:moveTo>
                  <a:cubicBezTo>
                    <a:pt x="649" y="1342"/>
                    <a:pt x="649" y="1368"/>
                    <a:pt x="665" y="1383"/>
                  </a:cubicBezTo>
                  <a:cubicBezTo>
                    <a:pt x="665" y="1383"/>
                    <a:pt x="665" y="1383"/>
                    <a:pt x="665" y="1383"/>
                  </a:cubicBezTo>
                  <a:cubicBezTo>
                    <a:pt x="673" y="1391"/>
                    <a:pt x="683" y="1395"/>
                    <a:pt x="693" y="1395"/>
                  </a:cubicBezTo>
                  <a:cubicBezTo>
                    <a:pt x="703" y="1395"/>
                    <a:pt x="714" y="1391"/>
                    <a:pt x="721" y="1383"/>
                  </a:cubicBezTo>
                  <a:cubicBezTo>
                    <a:pt x="737" y="1368"/>
                    <a:pt x="737" y="1342"/>
                    <a:pt x="721" y="1327"/>
                  </a:cubicBezTo>
                  <a:cubicBezTo>
                    <a:pt x="706" y="1311"/>
                    <a:pt x="680" y="1311"/>
                    <a:pt x="665" y="1327"/>
                  </a:cubicBezTo>
                  <a:close/>
                </a:path>
              </a:pathLst>
            </a:custGeom>
            <a:solidFill>
              <a:srgbClr val="310E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6DD6A1D-C62E-F2F8-090B-1F37C8639480}"/>
              </a:ext>
            </a:extLst>
          </p:cNvPr>
          <p:cNvGrpSpPr>
            <a:grpSpLocks noChangeAspect="1"/>
          </p:cNvGrpSpPr>
          <p:nvPr/>
        </p:nvGrpSpPr>
        <p:grpSpPr>
          <a:xfrm>
            <a:off x="2616541" y="5694145"/>
            <a:ext cx="540000" cy="540000"/>
            <a:chOff x="2616541" y="5813681"/>
            <a:chExt cx="468000" cy="468000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EC2DF00-5E3D-EE21-F29B-F5183C507F7E}"/>
                </a:ext>
              </a:extLst>
            </p:cNvPr>
            <p:cNvGrpSpPr/>
            <p:nvPr/>
          </p:nvGrpSpPr>
          <p:grpSpPr>
            <a:xfrm>
              <a:off x="2616541" y="5813681"/>
              <a:ext cx="468000" cy="468000"/>
              <a:chOff x="2593681" y="4087860"/>
              <a:chExt cx="468000" cy="468000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B3B36BBC-A727-EBAD-5E8A-4FCD3182E944}"/>
                  </a:ext>
                </a:extLst>
              </p:cNvPr>
              <p:cNvSpPr/>
              <p:nvPr/>
            </p:nvSpPr>
            <p:spPr bwMode="auto">
              <a:xfrm flipH="1">
                <a:off x="2593681" y="4087860"/>
                <a:ext cx="468000" cy="468000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50000"/>
                    </a:srgbClr>
                  </a:gs>
                  <a:gs pos="100000">
                    <a:srgbClr val="7E68A4">
                      <a:alpha val="30000"/>
                    </a:srgbClr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/>
                <a:endParaRPr lang="en-US" sz="160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22E0CF08-EEB0-31AD-2184-E9BF8DE7E37A}"/>
                  </a:ext>
                </a:extLst>
              </p:cNvPr>
              <p:cNvSpPr/>
              <p:nvPr/>
            </p:nvSpPr>
            <p:spPr bwMode="auto">
              <a:xfrm flipH="1">
                <a:off x="2632681" y="4126860"/>
                <a:ext cx="390000" cy="39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7E68A4">
                      <a:alpha val="60000"/>
                    </a:srgbClr>
                  </a:gs>
                  <a:gs pos="75000">
                    <a:srgbClr val="7E68A4"/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/>
                <a:endParaRPr lang="en-US" sz="1600" b="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sp>
          <p:nvSpPr>
            <p:cNvPr id="109" name="Freeform 5">
              <a:extLst>
                <a:ext uri="{FF2B5EF4-FFF2-40B4-BE49-F238E27FC236}">
                  <a16:creationId xmlns:a16="http://schemas.microsoft.com/office/drawing/2014/main" id="{5FF86246-A96D-5110-5550-8252068EA9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3197" y="5920888"/>
              <a:ext cx="254689" cy="253586"/>
            </a:xfrm>
            <a:custGeom>
              <a:avLst/>
              <a:gdLst>
                <a:gd name="T0" fmla="*/ 1427 w 1458"/>
                <a:gd name="T1" fmla="*/ 821 h 1451"/>
                <a:gd name="T2" fmla="*/ 1456 w 1458"/>
                <a:gd name="T3" fmla="*/ 949 h 1451"/>
                <a:gd name="T4" fmla="*/ 1456 w 1458"/>
                <a:gd name="T5" fmla="*/ 1097 h 1451"/>
                <a:gd name="T6" fmla="*/ 1204 w 1458"/>
                <a:gd name="T7" fmla="*/ 1285 h 1451"/>
                <a:gd name="T8" fmla="*/ 1084 w 1458"/>
                <a:gd name="T9" fmla="*/ 1425 h 1451"/>
                <a:gd name="T10" fmla="*/ 976 w 1458"/>
                <a:gd name="T11" fmla="*/ 1427 h 1451"/>
                <a:gd name="T12" fmla="*/ 827 w 1458"/>
                <a:gd name="T13" fmla="*/ 1338 h 1451"/>
                <a:gd name="T14" fmla="*/ 678 w 1458"/>
                <a:gd name="T15" fmla="*/ 1286 h 1451"/>
                <a:gd name="T16" fmla="*/ 528 w 1458"/>
                <a:gd name="T17" fmla="*/ 1286 h 1451"/>
                <a:gd name="T18" fmla="*/ 487 w 1458"/>
                <a:gd name="T19" fmla="*/ 1286 h 1451"/>
                <a:gd name="T20" fmla="*/ 338 w 1458"/>
                <a:gd name="T21" fmla="*/ 1417 h 1451"/>
                <a:gd name="T22" fmla="*/ 172 w 1458"/>
                <a:gd name="T23" fmla="*/ 1119 h 1451"/>
                <a:gd name="T24" fmla="*/ 171 w 1458"/>
                <a:gd name="T25" fmla="*/ 1078 h 1451"/>
                <a:gd name="T26" fmla="*/ 29 w 1458"/>
                <a:gd name="T27" fmla="*/ 929 h 1451"/>
                <a:gd name="T28" fmla="*/ 7 w 1458"/>
                <a:gd name="T29" fmla="*/ 801 h 1451"/>
                <a:gd name="T30" fmla="*/ 32 w 1458"/>
                <a:gd name="T31" fmla="*/ 672 h 1451"/>
                <a:gd name="T32" fmla="*/ 32 w 1458"/>
                <a:gd name="T33" fmla="*/ 522 h 1451"/>
                <a:gd name="T34" fmla="*/ 141 w 1458"/>
                <a:gd name="T35" fmla="*/ 373 h 1451"/>
                <a:gd name="T36" fmla="*/ 172 w 1458"/>
                <a:gd name="T37" fmla="*/ 332 h 1451"/>
                <a:gd name="T38" fmla="*/ 359 w 1458"/>
                <a:gd name="T39" fmla="*/ 1 h 1451"/>
                <a:gd name="T40" fmla="*/ 487 w 1458"/>
                <a:gd name="T41" fmla="*/ 28 h 1451"/>
                <a:gd name="T42" fmla="*/ 636 w 1458"/>
                <a:gd name="T43" fmla="*/ 149 h 1451"/>
                <a:gd name="T44" fmla="*/ 785 w 1458"/>
                <a:gd name="T45" fmla="*/ 165 h 1451"/>
                <a:gd name="T46" fmla="*/ 935 w 1458"/>
                <a:gd name="T47" fmla="*/ 165 h 1451"/>
                <a:gd name="T48" fmla="*/ 976 w 1458"/>
                <a:gd name="T49" fmla="*/ 165 h 1451"/>
                <a:gd name="T50" fmla="*/ 1125 w 1458"/>
                <a:gd name="T51" fmla="*/ 148 h 1451"/>
                <a:gd name="T52" fmla="*/ 1431 w 1458"/>
                <a:gd name="T53" fmla="*/ 332 h 1451"/>
                <a:gd name="T54" fmla="*/ 1338 w 1458"/>
                <a:gd name="T55" fmla="*/ 481 h 1451"/>
                <a:gd name="T56" fmla="*/ 1292 w 1458"/>
                <a:gd name="T57" fmla="*/ 630 h 1451"/>
                <a:gd name="T58" fmla="*/ 1249 w 1458"/>
                <a:gd name="T59" fmla="*/ 725 h 1451"/>
                <a:gd name="T60" fmla="*/ 266 w 1458"/>
                <a:gd name="T61" fmla="*/ 1243 h 1451"/>
                <a:gd name="T62" fmla="*/ 1097 w 1458"/>
                <a:gd name="T63" fmla="*/ 457 h 1451"/>
                <a:gd name="T64" fmla="*/ 913 w 1458"/>
                <a:gd name="T65" fmla="*/ 454 h 1451"/>
                <a:gd name="T66" fmla="*/ 339 w 1458"/>
                <a:gd name="T67" fmla="*/ 455 h 1451"/>
                <a:gd name="T68" fmla="*/ 568 w 1458"/>
                <a:gd name="T69" fmla="*/ 498 h 1451"/>
                <a:gd name="T70" fmla="*/ 567 w 1458"/>
                <a:gd name="T71" fmla="*/ 590 h 1451"/>
                <a:gd name="T72" fmla="*/ 338 w 1458"/>
                <a:gd name="T73" fmla="*/ 686 h 1451"/>
                <a:gd name="T74" fmla="*/ 297 w 1458"/>
                <a:gd name="T75" fmla="*/ 341 h 1451"/>
                <a:gd name="T76" fmla="*/ 1116 w 1458"/>
                <a:gd name="T77" fmla="*/ 1160 h 1451"/>
                <a:gd name="T78" fmla="*/ 338 w 1458"/>
                <a:gd name="T79" fmla="*/ 1022 h 1451"/>
                <a:gd name="T80" fmla="*/ 436 w 1458"/>
                <a:gd name="T81" fmla="*/ 978 h 1451"/>
                <a:gd name="T82" fmla="*/ 603 w 1458"/>
                <a:gd name="T83" fmla="*/ 1118 h 1451"/>
                <a:gd name="T84" fmla="*/ 666 w 1458"/>
                <a:gd name="T85" fmla="*/ 900 h 1451"/>
                <a:gd name="T86" fmla="*/ 707 w 1458"/>
                <a:gd name="T87" fmla="*/ 897 h 1451"/>
                <a:gd name="T88" fmla="*/ 1124 w 1458"/>
                <a:gd name="T89" fmla="*/ 933 h 1451"/>
                <a:gd name="T90" fmla="*/ 962 w 1458"/>
                <a:gd name="T91" fmla="*/ 877 h 1451"/>
                <a:gd name="T92" fmla="*/ 1017 w 1458"/>
                <a:gd name="T93" fmla="*/ 655 h 1451"/>
                <a:gd name="T94" fmla="*/ 941 w 1458"/>
                <a:gd name="T95" fmla="*/ 645 h 1451"/>
                <a:gd name="T96" fmla="*/ 681 w 1458"/>
                <a:gd name="T97" fmla="*/ 477 h 1451"/>
                <a:gd name="T98" fmla="*/ 542 w 1458"/>
                <a:gd name="T99" fmla="*/ 627 h 1451"/>
                <a:gd name="T100" fmla="*/ 723 w 1458"/>
                <a:gd name="T101" fmla="*/ 808 h 1451"/>
                <a:gd name="T102" fmla="*/ 524 w 1458"/>
                <a:gd name="T103" fmla="*/ 933 h 1451"/>
                <a:gd name="T104" fmla="*/ 934 w 1458"/>
                <a:gd name="T105" fmla="*/ 724 h 1451"/>
                <a:gd name="T106" fmla="*/ 898 w 1458"/>
                <a:gd name="T107" fmla="*/ 556 h 1451"/>
                <a:gd name="T108" fmla="*/ 337 w 1458"/>
                <a:gd name="T109" fmla="*/ 918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58" h="1451">
                  <a:moveTo>
                    <a:pt x="1292" y="672"/>
                  </a:moveTo>
                  <a:cubicBezTo>
                    <a:pt x="1292" y="708"/>
                    <a:pt x="1292" y="743"/>
                    <a:pt x="1292" y="779"/>
                  </a:cubicBezTo>
                  <a:cubicBezTo>
                    <a:pt x="1309" y="779"/>
                    <a:pt x="1326" y="779"/>
                    <a:pt x="1343" y="779"/>
                  </a:cubicBezTo>
                  <a:cubicBezTo>
                    <a:pt x="1371" y="779"/>
                    <a:pt x="1400" y="779"/>
                    <a:pt x="1428" y="779"/>
                  </a:cubicBezTo>
                  <a:cubicBezTo>
                    <a:pt x="1447" y="779"/>
                    <a:pt x="1456" y="786"/>
                    <a:pt x="1456" y="800"/>
                  </a:cubicBezTo>
                  <a:cubicBezTo>
                    <a:pt x="1456" y="814"/>
                    <a:pt x="1447" y="821"/>
                    <a:pt x="1427" y="821"/>
                  </a:cubicBezTo>
                  <a:cubicBezTo>
                    <a:pt x="1388" y="821"/>
                    <a:pt x="1348" y="821"/>
                    <a:pt x="1309" y="821"/>
                  </a:cubicBezTo>
                  <a:cubicBezTo>
                    <a:pt x="1304" y="821"/>
                    <a:pt x="1298" y="821"/>
                    <a:pt x="1292" y="821"/>
                  </a:cubicBezTo>
                  <a:cubicBezTo>
                    <a:pt x="1292" y="857"/>
                    <a:pt x="1292" y="892"/>
                    <a:pt x="1292" y="929"/>
                  </a:cubicBezTo>
                  <a:cubicBezTo>
                    <a:pt x="1297" y="929"/>
                    <a:pt x="1302" y="929"/>
                    <a:pt x="1308" y="929"/>
                  </a:cubicBezTo>
                  <a:cubicBezTo>
                    <a:pt x="1349" y="929"/>
                    <a:pt x="1389" y="929"/>
                    <a:pt x="1430" y="929"/>
                  </a:cubicBezTo>
                  <a:cubicBezTo>
                    <a:pt x="1447" y="929"/>
                    <a:pt x="1456" y="936"/>
                    <a:pt x="1456" y="949"/>
                  </a:cubicBezTo>
                  <a:cubicBezTo>
                    <a:pt x="1456" y="962"/>
                    <a:pt x="1447" y="970"/>
                    <a:pt x="1431" y="970"/>
                  </a:cubicBezTo>
                  <a:cubicBezTo>
                    <a:pt x="1385" y="970"/>
                    <a:pt x="1339" y="970"/>
                    <a:pt x="1292" y="970"/>
                  </a:cubicBezTo>
                  <a:cubicBezTo>
                    <a:pt x="1292" y="1006"/>
                    <a:pt x="1292" y="1041"/>
                    <a:pt x="1292" y="1077"/>
                  </a:cubicBezTo>
                  <a:cubicBezTo>
                    <a:pt x="1297" y="1077"/>
                    <a:pt x="1302" y="1078"/>
                    <a:pt x="1308" y="1078"/>
                  </a:cubicBezTo>
                  <a:cubicBezTo>
                    <a:pt x="1349" y="1078"/>
                    <a:pt x="1390" y="1078"/>
                    <a:pt x="1432" y="1078"/>
                  </a:cubicBezTo>
                  <a:cubicBezTo>
                    <a:pt x="1445" y="1078"/>
                    <a:pt x="1454" y="1082"/>
                    <a:pt x="1456" y="1097"/>
                  </a:cubicBezTo>
                  <a:cubicBezTo>
                    <a:pt x="1458" y="1110"/>
                    <a:pt x="1448" y="1119"/>
                    <a:pt x="1431" y="1119"/>
                  </a:cubicBezTo>
                  <a:cubicBezTo>
                    <a:pt x="1391" y="1119"/>
                    <a:pt x="1350" y="1119"/>
                    <a:pt x="1310" y="1119"/>
                  </a:cubicBezTo>
                  <a:cubicBezTo>
                    <a:pt x="1304" y="1119"/>
                    <a:pt x="1299" y="1119"/>
                    <a:pt x="1291" y="1119"/>
                  </a:cubicBezTo>
                  <a:cubicBezTo>
                    <a:pt x="1291" y="1129"/>
                    <a:pt x="1291" y="1139"/>
                    <a:pt x="1291" y="1148"/>
                  </a:cubicBezTo>
                  <a:cubicBezTo>
                    <a:pt x="1291" y="1164"/>
                    <a:pt x="1291" y="1181"/>
                    <a:pt x="1291" y="1197"/>
                  </a:cubicBezTo>
                  <a:cubicBezTo>
                    <a:pt x="1291" y="1249"/>
                    <a:pt x="1256" y="1285"/>
                    <a:pt x="1204" y="1285"/>
                  </a:cubicBezTo>
                  <a:cubicBezTo>
                    <a:pt x="1178" y="1285"/>
                    <a:pt x="1153" y="1285"/>
                    <a:pt x="1126" y="1285"/>
                  </a:cubicBezTo>
                  <a:cubicBezTo>
                    <a:pt x="1126" y="1291"/>
                    <a:pt x="1125" y="1296"/>
                    <a:pt x="1125" y="1302"/>
                  </a:cubicBezTo>
                  <a:cubicBezTo>
                    <a:pt x="1125" y="1339"/>
                    <a:pt x="1125" y="1377"/>
                    <a:pt x="1125" y="1414"/>
                  </a:cubicBezTo>
                  <a:cubicBezTo>
                    <a:pt x="1125" y="1417"/>
                    <a:pt x="1125" y="1421"/>
                    <a:pt x="1125" y="1424"/>
                  </a:cubicBezTo>
                  <a:cubicBezTo>
                    <a:pt x="1125" y="1441"/>
                    <a:pt x="1118" y="1450"/>
                    <a:pt x="1105" y="1450"/>
                  </a:cubicBezTo>
                  <a:cubicBezTo>
                    <a:pt x="1091" y="1450"/>
                    <a:pt x="1084" y="1442"/>
                    <a:pt x="1084" y="1425"/>
                  </a:cubicBezTo>
                  <a:cubicBezTo>
                    <a:pt x="1084" y="1384"/>
                    <a:pt x="1084" y="1344"/>
                    <a:pt x="1084" y="1304"/>
                  </a:cubicBezTo>
                  <a:cubicBezTo>
                    <a:pt x="1084" y="1298"/>
                    <a:pt x="1084" y="1293"/>
                    <a:pt x="1084" y="1286"/>
                  </a:cubicBezTo>
                  <a:cubicBezTo>
                    <a:pt x="1048" y="1286"/>
                    <a:pt x="1013" y="1286"/>
                    <a:pt x="977" y="1286"/>
                  </a:cubicBezTo>
                  <a:cubicBezTo>
                    <a:pt x="977" y="1291"/>
                    <a:pt x="976" y="1296"/>
                    <a:pt x="976" y="1301"/>
                  </a:cubicBezTo>
                  <a:cubicBezTo>
                    <a:pt x="976" y="1340"/>
                    <a:pt x="976" y="1378"/>
                    <a:pt x="976" y="1417"/>
                  </a:cubicBezTo>
                  <a:cubicBezTo>
                    <a:pt x="976" y="1420"/>
                    <a:pt x="976" y="1424"/>
                    <a:pt x="976" y="1427"/>
                  </a:cubicBezTo>
                  <a:cubicBezTo>
                    <a:pt x="975" y="1442"/>
                    <a:pt x="967" y="1451"/>
                    <a:pt x="954" y="1450"/>
                  </a:cubicBezTo>
                  <a:cubicBezTo>
                    <a:pt x="942" y="1450"/>
                    <a:pt x="935" y="1441"/>
                    <a:pt x="935" y="1427"/>
                  </a:cubicBezTo>
                  <a:cubicBezTo>
                    <a:pt x="935" y="1389"/>
                    <a:pt x="935" y="1351"/>
                    <a:pt x="935" y="1313"/>
                  </a:cubicBezTo>
                  <a:cubicBezTo>
                    <a:pt x="935" y="1304"/>
                    <a:pt x="935" y="1296"/>
                    <a:pt x="935" y="1286"/>
                  </a:cubicBezTo>
                  <a:cubicBezTo>
                    <a:pt x="899" y="1286"/>
                    <a:pt x="864" y="1286"/>
                    <a:pt x="827" y="1286"/>
                  </a:cubicBezTo>
                  <a:cubicBezTo>
                    <a:pt x="827" y="1304"/>
                    <a:pt x="827" y="1321"/>
                    <a:pt x="827" y="1338"/>
                  </a:cubicBezTo>
                  <a:cubicBezTo>
                    <a:pt x="827" y="1366"/>
                    <a:pt x="827" y="1394"/>
                    <a:pt x="827" y="1422"/>
                  </a:cubicBezTo>
                  <a:cubicBezTo>
                    <a:pt x="827" y="1441"/>
                    <a:pt x="819" y="1451"/>
                    <a:pt x="806" y="1450"/>
                  </a:cubicBezTo>
                  <a:cubicBezTo>
                    <a:pt x="792" y="1450"/>
                    <a:pt x="785" y="1441"/>
                    <a:pt x="785" y="1423"/>
                  </a:cubicBezTo>
                  <a:cubicBezTo>
                    <a:pt x="785" y="1382"/>
                    <a:pt x="785" y="1342"/>
                    <a:pt x="785" y="1301"/>
                  </a:cubicBezTo>
                  <a:cubicBezTo>
                    <a:pt x="785" y="1297"/>
                    <a:pt x="785" y="1292"/>
                    <a:pt x="785" y="1286"/>
                  </a:cubicBezTo>
                  <a:cubicBezTo>
                    <a:pt x="749" y="1286"/>
                    <a:pt x="715" y="1286"/>
                    <a:pt x="678" y="1286"/>
                  </a:cubicBezTo>
                  <a:cubicBezTo>
                    <a:pt x="678" y="1291"/>
                    <a:pt x="678" y="1296"/>
                    <a:pt x="678" y="1301"/>
                  </a:cubicBezTo>
                  <a:cubicBezTo>
                    <a:pt x="678" y="1342"/>
                    <a:pt x="678" y="1383"/>
                    <a:pt x="678" y="1424"/>
                  </a:cubicBezTo>
                  <a:cubicBezTo>
                    <a:pt x="678" y="1441"/>
                    <a:pt x="670" y="1450"/>
                    <a:pt x="657" y="1450"/>
                  </a:cubicBezTo>
                  <a:cubicBezTo>
                    <a:pt x="644" y="1451"/>
                    <a:pt x="636" y="1441"/>
                    <a:pt x="636" y="1424"/>
                  </a:cubicBezTo>
                  <a:cubicBezTo>
                    <a:pt x="636" y="1378"/>
                    <a:pt x="636" y="1333"/>
                    <a:pt x="636" y="1286"/>
                  </a:cubicBezTo>
                  <a:cubicBezTo>
                    <a:pt x="600" y="1286"/>
                    <a:pt x="565" y="1286"/>
                    <a:pt x="528" y="1286"/>
                  </a:cubicBezTo>
                  <a:cubicBezTo>
                    <a:pt x="528" y="1292"/>
                    <a:pt x="528" y="1298"/>
                    <a:pt x="528" y="1304"/>
                  </a:cubicBezTo>
                  <a:cubicBezTo>
                    <a:pt x="528" y="1344"/>
                    <a:pt x="528" y="1384"/>
                    <a:pt x="528" y="1423"/>
                  </a:cubicBezTo>
                  <a:cubicBezTo>
                    <a:pt x="528" y="1442"/>
                    <a:pt x="521" y="1450"/>
                    <a:pt x="507" y="1450"/>
                  </a:cubicBezTo>
                  <a:cubicBezTo>
                    <a:pt x="494" y="1450"/>
                    <a:pt x="487" y="1441"/>
                    <a:pt x="487" y="1423"/>
                  </a:cubicBezTo>
                  <a:cubicBezTo>
                    <a:pt x="487" y="1383"/>
                    <a:pt x="487" y="1343"/>
                    <a:pt x="487" y="1303"/>
                  </a:cubicBezTo>
                  <a:cubicBezTo>
                    <a:pt x="487" y="1298"/>
                    <a:pt x="487" y="1292"/>
                    <a:pt x="487" y="1286"/>
                  </a:cubicBezTo>
                  <a:cubicBezTo>
                    <a:pt x="451" y="1286"/>
                    <a:pt x="416" y="1286"/>
                    <a:pt x="379" y="1286"/>
                  </a:cubicBezTo>
                  <a:cubicBezTo>
                    <a:pt x="379" y="1291"/>
                    <a:pt x="379" y="1297"/>
                    <a:pt x="379" y="1302"/>
                  </a:cubicBezTo>
                  <a:cubicBezTo>
                    <a:pt x="379" y="1344"/>
                    <a:pt x="379" y="1386"/>
                    <a:pt x="379" y="1428"/>
                  </a:cubicBezTo>
                  <a:cubicBezTo>
                    <a:pt x="379" y="1442"/>
                    <a:pt x="371" y="1451"/>
                    <a:pt x="359" y="1450"/>
                  </a:cubicBezTo>
                  <a:cubicBezTo>
                    <a:pt x="345" y="1450"/>
                    <a:pt x="339" y="1442"/>
                    <a:pt x="338" y="1429"/>
                  </a:cubicBezTo>
                  <a:cubicBezTo>
                    <a:pt x="338" y="1425"/>
                    <a:pt x="338" y="1421"/>
                    <a:pt x="338" y="1417"/>
                  </a:cubicBezTo>
                  <a:cubicBezTo>
                    <a:pt x="338" y="1379"/>
                    <a:pt x="338" y="1341"/>
                    <a:pt x="338" y="1303"/>
                  </a:cubicBezTo>
                  <a:cubicBezTo>
                    <a:pt x="338" y="1298"/>
                    <a:pt x="338" y="1292"/>
                    <a:pt x="338" y="1285"/>
                  </a:cubicBezTo>
                  <a:cubicBezTo>
                    <a:pt x="311" y="1285"/>
                    <a:pt x="285" y="1285"/>
                    <a:pt x="259" y="1285"/>
                  </a:cubicBezTo>
                  <a:cubicBezTo>
                    <a:pt x="238" y="1285"/>
                    <a:pt x="218" y="1279"/>
                    <a:pt x="201" y="1265"/>
                  </a:cubicBezTo>
                  <a:cubicBezTo>
                    <a:pt x="182" y="1248"/>
                    <a:pt x="172" y="1226"/>
                    <a:pt x="172" y="1200"/>
                  </a:cubicBezTo>
                  <a:cubicBezTo>
                    <a:pt x="172" y="1174"/>
                    <a:pt x="172" y="1148"/>
                    <a:pt x="172" y="1119"/>
                  </a:cubicBezTo>
                  <a:cubicBezTo>
                    <a:pt x="166" y="1119"/>
                    <a:pt x="160" y="1119"/>
                    <a:pt x="155" y="1119"/>
                  </a:cubicBezTo>
                  <a:cubicBezTo>
                    <a:pt x="115" y="1119"/>
                    <a:pt x="74" y="1120"/>
                    <a:pt x="34" y="1119"/>
                  </a:cubicBezTo>
                  <a:cubicBezTo>
                    <a:pt x="25" y="1118"/>
                    <a:pt x="15" y="1114"/>
                    <a:pt x="10" y="1108"/>
                  </a:cubicBezTo>
                  <a:cubicBezTo>
                    <a:pt x="0" y="1095"/>
                    <a:pt x="11" y="1078"/>
                    <a:pt x="30" y="1078"/>
                  </a:cubicBezTo>
                  <a:cubicBezTo>
                    <a:pt x="71" y="1078"/>
                    <a:pt x="112" y="1078"/>
                    <a:pt x="154" y="1078"/>
                  </a:cubicBezTo>
                  <a:cubicBezTo>
                    <a:pt x="159" y="1078"/>
                    <a:pt x="165" y="1078"/>
                    <a:pt x="171" y="1078"/>
                  </a:cubicBezTo>
                  <a:cubicBezTo>
                    <a:pt x="171" y="1042"/>
                    <a:pt x="171" y="1007"/>
                    <a:pt x="171" y="970"/>
                  </a:cubicBezTo>
                  <a:cubicBezTo>
                    <a:pt x="166" y="970"/>
                    <a:pt x="160" y="970"/>
                    <a:pt x="155" y="970"/>
                  </a:cubicBezTo>
                  <a:cubicBezTo>
                    <a:pt x="117" y="970"/>
                    <a:pt x="78" y="970"/>
                    <a:pt x="40" y="970"/>
                  </a:cubicBezTo>
                  <a:cubicBezTo>
                    <a:pt x="36" y="970"/>
                    <a:pt x="32" y="970"/>
                    <a:pt x="28" y="970"/>
                  </a:cubicBezTo>
                  <a:cubicBezTo>
                    <a:pt x="14" y="969"/>
                    <a:pt x="6" y="960"/>
                    <a:pt x="7" y="948"/>
                  </a:cubicBezTo>
                  <a:cubicBezTo>
                    <a:pt x="8" y="935"/>
                    <a:pt x="17" y="929"/>
                    <a:pt x="29" y="929"/>
                  </a:cubicBezTo>
                  <a:cubicBezTo>
                    <a:pt x="71" y="929"/>
                    <a:pt x="112" y="929"/>
                    <a:pt x="154" y="929"/>
                  </a:cubicBezTo>
                  <a:cubicBezTo>
                    <a:pt x="159" y="929"/>
                    <a:pt x="164" y="929"/>
                    <a:pt x="171" y="929"/>
                  </a:cubicBezTo>
                  <a:cubicBezTo>
                    <a:pt x="171" y="893"/>
                    <a:pt x="171" y="858"/>
                    <a:pt x="171" y="821"/>
                  </a:cubicBezTo>
                  <a:cubicBezTo>
                    <a:pt x="166" y="821"/>
                    <a:pt x="161" y="821"/>
                    <a:pt x="156" y="821"/>
                  </a:cubicBezTo>
                  <a:cubicBezTo>
                    <a:pt x="114" y="821"/>
                    <a:pt x="73" y="821"/>
                    <a:pt x="31" y="821"/>
                  </a:cubicBezTo>
                  <a:cubicBezTo>
                    <a:pt x="16" y="821"/>
                    <a:pt x="7" y="813"/>
                    <a:pt x="7" y="801"/>
                  </a:cubicBezTo>
                  <a:cubicBezTo>
                    <a:pt x="6" y="787"/>
                    <a:pt x="15" y="780"/>
                    <a:pt x="32" y="779"/>
                  </a:cubicBezTo>
                  <a:cubicBezTo>
                    <a:pt x="73" y="779"/>
                    <a:pt x="114" y="779"/>
                    <a:pt x="156" y="779"/>
                  </a:cubicBezTo>
                  <a:cubicBezTo>
                    <a:pt x="161" y="779"/>
                    <a:pt x="166" y="779"/>
                    <a:pt x="171" y="779"/>
                  </a:cubicBezTo>
                  <a:cubicBezTo>
                    <a:pt x="171" y="743"/>
                    <a:pt x="171" y="708"/>
                    <a:pt x="171" y="672"/>
                  </a:cubicBezTo>
                  <a:cubicBezTo>
                    <a:pt x="166" y="672"/>
                    <a:pt x="161" y="672"/>
                    <a:pt x="155" y="672"/>
                  </a:cubicBezTo>
                  <a:cubicBezTo>
                    <a:pt x="114" y="672"/>
                    <a:pt x="73" y="672"/>
                    <a:pt x="32" y="672"/>
                  </a:cubicBezTo>
                  <a:cubicBezTo>
                    <a:pt x="16" y="672"/>
                    <a:pt x="7" y="664"/>
                    <a:pt x="7" y="651"/>
                  </a:cubicBezTo>
                  <a:cubicBezTo>
                    <a:pt x="7" y="638"/>
                    <a:pt x="16" y="630"/>
                    <a:pt x="32" y="630"/>
                  </a:cubicBezTo>
                  <a:cubicBezTo>
                    <a:pt x="78" y="630"/>
                    <a:pt x="124" y="630"/>
                    <a:pt x="171" y="630"/>
                  </a:cubicBezTo>
                  <a:cubicBezTo>
                    <a:pt x="171" y="594"/>
                    <a:pt x="171" y="559"/>
                    <a:pt x="171" y="522"/>
                  </a:cubicBezTo>
                  <a:cubicBezTo>
                    <a:pt x="146" y="522"/>
                    <a:pt x="121" y="522"/>
                    <a:pt x="96" y="522"/>
                  </a:cubicBezTo>
                  <a:cubicBezTo>
                    <a:pt x="75" y="522"/>
                    <a:pt x="53" y="522"/>
                    <a:pt x="32" y="522"/>
                  </a:cubicBezTo>
                  <a:cubicBezTo>
                    <a:pt x="16" y="522"/>
                    <a:pt x="7" y="515"/>
                    <a:pt x="7" y="503"/>
                  </a:cubicBezTo>
                  <a:cubicBezTo>
                    <a:pt x="6" y="490"/>
                    <a:pt x="15" y="481"/>
                    <a:pt x="31" y="481"/>
                  </a:cubicBezTo>
                  <a:cubicBezTo>
                    <a:pt x="75" y="481"/>
                    <a:pt x="118" y="481"/>
                    <a:pt x="162" y="481"/>
                  </a:cubicBezTo>
                  <a:cubicBezTo>
                    <a:pt x="165" y="481"/>
                    <a:pt x="167" y="480"/>
                    <a:pt x="171" y="480"/>
                  </a:cubicBezTo>
                  <a:cubicBezTo>
                    <a:pt x="171" y="445"/>
                    <a:pt x="171" y="410"/>
                    <a:pt x="171" y="373"/>
                  </a:cubicBezTo>
                  <a:cubicBezTo>
                    <a:pt x="161" y="373"/>
                    <a:pt x="151" y="373"/>
                    <a:pt x="141" y="373"/>
                  </a:cubicBezTo>
                  <a:cubicBezTo>
                    <a:pt x="104" y="373"/>
                    <a:pt x="66" y="373"/>
                    <a:pt x="29" y="373"/>
                  </a:cubicBezTo>
                  <a:cubicBezTo>
                    <a:pt x="14" y="373"/>
                    <a:pt x="6" y="365"/>
                    <a:pt x="7" y="352"/>
                  </a:cubicBezTo>
                  <a:cubicBezTo>
                    <a:pt x="8" y="339"/>
                    <a:pt x="16" y="333"/>
                    <a:pt x="28" y="332"/>
                  </a:cubicBezTo>
                  <a:cubicBezTo>
                    <a:pt x="32" y="332"/>
                    <a:pt x="36" y="332"/>
                    <a:pt x="40" y="332"/>
                  </a:cubicBezTo>
                  <a:cubicBezTo>
                    <a:pt x="78" y="332"/>
                    <a:pt x="116" y="332"/>
                    <a:pt x="154" y="332"/>
                  </a:cubicBezTo>
                  <a:cubicBezTo>
                    <a:pt x="159" y="332"/>
                    <a:pt x="165" y="332"/>
                    <a:pt x="172" y="332"/>
                  </a:cubicBezTo>
                  <a:cubicBezTo>
                    <a:pt x="172" y="307"/>
                    <a:pt x="172" y="283"/>
                    <a:pt x="172" y="259"/>
                  </a:cubicBezTo>
                  <a:cubicBezTo>
                    <a:pt x="172" y="200"/>
                    <a:pt x="206" y="166"/>
                    <a:pt x="265" y="166"/>
                  </a:cubicBezTo>
                  <a:cubicBezTo>
                    <a:pt x="288" y="166"/>
                    <a:pt x="312" y="166"/>
                    <a:pt x="338" y="166"/>
                  </a:cubicBezTo>
                  <a:cubicBezTo>
                    <a:pt x="338" y="157"/>
                    <a:pt x="338" y="149"/>
                    <a:pt x="338" y="141"/>
                  </a:cubicBezTo>
                  <a:cubicBezTo>
                    <a:pt x="338" y="103"/>
                    <a:pt x="338" y="65"/>
                    <a:pt x="338" y="27"/>
                  </a:cubicBezTo>
                  <a:cubicBezTo>
                    <a:pt x="338" y="9"/>
                    <a:pt x="346" y="0"/>
                    <a:pt x="359" y="1"/>
                  </a:cubicBezTo>
                  <a:cubicBezTo>
                    <a:pt x="372" y="1"/>
                    <a:pt x="379" y="10"/>
                    <a:pt x="379" y="27"/>
                  </a:cubicBezTo>
                  <a:cubicBezTo>
                    <a:pt x="379" y="67"/>
                    <a:pt x="379" y="108"/>
                    <a:pt x="379" y="148"/>
                  </a:cubicBezTo>
                  <a:cubicBezTo>
                    <a:pt x="379" y="154"/>
                    <a:pt x="379" y="159"/>
                    <a:pt x="379" y="165"/>
                  </a:cubicBezTo>
                  <a:cubicBezTo>
                    <a:pt x="415" y="165"/>
                    <a:pt x="450" y="165"/>
                    <a:pt x="487" y="165"/>
                  </a:cubicBezTo>
                  <a:cubicBezTo>
                    <a:pt x="487" y="158"/>
                    <a:pt x="487" y="151"/>
                    <a:pt x="487" y="144"/>
                  </a:cubicBezTo>
                  <a:cubicBezTo>
                    <a:pt x="487" y="105"/>
                    <a:pt x="487" y="66"/>
                    <a:pt x="487" y="28"/>
                  </a:cubicBezTo>
                  <a:cubicBezTo>
                    <a:pt x="487" y="10"/>
                    <a:pt x="495" y="1"/>
                    <a:pt x="508" y="1"/>
                  </a:cubicBezTo>
                  <a:cubicBezTo>
                    <a:pt x="521" y="1"/>
                    <a:pt x="528" y="10"/>
                    <a:pt x="528" y="28"/>
                  </a:cubicBezTo>
                  <a:cubicBezTo>
                    <a:pt x="528" y="68"/>
                    <a:pt x="528" y="108"/>
                    <a:pt x="528" y="148"/>
                  </a:cubicBezTo>
                  <a:cubicBezTo>
                    <a:pt x="528" y="153"/>
                    <a:pt x="528" y="159"/>
                    <a:pt x="528" y="165"/>
                  </a:cubicBezTo>
                  <a:cubicBezTo>
                    <a:pt x="564" y="165"/>
                    <a:pt x="599" y="165"/>
                    <a:pt x="636" y="165"/>
                  </a:cubicBezTo>
                  <a:cubicBezTo>
                    <a:pt x="636" y="160"/>
                    <a:pt x="636" y="155"/>
                    <a:pt x="636" y="149"/>
                  </a:cubicBezTo>
                  <a:cubicBezTo>
                    <a:pt x="636" y="108"/>
                    <a:pt x="636" y="67"/>
                    <a:pt x="636" y="25"/>
                  </a:cubicBezTo>
                  <a:cubicBezTo>
                    <a:pt x="636" y="14"/>
                    <a:pt x="640" y="4"/>
                    <a:pt x="651" y="2"/>
                  </a:cubicBezTo>
                  <a:cubicBezTo>
                    <a:pt x="658" y="1"/>
                    <a:pt x="667" y="5"/>
                    <a:pt x="673" y="9"/>
                  </a:cubicBezTo>
                  <a:cubicBezTo>
                    <a:pt x="677" y="13"/>
                    <a:pt x="677" y="21"/>
                    <a:pt x="677" y="27"/>
                  </a:cubicBezTo>
                  <a:cubicBezTo>
                    <a:pt x="678" y="73"/>
                    <a:pt x="678" y="118"/>
                    <a:pt x="678" y="165"/>
                  </a:cubicBezTo>
                  <a:cubicBezTo>
                    <a:pt x="713" y="165"/>
                    <a:pt x="748" y="165"/>
                    <a:pt x="785" y="165"/>
                  </a:cubicBezTo>
                  <a:cubicBezTo>
                    <a:pt x="785" y="158"/>
                    <a:pt x="785" y="151"/>
                    <a:pt x="785" y="145"/>
                  </a:cubicBezTo>
                  <a:cubicBezTo>
                    <a:pt x="785" y="105"/>
                    <a:pt x="785" y="66"/>
                    <a:pt x="785" y="26"/>
                  </a:cubicBezTo>
                  <a:cubicBezTo>
                    <a:pt x="785" y="10"/>
                    <a:pt x="793" y="1"/>
                    <a:pt x="806" y="1"/>
                  </a:cubicBezTo>
                  <a:cubicBezTo>
                    <a:pt x="819" y="1"/>
                    <a:pt x="827" y="10"/>
                    <a:pt x="827" y="26"/>
                  </a:cubicBezTo>
                  <a:cubicBezTo>
                    <a:pt x="827" y="72"/>
                    <a:pt x="827" y="118"/>
                    <a:pt x="827" y="165"/>
                  </a:cubicBezTo>
                  <a:cubicBezTo>
                    <a:pt x="863" y="165"/>
                    <a:pt x="898" y="165"/>
                    <a:pt x="935" y="165"/>
                  </a:cubicBezTo>
                  <a:cubicBezTo>
                    <a:pt x="935" y="136"/>
                    <a:pt x="935" y="107"/>
                    <a:pt x="935" y="78"/>
                  </a:cubicBezTo>
                  <a:cubicBezTo>
                    <a:pt x="935" y="60"/>
                    <a:pt x="935" y="43"/>
                    <a:pt x="935" y="26"/>
                  </a:cubicBezTo>
                  <a:cubicBezTo>
                    <a:pt x="935" y="10"/>
                    <a:pt x="942" y="1"/>
                    <a:pt x="955" y="1"/>
                  </a:cubicBezTo>
                  <a:cubicBezTo>
                    <a:pt x="968" y="0"/>
                    <a:pt x="976" y="9"/>
                    <a:pt x="976" y="26"/>
                  </a:cubicBezTo>
                  <a:cubicBezTo>
                    <a:pt x="976" y="67"/>
                    <a:pt x="976" y="107"/>
                    <a:pt x="976" y="148"/>
                  </a:cubicBezTo>
                  <a:cubicBezTo>
                    <a:pt x="976" y="154"/>
                    <a:pt x="976" y="159"/>
                    <a:pt x="976" y="165"/>
                  </a:cubicBezTo>
                  <a:cubicBezTo>
                    <a:pt x="1013" y="165"/>
                    <a:pt x="1047" y="165"/>
                    <a:pt x="1084" y="165"/>
                  </a:cubicBezTo>
                  <a:cubicBezTo>
                    <a:pt x="1084" y="157"/>
                    <a:pt x="1084" y="149"/>
                    <a:pt x="1084" y="141"/>
                  </a:cubicBezTo>
                  <a:cubicBezTo>
                    <a:pt x="1084" y="103"/>
                    <a:pt x="1084" y="65"/>
                    <a:pt x="1084" y="27"/>
                  </a:cubicBezTo>
                  <a:cubicBezTo>
                    <a:pt x="1084" y="9"/>
                    <a:pt x="1091" y="0"/>
                    <a:pt x="1105" y="1"/>
                  </a:cubicBezTo>
                  <a:cubicBezTo>
                    <a:pt x="1118" y="1"/>
                    <a:pt x="1125" y="10"/>
                    <a:pt x="1125" y="27"/>
                  </a:cubicBezTo>
                  <a:cubicBezTo>
                    <a:pt x="1125" y="67"/>
                    <a:pt x="1125" y="108"/>
                    <a:pt x="1125" y="148"/>
                  </a:cubicBezTo>
                  <a:cubicBezTo>
                    <a:pt x="1125" y="154"/>
                    <a:pt x="1125" y="159"/>
                    <a:pt x="1125" y="166"/>
                  </a:cubicBezTo>
                  <a:cubicBezTo>
                    <a:pt x="1150" y="166"/>
                    <a:pt x="1174" y="166"/>
                    <a:pt x="1198" y="166"/>
                  </a:cubicBezTo>
                  <a:cubicBezTo>
                    <a:pt x="1257" y="166"/>
                    <a:pt x="1291" y="200"/>
                    <a:pt x="1291" y="259"/>
                  </a:cubicBezTo>
                  <a:cubicBezTo>
                    <a:pt x="1291" y="282"/>
                    <a:pt x="1291" y="306"/>
                    <a:pt x="1291" y="332"/>
                  </a:cubicBezTo>
                  <a:cubicBezTo>
                    <a:pt x="1301" y="332"/>
                    <a:pt x="1310" y="332"/>
                    <a:pt x="1319" y="332"/>
                  </a:cubicBezTo>
                  <a:cubicBezTo>
                    <a:pt x="1356" y="332"/>
                    <a:pt x="1394" y="332"/>
                    <a:pt x="1431" y="332"/>
                  </a:cubicBezTo>
                  <a:cubicBezTo>
                    <a:pt x="1448" y="332"/>
                    <a:pt x="1457" y="340"/>
                    <a:pt x="1456" y="353"/>
                  </a:cubicBezTo>
                  <a:cubicBezTo>
                    <a:pt x="1456" y="366"/>
                    <a:pt x="1448" y="373"/>
                    <a:pt x="1431" y="373"/>
                  </a:cubicBezTo>
                  <a:cubicBezTo>
                    <a:pt x="1391" y="373"/>
                    <a:pt x="1350" y="373"/>
                    <a:pt x="1309" y="373"/>
                  </a:cubicBezTo>
                  <a:cubicBezTo>
                    <a:pt x="1303" y="373"/>
                    <a:pt x="1298" y="373"/>
                    <a:pt x="1292" y="373"/>
                  </a:cubicBezTo>
                  <a:cubicBezTo>
                    <a:pt x="1292" y="410"/>
                    <a:pt x="1292" y="444"/>
                    <a:pt x="1292" y="481"/>
                  </a:cubicBezTo>
                  <a:cubicBezTo>
                    <a:pt x="1308" y="481"/>
                    <a:pt x="1323" y="481"/>
                    <a:pt x="1338" y="481"/>
                  </a:cubicBezTo>
                  <a:cubicBezTo>
                    <a:pt x="1369" y="481"/>
                    <a:pt x="1399" y="481"/>
                    <a:pt x="1430" y="481"/>
                  </a:cubicBezTo>
                  <a:cubicBezTo>
                    <a:pt x="1447" y="481"/>
                    <a:pt x="1457" y="489"/>
                    <a:pt x="1456" y="502"/>
                  </a:cubicBezTo>
                  <a:cubicBezTo>
                    <a:pt x="1456" y="515"/>
                    <a:pt x="1447" y="522"/>
                    <a:pt x="1430" y="522"/>
                  </a:cubicBezTo>
                  <a:cubicBezTo>
                    <a:pt x="1390" y="522"/>
                    <a:pt x="1349" y="522"/>
                    <a:pt x="1309" y="522"/>
                  </a:cubicBezTo>
                  <a:cubicBezTo>
                    <a:pt x="1304" y="522"/>
                    <a:pt x="1298" y="522"/>
                    <a:pt x="1292" y="522"/>
                  </a:cubicBezTo>
                  <a:cubicBezTo>
                    <a:pt x="1292" y="559"/>
                    <a:pt x="1292" y="593"/>
                    <a:pt x="1292" y="630"/>
                  </a:cubicBezTo>
                  <a:cubicBezTo>
                    <a:pt x="1297" y="630"/>
                    <a:pt x="1303" y="630"/>
                    <a:pt x="1308" y="630"/>
                  </a:cubicBezTo>
                  <a:cubicBezTo>
                    <a:pt x="1348" y="630"/>
                    <a:pt x="1389" y="630"/>
                    <a:pt x="1429" y="630"/>
                  </a:cubicBezTo>
                  <a:cubicBezTo>
                    <a:pt x="1447" y="630"/>
                    <a:pt x="1456" y="637"/>
                    <a:pt x="1456" y="651"/>
                  </a:cubicBezTo>
                  <a:cubicBezTo>
                    <a:pt x="1456" y="664"/>
                    <a:pt x="1447" y="672"/>
                    <a:pt x="1429" y="672"/>
                  </a:cubicBezTo>
                  <a:cubicBezTo>
                    <a:pt x="1384" y="672"/>
                    <a:pt x="1339" y="672"/>
                    <a:pt x="1292" y="672"/>
                  </a:cubicBezTo>
                  <a:close/>
                  <a:moveTo>
                    <a:pt x="1249" y="725"/>
                  </a:moveTo>
                  <a:cubicBezTo>
                    <a:pt x="1249" y="570"/>
                    <a:pt x="1249" y="415"/>
                    <a:pt x="1249" y="260"/>
                  </a:cubicBezTo>
                  <a:cubicBezTo>
                    <a:pt x="1249" y="222"/>
                    <a:pt x="1235" y="208"/>
                    <a:pt x="1197" y="208"/>
                  </a:cubicBezTo>
                  <a:cubicBezTo>
                    <a:pt x="887" y="208"/>
                    <a:pt x="576" y="208"/>
                    <a:pt x="266" y="208"/>
                  </a:cubicBezTo>
                  <a:cubicBezTo>
                    <a:pt x="228" y="208"/>
                    <a:pt x="214" y="222"/>
                    <a:pt x="214" y="260"/>
                  </a:cubicBezTo>
                  <a:cubicBezTo>
                    <a:pt x="214" y="570"/>
                    <a:pt x="214" y="881"/>
                    <a:pt x="214" y="1191"/>
                  </a:cubicBezTo>
                  <a:cubicBezTo>
                    <a:pt x="214" y="1229"/>
                    <a:pt x="228" y="1243"/>
                    <a:pt x="266" y="1243"/>
                  </a:cubicBezTo>
                  <a:cubicBezTo>
                    <a:pt x="576" y="1243"/>
                    <a:pt x="887" y="1243"/>
                    <a:pt x="1197" y="1243"/>
                  </a:cubicBezTo>
                  <a:cubicBezTo>
                    <a:pt x="1235" y="1243"/>
                    <a:pt x="1249" y="1229"/>
                    <a:pt x="1249" y="1191"/>
                  </a:cubicBezTo>
                  <a:cubicBezTo>
                    <a:pt x="1249" y="1036"/>
                    <a:pt x="1249" y="881"/>
                    <a:pt x="1249" y="725"/>
                  </a:cubicBezTo>
                  <a:close/>
                  <a:moveTo>
                    <a:pt x="1124" y="614"/>
                  </a:moveTo>
                  <a:cubicBezTo>
                    <a:pt x="1124" y="562"/>
                    <a:pt x="1124" y="510"/>
                    <a:pt x="1124" y="457"/>
                  </a:cubicBezTo>
                  <a:cubicBezTo>
                    <a:pt x="1115" y="457"/>
                    <a:pt x="1106" y="457"/>
                    <a:pt x="1097" y="457"/>
                  </a:cubicBezTo>
                  <a:cubicBezTo>
                    <a:pt x="1069" y="457"/>
                    <a:pt x="1040" y="459"/>
                    <a:pt x="1012" y="456"/>
                  </a:cubicBezTo>
                  <a:cubicBezTo>
                    <a:pt x="987" y="454"/>
                    <a:pt x="972" y="465"/>
                    <a:pt x="959" y="484"/>
                  </a:cubicBezTo>
                  <a:cubicBezTo>
                    <a:pt x="969" y="503"/>
                    <a:pt x="975" y="523"/>
                    <a:pt x="968" y="545"/>
                  </a:cubicBezTo>
                  <a:cubicBezTo>
                    <a:pt x="957" y="582"/>
                    <a:pt x="919" y="605"/>
                    <a:pt x="882" y="595"/>
                  </a:cubicBezTo>
                  <a:cubicBezTo>
                    <a:pt x="843" y="586"/>
                    <a:pt x="819" y="547"/>
                    <a:pt x="828" y="508"/>
                  </a:cubicBezTo>
                  <a:cubicBezTo>
                    <a:pt x="837" y="471"/>
                    <a:pt x="875" y="446"/>
                    <a:pt x="913" y="454"/>
                  </a:cubicBezTo>
                  <a:cubicBezTo>
                    <a:pt x="923" y="457"/>
                    <a:pt x="930" y="455"/>
                    <a:pt x="936" y="447"/>
                  </a:cubicBezTo>
                  <a:cubicBezTo>
                    <a:pt x="955" y="421"/>
                    <a:pt x="980" y="413"/>
                    <a:pt x="1012" y="415"/>
                  </a:cubicBezTo>
                  <a:cubicBezTo>
                    <a:pt x="1049" y="418"/>
                    <a:pt x="1086" y="416"/>
                    <a:pt x="1124" y="416"/>
                  </a:cubicBezTo>
                  <a:cubicBezTo>
                    <a:pt x="1124" y="388"/>
                    <a:pt x="1124" y="361"/>
                    <a:pt x="1124" y="333"/>
                  </a:cubicBezTo>
                  <a:cubicBezTo>
                    <a:pt x="863" y="333"/>
                    <a:pt x="601" y="333"/>
                    <a:pt x="339" y="333"/>
                  </a:cubicBezTo>
                  <a:cubicBezTo>
                    <a:pt x="339" y="373"/>
                    <a:pt x="339" y="414"/>
                    <a:pt x="339" y="455"/>
                  </a:cubicBezTo>
                  <a:cubicBezTo>
                    <a:pt x="415" y="455"/>
                    <a:pt x="491" y="455"/>
                    <a:pt x="568" y="455"/>
                  </a:cubicBezTo>
                  <a:cubicBezTo>
                    <a:pt x="576" y="433"/>
                    <a:pt x="590" y="412"/>
                    <a:pt x="615" y="405"/>
                  </a:cubicBezTo>
                  <a:cubicBezTo>
                    <a:pt x="630" y="401"/>
                    <a:pt x="648" y="399"/>
                    <a:pt x="664" y="402"/>
                  </a:cubicBezTo>
                  <a:cubicBezTo>
                    <a:pt x="700" y="410"/>
                    <a:pt x="724" y="444"/>
                    <a:pt x="722" y="481"/>
                  </a:cubicBezTo>
                  <a:cubicBezTo>
                    <a:pt x="721" y="517"/>
                    <a:pt x="694" y="547"/>
                    <a:pt x="658" y="554"/>
                  </a:cubicBezTo>
                  <a:cubicBezTo>
                    <a:pt x="620" y="561"/>
                    <a:pt x="587" y="541"/>
                    <a:pt x="568" y="498"/>
                  </a:cubicBezTo>
                  <a:cubicBezTo>
                    <a:pt x="492" y="498"/>
                    <a:pt x="416" y="498"/>
                    <a:pt x="339" y="498"/>
                  </a:cubicBezTo>
                  <a:cubicBezTo>
                    <a:pt x="339" y="546"/>
                    <a:pt x="339" y="593"/>
                    <a:pt x="339" y="642"/>
                  </a:cubicBezTo>
                  <a:cubicBezTo>
                    <a:pt x="346" y="642"/>
                    <a:pt x="352" y="642"/>
                    <a:pt x="358" y="642"/>
                  </a:cubicBezTo>
                  <a:cubicBezTo>
                    <a:pt x="382" y="642"/>
                    <a:pt x="406" y="642"/>
                    <a:pt x="430" y="643"/>
                  </a:cubicBezTo>
                  <a:cubicBezTo>
                    <a:pt x="451" y="643"/>
                    <a:pt x="466" y="642"/>
                    <a:pt x="478" y="619"/>
                  </a:cubicBezTo>
                  <a:cubicBezTo>
                    <a:pt x="493" y="588"/>
                    <a:pt x="533" y="578"/>
                    <a:pt x="567" y="590"/>
                  </a:cubicBezTo>
                  <a:cubicBezTo>
                    <a:pt x="601" y="602"/>
                    <a:pt x="621" y="634"/>
                    <a:pt x="618" y="671"/>
                  </a:cubicBezTo>
                  <a:cubicBezTo>
                    <a:pt x="616" y="704"/>
                    <a:pt x="590" y="733"/>
                    <a:pt x="557" y="740"/>
                  </a:cubicBezTo>
                  <a:cubicBezTo>
                    <a:pt x="522" y="747"/>
                    <a:pt x="486" y="731"/>
                    <a:pt x="471" y="698"/>
                  </a:cubicBezTo>
                  <a:cubicBezTo>
                    <a:pt x="466" y="686"/>
                    <a:pt x="459" y="683"/>
                    <a:pt x="447" y="683"/>
                  </a:cubicBezTo>
                  <a:cubicBezTo>
                    <a:pt x="412" y="684"/>
                    <a:pt x="378" y="684"/>
                    <a:pt x="343" y="684"/>
                  </a:cubicBezTo>
                  <a:cubicBezTo>
                    <a:pt x="343" y="684"/>
                    <a:pt x="342" y="685"/>
                    <a:pt x="338" y="686"/>
                  </a:cubicBezTo>
                  <a:cubicBezTo>
                    <a:pt x="338" y="702"/>
                    <a:pt x="338" y="719"/>
                    <a:pt x="338" y="736"/>
                  </a:cubicBezTo>
                  <a:cubicBezTo>
                    <a:pt x="338" y="748"/>
                    <a:pt x="338" y="759"/>
                    <a:pt x="338" y="771"/>
                  </a:cubicBezTo>
                  <a:cubicBezTo>
                    <a:pt x="337" y="783"/>
                    <a:pt x="330" y="792"/>
                    <a:pt x="317" y="791"/>
                  </a:cubicBezTo>
                  <a:cubicBezTo>
                    <a:pt x="304" y="791"/>
                    <a:pt x="297" y="782"/>
                    <a:pt x="297" y="769"/>
                  </a:cubicBezTo>
                  <a:cubicBezTo>
                    <a:pt x="297" y="728"/>
                    <a:pt x="297" y="686"/>
                    <a:pt x="297" y="644"/>
                  </a:cubicBezTo>
                  <a:cubicBezTo>
                    <a:pt x="297" y="543"/>
                    <a:pt x="297" y="442"/>
                    <a:pt x="297" y="341"/>
                  </a:cubicBezTo>
                  <a:cubicBezTo>
                    <a:pt x="297" y="305"/>
                    <a:pt x="311" y="291"/>
                    <a:pt x="347" y="291"/>
                  </a:cubicBezTo>
                  <a:cubicBezTo>
                    <a:pt x="603" y="291"/>
                    <a:pt x="859" y="291"/>
                    <a:pt x="1115" y="291"/>
                  </a:cubicBezTo>
                  <a:cubicBezTo>
                    <a:pt x="1152" y="291"/>
                    <a:pt x="1166" y="305"/>
                    <a:pt x="1166" y="341"/>
                  </a:cubicBezTo>
                  <a:cubicBezTo>
                    <a:pt x="1166" y="522"/>
                    <a:pt x="1166" y="702"/>
                    <a:pt x="1166" y="883"/>
                  </a:cubicBezTo>
                  <a:cubicBezTo>
                    <a:pt x="1166" y="959"/>
                    <a:pt x="1166" y="1035"/>
                    <a:pt x="1166" y="1111"/>
                  </a:cubicBezTo>
                  <a:cubicBezTo>
                    <a:pt x="1166" y="1146"/>
                    <a:pt x="1152" y="1160"/>
                    <a:pt x="1116" y="1160"/>
                  </a:cubicBezTo>
                  <a:cubicBezTo>
                    <a:pt x="948" y="1160"/>
                    <a:pt x="780" y="1160"/>
                    <a:pt x="612" y="1160"/>
                  </a:cubicBezTo>
                  <a:cubicBezTo>
                    <a:pt x="523" y="1160"/>
                    <a:pt x="435" y="1160"/>
                    <a:pt x="347" y="1160"/>
                  </a:cubicBezTo>
                  <a:cubicBezTo>
                    <a:pt x="311" y="1160"/>
                    <a:pt x="297" y="1146"/>
                    <a:pt x="297" y="1110"/>
                  </a:cubicBezTo>
                  <a:cubicBezTo>
                    <a:pt x="297" y="1081"/>
                    <a:pt x="297" y="1051"/>
                    <a:pt x="297" y="1022"/>
                  </a:cubicBezTo>
                  <a:cubicBezTo>
                    <a:pt x="297" y="1006"/>
                    <a:pt x="305" y="996"/>
                    <a:pt x="317" y="996"/>
                  </a:cubicBezTo>
                  <a:cubicBezTo>
                    <a:pt x="330" y="996"/>
                    <a:pt x="338" y="1006"/>
                    <a:pt x="338" y="1022"/>
                  </a:cubicBezTo>
                  <a:cubicBezTo>
                    <a:pt x="338" y="1054"/>
                    <a:pt x="338" y="1085"/>
                    <a:pt x="338" y="1118"/>
                  </a:cubicBezTo>
                  <a:cubicBezTo>
                    <a:pt x="412" y="1118"/>
                    <a:pt x="486" y="1118"/>
                    <a:pt x="561" y="1118"/>
                  </a:cubicBezTo>
                  <a:cubicBezTo>
                    <a:pt x="561" y="1086"/>
                    <a:pt x="562" y="1055"/>
                    <a:pt x="560" y="1024"/>
                  </a:cubicBezTo>
                  <a:cubicBezTo>
                    <a:pt x="560" y="1016"/>
                    <a:pt x="549" y="1010"/>
                    <a:pt x="543" y="1002"/>
                  </a:cubicBezTo>
                  <a:cubicBezTo>
                    <a:pt x="536" y="991"/>
                    <a:pt x="528" y="998"/>
                    <a:pt x="520" y="1001"/>
                  </a:cubicBezTo>
                  <a:cubicBezTo>
                    <a:pt x="490" y="1013"/>
                    <a:pt x="455" y="1004"/>
                    <a:pt x="436" y="978"/>
                  </a:cubicBezTo>
                  <a:cubicBezTo>
                    <a:pt x="416" y="951"/>
                    <a:pt x="416" y="915"/>
                    <a:pt x="436" y="889"/>
                  </a:cubicBezTo>
                  <a:cubicBezTo>
                    <a:pt x="457" y="863"/>
                    <a:pt x="492" y="854"/>
                    <a:pt x="523" y="868"/>
                  </a:cubicBezTo>
                  <a:cubicBezTo>
                    <a:pt x="553" y="881"/>
                    <a:pt x="571" y="913"/>
                    <a:pt x="564" y="946"/>
                  </a:cubicBezTo>
                  <a:cubicBezTo>
                    <a:pt x="561" y="958"/>
                    <a:pt x="563" y="966"/>
                    <a:pt x="573" y="973"/>
                  </a:cubicBezTo>
                  <a:cubicBezTo>
                    <a:pt x="598" y="991"/>
                    <a:pt x="606" y="1015"/>
                    <a:pt x="603" y="1045"/>
                  </a:cubicBezTo>
                  <a:cubicBezTo>
                    <a:pt x="601" y="1069"/>
                    <a:pt x="603" y="1093"/>
                    <a:pt x="603" y="1118"/>
                  </a:cubicBezTo>
                  <a:cubicBezTo>
                    <a:pt x="646" y="1118"/>
                    <a:pt x="687" y="1118"/>
                    <a:pt x="731" y="1118"/>
                  </a:cubicBezTo>
                  <a:cubicBezTo>
                    <a:pt x="731" y="1092"/>
                    <a:pt x="732" y="1065"/>
                    <a:pt x="731" y="1038"/>
                  </a:cubicBezTo>
                  <a:cubicBezTo>
                    <a:pt x="731" y="1035"/>
                    <a:pt x="727" y="1032"/>
                    <a:pt x="724" y="1029"/>
                  </a:cubicBezTo>
                  <a:cubicBezTo>
                    <a:pt x="709" y="1013"/>
                    <a:pt x="692" y="998"/>
                    <a:pt x="677" y="981"/>
                  </a:cubicBezTo>
                  <a:cubicBezTo>
                    <a:pt x="671" y="974"/>
                    <a:pt x="667" y="963"/>
                    <a:pt x="666" y="954"/>
                  </a:cubicBezTo>
                  <a:cubicBezTo>
                    <a:pt x="664" y="936"/>
                    <a:pt x="665" y="918"/>
                    <a:pt x="666" y="900"/>
                  </a:cubicBezTo>
                  <a:cubicBezTo>
                    <a:pt x="666" y="889"/>
                    <a:pt x="663" y="883"/>
                    <a:pt x="653" y="878"/>
                  </a:cubicBezTo>
                  <a:cubicBezTo>
                    <a:pt x="620" y="864"/>
                    <a:pt x="602" y="828"/>
                    <a:pt x="609" y="793"/>
                  </a:cubicBezTo>
                  <a:cubicBezTo>
                    <a:pt x="616" y="760"/>
                    <a:pt x="644" y="734"/>
                    <a:pt x="679" y="731"/>
                  </a:cubicBezTo>
                  <a:cubicBezTo>
                    <a:pt x="715" y="728"/>
                    <a:pt x="748" y="748"/>
                    <a:pt x="760" y="782"/>
                  </a:cubicBezTo>
                  <a:cubicBezTo>
                    <a:pt x="773" y="821"/>
                    <a:pt x="756" y="862"/>
                    <a:pt x="718" y="879"/>
                  </a:cubicBezTo>
                  <a:cubicBezTo>
                    <a:pt x="709" y="883"/>
                    <a:pt x="708" y="888"/>
                    <a:pt x="707" y="897"/>
                  </a:cubicBezTo>
                  <a:cubicBezTo>
                    <a:pt x="700" y="937"/>
                    <a:pt x="712" y="969"/>
                    <a:pt x="746" y="992"/>
                  </a:cubicBezTo>
                  <a:cubicBezTo>
                    <a:pt x="751" y="996"/>
                    <a:pt x="754" y="1001"/>
                    <a:pt x="759" y="1005"/>
                  </a:cubicBezTo>
                  <a:cubicBezTo>
                    <a:pt x="770" y="1014"/>
                    <a:pt x="774" y="1026"/>
                    <a:pt x="773" y="1040"/>
                  </a:cubicBezTo>
                  <a:cubicBezTo>
                    <a:pt x="772" y="1066"/>
                    <a:pt x="773" y="1091"/>
                    <a:pt x="773" y="1118"/>
                  </a:cubicBezTo>
                  <a:cubicBezTo>
                    <a:pt x="890" y="1118"/>
                    <a:pt x="1007" y="1118"/>
                    <a:pt x="1124" y="1118"/>
                  </a:cubicBezTo>
                  <a:cubicBezTo>
                    <a:pt x="1124" y="1056"/>
                    <a:pt x="1124" y="995"/>
                    <a:pt x="1124" y="933"/>
                  </a:cubicBezTo>
                  <a:cubicBezTo>
                    <a:pt x="1072" y="933"/>
                    <a:pt x="1021" y="933"/>
                    <a:pt x="969" y="933"/>
                  </a:cubicBezTo>
                  <a:cubicBezTo>
                    <a:pt x="967" y="938"/>
                    <a:pt x="965" y="942"/>
                    <a:pt x="963" y="947"/>
                  </a:cubicBezTo>
                  <a:cubicBezTo>
                    <a:pt x="946" y="979"/>
                    <a:pt x="910" y="996"/>
                    <a:pt x="875" y="988"/>
                  </a:cubicBezTo>
                  <a:cubicBezTo>
                    <a:pt x="840" y="980"/>
                    <a:pt x="815" y="949"/>
                    <a:pt x="815" y="912"/>
                  </a:cubicBezTo>
                  <a:cubicBezTo>
                    <a:pt x="815" y="875"/>
                    <a:pt x="839" y="844"/>
                    <a:pt x="875" y="836"/>
                  </a:cubicBezTo>
                  <a:cubicBezTo>
                    <a:pt x="910" y="828"/>
                    <a:pt x="947" y="844"/>
                    <a:pt x="962" y="877"/>
                  </a:cubicBezTo>
                  <a:cubicBezTo>
                    <a:pt x="967" y="889"/>
                    <a:pt x="974" y="891"/>
                    <a:pt x="986" y="891"/>
                  </a:cubicBezTo>
                  <a:cubicBezTo>
                    <a:pt x="1026" y="891"/>
                    <a:pt x="1067" y="891"/>
                    <a:pt x="1107" y="891"/>
                  </a:cubicBezTo>
                  <a:cubicBezTo>
                    <a:pt x="1112" y="891"/>
                    <a:pt x="1118" y="891"/>
                    <a:pt x="1124" y="891"/>
                  </a:cubicBezTo>
                  <a:cubicBezTo>
                    <a:pt x="1124" y="812"/>
                    <a:pt x="1124" y="735"/>
                    <a:pt x="1124" y="656"/>
                  </a:cubicBezTo>
                  <a:cubicBezTo>
                    <a:pt x="1114" y="656"/>
                    <a:pt x="1104" y="656"/>
                    <a:pt x="1094" y="656"/>
                  </a:cubicBezTo>
                  <a:cubicBezTo>
                    <a:pt x="1069" y="656"/>
                    <a:pt x="1042" y="658"/>
                    <a:pt x="1017" y="655"/>
                  </a:cubicBezTo>
                  <a:cubicBezTo>
                    <a:pt x="992" y="653"/>
                    <a:pt x="977" y="663"/>
                    <a:pt x="966" y="679"/>
                  </a:cubicBezTo>
                  <a:cubicBezTo>
                    <a:pt x="969" y="698"/>
                    <a:pt x="975" y="715"/>
                    <a:pt x="974" y="732"/>
                  </a:cubicBezTo>
                  <a:cubicBezTo>
                    <a:pt x="972" y="772"/>
                    <a:pt x="934" y="801"/>
                    <a:pt x="894" y="795"/>
                  </a:cubicBezTo>
                  <a:cubicBezTo>
                    <a:pt x="853" y="790"/>
                    <a:pt x="825" y="752"/>
                    <a:pt x="831" y="713"/>
                  </a:cubicBezTo>
                  <a:cubicBezTo>
                    <a:pt x="839" y="671"/>
                    <a:pt x="877" y="644"/>
                    <a:pt x="917" y="653"/>
                  </a:cubicBezTo>
                  <a:cubicBezTo>
                    <a:pt x="927" y="656"/>
                    <a:pt x="935" y="654"/>
                    <a:pt x="941" y="645"/>
                  </a:cubicBezTo>
                  <a:cubicBezTo>
                    <a:pt x="959" y="619"/>
                    <a:pt x="985" y="611"/>
                    <a:pt x="1016" y="614"/>
                  </a:cubicBezTo>
                  <a:cubicBezTo>
                    <a:pt x="1047" y="616"/>
                    <a:pt x="1078" y="614"/>
                    <a:pt x="1109" y="614"/>
                  </a:cubicBezTo>
                  <a:cubicBezTo>
                    <a:pt x="1114" y="614"/>
                    <a:pt x="1118" y="614"/>
                    <a:pt x="1124" y="614"/>
                  </a:cubicBezTo>
                  <a:close/>
                  <a:moveTo>
                    <a:pt x="608" y="476"/>
                  </a:moveTo>
                  <a:cubicBezTo>
                    <a:pt x="608" y="498"/>
                    <a:pt x="623" y="513"/>
                    <a:pt x="644" y="513"/>
                  </a:cubicBezTo>
                  <a:cubicBezTo>
                    <a:pt x="665" y="514"/>
                    <a:pt x="681" y="497"/>
                    <a:pt x="681" y="477"/>
                  </a:cubicBezTo>
                  <a:cubicBezTo>
                    <a:pt x="681" y="456"/>
                    <a:pt x="664" y="440"/>
                    <a:pt x="644" y="440"/>
                  </a:cubicBezTo>
                  <a:cubicBezTo>
                    <a:pt x="623" y="441"/>
                    <a:pt x="608" y="456"/>
                    <a:pt x="608" y="476"/>
                  </a:cubicBezTo>
                  <a:close/>
                  <a:moveTo>
                    <a:pt x="504" y="663"/>
                  </a:moveTo>
                  <a:cubicBezTo>
                    <a:pt x="504" y="683"/>
                    <a:pt x="520" y="700"/>
                    <a:pt x="540" y="700"/>
                  </a:cubicBezTo>
                  <a:cubicBezTo>
                    <a:pt x="560" y="701"/>
                    <a:pt x="576" y="685"/>
                    <a:pt x="577" y="665"/>
                  </a:cubicBezTo>
                  <a:cubicBezTo>
                    <a:pt x="578" y="644"/>
                    <a:pt x="562" y="627"/>
                    <a:pt x="542" y="627"/>
                  </a:cubicBezTo>
                  <a:cubicBezTo>
                    <a:pt x="521" y="626"/>
                    <a:pt x="504" y="642"/>
                    <a:pt x="504" y="663"/>
                  </a:cubicBezTo>
                  <a:close/>
                  <a:moveTo>
                    <a:pt x="723" y="808"/>
                  </a:moveTo>
                  <a:cubicBezTo>
                    <a:pt x="723" y="788"/>
                    <a:pt x="706" y="771"/>
                    <a:pt x="685" y="771"/>
                  </a:cubicBezTo>
                  <a:cubicBezTo>
                    <a:pt x="665" y="772"/>
                    <a:pt x="649" y="789"/>
                    <a:pt x="650" y="809"/>
                  </a:cubicBezTo>
                  <a:cubicBezTo>
                    <a:pt x="650" y="829"/>
                    <a:pt x="666" y="845"/>
                    <a:pt x="686" y="845"/>
                  </a:cubicBezTo>
                  <a:cubicBezTo>
                    <a:pt x="706" y="845"/>
                    <a:pt x="723" y="829"/>
                    <a:pt x="723" y="808"/>
                  </a:cubicBezTo>
                  <a:close/>
                  <a:moveTo>
                    <a:pt x="929" y="912"/>
                  </a:moveTo>
                  <a:cubicBezTo>
                    <a:pt x="929" y="892"/>
                    <a:pt x="913" y="875"/>
                    <a:pt x="893" y="875"/>
                  </a:cubicBezTo>
                  <a:cubicBezTo>
                    <a:pt x="872" y="875"/>
                    <a:pt x="856" y="892"/>
                    <a:pt x="856" y="912"/>
                  </a:cubicBezTo>
                  <a:cubicBezTo>
                    <a:pt x="856" y="932"/>
                    <a:pt x="872" y="948"/>
                    <a:pt x="892" y="949"/>
                  </a:cubicBezTo>
                  <a:cubicBezTo>
                    <a:pt x="912" y="949"/>
                    <a:pt x="929" y="933"/>
                    <a:pt x="929" y="912"/>
                  </a:cubicBezTo>
                  <a:close/>
                  <a:moveTo>
                    <a:pt x="524" y="933"/>
                  </a:moveTo>
                  <a:cubicBezTo>
                    <a:pt x="524" y="916"/>
                    <a:pt x="509" y="902"/>
                    <a:pt x="492" y="903"/>
                  </a:cubicBezTo>
                  <a:cubicBezTo>
                    <a:pt x="475" y="904"/>
                    <a:pt x="462" y="918"/>
                    <a:pt x="462" y="934"/>
                  </a:cubicBezTo>
                  <a:cubicBezTo>
                    <a:pt x="463" y="952"/>
                    <a:pt x="477" y="966"/>
                    <a:pt x="494" y="965"/>
                  </a:cubicBezTo>
                  <a:cubicBezTo>
                    <a:pt x="510" y="964"/>
                    <a:pt x="525" y="949"/>
                    <a:pt x="524" y="933"/>
                  </a:cubicBezTo>
                  <a:close/>
                  <a:moveTo>
                    <a:pt x="903" y="755"/>
                  </a:moveTo>
                  <a:cubicBezTo>
                    <a:pt x="920" y="755"/>
                    <a:pt x="934" y="741"/>
                    <a:pt x="934" y="724"/>
                  </a:cubicBezTo>
                  <a:cubicBezTo>
                    <a:pt x="935" y="708"/>
                    <a:pt x="920" y="693"/>
                    <a:pt x="903" y="693"/>
                  </a:cubicBezTo>
                  <a:cubicBezTo>
                    <a:pt x="886" y="693"/>
                    <a:pt x="872" y="707"/>
                    <a:pt x="872" y="725"/>
                  </a:cubicBezTo>
                  <a:cubicBezTo>
                    <a:pt x="873" y="741"/>
                    <a:pt x="887" y="755"/>
                    <a:pt x="903" y="755"/>
                  </a:cubicBezTo>
                  <a:close/>
                  <a:moveTo>
                    <a:pt x="899" y="495"/>
                  </a:moveTo>
                  <a:cubicBezTo>
                    <a:pt x="881" y="494"/>
                    <a:pt x="867" y="508"/>
                    <a:pt x="867" y="525"/>
                  </a:cubicBezTo>
                  <a:cubicBezTo>
                    <a:pt x="868" y="542"/>
                    <a:pt x="881" y="556"/>
                    <a:pt x="898" y="556"/>
                  </a:cubicBezTo>
                  <a:cubicBezTo>
                    <a:pt x="915" y="556"/>
                    <a:pt x="929" y="543"/>
                    <a:pt x="929" y="526"/>
                  </a:cubicBezTo>
                  <a:cubicBezTo>
                    <a:pt x="930" y="509"/>
                    <a:pt x="917" y="495"/>
                    <a:pt x="899" y="495"/>
                  </a:cubicBezTo>
                  <a:close/>
                  <a:moveTo>
                    <a:pt x="297" y="894"/>
                  </a:moveTo>
                  <a:cubicBezTo>
                    <a:pt x="297" y="901"/>
                    <a:pt x="296" y="909"/>
                    <a:pt x="297" y="916"/>
                  </a:cubicBezTo>
                  <a:cubicBezTo>
                    <a:pt x="298" y="927"/>
                    <a:pt x="306" y="933"/>
                    <a:pt x="316" y="934"/>
                  </a:cubicBezTo>
                  <a:cubicBezTo>
                    <a:pt x="327" y="934"/>
                    <a:pt x="336" y="929"/>
                    <a:pt x="337" y="918"/>
                  </a:cubicBezTo>
                  <a:cubicBezTo>
                    <a:pt x="338" y="902"/>
                    <a:pt x="338" y="886"/>
                    <a:pt x="337" y="870"/>
                  </a:cubicBezTo>
                  <a:cubicBezTo>
                    <a:pt x="336" y="859"/>
                    <a:pt x="328" y="854"/>
                    <a:pt x="317" y="854"/>
                  </a:cubicBezTo>
                  <a:cubicBezTo>
                    <a:pt x="305" y="855"/>
                    <a:pt x="298" y="861"/>
                    <a:pt x="297" y="873"/>
                  </a:cubicBezTo>
                  <a:cubicBezTo>
                    <a:pt x="296" y="880"/>
                    <a:pt x="297" y="887"/>
                    <a:pt x="297" y="894"/>
                  </a:cubicBezTo>
                  <a:cubicBezTo>
                    <a:pt x="297" y="894"/>
                    <a:pt x="297" y="894"/>
                    <a:pt x="297" y="894"/>
                  </a:cubicBezTo>
                  <a:close/>
                </a:path>
              </a:pathLst>
            </a:custGeom>
            <a:solidFill>
              <a:srgbClr val="310E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EB2108D-FCE6-F02D-7ED8-CEE69BDB852E}"/>
              </a:ext>
            </a:extLst>
          </p:cNvPr>
          <p:cNvGrpSpPr>
            <a:grpSpLocks noChangeAspect="1"/>
          </p:cNvGrpSpPr>
          <p:nvPr/>
        </p:nvGrpSpPr>
        <p:grpSpPr>
          <a:xfrm>
            <a:off x="2625454" y="3589619"/>
            <a:ext cx="540000" cy="540000"/>
            <a:chOff x="2616541" y="4061953"/>
            <a:chExt cx="468000" cy="468000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81D224EF-3FB4-D973-ECAD-DCCB6EA1CA2C}"/>
                </a:ext>
              </a:extLst>
            </p:cNvPr>
            <p:cNvGrpSpPr/>
            <p:nvPr/>
          </p:nvGrpSpPr>
          <p:grpSpPr>
            <a:xfrm>
              <a:off x="2616541" y="4061953"/>
              <a:ext cx="468000" cy="468000"/>
              <a:chOff x="2593681" y="1701219"/>
              <a:chExt cx="432000" cy="432000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C7AF14DF-C4A8-D6A3-323D-B2D68FF10981}"/>
                  </a:ext>
                </a:extLst>
              </p:cNvPr>
              <p:cNvSpPr/>
              <p:nvPr/>
            </p:nvSpPr>
            <p:spPr bwMode="auto">
              <a:xfrm flipH="1">
                <a:off x="2593681" y="1701219"/>
                <a:ext cx="432000" cy="432000"/>
              </a:xfrm>
              <a:prstGeom prst="ellipse">
                <a:avLst/>
              </a:prstGeom>
              <a:gradFill flip="none" rotWithShape="1">
                <a:gsLst>
                  <a:gs pos="0">
                    <a:srgbClr val="7D95BE">
                      <a:alpha val="50000"/>
                    </a:srgbClr>
                  </a:gs>
                  <a:gs pos="100000">
                    <a:srgbClr val="7D95BE">
                      <a:alpha val="30000"/>
                    </a:srgbClr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53C20BD6-1F07-3494-B076-3A39E143C021}"/>
                  </a:ext>
                </a:extLst>
              </p:cNvPr>
              <p:cNvSpPr/>
              <p:nvPr/>
            </p:nvSpPr>
            <p:spPr bwMode="auto">
              <a:xfrm flipH="1">
                <a:off x="2629681" y="1737219"/>
                <a:ext cx="360000" cy="36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7D95BE">
                      <a:alpha val="60000"/>
                    </a:srgbClr>
                  </a:gs>
                  <a:gs pos="75000">
                    <a:srgbClr val="7D95BE"/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E19A9253-D196-B550-681C-192DA8B571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440" y="4174302"/>
              <a:ext cx="244203" cy="243303"/>
            </a:xfrm>
            <a:custGeom>
              <a:avLst/>
              <a:gdLst>
                <a:gd name="T0" fmla="*/ 1550 w 2050"/>
                <a:gd name="T1" fmla="*/ 11 h 2043"/>
                <a:gd name="T2" fmla="*/ 1020 w 2050"/>
                <a:gd name="T3" fmla="*/ 468 h 2043"/>
                <a:gd name="T4" fmla="*/ 1041 w 2050"/>
                <a:gd name="T5" fmla="*/ 521 h 2043"/>
                <a:gd name="T6" fmla="*/ 1233 w 2050"/>
                <a:gd name="T7" fmla="*/ 603 h 2043"/>
                <a:gd name="T8" fmla="*/ 1294 w 2050"/>
                <a:gd name="T9" fmla="*/ 603 h 2043"/>
                <a:gd name="T10" fmla="*/ 1264 w 2050"/>
                <a:gd name="T11" fmla="*/ 460 h 2043"/>
                <a:gd name="T12" fmla="*/ 1529 w 2050"/>
                <a:gd name="T13" fmla="*/ 75 h 2043"/>
                <a:gd name="T14" fmla="*/ 1795 w 2050"/>
                <a:gd name="T15" fmla="*/ 460 h 2043"/>
                <a:gd name="T16" fmla="*/ 1764 w 2050"/>
                <a:gd name="T17" fmla="*/ 1534 h 2043"/>
                <a:gd name="T18" fmla="*/ 1825 w 2050"/>
                <a:gd name="T19" fmla="*/ 1534 h 2043"/>
                <a:gd name="T20" fmla="*/ 2018 w 2050"/>
                <a:gd name="T21" fmla="*/ 521 h 2043"/>
                <a:gd name="T22" fmla="*/ 2038 w 2050"/>
                <a:gd name="T23" fmla="*/ 468 h 2043"/>
                <a:gd name="T24" fmla="*/ 1764 w 2050"/>
                <a:gd name="T25" fmla="*/ 1656 h 2043"/>
                <a:gd name="T26" fmla="*/ 1294 w 2050"/>
                <a:gd name="T27" fmla="*/ 1982 h 2043"/>
                <a:gd name="T28" fmla="*/ 1264 w 2050"/>
                <a:gd name="T29" fmla="*/ 1926 h 2043"/>
                <a:gd name="T30" fmla="*/ 1233 w 2050"/>
                <a:gd name="T31" fmla="*/ 2013 h 2043"/>
                <a:gd name="T32" fmla="*/ 1795 w 2050"/>
                <a:gd name="T33" fmla="*/ 2043 h 2043"/>
                <a:gd name="T34" fmla="*/ 1825 w 2050"/>
                <a:gd name="T35" fmla="*/ 1656 h 2043"/>
                <a:gd name="T36" fmla="*/ 766 w 2050"/>
                <a:gd name="T37" fmla="*/ 512 h 2043"/>
                <a:gd name="T38" fmla="*/ 766 w 2050"/>
                <a:gd name="T39" fmla="*/ 573 h 2043"/>
                <a:gd name="T40" fmla="*/ 766 w 2050"/>
                <a:gd name="T41" fmla="*/ 1982 h 2043"/>
                <a:gd name="T42" fmla="*/ 628 w 2050"/>
                <a:gd name="T43" fmla="*/ 586 h 2043"/>
                <a:gd name="T44" fmla="*/ 616 w 2050"/>
                <a:gd name="T45" fmla="*/ 527 h 2043"/>
                <a:gd name="T46" fmla="*/ 766 w 2050"/>
                <a:gd name="T47" fmla="*/ 2043 h 2043"/>
                <a:gd name="T48" fmla="*/ 766 w 2050"/>
                <a:gd name="T49" fmla="*/ 512 h 2043"/>
                <a:gd name="T50" fmla="*/ 326 w 2050"/>
                <a:gd name="T51" fmla="*/ 838 h 2043"/>
                <a:gd name="T52" fmla="*/ 766 w 2050"/>
                <a:gd name="T53" fmla="*/ 1899 h 2043"/>
                <a:gd name="T54" fmla="*/ 1205 w 2050"/>
                <a:gd name="T55" fmla="*/ 838 h 2043"/>
                <a:gd name="T56" fmla="*/ 369 w 2050"/>
                <a:gd name="T57" fmla="*/ 1674 h 2043"/>
                <a:gd name="T58" fmla="*/ 766 w 2050"/>
                <a:gd name="T59" fmla="*/ 717 h 2043"/>
                <a:gd name="T60" fmla="*/ 1162 w 2050"/>
                <a:gd name="T61" fmla="*/ 1674 h 2043"/>
                <a:gd name="T62" fmla="*/ 796 w 2050"/>
                <a:gd name="T63" fmla="*/ 1025 h 2043"/>
                <a:gd name="T64" fmla="*/ 937 w 2050"/>
                <a:gd name="T65" fmla="*/ 1165 h 2043"/>
                <a:gd name="T66" fmla="*/ 796 w 2050"/>
                <a:gd name="T67" fmla="*/ 963 h 2043"/>
                <a:gd name="T68" fmla="*/ 766 w 2050"/>
                <a:gd name="T69" fmla="*/ 904 h 2043"/>
                <a:gd name="T70" fmla="*/ 735 w 2050"/>
                <a:gd name="T71" fmla="*/ 963 h 2043"/>
                <a:gd name="T72" fmla="*/ 735 w 2050"/>
                <a:gd name="T73" fmla="*/ 1306 h 2043"/>
                <a:gd name="T74" fmla="*/ 625 w 2050"/>
                <a:gd name="T75" fmla="*/ 1421 h 2043"/>
                <a:gd name="T76" fmla="*/ 564 w 2050"/>
                <a:gd name="T77" fmla="*/ 1421 h 2043"/>
                <a:gd name="T78" fmla="*/ 735 w 2050"/>
                <a:gd name="T79" fmla="*/ 1621 h 2043"/>
                <a:gd name="T80" fmla="*/ 796 w 2050"/>
                <a:gd name="T81" fmla="*/ 1621 h 2043"/>
                <a:gd name="T82" fmla="*/ 968 w 2050"/>
                <a:gd name="T83" fmla="*/ 1421 h 2043"/>
                <a:gd name="T84" fmla="*/ 735 w 2050"/>
                <a:gd name="T85" fmla="*/ 1244 h 2043"/>
                <a:gd name="T86" fmla="*/ 735 w 2050"/>
                <a:gd name="T87" fmla="*/ 1025 h 2043"/>
                <a:gd name="T88" fmla="*/ 796 w 2050"/>
                <a:gd name="T89" fmla="*/ 1530 h 2043"/>
                <a:gd name="T90" fmla="*/ 907 w 2050"/>
                <a:gd name="T91" fmla="*/ 1421 h 2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050" h="2043">
                  <a:moveTo>
                    <a:pt x="2038" y="468"/>
                  </a:moveTo>
                  <a:cubicBezTo>
                    <a:pt x="1550" y="11"/>
                    <a:pt x="1550" y="11"/>
                    <a:pt x="1550" y="11"/>
                  </a:cubicBezTo>
                  <a:cubicBezTo>
                    <a:pt x="1538" y="0"/>
                    <a:pt x="1520" y="0"/>
                    <a:pt x="1508" y="11"/>
                  </a:cubicBezTo>
                  <a:cubicBezTo>
                    <a:pt x="1020" y="468"/>
                    <a:pt x="1020" y="468"/>
                    <a:pt x="1020" y="468"/>
                  </a:cubicBezTo>
                  <a:cubicBezTo>
                    <a:pt x="1011" y="477"/>
                    <a:pt x="1008" y="490"/>
                    <a:pt x="1013" y="502"/>
                  </a:cubicBezTo>
                  <a:cubicBezTo>
                    <a:pt x="1017" y="513"/>
                    <a:pt x="1028" y="521"/>
                    <a:pt x="1041" y="521"/>
                  </a:cubicBezTo>
                  <a:cubicBezTo>
                    <a:pt x="1233" y="521"/>
                    <a:pt x="1233" y="521"/>
                    <a:pt x="1233" y="521"/>
                  </a:cubicBezTo>
                  <a:cubicBezTo>
                    <a:pt x="1233" y="603"/>
                    <a:pt x="1233" y="603"/>
                    <a:pt x="1233" y="603"/>
                  </a:cubicBezTo>
                  <a:cubicBezTo>
                    <a:pt x="1233" y="620"/>
                    <a:pt x="1247" y="634"/>
                    <a:pt x="1264" y="634"/>
                  </a:cubicBezTo>
                  <a:cubicBezTo>
                    <a:pt x="1280" y="634"/>
                    <a:pt x="1294" y="620"/>
                    <a:pt x="1294" y="603"/>
                  </a:cubicBezTo>
                  <a:cubicBezTo>
                    <a:pt x="1294" y="491"/>
                    <a:pt x="1294" y="491"/>
                    <a:pt x="1294" y="491"/>
                  </a:cubicBezTo>
                  <a:cubicBezTo>
                    <a:pt x="1294" y="474"/>
                    <a:pt x="1280" y="460"/>
                    <a:pt x="1264" y="460"/>
                  </a:cubicBezTo>
                  <a:cubicBezTo>
                    <a:pt x="1118" y="460"/>
                    <a:pt x="1118" y="460"/>
                    <a:pt x="1118" y="460"/>
                  </a:cubicBezTo>
                  <a:cubicBezTo>
                    <a:pt x="1529" y="75"/>
                    <a:pt x="1529" y="75"/>
                    <a:pt x="1529" y="75"/>
                  </a:cubicBezTo>
                  <a:cubicBezTo>
                    <a:pt x="1940" y="460"/>
                    <a:pt x="1940" y="460"/>
                    <a:pt x="1940" y="460"/>
                  </a:cubicBezTo>
                  <a:cubicBezTo>
                    <a:pt x="1795" y="460"/>
                    <a:pt x="1795" y="460"/>
                    <a:pt x="1795" y="460"/>
                  </a:cubicBezTo>
                  <a:cubicBezTo>
                    <a:pt x="1778" y="460"/>
                    <a:pt x="1764" y="474"/>
                    <a:pt x="1764" y="491"/>
                  </a:cubicBezTo>
                  <a:cubicBezTo>
                    <a:pt x="1764" y="1534"/>
                    <a:pt x="1764" y="1534"/>
                    <a:pt x="1764" y="1534"/>
                  </a:cubicBezTo>
                  <a:cubicBezTo>
                    <a:pt x="1764" y="1551"/>
                    <a:pt x="1778" y="1564"/>
                    <a:pt x="1795" y="1564"/>
                  </a:cubicBezTo>
                  <a:cubicBezTo>
                    <a:pt x="1812" y="1564"/>
                    <a:pt x="1825" y="1551"/>
                    <a:pt x="1825" y="1534"/>
                  </a:cubicBezTo>
                  <a:cubicBezTo>
                    <a:pt x="1825" y="521"/>
                    <a:pt x="1825" y="521"/>
                    <a:pt x="1825" y="521"/>
                  </a:cubicBezTo>
                  <a:cubicBezTo>
                    <a:pt x="2018" y="521"/>
                    <a:pt x="2018" y="521"/>
                    <a:pt x="2018" y="521"/>
                  </a:cubicBezTo>
                  <a:cubicBezTo>
                    <a:pt x="2030" y="521"/>
                    <a:pt x="2041" y="513"/>
                    <a:pt x="2046" y="502"/>
                  </a:cubicBezTo>
                  <a:cubicBezTo>
                    <a:pt x="2050" y="490"/>
                    <a:pt x="2047" y="477"/>
                    <a:pt x="2038" y="468"/>
                  </a:cubicBezTo>
                  <a:close/>
                  <a:moveTo>
                    <a:pt x="1795" y="1625"/>
                  </a:moveTo>
                  <a:cubicBezTo>
                    <a:pt x="1778" y="1625"/>
                    <a:pt x="1764" y="1639"/>
                    <a:pt x="1764" y="1656"/>
                  </a:cubicBezTo>
                  <a:cubicBezTo>
                    <a:pt x="1764" y="1982"/>
                    <a:pt x="1764" y="1982"/>
                    <a:pt x="1764" y="1982"/>
                  </a:cubicBezTo>
                  <a:cubicBezTo>
                    <a:pt x="1294" y="1982"/>
                    <a:pt x="1294" y="1982"/>
                    <a:pt x="1294" y="1982"/>
                  </a:cubicBezTo>
                  <a:cubicBezTo>
                    <a:pt x="1294" y="1956"/>
                    <a:pt x="1294" y="1956"/>
                    <a:pt x="1294" y="1956"/>
                  </a:cubicBezTo>
                  <a:cubicBezTo>
                    <a:pt x="1294" y="1940"/>
                    <a:pt x="1280" y="1926"/>
                    <a:pt x="1264" y="1926"/>
                  </a:cubicBezTo>
                  <a:cubicBezTo>
                    <a:pt x="1247" y="1926"/>
                    <a:pt x="1233" y="1940"/>
                    <a:pt x="1233" y="1956"/>
                  </a:cubicBezTo>
                  <a:cubicBezTo>
                    <a:pt x="1233" y="2013"/>
                    <a:pt x="1233" y="2013"/>
                    <a:pt x="1233" y="2013"/>
                  </a:cubicBezTo>
                  <a:cubicBezTo>
                    <a:pt x="1233" y="2030"/>
                    <a:pt x="1247" y="2043"/>
                    <a:pt x="1264" y="2043"/>
                  </a:cubicBezTo>
                  <a:cubicBezTo>
                    <a:pt x="1795" y="2043"/>
                    <a:pt x="1795" y="2043"/>
                    <a:pt x="1795" y="2043"/>
                  </a:cubicBezTo>
                  <a:cubicBezTo>
                    <a:pt x="1812" y="2043"/>
                    <a:pt x="1825" y="2030"/>
                    <a:pt x="1825" y="2013"/>
                  </a:cubicBezTo>
                  <a:cubicBezTo>
                    <a:pt x="1825" y="1656"/>
                    <a:pt x="1825" y="1656"/>
                    <a:pt x="1825" y="1656"/>
                  </a:cubicBezTo>
                  <a:cubicBezTo>
                    <a:pt x="1825" y="1639"/>
                    <a:pt x="1812" y="1625"/>
                    <a:pt x="1795" y="1625"/>
                  </a:cubicBezTo>
                  <a:close/>
                  <a:moveTo>
                    <a:pt x="766" y="512"/>
                  </a:moveTo>
                  <a:cubicBezTo>
                    <a:pt x="749" y="512"/>
                    <a:pt x="735" y="525"/>
                    <a:pt x="735" y="542"/>
                  </a:cubicBezTo>
                  <a:cubicBezTo>
                    <a:pt x="735" y="559"/>
                    <a:pt x="749" y="573"/>
                    <a:pt x="766" y="573"/>
                  </a:cubicBezTo>
                  <a:cubicBezTo>
                    <a:pt x="1154" y="573"/>
                    <a:pt x="1470" y="889"/>
                    <a:pt x="1470" y="1278"/>
                  </a:cubicBezTo>
                  <a:cubicBezTo>
                    <a:pt x="1470" y="1666"/>
                    <a:pt x="1154" y="1982"/>
                    <a:pt x="766" y="1982"/>
                  </a:cubicBezTo>
                  <a:cubicBezTo>
                    <a:pt x="377" y="1982"/>
                    <a:pt x="61" y="1666"/>
                    <a:pt x="61" y="1278"/>
                  </a:cubicBezTo>
                  <a:cubicBezTo>
                    <a:pt x="61" y="942"/>
                    <a:pt x="299" y="652"/>
                    <a:pt x="628" y="586"/>
                  </a:cubicBezTo>
                  <a:cubicBezTo>
                    <a:pt x="644" y="583"/>
                    <a:pt x="655" y="567"/>
                    <a:pt x="651" y="550"/>
                  </a:cubicBezTo>
                  <a:cubicBezTo>
                    <a:pt x="648" y="534"/>
                    <a:pt x="632" y="523"/>
                    <a:pt x="616" y="527"/>
                  </a:cubicBezTo>
                  <a:cubicBezTo>
                    <a:pt x="259" y="597"/>
                    <a:pt x="0" y="913"/>
                    <a:pt x="0" y="1278"/>
                  </a:cubicBezTo>
                  <a:cubicBezTo>
                    <a:pt x="0" y="1700"/>
                    <a:pt x="343" y="2043"/>
                    <a:pt x="766" y="2043"/>
                  </a:cubicBezTo>
                  <a:cubicBezTo>
                    <a:pt x="1188" y="2043"/>
                    <a:pt x="1531" y="1700"/>
                    <a:pt x="1531" y="1278"/>
                  </a:cubicBezTo>
                  <a:cubicBezTo>
                    <a:pt x="1531" y="855"/>
                    <a:pt x="1188" y="512"/>
                    <a:pt x="766" y="512"/>
                  </a:cubicBezTo>
                  <a:close/>
                  <a:moveTo>
                    <a:pt x="1205" y="838"/>
                  </a:moveTo>
                  <a:cubicBezTo>
                    <a:pt x="963" y="596"/>
                    <a:pt x="569" y="596"/>
                    <a:pt x="326" y="838"/>
                  </a:cubicBezTo>
                  <a:cubicBezTo>
                    <a:pt x="84" y="1080"/>
                    <a:pt x="84" y="1475"/>
                    <a:pt x="326" y="1717"/>
                  </a:cubicBezTo>
                  <a:cubicBezTo>
                    <a:pt x="447" y="1838"/>
                    <a:pt x="607" y="1899"/>
                    <a:pt x="766" y="1899"/>
                  </a:cubicBezTo>
                  <a:cubicBezTo>
                    <a:pt x="925" y="1899"/>
                    <a:pt x="1084" y="1838"/>
                    <a:pt x="1205" y="1717"/>
                  </a:cubicBezTo>
                  <a:cubicBezTo>
                    <a:pt x="1448" y="1475"/>
                    <a:pt x="1448" y="1080"/>
                    <a:pt x="1205" y="838"/>
                  </a:cubicBezTo>
                  <a:close/>
                  <a:moveTo>
                    <a:pt x="1162" y="1674"/>
                  </a:moveTo>
                  <a:cubicBezTo>
                    <a:pt x="944" y="1892"/>
                    <a:pt x="588" y="1892"/>
                    <a:pt x="369" y="1674"/>
                  </a:cubicBezTo>
                  <a:cubicBezTo>
                    <a:pt x="151" y="1455"/>
                    <a:pt x="151" y="1100"/>
                    <a:pt x="369" y="881"/>
                  </a:cubicBezTo>
                  <a:cubicBezTo>
                    <a:pt x="479" y="772"/>
                    <a:pt x="622" y="717"/>
                    <a:pt x="766" y="717"/>
                  </a:cubicBezTo>
                  <a:cubicBezTo>
                    <a:pt x="909" y="717"/>
                    <a:pt x="1053" y="772"/>
                    <a:pt x="1162" y="881"/>
                  </a:cubicBezTo>
                  <a:cubicBezTo>
                    <a:pt x="1381" y="1100"/>
                    <a:pt x="1381" y="1455"/>
                    <a:pt x="1162" y="1674"/>
                  </a:cubicBezTo>
                  <a:close/>
                  <a:moveTo>
                    <a:pt x="796" y="1249"/>
                  </a:moveTo>
                  <a:cubicBezTo>
                    <a:pt x="796" y="1025"/>
                    <a:pt x="796" y="1025"/>
                    <a:pt x="796" y="1025"/>
                  </a:cubicBezTo>
                  <a:cubicBezTo>
                    <a:pt x="859" y="1036"/>
                    <a:pt x="907" y="1081"/>
                    <a:pt x="907" y="1134"/>
                  </a:cubicBezTo>
                  <a:cubicBezTo>
                    <a:pt x="907" y="1151"/>
                    <a:pt x="921" y="1165"/>
                    <a:pt x="937" y="1165"/>
                  </a:cubicBezTo>
                  <a:cubicBezTo>
                    <a:pt x="954" y="1165"/>
                    <a:pt x="968" y="1151"/>
                    <a:pt x="968" y="1134"/>
                  </a:cubicBezTo>
                  <a:cubicBezTo>
                    <a:pt x="968" y="1048"/>
                    <a:pt x="893" y="976"/>
                    <a:pt x="796" y="963"/>
                  </a:cubicBezTo>
                  <a:cubicBezTo>
                    <a:pt x="796" y="934"/>
                    <a:pt x="796" y="934"/>
                    <a:pt x="796" y="934"/>
                  </a:cubicBezTo>
                  <a:cubicBezTo>
                    <a:pt x="796" y="917"/>
                    <a:pt x="783" y="904"/>
                    <a:pt x="766" y="904"/>
                  </a:cubicBezTo>
                  <a:cubicBezTo>
                    <a:pt x="749" y="904"/>
                    <a:pt x="735" y="917"/>
                    <a:pt x="735" y="934"/>
                  </a:cubicBezTo>
                  <a:cubicBezTo>
                    <a:pt x="735" y="963"/>
                    <a:pt x="735" y="963"/>
                    <a:pt x="735" y="963"/>
                  </a:cubicBezTo>
                  <a:cubicBezTo>
                    <a:pt x="638" y="976"/>
                    <a:pt x="564" y="1048"/>
                    <a:pt x="564" y="1134"/>
                  </a:cubicBezTo>
                  <a:cubicBezTo>
                    <a:pt x="564" y="1221"/>
                    <a:pt x="638" y="1293"/>
                    <a:pt x="735" y="1306"/>
                  </a:cubicBezTo>
                  <a:cubicBezTo>
                    <a:pt x="735" y="1530"/>
                    <a:pt x="735" y="1530"/>
                    <a:pt x="735" y="1530"/>
                  </a:cubicBezTo>
                  <a:cubicBezTo>
                    <a:pt x="672" y="1519"/>
                    <a:pt x="625" y="1474"/>
                    <a:pt x="625" y="1421"/>
                  </a:cubicBezTo>
                  <a:cubicBezTo>
                    <a:pt x="625" y="1404"/>
                    <a:pt x="611" y="1390"/>
                    <a:pt x="594" y="1390"/>
                  </a:cubicBezTo>
                  <a:cubicBezTo>
                    <a:pt x="577" y="1390"/>
                    <a:pt x="564" y="1404"/>
                    <a:pt x="564" y="1421"/>
                  </a:cubicBezTo>
                  <a:cubicBezTo>
                    <a:pt x="564" y="1507"/>
                    <a:pt x="638" y="1579"/>
                    <a:pt x="735" y="1592"/>
                  </a:cubicBezTo>
                  <a:cubicBezTo>
                    <a:pt x="735" y="1621"/>
                    <a:pt x="735" y="1621"/>
                    <a:pt x="735" y="1621"/>
                  </a:cubicBezTo>
                  <a:cubicBezTo>
                    <a:pt x="735" y="1638"/>
                    <a:pt x="749" y="1651"/>
                    <a:pt x="766" y="1651"/>
                  </a:cubicBezTo>
                  <a:cubicBezTo>
                    <a:pt x="783" y="1651"/>
                    <a:pt x="796" y="1638"/>
                    <a:pt x="796" y="1621"/>
                  </a:cubicBezTo>
                  <a:cubicBezTo>
                    <a:pt x="796" y="1592"/>
                    <a:pt x="796" y="1592"/>
                    <a:pt x="796" y="1592"/>
                  </a:cubicBezTo>
                  <a:cubicBezTo>
                    <a:pt x="893" y="1579"/>
                    <a:pt x="968" y="1507"/>
                    <a:pt x="968" y="1421"/>
                  </a:cubicBezTo>
                  <a:cubicBezTo>
                    <a:pt x="968" y="1334"/>
                    <a:pt x="893" y="1262"/>
                    <a:pt x="796" y="1249"/>
                  </a:cubicBezTo>
                  <a:close/>
                  <a:moveTo>
                    <a:pt x="735" y="1244"/>
                  </a:moveTo>
                  <a:cubicBezTo>
                    <a:pt x="672" y="1233"/>
                    <a:pt x="625" y="1188"/>
                    <a:pt x="625" y="1134"/>
                  </a:cubicBezTo>
                  <a:cubicBezTo>
                    <a:pt x="625" y="1081"/>
                    <a:pt x="672" y="1036"/>
                    <a:pt x="735" y="1025"/>
                  </a:cubicBezTo>
                  <a:lnTo>
                    <a:pt x="735" y="1244"/>
                  </a:lnTo>
                  <a:close/>
                  <a:moveTo>
                    <a:pt x="796" y="1530"/>
                  </a:moveTo>
                  <a:cubicBezTo>
                    <a:pt x="796" y="1311"/>
                    <a:pt x="796" y="1311"/>
                    <a:pt x="796" y="1311"/>
                  </a:cubicBezTo>
                  <a:cubicBezTo>
                    <a:pt x="859" y="1322"/>
                    <a:pt x="907" y="1367"/>
                    <a:pt x="907" y="1421"/>
                  </a:cubicBezTo>
                  <a:cubicBezTo>
                    <a:pt x="907" y="1474"/>
                    <a:pt x="859" y="1519"/>
                    <a:pt x="796" y="153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111DC69-E236-BD03-FC46-1DFF670D7C32}"/>
              </a:ext>
            </a:extLst>
          </p:cNvPr>
          <p:cNvGrpSpPr/>
          <p:nvPr/>
        </p:nvGrpSpPr>
        <p:grpSpPr>
          <a:xfrm>
            <a:off x="2616541" y="2679466"/>
            <a:ext cx="540000" cy="540000"/>
            <a:chOff x="2616541" y="3372375"/>
            <a:chExt cx="468000" cy="46800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D55526B9-B79E-C019-9333-8D9E48BA3744}"/>
                </a:ext>
              </a:extLst>
            </p:cNvPr>
            <p:cNvGrpSpPr/>
            <p:nvPr/>
          </p:nvGrpSpPr>
          <p:grpSpPr>
            <a:xfrm>
              <a:off x="2616541" y="3372375"/>
              <a:ext cx="468000" cy="468000"/>
              <a:chOff x="2593681" y="1701219"/>
              <a:chExt cx="432000" cy="432000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7E777C71-2228-4E10-C4F3-F1321A94B1CE}"/>
                  </a:ext>
                </a:extLst>
              </p:cNvPr>
              <p:cNvSpPr/>
              <p:nvPr/>
            </p:nvSpPr>
            <p:spPr bwMode="auto">
              <a:xfrm flipH="1">
                <a:off x="2593681" y="1701219"/>
                <a:ext cx="432000" cy="432000"/>
              </a:xfrm>
              <a:prstGeom prst="ellipse">
                <a:avLst/>
              </a:prstGeom>
              <a:gradFill flip="none" rotWithShape="1">
                <a:gsLst>
                  <a:gs pos="0">
                    <a:srgbClr val="7D95BE">
                      <a:alpha val="50000"/>
                    </a:srgbClr>
                  </a:gs>
                  <a:gs pos="100000">
                    <a:srgbClr val="7D95BE">
                      <a:alpha val="30000"/>
                    </a:srgbClr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4F974606-C452-2071-4F2B-8A8FF8963E2D}"/>
                  </a:ext>
                </a:extLst>
              </p:cNvPr>
              <p:cNvSpPr/>
              <p:nvPr/>
            </p:nvSpPr>
            <p:spPr bwMode="auto">
              <a:xfrm flipH="1">
                <a:off x="2629681" y="1737219"/>
                <a:ext cx="360000" cy="36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7D95BE">
                      <a:alpha val="60000"/>
                    </a:srgbClr>
                  </a:gs>
                  <a:gs pos="75000">
                    <a:srgbClr val="7D95BE"/>
                  </a:gs>
                </a:gsLst>
                <a:lin ang="2700000" scaled="0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19" name="Freeform 37">
              <a:extLst>
                <a:ext uri="{FF2B5EF4-FFF2-40B4-BE49-F238E27FC236}">
                  <a16:creationId xmlns:a16="http://schemas.microsoft.com/office/drawing/2014/main" id="{05521C53-FE6A-A32D-5441-B7BB114D90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4610" y="3482628"/>
              <a:ext cx="251862" cy="247494"/>
            </a:xfrm>
            <a:custGeom>
              <a:avLst/>
              <a:gdLst>
                <a:gd name="T0" fmla="*/ 152 w 200"/>
                <a:gd name="T1" fmla="*/ 103 h 196"/>
                <a:gd name="T2" fmla="*/ 162 w 200"/>
                <a:gd name="T3" fmla="*/ 106 h 196"/>
                <a:gd name="T4" fmla="*/ 158 w 200"/>
                <a:gd name="T5" fmla="*/ 116 h 196"/>
                <a:gd name="T6" fmla="*/ 192 w 200"/>
                <a:gd name="T7" fmla="*/ 138 h 196"/>
                <a:gd name="T8" fmla="*/ 151 w 200"/>
                <a:gd name="T9" fmla="*/ 168 h 196"/>
                <a:gd name="T10" fmla="*/ 126 w 200"/>
                <a:gd name="T11" fmla="*/ 196 h 196"/>
                <a:gd name="T12" fmla="*/ 99 w 200"/>
                <a:gd name="T13" fmla="*/ 180 h 196"/>
                <a:gd name="T14" fmla="*/ 78 w 200"/>
                <a:gd name="T15" fmla="*/ 196 h 196"/>
                <a:gd name="T16" fmla="*/ 53 w 200"/>
                <a:gd name="T17" fmla="*/ 169 h 196"/>
                <a:gd name="T18" fmla="*/ 22 w 200"/>
                <a:gd name="T19" fmla="*/ 112 h 196"/>
                <a:gd name="T20" fmla="*/ 18 w 200"/>
                <a:gd name="T21" fmla="*/ 115 h 196"/>
                <a:gd name="T22" fmla="*/ 0 w 200"/>
                <a:gd name="T23" fmla="*/ 120 h 196"/>
                <a:gd name="T24" fmla="*/ 14 w 200"/>
                <a:gd name="T25" fmla="*/ 111 h 196"/>
                <a:gd name="T26" fmla="*/ 4 w 200"/>
                <a:gd name="T27" fmla="*/ 96 h 196"/>
                <a:gd name="T28" fmla="*/ 22 w 200"/>
                <a:gd name="T29" fmla="*/ 106 h 196"/>
                <a:gd name="T30" fmla="*/ 51 w 200"/>
                <a:gd name="T31" fmla="*/ 64 h 196"/>
                <a:gd name="T32" fmla="*/ 35 w 200"/>
                <a:gd name="T33" fmla="*/ 88 h 196"/>
                <a:gd name="T34" fmla="*/ 58 w 200"/>
                <a:gd name="T35" fmla="*/ 167 h 196"/>
                <a:gd name="T36" fmla="*/ 78 w 200"/>
                <a:gd name="T37" fmla="*/ 190 h 196"/>
                <a:gd name="T38" fmla="*/ 86 w 200"/>
                <a:gd name="T39" fmla="*/ 173 h 196"/>
                <a:gd name="T40" fmla="*/ 123 w 200"/>
                <a:gd name="T41" fmla="*/ 176 h 196"/>
                <a:gd name="T42" fmla="*/ 140 w 200"/>
                <a:gd name="T43" fmla="*/ 190 h 196"/>
                <a:gd name="T44" fmla="*/ 148 w 200"/>
                <a:gd name="T45" fmla="*/ 163 h 196"/>
                <a:gd name="T46" fmla="*/ 190 w 200"/>
                <a:gd name="T47" fmla="*/ 133 h 196"/>
                <a:gd name="T48" fmla="*/ 190 w 200"/>
                <a:gd name="T49" fmla="*/ 109 h 196"/>
                <a:gd name="T50" fmla="*/ 169 w 200"/>
                <a:gd name="T51" fmla="*/ 87 h 196"/>
                <a:gd name="T52" fmla="*/ 151 w 200"/>
                <a:gd name="T53" fmla="*/ 96 h 196"/>
                <a:gd name="T54" fmla="*/ 129 w 200"/>
                <a:gd name="T55" fmla="*/ 63 h 196"/>
                <a:gd name="T56" fmla="*/ 123 w 200"/>
                <a:gd name="T57" fmla="*/ 61 h 196"/>
                <a:gd name="T58" fmla="*/ 111 w 200"/>
                <a:gd name="T59" fmla="*/ 73 h 196"/>
                <a:gd name="T60" fmla="*/ 116 w 200"/>
                <a:gd name="T61" fmla="*/ 80 h 196"/>
                <a:gd name="T62" fmla="*/ 62 w 200"/>
                <a:gd name="T63" fmla="*/ 78 h 196"/>
                <a:gd name="T64" fmla="*/ 69 w 200"/>
                <a:gd name="T65" fmla="*/ 73 h 196"/>
                <a:gd name="T66" fmla="*/ 62 w 200"/>
                <a:gd name="T67" fmla="*/ 11 h 196"/>
                <a:gd name="T68" fmla="*/ 126 w 200"/>
                <a:gd name="T69" fmla="*/ 21 h 196"/>
                <a:gd name="T70" fmla="*/ 114 w 200"/>
                <a:gd name="T71" fmla="*/ 15 h 196"/>
                <a:gd name="T72" fmla="*/ 56 w 200"/>
                <a:gd name="T73" fmla="*/ 39 h 196"/>
                <a:gd name="T74" fmla="*/ 102 w 200"/>
                <a:gd name="T75" fmla="*/ 71 h 196"/>
                <a:gd name="T76" fmla="*/ 127 w 200"/>
                <a:gd name="T77" fmla="*/ 38 h 196"/>
                <a:gd name="T78" fmla="*/ 126 w 200"/>
                <a:gd name="T79" fmla="*/ 56 h 196"/>
                <a:gd name="T80" fmla="*/ 134 w 200"/>
                <a:gd name="T81" fmla="*/ 56 h 196"/>
                <a:gd name="T82" fmla="*/ 169 w 200"/>
                <a:gd name="T83" fmla="*/ 77 h 196"/>
                <a:gd name="T84" fmla="*/ 182 w 200"/>
                <a:gd name="T85" fmla="*/ 99 h 196"/>
                <a:gd name="T86" fmla="*/ 200 w 200"/>
                <a:gd name="T87" fmla="*/ 114 h 196"/>
                <a:gd name="T88" fmla="*/ 136 w 200"/>
                <a:gd name="T89" fmla="*/ 61 h 196"/>
                <a:gd name="T90" fmla="*/ 140 w 200"/>
                <a:gd name="T91" fmla="*/ 87 h 196"/>
                <a:gd name="T92" fmla="*/ 163 w 200"/>
                <a:gd name="T93" fmla="*/ 53 h 196"/>
                <a:gd name="T94" fmla="*/ 11 w 200"/>
                <a:gd name="T95" fmla="*/ 98 h 196"/>
                <a:gd name="T96" fmla="*/ 8 w 200"/>
                <a:gd name="T97" fmla="*/ 101 h 196"/>
                <a:gd name="T98" fmla="*/ 90 w 200"/>
                <a:gd name="T99" fmla="*/ 59 h 196"/>
                <a:gd name="T100" fmla="*/ 93 w 200"/>
                <a:gd name="T101" fmla="*/ 57 h 196"/>
                <a:gd name="T102" fmla="*/ 93 w 200"/>
                <a:gd name="T103" fmla="*/ 25 h 196"/>
                <a:gd name="T104" fmla="*/ 93 w 200"/>
                <a:gd name="T105" fmla="*/ 21 h 196"/>
                <a:gd name="T106" fmla="*/ 90 w 200"/>
                <a:gd name="T107" fmla="*/ 19 h 196"/>
                <a:gd name="T108" fmla="*/ 90 w 200"/>
                <a:gd name="T109" fmla="*/ 40 h 196"/>
                <a:gd name="T110" fmla="*/ 79 w 200"/>
                <a:gd name="T111" fmla="*/ 51 h 196"/>
                <a:gd name="T112" fmla="*/ 90 w 200"/>
                <a:gd name="T113" fmla="*/ 26 h 196"/>
                <a:gd name="T114" fmla="*/ 97 w 200"/>
                <a:gd name="T115" fmla="*/ 47 h 196"/>
                <a:gd name="T116" fmla="*/ 97 w 200"/>
                <a:gd name="T117" fmla="*/ 4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196">
                  <a:moveTo>
                    <a:pt x="158" y="116"/>
                  </a:moveTo>
                  <a:cubicBezTo>
                    <a:pt x="153" y="116"/>
                    <a:pt x="149" y="111"/>
                    <a:pt x="149" y="106"/>
                  </a:cubicBezTo>
                  <a:cubicBezTo>
                    <a:pt x="149" y="105"/>
                    <a:pt x="150" y="103"/>
                    <a:pt x="152" y="103"/>
                  </a:cubicBezTo>
                  <a:cubicBezTo>
                    <a:pt x="153" y="103"/>
                    <a:pt x="155" y="105"/>
                    <a:pt x="155" y="106"/>
                  </a:cubicBezTo>
                  <a:cubicBezTo>
                    <a:pt x="155" y="108"/>
                    <a:pt x="156" y="110"/>
                    <a:pt x="158" y="110"/>
                  </a:cubicBezTo>
                  <a:cubicBezTo>
                    <a:pt x="160" y="110"/>
                    <a:pt x="162" y="108"/>
                    <a:pt x="162" y="106"/>
                  </a:cubicBezTo>
                  <a:cubicBezTo>
                    <a:pt x="162" y="105"/>
                    <a:pt x="163" y="103"/>
                    <a:pt x="165" y="103"/>
                  </a:cubicBezTo>
                  <a:cubicBezTo>
                    <a:pt x="167" y="103"/>
                    <a:pt x="168" y="105"/>
                    <a:pt x="168" y="106"/>
                  </a:cubicBezTo>
                  <a:cubicBezTo>
                    <a:pt x="168" y="111"/>
                    <a:pt x="164" y="116"/>
                    <a:pt x="158" y="116"/>
                  </a:cubicBezTo>
                  <a:close/>
                  <a:moveTo>
                    <a:pt x="200" y="114"/>
                  </a:moveTo>
                  <a:cubicBezTo>
                    <a:pt x="200" y="128"/>
                    <a:pt x="200" y="128"/>
                    <a:pt x="200" y="128"/>
                  </a:cubicBezTo>
                  <a:cubicBezTo>
                    <a:pt x="200" y="133"/>
                    <a:pt x="197" y="137"/>
                    <a:pt x="192" y="138"/>
                  </a:cubicBezTo>
                  <a:cubicBezTo>
                    <a:pt x="179" y="142"/>
                    <a:pt x="179" y="142"/>
                    <a:pt x="179" y="142"/>
                  </a:cubicBezTo>
                  <a:cubicBezTo>
                    <a:pt x="178" y="143"/>
                    <a:pt x="178" y="143"/>
                    <a:pt x="177" y="144"/>
                  </a:cubicBezTo>
                  <a:cubicBezTo>
                    <a:pt x="172" y="154"/>
                    <a:pt x="163" y="162"/>
                    <a:pt x="151" y="168"/>
                  </a:cubicBezTo>
                  <a:cubicBezTo>
                    <a:pt x="147" y="190"/>
                    <a:pt x="147" y="190"/>
                    <a:pt x="147" y="190"/>
                  </a:cubicBezTo>
                  <a:cubicBezTo>
                    <a:pt x="146" y="193"/>
                    <a:pt x="144" y="196"/>
                    <a:pt x="140" y="196"/>
                  </a:cubicBezTo>
                  <a:cubicBezTo>
                    <a:pt x="126" y="196"/>
                    <a:pt x="126" y="196"/>
                    <a:pt x="126" y="196"/>
                  </a:cubicBezTo>
                  <a:cubicBezTo>
                    <a:pt x="123" y="196"/>
                    <a:pt x="120" y="193"/>
                    <a:pt x="119" y="190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11" y="179"/>
                    <a:pt x="105" y="180"/>
                    <a:pt x="99" y="180"/>
                  </a:cubicBezTo>
                  <a:cubicBezTo>
                    <a:pt x="95" y="180"/>
                    <a:pt x="91" y="180"/>
                    <a:pt x="87" y="179"/>
                  </a:cubicBezTo>
                  <a:cubicBezTo>
                    <a:pt x="85" y="190"/>
                    <a:pt x="85" y="190"/>
                    <a:pt x="85" y="190"/>
                  </a:cubicBezTo>
                  <a:cubicBezTo>
                    <a:pt x="84" y="193"/>
                    <a:pt x="81" y="196"/>
                    <a:pt x="78" y="196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0" y="196"/>
                    <a:pt x="57" y="193"/>
                    <a:pt x="57" y="190"/>
                  </a:cubicBezTo>
                  <a:cubicBezTo>
                    <a:pt x="53" y="169"/>
                    <a:pt x="53" y="169"/>
                    <a:pt x="53" y="169"/>
                  </a:cubicBezTo>
                  <a:cubicBezTo>
                    <a:pt x="43" y="164"/>
                    <a:pt x="36" y="157"/>
                    <a:pt x="30" y="149"/>
                  </a:cubicBezTo>
                  <a:cubicBezTo>
                    <a:pt x="25" y="139"/>
                    <a:pt x="22" y="129"/>
                    <a:pt x="22" y="116"/>
                  </a:cubicBezTo>
                  <a:cubicBezTo>
                    <a:pt x="22" y="115"/>
                    <a:pt x="22" y="113"/>
                    <a:pt x="22" y="112"/>
                  </a:cubicBezTo>
                  <a:cubicBezTo>
                    <a:pt x="22" y="112"/>
                    <a:pt x="22" y="112"/>
                    <a:pt x="22" y="112"/>
                  </a:cubicBezTo>
                  <a:cubicBezTo>
                    <a:pt x="22" y="112"/>
                    <a:pt x="21" y="112"/>
                    <a:pt x="20" y="111"/>
                  </a:cubicBezTo>
                  <a:cubicBezTo>
                    <a:pt x="20" y="113"/>
                    <a:pt x="19" y="114"/>
                    <a:pt x="18" y="115"/>
                  </a:cubicBezTo>
                  <a:cubicBezTo>
                    <a:pt x="13" y="122"/>
                    <a:pt x="7" y="123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1" y="123"/>
                    <a:pt x="0" y="122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18"/>
                    <a:pt x="1" y="117"/>
                    <a:pt x="3" y="117"/>
                  </a:cubicBezTo>
                  <a:cubicBezTo>
                    <a:pt x="6" y="117"/>
                    <a:pt x="10" y="116"/>
                    <a:pt x="14" y="111"/>
                  </a:cubicBezTo>
                  <a:cubicBezTo>
                    <a:pt x="14" y="111"/>
                    <a:pt x="14" y="111"/>
                    <a:pt x="14" y="110"/>
                  </a:cubicBezTo>
                  <a:cubicBezTo>
                    <a:pt x="8" y="109"/>
                    <a:pt x="4" y="107"/>
                    <a:pt x="3" y="104"/>
                  </a:cubicBezTo>
                  <a:cubicBezTo>
                    <a:pt x="2" y="102"/>
                    <a:pt x="2" y="99"/>
                    <a:pt x="4" y="96"/>
                  </a:cubicBezTo>
                  <a:cubicBezTo>
                    <a:pt x="6" y="93"/>
                    <a:pt x="9" y="92"/>
                    <a:pt x="12" y="92"/>
                  </a:cubicBezTo>
                  <a:cubicBezTo>
                    <a:pt x="16" y="93"/>
                    <a:pt x="19" y="96"/>
                    <a:pt x="21" y="100"/>
                  </a:cubicBezTo>
                  <a:cubicBezTo>
                    <a:pt x="21" y="102"/>
                    <a:pt x="22" y="104"/>
                    <a:pt x="22" y="106"/>
                  </a:cubicBezTo>
                  <a:cubicBezTo>
                    <a:pt x="22" y="106"/>
                    <a:pt x="22" y="106"/>
                    <a:pt x="23" y="106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25" y="88"/>
                    <a:pt x="35" y="74"/>
                    <a:pt x="51" y="64"/>
                  </a:cubicBezTo>
                  <a:cubicBezTo>
                    <a:pt x="52" y="64"/>
                    <a:pt x="54" y="64"/>
                    <a:pt x="55" y="66"/>
                  </a:cubicBezTo>
                  <a:cubicBezTo>
                    <a:pt x="56" y="67"/>
                    <a:pt x="55" y="69"/>
                    <a:pt x="54" y="69"/>
                  </a:cubicBezTo>
                  <a:cubicBezTo>
                    <a:pt x="45" y="74"/>
                    <a:pt x="39" y="80"/>
                    <a:pt x="35" y="88"/>
                  </a:cubicBezTo>
                  <a:cubicBezTo>
                    <a:pt x="30" y="96"/>
                    <a:pt x="28" y="106"/>
                    <a:pt x="28" y="116"/>
                  </a:cubicBezTo>
                  <a:cubicBezTo>
                    <a:pt x="28" y="138"/>
                    <a:pt x="38" y="154"/>
                    <a:pt x="56" y="164"/>
                  </a:cubicBezTo>
                  <a:cubicBezTo>
                    <a:pt x="57" y="165"/>
                    <a:pt x="58" y="166"/>
                    <a:pt x="58" y="167"/>
                  </a:cubicBezTo>
                  <a:cubicBezTo>
                    <a:pt x="62" y="189"/>
                    <a:pt x="62" y="189"/>
                    <a:pt x="62" y="189"/>
                  </a:cubicBezTo>
                  <a:cubicBezTo>
                    <a:pt x="63" y="189"/>
                    <a:pt x="63" y="190"/>
                    <a:pt x="64" y="190"/>
                  </a:cubicBezTo>
                  <a:cubicBezTo>
                    <a:pt x="78" y="190"/>
                    <a:pt x="78" y="190"/>
                    <a:pt x="78" y="190"/>
                  </a:cubicBezTo>
                  <a:cubicBezTo>
                    <a:pt x="78" y="190"/>
                    <a:pt x="79" y="189"/>
                    <a:pt x="79" y="189"/>
                  </a:cubicBezTo>
                  <a:cubicBezTo>
                    <a:pt x="81" y="177"/>
                    <a:pt x="81" y="177"/>
                    <a:pt x="81" y="177"/>
                  </a:cubicBezTo>
                  <a:cubicBezTo>
                    <a:pt x="81" y="175"/>
                    <a:pt x="84" y="173"/>
                    <a:pt x="86" y="173"/>
                  </a:cubicBezTo>
                  <a:cubicBezTo>
                    <a:pt x="90" y="174"/>
                    <a:pt x="95" y="174"/>
                    <a:pt x="99" y="174"/>
                  </a:cubicBezTo>
                  <a:cubicBezTo>
                    <a:pt x="106" y="174"/>
                    <a:pt x="112" y="173"/>
                    <a:pt x="118" y="173"/>
                  </a:cubicBezTo>
                  <a:cubicBezTo>
                    <a:pt x="120" y="172"/>
                    <a:pt x="122" y="174"/>
                    <a:pt x="123" y="176"/>
                  </a:cubicBezTo>
                  <a:cubicBezTo>
                    <a:pt x="125" y="189"/>
                    <a:pt x="125" y="189"/>
                    <a:pt x="125" y="189"/>
                  </a:cubicBezTo>
                  <a:cubicBezTo>
                    <a:pt x="125" y="189"/>
                    <a:pt x="126" y="190"/>
                    <a:pt x="126" y="190"/>
                  </a:cubicBezTo>
                  <a:cubicBezTo>
                    <a:pt x="140" y="190"/>
                    <a:pt x="140" y="190"/>
                    <a:pt x="140" y="190"/>
                  </a:cubicBezTo>
                  <a:cubicBezTo>
                    <a:pt x="141" y="190"/>
                    <a:pt x="141" y="189"/>
                    <a:pt x="141" y="189"/>
                  </a:cubicBezTo>
                  <a:cubicBezTo>
                    <a:pt x="146" y="166"/>
                    <a:pt x="146" y="166"/>
                    <a:pt x="146" y="166"/>
                  </a:cubicBezTo>
                  <a:cubicBezTo>
                    <a:pt x="146" y="165"/>
                    <a:pt x="147" y="164"/>
                    <a:pt x="148" y="163"/>
                  </a:cubicBezTo>
                  <a:cubicBezTo>
                    <a:pt x="159" y="157"/>
                    <a:pt x="167" y="150"/>
                    <a:pt x="172" y="141"/>
                  </a:cubicBezTo>
                  <a:cubicBezTo>
                    <a:pt x="173" y="139"/>
                    <a:pt x="175" y="138"/>
                    <a:pt x="177" y="137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3" y="132"/>
                    <a:pt x="194" y="130"/>
                    <a:pt x="194" y="128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2"/>
                    <a:pt x="193" y="110"/>
                    <a:pt x="190" y="109"/>
                  </a:cubicBezTo>
                  <a:cubicBezTo>
                    <a:pt x="182" y="107"/>
                    <a:pt x="182" y="107"/>
                    <a:pt x="182" y="107"/>
                  </a:cubicBezTo>
                  <a:cubicBezTo>
                    <a:pt x="179" y="106"/>
                    <a:pt x="177" y="103"/>
                    <a:pt x="176" y="101"/>
                  </a:cubicBezTo>
                  <a:cubicBezTo>
                    <a:pt x="175" y="96"/>
                    <a:pt x="172" y="91"/>
                    <a:pt x="169" y="87"/>
                  </a:cubicBezTo>
                  <a:cubicBezTo>
                    <a:pt x="169" y="86"/>
                    <a:pt x="168" y="85"/>
                    <a:pt x="167" y="84"/>
                  </a:cubicBezTo>
                  <a:cubicBezTo>
                    <a:pt x="165" y="89"/>
                    <a:pt x="163" y="92"/>
                    <a:pt x="160" y="94"/>
                  </a:cubicBezTo>
                  <a:cubicBezTo>
                    <a:pt x="158" y="95"/>
                    <a:pt x="154" y="96"/>
                    <a:pt x="151" y="96"/>
                  </a:cubicBezTo>
                  <a:cubicBezTo>
                    <a:pt x="146" y="96"/>
                    <a:pt x="141" y="94"/>
                    <a:pt x="137" y="91"/>
                  </a:cubicBezTo>
                  <a:cubicBezTo>
                    <a:pt x="133" y="89"/>
                    <a:pt x="130" y="85"/>
                    <a:pt x="129" y="80"/>
                  </a:cubicBezTo>
                  <a:cubicBezTo>
                    <a:pt x="127" y="75"/>
                    <a:pt x="127" y="69"/>
                    <a:pt x="129" y="63"/>
                  </a:cubicBezTo>
                  <a:cubicBezTo>
                    <a:pt x="129" y="63"/>
                    <a:pt x="129" y="62"/>
                    <a:pt x="129" y="62"/>
                  </a:cubicBezTo>
                  <a:cubicBezTo>
                    <a:pt x="128" y="62"/>
                    <a:pt x="127" y="62"/>
                    <a:pt x="126" y="62"/>
                  </a:cubicBezTo>
                  <a:cubicBezTo>
                    <a:pt x="125" y="61"/>
                    <a:pt x="124" y="61"/>
                    <a:pt x="123" y="61"/>
                  </a:cubicBezTo>
                  <a:cubicBezTo>
                    <a:pt x="122" y="63"/>
                    <a:pt x="120" y="65"/>
                    <a:pt x="118" y="67"/>
                  </a:cubicBezTo>
                  <a:cubicBezTo>
                    <a:pt x="116" y="70"/>
                    <a:pt x="114" y="71"/>
                    <a:pt x="111" y="73"/>
                  </a:cubicBezTo>
                  <a:cubicBezTo>
                    <a:pt x="111" y="73"/>
                    <a:pt x="111" y="73"/>
                    <a:pt x="111" y="73"/>
                  </a:cubicBezTo>
                  <a:cubicBezTo>
                    <a:pt x="113" y="73"/>
                    <a:pt x="115" y="74"/>
                    <a:pt x="116" y="75"/>
                  </a:cubicBezTo>
                  <a:cubicBezTo>
                    <a:pt x="118" y="75"/>
                    <a:pt x="119" y="77"/>
                    <a:pt x="118" y="78"/>
                  </a:cubicBezTo>
                  <a:cubicBezTo>
                    <a:pt x="118" y="79"/>
                    <a:pt x="117" y="80"/>
                    <a:pt x="116" y="80"/>
                  </a:cubicBezTo>
                  <a:cubicBezTo>
                    <a:pt x="115" y="80"/>
                    <a:pt x="115" y="80"/>
                    <a:pt x="115" y="80"/>
                  </a:cubicBezTo>
                  <a:cubicBezTo>
                    <a:pt x="99" y="75"/>
                    <a:pt x="81" y="75"/>
                    <a:pt x="65" y="80"/>
                  </a:cubicBezTo>
                  <a:cubicBezTo>
                    <a:pt x="64" y="81"/>
                    <a:pt x="62" y="80"/>
                    <a:pt x="62" y="78"/>
                  </a:cubicBezTo>
                  <a:cubicBezTo>
                    <a:pt x="61" y="77"/>
                    <a:pt x="62" y="75"/>
                    <a:pt x="64" y="75"/>
                  </a:cubicBezTo>
                  <a:cubicBezTo>
                    <a:pt x="65" y="74"/>
                    <a:pt x="67" y="73"/>
                    <a:pt x="69" y="73"/>
                  </a:cubicBezTo>
                  <a:cubicBezTo>
                    <a:pt x="69" y="73"/>
                    <a:pt x="69" y="73"/>
                    <a:pt x="69" y="73"/>
                  </a:cubicBezTo>
                  <a:cubicBezTo>
                    <a:pt x="66" y="71"/>
                    <a:pt x="64" y="70"/>
                    <a:pt x="62" y="67"/>
                  </a:cubicBezTo>
                  <a:cubicBezTo>
                    <a:pt x="54" y="60"/>
                    <a:pt x="50" y="50"/>
                    <a:pt x="50" y="39"/>
                  </a:cubicBezTo>
                  <a:cubicBezTo>
                    <a:pt x="50" y="29"/>
                    <a:pt x="54" y="19"/>
                    <a:pt x="62" y="11"/>
                  </a:cubicBezTo>
                  <a:cubicBezTo>
                    <a:pt x="69" y="4"/>
                    <a:pt x="79" y="0"/>
                    <a:pt x="90" y="0"/>
                  </a:cubicBezTo>
                  <a:cubicBezTo>
                    <a:pt x="101" y="0"/>
                    <a:pt x="111" y="4"/>
                    <a:pt x="118" y="11"/>
                  </a:cubicBezTo>
                  <a:cubicBezTo>
                    <a:pt x="121" y="14"/>
                    <a:pt x="124" y="18"/>
                    <a:pt x="126" y="21"/>
                  </a:cubicBezTo>
                  <a:cubicBezTo>
                    <a:pt x="126" y="23"/>
                    <a:pt x="126" y="25"/>
                    <a:pt x="124" y="25"/>
                  </a:cubicBezTo>
                  <a:cubicBezTo>
                    <a:pt x="123" y="26"/>
                    <a:pt x="121" y="25"/>
                    <a:pt x="120" y="24"/>
                  </a:cubicBezTo>
                  <a:cubicBezTo>
                    <a:pt x="119" y="21"/>
                    <a:pt x="117" y="18"/>
                    <a:pt x="114" y="15"/>
                  </a:cubicBezTo>
                  <a:cubicBezTo>
                    <a:pt x="108" y="9"/>
                    <a:pt x="99" y="5"/>
                    <a:pt x="90" y="5"/>
                  </a:cubicBezTo>
                  <a:cubicBezTo>
                    <a:pt x="81" y="5"/>
                    <a:pt x="72" y="9"/>
                    <a:pt x="66" y="15"/>
                  </a:cubicBezTo>
                  <a:cubicBezTo>
                    <a:pt x="60" y="22"/>
                    <a:pt x="56" y="30"/>
                    <a:pt x="56" y="39"/>
                  </a:cubicBezTo>
                  <a:cubicBezTo>
                    <a:pt x="56" y="48"/>
                    <a:pt x="60" y="57"/>
                    <a:pt x="66" y="63"/>
                  </a:cubicBezTo>
                  <a:cubicBezTo>
                    <a:pt x="70" y="67"/>
                    <a:pt x="74" y="69"/>
                    <a:pt x="78" y="71"/>
                  </a:cubicBezTo>
                  <a:cubicBezTo>
                    <a:pt x="86" y="70"/>
                    <a:pt x="94" y="70"/>
                    <a:pt x="102" y="71"/>
                  </a:cubicBezTo>
                  <a:cubicBezTo>
                    <a:pt x="106" y="69"/>
                    <a:pt x="110" y="67"/>
                    <a:pt x="114" y="63"/>
                  </a:cubicBezTo>
                  <a:cubicBezTo>
                    <a:pt x="120" y="57"/>
                    <a:pt x="124" y="49"/>
                    <a:pt x="124" y="41"/>
                  </a:cubicBezTo>
                  <a:cubicBezTo>
                    <a:pt x="124" y="39"/>
                    <a:pt x="125" y="38"/>
                    <a:pt x="127" y="38"/>
                  </a:cubicBezTo>
                  <a:cubicBezTo>
                    <a:pt x="129" y="38"/>
                    <a:pt x="130" y="39"/>
                    <a:pt x="130" y="41"/>
                  </a:cubicBezTo>
                  <a:cubicBezTo>
                    <a:pt x="129" y="46"/>
                    <a:pt x="128" y="51"/>
                    <a:pt x="126" y="56"/>
                  </a:cubicBezTo>
                  <a:cubicBezTo>
                    <a:pt x="126" y="56"/>
                    <a:pt x="126" y="56"/>
                    <a:pt x="126" y="56"/>
                  </a:cubicBezTo>
                  <a:cubicBezTo>
                    <a:pt x="126" y="56"/>
                    <a:pt x="127" y="56"/>
                    <a:pt x="127" y="56"/>
                  </a:cubicBezTo>
                  <a:cubicBezTo>
                    <a:pt x="129" y="56"/>
                    <a:pt x="130" y="57"/>
                    <a:pt x="132" y="57"/>
                  </a:cubicBezTo>
                  <a:cubicBezTo>
                    <a:pt x="133" y="57"/>
                    <a:pt x="133" y="56"/>
                    <a:pt x="134" y="56"/>
                  </a:cubicBezTo>
                  <a:cubicBezTo>
                    <a:pt x="160" y="44"/>
                    <a:pt x="165" y="47"/>
                    <a:pt x="166" y="48"/>
                  </a:cubicBezTo>
                  <a:cubicBezTo>
                    <a:pt x="169" y="49"/>
                    <a:pt x="171" y="54"/>
                    <a:pt x="171" y="61"/>
                  </a:cubicBezTo>
                  <a:cubicBezTo>
                    <a:pt x="171" y="66"/>
                    <a:pt x="170" y="72"/>
                    <a:pt x="169" y="77"/>
                  </a:cubicBezTo>
                  <a:cubicBezTo>
                    <a:pt x="169" y="77"/>
                    <a:pt x="169" y="77"/>
                    <a:pt x="169" y="77"/>
                  </a:cubicBezTo>
                  <a:cubicBezTo>
                    <a:pt x="171" y="79"/>
                    <a:pt x="173" y="81"/>
                    <a:pt x="174" y="84"/>
                  </a:cubicBezTo>
                  <a:cubicBezTo>
                    <a:pt x="178" y="88"/>
                    <a:pt x="180" y="93"/>
                    <a:pt x="182" y="99"/>
                  </a:cubicBezTo>
                  <a:cubicBezTo>
                    <a:pt x="182" y="100"/>
                    <a:pt x="183" y="101"/>
                    <a:pt x="184" y="101"/>
                  </a:cubicBezTo>
                  <a:cubicBezTo>
                    <a:pt x="192" y="104"/>
                    <a:pt x="192" y="104"/>
                    <a:pt x="192" y="104"/>
                  </a:cubicBezTo>
                  <a:cubicBezTo>
                    <a:pt x="197" y="105"/>
                    <a:pt x="200" y="109"/>
                    <a:pt x="200" y="114"/>
                  </a:cubicBezTo>
                  <a:close/>
                  <a:moveTo>
                    <a:pt x="163" y="53"/>
                  </a:moveTo>
                  <a:cubicBezTo>
                    <a:pt x="163" y="53"/>
                    <a:pt x="163" y="53"/>
                    <a:pt x="162" y="53"/>
                  </a:cubicBezTo>
                  <a:cubicBezTo>
                    <a:pt x="159" y="53"/>
                    <a:pt x="151" y="55"/>
                    <a:pt x="136" y="61"/>
                  </a:cubicBezTo>
                  <a:cubicBezTo>
                    <a:pt x="135" y="62"/>
                    <a:pt x="135" y="63"/>
                    <a:pt x="134" y="64"/>
                  </a:cubicBezTo>
                  <a:cubicBezTo>
                    <a:pt x="134" y="64"/>
                    <a:pt x="134" y="64"/>
                    <a:pt x="134" y="64"/>
                  </a:cubicBezTo>
                  <a:cubicBezTo>
                    <a:pt x="132" y="74"/>
                    <a:pt x="134" y="82"/>
                    <a:pt x="140" y="87"/>
                  </a:cubicBezTo>
                  <a:cubicBezTo>
                    <a:pt x="146" y="91"/>
                    <a:pt x="154" y="91"/>
                    <a:pt x="157" y="89"/>
                  </a:cubicBezTo>
                  <a:cubicBezTo>
                    <a:pt x="160" y="87"/>
                    <a:pt x="163" y="79"/>
                    <a:pt x="164" y="69"/>
                  </a:cubicBezTo>
                  <a:cubicBezTo>
                    <a:pt x="166" y="59"/>
                    <a:pt x="164" y="54"/>
                    <a:pt x="163" y="53"/>
                  </a:cubicBezTo>
                  <a:close/>
                  <a:moveTo>
                    <a:pt x="16" y="105"/>
                  </a:moveTo>
                  <a:cubicBezTo>
                    <a:pt x="16" y="104"/>
                    <a:pt x="16" y="103"/>
                    <a:pt x="15" y="102"/>
                  </a:cubicBezTo>
                  <a:cubicBezTo>
                    <a:pt x="14" y="100"/>
                    <a:pt x="12" y="98"/>
                    <a:pt x="11" y="98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0" y="98"/>
                    <a:pt x="10" y="98"/>
                    <a:pt x="9" y="99"/>
                  </a:cubicBezTo>
                  <a:cubicBezTo>
                    <a:pt x="8" y="100"/>
                    <a:pt x="8" y="101"/>
                    <a:pt x="8" y="101"/>
                  </a:cubicBezTo>
                  <a:cubicBezTo>
                    <a:pt x="9" y="103"/>
                    <a:pt x="12" y="104"/>
                    <a:pt x="16" y="105"/>
                  </a:cubicBezTo>
                  <a:close/>
                  <a:moveTo>
                    <a:pt x="90" y="58"/>
                  </a:moveTo>
                  <a:cubicBezTo>
                    <a:pt x="90" y="59"/>
                    <a:pt x="90" y="59"/>
                    <a:pt x="90" y="59"/>
                  </a:cubicBezTo>
                  <a:cubicBezTo>
                    <a:pt x="90" y="60"/>
                    <a:pt x="90" y="60"/>
                    <a:pt x="91" y="60"/>
                  </a:cubicBezTo>
                  <a:cubicBezTo>
                    <a:pt x="92" y="60"/>
                    <a:pt x="93" y="60"/>
                    <a:pt x="93" y="59"/>
                  </a:cubicBezTo>
                  <a:cubicBezTo>
                    <a:pt x="93" y="57"/>
                    <a:pt x="93" y="57"/>
                    <a:pt x="93" y="57"/>
                  </a:cubicBezTo>
                  <a:cubicBezTo>
                    <a:pt x="98" y="57"/>
                    <a:pt x="102" y="53"/>
                    <a:pt x="102" y="47"/>
                  </a:cubicBezTo>
                  <a:cubicBezTo>
                    <a:pt x="102" y="40"/>
                    <a:pt x="97" y="38"/>
                    <a:pt x="93" y="36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6" y="26"/>
                    <a:pt x="98" y="27"/>
                    <a:pt x="99" y="27"/>
                  </a:cubicBezTo>
                  <a:cubicBezTo>
                    <a:pt x="101" y="27"/>
                    <a:pt x="101" y="25"/>
                    <a:pt x="101" y="24"/>
                  </a:cubicBezTo>
                  <a:cubicBezTo>
                    <a:pt x="101" y="22"/>
                    <a:pt x="96" y="21"/>
                    <a:pt x="93" y="21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93" y="19"/>
                    <a:pt x="92" y="18"/>
                    <a:pt x="91" y="18"/>
                  </a:cubicBezTo>
                  <a:cubicBezTo>
                    <a:pt x="90" y="18"/>
                    <a:pt x="90" y="19"/>
                    <a:pt x="90" y="19"/>
                  </a:cubicBezTo>
                  <a:cubicBezTo>
                    <a:pt x="90" y="21"/>
                    <a:pt x="90" y="21"/>
                    <a:pt x="90" y="21"/>
                  </a:cubicBezTo>
                  <a:cubicBezTo>
                    <a:pt x="85" y="21"/>
                    <a:pt x="80" y="24"/>
                    <a:pt x="80" y="30"/>
                  </a:cubicBezTo>
                  <a:cubicBezTo>
                    <a:pt x="80" y="37"/>
                    <a:pt x="85" y="39"/>
                    <a:pt x="90" y="40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85" y="52"/>
                    <a:pt x="83" y="49"/>
                    <a:pt x="82" y="49"/>
                  </a:cubicBezTo>
                  <a:cubicBezTo>
                    <a:pt x="80" y="49"/>
                    <a:pt x="79" y="50"/>
                    <a:pt x="79" y="51"/>
                  </a:cubicBezTo>
                  <a:cubicBezTo>
                    <a:pt x="79" y="54"/>
                    <a:pt x="83" y="57"/>
                    <a:pt x="90" y="58"/>
                  </a:cubicBezTo>
                  <a:close/>
                  <a:moveTo>
                    <a:pt x="85" y="30"/>
                  </a:moveTo>
                  <a:cubicBezTo>
                    <a:pt x="85" y="27"/>
                    <a:pt x="87" y="26"/>
                    <a:pt x="90" y="26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87" y="34"/>
                    <a:pt x="85" y="33"/>
                    <a:pt x="85" y="30"/>
                  </a:cubicBezTo>
                  <a:close/>
                  <a:moveTo>
                    <a:pt x="97" y="47"/>
                  </a:moveTo>
                  <a:cubicBezTo>
                    <a:pt x="97" y="50"/>
                    <a:pt x="95" y="52"/>
                    <a:pt x="93" y="52"/>
                  </a:cubicBezTo>
                  <a:cubicBezTo>
                    <a:pt x="93" y="42"/>
                    <a:pt x="93" y="42"/>
                    <a:pt x="93" y="42"/>
                  </a:cubicBezTo>
                  <a:cubicBezTo>
                    <a:pt x="95" y="43"/>
                    <a:pt x="97" y="44"/>
                    <a:pt x="97" y="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52AB95F-34D5-F2E4-B736-3D196124B997}"/>
              </a:ext>
            </a:extLst>
          </p:cNvPr>
          <p:cNvCxnSpPr/>
          <p:nvPr/>
        </p:nvCxnSpPr>
        <p:spPr>
          <a:xfrm>
            <a:off x="2669437" y="5511858"/>
            <a:ext cx="4032193" cy="0"/>
          </a:xfrm>
          <a:prstGeom prst="line">
            <a:avLst/>
          </a:prstGeom>
          <a:noFill/>
          <a:ln w="9525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44250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A9E9-6161-181B-80F6-7B37F652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DF95A2D-1235-E6AF-CD03-658C5105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Aborisn Isiutali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66B15E4-9FFB-D82E-B960-2DC3DF4EA3DD}"/>
              </a:ext>
            </a:extLst>
          </p:cNvPr>
          <p:cNvSpPr/>
          <p:nvPr/>
        </p:nvSpPr>
        <p:spPr>
          <a:xfrm>
            <a:off x="228600" y="800100"/>
            <a:ext cx="11734800" cy="5596283"/>
          </a:xfrm>
          <a:prstGeom prst="roundRect">
            <a:avLst>
              <a:gd name="adj" fmla="val 1171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20303D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1DA72D-66F3-8954-31ED-B249B710C023}"/>
              </a:ext>
            </a:extLst>
          </p:cNvPr>
          <p:cNvSpPr txBox="1"/>
          <p:nvPr/>
        </p:nvSpPr>
        <p:spPr>
          <a:xfrm rot="16200000">
            <a:off x="-259103" y="5086068"/>
            <a:ext cx="1351396" cy="30777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400" b="1" i="1">
                <a:latin typeface="Arial" panose="020B0604020202020204" pitchFamily="34" charset="0"/>
              </a:rPr>
              <a:t>Qui Pexeacommo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9091C01-6840-5345-4245-374E07DE0244}"/>
              </a:ext>
            </a:extLst>
          </p:cNvPr>
          <p:cNvCxnSpPr>
            <a:cxnSpLocks/>
          </p:cNvCxnSpPr>
          <p:nvPr/>
        </p:nvCxnSpPr>
        <p:spPr>
          <a:xfrm>
            <a:off x="571500" y="1125099"/>
            <a:ext cx="0" cy="5271284"/>
          </a:xfrm>
          <a:prstGeom prst="line">
            <a:avLst/>
          </a:prstGeom>
          <a:noFill/>
          <a:ln w="9525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162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F057191-0F18-7545-C20C-C6BCD5F0F671}"/>
              </a:ext>
            </a:extLst>
          </p:cNvPr>
          <p:cNvSpPr/>
          <p:nvPr/>
        </p:nvSpPr>
        <p:spPr>
          <a:xfrm>
            <a:off x="571500" y="2075348"/>
            <a:ext cx="10909300" cy="1828800"/>
          </a:xfrm>
          <a:custGeom>
            <a:avLst/>
            <a:gdLst>
              <a:gd name="connsiteX0" fmla="*/ 0 w 2413000"/>
              <a:gd name="connsiteY0" fmla="*/ 0 h 422053"/>
              <a:gd name="connsiteX1" fmla="*/ 139700 w 2413000"/>
              <a:gd name="connsiteY1" fmla="*/ 127000 h 422053"/>
              <a:gd name="connsiteX2" fmla="*/ 533400 w 2413000"/>
              <a:gd name="connsiteY2" fmla="*/ 241300 h 422053"/>
              <a:gd name="connsiteX3" fmla="*/ 825500 w 2413000"/>
              <a:gd name="connsiteY3" fmla="*/ 330200 h 422053"/>
              <a:gd name="connsiteX4" fmla="*/ 2413000 w 2413000"/>
              <a:gd name="connsiteY4" fmla="*/ 419100 h 422053"/>
              <a:gd name="connsiteX0" fmla="*/ 0 w 2413000"/>
              <a:gd name="connsiteY0" fmla="*/ 0 h 648006"/>
              <a:gd name="connsiteX1" fmla="*/ 139700 w 2413000"/>
              <a:gd name="connsiteY1" fmla="*/ 127000 h 648006"/>
              <a:gd name="connsiteX2" fmla="*/ 533400 w 2413000"/>
              <a:gd name="connsiteY2" fmla="*/ 241300 h 648006"/>
              <a:gd name="connsiteX3" fmla="*/ 977900 w 2413000"/>
              <a:gd name="connsiteY3" fmla="*/ 622300 h 648006"/>
              <a:gd name="connsiteX4" fmla="*/ 2413000 w 2413000"/>
              <a:gd name="connsiteY4" fmla="*/ 419100 h 648006"/>
              <a:gd name="connsiteX0" fmla="*/ 0 w 2413000"/>
              <a:gd name="connsiteY0" fmla="*/ 0 h 419100"/>
              <a:gd name="connsiteX1" fmla="*/ 139700 w 2413000"/>
              <a:gd name="connsiteY1" fmla="*/ 127000 h 419100"/>
              <a:gd name="connsiteX2" fmla="*/ 533400 w 2413000"/>
              <a:gd name="connsiteY2" fmla="*/ 241300 h 419100"/>
              <a:gd name="connsiteX3" fmla="*/ 2413000 w 2413000"/>
              <a:gd name="connsiteY3" fmla="*/ 419100 h 419100"/>
              <a:gd name="connsiteX0" fmla="*/ 0 w 2413000"/>
              <a:gd name="connsiteY0" fmla="*/ 0 h 590495"/>
              <a:gd name="connsiteX1" fmla="*/ 139700 w 2413000"/>
              <a:gd name="connsiteY1" fmla="*/ 127000 h 590495"/>
              <a:gd name="connsiteX2" fmla="*/ 1016000 w 2413000"/>
              <a:gd name="connsiteY2" fmla="*/ 584200 h 590495"/>
              <a:gd name="connsiteX3" fmla="*/ 2413000 w 2413000"/>
              <a:gd name="connsiteY3" fmla="*/ 419100 h 590495"/>
              <a:gd name="connsiteX0" fmla="*/ 0 w 2413000"/>
              <a:gd name="connsiteY0" fmla="*/ 0 h 586825"/>
              <a:gd name="connsiteX1" fmla="*/ 685800 w 2413000"/>
              <a:gd name="connsiteY1" fmla="*/ 241300 h 586825"/>
              <a:gd name="connsiteX2" fmla="*/ 1016000 w 2413000"/>
              <a:gd name="connsiteY2" fmla="*/ 584200 h 586825"/>
              <a:gd name="connsiteX3" fmla="*/ 2413000 w 2413000"/>
              <a:gd name="connsiteY3" fmla="*/ 419100 h 586825"/>
              <a:gd name="connsiteX0" fmla="*/ 0 w 3759200"/>
              <a:gd name="connsiteY0" fmla="*/ 292255 h 345680"/>
              <a:gd name="connsiteX1" fmla="*/ 2032000 w 3759200"/>
              <a:gd name="connsiteY1" fmla="*/ 155 h 345680"/>
              <a:gd name="connsiteX2" fmla="*/ 2362200 w 3759200"/>
              <a:gd name="connsiteY2" fmla="*/ 343055 h 345680"/>
              <a:gd name="connsiteX3" fmla="*/ 3759200 w 3759200"/>
              <a:gd name="connsiteY3" fmla="*/ 177955 h 345680"/>
              <a:gd name="connsiteX0" fmla="*/ 0 w 3759200"/>
              <a:gd name="connsiteY0" fmla="*/ 119139 h 171714"/>
              <a:gd name="connsiteX1" fmla="*/ 1663700 w 3759200"/>
              <a:gd name="connsiteY1" fmla="*/ 93739 h 171714"/>
              <a:gd name="connsiteX2" fmla="*/ 2362200 w 3759200"/>
              <a:gd name="connsiteY2" fmla="*/ 169939 h 171714"/>
              <a:gd name="connsiteX3" fmla="*/ 3759200 w 3759200"/>
              <a:gd name="connsiteY3" fmla="*/ 4839 h 171714"/>
              <a:gd name="connsiteX0" fmla="*/ 0 w 3759200"/>
              <a:gd name="connsiteY0" fmla="*/ 114300 h 131110"/>
              <a:gd name="connsiteX1" fmla="*/ 1663700 w 3759200"/>
              <a:gd name="connsiteY1" fmla="*/ 88900 h 131110"/>
              <a:gd name="connsiteX2" fmla="*/ 3759200 w 3759200"/>
              <a:gd name="connsiteY2" fmla="*/ 0 h 131110"/>
              <a:gd name="connsiteX0" fmla="*/ 0 w 9537700"/>
              <a:gd name="connsiteY0" fmla="*/ 1574800 h 1684033"/>
              <a:gd name="connsiteX1" fmla="*/ 1663700 w 9537700"/>
              <a:gd name="connsiteY1" fmla="*/ 1549400 h 1684033"/>
              <a:gd name="connsiteX2" fmla="*/ 9537700 w 9537700"/>
              <a:gd name="connsiteY2" fmla="*/ 0 h 1684033"/>
              <a:gd name="connsiteX0" fmla="*/ 0 w 9537700"/>
              <a:gd name="connsiteY0" fmla="*/ 1574800 h 1684033"/>
              <a:gd name="connsiteX1" fmla="*/ 1663700 w 9537700"/>
              <a:gd name="connsiteY1" fmla="*/ 1549400 h 1684033"/>
              <a:gd name="connsiteX2" fmla="*/ 9537700 w 9537700"/>
              <a:gd name="connsiteY2" fmla="*/ 0 h 1684033"/>
              <a:gd name="connsiteX0" fmla="*/ 0 w 10871200"/>
              <a:gd name="connsiteY0" fmla="*/ 1828800 h 1956555"/>
              <a:gd name="connsiteX1" fmla="*/ 1663700 w 10871200"/>
              <a:gd name="connsiteY1" fmla="*/ 1803400 h 1956555"/>
              <a:gd name="connsiteX2" fmla="*/ 10871200 w 10871200"/>
              <a:gd name="connsiteY2" fmla="*/ 0 h 1956555"/>
              <a:gd name="connsiteX0" fmla="*/ 0 w 10871200"/>
              <a:gd name="connsiteY0" fmla="*/ 1828800 h 1956555"/>
              <a:gd name="connsiteX1" fmla="*/ 1663700 w 10871200"/>
              <a:gd name="connsiteY1" fmla="*/ 1803400 h 1956555"/>
              <a:gd name="connsiteX2" fmla="*/ 10871200 w 10871200"/>
              <a:gd name="connsiteY2" fmla="*/ 0 h 1956555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97"/>
              <a:gd name="connsiteX1" fmla="*/ 10871200 w 10871200"/>
              <a:gd name="connsiteY1" fmla="*/ 0 h 1828897"/>
              <a:gd name="connsiteX0" fmla="*/ 0 w 10871200"/>
              <a:gd name="connsiteY0" fmla="*/ 1828800 h 1828897"/>
              <a:gd name="connsiteX1" fmla="*/ 10871200 w 10871200"/>
              <a:gd name="connsiteY1" fmla="*/ 0 h 1828897"/>
              <a:gd name="connsiteX0" fmla="*/ 0 w 10871200"/>
              <a:gd name="connsiteY0" fmla="*/ 1828800 h 1828913"/>
              <a:gd name="connsiteX1" fmla="*/ 10871200 w 10871200"/>
              <a:gd name="connsiteY1" fmla="*/ 0 h 1828913"/>
              <a:gd name="connsiteX0" fmla="*/ 0 w 10871200"/>
              <a:gd name="connsiteY0" fmla="*/ 1828800 h 1829781"/>
              <a:gd name="connsiteX1" fmla="*/ 10871200 w 10871200"/>
              <a:gd name="connsiteY1" fmla="*/ 0 h 1829781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00"/>
              <a:gd name="connsiteX1" fmla="*/ 10871200 w 10871200"/>
              <a:gd name="connsiteY1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871200" h="1828800">
                <a:moveTo>
                  <a:pt x="0" y="1828800"/>
                </a:moveTo>
                <a:cubicBezTo>
                  <a:pt x="4652433" y="1828800"/>
                  <a:pt x="9685867" y="508000"/>
                  <a:pt x="10871200" y="0"/>
                </a:cubicBezTo>
              </a:path>
            </a:pathLst>
          </a:custGeom>
          <a:noFill/>
          <a:ln w="28575">
            <a:gradFill>
              <a:gsLst>
                <a:gs pos="0">
                  <a:srgbClr val="44A0ED"/>
                </a:gs>
                <a:gs pos="100000">
                  <a:srgbClr val="66737C"/>
                </a:gs>
              </a:gsLst>
              <a:lin ang="5400000" scaled="1"/>
            </a:gra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A77717A-94A0-9E3F-583D-123E9EA3F623}"/>
              </a:ext>
            </a:extLst>
          </p:cNvPr>
          <p:cNvGrpSpPr/>
          <p:nvPr/>
        </p:nvGrpSpPr>
        <p:grpSpPr>
          <a:xfrm>
            <a:off x="3162300" y="2806866"/>
            <a:ext cx="5867400" cy="3570706"/>
            <a:chOff x="3162300" y="2806866"/>
            <a:chExt cx="5867400" cy="3772814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6C416F1-7EEA-41BF-BDED-DE400A8F4992}"/>
                </a:ext>
              </a:extLst>
            </p:cNvPr>
            <p:cNvCxnSpPr/>
            <p:nvPr/>
          </p:nvCxnSpPr>
          <p:spPr>
            <a:xfrm>
              <a:off x="3162300" y="3789846"/>
              <a:ext cx="0" cy="2789834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757703F-7DCB-B404-AE02-BE5483424389}"/>
                </a:ext>
              </a:extLst>
            </p:cNvPr>
            <p:cNvCxnSpPr/>
            <p:nvPr/>
          </p:nvCxnSpPr>
          <p:spPr>
            <a:xfrm>
              <a:off x="6096000" y="3426222"/>
              <a:ext cx="0" cy="3153458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A77FB39-03CE-C98B-E1D2-21467A188F41}"/>
                </a:ext>
              </a:extLst>
            </p:cNvPr>
            <p:cNvCxnSpPr/>
            <p:nvPr/>
          </p:nvCxnSpPr>
          <p:spPr>
            <a:xfrm>
              <a:off x="9029700" y="2806866"/>
              <a:ext cx="0" cy="3772814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7774574-1724-74AE-4717-344F889ABEE3}"/>
              </a:ext>
            </a:extLst>
          </p:cNvPr>
          <p:cNvGrpSpPr/>
          <p:nvPr/>
        </p:nvGrpSpPr>
        <p:grpSpPr>
          <a:xfrm>
            <a:off x="1383055" y="2511939"/>
            <a:ext cx="931084" cy="1349256"/>
            <a:chOff x="1383055" y="2151093"/>
            <a:chExt cx="931084" cy="134925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9218C51-B824-716D-D02E-073014469E06}"/>
                </a:ext>
              </a:extLst>
            </p:cNvPr>
            <p:cNvSpPr/>
            <p:nvPr/>
          </p:nvSpPr>
          <p:spPr>
            <a:xfrm>
              <a:off x="1383055" y="2151093"/>
              <a:ext cx="931084" cy="931084"/>
            </a:xfrm>
            <a:prstGeom prst="ellipse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152021B-23C5-C41B-A37F-FB0B5C049112}"/>
                </a:ext>
              </a:extLst>
            </p:cNvPr>
            <p:cNvCxnSpPr>
              <a:cxnSpLocks/>
            </p:cNvCxnSpPr>
            <p:nvPr/>
          </p:nvCxnSpPr>
          <p:spPr>
            <a:xfrm>
              <a:off x="1848597" y="3082177"/>
              <a:ext cx="0" cy="418172"/>
            </a:xfrm>
            <a:prstGeom prst="line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B841843-E539-6753-AB6D-453799330F00}"/>
              </a:ext>
            </a:extLst>
          </p:cNvPr>
          <p:cNvGrpSpPr/>
          <p:nvPr/>
        </p:nvGrpSpPr>
        <p:grpSpPr>
          <a:xfrm>
            <a:off x="4172839" y="2248532"/>
            <a:ext cx="931084" cy="1349256"/>
            <a:chOff x="4316806" y="2248532"/>
            <a:chExt cx="931084" cy="134925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8FC3B46-21A5-CAE8-804A-775CDAD6A6EE}"/>
                </a:ext>
              </a:extLst>
            </p:cNvPr>
            <p:cNvGrpSpPr/>
            <p:nvPr/>
          </p:nvGrpSpPr>
          <p:grpSpPr>
            <a:xfrm>
              <a:off x="4488699" y="2422297"/>
              <a:ext cx="587298" cy="586084"/>
              <a:chOff x="-6738938" y="5917368"/>
              <a:chExt cx="6916738" cy="6902450"/>
            </a:xfrm>
          </p:grpSpPr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80EDE3F4-5C04-EBB5-0B67-800C926F3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6738938" y="5917368"/>
                <a:ext cx="6073775" cy="6902450"/>
              </a:xfrm>
              <a:custGeom>
                <a:avLst/>
                <a:gdLst>
                  <a:gd name="T0" fmla="*/ 1476 w 1817"/>
                  <a:gd name="T1" fmla="*/ 1988 h 2065"/>
                  <a:gd name="T2" fmla="*/ 1809 w 1817"/>
                  <a:gd name="T3" fmla="*/ 384 h 2065"/>
                  <a:gd name="T4" fmla="*/ 1740 w 1817"/>
                  <a:gd name="T5" fmla="*/ 282 h 2065"/>
                  <a:gd name="T6" fmla="*/ 448 w 1817"/>
                  <a:gd name="T7" fmla="*/ 9 h 2065"/>
                  <a:gd name="T8" fmla="*/ 345 w 1817"/>
                  <a:gd name="T9" fmla="*/ 77 h 2065"/>
                  <a:gd name="T10" fmla="*/ 8 w 1817"/>
                  <a:gd name="T11" fmla="*/ 1685 h 2065"/>
                  <a:gd name="T12" fmla="*/ 76 w 1817"/>
                  <a:gd name="T13" fmla="*/ 1788 h 2065"/>
                  <a:gd name="T14" fmla="*/ 1373 w 1817"/>
                  <a:gd name="T15" fmla="*/ 2057 h 2065"/>
                  <a:gd name="T16" fmla="*/ 1476 w 1817"/>
                  <a:gd name="T17" fmla="*/ 1988 h 20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17" h="2065">
                    <a:moveTo>
                      <a:pt x="1476" y="1988"/>
                    </a:moveTo>
                    <a:cubicBezTo>
                      <a:pt x="1809" y="384"/>
                      <a:pt x="1809" y="384"/>
                      <a:pt x="1809" y="384"/>
                    </a:cubicBezTo>
                    <a:cubicBezTo>
                      <a:pt x="1817" y="337"/>
                      <a:pt x="1787" y="290"/>
                      <a:pt x="1740" y="282"/>
                    </a:cubicBezTo>
                    <a:cubicBezTo>
                      <a:pt x="448" y="9"/>
                      <a:pt x="448" y="9"/>
                      <a:pt x="448" y="9"/>
                    </a:cubicBezTo>
                    <a:cubicBezTo>
                      <a:pt x="401" y="0"/>
                      <a:pt x="354" y="30"/>
                      <a:pt x="345" y="77"/>
                    </a:cubicBezTo>
                    <a:cubicBezTo>
                      <a:pt x="8" y="1685"/>
                      <a:pt x="8" y="1685"/>
                      <a:pt x="8" y="1685"/>
                    </a:cubicBezTo>
                    <a:cubicBezTo>
                      <a:pt x="0" y="1732"/>
                      <a:pt x="29" y="1779"/>
                      <a:pt x="76" y="1788"/>
                    </a:cubicBezTo>
                    <a:cubicBezTo>
                      <a:pt x="1373" y="2057"/>
                      <a:pt x="1373" y="2057"/>
                      <a:pt x="1373" y="2057"/>
                    </a:cubicBezTo>
                    <a:cubicBezTo>
                      <a:pt x="1420" y="2065"/>
                      <a:pt x="1463" y="2035"/>
                      <a:pt x="1476" y="1988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6">
                <a:extLst>
                  <a:ext uri="{FF2B5EF4-FFF2-40B4-BE49-F238E27FC236}">
                    <a16:creationId xmlns:a16="http://schemas.microsoft.com/office/drawing/2014/main" id="{F8A9A85F-7260-5520-A0B7-B6EA9ACF9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6196013" y="6345993"/>
                <a:ext cx="4989513" cy="6045200"/>
              </a:xfrm>
              <a:custGeom>
                <a:avLst/>
                <a:gdLst>
                  <a:gd name="T0" fmla="*/ 1100 w 1493"/>
                  <a:gd name="T1" fmla="*/ 1809 h 1809"/>
                  <a:gd name="T2" fmla="*/ 1493 w 1493"/>
                  <a:gd name="T3" fmla="*/ 1425 h 1809"/>
                  <a:gd name="T4" fmla="*/ 1493 w 1493"/>
                  <a:gd name="T5" fmla="*/ 85 h 1809"/>
                  <a:gd name="T6" fmla="*/ 1408 w 1493"/>
                  <a:gd name="T7" fmla="*/ 0 h 1809"/>
                  <a:gd name="T8" fmla="*/ 85 w 1493"/>
                  <a:gd name="T9" fmla="*/ 0 h 1809"/>
                  <a:gd name="T10" fmla="*/ 0 w 1493"/>
                  <a:gd name="T11" fmla="*/ 85 h 1809"/>
                  <a:gd name="T12" fmla="*/ 0 w 1493"/>
                  <a:gd name="T13" fmla="*/ 1724 h 1809"/>
                  <a:gd name="T14" fmla="*/ 85 w 1493"/>
                  <a:gd name="T15" fmla="*/ 1809 h 1809"/>
                  <a:gd name="T16" fmla="*/ 1100 w 1493"/>
                  <a:gd name="T17" fmla="*/ 1809 h 1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93" h="1809">
                    <a:moveTo>
                      <a:pt x="1100" y="1809"/>
                    </a:moveTo>
                    <a:cubicBezTo>
                      <a:pt x="1493" y="1425"/>
                      <a:pt x="1493" y="1425"/>
                      <a:pt x="1493" y="1425"/>
                    </a:cubicBezTo>
                    <a:cubicBezTo>
                      <a:pt x="1493" y="85"/>
                      <a:pt x="1493" y="85"/>
                      <a:pt x="1493" y="85"/>
                    </a:cubicBezTo>
                    <a:cubicBezTo>
                      <a:pt x="1493" y="38"/>
                      <a:pt x="1455" y="0"/>
                      <a:pt x="1408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38" y="0"/>
                      <a:pt x="0" y="38"/>
                      <a:pt x="0" y="85"/>
                    </a:cubicBezTo>
                    <a:cubicBezTo>
                      <a:pt x="0" y="1724"/>
                      <a:pt x="0" y="1724"/>
                      <a:pt x="0" y="1724"/>
                    </a:cubicBezTo>
                    <a:cubicBezTo>
                      <a:pt x="0" y="1771"/>
                      <a:pt x="38" y="1809"/>
                      <a:pt x="85" y="1809"/>
                    </a:cubicBezTo>
                    <a:cubicBezTo>
                      <a:pt x="1100" y="1809"/>
                      <a:pt x="1100" y="1809"/>
                      <a:pt x="1100" y="180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7">
                <a:extLst>
                  <a:ext uri="{FF2B5EF4-FFF2-40B4-BE49-F238E27FC236}">
                    <a16:creationId xmlns:a16="http://schemas.microsoft.com/office/drawing/2014/main" id="{F7AE124C-0944-763C-D7EF-3084F496A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520950" y="11108493"/>
                <a:ext cx="1314450" cy="1282700"/>
              </a:xfrm>
              <a:custGeom>
                <a:avLst/>
                <a:gdLst>
                  <a:gd name="T0" fmla="*/ 0 w 828"/>
                  <a:gd name="T1" fmla="*/ 808 h 808"/>
                  <a:gd name="T2" fmla="*/ 828 w 828"/>
                  <a:gd name="T3" fmla="*/ 0 h 808"/>
                  <a:gd name="T4" fmla="*/ 0 w 828"/>
                  <a:gd name="T5" fmla="*/ 0 h 808"/>
                  <a:gd name="T6" fmla="*/ 0 w 828"/>
                  <a:gd name="T7" fmla="*/ 808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28" h="808">
                    <a:moveTo>
                      <a:pt x="0" y="808"/>
                    </a:moveTo>
                    <a:lnTo>
                      <a:pt x="828" y="0"/>
                    </a:lnTo>
                    <a:lnTo>
                      <a:pt x="0" y="0"/>
                    </a:lnTo>
                    <a:lnTo>
                      <a:pt x="0" y="808"/>
                    </a:lnTo>
                    <a:close/>
                  </a:path>
                </a:pathLst>
              </a:custGeom>
              <a:solidFill>
                <a:srgbClr val="A2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8">
                <a:extLst>
                  <a:ext uri="{FF2B5EF4-FFF2-40B4-BE49-F238E27FC236}">
                    <a16:creationId xmlns:a16="http://schemas.microsoft.com/office/drawing/2014/main" id="{5E17BBFC-22A9-0FC6-8956-FA0843156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446463" y="7828718"/>
                <a:ext cx="3624263" cy="3052763"/>
              </a:xfrm>
              <a:custGeom>
                <a:avLst/>
                <a:gdLst>
                  <a:gd name="T0" fmla="*/ 98 w 1084"/>
                  <a:gd name="T1" fmla="*/ 913 h 913"/>
                  <a:gd name="T2" fmla="*/ 299 w 1084"/>
                  <a:gd name="T3" fmla="*/ 785 h 913"/>
                  <a:gd name="T4" fmla="*/ 1033 w 1084"/>
                  <a:gd name="T5" fmla="*/ 196 h 913"/>
                  <a:gd name="T6" fmla="*/ 1050 w 1084"/>
                  <a:gd name="T7" fmla="*/ 51 h 913"/>
                  <a:gd name="T8" fmla="*/ 905 w 1084"/>
                  <a:gd name="T9" fmla="*/ 34 h 913"/>
                  <a:gd name="T10" fmla="*/ 171 w 1084"/>
                  <a:gd name="T11" fmla="*/ 623 h 913"/>
                  <a:gd name="T12" fmla="*/ 0 w 1084"/>
                  <a:gd name="T13" fmla="*/ 793 h 913"/>
                  <a:gd name="T14" fmla="*/ 98 w 1084"/>
                  <a:gd name="T15" fmla="*/ 913 h 9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84" h="913">
                    <a:moveTo>
                      <a:pt x="98" y="913"/>
                    </a:moveTo>
                    <a:cubicBezTo>
                      <a:pt x="167" y="874"/>
                      <a:pt x="235" y="832"/>
                      <a:pt x="299" y="785"/>
                    </a:cubicBezTo>
                    <a:cubicBezTo>
                      <a:pt x="1033" y="196"/>
                      <a:pt x="1033" y="196"/>
                      <a:pt x="1033" y="196"/>
                    </a:cubicBezTo>
                    <a:cubicBezTo>
                      <a:pt x="1075" y="162"/>
                      <a:pt x="1084" y="94"/>
                      <a:pt x="1050" y="51"/>
                    </a:cubicBezTo>
                    <a:cubicBezTo>
                      <a:pt x="1016" y="8"/>
                      <a:pt x="947" y="0"/>
                      <a:pt x="905" y="34"/>
                    </a:cubicBezTo>
                    <a:cubicBezTo>
                      <a:pt x="171" y="623"/>
                      <a:pt x="171" y="623"/>
                      <a:pt x="171" y="623"/>
                    </a:cubicBezTo>
                    <a:cubicBezTo>
                      <a:pt x="111" y="674"/>
                      <a:pt x="56" y="734"/>
                      <a:pt x="0" y="793"/>
                    </a:cubicBezTo>
                    <a:lnTo>
                      <a:pt x="98" y="913"/>
                    </a:lnTo>
                    <a:close/>
                  </a:path>
                </a:pathLst>
              </a:custGeom>
              <a:solidFill>
                <a:srgbClr val="22D1AB"/>
              </a:solidFill>
              <a:ln w="6350" cmpd="sng">
                <a:noFill/>
                <a:round/>
                <a:headEnd/>
                <a:tailEnd/>
              </a:ln>
              <a:effectLst/>
              <a:extLst>
                <a:ext uri="{91240B29-F687-4F45-9708-019B960494DF}">
                  <a14:hiddenLine xmlns:a14="http://schemas.microsoft.com/office/drawing/2010/main" w="6350" cmpd="sng">
                    <a:solidFill>
                      <a:srgbClr val="22D1A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17B28A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9" name="Freeform 9">
                <a:extLst>
                  <a:ext uri="{FF2B5EF4-FFF2-40B4-BE49-F238E27FC236}">
                    <a16:creationId xmlns:a16="http://schemas.microsoft.com/office/drawing/2014/main" id="{70613800-BBBF-DC75-EC45-F5093E7F1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030663" y="10452856"/>
                <a:ext cx="955675" cy="842963"/>
              </a:xfrm>
              <a:custGeom>
                <a:avLst/>
                <a:gdLst>
                  <a:gd name="T0" fmla="*/ 184 w 286"/>
                  <a:gd name="T1" fmla="*/ 0 h 252"/>
                  <a:gd name="T2" fmla="*/ 4 w 286"/>
                  <a:gd name="T3" fmla="*/ 239 h 252"/>
                  <a:gd name="T4" fmla="*/ 13 w 286"/>
                  <a:gd name="T5" fmla="*/ 247 h 252"/>
                  <a:gd name="T6" fmla="*/ 286 w 286"/>
                  <a:gd name="T7" fmla="*/ 124 h 252"/>
                  <a:gd name="T8" fmla="*/ 184 w 286"/>
                  <a:gd name="T9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6" h="252">
                    <a:moveTo>
                      <a:pt x="184" y="0"/>
                    </a:moveTo>
                    <a:cubicBezTo>
                      <a:pt x="115" y="72"/>
                      <a:pt x="56" y="153"/>
                      <a:pt x="4" y="239"/>
                    </a:cubicBezTo>
                    <a:cubicBezTo>
                      <a:pt x="0" y="243"/>
                      <a:pt x="4" y="252"/>
                      <a:pt x="13" y="247"/>
                    </a:cubicBezTo>
                    <a:cubicBezTo>
                      <a:pt x="107" y="213"/>
                      <a:pt x="196" y="175"/>
                      <a:pt x="286" y="124"/>
                    </a:cubicBezTo>
                    <a:lnTo>
                      <a:pt x="184" y="0"/>
                    </a:lnTo>
                    <a:close/>
                  </a:path>
                </a:pathLst>
              </a:custGeom>
              <a:solidFill>
                <a:srgbClr val="E8EA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6A9A878F-DA77-7CAF-4E36-FBCE09636F5B}"/>
                  </a:ext>
                </a:extLst>
              </p:cNvPr>
              <p:cNvGrpSpPr/>
              <p:nvPr/>
            </p:nvGrpSpPr>
            <p:grpSpPr>
              <a:xfrm>
                <a:off x="-4030663" y="8070018"/>
                <a:ext cx="3979863" cy="3225801"/>
                <a:chOff x="-4030663" y="8070018"/>
                <a:chExt cx="3979863" cy="3225801"/>
              </a:xfrm>
            </p:grpSpPr>
            <p:sp>
              <p:nvSpPr>
                <p:cNvPr id="81" name="Freeform 10">
                  <a:extLst>
                    <a:ext uri="{FF2B5EF4-FFF2-40B4-BE49-F238E27FC236}">
                      <a16:creationId xmlns:a16="http://schemas.microsoft.com/office/drawing/2014/main" id="{6D5FBF0A-4CDA-FF75-F39D-31DF5E4099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4030663" y="10452856"/>
                  <a:ext cx="955675" cy="842963"/>
                </a:xfrm>
                <a:custGeom>
                  <a:avLst/>
                  <a:gdLst>
                    <a:gd name="T0" fmla="*/ 184 w 286"/>
                    <a:gd name="T1" fmla="*/ 0 h 252"/>
                    <a:gd name="T2" fmla="*/ 4 w 286"/>
                    <a:gd name="T3" fmla="*/ 239 h 252"/>
                    <a:gd name="T4" fmla="*/ 13 w 286"/>
                    <a:gd name="T5" fmla="*/ 247 h 252"/>
                    <a:gd name="T6" fmla="*/ 286 w 286"/>
                    <a:gd name="T7" fmla="*/ 124 h 252"/>
                    <a:gd name="T8" fmla="*/ 184 w 286"/>
                    <a:gd name="T9" fmla="*/ 0 h 2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6" h="252">
                      <a:moveTo>
                        <a:pt x="184" y="0"/>
                      </a:moveTo>
                      <a:cubicBezTo>
                        <a:pt x="115" y="72"/>
                        <a:pt x="56" y="153"/>
                        <a:pt x="4" y="239"/>
                      </a:cubicBezTo>
                      <a:cubicBezTo>
                        <a:pt x="0" y="243"/>
                        <a:pt x="4" y="252"/>
                        <a:pt x="13" y="247"/>
                      </a:cubicBezTo>
                      <a:cubicBezTo>
                        <a:pt x="107" y="213"/>
                        <a:pt x="196" y="175"/>
                        <a:pt x="286" y="124"/>
                      </a:cubicBezTo>
                      <a:lnTo>
                        <a:pt x="184" y="0"/>
                      </a:lnTo>
                      <a:close/>
                    </a:path>
                  </a:pathLst>
                </a:custGeom>
                <a:solidFill>
                  <a:srgbClr val="66737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43515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400">
                    <a:solidFill>
                      <a:srgbClr val="FFFFFF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" name="Freeform 11">
                  <a:extLst>
                    <a:ext uri="{FF2B5EF4-FFF2-40B4-BE49-F238E27FC236}">
                      <a16:creationId xmlns:a16="http://schemas.microsoft.com/office/drawing/2014/main" id="{78C1D3A2-9380-3255-9D42-43802D24E5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633663" y="9611481"/>
                  <a:ext cx="557213" cy="641350"/>
                </a:xfrm>
                <a:custGeom>
                  <a:avLst/>
                  <a:gdLst>
                    <a:gd name="T0" fmla="*/ 82 w 351"/>
                    <a:gd name="T1" fmla="*/ 0 h 404"/>
                    <a:gd name="T2" fmla="*/ 0 w 351"/>
                    <a:gd name="T3" fmla="*/ 63 h 404"/>
                    <a:gd name="T4" fmla="*/ 280 w 351"/>
                    <a:gd name="T5" fmla="*/ 404 h 404"/>
                    <a:gd name="T6" fmla="*/ 351 w 351"/>
                    <a:gd name="T7" fmla="*/ 341 h 404"/>
                    <a:gd name="T8" fmla="*/ 82 w 351"/>
                    <a:gd name="T9" fmla="*/ 0 h 4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1" h="404">
                      <a:moveTo>
                        <a:pt x="82" y="0"/>
                      </a:moveTo>
                      <a:lnTo>
                        <a:pt x="0" y="63"/>
                      </a:lnTo>
                      <a:lnTo>
                        <a:pt x="280" y="404"/>
                      </a:lnTo>
                      <a:lnTo>
                        <a:pt x="351" y="341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66737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43515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400">
                    <a:solidFill>
                      <a:srgbClr val="FFFFFF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3" name="Freeform 12">
                  <a:extLst>
                    <a:ext uri="{FF2B5EF4-FFF2-40B4-BE49-F238E27FC236}">
                      <a16:creationId xmlns:a16="http://schemas.microsoft.com/office/drawing/2014/main" id="{05C91609-0230-DEE4-5C06-828B1668C1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849313" y="8070018"/>
                  <a:ext cx="682625" cy="771525"/>
                </a:xfrm>
                <a:custGeom>
                  <a:avLst/>
                  <a:gdLst>
                    <a:gd name="T0" fmla="*/ 286 w 430"/>
                    <a:gd name="T1" fmla="*/ 486 h 486"/>
                    <a:gd name="T2" fmla="*/ 0 w 430"/>
                    <a:gd name="T3" fmla="*/ 118 h 486"/>
                    <a:gd name="T4" fmla="*/ 135 w 430"/>
                    <a:gd name="T5" fmla="*/ 0 h 486"/>
                    <a:gd name="T6" fmla="*/ 430 w 430"/>
                    <a:gd name="T7" fmla="*/ 368 h 486"/>
                    <a:gd name="T8" fmla="*/ 286 w 430"/>
                    <a:gd name="T9" fmla="*/ 486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486">
                      <a:moveTo>
                        <a:pt x="286" y="486"/>
                      </a:moveTo>
                      <a:lnTo>
                        <a:pt x="0" y="118"/>
                      </a:lnTo>
                      <a:lnTo>
                        <a:pt x="135" y="0"/>
                      </a:lnTo>
                      <a:lnTo>
                        <a:pt x="430" y="368"/>
                      </a:lnTo>
                      <a:lnTo>
                        <a:pt x="286" y="486"/>
                      </a:lnTo>
                      <a:close/>
                    </a:path>
                  </a:pathLst>
                </a:custGeom>
                <a:solidFill>
                  <a:srgbClr val="66737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43515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400">
                    <a:solidFill>
                      <a:srgbClr val="FFFFFF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4" name="Freeform 13">
                  <a:extLst>
                    <a:ext uri="{FF2B5EF4-FFF2-40B4-BE49-F238E27FC236}">
                      <a16:creationId xmlns:a16="http://schemas.microsoft.com/office/drawing/2014/main" id="{B1872EE5-1C16-AB8A-AB71-39BD080B73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1220788" y="8584368"/>
                  <a:ext cx="1169988" cy="1227138"/>
                </a:xfrm>
                <a:custGeom>
                  <a:avLst/>
                  <a:gdLst>
                    <a:gd name="T0" fmla="*/ 8 w 350"/>
                    <a:gd name="T1" fmla="*/ 354 h 367"/>
                    <a:gd name="T2" fmla="*/ 8 w 350"/>
                    <a:gd name="T3" fmla="*/ 354 h 367"/>
                    <a:gd name="T4" fmla="*/ 13 w 350"/>
                    <a:gd name="T5" fmla="*/ 316 h 367"/>
                    <a:gd name="T6" fmla="*/ 286 w 350"/>
                    <a:gd name="T7" fmla="*/ 98 h 367"/>
                    <a:gd name="T8" fmla="*/ 234 w 350"/>
                    <a:gd name="T9" fmla="*/ 34 h 367"/>
                    <a:gd name="T10" fmla="*/ 277 w 350"/>
                    <a:gd name="T11" fmla="*/ 0 h 367"/>
                    <a:gd name="T12" fmla="*/ 341 w 350"/>
                    <a:gd name="T13" fmla="*/ 81 h 367"/>
                    <a:gd name="T14" fmla="*/ 337 w 350"/>
                    <a:gd name="T15" fmla="*/ 119 h 367"/>
                    <a:gd name="T16" fmla="*/ 42 w 350"/>
                    <a:gd name="T17" fmla="*/ 354 h 367"/>
                    <a:gd name="T18" fmla="*/ 8 w 350"/>
                    <a:gd name="T19" fmla="*/ 354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50" h="367">
                      <a:moveTo>
                        <a:pt x="8" y="354"/>
                      </a:moveTo>
                      <a:cubicBezTo>
                        <a:pt x="8" y="354"/>
                        <a:pt x="8" y="354"/>
                        <a:pt x="8" y="354"/>
                      </a:cubicBezTo>
                      <a:cubicBezTo>
                        <a:pt x="0" y="341"/>
                        <a:pt x="0" y="324"/>
                        <a:pt x="13" y="316"/>
                      </a:cubicBezTo>
                      <a:cubicBezTo>
                        <a:pt x="286" y="98"/>
                        <a:pt x="286" y="98"/>
                        <a:pt x="286" y="98"/>
                      </a:cubicBezTo>
                      <a:cubicBezTo>
                        <a:pt x="234" y="34"/>
                        <a:pt x="234" y="34"/>
                        <a:pt x="234" y="34"/>
                      </a:cubicBezTo>
                      <a:cubicBezTo>
                        <a:pt x="277" y="0"/>
                        <a:pt x="277" y="0"/>
                        <a:pt x="277" y="0"/>
                      </a:cubicBezTo>
                      <a:cubicBezTo>
                        <a:pt x="341" y="81"/>
                        <a:pt x="341" y="81"/>
                        <a:pt x="341" y="81"/>
                      </a:cubicBezTo>
                      <a:cubicBezTo>
                        <a:pt x="350" y="94"/>
                        <a:pt x="350" y="111"/>
                        <a:pt x="337" y="119"/>
                      </a:cubicBezTo>
                      <a:cubicBezTo>
                        <a:pt x="42" y="354"/>
                        <a:pt x="42" y="354"/>
                        <a:pt x="42" y="354"/>
                      </a:cubicBezTo>
                      <a:cubicBezTo>
                        <a:pt x="34" y="367"/>
                        <a:pt x="17" y="367"/>
                        <a:pt x="8" y="354"/>
                      </a:cubicBezTo>
                      <a:close/>
                    </a:path>
                  </a:pathLst>
                </a:custGeom>
                <a:solidFill>
                  <a:srgbClr val="66737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43515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400">
                    <a:solidFill>
                      <a:srgbClr val="FFFFFF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B266ADD-5D84-2488-0565-DDD4962D029A}"/>
                </a:ext>
              </a:extLst>
            </p:cNvPr>
            <p:cNvGrpSpPr/>
            <p:nvPr/>
          </p:nvGrpSpPr>
          <p:grpSpPr>
            <a:xfrm>
              <a:off x="4316806" y="2248532"/>
              <a:ext cx="931084" cy="1349256"/>
              <a:chOff x="1383055" y="2151093"/>
              <a:chExt cx="931084" cy="1349256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0FCF619B-546F-07C5-E085-BEDCF7B29963}"/>
                  </a:ext>
                </a:extLst>
              </p:cNvPr>
              <p:cNvSpPr/>
              <p:nvPr/>
            </p:nvSpPr>
            <p:spPr>
              <a:xfrm>
                <a:off x="1383055" y="2151093"/>
                <a:ext cx="931084" cy="931084"/>
              </a:xfrm>
              <a:prstGeom prst="ellipse">
                <a:avLst/>
              </a:prstGeom>
              <a:noFill/>
              <a:ln w="635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A4D373A-09C1-DBA3-6AE3-DF1946D786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8597" y="3082177"/>
                <a:ext cx="0" cy="418172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1D16C89-B9BB-1B49-6E3A-6A16F33F9BF2}"/>
              </a:ext>
            </a:extLst>
          </p:cNvPr>
          <p:cNvGrpSpPr/>
          <p:nvPr/>
        </p:nvGrpSpPr>
        <p:grpSpPr>
          <a:xfrm>
            <a:off x="1547352" y="2635174"/>
            <a:ext cx="602124" cy="691582"/>
            <a:chOff x="-6627813" y="4464050"/>
            <a:chExt cx="4562475" cy="5240338"/>
          </a:xfrm>
        </p:grpSpPr>
        <p:sp>
          <p:nvSpPr>
            <p:cNvPr id="86" name="Freeform 17">
              <a:extLst>
                <a:ext uri="{FF2B5EF4-FFF2-40B4-BE49-F238E27FC236}">
                  <a16:creationId xmlns:a16="http://schemas.microsoft.com/office/drawing/2014/main" id="{B6FFAF7F-FBE1-6C39-26ED-50817D51E5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6627813" y="4464050"/>
              <a:ext cx="4562475" cy="4006850"/>
            </a:xfrm>
            <a:custGeom>
              <a:avLst/>
              <a:gdLst>
                <a:gd name="T0" fmla="*/ 1126 w 1783"/>
                <a:gd name="T1" fmla="*/ 1566 h 1566"/>
                <a:gd name="T2" fmla="*/ 1271 w 1783"/>
                <a:gd name="T3" fmla="*/ 1344 h 1566"/>
                <a:gd name="T4" fmla="*/ 1480 w 1783"/>
                <a:gd name="T5" fmla="*/ 896 h 1566"/>
                <a:gd name="T6" fmla="*/ 862 w 1783"/>
                <a:gd name="T7" fmla="*/ 307 h 1566"/>
                <a:gd name="T8" fmla="*/ 303 w 1783"/>
                <a:gd name="T9" fmla="*/ 879 h 1566"/>
                <a:gd name="T10" fmla="*/ 512 w 1783"/>
                <a:gd name="T11" fmla="*/ 1344 h 1566"/>
                <a:gd name="T12" fmla="*/ 661 w 1783"/>
                <a:gd name="T13" fmla="*/ 1566 h 1566"/>
                <a:gd name="T14" fmla="*/ 1126 w 1783"/>
                <a:gd name="T15" fmla="*/ 1566 h 1566"/>
                <a:gd name="T16" fmla="*/ 892 w 1783"/>
                <a:gd name="T17" fmla="*/ 0 h 1566"/>
                <a:gd name="T18" fmla="*/ 849 w 1783"/>
                <a:gd name="T19" fmla="*/ 42 h 1566"/>
                <a:gd name="T20" fmla="*/ 849 w 1783"/>
                <a:gd name="T21" fmla="*/ 188 h 1566"/>
                <a:gd name="T22" fmla="*/ 892 w 1783"/>
                <a:gd name="T23" fmla="*/ 230 h 1566"/>
                <a:gd name="T24" fmla="*/ 934 w 1783"/>
                <a:gd name="T25" fmla="*/ 188 h 1566"/>
                <a:gd name="T26" fmla="*/ 934 w 1783"/>
                <a:gd name="T27" fmla="*/ 42 h 1566"/>
                <a:gd name="T28" fmla="*/ 892 w 1783"/>
                <a:gd name="T29" fmla="*/ 0 h 1566"/>
                <a:gd name="T30" fmla="*/ 320 w 1783"/>
                <a:gd name="T31" fmla="*/ 260 h 1566"/>
                <a:gd name="T32" fmla="*/ 260 w 1783"/>
                <a:gd name="T33" fmla="*/ 260 h 1566"/>
                <a:gd name="T34" fmla="*/ 260 w 1783"/>
                <a:gd name="T35" fmla="*/ 320 h 1566"/>
                <a:gd name="T36" fmla="*/ 362 w 1783"/>
                <a:gd name="T37" fmla="*/ 422 h 1566"/>
                <a:gd name="T38" fmla="*/ 422 w 1783"/>
                <a:gd name="T39" fmla="*/ 422 h 1566"/>
                <a:gd name="T40" fmla="*/ 422 w 1783"/>
                <a:gd name="T41" fmla="*/ 362 h 1566"/>
                <a:gd name="T42" fmla="*/ 320 w 1783"/>
                <a:gd name="T43" fmla="*/ 260 h 1566"/>
                <a:gd name="T44" fmla="*/ 188 w 1783"/>
                <a:gd name="T45" fmla="*/ 849 h 1566"/>
                <a:gd name="T46" fmla="*/ 42 w 1783"/>
                <a:gd name="T47" fmla="*/ 849 h 1566"/>
                <a:gd name="T48" fmla="*/ 0 w 1783"/>
                <a:gd name="T49" fmla="*/ 892 h 1566"/>
                <a:gd name="T50" fmla="*/ 0 w 1783"/>
                <a:gd name="T51" fmla="*/ 892 h 1566"/>
                <a:gd name="T52" fmla="*/ 42 w 1783"/>
                <a:gd name="T53" fmla="*/ 934 h 1566"/>
                <a:gd name="T54" fmla="*/ 188 w 1783"/>
                <a:gd name="T55" fmla="*/ 934 h 1566"/>
                <a:gd name="T56" fmla="*/ 230 w 1783"/>
                <a:gd name="T57" fmla="*/ 892 h 1566"/>
                <a:gd name="T58" fmla="*/ 230 w 1783"/>
                <a:gd name="T59" fmla="*/ 892 h 1566"/>
                <a:gd name="T60" fmla="*/ 188 w 1783"/>
                <a:gd name="T61" fmla="*/ 849 h 1566"/>
                <a:gd name="T62" fmla="*/ 362 w 1783"/>
                <a:gd name="T63" fmla="*/ 1361 h 1566"/>
                <a:gd name="T64" fmla="*/ 260 w 1783"/>
                <a:gd name="T65" fmla="*/ 1463 h 1566"/>
                <a:gd name="T66" fmla="*/ 260 w 1783"/>
                <a:gd name="T67" fmla="*/ 1523 h 1566"/>
                <a:gd name="T68" fmla="*/ 320 w 1783"/>
                <a:gd name="T69" fmla="*/ 1523 h 1566"/>
                <a:gd name="T70" fmla="*/ 422 w 1783"/>
                <a:gd name="T71" fmla="*/ 1421 h 1566"/>
                <a:gd name="T72" fmla="*/ 422 w 1783"/>
                <a:gd name="T73" fmla="*/ 1361 h 1566"/>
                <a:gd name="T74" fmla="*/ 362 w 1783"/>
                <a:gd name="T75" fmla="*/ 1361 h 1566"/>
                <a:gd name="T76" fmla="*/ 1741 w 1783"/>
                <a:gd name="T77" fmla="*/ 849 h 1566"/>
                <a:gd name="T78" fmla="*/ 1596 w 1783"/>
                <a:gd name="T79" fmla="*/ 849 h 1566"/>
                <a:gd name="T80" fmla="*/ 1553 w 1783"/>
                <a:gd name="T81" fmla="*/ 892 h 1566"/>
                <a:gd name="T82" fmla="*/ 1553 w 1783"/>
                <a:gd name="T83" fmla="*/ 892 h 1566"/>
                <a:gd name="T84" fmla="*/ 1596 w 1783"/>
                <a:gd name="T85" fmla="*/ 934 h 1566"/>
                <a:gd name="T86" fmla="*/ 1741 w 1783"/>
                <a:gd name="T87" fmla="*/ 934 h 1566"/>
                <a:gd name="T88" fmla="*/ 1783 w 1783"/>
                <a:gd name="T89" fmla="*/ 892 h 1566"/>
                <a:gd name="T90" fmla="*/ 1783 w 1783"/>
                <a:gd name="T91" fmla="*/ 892 h 1566"/>
                <a:gd name="T92" fmla="*/ 1741 w 1783"/>
                <a:gd name="T93" fmla="*/ 849 h 1566"/>
                <a:gd name="T94" fmla="*/ 1463 w 1783"/>
                <a:gd name="T95" fmla="*/ 260 h 1566"/>
                <a:gd name="T96" fmla="*/ 1361 w 1783"/>
                <a:gd name="T97" fmla="*/ 362 h 1566"/>
                <a:gd name="T98" fmla="*/ 1361 w 1783"/>
                <a:gd name="T99" fmla="*/ 422 h 1566"/>
                <a:gd name="T100" fmla="*/ 1421 w 1783"/>
                <a:gd name="T101" fmla="*/ 422 h 1566"/>
                <a:gd name="T102" fmla="*/ 1523 w 1783"/>
                <a:gd name="T103" fmla="*/ 320 h 1566"/>
                <a:gd name="T104" fmla="*/ 1523 w 1783"/>
                <a:gd name="T105" fmla="*/ 260 h 1566"/>
                <a:gd name="T106" fmla="*/ 1463 w 1783"/>
                <a:gd name="T107" fmla="*/ 260 h 1566"/>
                <a:gd name="T108" fmla="*/ 1421 w 1783"/>
                <a:gd name="T109" fmla="*/ 1361 h 1566"/>
                <a:gd name="T110" fmla="*/ 1361 w 1783"/>
                <a:gd name="T111" fmla="*/ 1361 h 1566"/>
                <a:gd name="T112" fmla="*/ 1361 w 1783"/>
                <a:gd name="T113" fmla="*/ 1421 h 1566"/>
                <a:gd name="T114" fmla="*/ 1463 w 1783"/>
                <a:gd name="T115" fmla="*/ 1523 h 1566"/>
                <a:gd name="T116" fmla="*/ 1523 w 1783"/>
                <a:gd name="T117" fmla="*/ 1523 h 1566"/>
                <a:gd name="T118" fmla="*/ 1523 w 1783"/>
                <a:gd name="T119" fmla="*/ 1463 h 1566"/>
                <a:gd name="T120" fmla="*/ 1421 w 1783"/>
                <a:gd name="T121" fmla="*/ 1361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83" h="1566">
                  <a:moveTo>
                    <a:pt x="1126" y="1566"/>
                  </a:moveTo>
                  <a:cubicBezTo>
                    <a:pt x="1152" y="1480"/>
                    <a:pt x="1203" y="1404"/>
                    <a:pt x="1271" y="1344"/>
                  </a:cubicBezTo>
                  <a:cubicBezTo>
                    <a:pt x="1399" y="1237"/>
                    <a:pt x="1480" y="1075"/>
                    <a:pt x="1480" y="896"/>
                  </a:cubicBezTo>
                  <a:cubicBezTo>
                    <a:pt x="1480" y="563"/>
                    <a:pt x="1203" y="290"/>
                    <a:pt x="862" y="307"/>
                  </a:cubicBezTo>
                  <a:cubicBezTo>
                    <a:pt x="559" y="320"/>
                    <a:pt x="311" y="576"/>
                    <a:pt x="303" y="879"/>
                  </a:cubicBezTo>
                  <a:cubicBezTo>
                    <a:pt x="298" y="1066"/>
                    <a:pt x="380" y="1233"/>
                    <a:pt x="512" y="1344"/>
                  </a:cubicBezTo>
                  <a:cubicBezTo>
                    <a:pt x="584" y="1404"/>
                    <a:pt x="636" y="1480"/>
                    <a:pt x="661" y="1566"/>
                  </a:cubicBezTo>
                  <a:cubicBezTo>
                    <a:pt x="1126" y="1566"/>
                    <a:pt x="1126" y="1566"/>
                    <a:pt x="1126" y="1566"/>
                  </a:cubicBezTo>
                  <a:close/>
                  <a:moveTo>
                    <a:pt x="892" y="0"/>
                  </a:moveTo>
                  <a:cubicBezTo>
                    <a:pt x="870" y="0"/>
                    <a:pt x="849" y="17"/>
                    <a:pt x="849" y="42"/>
                  </a:cubicBezTo>
                  <a:cubicBezTo>
                    <a:pt x="849" y="188"/>
                    <a:pt x="849" y="188"/>
                    <a:pt x="849" y="188"/>
                  </a:cubicBezTo>
                  <a:cubicBezTo>
                    <a:pt x="849" y="209"/>
                    <a:pt x="866" y="230"/>
                    <a:pt x="892" y="230"/>
                  </a:cubicBezTo>
                  <a:cubicBezTo>
                    <a:pt x="917" y="230"/>
                    <a:pt x="934" y="213"/>
                    <a:pt x="934" y="188"/>
                  </a:cubicBezTo>
                  <a:cubicBezTo>
                    <a:pt x="934" y="42"/>
                    <a:pt x="934" y="42"/>
                    <a:pt x="934" y="42"/>
                  </a:cubicBezTo>
                  <a:cubicBezTo>
                    <a:pt x="934" y="17"/>
                    <a:pt x="913" y="0"/>
                    <a:pt x="892" y="0"/>
                  </a:cubicBezTo>
                  <a:close/>
                  <a:moveTo>
                    <a:pt x="320" y="260"/>
                  </a:moveTo>
                  <a:cubicBezTo>
                    <a:pt x="303" y="243"/>
                    <a:pt x="277" y="243"/>
                    <a:pt x="260" y="260"/>
                  </a:cubicBezTo>
                  <a:cubicBezTo>
                    <a:pt x="243" y="277"/>
                    <a:pt x="243" y="303"/>
                    <a:pt x="260" y="320"/>
                  </a:cubicBezTo>
                  <a:cubicBezTo>
                    <a:pt x="362" y="422"/>
                    <a:pt x="362" y="422"/>
                    <a:pt x="362" y="422"/>
                  </a:cubicBezTo>
                  <a:cubicBezTo>
                    <a:pt x="380" y="439"/>
                    <a:pt x="405" y="439"/>
                    <a:pt x="422" y="422"/>
                  </a:cubicBezTo>
                  <a:cubicBezTo>
                    <a:pt x="439" y="405"/>
                    <a:pt x="439" y="380"/>
                    <a:pt x="422" y="362"/>
                  </a:cubicBezTo>
                  <a:lnTo>
                    <a:pt x="320" y="260"/>
                  </a:lnTo>
                  <a:close/>
                  <a:moveTo>
                    <a:pt x="188" y="849"/>
                  </a:moveTo>
                  <a:cubicBezTo>
                    <a:pt x="42" y="849"/>
                    <a:pt x="42" y="849"/>
                    <a:pt x="42" y="849"/>
                  </a:cubicBezTo>
                  <a:cubicBezTo>
                    <a:pt x="21" y="849"/>
                    <a:pt x="0" y="866"/>
                    <a:pt x="0" y="892"/>
                  </a:cubicBezTo>
                  <a:cubicBezTo>
                    <a:pt x="0" y="892"/>
                    <a:pt x="0" y="892"/>
                    <a:pt x="0" y="892"/>
                  </a:cubicBezTo>
                  <a:cubicBezTo>
                    <a:pt x="0" y="913"/>
                    <a:pt x="17" y="934"/>
                    <a:pt x="42" y="934"/>
                  </a:cubicBezTo>
                  <a:cubicBezTo>
                    <a:pt x="188" y="934"/>
                    <a:pt x="188" y="934"/>
                    <a:pt x="188" y="934"/>
                  </a:cubicBezTo>
                  <a:cubicBezTo>
                    <a:pt x="209" y="934"/>
                    <a:pt x="230" y="917"/>
                    <a:pt x="230" y="892"/>
                  </a:cubicBezTo>
                  <a:cubicBezTo>
                    <a:pt x="230" y="892"/>
                    <a:pt x="230" y="892"/>
                    <a:pt x="230" y="892"/>
                  </a:cubicBezTo>
                  <a:cubicBezTo>
                    <a:pt x="230" y="870"/>
                    <a:pt x="209" y="849"/>
                    <a:pt x="188" y="849"/>
                  </a:cubicBezTo>
                  <a:close/>
                  <a:moveTo>
                    <a:pt x="362" y="1361"/>
                  </a:moveTo>
                  <a:cubicBezTo>
                    <a:pt x="260" y="1463"/>
                    <a:pt x="260" y="1463"/>
                    <a:pt x="260" y="1463"/>
                  </a:cubicBezTo>
                  <a:cubicBezTo>
                    <a:pt x="243" y="1480"/>
                    <a:pt x="243" y="1506"/>
                    <a:pt x="260" y="1523"/>
                  </a:cubicBezTo>
                  <a:cubicBezTo>
                    <a:pt x="277" y="1540"/>
                    <a:pt x="303" y="1540"/>
                    <a:pt x="320" y="1523"/>
                  </a:cubicBezTo>
                  <a:cubicBezTo>
                    <a:pt x="422" y="1421"/>
                    <a:pt x="422" y="1421"/>
                    <a:pt x="422" y="1421"/>
                  </a:cubicBezTo>
                  <a:cubicBezTo>
                    <a:pt x="439" y="1404"/>
                    <a:pt x="439" y="1378"/>
                    <a:pt x="422" y="1361"/>
                  </a:cubicBezTo>
                  <a:cubicBezTo>
                    <a:pt x="405" y="1344"/>
                    <a:pt x="380" y="1344"/>
                    <a:pt x="362" y="1361"/>
                  </a:cubicBezTo>
                  <a:close/>
                  <a:moveTo>
                    <a:pt x="1741" y="849"/>
                  </a:moveTo>
                  <a:cubicBezTo>
                    <a:pt x="1596" y="849"/>
                    <a:pt x="1596" y="849"/>
                    <a:pt x="1596" y="849"/>
                  </a:cubicBezTo>
                  <a:cubicBezTo>
                    <a:pt x="1574" y="849"/>
                    <a:pt x="1553" y="866"/>
                    <a:pt x="1553" y="892"/>
                  </a:cubicBezTo>
                  <a:cubicBezTo>
                    <a:pt x="1553" y="892"/>
                    <a:pt x="1553" y="892"/>
                    <a:pt x="1553" y="892"/>
                  </a:cubicBezTo>
                  <a:cubicBezTo>
                    <a:pt x="1553" y="913"/>
                    <a:pt x="1570" y="934"/>
                    <a:pt x="1596" y="934"/>
                  </a:cubicBezTo>
                  <a:cubicBezTo>
                    <a:pt x="1741" y="934"/>
                    <a:pt x="1741" y="934"/>
                    <a:pt x="1741" y="934"/>
                  </a:cubicBezTo>
                  <a:cubicBezTo>
                    <a:pt x="1762" y="934"/>
                    <a:pt x="1783" y="917"/>
                    <a:pt x="1783" y="892"/>
                  </a:cubicBezTo>
                  <a:cubicBezTo>
                    <a:pt x="1783" y="892"/>
                    <a:pt x="1783" y="892"/>
                    <a:pt x="1783" y="892"/>
                  </a:cubicBezTo>
                  <a:cubicBezTo>
                    <a:pt x="1783" y="870"/>
                    <a:pt x="1766" y="849"/>
                    <a:pt x="1741" y="849"/>
                  </a:cubicBezTo>
                  <a:close/>
                  <a:moveTo>
                    <a:pt x="1463" y="260"/>
                  </a:moveTo>
                  <a:cubicBezTo>
                    <a:pt x="1361" y="362"/>
                    <a:pt x="1361" y="362"/>
                    <a:pt x="1361" y="362"/>
                  </a:cubicBezTo>
                  <a:cubicBezTo>
                    <a:pt x="1344" y="380"/>
                    <a:pt x="1344" y="405"/>
                    <a:pt x="1361" y="422"/>
                  </a:cubicBezTo>
                  <a:cubicBezTo>
                    <a:pt x="1378" y="439"/>
                    <a:pt x="1404" y="439"/>
                    <a:pt x="1421" y="422"/>
                  </a:cubicBezTo>
                  <a:cubicBezTo>
                    <a:pt x="1523" y="320"/>
                    <a:pt x="1523" y="320"/>
                    <a:pt x="1523" y="320"/>
                  </a:cubicBezTo>
                  <a:cubicBezTo>
                    <a:pt x="1540" y="303"/>
                    <a:pt x="1540" y="277"/>
                    <a:pt x="1523" y="260"/>
                  </a:cubicBezTo>
                  <a:cubicBezTo>
                    <a:pt x="1506" y="243"/>
                    <a:pt x="1480" y="243"/>
                    <a:pt x="1463" y="260"/>
                  </a:cubicBezTo>
                  <a:close/>
                  <a:moveTo>
                    <a:pt x="1421" y="1361"/>
                  </a:moveTo>
                  <a:cubicBezTo>
                    <a:pt x="1404" y="1344"/>
                    <a:pt x="1378" y="1344"/>
                    <a:pt x="1361" y="1361"/>
                  </a:cubicBezTo>
                  <a:cubicBezTo>
                    <a:pt x="1344" y="1378"/>
                    <a:pt x="1344" y="1404"/>
                    <a:pt x="1361" y="1421"/>
                  </a:cubicBezTo>
                  <a:cubicBezTo>
                    <a:pt x="1463" y="1523"/>
                    <a:pt x="1463" y="1523"/>
                    <a:pt x="1463" y="1523"/>
                  </a:cubicBezTo>
                  <a:cubicBezTo>
                    <a:pt x="1480" y="1540"/>
                    <a:pt x="1506" y="1540"/>
                    <a:pt x="1523" y="1523"/>
                  </a:cubicBezTo>
                  <a:cubicBezTo>
                    <a:pt x="1540" y="1506"/>
                    <a:pt x="1540" y="1480"/>
                    <a:pt x="1523" y="1463"/>
                  </a:cubicBezTo>
                  <a:lnTo>
                    <a:pt x="1421" y="1361"/>
                  </a:lnTo>
                  <a:close/>
                </a:path>
              </a:pathLst>
            </a:custGeom>
            <a:solidFill>
              <a:srgbClr val="FED05D"/>
            </a:solidFill>
            <a:ln w="6350" cmpd="sng">
              <a:noFill/>
              <a:round/>
              <a:headEnd/>
              <a:tailEnd/>
            </a:ln>
            <a:effectLst>
              <a:outerShdw blurRad="190500" dist="38100" dir="5400000" rotWithShape="0">
                <a:srgbClr val="FBBE26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6350" cmpd="sng">
                  <a:solidFill>
                    <a:srgbClr val="FFD261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303E4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7" name="Freeform 18">
              <a:extLst>
                <a:ext uri="{FF2B5EF4-FFF2-40B4-BE49-F238E27FC236}">
                  <a16:creationId xmlns:a16="http://schemas.microsoft.com/office/drawing/2014/main" id="{2CD56310-CE1D-B70E-C721-8475D21DF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-4937126" y="6680200"/>
              <a:ext cx="1190625" cy="1811338"/>
            </a:xfrm>
            <a:custGeom>
              <a:avLst/>
              <a:gdLst>
                <a:gd name="T0" fmla="*/ 175 w 465"/>
                <a:gd name="T1" fmla="*/ 708 h 708"/>
                <a:gd name="T2" fmla="*/ 213 w 465"/>
                <a:gd name="T3" fmla="*/ 708 h 708"/>
                <a:gd name="T4" fmla="*/ 43 w 465"/>
                <a:gd name="T5" fmla="*/ 72 h 708"/>
                <a:gd name="T6" fmla="*/ 56 w 465"/>
                <a:gd name="T7" fmla="*/ 72 h 708"/>
                <a:gd name="T8" fmla="*/ 115 w 465"/>
                <a:gd name="T9" fmla="*/ 47 h 708"/>
                <a:gd name="T10" fmla="*/ 145 w 465"/>
                <a:gd name="T11" fmla="*/ 34 h 708"/>
                <a:gd name="T12" fmla="*/ 175 w 465"/>
                <a:gd name="T13" fmla="*/ 47 h 708"/>
                <a:gd name="T14" fmla="*/ 286 w 465"/>
                <a:gd name="T15" fmla="*/ 47 h 708"/>
                <a:gd name="T16" fmla="*/ 316 w 465"/>
                <a:gd name="T17" fmla="*/ 34 h 708"/>
                <a:gd name="T18" fmla="*/ 346 w 465"/>
                <a:gd name="T19" fmla="*/ 47 h 708"/>
                <a:gd name="T20" fmla="*/ 405 w 465"/>
                <a:gd name="T21" fmla="*/ 72 h 708"/>
                <a:gd name="T22" fmla="*/ 418 w 465"/>
                <a:gd name="T23" fmla="*/ 72 h 708"/>
                <a:gd name="T24" fmla="*/ 252 w 465"/>
                <a:gd name="T25" fmla="*/ 708 h 708"/>
                <a:gd name="T26" fmla="*/ 290 w 465"/>
                <a:gd name="T27" fmla="*/ 708 h 708"/>
                <a:gd name="T28" fmla="*/ 465 w 465"/>
                <a:gd name="T29" fmla="*/ 43 h 708"/>
                <a:gd name="T30" fmla="*/ 457 w 465"/>
                <a:gd name="T31" fmla="*/ 21 h 708"/>
                <a:gd name="T32" fmla="*/ 435 w 465"/>
                <a:gd name="T33" fmla="*/ 26 h 708"/>
                <a:gd name="T34" fmla="*/ 410 w 465"/>
                <a:gd name="T35" fmla="*/ 38 h 708"/>
                <a:gd name="T36" fmla="*/ 376 w 465"/>
                <a:gd name="T37" fmla="*/ 26 h 708"/>
                <a:gd name="T38" fmla="*/ 320 w 465"/>
                <a:gd name="T39" fmla="*/ 0 h 708"/>
                <a:gd name="T40" fmla="*/ 265 w 465"/>
                <a:gd name="T41" fmla="*/ 26 h 708"/>
                <a:gd name="T42" fmla="*/ 205 w 465"/>
                <a:gd name="T43" fmla="*/ 26 h 708"/>
                <a:gd name="T44" fmla="*/ 149 w 465"/>
                <a:gd name="T45" fmla="*/ 0 h 708"/>
                <a:gd name="T46" fmla="*/ 149 w 465"/>
                <a:gd name="T47" fmla="*/ 0 h 708"/>
                <a:gd name="T48" fmla="*/ 94 w 465"/>
                <a:gd name="T49" fmla="*/ 26 h 708"/>
                <a:gd name="T50" fmla="*/ 60 w 465"/>
                <a:gd name="T51" fmla="*/ 38 h 708"/>
                <a:gd name="T52" fmla="*/ 34 w 465"/>
                <a:gd name="T53" fmla="*/ 26 h 708"/>
                <a:gd name="T54" fmla="*/ 13 w 465"/>
                <a:gd name="T55" fmla="*/ 21 h 708"/>
                <a:gd name="T56" fmla="*/ 4 w 465"/>
                <a:gd name="T57" fmla="*/ 43 h 708"/>
                <a:gd name="T58" fmla="*/ 175 w 465"/>
                <a:gd name="T59" fmla="*/ 708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5" h="708">
                  <a:moveTo>
                    <a:pt x="175" y="708"/>
                  </a:moveTo>
                  <a:cubicBezTo>
                    <a:pt x="213" y="708"/>
                    <a:pt x="213" y="708"/>
                    <a:pt x="213" y="708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7" y="72"/>
                    <a:pt x="51" y="72"/>
                    <a:pt x="56" y="72"/>
                  </a:cubicBezTo>
                  <a:cubicBezTo>
                    <a:pt x="77" y="72"/>
                    <a:pt x="98" y="64"/>
                    <a:pt x="115" y="47"/>
                  </a:cubicBezTo>
                  <a:cubicBezTo>
                    <a:pt x="124" y="38"/>
                    <a:pt x="132" y="34"/>
                    <a:pt x="145" y="34"/>
                  </a:cubicBezTo>
                  <a:cubicBezTo>
                    <a:pt x="158" y="34"/>
                    <a:pt x="167" y="38"/>
                    <a:pt x="175" y="47"/>
                  </a:cubicBezTo>
                  <a:cubicBezTo>
                    <a:pt x="205" y="81"/>
                    <a:pt x="256" y="81"/>
                    <a:pt x="286" y="47"/>
                  </a:cubicBezTo>
                  <a:cubicBezTo>
                    <a:pt x="295" y="38"/>
                    <a:pt x="303" y="34"/>
                    <a:pt x="316" y="34"/>
                  </a:cubicBezTo>
                  <a:cubicBezTo>
                    <a:pt x="324" y="34"/>
                    <a:pt x="337" y="38"/>
                    <a:pt x="346" y="47"/>
                  </a:cubicBezTo>
                  <a:cubicBezTo>
                    <a:pt x="363" y="64"/>
                    <a:pt x="380" y="72"/>
                    <a:pt x="405" y="72"/>
                  </a:cubicBezTo>
                  <a:cubicBezTo>
                    <a:pt x="410" y="72"/>
                    <a:pt x="414" y="72"/>
                    <a:pt x="418" y="72"/>
                  </a:cubicBezTo>
                  <a:cubicBezTo>
                    <a:pt x="252" y="708"/>
                    <a:pt x="252" y="708"/>
                    <a:pt x="252" y="708"/>
                  </a:cubicBezTo>
                  <a:cubicBezTo>
                    <a:pt x="290" y="708"/>
                    <a:pt x="290" y="708"/>
                    <a:pt x="290" y="708"/>
                  </a:cubicBezTo>
                  <a:cubicBezTo>
                    <a:pt x="465" y="43"/>
                    <a:pt x="465" y="43"/>
                    <a:pt x="465" y="43"/>
                  </a:cubicBezTo>
                  <a:cubicBezTo>
                    <a:pt x="465" y="34"/>
                    <a:pt x="465" y="26"/>
                    <a:pt x="457" y="21"/>
                  </a:cubicBezTo>
                  <a:cubicBezTo>
                    <a:pt x="448" y="17"/>
                    <a:pt x="440" y="21"/>
                    <a:pt x="435" y="26"/>
                  </a:cubicBezTo>
                  <a:cubicBezTo>
                    <a:pt x="427" y="34"/>
                    <a:pt x="418" y="38"/>
                    <a:pt x="410" y="38"/>
                  </a:cubicBezTo>
                  <a:cubicBezTo>
                    <a:pt x="397" y="38"/>
                    <a:pt x="388" y="34"/>
                    <a:pt x="376" y="26"/>
                  </a:cubicBezTo>
                  <a:cubicBezTo>
                    <a:pt x="359" y="8"/>
                    <a:pt x="341" y="0"/>
                    <a:pt x="320" y="0"/>
                  </a:cubicBezTo>
                  <a:cubicBezTo>
                    <a:pt x="299" y="0"/>
                    <a:pt x="282" y="8"/>
                    <a:pt x="265" y="26"/>
                  </a:cubicBezTo>
                  <a:cubicBezTo>
                    <a:pt x="248" y="43"/>
                    <a:pt x="222" y="43"/>
                    <a:pt x="205" y="26"/>
                  </a:cubicBezTo>
                  <a:cubicBezTo>
                    <a:pt x="192" y="8"/>
                    <a:pt x="171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28" y="0"/>
                    <a:pt x="107" y="8"/>
                    <a:pt x="94" y="26"/>
                  </a:cubicBezTo>
                  <a:cubicBezTo>
                    <a:pt x="85" y="34"/>
                    <a:pt x="73" y="38"/>
                    <a:pt x="60" y="38"/>
                  </a:cubicBezTo>
                  <a:cubicBezTo>
                    <a:pt x="51" y="38"/>
                    <a:pt x="39" y="34"/>
                    <a:pt x="34" y="26"/>
                  </a:cubicBezTo>
                  <a:cubicBezTo>
                    <a:pt x="30" y="21"/>
                    <a:pt x="21" y="17"/>
                    <a:pt x="13" y="21"/>
                  </a:cubicBezTo>
                  <a:cubicBezTo>
                    <a:pt x="4" y="26"/>
                    <a:pt x="0" y="34"/>
                    <a:pt x="4" y="43"/>
                  </a:cubicBezTo>
                  <a:lnTo>
                    <a:pt x="175" y="708"/>
                  </a:lnTo>
                  <a:close/>
                </a:path>
              </a:pathLst>
            </a:custGeom>
            <a:solidFill>
              <a:srgbClr val="FFFFFF"/>
            </a:solidFill>
            <a:ln w="6350" cmpd="sng">
              <a:noFill/>
              <a:round/>
              <a:headEnd/>
              <a:tailEnd/>
            </a:ln>
            <a:effectLst/>
            <a:extLst>
              <a:ext uri="{91240B29-F687-4F45-9708-019B960494DF}">
                <a14:hiddenLine xmlns:a14="http://schemas.microsoft.com/office/drawing/2010/main" w="6350" cmpd="sng">
                  <a:solidFill>
                    <a:srgbClr val="20303D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20303D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8" name="Freeform 19">
              <a:extLst>
                <a:ext uri="{FF2B5EF4-FFF2-40B4-BE49-F238E27FC236}">
                  <a16:creationId xmlns:a16="http://schemas.microsoft.com/office/drawing/2014/main" id="{EDCA07D2-73C4-EECE-F21C-1A8D7A3C6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-4937126" y="8458200"/>
              <a:ext cx="1190625" cy="1246188"/>
            </a:xfrm>
            <a:custGeom>
              <a:avLst/>
              <a:gdLst>
                <a:gd name="T0" fmla="*/ 0 w 465"/>
                <a:gd name="T1" fmla="*/ 0 h 487"/>
                <a:gd name="T2" fmla="*/ 0 w 465"/>
                <a:gd name="T3" fmla="*/ 325 h 487"/>
                <a:gd name="T4" fmla="*/ 77 w 465"/>
                <a:gd name="T5" fmla="*/ 401 h 487"/>
                <a:gd name="T6" fmla="*/ 100 w 465"/>
                <a:gd name="T7" fmla="*/ 401 h 487"/>
                <a:gd name="T8" fmla="*/ 231 w 465"/>
                <a:gd name="T9" fmla="*/ 487 h 487"/>
                <a:gd name="T10" fmla="*/ 361 w 465"/>
                <a:gd name="T11" fmla="*/ 401 h 487"/>
                <a:gd name="T12" fmla="*/ 388 w 465"/>
                <a:gd name="T13" fmla="*/ 401 h 487"/>
                <a:gd name="T14" fmla="*/ 465 w 465"/>
                <a:gd name="T15" fmla="*/ 325 h 487"/>
                <a:gd name="T16" fmla="*/ 465 w 465"/>
                <a:gd name="T17" fmla="*/ 0 h 487"/>
                <a:gd name="T18" fmla="*/ 0 w 465"/>
                <a:gd name="T19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5" h="487">
                  <a:moveTo>
                    <a:pt x="0" y="0"/>
                  </a:moveTo>
                  <a:cubicBezTo>
                    <a:pt x="0" y="325"/>
                    <a:pt x="0" y="325"/>
                    <a:pt x="0" y="325"/>
                  </a:cubicBezTo>
                  <a:cubicBezTo>
                    <a:pt x="0" y="367"/>
                    <a:pt x="34" y="401"/>
                    <a:pt x="77" y="401"/>
                  </a:cubicBezTo>
                  <a:cubicBezTo>
                    <a:pt x="100" y="401"/>
                    <a:pt x="100" y="401"/>
                    <a:pt x="100" y="401"/>
                  </a:cubicBezTo>
                  <a:cubicBezTo>
                    <a:pt x="123" y="450"/>
                    <a:pt x="172" y="487"/>
                    <a:pt x="231" y="487"/>
                  </a:cubicBezTo>
                  <a:cubicBezTo>
                    <a:pt x="289" y="487"/>
                    <a:pt x="338" y="450"/>
                    <a:pt x="361" y="401"/>
                  </a:cubicBezTo>
                  <a:cubicBezTo>
                    <a:pt x="388" y="401"/>
                    <a:pt x="388" y="401"/>
                    <a:pt x="388" y="401"/>
                  </a:cubicBezTo>
                  <a:cubicBezTo>
                    <a:pt x="431" y="401"/>
                    <a:pt x="465" y="367"/>
                    <a:pt x="465" y="325"/>
                  </a:cubicBezTo>
                  <a:cubicBezTo>
                    <a:pt x="465" y="0"/>
                    <a:pt x="465" y="0"/>
                    <a:pt x="4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20">
              <a:extLst>
                <a:ext uri="{FF2B5EF4-FFF2-40B4-BE49-F238E27FC236}">
                  <a16:creationId xmlns:a16="http://schemas.microsoft.com/office/drawing/2014/main" id="{C5B72E2D-898A-89C8-3E3B-7557368691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056188" y="8636000"/>
              <a:ext cx="1419225" cy="620713"/>
            </a:xfrm>
            <a:custGeom>
              <a:avLst/>
              <a:gdLst>
                <a:gd name="T0" fmla="*/ 508 w 555"/>
                <a:gd name="T1" fmla="*/ 94 h 243"/>
                <a:gd name="T2" fmla="*/ 47 w 555"/>
                <a:gd name="T3" fmla="*/ 94 h 243"/>
                <a:gd name="T4" fmla="*/ 0 w 555"/>
                <a:gd name="T5" fmla="*/ 47 h 243"/>
                <a:gd name="T6" fmla="*/ 0 w 555"/>
                <a:gd name="T7" fmla="*/ 47 h 243"/>
                <a:gd name="T8" fmla="*/ 47 w 555"/>
                <a:gd name="T9" fmla="*/ 0 h 243"/>
                <a:gd name="T10" fmla="*/ 508 w 555"/>
                <a:gd name="T11" fmla="*/ 0 h 243"/>
                <a:gd name="T12" fmla="*/ 555 w 555"/>
                <a:gd name="T13" fmla="*/ 47 h 243"/>
                <a:gd name="T14" fmla="*/ 555 w 555"/>
                <a:gd name="T15" fmla="*/ 47 h 243"/>
                <a:gd name="T16" fmla="*/ 508 w 555"/>
                <a:gd name="T17" fmla="*/ 94 h 243"/>
                <a:gd name="T18" fmla="*/ 508 w 555"/>
                <a:gd name="T19" fmla="*/ 243 h 243"/>
                <a:gd name="T20" fmla="*/ 47 w 555"/>
                <a:gd name="T21" fmla="*/ 243 h 243"/>
                <a:gd name="T22" fmla="*/ 0 w 555"/>
                <a:gd name="T23" fmla="*/ 196 h 243"/>
                <a:gd name="T24" fmla="*/ 0 w 555"/>
                <a:gd name="T25" fmla="*/ 196 h 243"/>
                <a:gd name="T26" fmla="*/ 47 w 555"/>
                <a:gd name="T27" fmla="*/ 149 h 243"/>
                <a:gd name="T28" fmla="*/ 508 w 555"/>
                <a:gd name="T29" fmla="*/ 149 h 243"/>
                <a:gd name="T30" fmla="*/ 555 w 555"/>
                <a:gd name="T31" fmla="*/ 196 h 243"/>
                <a:gd name="T32" fmla="*/ 555 w 555"/>
                <a:gd name="T33" fmla="*/ 196 h 243"/>
                <a:gd name="T34" fmla="*/ 508 w 555"/>
                <a:gd name="T35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5" h="243">
                  <a:moveTo>
                    <a:pt x="508" y="94"/>
                  </a:moveTo>
                  <a:cubicBezTo>
                    <a:pt x="47" y="94"/>
                    <a:pt x="47" y="94"/>
                    <a:pt x="47" y="94"/>
                  </a:cubicBezTo>
                  <a:cubicBezTo>
                    <a:pt x="22" y="94"/>
                    <a:pt x="0" y="72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21"/>
                    <a:pt x="22" y="0"/>
                    <a:pt x="47" y="0"/>
                  </a:cubicBezTo>
                  <a:cubicBezTo>
                    <a:pt x="508" y="0"/>
                    <a:pt x="508" y="0"/>
                    <a:pt x="508" y="0"/>
                  </a:cubicBezTo>
                  <a:cubicBezTo>
                    <a:pt x="534" y="0"/>
                    <a:pt x="555" y="21"/>
                    <a:pt x="555" y="47"/>
                  </a:cubicBezTo>
                  <a:cubicBezTo>
                    <a:pt x="555" y="47"/>
                    <a:pt x="555" y="47"/>
                    <a:pt x="555" y="47"/>
                  </a:cubicBezTo>
                  <a:cubicBezTo>
                    <a:pt x="555" y="72"/>
                    <a:pt x="534" y="94"/>
                    <a:pt x="508" y="94"/>
                  </a:cubicBezTo>
                  <a:close/>
                  <a:moveTo>
                    <a:pt x="508" y="243"/>
                  </a:moveTo>
                  <a:cubicBezTo>
                    <a:pt x="47" y="243"/>
                    <a:pt x="47" y="243"/>
                    <a:pt x="47" y="243"/>
                  </a:cubicBezTo>
                  <a:cubicBezTo>
                    <a:pt x="22" y="243"/>
                    <a:pt x="0" y="222"/>
                    <a:pt x="0" y="196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0" y="170"/>
                    <a:pt x="22" y="149"/>
                    <a:pt x="47" y="149"/>
                  </a:cubicBezTo>
                  <a:cubicBezTo>
                    <a:pt x="508" y="149"/>
                    <a:pt x="508" y="149"/>
                    <a:pt x="508" y="149"/>
                  </a:cubicBezTo>
                  <a:cubicBezTo>
                    <a:pt x="534" y="149"/>
                    <a:pt x="555" y="170"/>
                    <a:pt x="555" y="196"/>
                  </a:cubicBezTo>
                  <a:cubicBezTo>
                    <a:pt x="555" y="196"/>
                    <a:pt x="555" y="196"/>
                    <a:pt x="555" y="196"/>
                  </a:cubicBezTo>
                  <a:cubicBezTo>
                    <a:pt x="555" y="222"/>
                    <a:pt x="534" y="243"/>
                    <a:pt x="508" y="243"/>
                  </a:cubicBezTo>
                  <a:close/>
                </a:path>
              </a:pathLst>
            </a:custGeom>
            <a:solidFill>
              <a:srgbClr val="43515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C425B1A-9D5B-292B-441B-737C4DB6495A}"/>
              </a:ext>
            </a:extLst>
          </p:cNvPr>
          <p:cNvGrpSpPr/>
          <p:nvPr/>
        </p:nvGrpSpPr>
        <p:grpSpPr>
          <a:xfrm>
            <a:off x="7097308" y="1774568"/>
            <a:ext cx="931084" cy="1349256"/>
            <a:chOff x="1383055" y="2151093"/>
            <a:chExt cx="931084" cy="1349256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20213DE-79F9-5EA3-A04F-075A205B039B}"/>
                </a:ext>
              </a:extLst>
            </p:cNvPr>
            <p:cNvSpPr/>
            <p:nvPr/>
          </p:nvSpPr>
          <p:spPr>
            <a:xfrm>
              <a:off x="1383055" y="2151093"/>
              <a:ext cx="931084" cy="931084"/>
            </a:xfrm>
            <a:prstGeom prst="ellipse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AE16558-8253-E726-4075-69CD191DFF16}"/>
                </a:ext>
              </a:extLst>
            </p:cNvPr>
            <p:cNvCxnSpPr>
              <a:cxnSpLocks/>
            </p:cNvCxnSpPr>
            <p:nvPr/>
          </p:nvCxnSpPr>
          <p:spPr>
            <a:xfrm>
              <a:off x="1848597" y="3082177"/>
              <a:ext cx="0" cy="418172"/>
            </a:xfrm>
            <a:prstGeom prst="line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3F6DBB6-57F7-F7EF-9EF3-8DBA6BFC713D}"/>
              </a:ext>
            </a:extLst>
          </p:cNvPr>
          <p:cNvGrpSpPr/>
          <p:nvPr/>
        </p:nvGrpSpPr>
        <p:grpSpPr>
          <a:xfrm>
            <a:off x="10031008" y="1106288"/>
            <a:ext cx="931084" cy="1349256"/>
            <a:chOff x="1383055" y="2151093"/>
            <a:chExt cx="931084" cy="1349256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6D707BE-F5F1-79B6-12F2-2A72D6681B24}"/>
                </a:ext>
              </a:extLst>
            </p:cNvPr>
            <p:cNvSpPr/>
            <p:nvPr/>
          </p:nvSpPr>
          <p:spPr>
            <a:xfrm>
              <a:off x="1383055" y="2151093"/>
              <a:ext cx="931084" cy="931084"/>
            </a:xfrm>
            <a:prstGeom prst="ellipse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F676813-0D6E-7353-9779-1415C1500D91}"/>
                </a:ext>
              </a:extLst>
            </p:cNvPr>
            <p:cNvCxnSpPr>
              <a:cxnSpLocks/>
            </p:cNvCxnSpPr>
            <p:nvPr/>
          </p:nvCxnSpPr>
          <p:spPr>
            <a:xfrm>
              <a:off x="1848597" y="3082177"/>
              <a:ext cx="0" cy="418172"/>
            </a:xfrm>
            <a:prstGeom prst="line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B0A7E8E-DE84-1B88-3D29-360BC5B7B5B8}"/>
              </a:ext>
            </a:extLst>
          </p:cNvPr>
          <p:cNvGrpSpPr/>
          <p:nvPr/>
        </p:nvGrpSpPr>
        <p:grpSpPr>
          <a:xfrm>
            <a:off x="1723105" y="3752025"/>
            <a:ext cx="250616" cy="250614"/>
            <a:chOff x="1723105" y="3418332"/>
            <a:chExt cx="250616" cy="250614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6972DE1-2C89-90E7-AD3D-91BF7E7FA8AD}"/>
                </a:ext>
              </a:extLst>
            </p:cNvPr>
            <p:cNvSpPr/>
            <p:nvPr/>
          </p:nvSpPr>
          <p:spPr>
            <a:xfrm>
              <a:off x="1723105" y="3418332"/>
              <a:ext cx="250616" cy="250614"/>
            </a:xfrm>
            <a:prstGeom prst="ellipse">
              <a:avLst/>
            </a:prstGeom>
            <a:solidFill>
              <a:srgbClr val="A2ABB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303E4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8C1990D-36C2-30E6-83D4-DB805F0F5E68}"/>
                </a:ext>
              </a:extLst>
            </p:cNvPr>
            <p:cNvSpPr/>
            <p:nvPr/>
          </p:nvSpPr>
          <p:spPr>
            <a:xfrm>
              <a:off x="1783832" y="3479058"/>
              <a:ext cx="129162" cy="129162"/>
            </a:xfrm>
            <a:prstGeom prst="ellipse">
              <a:avLst/>
            </a:prstGeom>
            <a:solidFill>
              <a:srgbClr val="DFE3E6"/>
            </a:solidFill>
            <a:ln w="6350" cap="flat" cmpd="sng" algn="ctr">
              <a:noFill/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A2ABB0">
                        <a:alpha val="3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49566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FBD3754-1751-75C9-452E-47AEEDAF6ADC}"/>
              </a:ext>
            </a:extLst>
          </p:cNvPr>
          <p:cNvGrpSpPr/>
          <p:nvPr/>
        </p:nvGrpSpPr>
        <p:grpSpPr>
          <a:xfrm>
            <a:off x="4516744" y="3500354"/>
            <a:ext cx="250616" cy="250614"/>
            <a:chOff x="1723105" y="3418332"/>
            <a:chExt cx="250616" cy="250614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5BC39E0-E108-1AAC-69A8-31BDDE4C0B7C}"/>
                </a:ext>
              </a:extLst>
            </p:cNvPr>
            <p:cNvSpPr/>
            <p:nvPr/>
          </p:nvSpPr>
          <p:spPr>
            <a:xfrm>
              <a:off x="1723105" y="3418332"/>
              <a:ext cx="250616" cy="250614"/>
            </a:xfrm>
            <a:prstGeom prst="ellipse">
              <a:avLst/>
            </a:prstGeom>
            <a:solidFill>
              <a:srgbClr val="A2ABB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303E4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73554FE-C3CC-BD7F-004B-BB7234ACF715}"/>
                </a:ext>
              </a:extLst>
            </p:cNvPr>
            <p:cNvSpPr/>
            <p:nvPr/>
          </p:nvSpPr>
          <p:spPr>
            <a:xfrm>
              <a:off x="1783832" y="3479058"/>
              <a:ext cx="129162" cy="129162"/>
            </a:xfrm>
            <a:prstGeom prst="ellipse">
              <a:avLst/>
            </a:prstGeom>
            <a:solidFill>
              <a:srgbClr val="DFE3E6"/>
            </a:solidFill>
            <a:ln w="6350" cap="flat" cmpd="sng" algn="ctr">
              <a:noFill/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A2ABB0">
                        <a:alpha val="3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49566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29B1212-D3DC-7185-A4E7-E072B8087705}"/>
              </a:ext>
            </a:extLst>
          </p:cNvPr>
          <p:cNvGrpSpPr/>
          <p:nvPr/>
        </p:nvGrpSpPr>
        <p:grpSpPr>
          <a:xfrm>
            <a:off x="7244874" y="1919310"/>
            <a:ext cx="635952" cy="635952"/>
            <a:chOff x="-1991840" y="6009861"/>
            <a:chExt cx="1887642" cy="1887642"/>
          </a:xfrm>
        </p:grpSpPr>
        <p:sp>
          <p:nvSpPr>
            <p:cNvPr id="103" name="Freeform 24">
              <a:extLst>
                <a:ext uri="{FF2B5EF4-FFF2-40B4-BE49-F238E27FC236}">
                  <a16:creationId xmlns:a16="http://schemas.microsoft.com/office/drawing/2014/main" id="{2274A2F5-748C-F181-639D-F9C816B84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-1158620" y="6732481"/>
              <a:ext cx="497484" cy="663604"/>
            </a:xfrm>
            <a:custGeom>
              <a:avLst/>
              <a:gdLst>
                <a:gd name="T0" fmla="*/ 510 w 540"/>
                <a:gd name="T1" fmla="*/ 497 h 720"/>
                <a:gd name="T2" fmla="*/ 120 w 540"/>
                <a:gd name="T3" fmla="*/ 720 h 720"/>
                <a:gd name="T4" fmla="*/ 0 w 540"/>
                <a:gd name="T5" fmla="*/ 507 h 720"/>
                <a:gd name="T6" fmla="*/ 0 w 540"/>
                <a:gd name="T7" fmla="*/ 330 h 720"/>
                <a:gd name="T8" fmla="*/ 120 w 540"/>
                <a:gd name="T9" fmla="*/ 240 h 720"/>
                <a:gd name="T10" fmla="*/ 197 w 540"/>
                <a:gd name="T11" fmla="*/ 76 h 720"/>
                <a:gd name="T12" fmla="*/ 359 w 540"/>
                <a:gd name="T13" fmla="*/ 35 h 720"/>
                <a:gd name="T14" fmla="*/ 540 w 540"/>
                <a:gd name="T15" fmla="*/ 0 h 720"/>
                <a:gd name="T16" fmla="*/ 540 w 540"/>
                <a:gd name="T17" fmla="*/ 445 h 720"/>
                <a:gd name="T18" fmla="*/ 510 w 540"/>
                <a:gd name="T19" fmla="*/ 497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0" h="720">
                  <a:moveTo>
                    <a:pt x="510" y="497"/>
                  </a:moveTo>
                  <a:cubicBezTo>
                    <a:pt x="120" y="720"/>
                    <a:pt x="120" y="720"/>
                    <a:pt x="120" y="720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120" y="240"/>
                    <a:pt x="120" y="240"/>
                    <a:pt x="120" y="240"/>
                  </a:cubicBezTo>
                  <a:cubicBezTo>
                    <a:pt x="197" y="76"/>
                    <a:pt x="197" y="76"/>
                    <a:pt x="197" y="76"/>
                  </a:cubicBezTo>
                  <a:cubicBezTo>
                    <a:pt x="359" y="35"/>
                    <a:pt x="359" y="35"/>
                    <a:pt x="359" y="35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0" y="445"/>
                    <a:pt x="540" y="445"/>
                    <a:pt x="540" y="445"/>
                  </a:cubicBezTo>
                  <a:cubicBezTo>
                    <a:pt x="540" y="467"/>
                    <a:pt x="528" y="487"/>
                    <a:pt x="510" y="497"/>
                  </a:cubicBezTo>
                  <a:close/>
                </a:path>
              </a:pathLst>
            </a:custGeom>
            <a:solidFill>
              <a:srgbClr val="459F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0070C0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" name="Freeform 25">
              <a:extLst>
                <a:ext uri="{FF2B5EF4-FFF2-40B4-BE49-F238E27FC236}">
                  <a16:creationId xmlns:a16="http://schemas.microsoft.com/office/drawing/2014/main" id="{F06D71C2-8ECC-30C2-EACA-476DA25A6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35340" y="6732481"/>
              <a:ext cx="387321" cy="663604"/>
            </a:xfrm>
            <a:custGeom>
              <a:avLst/>
              <a:gdLst>
                <a:gd name="T0" fmla="*/ 420 w 420"/>
                <a:gd name="T1" fmla="*/ 720 h 720"/>
                <a:gd name="T2" fmla="*/ 30 w 420"/>
                <a:gd name="T3" fmla="*/ 497 h 720"/>
                <a:gd name="T4" fmla="*/ 0 w 420"/>
                <a:gd name="T5" fmla="*/ 445 h 720"/>
                <a:gd name="T6" fmla="*/ 0 w 420"/>
                <a:gd name="T7" fmla="*/ 0 h 720"/>
                <a:gd name="T8" fmla="*/ 194 w 420"/>
                <a:gd name="T9" fmla="*/ 42 h 720"/>
                <a:gd name="T10" fmla="*/ 376 w 420"/>
                <a:gd name="T11" fmla="*/ 95 h 720"/>
                <a:gd name="T12" fmla="*/ 420 w 420"/>
                <a:gd name="T13" fmla="*/ 240 h 720"/>
                <a:gd name="T14" fmla="*/ 420 w 420"/>
                <a:gd name="T15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0" h="720">
                  <a:moveTo>
                    <a:pt x="420" y="720"/>
                  </a:moveTo>
                  <a:cubicBezTo>
                    <a:pt x="30" y="497"/>
                    <a:pt x="30" y="497"/>
                    <a:pt x="30" y="497"/>
                  </a:cubicBezTo>
                  <a:cubicBezTo>
                    <a:pt x="12" y="487"/>
                    <a:pt x="0" y="467"/>
                    <a:pt x="0" y="44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4" y="42"/>
                    <a:pt x="194" y="42"/>
                    <a:pt x="194" y="42"/>
                  </a:cubicBezTo>
                  <a:cubicBezTo>
                    <a:pt x="376" y="95"/>
                    <a:pt x="376" y="95"/>
                    <a:pt x="376" y="95"/>
                  </a:cubicBezTo>
                  <a:cubicBezTo>
                    <a:pt x="420" y="240"/>
                    <a:pt x="420" y="240"/>
                    <a:pt x="420" y="240"/>
                  </a:cubicBezTo>
                  <a:lnTo>
                    <a:pt x="420" y="720"/>
                  </a:lnTo>
                  <a:close/>
                </a:path>
              </a:pathLst>
            </a:custGeom>
            <a:solidFill>
              <a:srgbClr val="7ECA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1ACAF8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Freeform 26">
              <a:extLst>
                <a:ext uri="{FF2B5EF4-FFF2-40B4-BE49-F238E27FC236}">
                  <a16:creationId xmlns:a16="http://schemas.microsoft.com/office/drawing/2014/main" id="{122649DA-8611-31A1-996F-8C0079D31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35340" y="6508657"/>
              <a:ext cx="774204" cy="445025"/>
            </a:xfrm>
            <a:custGeom>
              <a:avLst/>
              <a:gdLst>
                <a:gd name="T0" fmla="*/ 390 w 840"/>
                <a:gd name="T1" fmla="*/ 11 h 483"/>
                <a:gd name="T2" fmla="*/ 0 w 840"/>
                <a:gd name="T3" fmla="*/ 243 h 483"/>
                <a:gd name="T4" fmla="*/ 420 w 840"/>
                <a:gd name="T5" fmla="*/ 483 h 483"/>
                <a:gd name="T6" fmla="*/ 840 w 840"/>
                <a:gd name="T7" fmla="*/ 243 h 483"/>
                <a:gd name="T8" fmla="*/ 450 w 840"/>
                <a:gd name="T9" fmla="*/ 11 h 483"/>
                <a:gd name="T10" fmla="*/ 390 w 840"/>
                <a:gd name="T11" fmla="*/ 11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0" h="483">
                  <a:moveTo>
                    <a:pt x="390" y="11"/>
                  </a:moveTo>
                  <a:cubicBezTo>
                    <a:pt x="0" y="243"/>
                    <a:pt x="0" y="243"/>
                    <a:pt x="0" y="243"/>
                  </a:cubicBezTo>
                  <a:cubicBezTo>
                    <a:pt x="420" y="483"/>
                    <a:pt x="420" y="483"/>
                    <a:pt x="420" y="483"/>
                  </a:cubicBezTo>
                  <a:cubicBezTo>
                    <a:pt x="840" y="243"/>
                    <a:pt x="840" y="243"/>
                    <a:pt x="840" y="243"/>
                  </a:cubicBezTo>
                  <a:cubicBezTo>
                    <a:pt x="450" y="11"/>
                    <a:pt x="450" y="11"/>
                    <a:pt x="450" y="11"/>
                  </a:cubicBezTo>
                  <a:cubicBezTo>
                    <a:pt x="431" y="0"/>
                    <a:pt x="409" y="0"/>
                    <a:pt x="390" y="11"/>
                  </a:cubicBezTo>
                  <a:close/>
                </a:path>
              </a:pathLst>
            </a:custGeom>
            <a:solidFill>
              <a:srgbClr val="D3EDFE"/>
            </a:solidFill>
            <a:ln w="63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7BC6FB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20303D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" name="Freeform 27">
              <a:extLst>
                <a:ext uri="{FF2B5EF4-FFF2-40B4-BE49-F238E27FC236}">
                  <a16:creationId xmlns:a16="http://schemas.microsoft.com/office/drawing/2014/main" id="{5447A6C3-FCC1-B0AE-F036-55B906718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991840" y="6009861"/>
              <a:ext cx="1887642" cy="1887642"/>
            </a:xfrm>
            <a:custGeom>
              <a:avLst/>
              <a:gdLst>
                <a:gd name="T0" fmla="*/ 2002 w 2048"/>
                <a:gd name="T1" fmla="*/ 846 h 2048"/>
                <a:gd name="T2" fmla="*/ 1900 w 2048"/>
                <a:gd name="T3" fmla="*/ 821 h 2048"/>
                <a:gd name="T4" fmla="*/ 1787 w 2048"/>
                <a:gd name="T5" fmla="*/ 548 h 2048"/>
                <a:gd name="T6" fmla="*/ 1839 w 2048"/>
                <a:gd name="T7" fmla="*/ 461 h 2048"/>
                <a:gd name="T8" fmla="*/ 1830 w 2048"/>
                <a:gd name="T9" fmla="*/ 388 h 2048"/>
                <a:gd name="T10" fmla="*/ 1660 w 2048"/>
                <a:gd name="T11" fmla="*/ 218 h 2048"/>
                <a:gd name="T12" fmla="*/ 1587 w 2048"/>
                <a:gd name="T13" fmla="*/ 209 h 2048"/>
                <a:gd name="T14" fmla="*/ 1500 w 2048"/>
                <a:gd name="T15" fmla="*/ 261 h 2048"/>
                <a:gd name="T16" fmla="*/ 1227 w 2048"/>
                <a:gd name="T17" fmla="*/ 148 h 2048"/>
                <a:gd name="T18" fmla="*/ 1202 w 2048"/>
                <a:gd name="T19" fmla="*/ 46 h 2048"/>
                <a:gd name="T20" fmla="*/ 1144 w 2048"/>
                <a:gd name="T21" fmla="*/ 0 h 2048"/>
                <a:gd name="T22" fmla="*/ 904 w 2048"/>
                <a:gd name="T23" fmla="*/ 0 h 2048"/>
                <a:gd name="T24" fmla="*/ 846 w 2048"/>
                <a:gd name="T25" fmla="*/ 46 h 2048"/>
                <a:gd name="T26" fmla="*/ 821 w 2048"/>
                <a:gd name="T27" fmla="*/ 148 h 2048"/>
                <a:gd name="T28" fmla="*/ 548 w 2048"/>
                <a:gd name="T29" fmla="*/ 261 h 2048"/>
                <a:gd name="T30" fmla="*/ 461 w 2048"/>
                <a:gd name="T31" fmla="*/ 209 h 2048"/>
                <a:gd name="T32" fmla="*/ 388 w 2048"/>
                <a:gd name="T33" fmla="*/ 218 h 2048"/>
                <a:gd name="T34" fmla="*/ 218 w 2048"/>
                <a:gd name="T35" fmla="*/ 388 h 2048"/>
                <a:gd name="T36" fmla="*/ 209 w 2048"/>
                <a:gd name="T37" fmla="*/ 461 h 2048"/>
                <a:gd name="T38" fmla="*/ 261 w 2048"/>
                <a:gd name="T39" fmla="*/ 548 h 2048"/>
                <a:gd name="T40" fmla="*/ 148 w 2048"/>
                <a:gd name="T41" fmla="*/ 821 h 2048"/>
                <a:gd name="T42" fmla="*/ 46 w 2048"/>
                <a:gd name="T43" fmla="*/ 846 h 2048"/>
                <a:gd name="T44" fmla="*/ 0 w 2048"/>
                <a:gd name="T45" fmla="*/ 904 h 2048"/>
                <a:gd name="T46" fmla="*/ 0 w 2048"/>
                <a:gd name="T47" fmla="*/ 1144 h 2048"/>
                <a:gd name="T48" fmla="*/ 46 w 2048"/>
                <a:gd name="T49" fmla="*/ 1202 h 2048"/>
                <a:gd name="T50" fmla="*/ 148 w 2048"/>
                <a:gd name="T51" fmla="*/ 1227 h 2048"/>
                <a:gd name="T52" fmla="*/ 261 w 2048"/>
                <a:gd name="T53" fmla="*/ 1500 h 2048"/>
                <a:gd name="T54" fmla="*/ 209 w 2048"/>
                <a:gd name="T55" fmla="*/ 1587 h 2048"/>
                <a:gd name="T56" fmla="*/ 218 w 2048"/>
                <a:gd name="T57" fmla="*/ 1660 h 2048"/>
                <a:gd name="T58" fmla="*/ 388 w 2048"/>
                <a:gd name="T59" fmla="*/ 1830 h 2048"/>
                <a:gd name="T60" fmla="*/ 461 w 2048"/>
                <a:gd name="T61" fmla="*/ 1839 h 2048"/>
                <a:gd name="T62" fmla="*/ 548 w 2048"/>
                <a:gd name="T63" fmla="*/ 1787 h 2048"/>
                <a:gd name="T64" fmla="*/ 821 w 2048"/>
                <a:gd name="T65" fmla="*/ 1900 h 2048"/>
                <a:gd name="T66" fmla="*/ 846 w 2048"/>
                <a:gd name="T67" fmla="*/ 2002 h 2048"/>
                <a:gd name="T68" fmla="*/ 904 w 2048"/>
                <a:gd name="T69" fmla="*/ 2048 h 2048"/>
                <a:gd name="T70" fmla="*/ 1144 w 2048"/>
                <a:gd name="T71" fmla="*/ 2048 h 2048"/>
                <a:gd name="T72" fmla="*/ 1202 w 2048"/>
                <a:gd name="T73" fmla="*/ 2002 h 2048"/>
                <a:gd name="T74" fmla="*/ 1227 w 2048"/>
                <a:gd name="T75" fmla="*/ 1900 h 2048"/>
                <a:gd name="T76" fmla="*/ 1500 w 2048"/>
                <a:gd name="T77" fmla="*/ 1787 h 2048"/>
                <a:gd name="T78" fmla="*/ 1587 w 2048"/>
                <a:gd name="T79" fmla="*/ 1839 h 2048"/>
                <a:gd name="T80" fmla="*/ 1660 w 2048"/>
                <a:gd name="T81" fmla="*/ 1830 h 2048"/>
                <a:gd name="T82" fmla="*/ 1830 w 2048"/>
                <a:gd name="T83" fmla="*/ 1660 h 2048"/>
                <a:gd name="T84" fmla="*/ 1839 w 2048"/>
                <a:gd name="T85" fmla="*/ 1587 h 2048"/>
                <a:gd name="T86" fmla="*/ 1787 w 2048"/>
                <a:gd name="T87" fmla="*/ 1500 h 2048"/>
                <a:gd name="T88" fmla="*/ 1900 w 2048"/>
                <a:gd name="T89" fmla="*/ 1227 h 2048"/>
                <a:gd name="T90" fmla="*/ 2002 w 2048"/>
                <a:gd name="T91" fmla="*/ 1202 h 2048"/>
                <a:gd name="T92" fmla="*/ 2048 w 2048"/>
                <a:gd name="T93" fmla="*/ 1144 h 2048"/>
                <a:gd name="T94" fmla="*/ 2048 w 2048"/>
                <a:gd name="T95" fmla="*/ 904 h 2048"/>
                <a:gd name="T96" fmla="*/ 2002 w 2048"/>
                <a:gd name="T97" fmla="*/ 846 h 2048"/>
                <a:gd name="T98" fmla="*/ 1024 w 2048"/>
                <a:gd name="T99" fmla="*/ 1684 h 2048"/>
                <a:gd name="T100" fmla="*/ 364 w 2048"/>
                <a:gd name="T101" fmla="*/ 1024 h 2048"/>
                <a:gd name="T102" fmla="*/ 1024 w 2048"/>
                <a:gd name="T103" fmla="*/ 364 h 2048"/>
                <a:gd name="T104" fmla="*/ 1684 w 2048"/>
                <a:gd name="T105" fmla="*/ 1024 h 2048"/>
                <a:gd name="T106" fmla="*/ 1024 w 2048"/>
                <a:gd name="T107" fmla="*/ 1684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48" h="2048">
                  <a:moveTo>
                    <a:pt x="2002" y="846"/>
                  </a:moveTo>
                  <a:cubicBezTo>
                    <a:pt x="1900" y="821"/>
                    <a:pt x="1900" y="821"/>
                    <a:pt x="1900" y="821"/>
                  </a:cubicBezTo>
                  <a:cubicBezTo>
                    <a:pt x="1878" y="724"/>
                    <a:pt x="1840" y="632"/>
                    <a:pt x="1787" y="548"/>
                  </a:cubicBezTo>
                  <a:cubicBezTo>
                    <a:pt x="1839" y="461"/>
                    <a:pt x="1839" y="461"/>
                    <a:pt x="1839" y="461"/>
                  </a:cubicBezTo>
                  <a:cubicBezTo>
                    <a:pt x="1853" y="437"/>
                    <a:pt x="1850" y="407"/>
                    <a:pt x="1830" y="388"/>
                  </a:cubicBezTo>
                  <a:cubicBezTo>
                    <a:pt x="1660" y="218"/>
                    <a:pt x="1660" y="218"/>
                    <a:pt x="1660" y="218"/>
                  </a:cubicBezTo>
                  <a:cubicBezTo>
                    <a:pt x="1641" y="198"/>
                    <a:pt x="1611" y="195"/>
                    <a:pt x="1587" y="209"/>
                  </a:cubicBezTo>
                  <a:cubicBezTo>
                    <a:pt x="1500" y="261"/>
                    <a:pt x="1500" y="261"/>
                    <a:pt x="1500" y="261"/>
                  </a:cubicBezTo>
                  <a:cubicBezTo>
                    <a:pt x="1416" y="208"/>
                    <a:pt x="1324" y="170"/>
                    <a:pt x="1227" y="148"/>
                  </a:cubicBezTo>
                  <a:cubicBezTo>
                    <a:pt x="1202" y="46"/>
                    <a:pt x="1202" y="46"/>
                    <a:pt x="1202" y="46"/>
                  </a:cubicBezTo>
                  <a:cubicBezTo>
                    <a:pt x="1196" y="19"/>
                    <a:pt x="1172" y="0"/>
                    <a:pt x="1144" y="0"/>
                  </a:cubicBezTo>
                  <a:cubicBezTo>
                    <a:pt x="904" y="0"/>
                    <a:pt x="904" y="0"/>
                    <a:pt x="904" y="0"/>
                  </a:cubicBezTo>
                  <a:cubicBezTo>
                    <a:pt x="876" y="0"/>
                    <a:pt x="852" y="19"/>
                    <a:pt x="846" y="46"/>
                  </a:cubicBezTo>
                  <a:cubicBezTo>
                    <a:pt x="821" y="148"/>
                    <a:pt x="821" y="148"/>
                    <a:pt x="821" y="148"/>
                  </a:cubicBezTo>
                  <a:cubicBezTo>
                    <a:pt x="724" y="170"/>
                    <a:pt x="632" y="208"/>
                    <a:pt x="548" y="261"/>
                  </a:cubicBezTo>
                  <a:cubicBezTo>
                    <a:pt x="461" y="209"/>
                    <a:pt x="461" y="209"/>
                    <a:pt x="461" y="209"/>
                  </a:cubicBezTo>
                  <a:cubicBezTo>
                    <a:pt x="437" y="195"/>
                    <a:pt x="407" y="198"/>
                    <a:pt x="388" y="218"/>
                  </a:cubicBezTo>
                  <a:cubicBezTo>
                    <a:pt x="218" y="388"/>
                    <a:pt x="218" y="388"/>
                    <a:pt x="218" y="388"/>
                  </a:cubicBezTo>
                  <a:cubicBezTo>
                    <a:pt x="198" y="407"/>
                    <a:pt x="195" y="437"/>
                    <a:pt x="209" y="461"/>
                  </a:cubicBezTo>
                  <a:cubicBezTo>
                    <a:pt x="261" y="548"/>
                    <a:pt x="261" y="548"/>
                    <a:pt x="261" y="548"/>
                  </a:cubicBezTo>
                  <a:cubicBezTo>
                    <a:pt x="208" y="632"/>
                    <a:pt x="170" y="724"/>
                    <a:pt x="148" y="821"/>
                  </a:cubicBezTo>
                  <a:cubicBezTo>
                    <a:pt x="46" y="846"/>
                    <a:pt x="46" y="846"/>
                    <a:pt x="46" y="846"/>
                  </a:cubicBezTo>
                  <a:cubicBezTo>
                    <a:pt x="19" y="852"/>
                    <a:pt x="0" y="876"/>
                    <a:pt x="0" y="904"/>
                  </a:cubicBezTo>
                  <a:cubicBezTo>
                    <a:pt x="0" y="1144"/>
                    <a:pt x="0" y="1144"/>
                    <a:pt x="0" y="1144"/>
                  </a:cubicBezTo>
                  <a:cubicBezTo>
                    <a:pt x="0" y="1172"/>
                    <a:pt x="19" y="1196"/>
                    <a:pt x="46" y="1202"/>
                  </a:cubicBezTo>
                  <a:cubicBezTo>
                    <a:pt x="148" y="1227"/>
                    <a:pt x="148" y="1227"/>
                    <a:pt x="148" y="1227"/>
                  </a:cubicBezTo>
                  <a:cubicBezTo>
                    <a:pt x="170" y="1324"/>
                    <a:pt x="208" y="1416"/>
                    <a:pt x="261" y="1500"/>
                  </a:cubicBezTo>
                  <a:cubicBezTo>
                    <a:pt x="209" y="1587"/>
                    <a:pt x="209" y="1587"/>
                    <a:pt x="209" y="1587"/>
                  </a:cubicBezTo>
                  <a:cubicBezTo>
                    <a:pt x="195" y="1611"/>
                    <a:pt x="198" y="1641"/>
                    <a:pt x="218" y="1660"/>
                  </a:cubicBezTo>
                  <a:cubicBezTo>
                    <a:pt x="388" y="1830"/>
                    <a:pt x="388" y="1830"/>
                    <a:pt x="388" y="1830"/>
                  </a:cubicBezTo>
                  <a:cubicBezTo>
                    <a:pt x="407" y="1850"/>
                    <a:pt x="437" y="1853"/>
                    <a:pt x="461" y="1839"/>
                  </a:cubicBezTo>
                  <a:cubicBezTo>
                    <a:pt x="548" y="1787"/>
                    <a:pt x="548" y="1787"/>
                    <a:pt x="548" y="1787"/>
                  </a:cubicBezTo>
                  <a:cubicBezTo>
                    <a:pt x="632" y="1840"/>
                    <a:pt x="724" y="1878"/>
                    <a:pt x="821" y="1900"/>
                  </a:cubicBezTo>
                  <a:cubicBezTo>
                    <a:pt x="846" y="2002"/>
                    <a:pt x="846" y="2002"/>
                    <a:pt x="846" y="2002"/>
                  </a:cubicBezTo>
                  <a:cubicBezTo>
                    <a:pt x="852" y="2029"/>
                    <a:pt x="876" y="2048"/>
                    <a:pt x="904" y="2048"/>
                  </a:cubicBezTo>
                  <a:cubicBezTo>
                    <a:pt x="1144" y="2048"/>
                    <a:pt x="1144" y="2048"/>
                    <a:pt x="1144" y="2048"/>
                  </a:cubicBezTo>
                  <a:cubicBezTo>
                    <a:pt x="1172" y="2048"/>
                    <a:pt x="1196" y="2029"/>
                    <a:pt x="1202" y="2002"/>
                  </a:cubicBezTo>
                  <a:cubicBezTo>
                    <a:pt x="1227" y="1900"/>
                    <a:pt x="1227" y="1900"/>
                    <a:pt x="1227" y="1900"/>
                  </a:cubicBezTo>
                  <a:cubicBezTo>
                    <a:pt x="1324" y="1878"/>
                    <a:pt x="1416" y="1840"/>
                    <a:pt x="1500" y="1787"/>
                  </a:cubicBezTo>
                  <a:cubicBezTo>
                    <a:pt x="1587" y="1839"/>
                    <a:pt x="1587" y="1839"/>
                    <a:pt x="1587" y="1839"/>
                  </a:cubicBezTo>
                  <a:cubicBezTo>
                    <a:pt x="1611" y="1853"/>
                    <a:pt x="1641" y="1850"/>
                    <a:pt x="1660" y="1830"/>
                  </a:cubicBezTo>
                  <a:cubicBezTo>
                    <a:pt x="1830" y="1660"/>
                    <a:pt x="1830" y="1660"/>
                    <a:pt x="1830" y="1660"/>
                  </a:cubicBezTo>
                  <a:cubicBezTo>
                    <a:pt x="1850" y="1641"/>
                    <a:pt x="1853" y="1611"/>
                    <a:pt x="1839" y="1587"/>
                  </a:cubicBezTo>
                  <a:cubicBezTo>
                    <a:pt x="1787" y="1500"/>
                    <a:pt x="1787" y="1500"/>
                    <a:pt x="1787" y="1500"/>
                  </a:cubicBezTo>
                  <a:cubicBezTo>
                    <a:pt x="1840" y="1416"/>
                    <a:pt x="1878" y="1324"/>
                    <a:pt x="1900" y="1227"/>
                  </a:cubicBezTo>
                  <a:cubicBezTo>
                    <a:pt x="2002" y="1202"/>
                    <a:pt x="2002" y="1202"/>
                    <a:pt x="2002" y="1202"/>
                  </a:cubicBezTo>
                  <a:cubicBezTo>
                    <a:pt x="2029" y="1196"/>
                    <a:pt x="2048" y="1172"/>
                    <a:pt x="2048" y="1144"/>
                  </a:cubicBezTo>
                  <a:cubicBezTo>
                    <a:pt x="2048" y="904"/>
                    <a:pt x="2048" y="904"/>
                    <a:pt x="2048" y="904"/>
                  </a:cubicBezTo>
                  <a:cubicBezTo>
                    <a:pt x="2048" y="876"/>
                    <a:pt x="2029" y="852"/>
                    <a:pt x="2002" y="846"/>
                  </a:cubicBezTo>
                  <a:close/>
                  <a:moveTo>
                    <a:pt x="1024" y="1684"/>
                  </a:moveTo>
                  <a:cubicBezTo>
                    <a:pt x="660" y="1684"/>
                    <a:pt x="364" y="1388"/>
                    <a:pt x="364" y="1024"/>
                  </a:cubicBezTo>
                  <a:cubicBezTo>
                    <a:pt x="364" y="660"/>
                    <a:pt x="660" y="364"/>
                    <a:pt x="1024" y="364"/>
                  </a:cubicBezTo>
                  <a:cubicBezTo>
                    <a:pt x="1388" y="364"/>
                    <a:pt x="1684" y="660"/>
                    <a:pt x="1684" y="1024"/>
                  </a:cubicBezTo>
                  <a:cubicBezTo>
                    <a:pt x="1684" y="1388"/>
                    <a:pt x="1388" y="1684"/>
                    <a:pt x="1024" y="1684"/>
                  </a:cubicBezTo>
                  <a:close/>
                </a:path>
              </a:pathLst>
            </a:custGeom>
            <a:solidFill>
              <a:srgbClr val="FED05D"/>
            </a:solidFill>
            <a:ln w="6350" cmpd="sng">
              <a:noFill/>
              <a:round/>
              <a:headEnd/>
              <a:tailEnd/>
            </a:ln>
            <a:effectLst/>
            <a:extLst>
              <a:ext uri="{91240B29-F687-4F45-9708-019B960494DF}">
                <a14:hiddenLine xmlns:a14="http://schemas.microsoft.com/office/drawing/2010/main" w="6350" cmpd="sng">
                  <a:solidFill>
                    <a:srgbClr val="FFD26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FBBE26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303E4A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A7E008DF-FE38-79C1-AACD-2C9EB6741033}"/>
              </a:ext>
            </a:extLst>
          </p:cNvPr>
          <p:cNvSpPr txBox="1"/>
          <p:nvPr/>
        </p:nvSpPr>
        <p:spPr>
          <a:xfrm>
            <a:off x="1020994" y="4084061"/>
            <a:ext cx="1654838" cy="308352"/>
          </a:xfrm>
          <a:prstGeom prst="roundRect">
            <a:avLst>
              <a:gd name="adj" fmla="val 50000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A1D8FD"/>
                </a:solidFill>
              </a14:hiddenLine>
            </a:ext>
          </a:extLst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sz="1100" b="1">
                <a:solidFill>
                  <a:srgbClr val="26303D"/>
                </a:solidFill>
                <a:latin typeface="Arial" panose="020B0604020202020204" pitchFamily="34" charset="0"/>
              </a:rPr>
              <a:t>Doco Nsequatdui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782342F-FFD3-34A7-1CE3-1B007863A5EE}"/>
              </a:ext>
            </a:extLst>
          </p:cNvPr>
          <p:cNvSpPr txBox="1"/>
          <p:nvPr/>
        </p:nvSpPr>
        <p:spPr>
          <a:xfrm>
            <a:off x="3534187" y="3908534"/>
            <a:ext cx="2215730" cy="308352"/>
          </a:xfrm>
          <a:prstGeom prst="roundRect">
            <a:avLst>
              <a:gd name="adj" fmla="val 50000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A1D8FD"/>
                </a:solidFill>
              </a14:hiddenLine>
            </a:ext>
          </a:extLst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sz="1100" b="1">
                <a:solidFill>
                  <a:srgbClr val="26303D"/>
                </a:solidFill>
                <a:latin typeface="Arial" panose="020B0604020202020204" pitchFamily="34" charset="0"/>
              </a:rPr>
              <a:t>Sautei Ruredolorinr 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6C4D030-2FFC-C896-BD6E-C0ABA12A6F3A}"/>
              </a:ext>
            </a:extLst>
          </p:cNvPr>
          <p:cNvSpPr txBox="1"/>
          <p:nvPr/>
        </p:nvSpPr>
        <p:spPr>
          <a:xfrm>
            <a:off x="6610353" y="3505963"/>
            <a:ext cx="1904994" cy="308352"/>
          </a:xfrm>
          <a:prstGeom prst="roundRect">
            <a:avLst>
              <a:gd name="adj" fmla="val 50000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A1D8FD"/>
                </a:solidFill>
              </a14:hiddenLine>
            </a:ext>
          </a:extLst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sz="1100" b="1">
                <a:solidFill>
                  <a:srgbClr val="26303D"/>
                </a:solidFill>
                <a:latin typeface="Arial" panose="020B0604020202020204" pitchFamily="34" charset="0"/>
              </a:rPr>
              <a:t>Epreh Enderitinvo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8954F5E-B152-BA41-CA81-D1B268F55F6D}"/>
              </a:ext>
            </a:extLst>
          </p:cNvPr>
          <p:cNvSpPr txBox="1"/>
          <p:nvPr/>
        </p:nvSpPr>
        <p:spPr>
          <a:xfrm>
            <a:off x="9535828" y="3197611"/>
            <a:ext cx="1921444" cy="308352"/>
          </a:xfrm>
          <a:prstGeom prst="roundRect">
            <a:avLst>
              <a:gd name="adj" fmla="val 50000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A1D8FD"/>
                </a:solidFill>
              </a14:hiddenLine>
            </a:ext>
          </a:extLst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sz="1100" b="1">
                <a:solidFill>
                  <a:srgbClr val="26303D"/>
                </a:solidFill>
                <a:latin typeface="Arial" panose="020B0604020202020204" pitchFamily="34" charset="0"/>
              </a:rPr>
              <a:t>Lupt-ateve litesse</a:t>
            </a:r>
          </a:p>
        </p:txBody>
      </p:sp>
      <p:sp>
        <p:nvSpPr>
          <p:cNvPr id="111" name="TextColumnContent">
            <a:extLst>
              <a:ext uri="{FF2B5EF4-FFF2-40B4-BE49-F238E27FC236}">
                <a16:creationId xmlns:a16="http://schemas.microsoft.com/office/drawing/2014/main" id="{E28C3AFA-A862-911A-5AF3-09C50FBDF5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77518" y="4324321"/>
            <a:ext cx="2729068" cy="1831271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/>
        </p:spPr>
        <p:txBody>
          <a:bodyPr wrap="square" lIns="36000" tIns="68580" rIns="0" bIns="68580">
            <a:spAutoFit/>
          </a:bodyPr>
          <a:lstStyle/>
          <a:p>
            <a:pPr marL="112431" indent="-112431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000">
                <a:latin typeface="Arial" panose="020B0604020202020204" pitchFamily="34" charset="0"/>
                <a:cs typeface="Arial" pitchFamily="34" charset="0"/>
              </a:rPr>
              <a:t>Cillumd oloree ufugiatn</a:t>
            </a:r>
          </a:p>
          <a:p>
            <a:pPr marL="112431" indent="-112431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000">
                <a:latin typeface="Arial" panose="020B0604020202020204" pitchFamily="34" charset="0"/>
                <a:cs typeface="Arial" pitchFamily="34" charset="0"/>
              </a:rPr>
              <a:t>Ullapari ature xcept eur sintoccae catc upidatatno </a:t>
            </a:r>
          </a:p>
          <a:p>
            <a:pPr marL="109538" indent="-109538">
              <a:spcBef>
                <a:spcPts val="300"/>
              </a:spcBef>
              <a:buFont typeface="Arial" pitchFamily="34" charset="0"/>
              <a:buChar char="•"/>
              <a:defRPr/>
            </a:pPr>
            <a:r>
              <a:rPr lang="en-GB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Nproiden TSU Ntinculpaquiof (FICi/ ADEs) er untmol litanim idestlabo/rumcur abitur nonnullasi/ tametn isltempu sconval lisquisac lectusp elle ntesquein, ipsumi dorcipor, tad.</a:t>
            </a:r>
          </a:p>
          <a:p>
            <a:pPr marL="109538" indent="-109538">
              <a:spcBef>
                <a:spcPts val="300"/>
              </a:spcBef>
              <a:buFont typeface="Arial" pitchFamily="34" charset="0"/>
              <a:buChar char="•"/>
              <a:defRPr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Apibusvi VAM Ussusc Ipittortoreg etfelisportt it orvolut pat crasultr icie / sli gul asedmag nadictump ortalor emipsumd olor </a:t>
            </a:r>
          </a:p>
        </p:txBody>
      </p:sp>
      <p:sp>
        <p:nvSpPr>
          <p:cNvPr id="112" name="TextColumnContent">
            <a:extLst>
              <a:ext uri="{FF2B5EF4-FFF2-40B4-BE49-F238E27FC236}">
                <a16:creationId xmlns:a16="http://schemas.microsoft.com/office/drawing/2014/main" id="{82EA402D-2DEC-B2C7-6481-01870871E4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27856" y="3979555"/>
            <a:ext cx="2669989" cy="198515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/>
        </p:spPr>
        <p:txBody>
          <a:bodyPr wrap="square" lIns="36000" tIns="68580" rIns="0" bIns="68580">
            <a:spAutoFit/>
          </a:bodyPr>
          <a:lstStyle/>
          <a:p>
            <a:pPr marL="112431" indent="-112431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000">
                <a:latin typeface="Arial" panose="020B0604020202020204" pitchFamily="34" charset="0"/>
                <a:cs typeface="Arial" pitchFamily="34" charset="0"/>
              </a:rPr>
              <a:t>Sitametcon 2 se-ctetu radipiscin gel its eddoei us mod tem porin cididuntu </a:t>
            </a:r>
          </a:p>
          <a:p>
            <a:pPr marL="112431" indent="-112431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000">
                <a:latin typeface="Arial" pitchFamily="34" charset="0"/>
                <a:cs typeface="Arial" pitchFamily="34" charset="0"/>
              </a:rPr>
              <a:t>Tlabore Etdol, orema gnaaliquauteni madminimve ni amquisno str udexerci/ tationull amc ola borisn isiutali</a:t>
            </a:r>
          </a:p>
          <a:p>
            <a:pPr marL="112431" indent="-112431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Quip exe acommo docons equa tdui-saute iruredolo rinrep rehender</a:t>
            </a:r>
          </a:p>
          <a:p>
            <a:pPr marL="112431" indent="-112431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Itinvol uptate vel ites-secil lumdolore eufugi</a:t>
            </a:r>
          </a:p>
          <a:p>
            <a:pPr marL="112431" indent="-112431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Atnull aparia turexce pteurs </a:t>
            </a:r>
            <a:b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</a:b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intocc</a:t>
            </a:r>
          </a:p>
        </p:txBody>
      </p:sp>
      <p:sp>
        <p:nvSpPr>
          <p:cNvPr id="113" name="TextColumnContent">
            <a:extLst>
              <a:ext uri="{FF2B5EF4-FFF2-40B4-BE49-F238E27FC236}">
                <a16:creationId xmlns:a16="http://schemas.microsoft.com/office/drawing/2014/main" id="{9C195D7D-F63A-DE86-3D4D-894245E0FD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9218550" y="3631140"/>
            <a:ext cx="2556000" cy="1523494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/>
        </p:spPr>
        <p:txBody>
          <a:bodyPr wrap="square" lIns="36000" tIns="68580" rIns="0" bIns="68580">
            <a:spAutoFit/>
          </a:bodyPr>
          <a:lstStyle/>
          <a:p>
            <a:pPr>
              <a:spcAft>
                <a:spcPts val="400"/>
              </a:spcAft>
              <a:buClr>
                <a:schemeClr val="tx2"/>
              </a:buClr>
            </a:pP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Aecat cu pidatatno np roidentsu ntinculpaqu iofficiadese</a:t>
            </a:r>
          </a:p>
          <a:p>
            <a:pPr>
              <a:spcAft>
                <a:spcPts val="400"/>
              </a:spcAft>
              <a:buClr>
                <a:schemeClr val="tx2"/>
              </a:buClr>
            </a:pP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Runtmol lita nimidestl aborumc urabiturn on null asita</a:t>
            </a:r>
          </a:p>
          <a:p>
            <a:pPr>
              <a:spcAft>
                <a:spcPts val="400"/>
              </a:spcAft>
              <a:buClr>
                <a:schemeClr val="tx2"/>
              </a:buClr>
            </a:pPr>
            <a:r>
              <a:rPr lang="en-US" sz="1000">
                <a:latin typeface="Arial" panose="020B0604020202020204" pitchFamily="34" charset="0"/>
                <a:cs typeface="Arial" pitchFamily="34" charset="0"/>
              </a:rPr>
              <a:t>Metnislt empusconv al lisqu, isac lect uspellen te squei ni psu midorcipo rt adapi busvivamus</a:t>
            </a:r>
          </a:p>
          <a:p>
            <a:pPr>
              <a:spcAft>
                <a:spcPts val="400"/>
              </a:spcAft>
              <a:buClr>
                <a:schemeClr val="tx2"/>
              </a:buClr>
            </a:pPr>
            <a:endParaRPr lang="en-US" sz="10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4" name="TextColumnContent">
            <a:extLst>
              <a:ext uri="{FF2B5EF4-FFF2-40B4-BE49-F238E27FC236}">
                <a16:creationId xmlns:a16="http://schemas.microsoft.com/office/drawing/2014/main" id="{F20B84B8-D350-A598-A10D-F11FED58B0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6150" y="4392413"/>
            <a:ext cx="2453169" cy="198515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/>
        </p:spPr>
        <p:txBody>
          <a:bodyPr wrap="square" lIns="36000" tIns="68580" rIns="0" bIns="68580">
            <a:spAutoFit/>
          </a:bodyPr>
          <a:lstStyle/>
          <a:p>
            <a:pPr marL="112431" indent="-112431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000" kern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Suscipi Ttortore ge  tfelispo rttit orvol utpatcra sultriciesligu, lasedmagn adictump, ortalore mipsumdolo, rsi tametconsec teturadipi scingelitse</a:t>
            </a:r>
          </a:p>
          <a:p>
            <a:pPr marL="112431" indent="-112431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Ddoeius mo dtempori nc </a:t>
            </a:r>
            <a:r>
              <a:rPr lang="en-GB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ididu-ntutlabor eetdolorem/ agn aali </a:t>
            </a: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qua utenima dmin imvenia mq Uisnost Rudexercitat Ionu lla Mcolabor isn Isiutali Quipexeac Ommo</a:t>
            </a:r>
            <a:endParaRPr lang="en-GB" sz="10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12431" indent="-112431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GB" sz="1000">
                <a:solidFill>
                  <a:srgbClr val="000000"/>
                </a:solidFill>
                <a:latin typeface="Arial" panose="020B0604020202020204" pitchFamily="34" charset="0"/>
              </a:rPr>
              <a:t>Doconse quatduisa/ uteirured ol orinrepreh ende Ritinvol uptatevelite sse cil lu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8A2DC17-8309-AD30-EB03-1288EA1A5258}"/>
              </a:ext>
            </a:extLst>
          </p:cNvPr>
          <p:cNvGrpSpPr/>
          <p:nvPr/>
        </p:nvGrpSpPr>
        <p:grpSpPr>
          <a:xfrm>
            <a:off x="7437542" y="3023824"/>
            <a:ext cx="250616" cy="250614"/>
            <a:chOff x="1723105" y="3418332"/>
            <a:chExt cx="250616" cy="250614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67970EFC-561E-7FAD-6FB0-2C12BFB48C83}"/>
                </a:ext>
              </a:extLst>
            </p:cNvPr>
            <p:cNvSpPr/>
            <p:nvPr/>
          </p:nvSpPr>
          <p:spPr>
            <a:xfrm>
              <a:off x="1723105" y="3418332"/>
              <a:ext cx="250616" cy="250614"/>
            </a:xfrm>
            <a:prstGeom prst="ellipse">
              <a:avLst/>
            </a:prstGeom>
            <a:solidFill>
              <a:srgbClr val="A2ABB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303E4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2851DD15-730A-0F84-02B5-53E2DF871073}"/>
                </a:ext>
              </a:extLst>
            </p:cNvPr>
            <p:cNvSpPr/>
            <p:nvPr/>
          </p:nvSpPr>
          <p:spPr>
            <a:xfrm>
              <a:off x="1783832" y="3479058"/>
              <a:ext cx="129162" cy="129162"/>
            </a:xfrm>
            <a:prstGeom prst="ellipse">
              <a:avLst/>
            </a:prstGeom>
            <a:solidFill>
              <a:srgbClr val="DFE3E6"/>
            </a:solidFill>
            <a:ln w="6350" cap="flat" cmpd="sng" algn="ctr">
              <a:noFill/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A2ABB0">
                        <a:alpha val="3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49566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1CD03DB-1E4B-3E26-4A33-E5A74F6C6210}"/>
              </a:ext>
            </a:extLst>
          </p:cNvPr>
          <p:cNvGrpSpPr/>
          <p:nvPr/>
        </p:nvGrpSpPr>
        <p:grpSpPr>
          <a:xfrm>
            <a:off x="10371242" y="2296990"/>
            <a:ext cx="250616" cy="250614"/>
            <a:chOff x="1723105" y="3418332"/>
            <a:chExt cx="250616" cy="250614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96C596E-06D6-009B-ECEC-690A3E083CA8}"/>
                </a:ext>
              </a:extLst>
            </p:cNvPr>
            <p:cNvSpPr/>
            <p:nvPr/>
          </p:nvSpPr>
          <p:spPr>
            <a:xfrm>
              <a:off x="1723105" y="3418332"/>
              <a:ext cx="250616" cy="250614"/>
            </a:xfrm>
            <a:prstGeom prst="ellipse">
              <a:avLst/>
            </a:prstGeom>
            <a:solidFill>
              <a:srgbClr val="A2ABB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303E4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18F3F1D-66F3-DF2E-93E6-AB27CF32C50A}"/>
                </a:ext>
              </a:extLst>
            </p:cNvPr>
            <p:cNvSpPr/>
            <p:nvPr/>
          </p:nvSpPr>
          <p:spPr>
            <a:xfrm>
              <a:off x="1783832" y="3479058"/>
              <a:ext cx="129162" cy="129162"/>
            </a:xfrm>
            <a:prstGeom prst="ellipse">
              <a:avLst/>
            </a:prstGeom>
            <a:solidFill>
              <a:srgbClr val="DFE3E6"/>
            </a:solidFill>
            <a:ln w="6350" cap="flat" cmpd="sng" algn="ctr">
              <a:noFill/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A2ABB0">
                        <a:alpha val="3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49566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A1E7B54D-16F8-043C-169D-CE9F058F57F0}"/>
              </a:ext>
            </a:extLst>
          </p:cNvPr>
          <p:cNvSpPr txBox="1"/>
          <p:nvPr/>
        </p:nvSpPr>
        <p:spPr>
          <a:xfrm>
            <a:off x="1482768" y="2181161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>
                <a:solidFill>
                  <a:srgbClr val="66737C"/>
                </a:solidFill>
                <a:latin typeface="Arial" panose="020B0604020202020204" pitchFamily="34" charset="0"/>
              </a:rPr>
              <a:t>Mdolor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C31D494-7A82-8D4B-AD7A-76DE695E2665}"/>
              </a:ext>
            </a:extLst>
          </p:cNvPr>
          <p:cNvSpPr txBox="1"/>
          <p:nvPr/>
        </p:nvSpPr>
        <p:spPr>
          <a:xfrm>
            <a:off x="4351283" y="1914730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>
                <a:solidFill>
                  <a:srgbClr val="66737C"/>
                </a:solidFill>
                <a:latin typeface="Arial" panose="020B0604020202020204" pitchFamily="34" charset="0"/>
              </a:rPr>
              <a:t>EEU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C9510BF-8535-BE7D-5B62-94179949EDA2}"/>
              </a:ext>
            </a:extLst>
          </p:cNvPr>
          <p:cNvSpPr txBox="1"/>
          <p:nvPr/>
        </p:nvSpPr>
        <p:spPr>
          <a:xfrm>
            <a:off x="6659324" y="1457179"/>
            <a:ext cx="1806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>
                <a:solidFill>
                  <a:srgbClr val="66737C"/>
                </a:solidFill>
                <a:latin typeface="Arial" panose="020B0604020202020204" pitchFamily="34" charset="0"/>
              </a:rPr>
              <a:t>Fugiatn Ullapa Riatu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3D9B135-7DA5-CEA8-733B-7F760D21FD83}"/>
              </a:ext>
            </a:extLst>
          </p:cNvPr>
          <p:cNvSpPr txBox="1"/>
          <p:nvPr/>
        </p:nvSpPr>
        <p:spPr>
          <a:xfrm>
            <a:off x="10799583" y="1030881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>
                <a:solidFill>
                  <a:srgbClr val="66737C"/>
                </a:solidFill>
                <a:latin typeface="Arial" panose="020B0604020202020204" pitchFamily="34" charset="0"/>
              </a:rPr>
              <a:t>Rexce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2E9BE5E-C90C-E55F-FA01-FAC5F7889979}"/>
              </a:ext>
            </a:extLst>
          </p:cNvPr>
          <p:cNvGrpSpPr/>
          <p:nvPr/>
        </p:nvGrpSpPr>
        <p:grpSpPr>
          <a:xfrm>
            <a:off x="10248878" y="1328429"/>
            <a:ext cx="480810" cy="462185"/>
            <a:chOff x="10248878" y="1328429"/>
            <a:chExt cx="480810" cy="462185"/>
          </a:xfrm>
        </p:grpSpPr>
        <p:sp>
          <p:nvSpPr>
            <p:cNvPr id="126" name="Freeform 10">
              <a:extLst>
                <a:ext uri="{FF2B5EF4-FFF2-40B4-BE49-F238E27FC236}">
                  <a16:creationId xmlns:a16="http://schemas.microsoft.com/office/drawing/2014/main" id="{6FBC7CF3-2357-E414-CE75-998E56C335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99828" y="1328429"/>
              <a:ext cx="378911" cy="418621"/>
            </a:xfrm>
            <a:custGeom>
              <a:avLst/>
              <a:gdLst>
                <a:gd name="T0" fmla="*/ 702 w 1620"/>
                <a:gd name="T1" fmla="*/ 865 h 1790"/>
                <a:gd name="T2" fmla="*/ 486 w 1620"/>
                <a:gd name="T3" fmla="*/ 865 h 1790"/>
                <a:gd name="T4" fmla="*/ 432 w 1620"/>
                <a:gd name="T5" fmla="*/ 919 h 1790"/>
                <a:gd name="T6" fmla="*/ 432 w 1620"/>
                <a:gd name="T7" fmla="*/ 1790 h 1790"/>
                <a:gd name="T8" fmla="*/ 756 w 1620"/>
                <a:gd name="T9" fmla="*/ 1790 h 1790"/>
                <a:gd name="T10" fmla="*/ 756 w 1620"/>
                <a:gd name="T11" fmla="*/ 919 h 1790"/>
                <a:gd name="T12" fmla="*/ 702 w 1620"/>
                <a:gd name="T13" fmla="*/ 865 h 1790"/>
                <a:gd name="T14" fmla="*/ 270 w 1620"/>
                <a:gd name="T15" fmla="*/ 1297 h 1790"/>
                <a:gd name="T16" fmla="*/ 54 w 1620"/>
                <a:gd name="T17" fmla="*/ 1297 h 1790"/>
                <a:gd name="T18" fmla="*/ 0 w 1620"/>
                <a:gd name="T19" fmla="*/ 1351 h 1790"/>
                <a:gd name="T20" fmla="*/ 0 w 1620"/>
                <a:gd name="T21" fmla="*/ 1790 h 1790"/>
                <a:gd name="T22" fmla="*/ 324 w 1620"/>
                <a:gd name="T23" fmla="*/ 1790 h 1790"/>
                <a:gd name="T24" fmla="*/ 324 w 1620"/>
                <a:gd name="T25" fmla="*/ 1351 h 1790"/>
                <a:gd name="T26" fmla="*/ 270 w 1620"/>
                <a:gd name="T27" fmla="*/ 1297 h 1790"/>
                <a:gd name="T28" fmla="*/ 1566 w 1620"/>
                <a:gd name="T29" fmla="*/ 0 h 1790"/>
                <a:gd name="T30" fmla="*/ 1350 w 1620"/>
                <a:gd name="T31" fmla="*/ 0 h 1790"/>
                <a:gd name="T32" fmla="*/ 1296 w 1620"/>
                <a:gd name="T33" fmla="*/ 54 h 1790"/>
                <a:gd name="T34" fmla="*/ 1296 w 1620"/>
                <a:gd name="T35" fmla="*/ 1790 h 1790"/>
                <a:gd name="T36" fmla="*/ 1620 w 1620"/>
                <a:gd name="T37" fmla="*/ 1790 h 1790"/>
                <a:gd name="T38" fmla="*/ 1620 w 1620"/>
                <a:gd name="T39" fmla="*/ 54 h 1790"/>
                <a:gd name="T40" fmla="*/ 1566 w 1620"/>
                <a:gd name="T41" fmla="*/ 0 h 1790"/>
                <a:gd name="T42" fmla="*/ 1134 w 1620"/>
                <a:gd name="T43" fmla="*/ 432 h 1790"/>
                <a:gd name="T44" fmla="*/ 918 w 1620"/>
                <a:gd name="T45" fmla="*/ 432 h 1790"/>
                <a:gd name="T46" fmla="*/ 864 w 1620"/>
                <a:gd name="T47" fmla="*/ 486 h 1790"/>
                <a:gd name="T48" fmla="*/ 864 w 1620"/>
                <a:gd name="T49" fmla="*/ 1790 h 1790"/>
                <a:gd name="T50" fmla="*/ 1188 w 1620"/>
                <a:gd name="T51" fmla="*/ 1790 h 1790"/>
                <a:gd name="T52" fmla="*/ 1188 w 1620"/>
                <a:gd name="T53" fmla="*/ 486 h 1790"/>
                <a:gd name="T54" fmla="*/ 1134 w 1620"/>
                <a:gd name="T55" fmla="*/ 432 h 1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20" h="1790">
                  <a:moveTo>
                    <a:pt x="702" y="865"/>
                  </a:moveTo>
                  <a:cubicBezTo>
                    <a:pt x="486" y="865"/>
                    <a:pt x="486" y="865"/>
                    <a:pt x="486" y="865"/>
                  </a:cubicBezTo>
                  <a:cubicBezTo>
                    <a:pt x="456" y="865"/>
                    <a:pt x="432" y="889"/>
                    <a:pt x="432" y="919"/>
                  </a:cubicBezTo>
                  <a:cubicBezTo>
                    <a:pt x="432" y="1790"/>
                    <a:pt x="432" y="1790"/>
                    <a:pt x="432" y="1790"/>
                  </a:cubicBezTo>
                  <a:cubicBezTo>
                    <a:pt x="756" y="1790"/>
                    <a:pt x="756" y="1790"/>
                    <a:pt x="756" y="1790"/>
                  </a:cubicBezTo>
                  <a:cubicBezTo>
                    <a:pt x="756" y="919"/>
                    <a:pt x="756" y="919"/>
                    <a:pt x="756" y="919"/>
                  </a:cubicBezTo>
                  <a:cubicBezTo>
                    <a:pt x="756" y="889"/>
                    <a:pt x="732" y="865"/>
                    <a:pt x="702" y="865"/>
                  </a:cubicBezTo>
                  <a:close/>
                  <a:moveTo>
                    <a:pt x="270" y="1297"/>
                  </a:moveTo>
                  <a:cubicBezTo>
                    <a:pt x="54" y="1297"/>
                    <a:pt x="54" y="1297"/>
                    <a:pt x="54" y="1297"/>
                  </a:cubicBezTo>
                  <a:cubicBezTo>
                    <a:pt x="24" y="1297"/>
                    <a:pt x="0" y="1321"/>
                    <a:pt x="0" y="1351"/>
                  </a:cubicBezTo>
                  <a:cubicBezTo>
                    <a:pt x="0" y="1790"/>
                    <a:pt x="0" y="1790"/>
                    <a:pt x="0" y="1790"/>
                  </a:cubicBezTo>
                  <a:cubicBezTo>
                    <a:pt x="324" y="1790"/>
                    <a:pt x="324" y="1790"/>
                    <a:pt x="324" y="1790"/>
                  </a:cubicBezTo>
                  <a:cubicBezTo>
                    <a:pt x="324" y="1351"/>
                    <a:pt x="324" y="1351"/>
                    <a:pt x="324" y="1351"/>
                  </a:cubicBezTo>
                  <a:cubicBezTo>
                    <a:pt x="324" y="1321"/>
                    <a:pt x="300" y="1297"/>
                    <a:pt x="270" y="1297"/>
                  </a:cubicBezTo>
                  <a:close/>
                  <a:moveTo>
                    <a:pt x="1566" y="0"/>
                  </a:moveTo>
                  <a:cubicBezTo>
                    <a:pt x="1350" y="0"/>
                    <a:pt x="1350" y="0"/>
                    <a:pt x="1350" y="0"/>
                  </a:cubicBezTo>
                  <a:cubicBezTo>
                    <a:pt x="1320" y="0"/>
                    <a:pt x="1296" y="24"/>
                    <a:pt x="1296" y="54"/>
                  </a:cubicBezTo>
                  <a:cubicBezTo>
                    <a:pt x="1296" y="1790"/>
                    <a:pt x="1296" y="1790"/>
                    <a:pt x="1296" y="1790"/>
                  </a:cubicBezTo>
                  <a:cubicBezTo>
                    <a:pt x="1620" y="1790"/>
                    <a:pt x="1620" y="1790"/>
                    <a:pt x="1620" y="1790"/>
                  </a:cubicBezTo>
                  <a:cubicBezTo>
                    <a:pt x="1620" y="54"/>
                    <a:pt x="1620" y="54"/>
                    <a:pt x="1620" y="54"/>
                  </a:cubicBezTo>
                  <a:cubicBezTo>
                    <a:pt x="1620" y="24"/>
                    <a:pt x="1596" y="0"/>
                    <a:pt x="1566" y="0"/>
                  </a:cubicBezTo>
                  <a:close/>
                  <a:moveTo>
                    <a:pt x="1134" y="432"/>
                  </a:moveTo>
                  <a:cubicBezTo>
                    <a:pt x="918" y="432"/>
                    <a:pt x="918" y="432"/>
                    <a:pt x="918" y="432"/>
                  </a:cubicBezTo>
                  <a:cubicBezTo>
                    <a:pt x="888" y="432"/>
                    <a:pt x="864" y="457"/>
                    <a:pt x="864" y="486"/>
                  </a:cubicBezTo>
                  <a:cubicBezTo>
                    <a:pt x="864" y="1790"/>
                    <a:pt x="864" y="1790"/>
                    <a:pt x="864" y="1790"/>
                  </a:cubicBezTo>
                  <a:cubicBezTo>
                    <a:pt x="1188" y="1790"/>
                    <a:pt x="1188" y="1790"/>
                    <a:pt x="1188" y="1790"/>
                  </a:cubicBezTo>
                  <a:cubicBezTo>
                    <a:pt x="1188" y="486"/>
                    <a:pt x="1188" y="486"/>
                    <a:pt x="1188" y="486"/>
                  </a:cubicBezTo>
                  <a:cubicBezTo>
                    <a:pt x="1188" y="457"/>
                    <a:pt x="1164" y="432"/>
                    <a:pt x="1134" y="432"/>
                  </a:cubicBezTo>
                  <a:close/>
                </a:path>
              </a:pathLst>
            </a:custGeom>
            <a:gradFill>
              <a:gsLst>
                <a:gs pos="0">
                  <a:srgbClr val="B2E0FA"/>
                </a:gs>
                <a:gs pos="76000">
                  <a:srgbClr val="44A0ED"/>
                </a:gs>
              </a:gsLst>
              <a:lin ang="0" scaled="0"/>
            </a:gra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7" name="Freeform 11">
              <a:extLst>
                <a:ext uri="{FF2B5EF4-FFF2-40B4-BE49-F238E27FC236}">
                  <a16:creationId xmlns:a16="http://schemas.microsoft.com/office/drawing/2014/main" id="{FBA9A3F5-E4AB-F1EC-A2E8-13A6EEDC8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8878" y="1739129"/>
              <a:ext cx="480810" cy="51485"/>
            </a:xfrm>
            <a:custGeom>
              <a:avLst/>
              <a:gdLst>
                <a:gd name="T0" fmla="*/ 1946 w 2056"/>
                <a:gd name="T1" fmla="*/ 220 h 220"/>
                <a:gd name="T2" fmla="*/ 110 w 2056"/>
                <a:gd name="T3" fmla="*/ 220 h 220"/>
                <a:gd name="T4" fmla="*/ 0 w 2056"/>
                <a:gd name="T5" fmla="*/ 110 h 220"/>
                <a:gd name="T6" fmla="*/ 0 w 2056"/>
                <a:gd name="T7" fmla="*/ 110 h 220"/>
                <a:gd name="T8" fmla="*/ 110 w 2056"/>
                <a:gd name="T9" fmla="*/ 0 h 220"/>
                <a:gd name="T10" fmla="*/ 1946 w 2056"/>
                <a:gd name="T11" fmla="*/ 0 h 220"/>
                <a:gd name="T12" fmla="*/ 2056 w 2056"/>
                <a:gd name="T13" fmla="*/ 110 h 220"/>
                <a:gd name="T14" fmla="*/ 2056 w 2056"/>
                <a:gd name="T15" fmla="*/ 110 h 220"/>
                <a:gd name="T16" fmla="*/ 1946 w 2056"/>
                <a:gd name="T17" fmla="*/ 22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56" h="220">
                  <a:moveTo>
                    <a:pt x="1946" y="220"/>
                  </a:moveTo>
                  <a:cubicBezTo>
                    <a:pt x="110" y="220"/>
                    <a:pt x="110" y="220"/>
                    <a:pt x="110" y="220"/>
                  </a:cubicBezTo>
                  <a:cubicBezTo>
                    <a:pt x="49" y="220"/>
                    <a:pt x="0" y="171"/>
                    <a:pt x="0" y="11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946" y="0"/>
                    <a:pt x="1946" y="0"/>
                    <a:pt x="1946" y="0"/>
                  </a:cubicBezTo>
                  <a:cubicBezTo>
                    <a:pt x="2007" y="0"/>
                    <a:pt x="2056" y="49"/>
                    <a:pt x="2056" y="110"/>
                  </a:cubicBezTo>
                  <a:cubicBezTo>
                    <a:pt x="2056" y="110"/>
                    <a:pt x="2056" y="110"/>
                    <a:pt x="2056" y="110"/>
                  </a:cubicBezTo>
                  <a:cubicBezTo>
                    <a:pt x="2056" y="171"/>
                    <a:pt x="2007" y="220"/>
                    <a:pt x="1946" y="220"/>
                  </a:cubicBezTo>
                  <a:close/>
                </a:path>
              </a:pathLst>
            </a:custGeom>
            <a:solidFill>
              <a:srgbClr val="A2ABB0"/>
            </a:solidFill>
            <a:ln>
              <a:noFill/>
            </a:ln>
            <a:effectLst>
              <a:outerShdw blurRad="190500" dist="38100" dir="5400000" rotWithShape="0">
                <a:srgbClr val="66737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solidFill>
                  <a:srgbClr val="303E4A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BDDFEFA-8672-4AC8-7ACB-4A2B730AE1A4}"/>
                </a:ext>
              </a:extLst>
            </p:cNvPr>
            <p:cNvGrpSpPr/>
            <p:nvPr/>
          </p:nvGrpSpPr>
          <p:grpSpPr>
            <a:xfrm>
              <a:off x="10313718" y="1340333"/>
              <a:ext cx="258187" cy="225648"/>
              <a:chOff x="10313718" y="1340333"/>
              <a:chExt cx="258187" cy="225648"/>
            </a:xfrm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2B6C1715-369B-4517-4B24-844B6A6FBE09}"/>
                  </a:ext>
                </a:extLst>
              </p:cNvPr>
              <p:cNvSpPr/>
              <p:nvPr/>
            </p:nvSpPr>
            <p:spPr>
              <a:xfrm>
                <a:off x="10313718" y="1340333"/>
                <a:ext cx="33948" cy="33948"/>
              </a:xfrm>
              <a:prstGeom prst="ellipse">
                <a:avLst/>
              </a:prstGeom>
              <a:solidFill>
                <a:srgbClr val="DFE3E6"/>
              </a:solidFill>
              <a:ln w="6350" cmpd="sng"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BB6786B6-BCDF-51C1-D64B-59B1713E1CBC}"/>
                  </a:ext>
                </a:extLst>
              </p:cNvPr>
              <p:cNvSpPr/>
              <p:nvPr/>
            </p:nvSpPr>
            <p:spPr>
              <a:xfrm>
                <a:off x="10388464" y="1340333"/>
                <a:ext cx="33948" cy="33948"/>
              </a:xfrm>
              <a:prstGeom prst="ellipse">
                <a:avLst/>
              </a:prstGeom>
              <a:solidFill>
                <a:srgbClr val="DFE3E6"/>
              </a:solidFill>
              <a:ln w="6350" cmpd="sng"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C2DBA6C6-2FD1-86C2-C03C-DDE161D381E5}"/>
                  </a:ext>
                </a:extLst>
              </p:cNvPr>
              <p:cNvSpPr/>
              <p:nvPr/>
            </p:nvSpPr>
            <p:spPr>
              <a:xfrm>
                <a:off x="10463211" y="1340333"/>
                <a:ext cx="33948" cy="33948"/>
              </a:xfrm>
              <a:prstGeom prst="ellipse">
                <a:avLst/>
              </a:prstGeom>
              <a:solidFill>
                <a:srgbClr val="DFE3E6"/>
              </a:solidFill>
              <a:ln w="6350" cmpd="sng"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F672EF2D-3A9A-90CB-5E8E-314C4D1FCE6F}"/>
                  </a:ext>
                </a:extLst>
              </p:cNvPr>
              <p:cNvSpPr/>
              <p:nvPr/>
            </p:nvSpPr>
            <p:spPr>
              <a:xfrm>
                <a:off x="10537957" y="1340333"/>
                <a:ext cx="33948" cy="33948"/>
              </a:xfrm>
              <a:prstGeom prst="ellipse">
                <a:avLst/>
              </a:prstGeom>
              <a:solidFill>
                <a:srgbClr val="DFE3E6"/>
              </a:solidFill>
              <a:ln w="6350" cmpd="sng"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AB7E98F4-C76F-238E-7CB6-DF1B0CF53BC2}"/>
                  </a:ext>
                </a:extLst>
              </p:cNvPr>
              <p:cNvSpPr/>
              <p:nvPr/>
            </p:nvSpPr>
            <p:spPr>
              <a:xfrm>
                <a:off x="10313718" y="1404233"/>
                <a:ext cx="33948" cy="33948"/>
              </a:xfrm>
              <a:prstGeom prst="ellipse">
                <a:avLst/>
              </a:prstGeom>
              <a:solidFill>
                <a:srgbClr val="DFE3E6"/>
              </a:solidFill>
              <a:ln w="6350" cmpd="sng"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82AD45F8-4C4F-5194-3872-27B4DF5BEC7E}"/>
                  </a:ext>
                </a:extLst>
              </p:cNvPr>
              <p:cNvSpPr/>
              <p:nvPr/>
            </p:nvSpPr>
            <p:spPr>
              <a:xfrm>
                <a:off x="10388464" y="1404233"/>
                <a:ext cx="33948" cy="33948"/>
              </a:xfrm>
              <a:prstGeom prst="ellipse">
                <a:avLst/>
              </a:prstGeom>
              <a:solidFill>
                <a:srgbClr val="DFE3E6"/>
              </a:solidFill>
              <a:ln w="6350" cmpd="sng"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DE3D1B07-B89D-E91D-C277-16B15DBDC131}"/>
                  </a:ext>
                </a:extLst>
              </p:cNvPr>
              <p:cNvSpPr/>
              <p:nvPr/>
            </p:nvSpPr>
            <p:spPr>
              <a:xfrm>
                <a:off x="10463211" y="1404233"/>
                <a:ext cx="33948" cy="33948"/>
              </a:xfrm>
              <a:prstGeom prst="ellipse">
                <a:avLst/>
              </a:prstGeom>
              <a:solidFill>
                <a:srgbClr val="DFE3E6"/>
              </a:solidFill>
              <a:ln w="6350" cmpd="sng"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FADE77D0-96F2-5676-1F65-A627D73FE2EC}"/>
                  </a:ext>
                </a:extLst>
              </p:cNvPr>
              <p:cNvSpPr/>
              <p:nvPr/>
            </p:nvSpPr>
            <p:spPr>
              <a:xfrm>
                <a:off x="10313718" y="1468133"/>
                <a:ext cx="33948" cy="33948"/>
              </a:xfrm>
              <a:prstGeom prst="ellipse">
                <a:avLst/>
              </a:prstGeom>
              <a:solidFill>
                <a:srgbClr val="DFE3E6"/>
              </a:solidFill>
              <a:ln w="6350" cmpd="sng"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BF57D6D4-72EF-BB3E-B4A5-9CFC9FFDCF79}"/>
                  </a:ext>
                </a:extLst>
              </p:cNvPr>
              <p:cNvSpPr/>
              <p:nvPr/>
            </p:nvSpPr>
            <p:spPr>
              <a:xfrm>
                <a:off x="10388464" y="1468133"/>
                <a:ext cx="33948" cy="33948"/>
              </a:xfrm>
              <a:prstGeom prst="ellipse">
                <a:avLst/>
              </a:prstGeom>
              <a:solidFill>
                <a:srgbClr val="DFE3E6"/>
              </a:solidFill>
              <a:ln w="6350" cmpd="sng"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BADA01DE-00CB-381B-CE0D-98AF8366C739}"/>
                  </a:ext>
                </a:extLst>
              </p:cNvPr>
              <p:cNvSpPr/>
              <p:nvPr/>
            </p:nvSpPr>
            <p:spPr>
              <a:xfrm>
                <a:off x="10313718" y="1532033"/>
                <a:ext cx="33948" cy="33948"/>
              </a:xfrm>
              <a:prstGeom prst="ellipse">
                <a:avLst/>
              </a:prstGeom>
              <a:solidFill>
                <a:srgbClr val="DFE3E6"/>
              </a:solidFill>
              <a:ln w="6350" cmpd="sng"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49566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482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07B7E-8F24-6FAA-458D-CA30F4A9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B9024D7-33C2-E242-22D3-717BE110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Pteursin Toccae ca Tcupida Tatnonpro’ Identsunt Incul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AABD14-ED8A-34A7-A5FB-C8EA9B4F5304}"/>
              </a:ext>
            </a:extLst>
          </p:cNvPr>
          <p:cNvSpPr/>
          <p:nvPr/>
        </p:nvSpPr>
        <p:spPr bwMode="auto">
          <a:xfrm>
            <a:off x="201448" y="847242"/>
            <a:ext cx="11789105" cy="5696433"/>
          </a:xfrm>
          <a:prstGeom prst="roundRect">
            <a:avLst>
              <a:gd name="adj" fmla="val 1146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20303D"/>
              </a:solidFill>
              <a:latin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511161-E412-8DAB-FA97-B6218C08BF0B}"/>
              </a:ext>
            </a:extLst>
          </p:cNvPr>
          <p:cNvSpPr/>
          <p:nvPr/>
        </p:nvSpPr>
        <p:spPr bwMode="auto">
          <a:xfrm>
            <a:off x="8326918" y="1785326"/>
            <a:ext cx="570417" cy="570417"/>
          </a:xfrm>
          <a:prstGeom prst="ellipse">
            <a:avLst/>
          </a:prstGeom>
          <a:noFill/>
          <a:ln w="6350" cmpd="sng">
            <a:solidFill>
              <a:srgbClr val="459FED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934A4E-AA52-B0D3-0D06-F3A8EDDB37C5}"/>
              </a:ext>
            </a:extLst>
          </p:cNvPr>
          <p:cNvCxnSpPr>
            <a:cxnSpLocks/>
          </p:cNvCxnSpPr>
          <p:nvPr/>
        </p:nvCxnSpPr>
        <p:spPr bwMode="auto">
          <a:xfrm>
            <a:off x="3407248" y="1056799"/>
            <a:ext cx="0" cy="5292936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162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5615ED-3903-BA29-120A-B44E515EF58E}"/>
              </a:ext>
            </a:extLst>
          </p:cNvPr>
          <p:cNvCxnSpPr/>
          <p:nvPr/>
        </p:nvCxnSpPr>
        <p:spPr bwMode="auto">
          <a:xfrm>
            <a:off x="8060850" y="1056799"/>
            <a:ext cx="0" cy="486317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162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CBD6772-09A1-82CB-AC82-1AC03925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546" y="4736173"/>
            <a:ext cx="1195215" cy="137341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09AC46-A42F-FAF0-8139-E4B6813D35B7}"/>
              </a:ext>
            </a:extLst>
          </p:cNvPr>
          <p:cNvSpPr/>
          <p:nvPr/>
        </p:nvSpPr>
        <p:spPr bwMode="auto">
          <a:xfrm>
            <a:off x="389290" y="1117609"/>
            <a:ext cx="2799573" cy="349166"/>
          </a:xfrm>
          <a:prstGeom prst="roundRect">
            <a:avLst/>
          </a:prstGeom>
          <a:solidFill>
            <a:srgbClr val="459FED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0070C0">
                <a:alpha val="0"/>
              </a:srgbClr>
            </a:outerShdw>
          </a:effectLst>
        </p:spPr>
        <p:txBody>
          <a:bodyPr wrap="square" rtlCol="0" anchor="ctr"/>
          <a:lstStyle/>
          <a:p>
            <a:pPr marR="0" lvl="0" algn="ctr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Paquioffi Ciadeserun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A40DA8-4E80-D731-FC38-D2AB4C05E66D}"/>
              </a:ext>
            </a:extLst>
          </p:cNvPr>
          <p:cNvSpPr/>
          <p:nvPr/>
        </p:nvSpPr>
        <p:spPr bwMode="auto">
          <a:xfrm>
            <a:off x="3585029" y="1117609"/>
            <a:ext cx="4286927" cy="349166"/>
          </a:xfrm>
          <a:prstGeom prst="roundRect">
            <a:avLst/>
          </a:prstGeom>
          <a:solidFill>
            <a:srgbClr val="459FED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0070C0">
                <a:alpha val="0"/>
              </a:srgbClr>
            </a:outerShdw>
          </a:effectLst>
        </p:spPr>
        <p:txBody>
          <a:bodyPr wrap="square" rtlCol="0" anchor="ctr"/>
          <a:lstStyle/>
          <a:p>
            <a:pPr marR="0" lvl="0" algn="ctr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Tmol-litan Imidestl Aboru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BCDC2F-70C3-1DA0-4863-20186C2D186C}"/>
              </a:ext>
            </a:extLst>
          </p:cNvPr>
          <p:cNvSpPr/>
          <p:nvPr/>
        </p:nvSpPr>
        <p:spPr bwMode="auto">
          <a:xfrm>
            <a:off x="8326917" y="1117609"/>
            <a:ext cx="3389455" cy="349166"/>
          </a:xfrm>
          <a:prstGeom prst="roundRect">
            <a:avLst/>
          </a:prstGeom>
          <a:solidFill>
            <a:srgbClr val="459FED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0070C0">
                <a:alpha val="0"/>
              </a:srgbClr>
            </a:outerShdw>
          </a:effectLst>
        </p:spPr>
        <p:txBody>
          <a:bodyPr wrap="square" rtlCol="0" anchor="ctr"/>
          <a:lstStyle/>
          <a:p>
            <a:pPr marR="0" lvl="0" algn="ctr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Mcu Rabit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7A6E0-9331-4DD8-D153-0BD13D023629}"/>
              </a:ext>
            </a:extLst>
          </p:cNvPr>
          <p:cNvSpPr txBox="1"/>
          <p:nvPr/>
        </p:nvSpPr>
        <p:spPr>
          <a:xfrm>
            <a:off x="416579" y="1771261"/>
            <a:ext cx="274499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indent="-1143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Urnonnull a sitametni sltemp usconva ll isquisacle ctu spellen tesquei, nipsumidorc iportadapibus viv amussuscipit tor toregetfeli/ sporttito rvo lutpa &amp; tcrasult ri c iesl igulasedma gnad ict umportal oremipsumd</a:t>
            </a:r>
          </a:p>
          <a:p>
            <a:pPr marL="114300" marR="0" lvl="0" indent="-1143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20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14300" marR="0" lvl="0" indent="-1143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Olorsitam e tconse ctetura dipis ci Ngeli, Tseddoeius, Modtemporincid iduntu &amp; Tlabo reetdo</a:t>
            </a:r>
            <a:endParaRPr lang="en-GB" sz="120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E70681-3A94-13BE-6336-0298390057A2}"/>
              </a:ext>
            </a:extLst>
          </p:cNvPr>
          <p:cNvSpPr txBox="1"/>
          <p:nvPr/>
        </p:nvSpPr>
        <p:spPr>
          <a:xfrm>
            <a:off x="4280723" y="2661339"/>
            <a:ext cx="1148071" cy="43088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Lorema Gnaali</a:t>
            </a:r>
          </a:p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Quautenimadm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309D3-E6C3-1397-F4C0-7BC7E55E2193}"/>
              </a:ext>
            </a:extLst>
          </p:cNvPr>
          <p:cNvSpPr txBox="1"/>
          <p:nvPr/>
        </p:nvSpPr>
        <p:spPr>
          <a:xfrm>
            <a:off x="4280723" y="3519775"/>
            <a:ext cx="1380506" cy="25391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Inimvenia Mquisnos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11354B-236F-9662-CF81-28E8EF5931F2}"/>
              </a:ext>
            </a:extLst>
          </p:cNvPr>
          <p:cNvSpPr txBox="1"/>
          <p:nvPr/>
        </p:nvSpPr>
        <p:spPr>
          <a:xfrm>
            <a:off x="6526732" y="1891388"/>
            <a:ext cx="1383712" cy="43088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Trudexer</a:t>
            </a:r>
          </a:p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Cita Tionullamc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B35DA6-870F-8948-378A-880893B28B7B}"/>
              </a:ext>
            </a:extLst>
          </p:cNvPr>
          <p:cNvSpPr txBox="1"/>
          <p:nvPr/>
        </p:nvSpPr>
        <p:spPr>
          <a:xfrm>
            <a:off x="6526732" y="2652848"/>
            <a:ext cx="998991" cy="430887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Olaboris</a:t>
            </a:r>
          </a:p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Nisiutaliqu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159CB04-3F62-8011-C178-02FEDC0C0221}"/>
              </a:ext>
            </a:extLst>
          </p:cNvPr>
          <p:cNvSpPr/>
          <p:nvPr/>
        </p:nvSpPr>
        <p:spPr bwMode="auto">
          <a:xfrm>
            <a:off x="9926426" y="1785326"/>
            <a:ext cx="570417" cy="570417"/>
          </a:xfrm>
          <a:prstGeom prst="ellipse">
            <a:avLst/>
          </a:prstGeom>
          <a:noFill/>
          <a:ln w="6350" cmpd="sng">
            <a:solidFill>
              <a:srgbClr val="459FED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B055B9-E113-B1FE-2CFE-CC589A6CC3F8}"/>
              </a:ext>
            </a:extLst>
          </p:cNvPr>
          <p:cNvSpPr/>
          <p:nvPr/>
        </p:nvSpPr>
        <p:spPr bwMode="auto">
          <a:xfrm>
            <a:off x="8326918" y="2850353"/>
            <a:ext cx="570417" cy="570417"/>
          </a:xfrm>
          <a:prstGeom prst="ellipse">
            <a:avLst/>
          </a:prstGeom>
          <a:noFill/>
          <a:ln w="6350" cmpd="sng">
            <a:solidFill>
              <a:srgbClr val="459FED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6FAC62-62B1-4DF2-E41A-58EE28D9F6FE}"/>
              </a:ext>
            </a:extLst>
          </p:cNvPr>
          <p:cNvSpPr/>
          <p:nvPr/>
        </p:nvSpPr>
        <p:spPr bwMode="auto">
          <a:xfrm>
            <a:off x="9926426" y="2850353"/>
            <a:ext cx="570417" cy="570417"/>
          </a:xfrm>
          <a:prstGeom prst="ellipse">
            <a:avLst/>
          </a:prstGeom>
          <a:noFill/>
          <a:ln w="6350" cmpd="sng">
            <a:solidFill>
              <a:srgbClr val="459FED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DDC047-6D42-F597-94FF-0CE81458A21B}"/>
              </a:ext>
            </a:extLst>
          </p:cNvPr>
          <p:cNvSpPr txBox="1"/>
          <p:nvPr/>
        </p:nvSpPr>
        <p:spPr>
          <a:xfrm>
            <a:off x="8869603" y="1943576"/>
            <a:ext cx="862737" cy="25391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Ipexeacomm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378085-B05E-1090-E139-B61E8CD64B53}"/>
              </a:ext>
            </a:extLst>
          </p:cNvPr>
          <p:cNvSpPr txBox="1"/>
          <p:nvPr/>
        </p:nvSpPr>
        <p:spPr>
          <a:xfrm>
            <a:off x="10496843" y="1943576"/>
            <a:ext cx="1058303" cy="25391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Odoconsequatdu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9DA188-98C2-BAB5-5085-CCE72EB06A1B}"/>
              </a:ext>
            </a:extLst>
          </p:cNvPr>
          <p:cNvSpPr txBox="1"/>
          <p:nvPr/>
        </p:nvSpPr>
        <p:spPr>
          <a:xfrm>
            <a:off x="8869603" y="3008603"/>
            <a:ext cx="862737" cy="25391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Isauteirur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E53099-0808-C10B-009B-6433FBE5A3CB}"/>
              </a:ext>
            </a:extLst>
          </p:cNvPr>
          <p:cNvSpPr txBox="1"/>
          <p:nvPr/>
        </p:nvSpPr>
        <p:spPr>
          <a:xfrm>
            <a:off x="10496843" y="3008603"/>
            <a:ext cx="639919" cy="25391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Edolori</a:t>
            </a:r>
          </a:p>
        </p:txBody>
      </p:sp>
      <p:sp>
        <p:nvSpPr>
          <p:cNvPr id="23" name="Freeform 224">
            <a:extLst>
              <a:ext uri="{FF2B5EF4-FFF2-40B4-BE49-F238E27FC236}">
                <a16:creationId xmlns:a16="http://schemas.microsoft.com/office/drawing/2014/main" id="{0F48EC7A-8A8C-D74B-077F-3ED0B9E4B750}"/>
              </a:ext>
            </a:extLst>
          </p:cNvPr>
          <p:cNvSpPr>
            <a:spLocks noEditPoints="1"/>
          </p:cNvSpPr>
          <p:nvPr/>
        </p:nvSpPr>
        <p:spPr bwMode="auto">
          <a:xfrm>
            <a:off x="8456542" y="1876279"/>
            <a:ext cx="311168" cy="388510"/>
          </a:xfrm>
          <a:custGeom>
            <a:avLst/>
            <a:gdLst>
              <a:gd name="T0" fmla="*/ 89 w 200"/>
              <a:gd name="T1" fmla="*/ 63 h 250"/>
              <a:gd name="T2" fmla="*/ 58 w 200"/>
              <a:gd name="T3" fmla="*/ 67 h 250"/>
              <a:gd name="T4" fmla="*/ 63 w 200"/>
              <a:gd name="T5" fmla="*/ 88 h 250"/>
              <a:gd name="T6" fmla="*/ 52 w 200"/>
              <a:gd name="T7" fmla="*/ 112 h 250"/>
              <a:gd name="T8" fmla="*/ 58 w 200"/>
              <a:gd name="T9" fmla="*/ 133 h 250"/>
              <a:gd name="T10" fmla="*/ 89 w 200"/>
              <a:gd name="T11" fmla="*/ 137 h 250"/>
              <a:gd name="T12" fmla="*/ 112 w 200"/>
              <a:gd name="T13" fmla="*/ 148 h 250"/>
              <a:gd name="T14" fmla="*/ 134 w 200"/>
              <a:gd name="T15" fmla="*/ 142 h 250"/>
              <a:gd name="T16" fmla="*/ 135 w 200"/>
              <a:gd name="T17" fmla="*/ 118 h 250"/>
              <a:gd name="T18" fmla="*/ 154 w 200"/>
              <a:gd name="T19" fmla="*/ 94 h 250"/>
              <a:gd name="T20" fmla="*/ 143 w 200"/>
              <a:gd name="T21" fmla="*/ 74 h 250"/>
              <a:gd name="T22" fmla="*/ 126 w 200"/>
              <a:gd name="T23" fmla="*/ 58 h 250"/>
              <a:gd name="T24" fmla="*/ 107 w 200"/>
              <a:gd name="T25" fmla="*/ 47 h 250"/>
              <a:gd name="T26" fmla="*/ 136 w 200"/>
              <a:gd name="T27" fmla="*/ 71 h 250"/>
              <a:gd name="T28" fmla="*/ 135 w 200"/>
              <a:gd name="T29" fmla="*/ 96 h 250"/>
              <a:gd name="T30" fmla="*/ 131 w 200"/>
              <a:gd name="T31" fmla="*/ 107 h 250"/>
              <a:gd name="T32" fmla="*/ 130 w 200"/>
              <a:gd name="T33" fmla="*/ 136 h 250"/>
              <a:gd name="T34" fmla="*/ 105 w 200"/>
              <a:gd name="T35" fmla="*/ 134 h 250"/>
              <a:gd name="T36" fmla="*/ 93 w 200"/>
              <a:gd name="T37" fmla="*/ 131 h 250"/>
              <a:gd name="T38" fmla="*/ 65 w 200"/>
              <a:gd name="T39" fmla="*/ 130 h 250"/>
              <a:gd name="T40" fmla="*/ 66 w 200"/>
              <a:gd name="T41" fmla="*/ 104 h 250"/>
              <a:gd name="T42" fmla="*/ 70 w 200"/>
              <a:gd name="T43" fmla="*/ 93 h 250"/>
              <a:gd name="T44" fmla="*/ 71 w 200"/>
              <a:gd name="T45" fmla="*/ 64 h 250"/>
              <a:gd name="T46" fmla="*/ 96 w 200"/>
              <a:gd name="T47" fmla="*/ 66 h 250"/>
              <a:gd name="T48" fmla="*/ 108 w 200"/>
              <a:gd name="T49" fmla="*/ 69 h 250"/>
              <a:gd name="T50" fmla="*/ 120 w 200"/>
              <a:gd name="T51" fmla="*/ 100 h 250"/>
              <a:gd name="T52" fmla="*/ 100 w 200"/>
              <a:gd name="T53" fmla="*/ 112 h 250"/>
              <a:gd name="T54" fmla="*/ 20 w 200"/>
              <a:gd name="T55" fmla="*/ 100 h 250"/>
              <a:gd name="T56" fmla="*/ 4 w 200"/>
              <a:gd name="T57" fmla="*/ 96 h 250"/>
              <a:gd name="T58" fmla="*/ 197 w 200"/>
              <a:gd name="T59" fmla="*/ 104 h 250"/>
              <a:gd name="T60" fmla="*/ 197 w 200"/>
              <a:gd name="T61" fmla="*/ 96 h 250"/>
              <a:gd name="T62" fmla="*/ 35 w 200"/>
              <a:gd name="T63" fmla="*/ 171 h 250"/>
              <a:gd name="T64" fmla="*/ 43 w 200"/>
              <a:gd name="T65" fmla="*/ 157 h 250"/>
              <a:gd name="T66" fmla="*/ 171 w 200"/>
              <a:gd name="T67" fmla="*/ 29 h 250"/>
              <a:gd name="T68" fmla="*/ 97 w 200"/>
              <a:gd name="T69" fmla="*/ 16 h 250"/>
              <a:gd name="T70" fmla="*/ 104 w 200"/>
              <a:gd name="T71" fmla="*/ 16 h 250"/>
              <a:gd name="T72" fmla="*/ 171 w 200"/>
              <a:gd name="T73" fmla="*/ 171 h 250"/>
              <a:gd name="T74" fmla="*/ 163 w 200"/>
              <a:gd name="T75" fmla="*/ 157 h 250"/>
              <a:gd name="T76" fmla="*/ 35 w 200"/>
              <a:gd name="T77" fmla="*/ 29 h 250"/>
              <a:gd name="T78" fmla="*/ 30 w 200"/>
              <a:gd name="T79" fmla="*/ 35 h 250"/>
              <a:gd name="T80" fmla="*/ 166 w 200"/>
              <a:gd name="T81" fmla="*/ 92 h 250"/>
              <a:gd name="T82" fmla="*/ 173 w 200"/>
              <a:gd name="T83" fmla="*/ 91 h 250"/>
              <a:gd name="T84" fmla="*/ 124 w 200"/>
              <a:gd name="T85" fmla="*/ 177 h 250"/>
              <a:gd name="T86" fmla="*/ 66 w 200"/>
              <a:gd name="T87" fmla="*/ 156 h 250"/>
              <a:gd name="T88" fmla="*/ 91 w 200"/>
              <a:gd name="T89" fmla="*/ 27 h 250"/>
              <a:gd name="T90" fmla="*/ 70 w 200"/>
              <a:gd name="T91" fmla="*/ 177 h 250"/>
              <a:gd name="T92" fmla="*/ 65 w 200"/>
              <a:gd name="T93" fmla="*/ 213 h 250"/>
              <a:gd name="T94" fmla="*/ 84 w 200"/>
              <a:gd name="T95" fmla="*/ 233 h 250"/>
              <a:gd name="T96" fmla="*/ 117 w 200"/>
              <a:gd name="T97" fmla="*/ 241 h 250"/>
              <a:gd name="T98" fmla="*/ 138 w 200"/>
              <a:gd name="T99" fmla="*/ 218 h 250"/>
              <a:gd name="T100" fmla="*/ 131 w 200"/>
              <a:gd name="T101" fmla="*/ 192 h 250"/>
              <a:gd name="T102" fmla="*/ 170 w 200"/>
              <a:gd name="T103" fmla="*/ 105 h 250"/>
              <a:gd name="T104" fmla="*/ 130 w 200"/>
              <a:gd name="T105" fmla="*/ 207 h 250"/>
              <a:gd name="T106" fmla="*/ 70 w 200"/>
              <a:gd name="T107" fmla="*/ 201 h 250"/>
              <a:gd name="T108" fmla="*/ 109 w 200"/>
              <a:gd name="T109" fmla="*/ 241 h 250"/>
              <a:gd name="T110" fmla="*/ 92 w 200"/>
              <a:gd name="T111" fmla="*/ 233 h 250"/>
              <a:gd name="T112" fmla="*/ 128 w 200"/>
              <a:gd name="T113" fmla="*/ 226 h 250"/>
              <a:gd name="T114" fmla="*/ 73 w 200"/>
              <a:gd name="T115" fmla="*/ 216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00" h="250">
                <a:moveTo>
                  <a:pt x="107" y="47"/>
                </a:moveTo>
                <a:cubicBezTo>
                  <a:pt x="94" y="47"/>
                  <a:pt x="94" y="47"/>
                  <a:pt x="94" y="47"/>
                </a:cubicBezTo>
                <a:cubicBezTo>
                  <a:pt x="91" y="47"/>
                  <a:pt x="89" y="49"/>
                  <a:pt x="89" y="52"/>
                </a:cubicBezTo>
                <a:cubicBezTo>
                  <a:pt x="89" y="63"/>
                  <a:pt x="89" y="63"/>
                  <a:pt x="89" y="63"/>
                </a:cubicBezTo>
                <a:cubicBezTo>
                  <a:pt x="87" y="64"/>
                  <a:pt x="84" y="65"/>
                  <a:pt x="82" y="66"/>
                </a:cubicBezTo>
                <a:cubicBezTo>
                  <a:pt x="75" y="58"/>
                  <a:pt x="75" y="58"/>
                  <a:pt x="75" y="58"/>
                </a:cubicBezTo>
                <a:cubicBezTo>
                  <a:pt x="73" y="56"/>
                  <a:pt x="69" y="56"/>
                  <a:pt x="67" y="58"/>
                </a:cubicBezTo>
                <a:cubicBezTo>
                  <a:pt x="58" y="67"/>
                  <a:pt x="58" y="67"/>
                  <a:pt x="58" y="67"/>
                </a:cubicBezTo>
                <a:cubicBezTo>
                  <a:pt x="57" y="68"/>
                  <a:pt x="57" y="69"/>
                  <a:pt x="57" y="71"/>
                </a:cubicBezTo>
                <a:cubicBezTo>
                  <a:pt x="57" y="72"/>
                  <a:pt x="57" y="73"/>
                  <a:pt x="58" y="74"/>
                </a:cubicBezTo>
                <a:cubicBezTo>
                  <a:pt x="66" y="82"/>
                  <a:pt x="66" y="82"/>
                  <a:pt x="66" y="82"/>
                </a:cubicBezTo>
                <a:cubicBezTo>
                  <a:pt x="65" y="84"/>
                  <a:pt x="64" y="86"/>
                  <a:pt x="63" y="88"/>
                </a:cubicBezTo>
                <a:cubicBezTo>
                  <a:pt x="52" y="88"/>
                  <a:pt x="52" y="88"/>
                  <a:pt x="52" y="88"/>
                </a:cubicBezTo>
                <a:cubicBezTo>
                  <a:pt x="49" y="88"/>
                  <a:pt x="47" y="91"/>
                  <a:pt x="47" y="94"/>
                </a:cubicBezTo>
                <a:cubicBezTo>
                  <a:pt x="47" y="107"/>
                  <a:pt x="47" y="107"/>
                  <a:pt x="47" y="107"/>
                </a:cubicBezTo>
                <a:cubicBezTo>
                  <a:pt x="47" y="109"/>
                  <a:pt x="49" y="112"/>
                  <a:pt x="52" y="112"/>
                </a:cubicBezTo>
                <a:cubicBezTo>
                  <a:pt x="63" y="112"/>
                  <a:pt x="63" y="112"/>
                  <a:pt x="63" y="112"/>
                </a:cubicBezTo>
                <a:cubicBezTo>
                  <a:pt x="64" y="114"/>
                  <a:pt x="65" y="116"/>
                  <a:pt x="66" y="118"/>
                </a:cubicBezTo>
                <a:cubicBezTo>
                  <a:pt x="58" y="126"/>
                  <a:pt x="58" y="126"/>
                  <a:pt x="58" y="126"/>
                </a:cubicBezTo>
                <a:cubicBezTo>
                  <a:pt x="56" y="128"/>
                  <a:pt x="56" y="131"/>
                  <a:pt x="58" y="133"/>
                </a:cubicBezTo>
                <a:cubicBezTo>
                  <a:pt x="67" y="142"/>
                  <a:pt x="67" y="142"/>
                  <a:pt x="67" y="142"/>
                </a:cubicBezTo>
                <a:cubicBezTo>
                  <a:pt x="69" y="144"/>
                  <a:pt x="73" y="144"/>
                  <a:pt x="75" y="142"/>
                </a:cubicBezTo>
                <a:cubicBezTo>
                  <a:pt x="82" y="135"/>
                  <a:pt x="82" y="135"/>
                  <a:pt x="82" y="135"/>
                </a:cubicBezTo>
                <a:cubicBezTo>
                  <a:pt x="84" y="136"/>
                  <a:pt x="87" y="136"/>
                  <a:pt x="89" y="137"/>
                </a:cubicBezTo>
                <a:cubicBezTo>
                  <a:pt x="89" y="148"/>
                  <a:pt x="89" y="148"/>
                  <a:pt x="89" y="148"/>
                </a:cubicBezTo>
                <a:cubicBezTo>
                  <a:pt x="89" y="151"/>
                  <a:pt x="91" y="153"/>
                  <a:pt x="94" y="153"/>
                </a:cubicBezTo>
                <a:cubicBezTo>
                  <a:pt x="107" y="153"/>
                  <a:pt x="107" y="153"/>
                  <a:pt x="107" y="153"/>
                </a:cubicBezTo>
                <a:cubicBezTo>
                  <a:pt x="110" y="153"/>
                  <a:pt x="112" y="151"/>
                  <a:pt x="112" y="148"/>
                </a:cubicBezTo>
                <a:cubicBezTo>
                  <a:pt x="112" y="137"/>
                  <a:pt x="112" y="137"/>
                  <a:pt x="112" y="137"/>
                </a:cubicBezTo>
                <a:cubicBezTo>
                  <a:pt x="114" y="136"/>
                  <a:pt x="116" y="136"/>
                  <a:pt x="118" y="135"/>
                </a:cubicBezTo>
                <a:cubicBezTo>
                  <a:pt x="126" y="142"/>
                  <a:pt x="126" y="142"/>
                  <a:pt x="126" y="142"/>
                </a:cubicBezTo>
                <a:cubicBezTo>
                  <a:pt x="128" y="144"/>
                  <a:pt x="132" y="144"/>
                  <a:pt x="134" y="142"/>
                </a:cubicBezTo>
                <a:cubicBezTo>
                  <a:pt x="143" y="133"/>
                  <a:pt x="143" y="133"/>
                  <a:pt x="143" y="133"/>
                </a:cubicBezTo>
                <a:cubicBezTo>
                  <a:pt x="144" y="132"/>
                  <a:pt x="144" y="131"/>
                  <a:pt x="144" y="130"/>
                </a:cubicBezTo>
                <a:cubicBezTo>
                  <a:pt x="144" y="128"/>
                  <a:pt x="144" y="127"/>
                  <a:pt x="143" y="126"/>
                </a:cubicBezTo>
                <a:cubicBezTo>
                  <a:pt x="135" y="118"/>
                  <a:pt x="135" y="118"/>
                  <a:pt x="135" y="118"/>
                </a:cubicBezTo>
                <a:cubicBezTo>
                  <a:pt x="136" y="116"/>
                  <a:pt x="137" y="114"/>
                  <a:pt x="138" y="112"/>
                </a:cubicBezTo>
                <a:cubicBezTo>
                  <a:pt x="149" y="112"/>
                  <a:pt x="149" y="112"/>
                  <a:pt x="149" y="112"/>
                </a:cubicBezTo>
                <a:cubicBezTo>
                  <a:pt x="151" y="112"/>
                  <a:pt x="154" y="109"/>
                  <a:pt x="154" y="107"/>
                </a:cubicBezTo>
                <a:cubicBezTo>
                  <a:pt x="154" y="94"/>
                  <a:pt x="154" y="94"/>
                  <a:pt x="154" y="94"/>
                </a:cubicBezTo>
                <a:cubicBezTo>
                  <a:pt x="154" y="91"/>
                  <a:pt x="151" y="88"/>
                  <a:pt x="149" y="88"/>
                </a:cubicBezTo>
                <a:cubicBezTo>
                  <a:pt x="138" y="88"/>
                  <a:pt x="138" y="88"/>
                  <a:pt x="138" y="88"/>
                </a:cubicBezTo>
                <a:cubicBezTo>
                  <a:pt x="137" y="86"/>
                  <a:pt x="136" y="84"/>
                  <a:pt x="135" y="82"/>
                </a:cubicBezTo>
                <a:cubicBezTo>
                  <a:pt x="143" y="74"/>
                  <a:pt x="143" y="74"/>
                  <a:pt x="143" y="74"/>
                </a:cubicBezTo>
                <a:cubicBezTo>
                  <a:pt x="144" y="73"/>
                  <a:pt x="144" y="72"/>
                  <a:pt x="144" y="71"/>
                </a:cubicBezTo>
                <a:cubicBezTo>
                  <a:pt x="144" y="69"/>
                  <a:pt x="144" y="68"/>
                  <a:pt x="143" y="67"/>
                </a:cubicBezTo>
                <a:cubicBezTo>
                  <a:pt x="134" y="58"/>
                  <a:pt x="134" y="58"/>
                  <a:pt x="134" y="58"/>
                </a:cubicBezTo>
                <a:cubicBezTo>
                  <a:pt x="132" y="56"/>
                  <a:pt x="128" y="56"/>
                  <a:pt x="126" y="58"/>
                </a:cubicBezTo>
                <a:cubicBezTo>
                  <a:pt x="118" y="66"/>
                  <a:pt x="118" y="66"/>
                  <a:pt x="118" y="66"/>
                </a:cubicBezTo>
                <a:cubicBezTo>
                  <a:pt x="116" y="65"/>
                  <a:pt x="114" y="64"/>
                  <a:pt x="112" y="63"/>
                </a:cubicBezTo>
                <a:cubicBezTo>
                  <a:pt x="112" y="52"/>
                  <a:pt x="112" y="52"/>
                  <a:pt x="112" y="52"/>
                </a:cubicBezTo>
                <a:cubicBezTo>
                  <a:pt x="112" y="49"/>
                  <a:pt x="110" y="47"/>
                  <a:pt x="107" y="47"/>
                </a:cubicBezTo>
                <a:close/>
                <a:moveTo>
                  <a:pt x="117" y="73"/>
                </a:moveTo>
                <a:cubicBezTo>
                  <a:pt x="118" y="74"/>
                  <a:pt x="120" y="74"/>
                  <a:pt x="122" y="73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6" y="71"/>
                  <a:pt x="136" y="71"/>
                  <a:pt x="136" y="71"/>
                </a:cubicBezTo>
                <a:cubicBezTo>
                  <a:pt x="128" y="79"/>
                  <a:pt x="128" y="79"/>
                  <a:pt x="128" y="79"/>
                </a:cubicBezTo>
                <a:cubicBezTo>
                  <a:pt x="127" y="80"/>
                  <a:pt x="126" y="82"/>
                  <a:pt x="127" y="83"/>
                </a:cubicBezTo>
                <a:cubicBezTo>
                  <a:pt x="129" y="86"/>
                  <a:pt x="130" y="90"/>
                  <a:pt x="131" y="93"/>
                </a:cubicBezTo>
                <a:cubicBezTo>
                  <a:pt x="132" y="95"/>
                  <a:pt x="133" y="96"/>
                  <a:pt x="135" y="96"/>
                </a:cubicBezTo>
                <a:cubicBezTo>
                  <a:pt x="146" y="96"/>
                  <a:pt x="146" y="96"/>
                  <a:pt x="146" y="96"/>
                </a:cubicBezTo>
                <a:cubicBezTo>
                  <a:pt x="146" y="104"/>
                  <a:pt x="146" y="104"/>
                  <a:pt x="146" y="104"/>
                </a:cubicBezTo>
                <a:cubicBezTo>
                  <a:pt x="135" y="104"/>
                  <a:pt x="135" y="104"/>
                  <a:pt x="135" y="104"/>
                </a:cubicBezTo>
                <a:cubicBezTo>
                  <a:pt x="133" y="104"/>
                  <a:pt x="132" y="106"/>
                  <a:pt x="131" y="107"/>
                </a:cubicBezTo>
                <a:cubicBezTo>
                  <a:pt x="130" y="111"/>
                  <a:pt x="129" y="114"/>
                  <a:pt x="127" y="117"/>
                </a:cubicBezTo>
                <a:cubicBezTo>
                  <a:pt x="126" y="118"/>
                  <a:pt x="127" y="120"/>
                  <a:pt x="128" y="121"/>
                </a:cubicBezTo>
                <a:cubicBezTo>
                  <a:pt x="136" y="130"/>
                  <a:pt x="136" y="130"/>
                  <a:pt x="136" y="130"/>
                </a:cubicBezTo>
                <a:cubicBezTo>
                  <a:pt x="130" y="136"/>
                  <a:pt x="130" y="136"/>
                  <a:pt x="130" y="136"/>
                </a:cubicBezTo>
                <a:cubicBezTo>
                  <a:pt x="122" y="127"/>
                  <a:pt x="122" y="127"/>
                  <a:pt x="122" y="127"/>
                </a:cubicBezTo>
                <a:cubicBezTo>
                  <a:pt x="120" y="126"/>
                  <a:pt x="118" y="126"/>
                  <a:pt x="117" y="127"/>
                </a:cubicBezTo>
                <a:cubicBezTo>
                  <a:pt x="114" y="129"/>
                  <a:pt x="111" y="130"/>
                  <a:pt x="108" y="131"/>
                </a:cubicBezTo>
                <a:cubicBezTo>
                  <a:pt x="106" y="131"/>
                  <a:pt x="105" y="133"/>
                  <a:pt x="105" y="134"/>
                </a:cubicBezTo>
                <a:cubicBezTo>
                  <a:pt x="105" y="146"/>
                  <a:pt x="105" y="146"/>
                  <a:pt x="105" y="146"/>
                </a:cubicBezTo>
                <a:cubicBezTo>
                  <a:pt x="96" y="146"/>
                  <a:pt x="96" y="146"/>
                  <a:pt x="96" y="146"/>
                </a:cubicBezTo>
                <a:cubicBezTo>
                  <a:pt x="96" y="134"/>
                  <a:pt x="96" y="134"/>
                  <a:pt x="96" y="134"/>
                </a:cubicBezTo>
                <a:cubicBezTo>
                  <a:pt x="96" y="133"/>
                  <a:pt x="95" y="131"/>
                  <a:pt x="93" y="131"/>
                </a:cubicBezTo>
                <a:cubicBezTo>
                  <a:pt x="90" y="130"/>
                  <a:pt x="87" y="129"/>
                  <a:pt x="84" y="127"/>
                </a:cubicBezTo>
                <a:cubicBezTo>
                  <a:pt x="82" y="126"/>
                  <a:pt x="80" y="126"/>
                  <a:pt x="79" y="127"/>
                </a:cubicBezTo>
                <a:cubicBezTo>
                  <a:pt x="71" y="136"/>
                  <a:pt x="71" y="136"/>
                  <a:pt x="71" y="136"/>
                </a:cubicBezTo>
                <a:cubicBezTo>
                  <a:pt x="65" y="130"/>
                  <a:pt x="65" y="130"/>
                  <a:pt x="65" y="130"/>
                </a:cubicBezTo>
                <a:cubicBezTo>
                  <a:pt x="73" y="121"/>
                  <a:pt x="73" y="121"/>
                  <a:pt x="73" y="121"/>
                </a:cubicBezTo>
                <a:cubicBezTo>
                  <a:pt x="74" y="120"/>
                  <a:pt x="74" y="118"/>
                  <a:pt x="74" y="117"/>
                </a:cubicBezTo>
                <a:cubicBezTo>
                  <a:pt x="72" y="114"/>
                  <a:pt x="70" y="111"/>
                  <a:pt x="70" y="107"/>
                </a:cubicBezTo>
                <a:cubicBezTo>
                  <a:pt x="69" y="106"/>
                  <a:pt x="68" y="104"/>
                  <a:pt x="66" y="104"/>
                </a:cubicBezTo>
                <a:cubicBezTo>
                  <a:pt x="54" y="104"/>
                  <a:pt x="54" y="104"/>
                  <a:pt x="54" y="104"/>
                </a:cubicBezTo>
                <a:cubicBezTo>
                  <a:pt x="54" y="96"/>
                  <a:pt x="54" y="96"/>
                  <a:pt x="54" y="96"/>
                </a:cubicBezTo>
                <a:cubicBezTo>
                  <a:pt x="66" y="96"/>
                  <a:pt x="66" y="96"/>
                  <a:pt x="66" y="96"/>
                </a:cubicBezTo>
                <a:cubicBezTo>
                  <a:pt x="68" y="96"/>
                  <a:pt x="69" y="95"/>
                  <a:pt x="70" y="93"/>
                </a:cubicBezTo>
                <a:cubicBezTo>
                  <a:pt x="70" y="90"/>
                  <a:pt x="72" y="86"/>
                  <a:pt x="74" y="83"/>
                </a:cubicBezTo>
                <a:cubicBezTo>
                  <a:pt x="74" y="82"/>
                  <a:pt x="74" y="80"/>
                  <a:pt x="73" y="79"/>
                </a:cubicBezTo>
                <a:cubicBezTo>
                  <a:pt x="65" y="71"/>
                  <a:pt x="65" y="71"/>
                  <a:pt x="65" y="71"/>
                </a:cubicBezTo>
                <a:cubicBezTo>
                  <a:pt x="71" y="64"/>
                  <a:pt x="71" y="64"/>
                  <a:pt x="71" y="64"/>
                </a:cubicBezTo>
                <a:cubicBezTo>
                  <a:pt x="79" y="73"/>
                  <a:pt x="79" y="73"/>
                  <a:pt x="79" y="73"/>
                </a:cubicBezTo>
                <a:cubicBezTo>
                  <a:pt x="80" y="74"/>
                  <a:pt x="82" y="74"/>
                  <a:pt x="84" y="73"/>
                </a:cubicBezTo>
                <a:cubicBezTo>
                  <a:pt x="87" y="71"/>
                  <a:pt x="90" y="70"/>
                  <a:pt x="93" y="69"/>
                </a:cubicBezTo>
                <a:cubicBezTo>
                  <a:pt x="95" y="69"/>
                  <a:pt x="96" y="67"/>
                  <a:pt x="96" y="66"/>
                </a:cubicBezTo>
                <a:cubicBezTo>
                  <a:pt x="96" y="54"/>
                  <a:pt x="96" y="54"/>
                  <a:pt x="96" y="54"/>
                </a:cubicBezTo>
                <a:cubicBezTo>
                  <a:pt x="105" y="54"/>
                  <a:pt x="105" y="54"/>
                  <a:pt x="105" y="54"/>
                </a:cubicBezTo>
                <a:cubicBezTo>
                  <a:pt x="105" y="66"/>
                  <a:pt x="105" y="66"/>
                  <a:pt x="105" y="66"/>
                </a:cubicBezTo>
                <a:cubicBezTo>
                  <a:pt x="105" y="67"/>
                  <a:pt x="106" y="69"/>
                  <a:pt x="108" y="69"/>
                </a:cubicBezTo>
                <a:cubicBezTo>
                  <a:pt x="111" y="70"/>
                  <a:pt x="114" y="71"/>
                  <a:pt x="117" y="73"/>
                </a:cubicBezTo>
                <a:close/>
                <a:moveTo>
                  <a:pt x="81" y="100"/>
                </a:moveTo>
                <a:cubicBezTo>
                  <a:pt x="81" y="111"/>
                  <a:pt x="90" y="120"/>
                  <a:pt x="100" y="120"/>
                </a:cubicBezTo>
                <a:cubicBezTo>
                  <a:pt x="111" y="120"/>
                  <a:pt x="120" y="111"/>
                  <a:pt x="120" y="100"/>
                </a:cubicBezTo>
                <a:cubicBezTo>
                  <a:pt x="120" y="89"/>
                  <a:pt x="111" y="80"/>
                  <a:pt x="100" y="80"/>
                </a:cubicBezTo>
                <a:cubicBezTo>
                  <a:pt x="90" y="80"/>
                  <a:pt x="81" y="89"/>
                  <a:pt x="81" y="100"/>
                </a:cubicBezTo>
                <a:close/>
                <a:moveTo>
                  <a:pt x="113" y="100"/>
                </a:moveTo>
                <a:cubicBezTo>
                  <a:pt x="113" y="107"/>
                  <a:pt x="107" y="112"/>
                  <a:pt x="100" y="112"/>
                </a:cubicBezTo>
                <a:cubicBezTo>
                  <a:pt x="94" y="112"/>
                  <a:pt x="88" y="107"/>
                  <a:pt x="88" y="100"/>
                </a:cubicBezTo>
                <a:cubicBezTo>
                  <a:pt x="88" y="93"/>
                  <a:pt x="94" y="88"/>
                  <a:pt x="100" y="88"/>
                </a:cubicBezTo>
                <a:cubicBezTo>
                  <a:pt x="107" y="88"/>
                  <a:pt x="113" y="93"/>
                  <a:pt x="113" y="100"/>
                </a:cubicBezTo>
                <a:close/>
                <a:moveTo>
                  <a:pt x="20" y="100"/>
                </a:moveTo>
                <a:cubicBezTo>
                  <a:pt x="20" y="102"/>
                  <a:pt x="18" y="104"/>
                  <a:pt x="16" y="104"/>
                </a:cubicBezTo>
                <a:cubicBezTo>
                  <a:pt x="4" y="104"/>
                  <a:pt x="4" y="104"/>
                  <a:pt x="4" y="104"/>
                </a:cubicBezTo>
                <a:cubicBezTo>
                  <a:pt x="2" y="104"/>
                  <a:pt x="0" y="102"/>
                  <a:pt x="0" y="100"/>
                </a:cubicBezTo>
                <a:cubicBezTo>
                  <a:pt x="0" y="98"/>
                  <a:pt x="2" y="96"/>
                  <a:pt x="4" y="96"/>
                </a:cubicBezTo>
                <a:cubicBezTo>
                  <a:pt x="16" y="96"/>
                  <a:pt x="16" y="96"/>
                  <a:pt x="16" y="96"/>
                </a:cubicBezTo>
                <a:cubicBezTo>
                  <a:pt x="18" y="96"/>
                  <a:pt x="20" y="98"/>
                  <a:pt x="20" y="100"/>
                </a:cubicBezTo>
                <a:close/>
                <a:moveTo>
                  <a:pt x="200" y="100"/>
                </a:moveTo>
                <a:cubicBezTo>
                  <a:pt x="200" y="102"/>
                  <a:pt x="199" y="104"/>
                  <a:pt x="197" y="104"/>
                </a:cubicBezTo>
                <a:cubicBezTo>
                  <a:pt x="185" y="104"/>
                  <a:pt x="185" y="104"/>
                  <a:pt x="185" y="104"/>
                </a:cubicBezTo>
                <a:cubicBezTo>
                  <a:pt x="183" y="104"/>
                  <a:pt x="181" y="102"/>
                  <a:pt x="181" y="100"/>
                </a:cubicBezTo>
                <a:cubicBezTo>
                  <a:pt x="181" y="98"/>
                  <a:pt x="183" y="96"/>
                  <a:pt x="185" y="96"/>
                </a:cubicBezTo>
                <a:cubicBezTo>
                  <a:pt x="197" y="96"/>
                  <a:pt x="197" y="96"/>
                  <a:pt x="197" y="96"/>
                </a:cubicBezTo>
                <a:cubicBezTo>
                  <a:pt x="199" y="96"/>
                  <a:pt x="200" y="98"/>
                  <a:pt x="200" y="100"/>
                </a:cubicBezTo>
                <a:close/>
                <a:moveTo>
                  <a:pt x="43" y="157"/>
                </a:moveTo>
                <a:cubicBezTo>
                  <a:pt x="45" y="158"/>
                  <a:pt x="45" y="161"/>
                  <a:pt x="43" y="162"/>
                </a:cubicBezTo>
                <a:cubicBezTo>
                  <a:pt x="35" y="171"/>
                  <a:pt x="35" y="171"/>
                  <a:pt x="35" y="171"/>
                </a:cubicBezTo>
                <a:cubicBezTo>
                  <a:pt x="33" y="172"/>
                  <a:pt x="31" y="172"/>
                  <a:pt x="30" y="171"/>
                </a:cubicBezTo>
                <a:cubicBezTo>
                  <a:pt x="28" y="169"/>
                  <a:pt x="28" y="167"/>
                  <a:pt x="30" y="166"/>
                </a:cubicBezTo>
                <a:cubicBezTo>
                  <a:pt x="38" y="157"/>
                  <a:pt x="38" y="157"/>
                  <a:pt x="38" y="157"/>
                </a:cubicBezTo>
                <a:cubicBezTo>
                  <a:pt x="40" y="156"/>
                  <a:pt x="42" y="156"/>
                  <a:pt x="43" y="157"/>
                </a:cubicBezTo>
                <a:close/>
                <a:moveTo>
                  <a:pt x="157" y="43"/>
                </a:moveTo>
                <a:cubicBezTo>
                  <a:pt x="156" y="42"/>
                  <a:pt x="156" y="39"/>
                  <a:pt x="157" y="38"/>
                </a:cubicBezTo>
                <a:cubicBezTo>
                  <a:pt x="166" y="29"/>
                  <a:pt x="166" y="29"/>
                  <a:pt x="166" y="29"/>
                </a:cubicBezTo>
                <a:cubicBezTo>
                  <a:pt x="167" y="28"/>
                  <a:pt x="170" y="28"/>
                  <a:pt x="171" y="29"/>
                </a:cubicBezTo>
                <a:cubicBezTo>
                  <a:pt x="173" y="31"/>
                  <a:pt x="173" y="33"/>
                  <a:pt x="171" y="35"/>
                </a:cubicBezTo>
                <a:cubicBezTo>
                  <a:pt x="163" y="43"/>
                  <a:pt x="163" y="43"/>
                  <a:pt x="163" y="43"/>
                </a:cubicBezTo>
                <a:cubicBezTo>
                  <a:pt x="161" y="45"/>
                  <a:pt x="159" y="45"/>
                  <a:pt x="157" y="43"/>
                </a:cubicBezTo>
                <a:close/>
                <a:moveTo>
                  <a:pt x="97" y="16"/>
                </a:moveTo>
                <a:cubicBezTo>
                  <a:pt x="97" y="4"/>
                  <a:pt x="97" y="4"/>
                  <a:pt x="97" y="4"/>
                </a:cubicBezTo>
                <a:cubicBezTo>
                  <a:pt x="97" y="2"/>
                  <a:pt x="98" y="0"/>
                  <a:pt x="100" y="0"/>
                </a:cubicBezTo>
                <a:cubicBezTo>
                  <a:pt x="102" y="0"/>
                  <a:pt x="104" y="2"/>
                  <a:pt x="104" y="4"/>
                </a:cubicBezTo>
                <a:cubicBezTo>
                  <a:pt x="104" y="16"/>
                  <a:pt x="104" y="16"/>
                  <a:pt x="104" y="16"/>
                </a:cubicBezTo>
                <a:cubicBezTo>
                  <a:pt x="104" y="18"/>
                  <a:pt x="102" y="20"/>
                  <a:pt x="100" y="20"/>
                </a:cubicBezTo>
                <a:cubicBezTo>
                  <a:pt x="98" y="20"/>
                  <a:pt x="97" y="18"/>
                  <a:pt x="97" y="16"/>
                </a:cubicBezTo>
                <a:close/>
                <a:moveTo>
                  <a:pt x="171" y="166"/>
                </a:moveTo>
                <a:cubicBezTo>
                  <a:pt x="173" y="167"/>
                  <a:pt x="173" y="169"/>
                  <a:pt x="171" y="171"/>
                </a:cubicBezTo>
                <a:cubicBezTo>
                  <a:pt x="170" y="172"/>
                  <a:pt x="167" y="172"/>
                  <a:pt x="166" y="171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6" y="161"/>
                  <a:pt x="156" y="158"/>
                  <a:pt x="157" y="157"/>
                </a:cubicBezTo>
                <a:cubicBezTo>
                  <a:pt x="159" y="156"/>
                  <a:pt x="161" y="156"/>
                  <a:pt x="163" y="157"/>
                </a:cubicBezTo>
                <a:lnTo>
                  <a:pt x="171" y="166"/>
                </a:lnTo>
                <a:close/>
                <a:moveTo>
                  <a:pt x="30" y="35"/>
                </a:moveTo>
                <a:cubicBezTo>
                  <a:pt x="28" y="33"/>
                  <a:pt x="28" y="31"/>
                  <a:pt x="30" y="29"/>
                </a:cubicBezTo>
                <a:cubicBezTo>
                  <a:pt x="31" y="28"/>
                  <a:pt x="33" y="28"/>
                  <a:pt x="35" y="29"/>
                </a:cubicBezTo>
                <a:cubicBezTo>
                  <a:pt x="43" y="38"/>
                  <a:pt x="43" y="38"/>
                  <a:pt x="43" y="38"/>
                </a:cubicBezTo>
                <a:cubicBezTo>
                  <a:pt x="45" y="39"/>
                  <a:pt x="45" y="42"/>
                  <a:pt x="43" y="43"/>
                </a:cubicBezTo>
                <a:cubicBezTo>
                  <a:pt x="42" y="45"/>
                  <a:pt x="40" y="45"/>
                  <a:pt x="38" y="43"/>
                </a:cubicBezTo>
                <a:lnTo>
                  <a:pt x="30" y="35"/>
                </a:lnTo>
                <a:close/>
                <a:moveTo>
                  <a:pt x="173" y="91"/>
                </a:moveTo>
                <a:cubicBezTo>
                  <a:pt x="174" y="93"/>
                  <a:pt x="172" y="95"/>
                  <a:pt x="170" y="95"/>
                </a:cubicBezTo>
                <a:cubicBezTo>
                  <a:pt x="170" y="95"/>
                  <a:pt x="170" y="95"/>
                  <a:pt x="170" y="95"/>
                </a:cubicBezTo>
                <a:cubicBezTo>
                  <a:pt x="168" y="95"/>
                  <a:pt x="166" y="94"/>
                  <a:pt x="166" y="92"/>
                </a:cubicBezTo>
                <a:cubicBezTo>
                  <a:pt x="163" y="62"/>
                  <a:pt x="139" y="38"/>
                  <a:pt x="109" y="34"/>
                </a:cubicBezTo>
                <a:cubicBezTo>
                  <a:pt x="107" y="34"/>
                  <a:pt x="105" y="32"/>
                  <a:pt x="105" y="30"/>
                </a:cubicBezTo>
                <a:cubicBezTo>
                  <a:pt x="106" y="28"/>
                  <a:pt x="107" y="26"/>
                  <a:pt x="109" y="27"/>
                </a:cubicBezTo>
                <a:cubicBezTo>
                  <a:pt x="143" y="31"/>
                  <a:pt x="170" y="57"/>
                  <a:pt x="173" y="91"/>
                </a:cubicBezTo>
                <a:close/>
                <a:moveTo>
                  <a:pt x="170" y="105"/>
                </a:moveTo>
                <a:cubicBezTo>
                  <a:pt x="168" y="105"/>
                  <a:pt x="166" y="106"/>
                  <a:pt x="166" y="108"/>
                </a:cubicBezTo>
                <a:cubicBezTo>
                  <a:pt x="164" y="128"/>
                  <a:pt x="153" y="145"/>
                  <a:pt x="136" y="156"/>
                </a:cubicBezTo>
                <a:cubicBezTo>
                  <a:pt x="128" y="160"/>
                  <a:pt x="124" y="168"/>
                  <a:pt x="124" y="177"/>
                </a:cubicBezTo>
                <a:cubicBezTo>
                  <a:pt x="124" y="192"/>
                  <a:pt x="124" y="192"/>
                  <a:pt x="124" y="192"/>
                </a:cubicBezTo>
                <a:cubicBezTo>
                  <a:pt x="77" y="192"/>
                  <a:pt x="77" y="192"/>
                  <a:pt x="77" y="192"/>
                </a:cubicBezTo>
                <a:cubicBezTo>
                  <a:pt x="77" y="177"/>
                  <a:pt x="77" y="177"/>
                  <a:pt x="77" y="177"/>
                </a:cubicBezTo>
                <a:cubicBezTo>
                  <a:pt x="77" y="168"/>
                  <a:pt x="73" y="160"/>
                  <a:pt x="66" y="156"/>
                </a:cubicBezTo>
                <a:cubicBezTo>
                  <a:pt x="46" y="144"/>
                  <a:pt x="34" y="123"/>
                  <a:pt x="34" y="100"/>
                </a:cubicBezTo>
                <a:cubicBezTo>
                  <a:pt x="34" y="66"/>
                  <a:pt x="59" y="38"/>
                  <a:pt x="92" y="34"/>
                </a:cubicBezTo>
                <a:cubicBezTo>
                  <a:pt x="94" y="34"/>
                  <a:pt x="96" y="32"/>
                  <a:pt x="96" y="30"/>
                </a:cubicBezTo>
                <a:cubicBezTo>
                  <a:pt x="95" y="28"/>
                  <a:pt x="93" y="26"/>
                  <a:pt x="91" y="27"/>
                </a:cubicBezTo>
                <a:cubicBezTo>
                  <a:pt x="55" y="31"/>
                  <a:pt x="27" y="63"/>
                  <a:pt x="27" y="100"/>
                </a:cubicBezTo>
                <a:cubicBezTo>
                  <a:pt x="27" y="113"/>
                  <a:pt x="30" y="125"/>
                  <a:pt x="36" y="136"/>
                </a:cubicBezTo>
                <a:cubicBezTo>
                  <a:pt x="43" y="147"/>
                  <a:pt x="51" y="156"/>
                  <a:pt x="62" y="162"/>
                </a:cubicBezTo>
                <a:cubicBezTo>
                  <a:pt x="67" y="165"/>
                  <a:pt x="70" y="171"/>
                  <a:pt x="70" y="177"/>
                </a:cubicBezTo>
                <a:cubicBezTo>
                  <a:pt x="70" y="192"/>
                  <a:pt x="70" y="192"/>
                  <a:pt x="70" y="192"/>
                </a:cubicBezTo>
                <a:cubicBezTo>
                  <a:pt x="66" y="194"/>
                  <a:pt x="63" y="197"/>
                  <a:pt x="63" y="201"/>
                </a:cubicBezTo>
                <a:cubicBezTo>
                  <a:pt x="63" y="207"/>
                  <a:pt x="63" y="207"/>
                  <a:pt x="63" y="207"/>
                </a:cubicBezTo>
                <a:cubicBezTo>
                  <a:pt x="63" y="209"/>
                  <a:pt x="64" y="211"/>
                  <a:pt x="65" y="213"/>
                </a:cubicBezTo>
                <a:cubicBezTo>
                  <a:pt x="64" y="214"/>
                  <a:pt x="63" y="216"/>
                  <a:pt x="63" y="218"/>
                </a:cubicBezTo>
                <a:cubicBezTo>
                  <a:pt x="63" y="224"/>
                  <a:pt x="63" y="224"/>
                  <a:pt x="63" y="224"/>
                </a:cubicBezTo>
                <a:cubicBezTo>
                  <a:pt x="63" y="229"/>
                  <a:pt x="67" y="233"/>
                  <a:pt x="73" y="233"/>
                </a:cubicBezTo>
                <a:cubicBezTo>
                  <a:pt x="84" y="233"/>
                  <a:pt x="84" y="233"/>
                  <a:pt x="84" y="233"/>
                </a:cubicBezTo>
                <a:cubicBezTo>
                  <a:pt x="84" y="241"/>
                  <a:pt x="84" y="241"/>
                  <a:pt x="84" y="241"/>
                </a:cubicBezTo>
                <a:cubicBezTo>
                  <a:pt x="84" y="246"/>
                  <a:pt x="88" y="250"/>
                  <a:pt x="93" y="250"/>
                </a:cubicBezTo>
                <a:cubicBezTo>
                  <a:pt x="108" y="250"/>
                  <a:pt x="108" y="250"/>
                  <a:pt x="108" y="250"/>
                </a:cubicBezTo>
                <a:cubicBezTo>
                  <a:pt x="113" y="250"/>
                  <a:pt x="117" y="246"/>
                  <a:pt x="117" y="241"/>
                </a:cubicBezTo>
                <a:cubicBezTo>
                  <a:pt x="117" y="233"/>
                  <a:pt x="117" y="233"/>
                  <a:pt x="117" y="233"/>
                </a:cubicBezTo>
                <a:cubicBezTo>
                  <a:pt x="128" y="233"/>
                  <a:pt x="128" y="233"/>
                  <a:pt x="128" y="233"/>
                </a:cubicBezTo>
                <a:cubicBezTo>
                  <a:pt x="133" y="233"/>
                  <a:pt x="138" y="229"/>
                  <a:pt x="138" y="224"/>
                </a:cubicBezTo>
                <a:cubicBezTo>
                  <a:pt x="138" y="218"/>
                  <a:pt x="138" y="218"/>
                  <a:pt x="138" y="218"/>
                </a:cubicBezTo>
                <a:cubicBezTo>
                  <a:pt x="138" y="216"/>
                  <a:pt x="137" y="214"/>
                  <a:pt x="136" y="213"/>
                </a:cubicBezTo>
                <a:cubicBezTo>
                  <a:pt x="137" y="211"/>
                  <a:pt x="138" y="209"/>
                  <a:pt x="138" y="207"/>
                </a:cubicBezTo>
                <a:cubicBezTo>
                  <a:pt x="138" y="201"/>
                  <a:pt x="138" y="201"/>
                  <a:pt x="138" y="201"/>
                </a:cubicBezTo>
                <a:cubicBezTo>
                  <a:pt x="138" y="197"/>
                  <a:pt x="135" y="194"/>
                  <a:pt x="131" y="192"/>
                </a:cubicBezTo>
                <a:cubicBezTo>
                  <a:pt x="131" y="177"/>
                  <a:pt x="131" y="177"/>
                  <a:pt x="131" y="177"/>
                </a:cubicBezTo>
                <a:cubicBezTo>
                  <a:pt x="131" y="171"/>
                  <a:pt x="134" y="165"/>
                  <a:pt x="139" y="162"/>
                </a:cubicBezTo>
                <a:cubicBezTo>
                  <a:pt x="158" y="150"/>
                  <a:pt x="171" y="131"/>
                  <a:pt x="173" y="109"/>
                </a:cubicBezTo>
                <a:cubicBezTo>
                  <a:pt x="174" y="107"/>
                  <a:pt x="172" y="105"/>
                  <a:pt x="170" y="105"/>
                </a:cubicBezTo>
                <a:close/>
                <a:moveTo>
                  <a:pt x="128" y="199"/>
                </a:moveTo>
                <a:cubicBezTo>
                  <a:pt x="128" y="199"/>
                  <a:pt x="128" y="199"/>
                  <a:pt x="128" y="199"/>
                </a:cubicBezTo>
                <a:cubicBezTo>
                  <a:pt x="129" y="199"/>
                  <a:pt x="130" y="200"/>
                  <a:pt x="130" y="201"/>
                </a:cubicBezTo>
                <a:cubicBezTo>
                  <a:pt x="130" y="207"/>
                  <a:pt x="130" y="207"/>
                  <a:pt x="130" y="207"/>
                </a:cubicBezTo>
                <a:cubicBezTo>
                  <a:pt x="130" y="208"/>
                  <a:pt x="129" y="209"/>
                  <a:pt x="128" y="209"/>
                </a:cubicBezTo>
                <a:cubicBezTo>
                  <a:pt x="73" y="209"/>
                  <a:pt x="73" y="209"/>
                  <a:pt x="73" y="209"/>
                </a:cubicBezTo>
                <a:cubicBezTo>
                  <a:pt x="71" y="209"/>
                  <a:pt x="70" y="208"/>
                  <a:pt x="70" y="207"/>
                </a:cubicBezTo>
                <a:cubicBezTo>
                  <a:pt x="70" y="201"/>
                  <a:pt x="70" y="201"/>
                  <a:pt x="70" y="201"/>
                </a:cubicBezTo>
                <a:cubicBezTo>
                  <a:pt x="70" y="200"/>
                  <a:pt x="71" y="199"/>
                  <a:pt x="73" y="199"/>
                </a:cubicBezTo>
                <a:cubicBezTo>
                  <a:pt x="73" y="199"/>
                  <a:pt x="73" y="199"/>
                  <a:pt x="73" y="199"/>
                </a:cubicBezTo>
                <a:lnTo>
                  <a:pt x="128" y="199"/>
                </a:lnTo>
                <a:close/>
                <a:moveTo>
                  <a:pt x="109" y="241"/>
                </a:moveTo>
                <a:cubicBezTo>
                  <a:pt x="109" y="242"/>
                  <a:pt x="109" y="243"/>
                  <a:pt x="108" y="243"/>
                </a:cubicBezTo>
                <a:cubicBezTo>
                  <a:pt x="93" y="243"/>
                  <a:pt x="93" y="243"/>
                  <a:pt x="93" y="243"/>
                </a:cubicBezTo>
                <a:cubicBezTo>
                  <a:pt x="92" y="243"/>
                  <a:pt x="92" y="242"/>
                  <a:pt x="92" y="241"/>
                </a:cubicBezTo>
                <a:cubicBezTo>
                  <a:pt x="92" y="233"/>
                  <a:pt x="92" y="233"/>
                  <a:pt x="92" y="233"/>
                </a:cubicBezTo>
                <a:cubicBezTo>
                  <a:pt x="109" y="233"/>
                  <a:pt x="109" y="233"/>
                  <a:pt x="109" y="233"/>
                </a:cubicBezTo>
                <a:cubicBezTo>
                  <a:pt x="109" y="241"/>
                  <a:pt x="109" y="241"/>
                  <a:pt x="109" y="241"/>
                </a:cubicBezTo>
                <a:close/>
                <a:moveTo>
                  <a:pt x="130" y="224"/>
                </a:moveTo>
                <a:cubicBezTo>
                  <a:pt x="130" y="225"/>
                  <a:pt x="129" y="226"/>
                  <a:pt x="128" y="226"/>
                </a:cubicBezTo>
                <a:cubicBezTo>
                  <a:pt x="122" y="226"/>
                  <a:pt x="79" y="226"/>
                  <a:pt x="73" y="226"/>
                </a:cubicBezTo>
                <a:cubicBezTo>
                  <a:pt x="71" y="226"/>
                  <a:pt x="70" y="225"/>
                  <a:pt x="70" y="224"/>
                </a:cubicBezTo>
                <a:cubicBezTo>
                  <a:pt x="70" y="218"/>
                  <a:pt x="70" y="218"/>
                  <a:pt x="70" y="218"/>
                </a:cubicBezTo>
                <a:cubicBezTo>
                  <a:pt x="70" y="217"/>
                  <a:pt x="71" y="216"/>
                  <a:pt x="73" y="216"/>
                </a:cubicBezTo>
                <a:cubicBezTo>
                  <a:pt x="128" y="216"/>
                  <a:pt x="128" y="216"/>
                  <a:pt x="128" y="216"/>
                </a:cubicBezTo>
                <a:cubicBezTo>
                  <a:pt x="129" y="216"/>
                  <a:pt x="130" y="217"/>
                  <a:pt x="130" y="218"/>
                </a:cubicBezTo>
                <a:lnTo>
                  <a:pt x="130" y="224"/>
                </a:lnTo>
                <a:close/>
              </a:path>
            </a:pathLst>
          </a:custGeom>
          <a:solidFill>
            <a:srgbClr val="459FE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13">
            <a:extLst>
              <a:ext uri="{FF2B5EF4-FFF2-40B4-BE49-F238E27FC236}">
                <a16:creationId xmlns:a16="http://schemas.microsoft.com/office/drawing/2014/main" id="{DC9DF539-DFE8-6DD8-1955-94DE238B5EB1}"/>
              </a:ext>
            </a:extLst>
          </p:cNvPr>
          <p:cNvSpPr>
            <a:spLocks noEditPoints="1"/>
          </p:cNvSpPr>
          <p:nvPr/>
        </p:nvSpPr>
        <p:spPr bwMode="auto">
          <a:xfrm>
            <a:off x="10052080" y="1915072"/>
            <a:ext cx="319108" cy="310925"/>
          </a:xfrm>
          <a:custGeom>
            <a:avLst/>
            <a:gdLst>
              <a:gd name="T0" fmla="*/ 36 w 202"/>
              <a:gd name="T1" fmla="*/ 154 h 197"/>
              <a:gd name="T2" fmla="*/ 28 w 202"/>
              <a:gd name="T3" fmla="*/ 154 h 197"/>
              <a:gd name="T4" fmla="*/ 86 w 202"/>
              <a:gd name="T5" fmla="*/ 15 h 197"/>
              <a:gd name="T6" fmla="*/ 90 w 202"/>
              <a:gd name="T7" fmla="*/ 0 h 197"/>
              <a:gd name="T8" fmla="*/ 144 w 202"/>
              <a:gd name="T9" fmla="*/ 28 h 197"/>
              <a:gd name="T10" fmla="*/ 144 w 202"/>
              <a:gd name="T11" fmla="*/ 40 h 197"/>
              <a:gd name="T12" fmla="*/ 180 w 202"/>
              <a:gd name="T13" fmla="*/ 35 h 197"/>
              <a:gd name="T14" fmla="*/ 184 w 202"/>
              <a:gd name="T15" fmla="*/ 49 h 197"/>
              <a:gd name="T16" fmla="*/ 144 w 202"/>
              <a:gd name="T17" fmla="*/ 71 h 197"/>
              <a:gd name="T18" fmla="*/ 175 w 202"/>
              <a:gd name="T19" fmla="*/ 107 h 197"/>
              <a:gd name="T20" fmla="*/ 172 w 202"/>
              <a:gd name="T21" fmla="*/ 113 h 197"/>
              <a:gd name="T22" fmla="*/ 139 w 202"/>
              <a:gd name="T23" fmla="*/ 90 h 197"/>
              <a:gd name="T24" fmla="*/ 133 w 202"/>
              <a:gd name="T25" fmla="*/ 90 h 197"/>
              <a:gd name="T26" fmla="*/ 103 w 202"/>
              <a:gd name="T27" fmla="*/ 97 h 197"/>
              <a:gd name="T28" fmla="*/ 133 w 202"/>
              <a:gd name="T29" fmla="*/ 82 h 197"/>
              <a:gd name="T30" fmla="*/ 136 w 202"/>
              <a:gd name="T31" fmla="*/ 67 h 197"/>
              <a:gd name="T32" fmla="*/ 136 w 202"/>
              <a:gd name="T33" fmla="*/ 42 h 197"/>
              <a:gd name="T34" fmla="*/ 86 w 202"/>
              <a:gd name="T35" fmla="*/ 15 h 197"/>
              <a:gd name="T36" fmla="*/ 144 w 202"/>
              <a:gd name="T37" fmla="*/ 63 h 197"/>
              <a:gd name="T38" fmla="*/ 176 w 202"/>
              <a:gd name="T39" fmla="*/ 49 h 197"/>
              <a:gd name="T40" fmla="*/ 157 w 202"/>
              <a:gd name="T41" fmla="*/ 42 h 197"/>
              <a:gd name="T42" fmla="*/ 94 w 202"/>
              <a:gd name="T43" fmla="*/ 8 h 197"/>
              <a:gd name="T44" fmla="*/ 114 w 202"/>
              <a:gd name="T45" fmla="*/ 35 h 197"/>
              <a:gd name="T46" fmla="*/ 136 w 202"/>
              <a:gd name="T47" fmla="*/ 28 h 197"/>
              <a:gd name="T48" fmla="*/ 94 w 202"/>
              <a:gd name="T49" fmla="*/ 8 h 197"/>
              <a:gd name="T50" fmla="*/ 139 w 202"/>
              <a:gd name="T51" fmla="*/ 170 h 197"/>
              <a:gd name="T52" fmla="*/ 87 w 202"/>
              <a:gd name="T53" fmla="*/ 160 h 197"/>
              <a:gd name="T54" fmla="*/ 61 w 202"/>
              <a:gd name="T55" fmla="*/ 159 h 197"/>
              <a:gd name="T56" fmla="*/ 56 w 202"/>
              <a:gd name="T57" fmla="*/ 171 h 197"/>
              <a:gd name="T58" fmla="*/ 4 w 202"/>
              <a:gd name="T59" fmla="*/ 197 h 197"/>
              <a:gd name="T60" fmla="*/ 0 w 202"/>
              <a:gd name="T61" fmla="*/ 193 h 197"/>
              <a:gd name="T62" fmla="*/ 2 w 202"/>
              <a:gd name="T63" fmla="*/ 120 h 197"/>
              <a:gd name="T64" fmla="*/ 36 w 202"/>
              <a:gd name="T65" fmla="*/ 109 h 197"/>
              <a:gd name="T66" fmla="*/ 60 w 202"/>
              <a:gd name="T67" fmla="*/ 104 h 197"/>
              <a:gd name="T68" fmla="*/ 134 w 202"/>
              <a:gd name="T69" fmla="*/ 117 h 197"/>
              <a:gd name="T70" fmla="*/ 129 w 202"/>
              <a:gd name="T71" fmla="*/ 145 h 197"/>
              <a:gd name="T72" fmla="*/ 95 w 202"/>
              <a:gd name="T73" fmla="*/ 135 h 197"/>
              <a:gd name="T74" fmla="*/ 97 w 202"/>
              <a:gd name="T75" fmla="*/ 127 h 197"/>
              <a:gd name="T76" fmla="*/ 136 w 202"/>
              <a:gd name="T77" fmla="*/ 133 h 197"/>
              <a:gd name="T78" fmla="*/ 93 w 202"/>
              <a:gd name="T79" fmla="*/ 110 h 197"/>
              <a:gd name="T80" fmla="*/ 44 w 202"/>
              <a:gd name="T81" fmla="*/ 120 h 197"/>
              <a:gd name="T82" fmla="*/ 58 w 202"/>
              <a:gd name="T83" fmla="*/ 152 h 197"/>
              <a:gd name="T84" fmla="*/ 110 w 202"/>
              <a:gd name="T85" fmla="*/ 162 h 197"/>
              <a:gd name="T86" fmla="*/ 188 w 202"/>
              <a:gd name="T87" fmla="*/ 140 h 197"/>
              <a:gd name="T88" fmla="*/ 182 w 202"/>
              <a:gd name="T89" fmla="*/ 126 h 197"/>
              <a:gd name="T90" fmla="*/ 151 w 202"/>
              <a:gd name="T91" fmla="*/ 136 h 197"/>
              <a:gd name="T92" fmla="*/ 179 w 202"/>
              <a:gd name="T93" fmla="*/ 119 h 197"/>
              <a:gd name="T94" fmla="*/ 199 w 202"/>
              <a:gd name="T95" fmla="*/ 127 h 197"/>
              <a:gd name="T96" fmla="*/ 53 w 202"/>
              <a:gd name="T97" fmla="*/ 161 h 197"/>
              <a:gd name="T98" fmla="*/ 52 w 202"/>
              <a:gd name="T99" fmla="*/ 159 h 197"/>
              <a:gd name="T100" fmla="*/ 33 w 202"/>
              <a:gd name="T101" fmla="*/ 116 h 197"/>
              <a:gd name="T102" fmla="*/ 8 w 202"/>
              <a:gd name="T103" fmla="*/ 126 h 197"/>
              <a:gd name="T104" fmla="*/ 16 w 202"/>
              <a:gd name="T105" fmla="*/ 157 h 197"/>
              <a:gd name="T106" fmla="*/ 19 w 202"/>
              <a:gd name="T107" fmla="*/ 164 h 197"/>
              <a:gd name="T108" fmla="*/ 8 w 202"/>
              <a:gd name="T109" fmla="*/ 186 h 197"/>
              <a:gd name="T110" fmla="*/ 52 w 202"/>
              <a:gd name="T111" fmla="*/ 164 h 197"/>
              <a:gd name="T112" fmla="*/ 53 w 202"/>
              <a:gd name="T113" fmla="*/ 161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02" h="197">
                <a:moveTo>
                  <a:pt x="32" y="150"/>
                </a:moveTo>
                <a:cubicBezTo>
                  <a:pt x="34" y="150"/>
                  <a:pt x="36" y="152"/>
                  <a:pt x="36" y="154"/>
                </a:cubicBezTo>
                <a:cubicBezTo>
                  <a:pt x="36" y="156"/>
                  <a:pt x="34" y="158"/>
                  <a:pt x="32" y="158"/>
                </a:cubicBezTo>
                <a:cubicBezTo>
                  <a:pt x="30" y="158"/>
                  <a:pt x="28" y="156"/>
                  <a:pt x="28" y="154"/>
                </a:cubicBezTo>
                <a:cubicBezTo>
                  <a:pt x="28" y="152"/>
                  <a:pt x="30" y="150"/>
                  <a:pt x="32" y="150"/>
                </a:cubicBezTo>
                <a:close/>
                <a:moveTo>
                  <a:pt x="86" y="15"/>
                </a:moveTo>
                <a:cubicBezTo>
                  <a:pt x="86" y="4"/>
                  <a:pt x="86" y="4"/>
                  <a:pt x="86" y="4"/>
                </a:cubicBezTo>
                <a:cubicBezTo>
                  <a:pt x="86" y="2"/>
                  <a:pt x="88" y="0"/>
                  <a:pt x="90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131" y="0"/>
                  <a:pt x="144" y="12"/>
                  <a:pt x="144" y="28"/>
                </a:cubicBezTo>
                <a:cubicBezTo>
                  <a:pt x="144" y="38"/>
                  <a:pt x="144" y="38"/>
                  <a:pt x="144" y="38"/>
                </a:cubicBezTo>
                <a:cubicBezTo>
                  <a:pt x="144" y="40"/>
                  <a:pt x="144" y="40"/>
                  <a:pt x="144" y="40"/>
                </a:cubicBezTo>
                <a:cubicBezTo>
                  <a:pt x="147" y="36"/>
                  <a:pt x="152" y="35"/>
                  <a:pt x="157" y="35"/>
                </a:cubicBezTo>
                <a:cubicBezTo>
                  <a:pt x="180" y="35"/>
                  <a:pt x="180" y="35"/>
                  <a:pt x="180" y="35"/>
                </a:cubicBezTo>
                <a:cubicBezTo>
                  <a:pt x="182" y="35"/>
                  <a:pt x="184" y="36"/>
                  <a:pt x="184" y="38"/>
                </a:cubicBezTo>
                <a:cubicBezTo>
                  <a:pt x="184" y="49"/>
                  <a:pt x="184" y="49"/>
                  <a:pt x="184" y="49"/>
                </a:cubicBezTo>
                <a:cubicBezTo>
                  <a:pt x="184" y="61"/>
                  <a:pt x="175" y="71"/>
                  <a:pt x="163" y="71"/>
                </a:cubicBezTo>
                <a:cubicBezTo>
                  <a:pt x="144" y="71"/>
                  <a:pt x="144" y="71"/>
                  <a:pt x="144" y="71"/>
                </a:cubicBezTo>
                <a:cubicBezTo>
                  <a:pt x="144" y="83"/>
                  <a:pt x="144" y="83"/>
                  <a:pt x="144" y="83"/>
                </a:cubicBezTo>
                <a:cubicBezTo>
                  <a:pt x="157" y="86"/>
                  <a:pt x="168" y="95"/>
                  <a:pt x="175" y="107"/>
                </a:cubicBezTo>
                <a:cubicBezTo>
                  <a:pt x="176" y="109"/>
                  <a:pt x="176" y="111"/>
                  <a:pt x="174" y="112"/>
                </a:cubicBezTo>
                <a:cubicBezTo>
                  <a:pt x="173" y="113"/>
                  <a:pt x="172" y="113"/>
                  <a:pt x="172" y="113"/>
                </a:cubicBezTo>
                <a:cubicBezTo>
                  <a:pt x="170" y="113"/>
                  <a:pt x="169" y="112"/>
                  <a:pt x="168" y="111"/>
                </a:cubicBezTo>
                <a:cubicBezTo>
                  <a:pt x="162" y="100"/>
                  <a:pt x="151" y="92"/>
                  <a:pt x="139" y="90"/>
                </a:cubicBezTo>
                <a:cubicBezTo>
                  <a:pt x="139" y="90"/>
                  <a:pt x="139" y="90"/>
                  <a:pt x="139" y="90"/>
                </a:cubicBezTo>
                <a:cubicBezTo>
                  <a:pt x="137" y="90"/>
                  <a:pt x="135" y="90"/>
                  <a:pt x="133" y="90"/>
                </a:cubicBezTo>
                <a:cubicBezTo>
                  <a:pt x="124" y="90"/>
                  <a:pt x="116" y="92"/>
                  <a:pt x="109" y="97"/>
                </a:cubicBezTo>
                <a:cubicBezTo>
                  <a:pt x="107" y="99"/>
                  <a:pt x="105" y="98"/>
                  <a:pt x="103" y="97"/>
                </a:cubicBezTo>
                <a:cubicBezTo>
                  <a:pt x="102" y="95"/>
                  <a:pt x="103" y="92"/>
                  <a:pt x="104" y="91"/>
                </a:cubicBezTo>
                <a:cubicBezTo>
                  <a:pt x="113" y="85"/>
                  <a:pt x="122" y="82"/>
                  <a:pt x="133" y="82"/>
                </a:cubicBezTo>
                <a:cubicBezTo>
                  <a:pt x="134" y="82"/>
                  <a:pt x="135" y="82"/>
                  <a:pt x="136" y="82"/>
                </a:cubicBezTo>
                <a:cubicBezTo>
                  <a:pt x="136" y="67"/>
                  <a:pt x="136" y="67"/>
                  <a:pt x="136" y="67"/>
                </a:cubicBezTo>
                <a:cubicBezTo>
                  <a:pt x="136" y="56"/>
                  <a:pt x="136" y="56"/>
                  <a:pt x="136" y="56"/>
                </a:cubicBezTo>
                <a:cubicBezTo>
                  <a:pt x="136" y="42"/>
                  <a:pt x="136" y="42"/>
                  <a:pt x="136" y="42"/>
                </a:cubicBezTo>
                <a:cubicBezTo>
                  <a:pt x="114" y="42"/>
                  <a:pt x="114" y="42"/>
                  <a:pt x="114" y="42"/>
                </a:cubicBezTo>
                <a:cubicBezTo>
                  <a:pt x="98" y="42"/>
                  <a:pt x="86" y="30"/>
                  <a:pt x="86" y="15"/>
                </a:cubicBezTo>
                <a:close/>
                <a:moveTo>
                  <a:pt x="144" y="56"/>
                </a:moveTo>
                <a:cubicBezTo>
                  <a:pt x="144" y="63"/>
                  <a:pt x="144" y="63"/>
                  <a:pt x="144" y="63"/>
                </a:cubicBezTo>
                <a:cubicBezTo>
                  <a:pt x="163" y="63"/>
                  <a:pt x="163" y="63"/>
                  <a:pt x="163" y="63"/>
                </a:cubicBezTo>
                <a:cubicBezTo>
                  <a:pt x="170" y="63"/>
                  <a:pt x="176" y="57"/>
                  <a:pt x="176" y="49"/>
                </a:cubicBezTo>
                <a:cubicBezTo>
                  <a:pt x="176" y="42"/>
                  <a:pt x="176" y="42"/>
                  <a:pt x="176" y="4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0" y="42"/>
                  <a:pt x="144" y="49"/>
                  <a:pt x="144" y="56"/>
                </a:cubicBezTo>
                <a:close/>
                <a:moveTo>
                  <a:pt x="94" y="8"/>
                </a:moveTo>
                <a:cubicBezTo>
                  <a:pt x="94" y="15"/>
                  <a:pt x="94" y="15"/>
                  <a:pt x="94" y="15"/>
                </a:cubicBezTo>
                <a:cubicBezTo>
                  <a:pt x="94" y="26"/>
                  <a:pt x="103" y="35"/>
                  <a:pt x="114" y="35"/>
                </a:cubicBezTo>
                <a:cubicBezTo>
                  <a:pt x="136" y="35"/>
                  <a:pt x="136" y="35"/>
                  <a:pt x="136" y="35"/>
                </a:cubicBezTo>
                <a:cubicBezTo>
                  <a:pt x="136" y="28"/>
                  <a:pt x="136" y="28"/>
                  <a:pt x="136" y="28"/>
                </a:cubicBezTo>
                <a:cubicBezTo>
                  <a:pt x="136" y="17"/>
                  <a:pt x="127" y="8"/>
                  <a:pt x="116" y="8"/>
                </a:cubicBezTo>
                <a:cubicBezTo>
                  <a:pt x="94" y="8"/>
                  <a:pt x="94" y="8"/>
                  <a:pt x="94" y="8"/>
                </a:cubicBezTo>
                <a:close/>
                <a:moveTo>
                  <a:pt x="191" y="147"/>
                </a:moveTo>
                <a:cubicBezTo>
                  <a:pt x="139" y="170"/>
                  <a:pt x="139" y="170"/>
                  <a:pt x="139" y="170"/>
                </a:cubicBezTo>
                <a:cubicBezTo>
                  <a:pt x="128" y="175"/>
                  <a:pt x="117" y="174"/>
                  <a:pt x="106" y="169"/>
                </a:cubicBezTo>
                <a:cubicBezTo>
                  <a:pt x="87" y="160"/>
                  <a:pt x="87" y="160"/>
                  <a:pt x="87" y="160"/>
                </a:cubicBezTo>
                <a:cubicBezTo>
                  <a:pt x="79" y="156"/>
                  <a:pt x="70" y="155"/>
                  <a:pt x="61" y="159"/>
                </a:cubicBezTo>
                <a:cubicBezTo>
                  <a:pt x="61" y="159"/>
                  <a:pt x="61" y="159"/>
                  <a:pt x="61" y="159"/>
                </a:cubicBezTo>
                <a:cubicBezTo>
                  <a:pt x="62" y="161"/>
                  <a:pt x="61" y="164"/>
                  <a:pt x="61" y="166"/>
                </a:cubicBezTo>
                <a:cubicBezTo>
                  <a:pt x="60" y="168"/>
                  <a:pt x="58" y="170"/>
                  <a:pt x="56" y="171"/>
                </a:cubicBezTo>
                <a:cubicBezTo>
                  <a:pt x="6" y="196"/>
                  <a:pt x="6" y="196"/>
                  <a:pt x="6" y="196"/>
                </a:cubicBezTo>
                <a:cubicBezTo>
                  <a:pt x="5" y="196"/>
                  <a:pt x="5" y="197"/>
                  <a:pt x="4" y="197"/>
                </a:cubicBezTo>
                <a:cubicBezTo>
                  <a:pt x="3" y="197"/>
                  <a:pt x="3" y="196"/>
                  <a:pt x="2" y="196"/>
                </a:cubicBezTo>
                <a:cubicBezTo>
                  <a:pt x="1" y="195"/>
                  <a:pt x="0" y="194"/>
                  <a:pt x="0" y="193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2"/>
                  <a:pt x="1" y="121"/>
                  <a:pt x="2" y="120"/>
                </a:cubicBezTo>
                <a:cubicBezTo>
                  <a:pt x="28" y="109"/>
                  <a:pt x="28" y="109"/>
                  <a:pt x="28" y="109"/>
                </a:cubicBezTo>
                <a:cubicBezTo>
                  <a:pt x="30" y="108"/>
                  <a:pt x="33" y="108"/>
                  <a:pt x="36" y="109"/>
                </a:cubicBezTo>
                <a:cubicBezTo>
                  <a:pt x="38" y="110"/>
                  <a:pt x="39" y="111"/>
                  <a:pt x="40" y="113"/>
                </a:cubicBezTo>
                <a:cubicBezTo>
                  <a:pt x="60" y="104"/>
                  <a:pt x="60" y="104"/>
                  <a:pt x="60" y="104"/>
                </a:cubicBezTo>
                <a:cubicBezTo>
                  <a:pt x="72" y="99"/>
                  <a:pt x="84" y="99"/>
                  <a:pt x="96" y="103"/>
                </a:cubicBezTo>
                <a:cubicBezTo>
                  <a:pt x="134" y="117"/>
                  <a:pt x="134" y="117"/>
                  <a:pt x="134" y="117"/>
                </a:cubicBezTo>
                <a:cubicBezTo>
                  <a:pt x="142" y="120"/>
                  <a:pt x="146" y="128"/>
                  <a:pt x="143" y="135"/>
                </a:cubicBezTo>
                <a:cubicBezTo>
                  <a:pt x="141" y="142"/>
                  <a:pt x="135" y="145"/>
                  <a:pt x="129" y="145"/>
                </a:cubicBezTo>
                <a:cubicBezTo>
                  <a:pt x="128" y="145"/>
                  <a:pt x="126" y="145"/>
                  <a:pt x="124" y="145"/>
                </a:cubicBezTo>
                <a:cubicBezTo>
                  <a:pt x="95" y="135"/>
                  <a:pt x="95" y="135"/>
                  <a:pt x="95" y="135"/>
                </a:cubicBezTo>
                <a:cubicBezTo>
                  <a:pt x="93" y="134"/>
                  <a:pt x="92" y="132"/>
                  <a:pt x="92" y="130"/>
                </a:cubicBezTo>
                <a:cubicBezTo>
                  <a:pt x="93" y="128"/>
                  <a:pt x="95" y="127"/>
                  <a:pt x="97" y="127"/>
                </a:cubicBezTo>
                <a:cubicBezTo>
                  <a:pt x="127" y="137"/>
                  <a:pt x="127" y="137"/>
                  <a:pt x="127" y="137"/>
                </a:cubicBezTo>
                <a:cubicBezTo>
                  <a:pt x="131" y="139"/>
                  <a:pt x="135" y="137"/>
                  <a:pt x="136" y="133"/>
                </a:cubicBezTo>
                <a:cubicBezTo>
                  <a:pt x="137" y="129"/>
                  <a:pt x="135" y="126"/>
                  <a:pt x="132" y="124"/>
                </a:cubicBezTo>
                <a:cubicBezTo>
                  <a:pt x="93" y="110"/>
                  <a:pt x="93" y="110"/>
                  <a:pt x="93" y="110"/>
                </a:cubicBezTo>
                <a:cubicBezTo>
                  <a:pt x="83" y="107"/>
                  <a:pt x="73" y="107"/>
                  <a:pt x="63" y="111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58" y="152"/>
                  <a:pt x="58" y="152"/>
                  <a:pt x="58" y="152"/>
                </a:cubicBezTo>
                <a:cubicBezTo>
                  <a:pt x="58" y="152"/>
                  <a:pt x="58" y="152"/>
                  <a:pt x="58" y="152"/>
                </a:cubicBezTo>
                <a:cubicBezTo>
                  <a:pt x="69" y="147"/>
                  <a:pt x="80" y="148"/>
                  <a:pt x="91" y="153"/>
                </a:cubicBezTo>
                <a:cubicBezTo>
                  <a:pt x="110" y="162"/>
                  <a:pt x="110" y="162"/>
                  <a:pt x="110" y="162"/>
                </a:cubicBezTo>
                <a:cubicBezTo>
                  <a:pt x="118" y="166"/>
                  <a:pt x="127" y="166"/>
                  <a:pt x="136" y="163"/>
                </a:cubicBezTo>
                <a:cubicBezTo>
                  <a:pt x="188" y="140"/>
                  <a:pt x="188" y="140"/>
                  <a:pt x="188" y="140"/>
                </a:cubicBezTo>
                <a:cubicBezTo>
                  <a:pt x="192" y="138"/>
                  <a:pt x="193" y="134"/>
                  <a:pt x="192" y="130"/>
                </a:cubicBezTo>
                <a:cubicBezTo>
                  <a:pt x="190" y="126"/>
                  <a:pt x="186" y="124"/>
                  <a:pt x="182" y="126"/>
                </a:cubicBezTo>
                <a:cubicBezTo>
                  <a:pt x="156" y="138"/>
                  <a:pt x="156" y="138"/>
                  <a:pt x="156" y="138"/>
                </a:cubicBezTo>
                <a:cubicBezTo>
                  <a:pt x="154" y="139"/>
                  <a:pt x="152" y="138"/>
                  <a:pt x="151" y="136"/>
                </a:cubicBezTo>
                <a:cubicBezTo>
                  <a:pt x="150" y="134"/>
                  <a:pt x="151" y="132"/>
                  <a:pt x="153" y="131"/>
                </a:cubicBezTo>
                <a:cubicBezTo>
                  <a:pt x="179" y="119"/>
                  <a:pt x="179" y="119"/>
                  <a:pt x="179" y="119"/>
                </a:cubicBezTo>
                <a:cubicBezTo>
                  <a:pt x="179" y="119"/>
                  <a:pt x="179" y="119"/>
                  <a:pt x="179" y="119"/>
                </a:cubicBezTo>
                <a:cubicBezTo>
                  <a:pt x="186" y="115"/>
                  <a:pt x="195" y="119"/>
                  <a:pt x="199" y="127"/>
                </a:cubicBezTo>
                <a:cubicBezTo>
                  <a:pt x="202" y="134"/>
                  <a:pt x="199" y="143"/>
                  <a:pt x="191" y="147"/>
                </a:cubicBezTo>
                <a:close/>
                <a:moveTo>
                  <a:pt x="53" y="161"/>
                </a:moveTo>
                <a:cubicBezTo>
                  <a:pt x="52" y="159"/>
                  <a:pt x="52" y="159"/>
                  <a:pt x="52" y="159"/>
                </a:cubicBezTo>
                <a:cubicBezTo>
                  <a:pt x="52" y="159"/>
                  <a:pt x="52" y="159"/>
                  <a:pt x="52" y="159"/>
                </a:cubicBezTo>
                <a:cubicBezTo>
                  <a:pt x="34" y="117"/>
                  <a:pt x="34" y="117"/>
                  <a:pt x="34" y="117"/>
                </a:cubicBezTo>
                <a:cubicBezTo>
                  <a:pt x="34" y="117"/>
                  <a:pt x="33" y="116"/>
                  <a:pt x="33" y="116"/>
                </a:cubicBezTo>
                <a:cubicBezTo>
                  <a:pt x="32" y="116"/>
                  <a:pt x="32" y="116"/>
                  <a:pt x="31" y="116"/>
                </a:cubicBezTo>
                <a:cubicBezTo>
                  <a:pt x="8" y="126"/>
                  <a:pt x="8" y="126"/>
                  <a:pt x="8" y="126"/>
                </a:cubicBezTo>
                <a:cubicBezTo>
                  <a:pt x="8" y="161"/>
                  <a:pt x="8" y="161"/>
                  <a:pt x="8" y="161"/>
                </a:cubicBezTo>
                <a:cubicBezTo>
                  <a:pt x="16" y="157"/>
                  <a:pt x="16" y="157"/>
                  <a:pt x="16" y="157"/>
                </a:cubicBezTo>
                <a:cubicBezTo>
                  <a:pt x="18" y="156"/>
                  <a:pt x="20" y="156"/>
                  <a:pt x="21" y="158"/>
                </a:cubicBezTo>
                <a:cubicBezTo>
                  <a:pt x="22" y="160"/>
                  <a:pt x="21" y="163"/>
                  <a:pt x="19" y="164"/>
                </a:cubicBezTo>
                <a:cubicBezTo>
                  <a:pt x="8" y="169"/>
                  <a:pt x="8" y="169"/>
                  <a:pt x="8" y="169"/>
                </a:cubicBezTo>
                <a:cubicBezTo>
                  <a:pt x="8" y="186"/>
                  <a:pt x="8" y="186"/>
                  <a:pt x="8" y="186"/>
                </a:cubicBezTo>
                <a:cubicBezTo>
                  <a:pt x="52" y="164"/>
                  <a:pt x="52" y="164"/>
                  <a:pt x="52" y="164"/>
                </a:cubicBezTo>
                <a:cubicBezTo>
                  <a:pt x="52" y="164"/>
                  <a:pt x="52" y="164"/>
                  <a:pt x="52" y="164"/>
                </a:cubicBezTo>
                <a:cubicBezTo>
                  <a:pt x="53" y="164"/>
                  <a:pt x="53" y="163"/>
                  <a:pt x="53" y="163"/>
                </a:cubicBezTo>
                <a:cubicBezTo>
                  <a:pt x="54" y="162"/>
                  <a:pt x="54" y="162"/>
                  <a:pt x="53" y="161"/>
                </a:cubicBezTo>
                <a:close/>
              </a:path>
            </a:pathLst>
          </a:custGeom>
          <a:solidFill>
            <a:srgbClr val="459FE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69">
            <a:extLst>
              <a:ext uri="{FF2B5EF4-FFF2-40B4-BE49-F238E27FC236}">
                <a16:creationId xmlns:a16="http://schemas.microsoft.com/office/drawing/2014/main" id="{782E236C-93B3-AE61-F336-EE9FEA567302}"/>
              </a:ext>
            </a:extLst>
          </p:cNvPr>
          <p:cNvSpPr>
            <a:spLocks noEditPoints="1"/>
          </p:cNvSpPr>
          <p:nvPr/>
        </p:nvSpPr>
        <p:spPr bwMode="auto">
          <a:xfrm>
            <a:off x="8452633" y="2976068"/>
            <a:ext cx="318987" cy="318987"/>
          </a:xfrm>
          <a:custGeom>
            <a:avLst/>
            <a:gdLst>
              <a:gd name="T0" fmla="*/ 116 w 201"/>
              <a:gd name="T1" fmla="*/ 1 h 201"/>
              <a:gd name="T2" fmla="*/ 111 w 201"/>
              <a:gd name="T3" fmla="*/ 10 h 201"/>
              <a:gd name="T4" fmla="*/ 184 w 201"/>
              <a:gd name="T5" fmla="*/ 88 h 201"/>
              <a:gd name="T6" fmla="*/ 114 w 201"/>
              <a:gd name="T7" fmla="*/ 27 h 201"/>
              <a:gd name="T8" fmla="*/ 98 w 201"/>
              <a:gd name="T9" fmla="*/ 15 h 201"/>
              <a:gd name="T10" fmla="*/ 191 w 201"/>
              <a:gd name="T11" fmla="*/ 99 h 201"/>
              <a:gd name="T12" fmla="*/ 174 w 201"/>
              <a:gd name="T13" fmla="*/ 110 h 201"/>
              <a:gd name="T14" fmla="*/ 185 w 201"/>
              <a:gd name="T15" fmla="*/ 108 h 201"/>
              <a:gd name="T16" fmla="*/ 113 w 201"/>
              <a:gd name="T17" fmla="*/ 191 h 201"/>
              <a:gd name="T18" fmla="*/ 200 w 201"/>
              <a:gd name="T19" fmla="*/ 116 h 201"/>
              <a:gd name="T20" fmla="*/ 89 w 201"/>
              <a:gd name="T21" fmla="*/ 173 h 201"/>
              <a:gd name="T22" fmla="*/ 93 w 201"/>
              <a:gd name="T23" fmla="*/ 185 h 201"/>
              <a:gd name="T24" fmla="*/ 11 w 201"/>
              <a:gd name="T25" fmla="*/ 115 h 201"/>
              <a:gd name="T26" fmla="*/ 81 w 201"/>
              <a:gd name="T27" fmla="*/ 199 h 201"/>
              <a:gd name="T28" fmla="*/ 104 w 201"/>
              <a:gd name="T29" fmla="*/ 189 h 201"/>
              <a:gd name="T30" fmla="*/ 13 w 201"/>
              <a:gd name="T31" fmla="*/ 104 h 201"/>
              <a:gd name="T32" fmla="*/ 13 w 201"/>
              <a:gd name="T33" fmla="*/ 104 h 201"/>
              <a:gd name="T34" fmla="*/ 27 w 201"/>
              <a:gd name="T35" fmla="*/ 86 h 201"/>
              <a:gd name="T36" fmla="*/ 86 w 201"/>
              <a:gd name="T37" fmla="*/ 17 h 201"/>
              <a:gd name="T38" fmla="*/ 10 w 201"/>
              <a:gd name="T39" fmla="*/ 92 h 201"/>
              <a:gd name="T40" fmla="*/ 1 w 201"/>
              <a:gd name="T41" fmla="*/ 88 h 201"/>
              <a:gd name="T42" fmla="*/ 107 w 201"/>
              <a:gd name="T43" fmla="*/ 159 h 201"/>
              <a:gd name="T44" fmla="*/ 90 w 201"/>
              <a:gd name="T45" fmla="*/ 146 h 201"/>
              <a:gd name="T46" fmla="*/ 64 w 201"/>
              <a:gd name="T47" fmla="*/ 147 h 201"/>
              <a:gd name="T48" fmla="*/ 62 w 201"/>
              <a:gd name="T49" fmla="*/ 125 h 201"/>
              <a:gd name="T50" fmla="*/ 42 w 201"/>
              <a:gd name="T51" fmla="*/ 107 h 201"/>
              <a:gd name="T52" fmla="*/ 56 w 201"/>
              <a:gd name="T53" fmla="*/ 90 h 201"/>
              <a:gd name="T54" fmla="*/ 55 w 201"/>
              <a:gd name="T55" fmla="*/ 63 h 201"/>
              <a:gd name="T56" fmla="*/ 77 w 201"/>
              <a:gd name="T57" fmla="*/ 61 h 201"/>
              <a:gd name="T58" fmla="*/ 95 w 201"/>
              <a:gd name="T59" fmla="*/ 42 h 201"/>
              <a:gd name="T60" fmla="*/ 112 w 201"/>
              <a:gd name="T61" fmla="*/ 56 h 201"/>
              <a:gd name="T62" fmla="*/ 138 w 201"/>
              <a:gd name="T63" fmla="*/ 55 h 201"/>
              <a:gd name="T64" fmla="*/ 140 w 201"/>
              <a:gd name="T65" fmla="*/ 76 h 201"/>
              <a:gd name="T66" fmla="*/ 160 w 201"/>
              <a:gd name="T67" fmla="*/ 94 h 201"/>
              <a:gd name="T68" fmla="*/ 146 w 201"/>
              <a:gd name="T69" fmla="*/ 112 h 201"/>
              <a:gd name="T70" fmla="*/ 147 w 201"/>
              <a:gd name="T71" fmla="*/ 138 h 201"/>
              <a:gd name="T72" fmla="*/ 134 w 201"/>
              <a:gd name="T73" fmla="*/ 147 h 201"/>
              <a:gd name="T74" fmla="*/ 110 w 201"/>
              <a:gd name="T75" fmla="*/ 157 h 201"/>
              <a:gd name="T76" fmla="*/ 135 w 201"/>
              <a:gd name="T77" fmla="*/ 141 h 201"/>
              <a:gd name="T78" fmla="*/ 134 w 201"/>
              <a:gd name="T79" fmla="*/ 123 h 201"/>
              <a:gd name="T80" fmla="*/ 153 w 201"/>
              <a:gd name="T81" fmla="*/ 104 h 201"/>
              <a:gd name="T82" fmla="*/ 140 w 201"/>
              <a:gd name="T83" fmla="*/ 93 h 201"/>
              <a:gd name="T84" fmla="*/ 140 w 201"/>
              <a:gd name="T85" fmla="*/ 65 h 201"/>
              <a:gd name="T86" fmla="*/ 123 w 201"/>
              <a:gd name="T87" fmla="*/ 67 h 201"/>
              <a:gd name="T88" fmla="*/ 104 w 201"/>
              <a:gd name="T89" fmla="*/ 47 h 201"/>
              <a:gd name="T90" fmla="*/ 93 w 201"/>
              <a:gd name="T91" fmla="*/ 61 h 201"/>
              <a:gd name="T92" fmla="*/ 66 w 201"/>
              <a:gd name="T93" fmla="*/ 60 h 201"/>
              <a:gd name="T94" fmla="*/ 67 w 201"/>
              <a:gd name="T95" fmla="*/ 78 h 201"/>
              <a:gd name="T96" fmla="*/ 48 w 201"/>
              <a:gd name="T97" fmla="*/ 97 h 201"/>
              <a:gd name="T98" fmla="*/ 61 w 201"/>
              <a:gd name="T99" fmla="*/ 108 h 201"/>
              <a:gd name="T100" fmla="*/ 61 w 201"/>
              <a:gd name="T101" fmla="*/ 135 h 201"/>
              <a:gd name="T102" fmla="*/ 78 w 201"/>
              <a:gd name="T103" fmla="*/ 134 h 201"/>
              <a:gd name="T104" fmla="*/ 97 w 201"/>
              <a:gd name="T105" fmla="*/ 154 h 201"/>
              <a:gd name="T106" fmla="*/ 108 w 201"/>
              <a:gd name="T107" fmla="*/ 140 h 201"/>
              <a:gd name="T108" fmla="*/ 101 w 201"/>
              <a:gd name="T109" fmla="*/ 126 h 201"/>
              <a:gd name="T110" fmla="*/ 126 w 201"/>
              <a:gd name="T111" fmla="*/ 101 h 201"/>
              <a:gd name="T112" fmla="*/ 82 w 201"/>
              <a:gd name="T113" fmla="*/ 1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01" h="201">
                <a:moveTo>
                  <a:pt x="98" y="12"/>
                </a:moveTo>
                <a:cubicBezTo>
                  <a:pt x="98" y="11"/>
                  <a:pt x="99" y="10"/>
                  <a:pt x="99" y="10"/>
                </a:cubicBezTo>
                <a:cubicBezTo>
                  <a:pt x="116" y="1"/>
                  <a:pt x="116" y="1"/>
                  <a:pt x="116" y="1"/>
                </a:cubicBezTo>
                <a:cubicBezTo>
                  <a:pt x="117" y="0"/>
                  <a:pt x="119" y="1"/>
                  <a:pt x="120" y="2"/>
                </a:cubicBezTo>
                <a:cubicBezTo>
                  <a:pt x="121" y="4"/>
                  <a:pt x="120" y="5"/>
                  <a:pt x="119" y="6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51" y="15"/>
                  <a:pt x="184" y="47"/>
                  <a:pt x="190" y="88"/>
                </a:cubicBezTo>
                <a:cubicBezTo>
                  <a:pt x="190" y="89"/>
                  <a:pt x="189" y="91"/>
                  <a:pt x="188" y="91"/>
                </a:cubicBezTo>
                <a:cubicBezTo>
                  <a:pt x="186" y="91"/>
                  <a:pt x="185" y="90"/>
                  <a:pt x="184" y="88"/>
                </a:cubicBezTo>
                <a:cubicBezTo>
                  <a:pt x="179" y="50"/>
                  <a:pt x="147" y="20"/>
                  <a:pt x="108" y="16"/>
                </a:cubicBezTo>
                <a:cubicBezTo>
                  <a:pt x="114" y="22"/>
                  <a:pt x="114" y="22"/>
                  <a:pt x="114" y="22"/>
                </a:cubicBezTo>
                <a:cubicBezTo>
                  <a:pt x="116" y="24"/>
                  <a:pt x="116" y="25"/>
                  <a:pt x="114" y="27"/>
                </a:cubicBezTo>
                <a:cubicBezTo>
                  <a:pt x="113" y="28"/>
                  <a:pt x="111" y="28"/>
                  <a:pt x="110" y="27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4"/>
                  <a:pt x="97" y="13"/>
                  <a:pt x="98" y="12"/>
                </a:cubicBezTo>
                <a:close/>
                <a:moveTo>
                  <a:pt x="200" y="112"/>
                </a:moveTo>
                <a:cubicBezTo>
                  <a:pt x="191" y="99"/>
                  <a:pt x="191" y="99"/>
                  <a:pt x="191" y="99"/>
                </a:cubicBezTo>
                <a:cubicBezTo>
                  <a:pt x="190" y="98"/>
                  <a:pt x="190" y="98"/>
                  <a:pt x="189" y="98"/>
                </a:cubicBezTo>
                <a:cubicBezTo>
                  <a:pt x="188" y="98"/>
                  <a:pt x="187" y="98"/>
                  <a:pt x="186" y="98"/>
                </a:cubicBezTo>
                <a:cubicBezTo>
                  <a:pt x="174" y="110"/>
                  <a:pt x="174" y="110"/>
                  <a:pt x="174" y="110"/>
                </a:cubicBezTo>
                <a:cubicBezTo>
                  <a:pt x="173" y="112"/>
                  <a:pt x="173" y="113"/>
                  <a:pt x="174" y="115"/>
                </a:cubicBezTo>
                <a:cubicBezTo>
                  <a:pt x="176" y="116"/>
                  <a:pt x="177" y="116"/>
                  <a:pt x="179" y="115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1" y="147"/>
                  <a:pt x="151" y="179"/>
                  <a:pt x="112" y="185"/>
                </a:cubicBezTo>
                <a:cubicBezTo>
                  <a:pt x="111" y="185"/>
                  <a:pt x="109" y="187"/>
                  <a:pt x="109" y="188"/>
                </a:cubicBezTo>
                <a:cubicBezTo>
                  <a:pt x="110" y="190"/>
                  <a:pt x="111" y="191"/>
                  <a:pt x="113" y="191"/>
                </a:cubicBezTo>
                <a:cubicBezTo>
                  <a:pt x="155" y="185"/>
                  <a:pt x="187" y="151"/>
                  <a:pt x="191" y="109"/>
                </a:cubicBezTo>
                <a:cubicBezTo>
                  <a:pt x="195" y="115"/>
                  <a:pt x="195" y="115"/>
                  <a:pt x="195" y="115"/>
                </a:cubicBezTo>
                <a:cubicBezTo>
                  <a:pt x="196" y="117"/>
                  <a:pt x="198" y="117"/>
                  <a:pt x="200" y="116"/>
                </a:cubicBezTo>
                <a:cubicBezTo>
                  <a:pt x="201" y="115"/>
                  <a:pt x="201" y="114"/>
                  <a:pt x="200" y="112"/>
                </a:cubicBezTo>
                <a:close/>
                <a:moveTo>
                  <a:pt x="103" y="187"/>
                </a:moveTo>
                <a:cubicBezTo>
                  <a:pt x="89" y="173"/>
                  <a:pt x="89" y="173"/>
                  <a:pt x="89" y="173"/>
                </a:cubicBezTo>
                <a:cubicBezTo>
                  <a:pt x="88" y="172"/>
                  <a:pt x="86" y="172"/>
                  <a:pt x="85" y="173"/>
                </a:cubicBezTo>
                <a:cubicBezTo>
                  <a:pt x="84" y="175"/>
                  <a:pt x="84" y="176"/>
                  <a:pt x="85" y="178"/>
                </a:cubicBezTo>
                <a:cubicBezTo>
                  <a:pt x="93" y="185"/>
                  <a:pt x="93" y="185"/>
                  <a:pt x="93" y="185"/>
                </a:cubicBezTo>
                <a:cubicBezTo>
                  <a:pt x="55" y="182"/>
                  <a:pt x="23" y="152"/>
                  <a:pt x="17" y="114"/>
                </a:cubicBezTo>
                <a:cubicBezTo>
                  <a:pt x="17" y="112"/>
                  <a:pt x="15" y="111"/>
                  <a:pt x="14" y="111"/>
                </a:cubicBezTo>
                <a:cubicBezTo>
                  <a:pt x="12" y="112"/>
                  <a:pt x="11" y="113"/>
                  <a:pt x="11" y="115"/>
                </a:cubicBezTo>
                <a:cubicBezTo>
                  <a:pt x="17" y="155"/>
                  <a:pt x="50" y="186"/>
                  <a:pt x="89" y="191"/>
                </a:cubicBezTo>
                <a:cubicBezTo>
                  <a:pt x="82" y="195"/>
                  <a:pt x="82" y="195"/>
                  <a:pt x="82" y="195"/>
                </a:cubicBezTo>
                <a:cubicBezTo>
                  <a:pt x="80" y="196"/>
                  <a:pt x="80" y="198"/>
                  <a:pt x="81" y="199"/>
                </a:cubicBezTo>
                <a:cubicBezTo>
                  <a:pt x="81" y="201"/>
                  <a:pt x="83" y="201"/>
                  <a:pt x="85" y="200"/>
                </a:cubicBezTo>
                <a:cubicBezTo>
                  <a:pt x="102" y="192"/>
                  <a:pt x="102" y="192"/>
                  <a:pt x="102" y="192"/>
                </a:cubicBezTo>
                <a:cubicBezTo>
                  <a:pt x="103" y="191"/>
                  <a:pt x="104" y="190"/>
                  <a:pt x="104" y="189"/>
                </a:cubicBezTo>
                <a:cubicBezTo>
                  <a:pt x="103" y="188"/>
                  <a:pt x="103" y="187"/>
                  <a:pt x="103" y="187"/>
                </a:cubicBezTo>
                <a:close/>
                <a:moveTo>
                  <a:pt x="10" y="102"/>
                </a:moveTo>
                <a:cubicBezTo>
                  <a:pt x="11" y="103"/>
                  <a:pt x="12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4" y="104"/>
                  <a:pt x="15" y="103"/>
                  <a:pt x="15" y="103"/>
                </a:cubicBezTo>
                <a:cubicBezTo>
                  <a:pt x="27" y="90"/>
                  <a:pt x="27" y="90"/>
                  <a:pt x="27" y="90"/>
                </a:cubicBezTo>
                <a:cubicBezTo>
                  <a:pt x="29" y="89"/>
                  <a:pt x="29" y="87"/>
                  <a:pt x="27" y="86"/>
                </a:cubicBezTo>
                <a:cubicBezTo>
                  <a:pt x="26" y="85"/>
                  <a:pt x="24" y="85"/>
                  <a:pt x="23" y="86"/>
                </a:cubicBezTo>
                <a:cubicBezTo>
                  <a:pt x="16" y="93"/>
                  <a:pt x="16" y="93"/>
                  <a:pt x="16" y="93"/>
                </a:cubicBezTo>
                <a:cubicBezTo>
                  <a:pt x="19" y="55"/>
                  <a:pt x="48" y="23"/>
                  <a:pt x="86" y="17"/>
                </a:cubicBezTo>
                <a:cubicBezTo>
                  <a:pt x="88" y="17"/>
                  <a:pt x="89" y="15"/>
                  <a:pt x="89" y="13"/>
                </a:cubicBezTo>
                <a:cubicBezTo>
                  <a:pt x="89" y="12"/>
                  <a:pt x="87" y="11"/>
                  <a:pt x="86" y="11"/>
                </a:cubicBezTo>
                <a:cubicBezTo>
                  <a:pt x="45" y="18"/>
                  <a:pt x="14" y="51"/>
                  <a:pt x="10" y="92"/>
                </a:cubicBezTo>
                <a:cubicBezTo>
                  <a:pt x="6" y="85"/>
                  <a:pt x="6" y="85"/>
                  <a:pt x="6" y="85"/>
                </a:cubicBezTo>
                <a:cubicBezTo>
                  <a:pt x="5" y="84"/>
                  <a:pt x="3" y="83"/>
                  <a:pt x="2" y="84"/>
                </a:cubicBezTo>
                <a:cubicBezTo>
                  <a:pt x="1" y="85"/>
                  <a:pt x="0" y="87"/>
                  <a:pt x="1" y="88"/>
                </a:cubicBezTo>
                <a:lnTo>
                  <a:pt x="10" y="102"/>
                </a:lnTo>
                <a:close/>
                <a:moveTo>
                  <a:pt x="110" y="157"/>
                </a:moveTo>
                <a:cubicBezTo>
                  <a:pt x="110" y="158"/>
                  <a:pt x="109" y="159"/>
                  <a:pt x="107" y="159"/>
                </a:cubicBezTo>
                <a:cubicBezTo>
                  <a:pt x="95" y="159"/>
                  <a:pt x="95" y="159"/>
                  <a:pt x="95" y="159"/>
                </a:cubicBezTo>
                <a:cubicBezTo>
                  <a:pt x="93" y="159"/>
                  <a:pt x="92" y="158"/>
                  <a:pt x="92" y="157"/>
                </a:cubicBezTo>
                <a:cubicBezTo>
                  <a:pt x="90" y="146"/>
                  <a:pt x="90" y="146"/>
                  <a:pt x="90" y="146"/>
                </a:cubicBezTo>
                <a:cubicBezTo>
                  <a:pt x="85" y="144"/>
                  <a:pt x="81" y="142"/>
                  <a:pt x="77" y="140"/>
                </a:cubicBezTo>
                <a:cubicBezTo>
                  <a:pt x="68" y="147"/>
                  <a:pt x="68" y="147"/>
                  <a:pt x="68" y="147"/>
                </a:cubicBezTo>
                <a:cubicBezTo>
                  <a:pt x="66" y="148"/>
                  <a:pt x="65" y="148"/>
                  <a:pt x="64" y="147"/>
                </a:cubicBezTo>
                <a:cubicBezTo>
                  <a:pt x="55" y="138"/>
                  <a:pt x="55" y="138"/>
                  <a:pt x="55" y="138"/>
                </a:cubicBezTo>
                <a:cubicBezTo>
                  <a:pt x="54" y="137"/>
                  <a:pt x="54" y="135"/>
                  <a:pt x="55" y="134"/>
                </a:cubicBezTo>
                <a:cubicBezTo>
                  <a:pt x="62" y="125"/>
                  <a:pt x="62" y="125"/>
                  <a:pt x="62" y="125"/>
                </a:cubicBezTo>
                <a:cubicBezTo>
                  <a:pt x="59" y="121"/>
                  <a:pt x="57" y="116"/>
                  <a:pt x="56" y="112"/>
                </a:cubicBezTo>
                <a:cubicBezTo>
                  <a:pt x="45" y="110"/>
                  <a:pt x="45" y="110"/>
                  <a:pt x="45" y="110"/>
                </a:cubicBezTo>
                <a:cubicBezTo>
                  <a:pt x="43" y="110"/>
                  <a:pt x="42" y="109"/>
                  <a:pt x="42" y="107"/>
                </a:cubicBezTo>
                <a:cubicBezTo>
                  <a:pt x="42" y="94"/>
                  <a:pt x="42" y="94"/>
                  <a:pt x="42" y="94"/>
                </a:cubicBezTo>
                <a:cubicBezTo>
                  <a:pt x="42" y="93"/>
                  <a:pt x="43" y="92"/>
                  <a:pt x="45" y="91"/>
                </a:cubicBezTo>
                <a:cubicBezTo>
                  <a:pt x="56" y="90"/>
                  <a:pt x="56" y="90"/>
                  <a:pt x="56" y="90"/>
                </a:cubicBezTo>
                <a:cubicBezTo>
                  <a:pt x="57" y="85"/>
                  <a:pt x="59" y="81"/>
                  <a:pt x="62" y="76"/>
                </a:cubicBezTo>
                <a:cubicBezTo>
                  <a:pt x="55" y="67"/>
                  <a:pt x="55" y="67"/>
                  <a:pt x="55" y="67"/>
                </a:cubicBezTo>
                <a:cubicBezTo>
                  <a:pt x="54" y="66"/>
                  <a:pt x="54" y="65"/>
                  <a:pt x="55" y="63"/>
                </a:cubicBezTo>
                <a:cubicBezTo>
                  <a:pt x="64" y="55"/>
                  <a:pt x="64" y="55"/>
                  <a:pt x="64" y="55"/>
                </a:cubicBezTo>
                <a:cubicBezTo>
                  <a:pt x="65" y="53"/>
                  <a:pt x="66" y="53"/>
                  <a:pt x="68" y="54"/>
                </a:cubicBezTo>
                <a:cubicBezTo>
                  <a:pt x="77" y="61"/>
                  <a:pt x="77" y="61"/>
                  <a:pt x="77" y="61"/>
                </a:cubicBezTo>
                <a:cubicBezTo>
                  <a:pt x="81" y="59"/>
                  <a:pt x="86" y="57"/>
                  <a:pt x="90" y="56"/>
                </a:cubicBezTo>
                <a:cubicBezTo>
                  <a:pt x="92" y="45"/>
                  <a:pt x="92" y="45"/>
                  <a:pt x="92" y="45"/>
                </a:cubicBezTo>
                <a:cubicBezTo>
                  <a:pt x="92" y="43"/>
                  <a:pt x="93" y="42"/>
                  <a:pt x="95" y="42"/>
                </a:cubicBezTo>
                <a:cubicBezTo>
                  <a:pt x="107" y="42"/>
                  <a:pt x="107" y="42"/>
                  <a:pt x="107" y="42"/>
                </a:cubicBezTo>
                <a:cubicBezTo>
                  <a:pt x="109" y="42"/>
                  <a:pt x="110" y="43"/>
                  <a:pt x="110" y="45"/>
                </a:cubicBezTo>
                <a:cubicBezTo>
                  <a:pt x="112" y="56"/>
                  <a:pt x="112" y="56"/>
                  <a:pt x="112" y="56"/>
                </a:cubicBezTo>
                <a:cubicBezTo>
                  <a:pt x="116" y="57"/>
                  <a:pt x="121" y="59"/>
                  <a:pt x="125" y="61"/>
                </a:cubicBezTo>
                <a:cubicBezTo>
                  <a:pt x="134" y="54"/>
                  <a:pt x="134" y="54"/>
                  <a:pt x="134" y="54"/>
                </a:cubicBezTo>
                <a:cubicBezTo>
                  <a:pt x="135" y="53"/>
                  <a:pt x="137" y="53"/>
                  <a:pt x="138" y="55"/>
                </a:cubicBezTo>
                <a:cubicBezTo>
                  <a:pt x="147" y="63"/>
                  <a:pt x="147" y="63"/>
                  <a:pt x="147" y="63"/>
                </a:cubicBezTo>
                <a:cubicBezTo>
                  <a:pt x="148" y="65"/>
                  <a:pt x="148" y="66"/>
                  <a:pt x="147" y="68"/>
                </a:cubicBezTo>
                <a:cubicBezTo>
                  <a:pt x="140" y="76"/>
                  <a:pt x="140" y="76"/>
                  <a:pt x="140" y="76"/>
                </a:cubicBezTo>
                <a:cubicBezTo>
                  <a:pt x="143" y="81"/>
                  <a:pt x="145" y="85"/>
                  <a:pt x="146" y="90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2"/>
                  <a:pt x="160" y="93"/>
                  <a:pt x="160" y="94"/>
                </a:cubicBezTo>
                <a:cubicBezTo>
                  <a:pt x="160" y="107"/>
                  <a:pt x="160" y="107"/>
                  <a:pt x="160" y="107"/>
                </a:cubicBezTo>
                <a:cubicBezTo>
                  <a:pt x="160" y="109"/>
                  <a:pt x="159" y="110"/>
                  <a:pt x="157" y="110"/>
                </a:cubicBezTo>
                <a:cubicBezTo>
                  <a:pt x="146" y="112"/>
                  <a:pt x="146" y="112"/>
                  <a:pt x="146" y="112"/>
                </a:cubicBezTo>
                <a:cubicBezTo>
                  <a:pt x="145" y="116"/>
                  <a:pt x="143" y="121"/>
                  <a:pt x="140" y="125"/>
                </a:cubicBezTo>
                <a:cubicBezTo>
                  <a:pt x="147" y="134"/>
                  <a:pt x="147" y="134"/>
                  <a:pt x="147" y="134"/>
                </a:cubicBezTo>
                <a:cubicBezTo>
                  <a:pt x="148" y="135"/>
                  <a:pt x="148" y="137"/>
                  <a:pt x="147" y="138"/>
                </a:cubicBezTo>
                <a:cubicBezTo>
                  <a:pt x="138" y="147"/>
                  <a:pt x="138" y="147"/>
                  <a:pt x="138" y="147"/>
                </a:cubicBezTo>
                <a:cubicBezTo>
                  <a:pt x="138" y="147"/>
                  <a:pt x="137" y="148"/>
                  <a:pt x="136" y="148"/>
                </a:cubicBezTo>
                <a:cubicBezTo>
                  <a:pt x="135" y="148"/>
                  <a:pt x="134" y="147"/>
                  <a:pt x="134" y="147"/>
                </a:cubicBezTo>
                <a:cubicBezTo>
                  <a:pt x="125" y="140"/>
                  <a:pt x="125" y="140"/>
                  <a:pt x="125" y="140"/>
                </a:cubicBezTo>
                <a:cubicBezTo>
                  <a:pt x="121" y="143"/>
                  <a:pt x="116" y="145"/>
                  <a:pt x="112" y="146"/>
                </a:cubicBezTo>
                <a:lnTo>
                  <a:pt x="110" y="157"/>
                </a:lnTo>
                <a:close/>
                <a:moveTo>
                  <a:pt x="123" y="134"/>
                </a:moveTo>
                <a:cubicBezTo>
                  <a:pt x="124" y="133"/>
                  <a:pt x="126" y="133"/>
                  <a:pt x="127" y="134"/>
                </a:cubicBezTo>
                <a:cubicBezTo>
                  <a:pt x="135" y="141"/>
                  <a:pt x="135" y="141"/>
                  <a:pt x="135" y="141"/>
                </a:cubicBezTo>
                <a:cubicBezTo>
                  <a:pt x="140" y="136"/>
                  <a:pt x="140" y="136"/>
                  <a:pt x="140" y="136"/>
                </a:cubicBezTo>
                <a:cubicBezTo>
                  <a:pt x="134" y="127"/>
                  <a:pt x="134" y="127"/>
                  <a:pt x="134" y="127"/>
                </a:cubicBezTo>
                <a:cubicBezTo>
                  <a:pt x="133" y="126"/>
                  <a:pt x="133" y="125"/>
                  <a:pt x="134" y="123"/>
                </a:cubicBezTo>
                <a:cubicBezTo>
                  <a:pt x="137" y="119"/>
                  <a:pt x="139" y="114"/>
                  <a:pt x="140" y="108"/>
                </a:cubicBezTo>
                <a:cubicBezTo>
                  <a:pt x="140" y="107"/>
                  <a:pt x="141" y="106"/>
                  <a:pt x="142" y="106"/>
                </a:cubicBezTo>
                <a:cubicBezTo>
                  <a:pt x="153" y="104"/>
                  <a:pt x="153" y="104"/>
                  <a:pt x="153" y="104"/>
                </a:cubicBezTo>
                <a:cubicBezTo>
                  <a:pt x="153" y="97"/>
                  <a:pt x="153" y="97"/>
                  <a:pt x="153" y="97"/>
                </a:cubicBezTo>
                <a:cubicBezTo>
                  <a:pt x="142" y="95"/>
                  <a:pt x="142" y="95"/>
                  <a:pt x="142" y="95"/>
                </a:cubicBezTo>
                <a:cubicBezTo>
                  <a:pt x="141" y="95"/>
                  <a:pt x="140" y="94"/>
                  <a:pt x="140" y="93"/>
                </a:cubicBezTo>
                <a:cubicBezTo>
                  <a:pt x="139" y="88"/>
                  <a:pt x="137" y="82"/>
                  <a:pt x="134" y="78"/>
                </a:cubicBezTo>
                <a:cubicBezTo>
                  <a:pt x="133" y="77"/>
                  <a:pt x="133" y="75"/>
                  <a:pt x="134" y="74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35" y="60"/>
                  <a:pt x="135" y="60"/>
                  <a:pt x="135" y="60"/>
                </a:cubicBezTo>
                <a:cubicBezTo>
                  <a:pt x="127" y="67"/>
                  <a:pt x="127" y="67"/>
                  <a:pt x="127" y="67"/>
                </a:cubicBezTo>
                <a:cubicBezTo>
                  <a:pt x="126" y="68"/>
                  <a:pt x="124" y="68"/>
                  <a:pt x="123" y="67"/>
                </a:cubicBezTo>
                <a:cubicBezTo>
                  <a:pt x="119" y="64"/>
                  <a:pt x="114" y="61"/>
                  <a:pt x="108" y="61"/>
                </a:cubicBezTo>
                <a:cubicBezTo>
                  <a:pt x="107" y="60"/>
                  <a:pt x="106" y="59"/>
                  <a:pt x="106" y="58"/>
                </a:cubicBezTo>
                <a:cubicBezTo>
                  <a:pt x="104" y="47"/>
                  <a:pt x="104" y="47"/>
                  <a:pt x="104" y="47"/>
                </a:cubicBezTo>
                <a:cubicBezTo>
                  <a:pt x="97" y="47"/>
                  <a:pt x="97" y="47"/>
                  <a:pt x="97" y="47"/>
                </a:cubicBezTo>
                <a:cubicBezTo>
                  <a:pt x="96" y="58"/>
                  <a:pt x="96" y="58"/>
                  <a:pt x="96" y="58"/>
                </a:cubicBezTo>
                <a:cubicBezTo>
                  <a:pt x="95" y="59"/>
                  <a:pt x="94" y="60"/>
                  <a:pt x="93" y="61"/>
                </a:cubicBezTo>
                <a:cubicBezTo>
                  <a:pt x="88" y="61"/>
                  <a:pt x="83" y="64"/>
                  <a:pt x="78" y="67"/>
                </a:cubicBezTo>
                <a:cubicBezTo>
                  <a:pt x="77" y="68"/>
                  <a:pt x="75" y="68"/>
                  <a:pt x="74" y="67"/>
                </a:cubicBezTo>
                <a:cubicBezTo>
                  <a:pt x="66" y="60"/>
                  <a:pt x="66" y="60"/>
                  <a:pt x="66" y="60"/>
                </a:cubicBezTo>
                <a:cubicBezTo>
                  <a:pt x="61" y="65"/>
                  <a:pt x="61" y="65"/>
                  <a:pt x="61" y="65"/>
                </a:cubicBezTo>
                <a:cubicBezTo>
                  <a:pt x="67" y="74"/>
                  <a:pt x="67" y="74"/>
                  <a:pt x="67" y="74"/>
                </a:cubicBezTo>
                <a:cubicBezTo>
                  <a:pt x="68" y="75"/>
                  <a:pt x="68" y="77"/>
                  <a:pt x="67" y="78"/>
                </a:cubicBezTo>
                <a:cubicBezTo>
                  <a:pt x="64" y="82"/>
                  <a:pt x="62" y="88"/>
                  <a:pt x="61" y="93"/>
                </a:cubicBezTo>
                <a:cubicBezTo>
                  <a:pt x="61" y="94"/>
                  <a:pt x="60" y="95"/>
                  <a:pt x="59" y="95"/>
                </a:cubicBezTo>
                <a:cubicBezTo>
                  <a:pt x="48" y="97"/>
                  <a:pt x="48" y="97"/>
                  <a:pt x="48" y="97"/>
                </a:cubicBezTo>
                <a:cubicBezTo>
                  <a:pt x="48" y="104"/>
                  <a:pt x="48" y="104"/>
                  <a:pt x="48" y="104"/>
                </a:cubicBezTo>
                <a:cubicBezTo>
                  <a:pt x="59" y="106"/>
                  <a:pt x="59" y="106"/>
                  <a:pt x="59" y="106"/>
                </a:cubicBezTo>
                <a:cubicBezTo>
                  <a:pt x="60" y="106"/>
                  <a:pt x="61" y="107"/>
                  <a:pt x="61" y="108"/>
                </a:cubicBezTo>
                <a:cubicBezTo>
                  <a:pt x="62" y="113"/>
                  <a:pt x="64" y="119"/>
                  <a:pt x="67" y="123"/>
                </a:cubicBezTo>
                <a:cubicBezTo>
                  <a:pt x="68" y="124"/>
                  <a:pt x="68" y="126"/>
                  <a:pt x="67" y="127"/>
                </a:cubicBezTo>
                <a:cubicBezTo>
                  <a:pt x="61" y="135"/>
                  <a:pt x="61" y="135"/>
                  <a:pt x="61" y="135"/>
                </a:cubicBezTo>
                <a:cubicBezTo>
                  <a:pt x="66" y="140"/>
                  <a:pt x="66" y="140"/>
                  <a:pt x="66" y="140"/>
                </a:cubicBezTo>
                <a:cubicBezTo>
                  <a:pt x="75" y="134"/>
                  <a:pt x="75" y="134"/>
                  <a:pt x="75" y="134"/>
                </a:cubicBezTo>
                <a:cubicBezTo>
                  <a:pt x="76" y="133"/>
                  <a:pt x="77" y="133"/>
                  <a:pt x="78" y="134"/>
                </a:cubicBezTo>
                <a:cubicBezTo>
                  <a:pt x="83" y="137"/>
                  <a:pt x="88" y="139"/>
                  <a:pt x="93" y="140"/>
                </a:cubicBezTo>
                <a:cubicBezTo>
                  <a:pt x="94" y="140"/>
                  <a:pt x="95" y="142"/>
                  <a:pt x="96" y="143"/>
                </a:cubicBezTo>
                <a:cubicBezTo>
                  <a:pt x="97" y="154"/>
                  <a:pt x="97" y="154"/>
                  <a:pt x="97" y="154"/>
                </a:cubicBezTo>
                <a:cubicBezTo>
                  <a:pt x="104" y="154"/>
                  <a:pt x="104" y="154"/>
                  <a:pt x="104" y="154"/>
                </a:cubicBezTo>
                <a:cubicBezTo>
                  <a:pt x="106" y="143"/>
                  <a:pt x="106" y="143"/>
                  <a:pt x="106" y="143"/>
                </a:cubicBezTo>
                <a:cubicBezTo>
                  <a:pt x="106" y="141"/>
                  <a:pt x="107" y="140"/>
                  <a:pt x="108" y="140"/>
                </a:cubicBezTo>
                <a:cubicBezTo>
                  <a:pt x="113" y="139"/>
                  <a:pt x="119" y="137"/>
                  <a:pt x="123" y="134"/>
                </a:cubicBezTo>
                <a:close/>
                <a:moveTo>
                  <a:pt x="126" y="101"/>
                </a:moveTo>
                <a:cubicBezTo>
                  <a:pt x="126" y="115"/>
                  <a:pt x="115" y="126"/>
                  <a:pt x="101" y="126"/>
                </a:cubicBezTo>
                <a:cubicBezTo>
                  <a:pt x="87" y="126"/>
                  <a:pt x="76" y="115"/>
                  <a:pt x="76" y="101"/>
                </a:cubicBezTo>
                <a:cubicBezTo>
                  <a:pt x="76" y="87"/>
                  <a:pt x="87" y="75"/>
                  <a:pt x="101" y="75"/>
                </a:cubicBezTo>
                <a:cubicBezTo>
                  <a:pt x="115" y="75"/>
                  <a:pt x="126" y="87"/>
                  <a:pt x="126" y="101"/>
                </a:cubicBezTo>
                <a:close/>
                <a:moveTo>
                  <a:pt x="120" y="101"/>
                </a:moveTo>
                <a:cubicBezTo>
                  <a:pt x="120" y="90"/>
                  <a:pt x="111" y="81"/>
                  <a:pt x="101" y="81"/>
                </a:cubicBezTo>
                <a:cubicBezTo>
                  <a:pt x="90" y="81"/>
                  <a:pt x="82" y="90"/>
                  <a:pt x="82" y="101"/>
                </a:cubicBezTo>
                <a:cubicBezTo>
                  <a:pt x="82" y="111"/>
                  <a:pt x="90" y="120"/>
                  <a:pt x="101" y="120"/>
                </a:cubicBezTo>
                <a:cubicBezTo>
                  <a:pt x="111" y="120"/>
                  <a:pt x="120" y="111"/>
                  <a:pt x="120" y="101"/>
                </a:cubicBezTo>
                <a:close/>
              </a:path>
            </a:pathLst>
          </a:custGeom>
          <a:solidFill>
            <a:srgbClr val="459FE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65">
            <a:extLst>
              <a:ext uri="{FF2B5EF4-FFF2-40B4-BE49-F238E27FC236}">
                <a16:creationId xmlns:a16="http://schemas.microsoft.com/office/drawing/2014/main" id="{DAA6E3EA-EC09-68F0-D17B-70A08A8B221D}"/>
              </a:ext>
            </a:extLst>
          </p:cNvPr>
          <p:cNvSpPr>
            <a:spLocks noEditPoints="1"/>
          </p:cNvSpPr>
          <p:nvPr/>
        </p:nvSpPr>
        <p:spPr bwMode="auto">
          <a:xfrm>
            <a:off x="10085966" y="2970745"/>
            <a:ext cx="251337" cy="329633"/>
          </a:xfrm>
          <a:custGeom>
            <a:avLst/>
            <a:gdLst>
              <a:gd name="T0" fmla="*/ 345 w 1564"/>
              <a:gd name="T1" fmla="*/ 1151 h 2053"/>
              <a:gd name="T2" fmla="*/ 1014 w 1564"/>
              <a:gd name="T3" fmla="*/ 318 h 2053"/>
              <a:gd name="T4" fmla="*/ 1258 w 1564"/>
              <a:gd name="T5" fmla="*/ 504 h 2053"/>
              <a:gd name="T6" fmla="*/ 417 w 1564"/>
              <a:gd name="T7" fmla="*/ 1196 h 2053"/>
              <a:gd name="T8" fmla="*/ 1301 w 1564"/>
              <a:gd name="T9" fmla="*/ 518 h 2053"/>
              <a:gd name="T10" fmla="*/ 1121 w 1564"/>
              <a:gd name="T11" fmla="*/ 346 h 2053"/>
              <a:gd name="T12" fmla="*/ 1194 w 1564"/>
              <a:gd name="T13" fmla="*/ 449 h 2053"/>
              <a:gd name="T14" fmla="*/ 1542 w 1564"/>
              <a:gd name="T15" fmla="*/ 724 h 2053"/>
              <a:gd name="T16" fmla="*/ 1462 w 1564"/>
              <a:gd name="T17" fmla="*/ 437 h 2053"/>
              <a:gd name="T18" fmla="*/ 1279 w 1564"/>
              <a:gd name="T19" fmla="*/ 203 h 2053"/>
              <a:gd name="T20" fmla="*/ 1020 w 1564"/>
              <a:gd name="T21" fmla="*/ 57 h 2053"/>
              <a:gd name="T22" fmla="*/ 725 w 1564"/>
              <a:gd name="T23" fmla="*/ 21 h 2053"/>
              <a:gd name="T24" fmla="*/ 438 w 1564"/>
              <a:gd name="T25" fmla="*/ 101 h 2053"/>
              <a:gd name="T26" fmla="*/ 204 w 1564"/>
              <a:gd name="T27" fmla="*/ 284 h 2053"/>
              <a:gd name="T28" fmla="*/ 58 w 1564"/>
              <a:gd name="T29" fmla="*/ 543 h 2053"/>
              <a:gd name="T30" fmla="*/ 22 w 1564"/>
              <a:gd name="T31" fmla="*/ 839 h 2053"/>
              <a:gd name="T32" fmla="*/ 102 w 1564"/>
              <a:gd name="T33" fmla="*/ 1125 h 2053"/>
              <a:gd name="T34" fmla="*/ 285 w 1564"/>
              <a:gd name="T35" fmla="*/ 1359 h 2053"/>
              <a:gd name="T36" fmla="*/ 127 w 1564"/>
              <a:gd name="T37" fmla="*/ 1912 h 2053"/>
              <a:gd name="T38" fmla="*/ 441 w 1564"/>
              <a:gd name="T39" fmla="*/ 2053 h 2053"/>
              <a:gd name="T40" fmla="*/ 782 w 1564"/>
              <a:gd name="T41" fmla="*/ 1558 h 2053"/>
              <a:gd name="T42" fmla="*/ 1125 w 1564"/>
              <a:gd name="T43" fmla="*/ 2053 h 2053"/>
              <a:gd name="T44" fmla="*/ 1438 w 1564"/>
              <a:gd name="T45" fmla="*/ 1912 h 2053"/>
              <a:gd name="T46" fmla="*/ 1279 w 1564"/>
              <a:gd name="T47" fmla="*/ 1359 h 2053"/>
              <a:gd name="T48" fmla="*/ 1462 w 1564"/>
              <a:gd name="T49" fmla="*/ 1125 h 2053"/>
              <a:gd name="T50" fmla="*/ 1542 w 1564"/>
              <a:gd name="T51" fmla="*/ 839 h 2053"/>
              <a:gd name="T52" fmla="*/ 176 w 1564"/>
              <a:gd name="T53" fmla="*/ 1841 h 2053"/>
              <a:gd name="T54" fmla="*/ 453 w 1564"/>
              <a:gd name="T55" fmla="*/ 1479 h 2053"/>
              <a:gd name="T56" fmla="*/ 405 w 1564"/>
              <a:gd name="T57" fmla="*/ 1745 h 2053"/>
              <a:gd name="T58" fmla="*/ 639 w 1564"/>
              <a:gd name="T59" fmla="*/ 1493 h 2053"/>
              <a:gd name="T60" fmla="*/ 1216 w 1564"/>
              <a:gd name="T61" fmla="*/ 1838 h 2053"/>
              <a:gd name="T62" fmla="*/ 1020 w 1564"/>
              <a:gd name="T63" fmla="*/ 1506 h 2053"/>
              <a:gd name="T64" fmla="*/ 1203 w 1564"/>
              <a:gd name="T65" fmla="*/ 1761 h 2053"/>
              <a:gd name="T66" fmla="*/ 1174 w 1564"/>
              <a:gd name="T67" fmla="*/ 1396 h 2053"/>
              <a:gd name="T68" fmla="*/ 1445 w 1564"/>
              <a:gd name="T69" fmla="*/ 875 h 2053"/>
              <a:gd name="T70" fmla="*/ 1359 w 1564"/>
              <a:gd name="T71" fmla="*/ 1121 h 2053"/>
              <a:gd name="T72" fmla="*/ 1185 w 1564"/>
              <a:gd name="T73" fmla="*/ 1316 h 2053"/>
              <a:gd name="T74" fmla="*/ 950 w 1564"/>
              <a:gd name="T75" fmla="*/ 1429 h 2053"/>
              <a:gd name="T76" fmla="*/ 689 w 1564"/>
              <a:gd name="T77" fmla="*/ 1444 h 2053"/>
              <a:gd name="T78" fmla="*/ 490 w 1564"/>
              <a:gd name="T79" fmla="*/ 1424 h 2053"/>
              <a:gd name="T80" fmla="*/ 267 w 1564"/>
              <a:gd name="T81" fmla="*/ 1263 h 2053"/>
              <a:gd name="T82" fmla="*/ 121 w 1564"/>
              <a:gd name="T83" fmla="*/ 1029 h 2053"/>
              <a:gd name="T84" fmla="*/ 77 w 1564"/>
              <a:gd name="T85" fmla="*/ 758 h 2053"/>
              <a:gd name="T86" fmla="*/ 140 w 1564"/>
              <a:gd name="T87" fmla="*/ 490 h 2053"/>
              <a:gd name="T88" fmla="*/ 300 w 1564"/>
              <a:gd name="T89" fmla="*/ 266 h 2053"/>
              <a:gd name="T90" fmla="*/ 534 w 1564"/>
              <a:gd name="T91" fmla="*/ 121 h 2053"/>
              <a:gd name="T92" fmla="*/ 806 w 1564"/>
              <a:gd name="T93" fmla="*/ 76 h 2053"/>
              <a:gd name="T94" fmla="*/ 1074 w 1564"/>
              <a:gd name="T95" fmla="*/ 139 h 2053"/>
              <a:gd name="T96" fmla="*/ 1297 w 1564"/>
              <a:gd name="T97" fmla="*/ 300 h 2053"/>
              <a:gd name="T98" fmla="*/ 1443 w 1564"/>
              <a:gd name="T99" fmla="*/ 533 h 2053"/>
              <a:gd name="T100" fmla="*/ 1487 w 1564"/>
              <a:gd name="T101" fmla="*/ 805 h 2053"/>
              <a:gd name="T102" fmla="*/ 835 w 1564"/>
              <a:gd name="T103" fmla="*/ 440 h 2053"/>
              <a:gd name="T104" fmla="*/ 453 w 1564"/>
              <a:gd name="T105" fmla="*/ 641 h 2053"/>
              <a:gd name="T106" fmla="*/ 526 w 1564"/>
              <a:gd name="T107" fmla="*/ 1066 h 2053"/>
              <a:gd name="T108" fmla="*/ 782 w 1564"/>
              <a:gd name="T109" fmla="*/ 1033 h 2053"/>
              <a:gd name="T110" fmla="*/ 1000 w 1564"/>
              <a:gd name="T111" fmla="*/ 875 h 2053"/>
              <a:gd name="T112" fmla="*/ 933 w 1564"/>
              <a:gd name="T113" fmla="*/ 869 h 2053"/>
              <a:gd name="T114" fmla="*/ 766 w 1564"/>
              <a:gd name="T115" fmla="*/ 968 h 2053"/>
              <a:gd name="T116" fmla="*/ 474 w 1564"/>
              <a:gd name="T117" fmla="*/ 704 h 2053"/>
              <a:gd name="T118" fmla="*/ 866 w 1564"/>
              <a:gd name="T119" fmla="*/ 662 h 20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64" h="2053">
                <a:moveTo>
                  <a:pt x="1043" y="260"/>
                </a:moveTo>
                <a:cubicBezTo>
                  <a:pt x="818" y="146"/>
                  <a:pt x="547" y="190"/>
                  <a:pt x="368" y="368"/>
                </a:cubicBezTo>
                <a:cubicBezTo>
                  <a:pt x="161" y="576"/>
                  <a:pt x="140" y="907"/>
                  <a:pt x="320" y="1138"/>
                </a:cubicBezTo>
                <a:cubicBezTo>
                  <a:pt x="326" y="1147"/>
                  <a:pt x="336" y="1151"/>
                  <a:pt x="345" y="1151"/>
                </a:cubicBezTo>
                <a:cubicBezTo>
                  <a:pt x="352" y="1151"/>
                  <a:pt x="359" y="1149"/>
                  <a:pt x="365" y="1144"/>
                </a:cubicBezTo>
                <a:cubicBezTo>
                  <a:pt x="379" y="1133"/>
                  <a:pt x="382" y="1113"/>
                  <a:pt x="371" y="1099"/>
                </a:cubicBezTo>
                <a:cubicBezTo>
                  <a:pt x="211" y="893"/>
                  <a:pt x="229" y="599"/>
                  <a:pt x="414" y="414"/>
                </a:cubicBezTo>
                <a:cubicBezTo>
                  <a:pt x="573" y="255"/>
                  <a:pt x="814" y="217"/>
                  <a:pt x="1014" y="318"/>
                </a:cubicBezTo>
                <a:cubicBezTo>
                  <a:pt x="1030" y="326"/>
                  <a:pt x="1050" y="319"/>
                  <a:pt x="1058" y="304"/>
                </a:cubicBezTo>
                <a:cubicBezTo>
                  <a:pt x="1066" y="288"/>
                  <a:pt x="1059" y="268"/>
                  <a:pt x="1043" y="260"/>
                </a:cubicBezTo>
                <a:close/>
                <a:moveTo>
                  <a:pt x="1301" y="518"/>
                </a:moveTo>
                <a:cubicBezTo>
                  <a:pt x="1293" y="502"/>
                  <a:pt x="1274" y="496"/>
                  <a:pt x="1258" y="504"/>
                </a:cubicBezTo>
                <a:cubicBezTo>
                  <a:pt x="1242" y="512"/>
                  <a:pt x="1235" y="531"/>
                  <a:pt x="1244" y="547"/>
                </a:cubicBezTo>
                <a:cubicBezTo>
                  <a:pt x="1345" y="747"/>
                  <a:pt x="1306" y="989"/>
                  <a:pt x="1147" y="1147"/>
                </a:cubicBezTo>
                <a:cubicBezTo>
                  <a:pt x="963" y="1332"/>
                  <a:pt x="668" y="1351"/>
                  <a:pt x="463" y="1190"/>
                </a:cubicBezTo>
                <a:cubicBezTo>
                  <a:pt x="448" y="1180"/>
                  <a:pt x="428" y="1182"/>
                  <a:pt x="417" y="1196"/>
                </a:cubicBezTo>
                <a:cubicBezTo>
                  <a:pt x="406" y="1210"/>
                  <a:pt x="409" y="1230"/>
                  <a:pt x="423" y="1241"/>
                </a:cubicBezTo>
                <a:cubicBezTo>
                  <a:pt x="528" y="1323"/>
                  <a:pt x="654" y="1364"/>
                  <a:pt x="780" y="1364"/>
                </a:cubicBezTo>
                <a:cubicBezTo>
                  <a:pt x="930" y="1364"/>
                  <a:pt x="1080" y="1306"/>
                  <a:pt x="1193" y="1193"/>
                </a:cubicBezTo>
                <a:cubicBezTo>
                  <a:pt x="1371" y="1015"/>
                  <a:pt x="1415" y="743"/>
                  <a:pt x="1301" y="518"/>
                </a:cubicBezTo>
                <a:close/>
                <a:moveTo>
                  <a:pt x="1218" y="395"/>
                </a:moveTo>
                <a:cubicBezTo>
                  <a:pt x="1210" y="386"/>
                  <a:pt x="1201" y="377"/>
                  <a:pt x="1193" y="368"/>
                </a:cubicBezTo>
                <a:cubicBezTo>
                  <a:pt x="1184" y="360"/>
                  <a:pt x="1175" y="352"/>
                  <a:pt x="1166" y="344"/>
                </a:cubicBezTo>
                <a:cubicBezTo>
                  <a:pt x="1153" y="332"/>
                  <a:pt x="1132" y="333"/>
                  <a:pt x="1121" y="346"/>
                </a:cubicBezTo>
                <a:cubicBezTo>
                  <a:pt x="1109" y="360"/>
                  <a:pt x="1110" y="380"/>
                  <a:pt x="1123" y="392"/>
                </a:cubicBezTo>
                <a:cubicBezTo>
                  <a:pt x="1132" y="399"/>
                  <a:pt x="1140" y="406"/>
                  <a:pt x="1147" y="414"/>
                </a:cubicBezTo>
                <a:cubicBezTo>
                  <a:pt x="1155" y="422"/>
                  <a:pt x="1162" y="430"/>
                  <a:pt x="1169" y="438"/>
                </a:cubicBezTo>
                <a:cubicBezTo>
                  <a:pt x="1176" y="445"/>
                  <a:pt x="1185" y="449"/>
                  <a:pt x="1194" y="449"/>
                </a:cubicBezTo>
                <a:cubicBezTo>
                  <a:pt x="1201" y="449"/>
                  <a:pt x="1209" y="446"/>
                  <a:pt x="1215" y="441"/>
                </a:cubicBezTo>
                <a:cubicBezTo>
                  <a:pt x="1228" y="429"/>
                  <a:pt x="1230" y="408"/>
                  <a:pt x="1218" y="395"/>
                </a:cubicBezTo>
                <a:close/>
                <a:moveTo>
                  <a:pt x="1542" y="839"/>
                </a:moveTo>
                <a:cubicBezTo>
                  <a:pt x="1564" y="803"/>
                  <a:pt x="1564" y="759"/>
                  <a:pt x="1542" y="724"/>
                </a:cubicBezTo>
                <a:cubicBezTo>
                  <a:pt x="1500" y="655"/>
                  <a:pt x="1500" y="655"/>
                  <a:pt x="1500" y="655"/>
                </a:cubicBezTo>
                <a:cubicBezTo>
                  <a:pt x="1494" y="645"/>
                  <a:pt x="1492" y="634"/>
                  <a:pt x="1494" y="624"/>
                </a:cubicBezTo>
                <a:cubicBezTo>
                  <a:pt x="1506" y="543"/>
                  <a:pt x="1506" y="543"/>
                  <a:pt x="1506" y="543"/>
                </a:cubicBezTo>
                <a:cubicBezTo>
                  <a:pt x="1513" y="502"/>
                  <a:pt x="1496" y="462"/>
                  <a:pt x="1462" y="437"/>
                </a:cubicBezTo>
                <a:cubicBezTo>
                  <a:pt x="1397" y="390"/>
                  <a:pt x="1397" y="390"/>
                  <a:pt x="1397" y="390"/>
                </a:cubicBezTo>
                <a:cubicBezTo>
                  <a:pt x="1388" y="383"/>
                  <a:pt x="1382" y="374"/>
                  <a:pt x="1379" y="364"/>
                </a:cubicBezTo>
                <a:cubicBezTo>
                  <a:pt x="1360" y="284"/>
                  <a:pt x="1360" y="284"/>
                  <a:pt x="1360" y="284"/>
                </a:cubicBezTo>
                <a:cubicBezTo>
                  <a:pt x="1350" y="244"/>
                  <a:pt x="1319" y="213"/>
                  <a:pt x="1279" y="203"/>
                </a:cubicBezTo>
                <a:cubicBezTo>
                  <a:pt x="1200" y="184"/>
                  <a:pt x="1200" y="184"/>
                  <a:pt x="1200" y="184"/>
                </a:cubicBezTo>
                <a:cubicBezTo>
                  <a:pt x="1189" y="182"/>
                  <a:pt x="1180" y="176"/>
                  <a:pt x="1174" y="167"/>
                </a:cubicBezTo>
                <a:cubicBezTo>
                  <a:pt x="1126" y="101"/>
                  <a:pt x="1126" y="101"/>
                  <a:pt x="1126" y="101"/>
                </a:cubicBezTo>
                <a:cubicBezTo>
                  <a:pt x="1102" y="67"/>
                  <a:pt x="1061" y="51"/>
                  <a:pt x="1020" y="57"/>
                </a:cubicBezTo>
                <a:cubicBezTo>
                  <a:pt x="940" y="70"/>
                  <a:pt x="940" y="70"/>
                  <a:pt x="940" y="70"/>
                </a:cubicBezTo>
                <a:cubicBezTo>
                  <a:pt x="929" y="71"/>
                  <a:pt x="918" y="69"/>
                  <a:pt x="909" y="64"/>
                </a:cubicBezTo>
                <a:cubicBezTo>
                  <a:pt x="839" y="21"/>
                  <a:pt x="839" y="21"/>
                  <a:pt x="839" y="21"/>
                </a:cubicBezTo>
                <a:cubicBezTo>
                  <a:pt x="804" y="0"/>
                  <a:pt x="760" y="0"/>
                  <a:pt x="725" y="21"/>
                </a:cubicBezTo>
                <a:cubicBezTo>
                  <a:pt x="655" y="64"/>
                  <a:pt x="655" y="64"/>
                  <a:pt x="655" y="64"/>
                </a:cubicBezTo>
                <a:cubicBezTo>
                  <a:pt x="646" y="69"/>
                  <a:pt x="635" y="71"/>
                  <a:pt x="624" y="70"/>
                </a:cubicBezTo>
                <a:cubicBezTo>
                  <a:pt x="544" y="57"/>
                  <a:pt x="544" y="57"/>
                  <a:pt x="544" y="57"/>
                </a:cubicBezTo>
                <a:cubicBezTo>
                  <a:pt x="503" y="51"/>
                  <a:pt x="462" y="67"/>
                  <a:pt x="438" y="101"/>
                </a:cubicBezTo>
                <a:cubicBezTo>
                  <a:pt x="390" y="167"/>
                  <a:pt x="390" y="167"/>
                  <a:pt x="390" y="167"/>
                </a:cubicBezTo>
                <a:cubicBezTo>
                  <a:pt x="384" y="175"/>
                  <a:pt x="375" y="182"/>
                  <a:pt x="364" y="184"/>
                </a:cubicBezTo>
                <a:cubicBezTo>
                  <a:pt x="285" y="203"/>
                  <a:pt x="285" y="203"/>
                  <a:pt x="285" y="203"/>
                </a:cubicBezTo>
                <a:cubicBezTo>
                  <a:pt x="245" y="213"/>
                  <a:pt x="214" y="244"/>
                  <a:pt x="204" y="284"/>
                </a:cubicBezTo>
                <a:cubicBezTo>
                  <a:pt x="185" y="364"/>
                  <a:pt x="185" y="364"/>
                  <a:pt x="185" y="364"/>
                </a:cubicBezTo>
                <a:cubicBezTo>
                  <a:pt x="182" y="374"/>
                  <a:pt x="176" y="383"/>
                  <a:pt x="167" y="390"/>
                </a:cubicBezTo>
                <a:cubicBezTo>
                  <a:pt x="102" y="437"/>
                  <a:pt x="102" y="437"/>
                  <a:pt x="102" y="437"/>
                </a:cubicBezTo>
                <a:cubicBezTo>
                  <a:pt x="68" y="462"/>
                  <a:pt x="51" y="502"/>
                  <a:pt x="58" y="543"/>
                </a:cubicBezTo>
                <a:cubicBezTo>
                  <a:pt x="70" y="624"/>
                  <a:pt x="70" y="624"/>
                  <a:pt x="70" y="624"/>
                </a:cubicBezTo>
                <a:cubicBezTo>
                  <a:pt x="72" y="634"/>
                  <a:pt x="70" y="645"/>
                  <a:pt x="64" y="655"/>
                </a:cubicBezTo>
                <a:cubicBezTo>
                  <a:pt x="22" y="724"/>
                  <a:pt x="22" y="724"/>
                  <a:pt x="22" y="724"/>
                </a:cubicBezTo>
                <a:cubicBezTo>
                  <a:pt x="0" y="759"/>
                  <a:pt x="0" y="803"/>
                  <a:pt x="22" y="839"/>
                </a:cubicBezTo>
                <a:cubicBezTo>
                  <a:pt x="64" y="908"/>
                  <a:pt x="64" y="908"/>
                  <a:pt x="64" y="908"/>
                </a:cubicBezTo>
                <a:cubicBezTo>
                  <a:pt x="70" y="917"/>
                  <a:pt x="72" y="928"/>
                  <a:pt x="70" y="939"/>
                </a:cubicBezTo>
                <a:cubicBezTo>
                  <a:pt x="58" y="1019"/>
                  <a:pt x="58" y="1019"/>
                  <a:pt x="58" y="1019"/>
                </a:cubicBezTo>
                <a:cubicBezTo>
                  <a:pt x="51" y="1060"/>
                  <a:pt x="68" y="1101"/>
                  <a:pt x="102" y="1125"/>
                </a:cubicBezTo>
                <a:cubicBezTo>
                  <a:pt x="167" y="1173"/>
                  <a:pt x="167" y="1173"/>
                  <a:pt x="167" y="1173"/>
                </a:cubicBezTo>
                <a:cubicBezTo>
                  <a:pt x="176" y="1180"/>
                  <a:pt x="182" y="1189"/>
                  <a:pt x="185" y="1199"/>
                </a:cubicBezTo>
                <a:cubicBezTo>
                  <a:pt x="204" y="1278"/>
                  <a:pt x="204" y="1278"/>
                  <a:pt x="204" y="1278"/>
                </a:cubicBezTo>
                <a:cubicBezTo>
                  <a:pt x="214" y="1319"/>
                  <a:pt x="245" y="1350"/>
                  <a:pt x="285" y="1359"/>
                </a:cubicBezTo>
                <a:cubicBezTo>
                  <a:pt x="318" y="1367"/>
                  <a:pt x="318" y="1367"/>
                  <a:pt x="318" y="1367"/>
                </a:cubicBezTo>
                <a:cubicBezTo>
                  <a:pt x="94" y="1867"/>
                  <a:pt x="94" y="1867"/>
                  <a:pt x="94" y="1867"/>
                </a:cubicBezTo>
                <a:cubicBezTo>
                  <a:pt x="89" y="1877"/>
                  <a:pt x="91" y="1890"/>
                  <a:pt x="98" y="1899"/>
                </a:cubicBezTo>
                <a:cubicBezTo>
                  <a:pt x="105" y="1908"/>
                  <a:pt x="116" y="1913"/>
                  <a:pt x="127" y="1912"/>
                </a:cubicBezTo>
                <a:cubicBezTo>
                  <a:pt x="308" y="1890"/>
                  <a:pt x="308" y="1890"/>
                  <a:pt x="308" y="1890"/>
                </a:cubicBezTo>
                <a:cubicBezTo>
                  <a:pt x="411" y="2039"/>
                  <a:pt x="411" y="2039"/>
                  <a:pt x="411" y="2039"/>
                </a:cubicBezTo>
                <a:cubicBezTo>
                  <a:pt x="417" y="2048"/>
                  <a:pt x="427" y="2053"/>
                  <a:pt x="438" y="2053"/>
                </a:cubicBezTo>
                <a:cubicBezTo>
                  <a:pt x="439" y="2053"/>
                  <a:pt x="440" y="2053"/>
                  <a:pt x="441" y="2053"/>
                </a:cubicBezTo>
                <a:cubicBezTo>
                  <a:pt x="452" y="2052"/>
                  <a:pt x="462" y="2045"/>
                  <a:pt x="467" y="2034"/>
                </a:cubicBezTo>
                <a:cubicBezTo>
                  <a:pt x="696" y="1524"/>
                  <a:pt x="696" y="1524"/>
                  <a:pt x="696" y="1524"/>
                </a:cubicBezTo>
                <a:cubicBezTo>
                  <a:pt x="725" y="1542"/>
                  <a:pt x="725" y="1542"/>
                  <a:pt x="725" y="1542"/>
                </a:cubicBezTo>
                <a:cubicBezTo>
                  <a:pt x="742" y="1552"/>
                  <a:pt x="762" y="1558"/>
                  <a:pt x="782" y="1558"/>
                </a:cubicBezTo>
                <a:cubicBezTo>
                  <a:pt x="802" y="1558"/>
                  <a:pt x="822" y="1552"/>
                  <a:pt x="839" y="1542"/>
                </a:cubicBezTo>
                <a:cubicBezTo>
                  <a:pt x="869" y="1523"/>
                  <a:pt x="869" y="1523"/>
                  <a:pt x="869" y="1523"/>
                </a:cubicBezTo>
                <a:cubicBezTo>
                  <a:pt x="1098" y="2034"/>
                  <a:pt x="1098" y="2034"/>
                  <a:pt x="1098" y="2034"/>
                </a:cubicBezTo>
                <a:cubicBezTo>
                  <a:pt x="1103" y="2045"/>
                  <a:pt x="1113" y="2052"/>
                  <a:pt x="1125" y="2053"/>
                </a:cubicBezTo>
                <a:cubicBezTo>
                  <a:pt x="1126" y="2053"/>
                  <a:pt x="1127" y="2053"/>
                  <a:pt x="1128" y="2053"/>
                </a:cubicBezTo>
                <a:cubicBezTo>
                  <a:pt x="1138" y="2053"/>
                  <a:pt x="1148" y="2048"/>
                  <a:pt x="1154" y="2039"/>
                </a:cubicBezTo>
                <a:cubicBezTo>
                  <a:pt x="1258" y="1890"/>
                  <a:pt x="1258" y="1890"/>
                  <a:pt x="1258" y="1890"/>
                </a:cubicBezTo>
                <a:cubicBezTo>
                  <a:pt x="1438" y="1912"/>
                  <a:pt x="1438" y="1912"/>
                  <a:pt x="1438" y="1912"/>
                </a:cubicBezTo>
                <a:cubicBezTo>
                  <a:pt x="1449" y="1913"/>
                  <a:pt x="1461" y="1908"/>
                  <a:pt x="1468" y="1899"/>
                </a:cubicBezTo>
                <a:cubicBezTo>
                  <a:pt x="1475" y="1890"/>
                  <a:pt x="1476" y="1877"/>
                  <a:pt x="1471" y="1867"/>
                </a:cubicBezTo>
                <a:cubicBezTo>
                  <a:pt x="1247" y="1367"/>
                  <a:pt x="1247" y="1367"/>
                  <a:pt x="1247" y="1367"/>
                </a:cubicBezTo>
                <a:cubicBezTo>
                  <a:pt x="1279" y="1359"/>
                  <a:pt x="1279" y="1359"/>
                  <a:pt x="1279" y="1359"/>
                </a:cubicBezTo>
                <a:cubicBezTo>
                  <a:pt x="1319" y="1350"/>
                  <a:pt x="1350" y="1319"/>
                  <a:pt x="1360" y="1278"/>
                </a:cubicBezTo>
                <a:cubicBezTo>
                  <a:pt x="1379" y="1199"/>
                  <a:pt x="1379" y="1199"/>
                  <a:pt x="1379" y="1199"/>
                </a:cubicBezTo>
                <a:cubicBezTo>
                  <a:pt x="1382" y="1189"/>
                  <a:pt x="1388" y="1180"/>
                  <a:pt x="1397" y="1173"/>
                </a:cubicBezTo>
                <a:cubicBezTo>
                  <a:pt x="1462" y="1125"/>
                  <a:pt x="1462" y="1125"/>
                  <a:pt x="1462" y="1125"/>
                </a:cubicBezTo>
                <a:cubicBezTo>
                  <a:pt x="1496" y="1101"/>
                  <a:pt x="1513" y="1060"/>
                  <a:pt x="1506" y="1019"/>
                </a:cubicBezTo>
                <a:cubicBezTo>
                  <a:pt x="1494" y="939"/>
                  <a:pt x="1494" y="939"/>
                  <a:pt x="1494" y="939"/>
                </a:cubicBezTo>
                <a:cubicBezTo>
                  <a:pt x="1492" y="928"/>
                  <a:pt x="1494" y="917"/>
                  <a:pt x="1500" y="908"/>
                </a:cubicBezTo>
                <a:lnTo>
                  <a:pt x="1542" y="839"/>
                </a:lnTo>
                <a:close/>
                <a:moveTo>
                  <a:pt x="432" y="1956"/>
                </a:moveTo>
                <a:cubicBezTo>
                  <a:pt x="349" y="1838"/>
                  <a:pt x="349" y="1838"/>
                  <a:pt x="349" y="1838"/>
                </a:cubicBezTo>
                <a:cubicBezTo>
                  <a:pt x="343" y="1828"/>
                  <a:pt x="331" y="1823"/>
                  <a:pt x="319" y="1824"/>
                </a:cubicBezTo>
                <a:cubicBezTo>
                  <a:pt x="176" y="1841"/>
                  <a:pt x="176" y="1841"/>
                  <a:pt x="176" y="1841"/>
                </a:cubicBezTo>
                <a:cubicBezTo>
                  <a:pt x="380" y="1386"/>
                  <a:pt x="380" y="1386"/>
                  <a:pt x="380" y="1386"/>
                </a:cubicBezTo>
                <a:cubicBezTo>
                  <a:pt x="384" y="1389"/>
                  <a:pt x="387" y="1392"/>
                  <a:pt x="390" y="1396"/>
                </a:cubicBezTo>
                <a:cubicBezTo>
                  <a:pt x="438" y="1462"/>
                  <a:pt x="438" y="1462"/>
                  <a:pt x="438" y="1462"/>
                </a:cubicBezTo>
                <a:cubicBezTo>
                  <a:pt x="443" y="1468"/>
                  <a:pt x="448" y="1474"/>
                  <a:pt x="453" y="1479"/>
                </a:cubicBezTo>
                <a:cubicBezTo>
                  <a:pt x="346" y="1718"/>
                  <a:pt x="346" y="1718"/>
                  <a:pt x="346" y="1718"/>
                </a:cubicBezTo>
                <a:cubicBezTo>
                  <a:pt x="339" y="1735"/>
                  <a:pt x="346" y="1754"/>
                  <a:pt x="362" y="1761"/>
                </a:cubicBezTo>
                <a:cubicBezTo>
                  <a:pt x="366" y="1763"/>
                  <a:pt x="371" y="1764"/>
                  <a:pt x="375" y="1764"/>
                </a:cubicBezTo>
                <a:cubicBezTo>
                  <a:pt x="388" y="1764"/>
                  <a:pt x="399" y="1757"/>
                  <a:pt x="405" y="1745"/>
                </a:cubicBezTo>
                <a:cubicBezTo>
                  <a:pt x="512" y="1506"/>
                  <a:pt x="512" y="1506"/>
                  <a:pt x="512" y="1506"/>
                </a:cubicBezTo>
                <a:cubicBezTo>
                  <a:pt x="522" y="1508"/>
                  <a:pt x="533" y="1507"/>
                  <a:pt x="544" y="1506"/>
                </a:cubicBezTo>
                <a:cubicBezTo>
                  <a:pt x="624" y="1493"/>
                  <a:pt x="624" y="1493"/>
                  <a:pt x="624" y="1493"/>
                </a:cubicBezTo>
                <a:cubicBezTo>
                  <a:pt x="629" y="1492"/>
                  <a:pt x="634" y="1492"/>
                  <a:pt x="639" y="1493"/>
                </a:cubicBezTo>
                <a:lnTo>
                  <a:pt x="432" y="1956"/>
                </a:lnTo>
                <a:close/>
                <a:moveTo>
                  <a:pt x="1389" y="1841"/>
                </a:moveTo>
                <a:cubicBezTo>
                  <a:pt x="1246" y="1824"/>
                  <a:pt x="1246" y="1824"/>
                  <a:pt x="1246" y="1824"/>
                </a:cubicBezTo>
                <a:cubicBezTo>
                  <a:pt x="1234" y="1823"/>
                  <a:pt x="1223" y="1828"/>
                  <a:pt x="1216" y="1838"/>
                </a:cubicBezTo>
                <a:cubicBezTo>
                  <a:pt x="1134" y="1956"/>
                  <a:pt x="1134" y="1956"/>
                  <a:pt x="1134" y="1956"/>
                </a:cubicBezTo>
                <a:cubicBezTo>
                  <a:pt x="926" y="1493"/>
                  <a:pt x="926" y="1493"/>
                  <a:pt x="926" y="1493"/>
                </a:cubicBezTo>
                <a:cubicBezTo>
                  <a:pt x="931" y="1492"/>
                  <a:pt x="935" y="1492"/>
                  <a:pt x="940" y="1493"/>
                </a:cubicBezTo>
                <a:cubicBezTo>
                  <a:pt x="1020" y="1506"/>
                  <a:pt x="1020" y="1506"/>
                  <a:pt x="1020" y="1506"/>
                </a:cubicBezTo>
                <a:cubicBezTo>
                  <a:pt x="1031" y="1508"/>
                  <a:pt x="1043" y="1508"/>
                  <a:pt x="1053" y="1506"/>
                </a:cubicBezTo>
                <a:cubicBezTo>
                  <a:pt x="1161" y="1745"/>
                  <a:pt x="1161" y="1745"/>
                  <a:pt x="1161" y="1745"/>
                </a:cubicBezTo>
                <a:cubicBezTo>
                  <a:pt x="1166" y="1757"/>
                  <a:pt x="1178" y="1764"/>
                  <a:pt x="1190" y="1764"/>
                </a:cubicBezTo>
                <a:cubicBezTo>
                  <a:pt x="1194" y="1764"/>
                  <a:pt x="1199" y="1763"/>
                  <a:pt x="1203" y="1761"/>
                </a:cubicBezTo>
                <a:cubicBezTo>
                  <a:pt x="1219" y="1754"/>
                  <a:pt x="1227" y="1735"/>
                  <a:pt x="1219" y="1718"/>
                </a:cubicBezTo>
                <a:cubicBezTo>
                  <a:pt x="1112" y="1478"/>
                  <a:pt x="1112" y="1478"/>
                  <a:pt x="1112" y="1478"/>
                </a:cubicBezTo>
                <a:cubicBezTo>
                  <a:pt x="1117" y="1473"/>
                  <a:pt x="1122" y="1468"/>
                  <a:pt x="1126" y="1462"/>
                </a:cubicBezTo>
                <a:cubicBezTo>
                  <a:pt x="1174" y="1396"/>
                  <a:pt x="1174" y="1396"/>
                  <a:pt x="1174" y="1396"/>
                </a:cubicBezTo>
                <a:cubicBezTo>
                  <a:pt x="1177" y="1392"/>
                  <a:pt x="1181" y="1388"/>
                  <a:pt x="1185" y="1385"/>
                </a:cubicBezTo>
                <a:lnTo>
                  <a:pt x="1389" y="1841"/>
                </a:lnTo>
                <a:close/>
                <a:moveTo>
                  <a:pt x="1487" y="805"/>
                </a:moveTo>
                <a:cubicBezTo>
                  <a:pt x="1445" y="875"/>
                  <a:pt x="1445" y="875"/>
                  <a:pt x="1445" y="875"/>
                </a:cubicBezTo>
                <a:cubicBezTo>
                  <a:pt x="1431" y="897"/>
                  <a:pt x="1426" y="923"/>
                  <a:pt x="1430" y="949"/>
                </a:cubicBezTo>
                <a:cubicBezTo>
                  <a:pt x="1443" y="1029"/>
                  <a:pt x="1443" y="1029"/>
                  <a:pt x="1443" y="1029"/>
                </a:cubicBezTo>
                <a:cubicBezTo>
                  <a:pt x="1445" y="1046"/>
                  <a:pt x="1438" y="1063"/>
                  <a:pt x="1424" y="1073"/>
                </a:cubicBezTo>
                <a:cubicBezTo>
                  <a:pt x="1359" y="1121"/>
                  <a:pt x="1359" y="1121"/>
                  <a:pt x="1359" y="1121"/>
                </a:cubicBezTo>
                <a:cubicBezTo>
                  <a:pt x="1338" y="1136"/>
                  <a:pt x="1323" y="1159"/>
                  <a:pt x="1316" y="1184"/>
                </a:cubicBezTo>
                <a:cubicBezTo>
                  <a:pt x="1297" y="1263"/>
                  <a:pt x="1297" y="1263"/>
                  <a:pt x="1297" y="1263"/>
                </a:cubicBezTo>
                <a:cubicBezTo>
                  <a:pt x="1293" y="1280"/>
                  <a:pt x="1280" y="1293"/>
                  <a:pt x="1264" y="1297"/>
                </a:cubicBezTo>
                <a:cubicBezTo>
                  <a:pt x="1185" y="1316"/>
                  <a:pt x="1185" y="1316"/>
                  <a:pt x="1185" y="1316"/>
                </a:cubicBezTo>
                <a:cubicBezTo>
                  <a:pt x="1159" y="1322"/>
                  <a:pt x="1137" y="1337"/>
                  <a:pt x="1122" y="1358"/>
                </a:cubicBezTo>
                <a:cubicBezTo>
                  <a:pt x="1074" y="1424"/>
                  <a:pt x="1074" y="1424"/>
                  <a:pt x="1074" y="1424"/>
                </a:cubicBezTo>
                <a:cubicBezTo>
                  <a:pt x="1064" y="1438"/>
                  <a:pt x="1047" y="1445"/>
                  <a:pt x="1030" y="1442"/>
                </a:cubicBezTo>
                <a:cubicBezTo>
                  <a:pt x="950" y="1429"/>
                  <a:pt x="950" y="1429"/>
                  <a:pt x="950" y="1429"/>
                </a:cubicBezTo>
                <a:cubicBezTo>
                  <a:pt x="924" y="1425"/>
                  <a:pt x="897" y="1431"/>
                  <a:pt x="875" y="1444"/>
                </a:cubicBezTo>
                <a:cubicBezTo>
                  <a:pt x="806" y="1487"/>
                  <a:pt x="806" y="1487"/>
                  <a:pt x="806" y="1487"/>
                </a:cubicBezTo>
                <a:cubicBezTo>
                  <a:pt x="791" y="1495"/>
                  <a:pt x="773" y="1495"/>
                  <a:pt x="758" y="1487"/>
                </a:cubicBezTo>
                <a:cubicBezTo>
                  <a:pt x="689" y="1444"/>
                  <a:pt x="689" y="1444"/>
                  <a:pt x="689" y="1444"/>
                </a:cubicBezTo>
                <a:cubicBezTo>
                  <a:pt x="671" y="1434"/>
                  <a:pt x="652" y="1428"/>
                  <a:pt x="631" y="1428"/>
                </a:cubicBezTo>
                <a:cubicBezTo>
                  <a:pt x="626" y="1428"/>
                  <a:pt x="620" y="1428"/>
                  <a:pt x="614" y="1429"/>
                </a:cubicBezTo>
                <a:cubicBezTo>
                  <a:pt x="534" y="1442"/>
                  <a:pt x="534" y="1442"/>
                  <a:pt x="534" y="1442"/>
                </a:cubicBezTo>
                <a:cubicBezTo>
                  <a:pt x="517" y="1445"/>
                  <a:pt x="500" y="1438"/>
                  <a:pt x="490" y="1424"/>
                </a:cubicBezTo>
                <a:cubicBezTo>
                  <a:pt x="442" y="1358"/>
                  <a:pt x="442" y="1358"/>
                  <a:pt x="442" y="1358"/>
                </a:cubicBezTo>
                <a:cubicBezTo>
                  <a:pt x="427" y="1337"/>
                  <a:pt x="405" y="1322"/>
                  <a:pt x="379" y="1316"/>
                </a:cubicBezTo>
                <a:cubicBezTo>
                  <a:pt x="300" y="1297"/>
                  <a:pt x="300" y="1297"/>
                  <a:pt x="300" y="1297"/>
                </a:cubicBezTo>
                <a:cubicBezTo>
                  <a:pt x="283" y="1293"/>
                  <a:pt x="271" y="1280"/>
                  <a:pt x="267" y="1263"/>
                </a:cubicBezTo>
                <a:cubicBezTo>
                  <a:pt x="248" y="1184"/>
                  <a:pt x="248" y="1184"/>
                  <a:pt x="248" y="1184"/>
                </a:cubicBezTo>
                <a:cubicBezTo>
                  <a:pt x="241" y="1159"/>
                  <a:pt x="226" y="1136"/>
                  <a:pt x="205" y="1121"/>
                </a:cubicBezTo>
                <a:cubicBezTo>
                  <a:pt x="140" y="1073"/>
                  <a:pt x="140" y="1073"/>
                  <a:pt x="140" y="1073"/>
                </a:cubicBezTo>
                <a:cubicBezTo>
                  <a:pt x="126" y="1063"/>
                  <a:pt x="119" y="1046"/>
                  <a:pt x="121" y="1029"/>
                </a:cubicBezTo>
                <a:cubicBezTo>
                  <a:pt x="134" y="949"/>
                  <a:pt x="134" y="949"/>
                  <a:pt x="134" y="949"/>
                </a:cubicBezTo>
                <a:cubicBezTo>
                  <a:pt x="138" y="923"/>
                  <a:pt x="133" y="897"/>
                  <a:pt x="119" y="875"/>
                </a:cubicBezTo>
                <a:cubicBezTo>
                  <a:pt x="77" y="805"/>
                  <a:pt x="77" y="805"/>
                  <a:pt x="77" y="805"/>
                </a:cubicBezTo>
                <a:cubicBezTo>
                  <a:pt x="68" y="790"/>
                  <a:pt x="68" y="772"/>
                  <a:pt x="77" y="758"/>
                </a:cubicBezTo>
                <a:cubicBezTo>
                  <a:pt x="119" y="688"/>
                  <a:pt x="119" y="688"/>
                  <a:pt x="119" y="688"/>
                </a:cubicBezTo>
                <a:cubicBezTo>
                  <a:pt x="133" y="666"/>
                  <a:pt x="138" y="640"/>
                  <a:pt x="134" y="614"/>
                </a:cubicBezTo>
                <a:cubicBezTo>
                  <a:pt x="121" y="533"/>
                  <a:pt x="121" y="533"/>
                  <a:pt x="121" y="533"/>
                </a:cubicBezTo>
                <a:cubicBezTo>
                  <a:pt x="119" y="516"/>
                  <a:pt x="126" y="500"/>
                  <a:pt x="140" y="490"/>
                </a:cubicBezTo>
                <a:cubicBezTo>
                  <a:pt x="205" y="442"/>
                  <a:pt x="205" y="442"/>
                  <a:pt x="205" y="442"/>
                </a:cubicBezTo>
                <a:cubicBezTo>
                  <a:pt x="226" y="426"/>
                  <a:pt x="241" y="404"/>
                  <a:pt x="248" y="379"/>
                </a:cubicBezTo>
                <a:cubicBezTo>
                  <a:pt x="267" y="300"/>
                  <a:pt x="267" y="300"/>
                  <a:pt x="267" y="300"/>
                </a:cubicBezTo>
                <a:cubicBezTo>
                  <a:pt x="271" y="283"/>
                  <a:pt x="284" y="270"/>
                  <a:pt x="300" y="266"/>
                </a:cubicBezTo>
                <a:cubicBezTo>
                  <a:pt x="379" y="247"/>
                  <a:pt x="379" y="247"/>
                  <a:pt x="379" y="247"/>
                </a:cubicBezTo>
                <a:cubicBezTo>
                  <a:pt x="405" y="241"/>
                  <a:pt x="427" y="226"/>
                  <a:pt x="442" y="205"/>
                </a:cubicBezTo>
                <a:cubicBezTo>
                  <a:pt x="490" y="139"/>
                  <a:pt x="490" y="139"/>
                  <a:pt x="490" y="139"/>
                </a:cubicBezTo>
                <a:cubicBezTo>
                  <a:pt x="500" y="125"/>
                  <a:pt x="517" y="118"/>
                  <a:pt x="534" y="121"/>
                </a:cubicBezTo>
                <a:cubicBezTo>
                  <a:pt x="614" y="133"/>
                  <a:pt x="614" y="133"/>
                  <a:pt x="614" y="133"/>
                </a:cubicBezTo>
                <a:cubicBezTo>
                  <a:pt x="640" y="138"/>
                  <a:pt x="667" y="132"/>
                  <a:pt x="689" y="119"/>
                </a:cubicBezTo>
                <a:cubicBezTo>
                  <a:pt x="758" y="76"/>
                  <a:pt x="758" y="76"/>
                  <a:pt x="758" y="76"/>
                </a:cubicBezTo>
                <a:cubicBezTo>
                  <a:pt x="773" y="67"/>
                  <a:pt x="791" y="67"/>
                  <a:pt x="806" y="76"/>
                </a:cubicBezTo>
                <a:cubicBezTo>
                  <a:pt x="875" y="119"/>
                  <a:pt x="875" y="119"/>
                  <a:pt x="875" y="119"/>
                </a:cubicBezTo>
                <a:cubicBezTo>
                  <a:pt x="897" y="132"/>
                  <a:pt x="924" y="138"/>
                  <a:pt x="950" y="133"/>
                </a:cubicBezTo>
                <a:cubicBezTo>
                  <a:pt x="1030" y="121"/>
                  <a:pt x="1030" y="121"/>
                  <a:pt x="1030" y="121"/>
                </a:cubicBezTo>
                <a:cubicBezTo>
                  <a:pt x="1047" y="118"/>
                  <a:pt x="1064" y="125"/>
                  <a:pt x="1074" y="139"/>
                </a:cubicBezTo>
                <a:cubicBezTo>
                  <a:pt x="1122" y="205"/>
                  <a:pt x="1122" y="205"/>
                  <a:pt x="1122" y="205"/>
                </a:cubicBezTo>
                <a:cubicBezTo>
                  <a:pt x="1137" y="226"/>
                  <a:pt x="1159" y="241"/>
                  <a:pt x="1185" y="247"/>
                </a:cubicBezTo>
                <a:cubicBezTo>
                  <a:pt x="1264" y="266"/>
                  <a:pt x="1264" y="266"/>
                  <a:pt x="1264" y="266"/>
                </a:cubicBezTo>
                <a:cubicBezTo>
                  <a:pt x="1280" y="270"/>
                  <a:pt x="1293" y="283"/>
                  <a:pt x="1297" y="300"/>
                </a:cubicBezTo>
                <a:cubicBezTo>
                  <a:pt x="1316" y="379"/>
                  <a:pt x="1316" y="379"/>
                  <a:pt x="1316" y="379"/>
                </a:cubicBezTo>
                <a:cubicBezTo>
                  <a:pt x="1323" y="404"/>
                  <a:pt x="1338" y="426"/>
                  <a:pt x="1359" y="442"/>
                </a:cubicBezTo>
                <a:cubicBezTo>
                  <a:pt x="1424" y="490"/>
                  <a:pt x="1424" y="490"/>
                  <a:pt x="1424" y="490"/>
                </a:cubicBezTo>
                <a:cubicBezTo>
                  <a:pt x="1438" y="500"/>
                  <a:pt x="1445" y="516"/>
                  <a:pt x="1443" y="533"/>
                </a:cubicBezTo>
                <a:cubicBezTo>
                  <a:pt x="1430" y="614"/>
                  <a:pt x="1430" y="614"/>
                  <a:pt x="1430" y="614"/>
                </a:cubicBezTo>
                <a:cubicBezTo>
                  <a:pt x="1426" y="640"/>
                  <a:pt x="1431" y="666"/>
                  <a:pt x="1445" y="688"/>
                </a:cubicBezTo>
                <a:cubicBezTo>
                  <a:pt x="1487" y="758"/>
                  <a:pt x="1487" y="758"/>
                  <a:pt x="1487" y="758"/>
                </a:cubicBezTo>
                <a:cubicBezTo>
                  <a:pt x="1496" y="772"/>
                  <a:pt x="1496" y="790"/>
                  <a:pt x="1487" y="805"/>
                </a:cubicBezTo>
                <a:close/>
                <a:moveTo>
                  <a:pt x="1160" y="681"/>
                </a:moveTo>
                <a:cubicBezTo>
                  <a:pt x="1153" y="659"/>
                  <a:pt x="1134" y="644"/>
                  <a:pt x="1111" y="641"/>
                </a:cubicBezTo>
                <a:cubicBezTo>
                  <a:pt x="917" y="618"/>
                  <a:pt x="917" y="618"/>
                  <a:pt x="917" y="618"/>
                </a:cubicBezTo>
                <a:cubicBezTo>
                  <a:pt x="835" y="440"/>
                  <a:pt x="835" y="440"/>
                  <a:pt x="835" y="440"/>
                </a:cubicBezTo>
                <a:cubicBezTo>
                  <a:pt x="825" y="420"/>
                  <a:pt x="805" y="407"/>
                  <a:pt x="782" y="407"/>
                </a:cubicBezTo>
                <a:cubicBezTo>
                  <a:pt x="759" y="407"/>
                  <a:pt x="739" y="420"/>
                  <a:pt x="729" y="440"/>
                </a:cubicBezTo>
                <a:cubicBezTo>
                  <a:pt x="647" y="618"/>
                  <a:pt x="647" y="618"/>
                  <a:pt x="647" y="618"/>
                </a:cubicBezTo>
                <a:cubicBezTo>
                  <a:pt x="453" y="641"/>
                  <a:pt x="453" y="641"/>
                  <a:pt x="453" y="641"/>
                </a:cubicBezTo>
                <a:cubicBezTo>
                  <a:pt x="430" y="644"/>
                  <a:pt x="411" y="659"/>
                  <a:pt x="404" y="681"/>
                </a:cubicBezTo>
                <a:cubicBezTo>
                  <a:pt x="397" y="703"/>
                  <a:pt x="403" y="726"/>
                  <a:pt x="420" y="742"/>
                </a:cubicBezTo>
                <a:cubicBezTo>
                  <a:pt x="564" y="875"/>
                  <a:pt x="564" y="875"/>
                  <a:pt x="564" y="875"/>
                </a:cubicBezTo>
                <a:cubicBezTo>
                  <a:pt x="526" y="1066"/>
                  <a:pt x="526" y="1066"/>
                  <a:pt x="526" y="1066"/>
                </a:cubicBezTo>
                <a:cubicBezTo>
                  <a:pt x="521" y="1089"/>
                  <a:pt x="530" y="1111"/>
                  <a:pt x="549" y="1125"/>
                </a:cubicBezTo>
                <a:cubicBezTo>
                  <a:pt x="559" y="1132"/>
                  <a:pt x="571" y="1136"/>
                  <a:pt x="583" y="1136"/>
                </a:cubicBezTo>
                <a:cubicBezTo>
                  <a:pt x="593" y="1136"/>
                  <a:pt x="602" y="1134"/>
                  <a:pt x="611" y="1129"/>
                </a:cubicBezTo>
                <a:cubicBezTo>
                  <a:pt x="782" y="1033"/>
                  <a:pt x="782" y="1033"/>
                  <a:pt x="782" y="1033"/>
                </a:cubicBezTo>
                <a:cubicBezTo>
                  <a:pt x="953" y="1129"/>
                  <a:pt x="953" y="1129"/>
                  <a:pt x="953" y="1129"/>
                </a:cubicBezTo>
                <a:cubicBezTo>
                  <a:pt x="973" y="1140"/>
                  <a:pt x="997" y="1138"/>
                  <a:pt x="1015" y="1125"/>
                </a:cubicBezTo>
                <a:cubicBezTo>
                  <a:pt x="1034" y="1111"/>
                  <a:pt x="1043" y="1089"/>
                  <a:pt x="1038" y="1066"/>
                </a:cubicBezTo>
                <a:cubicBezTo>
                  <a:pt x="1000" y="875"/>
                  <a:pt x="1000" y="875"/>
                  <a:pt x="1000" y="875"/>
                </a:cubicBezTo>
                <a:cubicBezTo>
                  <a:pt x="1144" y="742"/>
                  <a:pt x="1144" y="742"/>
                  <a:pt x="1144" y="742"/>
                </a:cubicBezTo>
                <a:cubicBezTo>
                  <a:pt x="1161" y="726"/>
                  <a:pt x="1167" y="703"/>
                  <a:pt x="1160" y="681"/>
                </a:cubicBezTo>
                <a:close/>
                <a:moveTo>
                  <a:pt x="943" y="839"/>
                </a:moveTo>
                <a:cubicBezTo>
                  <a:pt x="935" y="847"/>
                  <a:pt x="931" y="858"/>
                  <a:pt x="933" y="869"/>
                </a:cubicBezTo>
                <a:cubicBezTo>
                  <a:pt x="972" y="1066"/>
                  <a:pt x="972" y="1066"/>
                  <a:pt x="972" y="1066"/>
                </a:cubicBezTo>
                <a:cubicBezTo>
                  <a:pt x="798" y="968"/>
                  <a:pt x="798" y="968"/>
                  <a:pt x="798" y="968"/>
                </a:cubicBezTo>
                <a:cubicBezTo>
                  <a:pt x="793" y="965"/>
                  <a:pt x="787" y="964"/>
                  <a:pt x="782" y="964"/>
                </a:cubicBezTo>
                <a:cubicBezTo>
                  <a:pt x="777" y="964"/>
                  <a:pt x="771" y="965"/>
                  <a:pt x="766" y="968"/>
                </a:cubicBezTo>
                <a:cubicBezTo>
                  <a:pt x="592" y="1066"/>
                  <a:pt x="592" y="1066"/>
                  <a:pt x="592" y="1066"/>
                </a:cubicBezTo>
                <a:cubicBezTo>
                  <a:pt x="631" y="869"/>
                  <a:pt x="631" y="869"/>
                  <a:pt x="631" y="869"/>
                </a:cubicBezTo>
                <a:cubicBezTo>
                  <a:pt x="633" y="858"/>
                  <a:pt x="629" y="847"/>
                  <a:pt x="621" y="839"/>
                </a:cubicBezTo>
                <a:cubicBezTo>
                  <a:pt x="474" y="704"/>
                  <a:pt x="474" y="704"/>
                  <a:pt x="474" y="704"/>
                </a:cubicBezTo>
                <a:cubicBezTo>
                  <a:pt x="673" y="680"/>
                  <a:pt x="673" y="680"/>
                  <a:pt x="673" y="680"/>
                </a:cubicBezTo>
                <a:cubicBezTo>
                  <a:pt x="684" y="679"/>
                  <a:pt x="693" y="672"/>
                  <a:pt x="698" y="662"/>
                </a:cubicBezTo>
                <a:cubicBezTo>
                  <a:pt x="782" y="480"/>
                  <a:pt x="782" y="480"/>
                  <a:pt x="782" y="480"/>
                </a:cubicBezTo>
                <a:cubicBezTo>
                  <a:pt x="866" y="662"/>
                  <a:pt x="866" y="662"/>
                  <a:pt x="866" y="662"/>
                </a:cubicBezTo>
                <a:cubicBezTo>
                  <a:pt x="871" y="672"/>
                  <a:pt x="880" y="679"/>
                  <a:pt x="891" y="680"/>
                </a:cubicBezTo>
                <a:cubicBezTo>
                  <a:pt x="1090" y="704"/>
                  <a:pt x="1090" y="704"/>
                  <a:pt x="1090" y="704"/>
                </a:cubicBezTo>
                <a:lnTo>
                  <a:pt x="943" y="839"/>
                </a:lnTo>
                <a:close/>
              </a:path>
            </a:pathLst>
          </a:custGeom>
          <a:solidFill>
            <a:srgbClr val="459FE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E18FE7-8482-3DAF-BD5E-3796DE4E5823}"/>
              </a:ext>
            </a:extLst>
          </p:cNvPr>
          <p:cNvSpPr/>
          <p:nvPr/>
        </p:nvSpPr>
        <p:spPr bwMode="auto">
          <a:xfrm>
            <a:off x="3685055" y="1781183"/>
            <a:ext cx="188548" cy="188548"/>
          </a:xfrm>
          <a:prstGeom prst="ellipse">
            <a:avLst/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r>
              <a:rPr lang="en-US" sz="1000" b="1" i="1">
                <a:solidFill>
                  <a:srgbClr val="49566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1A75B6C-7EBE-7E05-650C-7C802A12913B}"/>
              </a:ext>
            </a:extLst>
          </p:cNvPr>
          <p:cNvSpPr/>
          <p:nvPr/>
        </p:nvSpPr>
        <p:spPr bwMode="auto">
          <a:xfrm>
            <a:off x="3685055" y="2567178"/>
            <a:ext cx="188548" cy="188548"/>
          </a:xfrm>
          <a:prstGeom prst="ellipse">
            <a:avLst/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r>
              <a:rPr lang="en-US" sz="1000" b="1" i="1">
                <a:solidFill>
                  <a:srgbClr val="49566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CC8EDF9-4647-EE24-2410-49FCD4099319}"/>
              </a:ext>
            </a:extLst>
          </p:cNvPr>
          <p:cNvSpPr/>
          <p:nvPr/>
        </p:nvSpPr>
        <p:spPr bwMode="auto">
          <a:xfrm>
            <a:off x="3685055" y="3308028"/>
            <a:ext cx="188548" cy="188548"/>
          </a:xfrm>
          <a:prstGeom prst="ellipse">
            <a:avLst/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r>
              <a:rPr lang="en-US" sz="1000" b="1" i="1">
                <a:solidFill>
                  <a:srgbClr val="49566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FFBB59-C9BF-174F-F8FF-D66020DE296B}"/>
              </a:ext>
            </a:extLst>
          </p:cNvPr>
          <p:cNvSpPr txBox="1"/>
          <p:nvPr/>
        </p:nvSpPr>
        <p:spPr>
          <a:xfrm>
            <a:off x="4280723" y="1976026"/>
            <a:ext cx="1236236" cy="2616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GB" sz="105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Nrepr Ehenderi</a:t>
            </a:r>
          </a:p>
        </p:txBody>
      </p:sp>
      <p:sp>
        <p:nvSpPr>
          <p:cNvPr id="40" name="Freeform 197">
            <a:extLst>
              <a:ext uri="{FF2B5EF4-FFF2-40B4-BE49-F238E27FC236}">
                <a16:creationId xmlns:a16="http://schemas.microsoft.com/office/drawing/2014/main" id="{025E7AC1-7BEA-FA52-6855-C9E731B9800E}"/>
              </a:ext>
            </a:extLst>
          </p:cNvPr>
          <p:cNvSpPr>
            <a:spLocks noEditPoints="1"/>
          </p:cNvSpPr>
          <p:nvPr/>
        </p:nvSpPr>
        <p:spPr bwMode="auto">
          <a:xfrm>
            <a:off x="3890179" y="1949169"/>
            <a:ext cx="313615" cy="315324"/>
          </a:xfrm>
          <a:custGeom>
            <a:avLst/>
            <a:gdLst>
              <a:gd name="T0" fmla="*/ 23 w 212"/>
              <a:gd name="T1" fmla="*/ 94 h 213"/>
              <a:gd name="T2" fmla="*/ 163 w 212"/>
              <a:gd name="T3" fmla="*/ 94 h 213"/>
              <a:gd name="T4" fmla="*/ 93 w 212"/>
              <a:gd name="T5" fmla="*/ 31 h 213"/>
              <a:gd name="T6" fmla="*/ 136 w 212"/>
              <a:gd name="T7" fmla="*/ 66 h 213"/>
              <a:gd name="T8" fmla="*/ 116 w 212"/>
              <a:gd name="T9" fmla="*/ 77 h 213"/>
              <a:gd name="T10" fmla="*/ 96 w 212"/>
              <a:gd name="T11" fmla="*/ 106 h 213"/>
              <a:gd name="T12" fmla="*/ 68 w 212"/>
              <a:gd name="T13" fmla="*/ 91 h 213"/>
              <a:gd name="T14" fmla="*/ 56 w 212"/>
              <a:gd name="T15" fmla="*/ 71 h 213"/>
              <a:gd name="T16" fmla="*/ 31 w 212"/>
              <a:gd name="T17" fmla="*/ 81 h 213"/>
              <a:gd name="T18" fmla="*/ 123 w 212"/>
              <a:gd name="T19" fmla="*/ 77 h 213"/>
              <a:gd name="T20" fmla="*/ 136 w 212"/>
              <a:gd name="T21" fmla="*/ 77 h 213"/>
              <a:gd name="T22" fmla="*/ 123 w 212"/>
              <a:gd name="T23" fmla="*/ 77 h 213"/>
              <a:gd name="T24" fmla="*/ 96 w 212"/>
              <a:gd name="T25" fmla="*/ 117 h 213"/>
              <a:gd name="T26" fmla="*/ 83 w 212"/>
              <a:gd name="T27" fmla="*/ 117 h 213"/>
              <a:gd name="T28" fmla="*/ 56 w 212"/>
              <a:gd name="T29" fmla="*/ 91 h 213"/>
              <a:gd name="T30" fmla="*/ 56 w 212"/>
              <a:gd name="T31" fmla="*/ 77 h 213"/>
              <a:gd name="T32" fmla="*/ 56 w 212"/>
              <a:gd name="T33" fmla="*/ 91 h 213"/>
              <a:gd name="T34" fmla="*/ 30 w 212"/>
              <a:gd name="T35" fmla="*/ 94 h 213"/>
              <a:gd name="T36" fmla="*/ 43 w 212"/>
              <a:gd name="T37" fmla="*/ 87 h 213"/>
              <a:gd name="T38" fmla="*/ 63 w 212"/>
              <a:gd name="T39" fmla="*/ 96 h 213"/>
              <a:gd name="T40" fmla="*/ 76 w 212"/>
              <a:gd name="T41" fmla="*/ 117 h 213"/>
              <a:gd name="T42" fmla="*/ 103 w 212"/>
              <a:gd name="T43" fmla="*/ 117 h 213"/>
              <a:gd name="T44" fmla="*/ 123 w 212"/>
              <a:gd name="T45" fmla="*/ 89 h 213"/>
              <a:gd name="T46" fmla="*/ 143 w 212"/>
              <a:gd name="T47" fmla="*/ 77 h 213"/>
              <a:gd name="T48" fmla="*/ 148 w 212"/>
              <a:gd name="T49" fmla="*/ 63 h 213"/>
              <a:gd name="T50" fmla="*/ 93 w 212"/>
              <a:gd name="T51" fmla="*/ 157 h 213"/>
              <a:gd name="T52" fmla="*/ 163 w 212"/>
              <a:gd name="T53" fmla="*/ 31 h 213"/>
              <a:gd name="T54" fmla="*/ 159 w 212"/>
              <a:gd name="T55" fmla="*/ 43 h 213"/>
              <a:gd name="T56" fmla="*/ 23 w 212"/>
              <a:gd name="T57" fmla="*/ 139 h 213"/>
              <a:gd name="T58" fmla="*/ 148 w 212"/>
              <a:gd name="T59" fmla="*/ 174 h 213"/>
              <a:gd name="T60" fmla="*/ 179 w 212"/>
              <a:gd name="T61" fmla="*/ 205 h 213"/>
              <a:gd name="T62" fmla="*/ 205 w 212"/>
              <a:gd name="T63" fmla="*/ 181 h 213"/>
              <a:gd name="T64" fmla="*/ 173 w 212"/>
              <a:gd name="T65" fmla="*/ 149 h 213"/>
              <a:gd name="T66" fmla="*/ 163 w 212"/>
              <a:gd name="T67" fmla="*/ 49 h 213"/>
              <a:gd name="T68" fmla="*/ 176 w 212"/>
              <a:gd name="T69" fmla="*/ 44 h 213"/>
              <a:gd name="T70" fmla="*/ 206 w 212"/>
              <a:gd name="T71" fmla="*/ 34 h 213"/>
              <a:gd name="T72" fmla="*/ 210 w 212"/>
              <a:gd name="T73" fmla="*/ 31 h 213"/>
              <a:gd name="T74" fmla="*/ 189 w 212"/>
              <a:gd name="T75" fmla="*/ 27 h 213"/>
              <a:gd name="T76" fmla="*/ 200 w 212"/>
              <a:gd name="T77" fmla="*/ 186 h 213"/>
              <a:gd name="T78" fmla="*/ 185 w 212"/>
              <a:gd name="T79" fmla="*/ 201 h 213"/>
              <a:gd name="T80" fmla="*/ 158 w 212"/>
              <a:gd name="T81" fmla="*/ 174 h 213"/>
              <a:gd name="T82" fmla="*/ 200 w 212"/>
              <a:gd name="T83" fmla="*/ 186 h 213"/>
              <a:gd name="T84" fmla="*/ 168 w 212"/>
              <a:gd name="T85" fmla="*/ 154 h 213"/>
              <a:gd name="T86" fmla="*/ 144 w 212"/>
              <a:gd name="T87" fmla="*/ 160 h 213"/>
              <a:gd name="T88" fmla="*/ 147 w 212"/>
              <a:gd name="T89" fmla="*/ 158 h 213"/>
              <a:gd name="T90" fmla="*/ 150 w 212"/>
              <a:gd name="T91" fmla="*/ 155 h 213"/>
              <a:gd name="T92" fmla="*/ 155 w 212"/>
              <a:gd name="T93" fmla="*/ 150 h 213"/>
              <a:gd name="T94" fmla="*/ 158 w 212"/>
              <a:gd name="T95" fmla="*/ 146 h 213"/>
              <a:gd name="T96" fmla="*/ 155 w 212"/>
              <a:gd name="T97" fmla="*/ 139 h 213"/>
              <a:gd name="T98" fmla="*/ 151 w 212"/>
              <a:gd name="T99" fmla="*/ 144 h 213"/>
              <a:gd name="T100" fmla="*/ 146 w 212"/>
              <a:gd name="T101" fmla="*/ 149 h 213"/>
              <a:gd name="T102" fmla="*/ 142 w 212"/>
              <a:gd name="T103" fmla="*/ 153 h 213"/>
              <a:gd name="T104" fmla="*/ 30 w 212"/>
              <a:gd name="T105" fmla="*/ 139 h 213"/>
              <a:gd name="T106" fmla="*/ 155 w 212"/>
              <a:gd name="T107" fmla="*/ 49 h 213"/>
              <a:gd name="T108" fmla="*/ 176 w 212"/>
              <a:gd name="T109" fmla="*/ 37 h 213"/>
              <a:gd name="T110" fmla="*/ 176 w 212"/>
              <a:gd name="T111" fmla="*/ 24 h 213"/>
              <a:gd name="T112" fmla="*/ 176 w 212"/>
              <a:gd name="T113" fmla="*/ 37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12" h="213">
                <a:moveTo>
                  <a:pt x="93" y="24"/>
                </a:moveTo>
                <a:cubicBezTo>
                  <a:pt x="54" y="24"/>
                  <a:pt x="23" y="55"/>
                  <a:pt x="23" y="94"/>
                </a:cubicBezTo>
                <a:cubicBezTo>
                  <a:pt x="23" y="133"/>
                  <a:pt x="54" y="164"/>
                  <a:pt x="93" y="164"/>
                </a:cubicBezTo>
                <a:cubicBezTo>
                  <a:pt x="132" y="164"/>
                  <a:pt x="163" y="133"/>
                  <a:pt x="163" y="94"/>
                </a:cubicBezTo>
                <a:cubicBezTo>
                  <a:pt x="163" y="55"/>
                  <a:pt x="132" y="24"/>
                  <a:pt x="93" y="24"/>
                </a:cubicBezTo>
                <a:close/>
                <a:moveTo>
                  <a:pt x="93" y="31"/>
                </a:moveTo>
                <a:cubicBezTo>
                  <a:pt x="114" y="31"/>
                  <a:pt x="133" y="41"/>
                  <a:pt x="145" y="58"/>
                </a:cubicBezTo>
                <a:cubicBezTo>
                  <a:pt x="136" y="66"/>
                  <a:pt x="136" y="66"/>
                  <a:pt x="136" y="66"/>
                </a:cubicBezTo>
                <a:cubicBezTo>
                  <a:pt x="134" y="65"/>
                  <a:pt x="132" y="64"/>
                  <a:pt x="130" y="64"/>
                </a:cubicBezTo>
                <a:cubicBezTo>
                  <a:pt x="122" y="64"/>
                  <a:pt x="116" y="70"/>
                  <a:pt x="116" y="77"/>
                </a:cubicBezTo>
                <a:cubicBezTo>
                  <a:pt x="116" y="80"/>
                  <a:pt x="117" y="82"/>
                  <a:pt x="118" y="84"/>
                </a:cubicBezTo>
                <a:cubicBezTo>
                  <a:pt x="96" y="106"/>
                  <a:pt x="96" y="106"/>
                  <a:pt x="96" y="106"/>
                </a:cubicBezTo>
                <a:cubicBezTo>
                  <a:pt x="92" y="103"/>
                  <a:pt x="87" y="103"/>
                  <a:pt x="83" y="106"/>
                </a:cubicBezTo>
                <a:cubicBezTo>
                  <a:pt x="68" y="91"/>
                  <a:pt x="68" y="91"/>
                  <a:pt x="68" y="91"/>
                </a:cubicBezTo>
                <a:cubicBezTo>
                  <a:pt x="69" y="89"/>
                  <a:pt x="70" y="86"/>
                  <a:pt x="70" y="84"/>
                </a:cubicBezTo>
                <a:cubicBezTo>
                  <a:pt x="70" y="77"/>
                  <a:pt x="64" y="71"/>
                  <a:pt x="56" y="71"/>
                </a:cubicBezTo>
                <a:cubicBezTo>
                  <a:pt x="50" y="71"/>
                  <a:pt x="45" y="75"/>
                  <a:pt x="43" y="81"/>
                </a:cubicBezTo>
                <a:cubicBezTo>
                  <a:pt x="31" y="81"/>
                  <a:pt x="31" y="81"/>
                  <a:pt x="31" y="81"/>
                </a:cubicBezTo>
                <a:cubicBezTo>
                  <a:pt x="37" y="52"/>
                  <a:pt x="63" y="31"/>
                  <a:pt x="93" y="31"/>
                </a:cubicBezTo>
                <a:close/>
                <a:moveTo>
                  <a:pt x="123" y="77"/>
                </a:moveTo>
                <a:cubicBezTo>
                  <a:pt x="123" y="74"/>
                  <a:pt x="126" y="71"/>
                  <a:pt x="130" y="71"/>
                </a:cubicBezTo>
                <a:cubicBezTo>
                  <a:pt x="133" y="71"/>
                  <a:pt x="136" y="74"/>
                  <a:pt x="136" y="77"/>
                </a:cubicBezTo>
                <a:cubicBezTo>
                  <a:pt x="136" y="81"/>
                  <a:pt x="133" y="84"/>
                  <a:pt x="130" y="84"/>
                </a:cubicBezTo>
                <a:cubicBezTo>
                  <a:pt x="126" y="84"/>
                  <a:pt x="123" y="81"/>
                  <a:pt x="123" y="77"/>
                </a:cubicBezTo>
                <a:close/>
                <a:moveTo>
                  <a:pt x="90" y="111"/>
                </a:moveTo>
                <a:cubicBezTo>
                  <a:pt x="93" y="111"/>
                  <a:pt x="96" y="114"/>
                  <a:pt x="96" y="117"/>
                </a:cubicBezTo>
                <a:cubicBezTo>
                  <a:pt x="96" y="121"/>
                  <a:pt x="93" y="124"/>
                  <a:pt x="90" y="124"/>
                </a:cubicBezTo>
                <a:cubicBezTo>
                  <a:pt x="86" y="124"/>
                  <a:pt x="83" y="121"/>
                  <a:pt x="83" y="117"/>
                </a:cubicBezTo>
                <a:cubicBezTo>
                  <a:pt x="83" y="114"/>
                  <a:pt x="86" y="111"/>
                  <a:pt x="90" y="111"/>
                </a:cubicBezTo>
                <a:close/>
                <a:moveTo>
                  <a:pt x="56" y="91"/>
                </a:moveTo>
                <a:cubicBezTo>
                  <a:pt x="53" y="91"/>
                  <a:pt x="50" y="88"/>
                  <a:pt x="50" y="84"/>
                </a:cubicBezTo>
                <a:cubicBezTo>
                  <a:pt x="50" y="80"/>
                  <a:pt x="53" y="77"/>
                  <a:pt x="56" y="77"/>
                </a:cubicBezTo>
                <a:cubicBezTo>
                  <a:pt x="60" y="77"/>
                  <a:pt x="63" y="80"/>
                  <a:pt x="63" y="84"/>
                </a:cubicBezTo>
                <a:cubicBezTo>
                  <a:pt x="63" y="88"/>
                  <a:pt x="60" y="91"/>
                  <a:pt x="56" y="91"/>
                </a:cubicBezTo>
                <a:close/>
                <a:moveTo>
                  <a:pt x="93" y="157"/>
                </a:moveTo>
                <a:cubicBezTo>
                  <a:pt x="58" y="157"/>
                  <a:pt x="30" y="129"/>
                  <a:pt x="30" y="94"/>
                </a:cubicBezTo>
                <a:cubicBezTo>
                  <a:pt x="30" y="92"/>
                  <a:pt x="30" y="90"/>
                  <a:pt x="30" y="87"/>
                </a:cubicBezTo>
                <a:cubicBezTo>
                  <a:pt x="43" y="87"/>
                  <a:pt x="43" y="87"/>
                  <a:pt x="43" y="87"/>
                </a:cubicBezTo>
                <a:cubicBezTo>
                  <a:pt x="45" y="93"/>
                  <a:pt x="50" y="97"/>
                  <a:pt x="56" y="97"/>
                </a:cubicBezTo>
                <a:cubicBezTo>
                  <a:pt x="59" y="97"/>
                  <a:pt x="61" y="97"/>
                  <a:pt x="63" y="96"/>
                </a:cubicBezTo>
                <a:cubicBezTo>
                  <a:pt x="78" y="111"/>
                  <a:pt x="78" y="111"/>
                  <a:pt x="78" y="111"/>
                </a:cubicBezTo>
                <a:cubicBezTo>
                  <a:pt x="77" y="113"/>
                  <a:pt x="76" y="115"/>
                  <a:pt x="76" y="117"/>
                </a:cubicBezTo>
                <a:cubicBezTo>
                  <a:pt x="76" y="125"/>
                  <a:pt x="82" y="131"/>
                  <a:pt x="90" y="131"/>
                </a:cubicBezTo>
                <a:cubicBezTo>
                  <a:pt x="97" y="131"/>
                  <a:pt x="103" y="125"/>
                  <a:pt x="103" y="117"/>
                </a:cubicBezTo>
                <a:cubicBezTo>
                  <a:pt x="103" y="115"/>
                  <a:pt x="102" y="113"/>
                  <a:pt x="101" y="111"/>
                </a:cubicBezTo>
                <a:cubicBezTo>
                  <a:pt x="123" y="89"/>
                  <a:pt x="123" y="89"/>
                  <a:pt x="123" y="89"/>
                </a:cubicBezTo>
                <a:cubicBezTo>
                  <a:pt x="125" y="90"/>
                  <a:pt x="127" y="91"/>
                  <a:pt x="130" y="91"/>
                </a:cubicBezTo>
                <a:cubicBezTo>
                  <a:pt x="137" y="91"/>
                  <a:pt x="143" y="85"/>
                  <a:pt x="143" y="77"/>
                </a:cubicBezTo>
                <a:cubicBezTo>
                  <a:pt x="143" y="75"/>
                  <a:pt x="142" y="73"/>
                  <a:pt x="141" y="71"/>
                </a:cubicBezTo>
                <a:cubicBezTo>
                  <a:pt x="148" y="63"/>
                  <a:pt x="148" y="63"/>
                  <a:pt x="148" y="63"/>
                </a:cubicBezTo>
                <a:cubicBezTo>
                  <a:pt x="165" y="94"/>
                  <a:pt x="154" y="132"/>
                  <a:pt x="124" y="149"/>
                </a:cubicBezTo>
                <a:cubicBezTo>
                  <a:pt x="114" y="155"/>
                  <a:pt x="104" y="157"/>
                  <a:pt x="93" y="157"/>
                </a:cubicBezTo>
                <a:close/>
                <a:moveTo>
                  <a:pt x="176" y="17"/>
                </a:moveTo>
                <a:cubicBezTo>
                  <a:pt x="169" y="17"/>
                  <a:pt x="163" y="23"/>
                  <a:pt x="163" y="31"/>
                </a:cubicBezTo>
                <a:cubicBezTo>
                  <a:pt x="163" y="33"/>
                  <a:pt x="164" y="35"/>
                  <a:pt x="165" y="37"/>
                </a:cubicBezTo>
                <a:cubicBezTo>
                  <a:pt x="159" y="43"/>
                  <a:pt x="159" y="43"/>
                  <a:pt x="159" y="43"/>
                </a:cubicBezTo>
                <a:cubicBezTo>
                  <a:pt x="130" y="6"/>
                  <a:pt x="76" y="0"/>
                  <a:pt x="39" y="31"/>
                </a:cubicBezTo>
                <a:cubicBezTo>
                  <a:pt x="8" y="57"/>
                  <a:pt x="0" y="104"/>
                  <a:pt x="23" y="139"/>
                </a:cubicBezTo>
                <a:cubicBezTo>
                  <a:pt x="48" y="178"/>
                  <a:pt x="100" y="189"/>
                  <a:pt x="138" y="164"/>
                </a:cubicBezTo>
                <a:cubicBezTo>
                  <a:pt x="148" y="174"/>
                  <a:pt x="148" y="174"/>
                  <a:pt x="148" y="174"/>
                </a:cubicBezTo>
                <a:cubicBezTo>
                  <a:pt x="153" y="179"/>
                  <a:pt x="153" y="179"/>
                  <a:pt x="153" y="179"/>
                </a:cubicBezTo>
                <a:cubicBezTo>
                  <a:pt x="179" y="205"/>
                  <a:pt x="179" y="205"/>
                  <a:pt x="179" y="205"/>
                </a:cubicBezTo>
                <a:cubicBezTo>
                  <a:pt x="186" y="212"/>
                  <a:pt x="196" y="213"/>
                  <a:pt x="203" y="207"/>
                </a:cubicBezTo>
                <a:cubicBezTo>
                  <a:pt x="211" y="200"/>
                  <a:pt x="212" y="188"/>
                  <a:pt x="205" y="181"/>
                </a:cubicBezTo>
                <a:cubicBezTo>
                  <a:pt x="178" y="154"/>
                  <a:pt x="178" y="154"/>
                  <a:pt x="178" y="154"/>
                </a:cubicBezTo>
                <a:cubicBezTo>
                  <a:pt x="173" y="149"/>
                  <a:pt x="173" y="149"/>
                  <a:pt x="173" y="149"/>
                </a:cubicBezTo>
                <a:cubicBezTo>
                  <a:pt x="163" y="139"/>
                  <a:pt x="163" y="139"/>
                  <a:pt x="163" y="139"/>
                </a:cubicBezTo>
                <a:cubicBezTo>
                  <a:pt x="181" y="112"/>
                  <a:pt x="181" y="76"/>
                  <a:pt x="163" y="49"/>
                </a:cubicBezTo>
                <a:cubicBezTo>
                  <a:pt x="170" y="42"/>
                  <a:pt x="170" y="42"/>
                  <a:pt x="170" y="42"/>
                </a:cubicBezTo>
                <a:cubicBezTo>
                  <a:pt x="172" y="43"/>
                  <a:pt x="174" y="44"/>
                  <a:pt x="176" y="44"/>
                </a:cubicBezTo>
                <a:cubicBezTo>
                  <a:pt x="182" y="44"/>
                  <a:pt x="188" y="40"/>
                  <a:pt x="189" y="34"/>
                </a:cubicBezTo>
                <a:cubicBezTo>
                  <a:pt x="206" y="34"/>
                  <a:pt x="206" y="34"/>
                  <a:pt x="206" y="34"/>
                </a:cubicBezTo>
                <a:cubicBezTo>
                  <a:pt x="208" y="34"/>
                  <a:pt x="210" y="33"/>
                  <a:pt x="210" y="31"/>
                </a:cubicBezTo>
                <a:cubicBezTo>
                  <a:pt x="210" y="31"/>
                  <a:pt x="210" y="31"/>
                  <a:pt x="210" y="31"/>
                </a:cubicBezTo>
                <a:cubicBezTo>
                  <a:pt x="210" y="29"/>
                  <a:pt x="208" y="27"/>
                  <a:pt x="206" y="27"/>
                </a:cubicBezTo>
                <a:cubicBezTo>
                  <a:pt x="189" y="27"/>
                  <a:pt x="189" y="27"/>
                  <a:pt x="189" y="27"/>
                </a:cubicBezTo>
                <a:cubicBezTo>
                  <a:pt x="188" y="22"/>
                  <a:pt x="182" y="17"/>
                  <a:pt x="176" y="17"/>
                </a:cubicBezTo>
                <a:close/>
                <a:moveTo>
                  <a:pt x="200" y="186"/>
                </a:moveTo>
                <a:cubicBezTo>
                  <a:pt x="204" y="190"/>
                  <a:pt x="204" y="197"/>
                  <a:pt x="200" y="201"/>
                </a:cubicBezTo>
                <a:cubicBezTo>
                  <a:pt x="196" y="205"/>
                  <a:pt x="189" y="205"/>
                  <a:pt x="185" y="201"/>
                </a:cubicBezTo>
                <a:cubicBezTo>
                  <a:pt x="185" y="201"/>
                  <a:pt x="185" y="201"/>
                  <a:pt x="185" y="201"/>
                </a:cubicBezTo>
                <a:cubicBezTo>
                  <a:pt x="158" y="174"/>
                  <a:pt x="158" y="174"/>
                  <a:pt x="158" y="174"/>
                </a:cubicBezTo>
                <a:cubicBezTo>
                  <a:pt x="173" y="159"/>
                  <a:pt x="173" y="159"/>
                  <a:pt x="173" y="159"/>
                </a:cubicBezTo>
                <a:lnTo>
                  <a:pt x="200" y="186"/>
                </a:lnTo>
                <a:close/>
                <a:moveTo>
                  <a:pt x="159" y="145"/>
                </a:moveTo>
                <a:cubicBezTo>
                  <a:pt x="168" y="154"/>
                  <a:pt x="168" y="154"/>
                  <a:pt x="168" y="154"/>
                </a:cubicBezTo>
                <a:cubicBezTo>
                  <a:pt x="153" y="169"/>
                  <a:pt x="153" y="169"/>
                  <a:pt x="153" y="169"/>
                </a:cubicBezTo>
                <a:cubicBezTo>
                  <a:pt x="144" y="160"/>
                  <a:pt x="144" y="160"/>
                  <a:pt x="144" y="160"/>
                </a:cubicBezTo>
                <a:cubicBezTo>
                  <a:pt x="144" y="160"/>
                  <a:pt x="145" y="159"/>
                  <a:pt x="145" y="159"/>
                </a:cubicBezTo>
                <a:cubicBezTo>
                  <a:pt x="146" y="159"/>
                  <a:pt x="146" y="158"/>
                  <a:pt x="147" y="158"/>
                </a:cubicBezTo>
                <a:cubicBezTo>
                  <a:pt x="147" y="157"/>
                  <a:pt x="148" y="157"/>
                  <a:pt x="149" y="156"/>
                </a:cubicBezTo>
                <a:cubicBezTo>
                  <a:pt x="149" y="156"/>
                  <a:pt x="149" y="155"/>
                  <a:pt x="150" y="155"/>
                </a:cubicBezTo>
                <a:cubicBezTo>
                  <a:pt x="151" y="154"/>
                  <a:pt x="153" y="152"/>
                  <a:pt x="154" y="151"/>
                </a:cubicBezTo>
                <a:cubicBezTo>
                  <a:pt x="154" y="151"/>
                  <a:pt x="154" y="150"/>
                  <a:pt x="155" y="150"/>
                </a:cubicBezTo>
                <a:cubicBezTo>
                  <a:pt x="155" y="149"/>
                  <a:pt x="156" y="148"/>
                  <a:pt x="157" y="148"/>
                </a:cubicBezTo>
                <a:cubicBezTo>
                  <a:pt x="157" y="147"/>
                  <a:pt x="158" y="147"/>
                  <a:pt x="158" y="146"/>
                </a:cubicBezTo>
                <a:cubicBezTo>
                  <a:pt x="158" y="146"/>
                  <a:pt x="159" y="145"/>
                  <a:pt x="159" y="145"/>
                </a:cubicBezTo>
                <a:close/>
                <a:moveTo>
                  <a:pt x="155" y="139"/>
                </a:moveTo>
                <a:cubicBezTo>
                  <a:pt x="154" y="140"/>
                  <a:pt x="153" y="141"/>
                  <a:pt x="152" y="143"/>
                </a:cubicBezTo>
                <a:cubicBezTo>
                  <a:pt x="152" y="143"/>
                  <a:pt x="151" y="144"/>
                  <a:pt x="151" y="144"/>
                </a:cubicBezTo>
                <a:cubicBezTo>
                  <a:pt x="150" y="145"/>
                  <a:pt x="149" y="146"/>
                  <a:pt x="148" y="148"/>
                </a:cubicBezTo>
                <a:cubicBezTo>
                  <a:pt x="147" y="148"/>
                  <a:pt x="147" y="148"/>
                  <a:pt x="146" y="149"/>
                </a:cubicBezTo>
                <a:cubicBezTo>
                  <a:pt x="145" y="150"/>
                  <a:pt x="144" y="151"/>
                  <a:pt x="143" y="152"/>
                </a:cubicBezTo>
                <a:cubicBezTo>
                  <a:pt x="143" y="152"/>
                  <a:pt x="142" y="153"/>
                  <a:pt x="142" y="153"/>
                </a:cubicBezTo>
                <a:cubicBezTo>
                  <a:pt x="140" y="154"/>
                  <a:pt x="139" y="155"/>
                  <a:pt x="137" y="156"/>
                </a:cubicBezTo>
                <a:cubicBezTo>
                  <a:pt x="103" y="181"/>
                  <a:pt x="55" y="173"/>
                  <a:pt x="30" y="139"/>
                </a:cubicBezTo>
                <a:cubicBezTo>
                  <a:pt x="6" y="104"/>
                  <a:pt x="14" y="56"/>
                  <a:pt x="48" y="32"/>
                </a:cubicBezTo>
                <a:cubicBezTo>
                  <a:pt x="83" y="7"/>
                  <a:pt x="131" y="15"/>
                  <a:pt x="155" y="49"/>
                </a:cubicBezTo>
                <a:cubicBezTo>
                  <a:pt x="174" y="76"/>
                  <a:pt x="174" y="112"/>
                  <a:pt x="155" y="139"/>
                </a:cubicBezTo>
                <a:close/>
                <a:moveTo>
                  <a:pt x="176" y="37"/>
                </a:moveTo>
                <a:cubicBezTo>
                  <a:pt x="173" y="37"/>
                  <a:pt x="170" y="34"/>
                  <a:pt x="170" y="31"/>
                </a:cubicBezTo>
                <a:cubicBezTo>
                  <a:pt x="170" y="27"/>
                  <a:pt x="173" y="24"/>
                  <a:pt x="176" y="24"/>
                </a:cubicBezTo>
                <a:cubicBezTo>
                  <a:pt x="180" y="24"/>
                  <a:pt x="183" y="27"/>
                  <a:pt x="183" y="31"/>
                </a:cubicBezTo>
                <a:cubicBezTo>
                  <a:pt x="183" y="34"/>
                  <a:pt x="180" y="37"/>
                  <a:pt x="176" y="37"/>
                </a:cubicBezTo>
                <a:close/>
              </a:path>
            </a:pathLst>
          </a:custGeom>
          <a:solidFill>
            <a:srgbClr val="459FE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2C7C6C9-A187-AC24-C94B-5577AE0A88F1}"/>
              </a:ext>
            </a:extLst>
          </p:cNvPr>
          <p:cNvSpPr/>
          <p:nvPr/>
        </p:nvSpPr>
        <p:spPr bwMode="auto">
          <a:xfrm>
            <a:off x="3808761" y="1868606"/>
            <a:ext cx="476450" cy="476450"/>
          </a:xfrm>
          <a:prstGeom prst="ellipse">
            <a:avLst/>
          </a:prstGeom>
          <a:noFill/>
          <a:ln w="6350" cmpd="sng">
            <a:solidFill>
              <a:srgbClr val="459FED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47" name="Freeform 57">
            <a:extLst>
              <a:ext uri="{FF2B5EF4-FFF2-40B4-BE49-F238E27FC236}">
                <a16:creationId xmlns:a16="http://schemas.microsoft.com/office/drawing/2014/main" id="{2D39F569-BCDD-43D0-7794-1C6A30B69D07}"/>
              </a:ext>
            </a:extLst>
          </p:cNvPr>
          <p:cNvSpPr>
            <a:spLocks noEditPoints="1"/>
          </p:cNvSpPr>
          <p:nvPr/>
        </p:nvSpPr>
        <p:spPr bwMode="auto">
          <a:xfrm>
            <a:off x="3898163" y="2728763"/>
            <a:ext cx="297647" cy="296038"/>
          </a:xfrm>
          <a:custGeom>
            <a:avLst/>
            <a:gdLst>
              <a:gd name="T0" fmla="*/ 128 w 2053"/>
              <a:gd name="T1" fmla="*/ 1362 h 2050"/>
              <a:gd name="T2" fmla="*/ 132 w 2053"/>
              <a:gd name="T3" fmla="*/ 1550 h 2050"/>
              <a:gd name="T4" fmla="*/ 203 w 2053"/>
              <a:gd name="T5" fmla="*/ 1667 h 2050"/>
              <a:gd name="T6" fmla="*/ 358 w 2053"/>
              <a:gd name="T7" fmla="*/ 1876 h 2050"/>
              <a:gd name="T8" fmla="*/ 1673 w 2053"/>
              <a:gd name="T9" fmla="*/ 2048 h 2050"/>
              <a:gd name="T10" fmla="*/ 1649 w 2053"/>
              <a:gd name="T11" fmla="*/ 1901 h 2050"/>
              <a:gd name="T12" fmla="*/ 1516 w 2053"/>
              <a:gd name="T13" fmla="*/ 1581 h 2050"/>
              <a:gd name="T14" fmla="*/ 1614 w 2053"/>
              <a:gd name="T15" fmla="*/ 1976 h 2050"/>
              <a:gd name="T16" fmla="*/ 753 w 2053"/>
              <a:gd name="T17" fmla="*/ 1753 h 2050"/>
              <a:gd name="T18" fmla="*/ 985 w 2053"/>
              <a:gd name="T19" fmla="*/ 1505 h 2050"/>
              <a:gd name="T20" fmla="*/ 638 w 2053"/>
              <a:gd name="T21" fmla="*/ 1721 h 2050"/>
              <a:gd name="T22" fmla="*/ 266 w 2053"/>
              <a:gd name="T23" fmla="*/ 1703 h 2050"/>
              <a:gd name="T24" fmla="*/ 202 w 2053"/>
              <a:gd name="T25" fmla="*/ 1535 h 2050"/>
              <a:gd name="T26" fmla="*/ 167 w 2053"/>
              <a:gd name="T27" fmla="*/ 1434 h 2050"/>
              <a:gd name="T28" fmla="*/ 122 w 2053"/>
              <a:gd name="T29" fmla="*/ 1238 h 2050"/>
              <a:gd name="T30" fmla="*/ 261 w 2053"/>
              <a:gd name="T31" fmla="*/ 902 h 2050"/>
              <a:gd name="T32" fmla="*/ 201 w 2053"/>
              <a:gd name="T33" fmla="*/ 711 h 2050"/>
              <a:gd name="T34" fmla="*/ 284 w 2053"/>
              <a:gd name="T35" fmla="*/ 463 h 2050"/>
              <a:gd name="T36" fmla="*/ 1194 w 2053"/>
              <a:gd name="T37" fmla="*/ 80 h 2050"/>
              <a:gd name="T38" fmla="*/ 699 w 2053"/>
              <a:gd name="T39" fmla="*/ 50 h 2050"/>
              <a:gd name="T40" fmla="*/ 187 w 2053"/>
              <a:gd name="T41" fmla="*/ 563 h 2050"/>
              <a:gd name="T42" fmla="*/ 178 w 2053"/>
              <a:gd name="T43" fmla="*/ 821 h 2050"/>
              <a:gd name="T44" fmla="*/ 6 w 2053"/>
              <a:gd name="T45" fmla="*/ 1214 h 2050"/>
              <a:gd name="T46" fmla="*/ 412 w 2053"/>
              <a:gd name="T47" fmla="*/ 510 h 2050"/>
              <a:gd name="T48" fmla="*/ 677 w 2053"/>
              <a:gd name="T49" fmla="*/ 212 h 2050"/>
              <a:gd name="T50" fmla="*/ 323 w 2053"/>
              <a:gd name="T51" fmla="*/ 579 h 2050"/>
              <a:gd name="T52" fmla="*/ 386 w 2053"/>
              <a:gd name="T53" fmla="*/ 609 h 2050"/>
              <a:gd name="T54" fmla="*/ 278 w 2053"/>
              <a:gd name="T55" fmla="*/ 719 h 2050"/>
              <a:gd name="T56" fmla="*/ 1120 w 2053"/>
              <a:gd name="T57" fmla="*/ 1077 h 2050"/>
              <a:gd name="T58" fmla="*/ 1234 w 2053"/>
              <a:gd name="T59" fmla="*/ 1463 h 2050"/>
              <a:gd name="T60" fmla="*/ 1507 w 2053"/>
              <a:gd name="T61" fmla="*/ 1463 h 2050"/>
              <a:gd name="T62" fmla="*/ 1620 w 2053"/>
              <a:gd name="T63" fmla="*/ 1077 h 2050"/>
              <a:gd name="T64" fmla="*/ 927 w 2053"/>
              <a:gd name="T65" fmla="*/ 692 h 2050"/>
              <a:gd name="T66" fmla="*/ 1234 w 2053"/>
              <a:gd name="T67" fmla="*/ 685 h 2050"/>
              <a:gd name="T68" fmla="*/ 1336 w 2053"/>
              <a:gd name="T69" fmla="*/ 1197 h 2050"/>
              <a:gd name="T70" fmla="*/ 1370 w 2053"/>
              <a:gd name="T71" fmla="*/ 1538 h 2050"/>
              <a:gd name="T72" fmla="*/ 1507 w 2053"/>
              <a:gd name="T73" fmla="*/ 1367 h 2050"/>
              <a:gd name="T74" fmla="*/ 1234 w 2053"/>
              <a:gd name="T75" fmla="*/ 1299 h 2050"/>
              <a:gd name="T76" fmla="*/ 1507 w 2053"/>
              <a:gd name="T77" fmla="*/ 1367 h 2050"/>
              <a:gd name="T78" fmla="*/ 1473 w 2053"/>
              <a:gd name="T79" fmla="*/ 1124 h 2050"/>
              <a:gd name="T80" fmla="*/ 1507 w 2053"/>
              <a:gd name="T81" fmla="*/ 616 h 2050"/>
              <a:gd name="T82" fmla="*/ 1336 w 2053"/>
              <a:gd name="T83" fmla="*/ 719 h 2050"/>
              <a:gd name="T84" fmla="*/ 1268 w 2053"/>
              <a:gd name="T85" fmla="*/ 821 h 2050"/>
              <a:gd name="T86" fmla="*/ 995 w 2053"/>
              <a:gd name="T87" fmla="*/ 693 h 2050"/>
              <a:gd name="T88" fmla="*/ 1473 w 2053"/>
              <a:gd name="T89" fmla="*/ 719 h 2050"/>
              <a:gd name="T90" fmla="*/ 1473 w 2053"/>
              <a:gd name="T91" fmla="*/ 753 h 2050"/>
              <a:gd name="T92" fmla="*/ 2019 w 2053"/>
              <a:gd name="T93" fmla="*/ 651 h 2050"/>
              <a:gd name="T94" fmla="*/ 1756 w 2053"/>
              <a:gd name="T95" fmla="*/ 333 h 2050"/>
              <a:gd name="T96" fmla="*/ 1838 w 2053"/>
              <a:gd name="T97" fmla="*/ 193 h 2050"/>
              <a:gd name="T98" fmla="*/ 1756 w 2053"/>
              <a:gd name="T99" fmla="*/ 333 h 2050"/>
              <a:gd name="T100" fmla="*/ 1370 w 2053"/>
              <a:gd name="T101" fmla="*/ 2 h 2050"/>
              <a:gd name="T102" fmla="*/ 1008 w 2053"/>
              <a:gd name="T103" fmla="*/ 323 h 2050"/>
              <a:gd name="T104" fmla="*/ 903 w 2053"/>
              <a:gd name="T105" fmla="*/ 193 h 2050"/>
              <a:gd name="T106" fmla="*/ 984 w 2053"/>
              <a:gd name="T107" fmla="*/ 333 h 2050"/>
              <a:gd name="T108" fmla="*/ 722 w 2053"/>
              <a:gd name="T109" fmla="*/ 719 h 2050"/>
              <a:gd name="T110" fmla="*/ 722 w 2053"/>
              <a:gd name="T111" fmla="*/ 651 h 2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53" h="2050">
                <a:moveTo>
                  <a:pt x="55" y="1278"/>
                </a:moveTo>
                <a:cubicBezTo>
                  <a:pt x="66" y="1286"/>
                  <a:pt x="78" y="1293"/>
                  <a:pt x="91" y="1299"/>
                </a:cubicBezTo>
                <a:cubicBezTo>
                  <a:pt x="105" y="1306"/>
                  <a:pt x="130" y="1319"/>
                  <a:pt x="132" y="1328"/>
                </a:cubicBezTo>
                <a:cubicBezTo>
                  <a:pt x="134" y="1339"/>
                  <a:pt x="133" y="1351"/>
                  <a:pt x="128" y="1362"/>
                </a:cubicBezTo>
                <a:cubicBezTo>
                  <a:pt x="123" y="1373"/>
                  <a:pt x="117" y="1383"/>
                  <a:pt x="113" y="1391"/>
                </a:cubicBezTo>
                <a:cubicBezTo>
                  <a:pt x="100" y="1413"/>
                  <a:pt x="79" y="1450"/>
                  <a:pt x="111" y="1476"/>
                </a:cubicBezTo>
                <a:cubicBezTo>
                  <a:pt x="118" y="1482"/>
                  <a:pt x="131" y="1492"/>
                  <a:pt x="143" y="1501"/>
                </a:cubicBezTo>
                <a:cubicBezTo>
                  <a:pt x="134" y="1516"/>
                  <a:pt x="130" y="1533"/>
                  <a:pt x="132" y="1550"/>
                </a:cubicBezTo>
                <a:cubicBezTo>
                  <a:pt x="133" y="1564"/>
                  <a:pt x="141" y="1576"/>
                  <a:pt x="152" y="1584"/>
                </a:cubicBezTo>
                <a:cubicBezTo>
                  <a:pt x="159" y="1589"/>
                  <a:pt x="168" y="1594"/>
                  <a:pt x="175" y="1599"/>
                </a:cubicBezTo>
                <a:cubicBezTo>
                  <a:pt x="196" y="1610"/>
                  <a:pt x="204" y="1615"/>
                  <a:pt x="206" y="1626"/>
                </a:cubicBezTo>
                <a:cubicBezTo>
                  <a:pt x="208" y="1640"/>
                  <a:pt x="207" y="1654"/>
                  <a:pt x="203" y="1667"/>
                </a:cubicBezTo>
                <a:cubicBezTo>
                  <a:pt x="201" y="1676"/>
                  <a:pt x="199" y="1685"/>
                  <a:pt x="198" y="1694"/>
                </a:cubicBezTo>
                <a:cubicBezTo>
                  <a:pt x="194" y="1725"/>
                  <a:pt x="198" y="1757"/>
                  <a:pt x="209" y="1786"/>
                </a:cubicBezTo>
                <a:cubicBezTo>
                  <a:pt x="224" y="1841"/>
                  <a:pt x="273" y="1878"/>
                  <a:pt x="330" y="1879"/>
                </a:cubicBezTo>
                <a:cubicBezTo>
                  <a:pt x="339" y="1879"/>
                  <a:pt x="348" y="1878"/>
                  <a:pt x="358" y="1876"/>
                </a:cubicBezTo>
                <a:cubicBezTo>
                  <a:pt x="455" y="1853"/>
                  <a:pt x="551" y="1824"/>
                  <a:pt x="645" y="1790"/>
                </a:cubicBezTo>
                <a:cubicBezTo>
                  <a:pt x="722" y="1835"/>
                  <a:pt x="771" y="1973"/>
                  <a:pt x="784" y="2024"/>
                </a:cubicBezTo>
                <a:cubicBezTo>
                  <a:pt x="787" y="2039"/>
                  <a:pt x="801" y="2050"/>
                  <a:pt x="817" y="2050"/>
                </a:cubicBezTo>
                <a:cubicBezTo>
                  <a:pt x="1673" y="2048"/>
                  <a:pt x="1673" y="2048"/>
                  <a:pt x="1673" y="2048"/>
                </a:cubicBezTo>
                <a:cubicBezTo>
                  <a:pt x="1684" y="2048"/>
                  <a:pt x="1694" y="2042"/>
                  <a:pt x="1701" y="2034"/>
                </a:cubicBezTo>
                <a:cubicBezTo>
                  <a:pt x="1707" y="2025"/>
                  <a:pt x="1709" y="2014"/>
                  <a:pt x="1706" y="2003"/>
                </a:cubicBezTo>
                <a:cubicBezTo>
                  <a:pt x="1697" y="1980"/>
                  <a:pt x="1686" y="1958"/>
                  <a:pt x="1671" y="1938"/>
                </a:cubicBezTo>
                <a:cubicBezTo>
                  <a:pt x="1663" y="1927"/>
                  <a:pt x="1656" y="1914"/>
                  <a:pt x="1649" y="1901"/>
                </a:cubicBezTo>
                <a:cubicBezTo>
                  <a:pt x="1634" y="1870"/>
                  <a:pt x="1621" y="1838"/>
                  <a:pt x="1611" y="1804"/>
                </a:cubicBezTo>
                <a:cubicBezTo>
                  <a:pt x="1592" y="1739"/>
                  <a:pt x="1578" y="1672"/>
                  <a:pt x="1571" y="1605"/>
                </a:cubicBezTo>
                <a:cubicBezTo>
                  <a:pt x="1570" y="1592"/>
                  <a:pt x="1562" y="1581"/>
                  <a:pt x="1550" y="1576"/>
                </a:cubicBezTo>
                <a:cubicBezTo>
                  <a:pt x="1539" y="1571"/>
                  <a:pt x="1526" y="1573"/>
                  <a:pt x="1516" y="1581"/>
                </a:cubicBezTo>
                <a:cubicBezTo>
                  <a:pt x="1506" y="1588"/>
                  <a:pt x="1501" y="1601"/>
                  <a:pt x="1503" y="1613"/>
                </a:cubicBezTo>
                <a:cubicBezTo>
                  <a:pt x="1511" y="1685"/>
                  <a:pt x="1525" y="1756"/>
                  <a:pt x="1546" y="1825"/>
                </a:cubicBezTo>
                <a:cubicBezTo>
                  <a:pt x="1557" y="1861"/>
                  <a:pt x="1571" y="1897"/>
                  <a:pt x="1588" y="1931"/>
                </a:cubicBezTo>
                <a:cubicBezTo>
                  <a:pt x="1596" y="1947"/>
                  <a:pt x="1604" y="1962"/>
                  <a:pt x="1614" y="1976"/>
                </a:cubicBezTo>
                <a:cubicBezTo>
                  <a:pt x="1617" y="1980"/>
                  <a:pt x="1617" y="1980"/>
                  <a:pt x="1617" y="1980"/>
                </a:cubicBezTo>
                <a:cubicBezTo>
                  <a:pt x="842" y="1982"/>
                  <a:pt x="842" y="1982"/>
                  <a:pt x="842" y="1982"/>
                </a:cubicBezTo>
                <a:cubicBezTo>
                  <a:pt x="820" y="1901"/>
                  <a:pt x="779" y="1826"/>
                  <a:pt x="722" y="1764"/>
                </a:cubicBezTo>
                <a:cubicBezTo>
                  <a:pt x="753" y="1753"/>
                  <a:pt x="753" y="1753"/>
                  <a:pt x="753" y="1753"/>
                </a:cubicBezTo>
                <a:cubicBezTo>
                  <a:pt x="776" y="1745"/>
                  <a:pt x="793" y="1739"/>
                  <a:pt x="802" y="1736"/>
                </a:cubicBezTo>
                <a:cubicBezTo>
                  <a:pt x="948" y="1690"/>
                  <a:pt x="1021" y="1623"/>
                  <a:pt x="1019" y="1538"/>
                </a:cubicBezTo>
                <a:cubicBezTo>
                  <a:pt x="1019" y="1529"/>
                  <a:pt x="1016" y="1520"/>
                  <a:pt x="1009" y="1514"/>
                </a:cubicBezTo>
                <a:cubicBezTo>
                  <a:pt x="1003" y="1508"/>
                  <a:pt x="994" y="1504"/>
                  <a:pt x="985" y="1505"/>
                </a:cubicBezTo>
                <a:cubicBezTo>
                  <a:pt x="966" y="1505"/>
                  <a:pt x="951" y="1521"/>
                  <a:pt x="951" y="1540"/>
                </a:cubicBezTo>
                <a:cubicBezTo>
                  <a:pt x="952" y="1575"/>
                  <a:pt x="923" y="1626"/>
                  <a:pt x="781" y="1671"/>
                </a:cubicBezTo>
                <a:cubicBezTo>
                  <a:pt x="772" y="1674"/>
                  <a:pt x="754" y="1680"/>
                  <a:pt x="731" y="1688"/>
                </a:cubicBezTo>
                <a:cubicBezTo>
                  <a:pt x="705" y="1697"/>
                  <a:pt x="673" y="1709"/>
                  <a:pt x="638" y="1721"/>
                </a:cubicBezTo>
                <a:cubicBezTo>
                  <a:pt x="637" y="1721"/>
                  <a:pt x="637" y="1721"/>
                  <a:pt x="637" y="1721"/>
                </a:cubicBezTo>
                <a:cubicBezTo>
                  <a:pt x="541" y="1756"/>
                  <a:pt x="443" y="1786"/>
                  <a:pt x="344" y="1809"/>
                </a:cubicBezTo>
                <a:cubicBezTo>
                  <a:pt x="312" y="1816"/>
                  <a:pt x="281" y="1796"/>
                  <a:pt x="274" y="1764"/>
                </a:cubicBezTo>
                <a:cubicBezTo>
                  <a:pt x="266" y="1745"/>
                  <a:pt x="263" y="1724"/>
                  <a:pt x="266" y="1703"/>
                </a:cubicBezTo>
                <a:cubicBezTo>
                  <a:pt x="266" y="1696"/>
                  <a:pt x="268" y="1689"/>
                  <a:pt x="270" y="1682"/>
                </a:cubicBezTo>
                <a:cubicBezTo>
                  <a:pt x="277" y="1658"/>
                  <a:pt x="278" y="1633"/>
                  <a:pt x="273" y="1609"/>
                </a:cubicBezTo>
                <a:cubicBezTo>
                  <a:pt x="263" y="1578"/>
                  <a:pt x="240" y="1552"/>
                  <a:pt x="209" y="1539"/>
                </a:cubicBezTo>
                <a:cubicBezTo>
                  <a:pt x="202" y="1535"/>
                  <a:pt x="202" y="1535"/>
                  <a:pt x="202" y="1535"/>
                </a:cubicBezTo>
                <a:cubicBezTo>
                  <a:pt x="206" y="1528"/>
                  <a:pt x="210" y="1521"/>
                  <a:pt x="215" y="1514"/>
                </a:cubicBezTo>
                <a:cubicBezTo>
                  <a:pt x="221" y="1507"/>
                  <a:pt x="224" y="1498"/>
                  <a:pt x="222" y="1488"/>
                </a:cubicBezTo>
                <a:cubicBezTo>
                  <a:pt x="221" y="1479"/>
                  <a:pt x="216" y="1471"/>
                  <a:pt x="209" y="1465"/>
                </a:cubicBezTo>
                <a:cubicBezTo>
                  <a:pt x="201" y="1459"/>
                  <a:pt x="181" y="1445"/>
                  <a:pt x="167" y="1434"/>
                </a:cubicBezTo>
                <a:cubicBezTo>
                  <a:pt x="169" y="1431"/>
                  <a:pt x="171" y="1427"/>
                  <a:pt x="172" y="1424"/>
                </a:cubicBezTo>
                <a:cubicBezTo>
                  <a:pt x="178" y="1415"/>
                  <a:pt x="184" y="1404"/>
                  <a:pt x="190" y="1391"/>
                </a:cubicBezTo>
                <a:cubicBezTo>
                  <a:pt x="201" y="1368"/>
                  <a:pt x="204" y="1341"/>
                  <a:pt x="199" y="1315"/>
                </a:cubicBezTo>
                <a:cubicBezTo>
                  <a:pt x="191" y="1273"/>
                  <a:pt x="151" y="1253"/>
                  <a:pt x="122" y="1238"/>
                </a:cubicBezTo>
                <a:cubicBezTo>
                  <a:pt x="112" y="1233"/>
                  <a:pt x="103" y="1228"/>
                  <a:pt x="94" y="1222"/>
                </a:cubicBezTo>
                <a:cubicBezTo>
                  <a:pt x="86" y="1217"/>
                  <a:pt x="80" y="1211"/>
                  <a:pt x="73" y="1205"/>
                </a:cubicBezTo>
                <a:cubicBezTo>
                  <a:pt x="73" y="1200"/>
                  <a:pt x="79" y="1188"/>
                  <a:pt x="105" y="1156"/>
                </a:cubicBezTo>
                <a:cubicBezTo>
                  <a:pt x="166" y="1077"/>
                  <a:pt x="218" y="992"/>
                  <a:pt x="261" y="902"/>
                </a:cubicBezTo>
                <a:cubicBezTo>
                  <a:pt x="269" y="888"/>
                  <a:pt x="274" y="872"/>
                  <a:pt x="274" y="856"/>
                </a:cubicBezTo>
                <a:cubicBezTo>
                  <a:pt x="271" y="822"/>
                  <a:pt x="253" y="790"/>
                  <a:pt x="224" y="771"/>
                </a:cubicBezTo>
                <a:cubicBezTo>
                  <a:pt x="211" y="758"/>
                  <a:pt x="198" y="746"/>
                  <a:pt x="196" y="735"/>
                </a:cubicBezTo>
                <a:cubicBezTo>
                  <a:pt x="196" y="727"/>
                  <a:pt x="198" y="719"/>
                  <a:pt x="201" y="711"/>
                </a:cubicBezTo>
                <a:cubicBezTo>
                  <a:pt x="207" y="697"/>
                  <a:pt x="213" y="682"/>
                  <a:pt x="220" y="668"/>
                </a:cubicBezTo>
                <a:cubicBezTo>
                  <a:pt x="234" y="639"/>
                  <a:pt x="245" y="609"/>
                  <a:pt x="253" y="578"/>
                </a:cubicBezTo>
                <a:cubicBezTo>
                  <a:pt x="257" y="564"/>
                  <a:pt x="257" y="564"/>
                  <a:pt x="257" y="564"/>
                </a:cubicBezTo>
                <a:cubicBezTo>
                  <a:pt x="264" y="529"/>
                  <a:pt x="273" y="496"/>
                  <a:pt x="284" y="463"/>
                </a:cubicBezTo>
                <a:cubicBezTo>
                  <a:pt x="311" y="389"/>
                  <a:pt x="353" y="320"/>
                  <a:pt x="407" y="263"/>
                </a:cubicBezTo>
                <a:cubicBezTo>
                  <a:pt x="472" y="194"/>
                  <a:pt x="575" y="145"/>
                  <a:pt x="713" y="117"/>
                </a:cubicBezTo>
                <a:cubicBezTo>
                  <a:pt x="818" y="94"/>
                  <a:pt x="925" y="79"/>
                  <a:pt x="1033" y="71"/>
                </a:cubicBezTo>
                <a:cubicBezTo>
                  <a:pt x="1087" y="68"/>
                  <a:pt x="1141" y="71"/>
                  <a:pt x="1194" y="80"/>
                </a:cubicBezTo>
                <a:cubicBezTo>
                  <a:pt x="1212" y="83"/>
                  <a:pt x="1229" y="71"/>
                  <a:pt x="1233" y="52"/>
                </a:cubicBezTo>
                <a:cubicBezTo>
                  <a:pt x="1236" y="34"/>
                  <a:pt x="1224" y="17"/>
                  <a:pt x="1206" y="13"/>
                </a:cubicBezTo>
                <a:cubicBezTo>
                  <a:pt x="1147" y="3"/>
                  <a:pt x="1088" y="0"/>
                  <a:pt x="1030" y="3"/>
                </a:cubicBezTo>
                <a:cubicBezTo>
                  <a:pt x="919" y="11"/>
                  <a:pt x="808" y="27"/>
                  <a:pt x="699" y="50"/>
                </a:cubicBezTo>
                <a:cubicBezTo>
                  <a:pt x="546" y="81"/>
                  <a:pt x="434" y="135"/>
                  <a:pt x="357" y="216"/>
                </a:cubicBezTo>
                <a:cubicBezTo>
                  <a:pt x="297" y="280"/>
                  <a:pt x="251" y="356"/>
                  <a:pt x="220" y="439"/>
                </a:cubicBezTo>
                <a:cubicBezTo>
                  <a:pt x="208" y="475"/>
                  <a:pt x="198" y="511"/>
                  <a:pt x="190" y="548"/>
                </a:cubicBezTo>
                <a:cubicBezTo>
                  <a:pt x="187" y="563"/>
                  <a:pt x="187" y="563"/>
                  <a:pt x="187" y="563"/>
                </a:cubicBezTo>
                <a:cubicBezTo>
                  <a:pt x="179" y="589"/>
                  <a:pt x="170" y="615"/>
                  <a:pt x="158" y="640"/>
                </a:cubicBezTo>
                <a:cubicBezTo>
                  <a:pt x="151" y="656"/>
                  <a:pt x="144" y="671"/>
                  <a:pt x="138" y="688"/>
                </a:cubicBezTo>
                <a:cubicBezTo>
                  <a:pt x="130" y="705"/>
                  <a:pt x="127" y="725"/>
                  <a:pt x="128" y="745"/>
                </a:cubicBezTo>
                <a:cubicBezTo>
                  <a:pt x="135" y="775"/>
                  <a:pt x="153" y="802"/>
                  <a:pt x="178" y="821"/>
                </a:cubicBezTo>
                <a:cubicBezTo>
                  <a:pt x="195" y="836"/>
                  <a:pt x="206" y="847"/>
                  <a:pt x="206" y="856"/>
                </a:cubicBezTo>
                <a:cubicBezTo>
                  <a:pt x="205" y="862"/>
                  <a:pt x="203" y="867"/>
                  <a:pt x="200" y="871"/>
                </a:cubicBezTo>
                <a:cubicBezTo>
                  <a:pt x="159" y="957"/>
                  <a:pt x="109" y="1039"/>
                  <a:pt x="51" y="1114"/>
                </a:cubicBezTo>
                <a:cubicBezTo>
                  <a:pt x="26" y="1144"/>
                  <a:pt x="0" y="1179"/>
                  <a:pt x="6" y="1214"/>
                </a:cubicBezTo>
                <a:cubicBezTo>
                  <a:pt x="13" y="1241"/>
                  <a:pt x="31" y="1265"/>
                  <a:pt x="55" y="1278"/>
                </a:cubicBezTo>
                <a:close/>
                <a:moveTo>
                  <a:pt x="386" y="609"/>
                </a:moveTo>
                <a:cubicBezTo>
                  <a:pt x="390" y="594"/>
                  <a:pt x="390" y="594"/>
                  <a:pt x="390" y="594"/>
                </a:cubicBezTo>
                <a:cubicBezTo>
                  <a:pt x="396" y="566"/>
                  <a:pt x="403" y="538"/>
                  <a:pt x="412" y="510"/>
                </a:cubicBezTo>
                <a:cubicBezTo>
                  <a:pt x="433" y="453"/>
                  <a:pt x="465" y="401"/>
                  <a:pt x="506" y="357"/>
                </a:cubicBezTo>
                <a:cubicBezTo>
                  <a:pt x="550" y="315"/>
                  <a:pt x="604" y="285"/>
                  <a:pt x="663" y="270"/>
                </a:cubicBezTo>
                <a:cubicBezTo>
                  <a:pt x="675" y="267"/>
                  <a:pt x="684" y="257"/>
                  <a:pt x="687" y="245"/>
                </a:cubicBezTo>
                <a:cubicBezTo>
                  <a:pt x="690" y="233"/>
                  <a:pt x="686" y="221"/>
                  <a:pt x="677" y="212"/>
                </a:cubicBezTo>
                <a:cubicBezTo>
                  <a:pt x="668" y="204"/>
                  <a:pt x="655" y="201"/>
                  <a:pt x="643" y="205"/>
                </a:cubicBezTo>
                <a:cubicBezTo>
                  <a:pt x="573" y="223"/>
                  <a:pt x="509" y="259"/>
                  <a:pt x="456" y="310"/>
                </a:cubicBezTo>
                <a:cubicBezTo>
                  <a:pt x="409" y="361"/>
                  <a:pt x="372" y="421"/>
                  <a:pt x="348" y="487"/>
                </a:cubicBezTo>
                <a:cubicBezTo>
                  <a:pt x="338" y="517"/>
                  <a:pt x="330" y="548"/>
                  <a:pt x="323" y="579"/>
                </a:cubicBezTo>
                <a:cubicBezTo>
                  <a:pt x="320" y="594"/>
                  <a:pt x="320" y="594"/>
                  <a:pt x="320" y="594"/>
                </a:cubicBezTo>
                <a:cubicBezTo>
                  <a:pt x="315" y="612"/>
                  <a:pt x="327" y="631"/>
                  <a:pt x="345" y="635"/>
                </a:cubicBezTo>
                <a:cubicBezTo>
                  <a:pt x="348" y="635"/>
                  <a:pt x="350" y="636"/>
                  <a:pt x="353" y="636"/>
                </a:cubicBezTo>
                <a:cubicBezTo>
                  <a:pt x="369" y="636"/>
                  <a:pt x="383" y="625"/>
                  <a:pt x="386" y="609"/>
                </a:cubicBezTo>
                <a:close/>
                <a:moveTo>
                  <a:pt x="312" y="685"/>
                </a:moveTo>
                <a:cubicBezTo>
                  <a:pt x="331" y="685"/>
                  <a:pt x="346" y="700"/>
                  <a:pt x="346" y="719"/>
                </a:cubicBezTo>
                <a:cubicBezTo>
                  <a:pt x="346" y="738"/>
                  <a:pt x="331" y="753"/>
                  <a:pt x="312" y="753"/>
                </a:cubicBezTo>
                <a:cubicBezTo>
                  <a:pt x="293" y="753"/>
                  <a:pt x="278" y="738"/>
                  <a:pt x="278" y="719"/>
                </a:cubicBezTo>
                <a:cubicBezTo>
                  <a:pt x="278" y="700"/>
                  <a:pt x="293" y="685"/>
                  <a:pt x="312" y="685"/>
                </a:cubicBezTo>
                <a:close/>
                <a:moveTo>
                  <a:pt x="927" y="692"/>
                </a:moveTo>
                <a:cubicBezTo>
                  <a:pt x="924" y="808"/>
                  <a:pt x="965" y="921"/>
                  <a:pt x="1042" y="1009"/>
                </a:cubicBezTo>
                <a:cubicBezTo>
                  <a:pt x="1066" y="1034"/>
                  <a:pt x="1092" y="1057"/>
                  <a:pt x="1120" y="1077"/>
                </a:cubicBezTo>
                <a:cubicBezTo>
                  <a:pt x="1170" y="1116"/>
                  <a:pt x="1218" y="1153"/>
                  <a:pt x="1230" y="1204"/>
                </a:cubicBezTo>
                <a:cubicBezTo>
                  <a:pt x="1191" y="1219"/>
                  <a:pt x="1166" y="1257"/>
                  <a:pt x="1166" y="1299"/>
                </a:cubicBezTo>
                <a:cubicBezTo>
                  <a:pt x="1166" y="1367"/>
                  <a:pt x="1166" y="1367"/>
                  <a:pt x="1166" y="1367"/>
                </a:cubicBezTo>
                <a:cubicBezTo>
                  <a:pt x="1166" y="1411"/>
                  <a:pt x="1193" y="1449"/>
                  <a:pt x="1234" y="1463"/>
                </a:cubicBezTo>
                <a:cubicBezTo>
                  <a:pt x="1234" y="1470"/>
                  <a:pt x="1234" y="1470"/>
                  <a:pt x="1234" y="1470"/>
                </a:cubicBezTo>
                <a:cubicBezTo>
                  <a:pt x="1234" y="1545"/>
                  <a:pt x="1295" y="1606"/>
                  <a:pt x="1370" y="1606"/>
                </a:cubicBezTo>
                <a:cubicBezTo>
                  <a:pt x="1446" y="1606"/>
                  <a:pt x="1507" y="1545"/>
                  <a:pt x="1507" y="1470"/>
                </a:cubicBezTo>
                <a:cubicBezTo>
                  <a:pt x="1507" y="1463"/>
                  <a:pt x="1507" y="1463"/>
                  <a:pt x="1507" y="1463"/>
                </a:cubicBezTo>
                <a:cubicBezTo>
                  <a:pt x="1548" y="1449"/>
                  <a:pt x="1575" y="1411"/>
                  <a:pt x="1575" y="1367"/>
                </a:cubicBezTo>
                <a:cubicBezTo>
                  <a:pt x="1575" y="1299"/>
                  <a:pt x="1575" y="1299"/>
                  <a:pt x="1575" y="1299"/>
                </a:cubicBezTo>
                <a:cubicBezTo>
                  <a:pt x="1575" y="1257"/>
                  <a:pt x="1549" y="1219"/>
                  <a:pt x="1510" y="1204"/>
                </a:cubicBezTo>
                <a:cubicBezTo>
                  <a:pt x="1523" y="1153"/>
                  <a:pt x="1570" y="1116"/>
                  <a:pt x="1620" y="1077"/>
                </a:cubicBezTo>
                <a:cubicBezTo>
                  <a:pt x="1648" y="1057"/>
                  <a:pt x="1674" y="1034"/>
                  <a:pt x="1699" y="1009"/>
                </a:cubicBezTo>
                <a:cubicBezTo>
                  <a:pt x="1775" y="921"/>
                  <a:pt x="1816" y="808"/>
                  <a:pt x="1814" y="692"/>
                </a:cubicBezTo>
                <a:cubicBezTo>
                  <a:pt x="1813" y="446"/>
                  <a:pt x="1616" y="246"/>
                  <a:pt x="1370" y="241"/>
                </a:cubicBezTo>
                <a:cubicBezTo>
                  <a:pt x="1125" y="246"/>
                  <a:pt x="928" y="446"/>
                  <a:pt x="927" y="692"/>
                </a:cubicBezTo>
                <a:close/>
                <a:moveTo>
                  <a:pt x="1268" y="753"/>
                </a:moveTo>
                <a:cubicBezTo>
                  <a:pt x="1234" y="753"/>
                  <a:pt x="1234" y="753"/>
                  <a:pt x="1234" y="753"/>
                </a:cubicBezTo>
                <a:cubicBezTo>
                  <a:pt x="1215" y="753"/>
                  <a:pt x="1200" y="738"/>
                  <a:pt x="1200" y="719"/>
                </a:cubicBezTo>
                <a:cubicBezTo>
                  <a:pt x="1200" y="700"/>
                  <a:pt x="1215" y="685"/>
                  <a:pt x="1234" y="685"/>
                </a:cubicBezTo>
                <a:cubicBezTo>
                  <a:pt x="1253" y="685"/>
                  <a:pt x="1268" y="700"/>
                  <a:pt x="1268" y="719"/>
                </a:cubicBezTo>
                <a:lnTo>
                  <a:pt x="1268" y="753"/>
                </a:lnTo>
                <a:close/>
                <a:moveTo>
                  <a:pt x="1404" y="1197"/>
                </a:moveTo>
                <a:cubicBezTo>
                  <a:pt x="1336" y="1197"/>
                  <a:pt x="1336" y="1197"/>
                  <a:pt x="1336" y="1197"/>
                </a:cubicBezTo>
                <a:cubicBezTo>
                  <a:pt x="1336" y="821"/>
                  <a:pt x="1336" y="821"/>
                  <a:pt x="1336" y="821"/>
                </a:cubicBezTo>
                <a:cubicBezTo>
                  <a:pt x="1404" y="821"/>
                  <a:pt x="1404" y="821"/>
                  <a:pt x="1404" y="821"/>
                </a:cubicBezTo>
                <a:lnTo>
                  <a:pt x="1404" y="1197"/>
                </a:lnTo>
                <a:close/>
                <a:moveTo>
                  <a:pt x="1370" y="1538"/>
                </a:moveTo>
                <a:cubicBezTo>
                  <a:pt x="1333" y="1538"/>
                  <a:pt x="1302" y="1507"/>
                  <a:pt x="1302" y="1470"/>
                </a:cubicBezTo>
                <a:cubicBezTo>
                  <a:pt x="1439" y="1470"/>
                  <a:pt x="1439" y="1470"/>
                  <a:pt x="1439" y="1470"/>
                </a:cubicBezTo>
                <a:cubicBezTo>
                  <a:pt x="1439" y="1507"/>
                  <a:pt x="1408" y="1538"/>
                  <a:pt x="1370" y="1538"/>
                </a:cubicBezTo>
                <a:close/>
                <a:moveTo>
                  <a:pt x="1507" y="1367"/>
                </a:moveTo>
                <a:cubicBezTo>
                  <a:pt x="1507" y="1386"/>
                  <a:pt x="1492" y="1401"/>
                  <a:pt x="1473" y="1401"/>
                </a:cubicBezTo>
                <a:cubicBezTo>
                  <a:pt x="1268" y="1401"/>
                  <a:pt x="1268" y="1401"/>
                  <a:pt x="1268" y="1401"/>
                </a:cubicBezTo>
                <a:cubicBezTo>
                  <a:pt x="1249" y="1401"/>
                  <a:pt x="1234" y="1386"/>
                  <a:pt x="1234" y="1367"/>
                </a:cubicBezTo>
                <a:cubicBezTo>
                  <a:pt x="1234" y="1299"/>
                  <a:pt x="1234" y="1299"/>
                  <a:pt x="1234" y="1299"/>
                </a:cubicBezTo>
                <a:cubicBezTo>
                  <a:pt x="1234" y="1280"/>
                  <a:pt x="1249" y="1265"/>
                  <a:pt x="1268" y="1265"/>
                </a:cubicBezTo>
                <a:cubicBezTo>
                  <a:pt x="1473" y="1265"/>
                  <a:pt x="1473" y="1265"/>
                  <a:pt x="1473" y="1265"/>
                </a:cubicBezTo>
                <a:cubicBezTo>
                  <a:pt x="1492" y="1265"/>
                  <a:pt x="1507" y="1280"/>
                  <a:pt x="1507" y="1299"/>
                </a:cubicBezTo>
                <a:lnTo>
                  <a:pt x="1507" y="1367"/>
                </a:lnTo>
                <a:close/>
                <a:moveTo>
                  <a:pt x="1746" y="693"/>
                </a:moveTo>
                <a:cubicBezTo>
                  <a:pt x="1748" y="792"/>
                  <a:pt x="1713" y="888"/>
                  <a:pt x="1648" y="963"/>
                </a:cubicBezTo>
                <a:cubicBezTo>
                  <a:pt x="1627" y="985"/>
                  <a:pt x="1603" y="1005"/>
                  <a:pt x="1579" y="1023"/>
                </a:cubicBezTo>
                <a:cubicBezTo>
                  <a:pt x="1538" y="1051"/>
                  <a:pt x="1503" y="1085"/>
                  <a:pt x="1473" y="1124"/>
                </a:cubicBezTo>
                <a:cubicBezTo>
                  <a:pt x="1473" y="821"/>
                  <a:pt x="1473" y="821"/>
                  <a:pt x="1473" y="821"/>
                </a:cubicBezTo>
                <a:cubicBezTo>
                  <a:pt x="1507" y="821"/>
                  <a:pt x="1507" y="821"/>
                  <a:pt x="1507" y="821"/>
                </a:cubicBezTo>
                <a:cubicBezTo>
                  <a:pt x="1563" y="821"/>
                  <a:pt x="1609" y="775"/>
                  <a:pt x="1609" y="719"/>
                </a:cubicBezTo>
                <a:cubicBezTo>
                  <a:pt x="1609" y="662"/>
                  <a:pt x="1563" y="616"/>
                  <a:pt x="1507" y="616"/>
                </a:cubicBezTo>
                <a:cubicBezTo>
                  <a:pt x="1450" y="616"/>
                  <a:pt x="1404" y="662"/>
                  <a:pt x="1404" y="719"/>
                </a:cubicBezTo>
                <a:cubicBezTo>
                  <a:pt x="1404" y="753"/>
                  <a:pt x="1404" y="753"/>
                  <a:pt x="1404" y="753"/>
                </a:cubicBezTo>
                <a:cubicBezTo>
                  <a:pt x="1336" y="753"/>
                  <a:pt x="1336" y="753"/>
                  <a:pt x="1336" y="753"/>
                </a:cubicBezTo>
                <a:cubicBezTo>
                  <a:pt x="1336" y="719"/>
                  <a:pt x="1336" y="719"/>
                  <a:pt x="1336" y="719"/>
                </a:cubicBezTo>
                <a:cubicBezTo>
                  <a:pt x="1336" y="662"/>
                  <a:pt x="1290" y="616"/>
                  <a:pt x="1234" y="616"/>
                </a:cubicBezTo>
                <a:cubicBezTo>
                  <a:pt x="1177" y="616"/>
                  <a:pt x="1131" y="662"/>
                  <a:pt x="1131" y="719"/>
                </a:cubicBezTo>
                <a:cubicBezTo>
                  <a:pt x="1131" y="775"/>
                  <a:pt x="1177" y="821"/>
                  <a:pt x="1234" y="821"/>
                </a:cubicBezTo>
                <a:cubicBezTo>
                  <a:pt x="1268" y="821"/>
                  <a:pt x="1268" y="821"/>
                  <a:pt x="1268" y="821"/>
                </a:cubicBezTo>
                <a:cubicBezTo>
                  <a:pt x="1268" y="1124"/>
                  <a:pt x="1268" y="1124"/>
                  <a:pt x="1268" y="1124"/>
                </a:cubicBezTo>
                <a:cubicBezTo>
                  <a:pt x="1238" y="1085"/>
                  <a:pt x="1202" y="1051"/>
                  <a:pt x="1162" y="1023"/>
                </a:cubicBezTo>
                <a:cubicBezTo>
                  <a:pt x="1137" y="1005"/>
                  <a:pt x="1114" y="985"/>
                  <a:pt x="1093" y="963"/>
                </a:cubicBezTo>
                <a:cubicBezTo>
                  <a:pt x="1028" y="888"/>
                  <a:pt x="993" y="792"/>
                  <a:pt x="995" y="693"/>
                </a:cubicBezTo>
                <a:cubicBezTo>
                  <a:pt x="998" y="485"/>
                  <a:pt x="1170" y="309"/>
                  <a:pt x="1370" y="309"/>
                </a:cubicBezTo>
                <a:cubicBezTo>
                  <a:pt x="1571" y="309"/>
                  <a:pt x="1743" y="485"/>
                  <a:pt x="1746" y="693"/>
                </a:cubicBezTo>
                <a:close/>
                <a:moveTo>
                  <a:pt x="1473" y="753"/>
                </a:moveTo>
                <a:cubicBezTo>
                  <a:pt x="1473" y="719"/>
                  <a:pt x="1473" y="719"/>
                  <a:pt x="1473" y="719"/>
                </a:cubicBezTo>
                <a:cubicBezTo>
                  <a:pt x="1473" y="700"/>
                  <a:pt x="1488" y="685"/>
                  <a:pt x="1507" y="685"/>
                </a:cubicBezTo>
                <a:cubicBezTo>
                  <a:pt x="1526" y="685"/>
                  <a:pt x="1541" y="700"/>
                  <a:pt x="1541" y="719"/>
                </a:cubicBezTo>
                <a:cubicBezTo>
                  <a:pt x="1541" y="738"/>
                  <a:pt x="1526" y="753"/>
                  <a:pt x="1507" y="753"/>
                </a:cubicBezTo>
                <a:lnTo>
                  <a:pt x="1473" y="753"/>
                </a:lnTo>
                <a:close/>
                <a:moveTo>
                  <a:pt x="1916" y="719"/>
                </a:moveTo>
                <a:cubicBezTo>
                  <a:pt x="2019" y="719"/>
                  <a:pt x="2019" y="719"/>
                  <a:pt x="2019" y="719"/>
                </a:cubicBezTo>
                <a:cubicBezTo>
                  <a:pt x="2038" y="719"/>
                  <a:pt x="2053" y="704"/>
                  <a:pt x="2053" y="685"/>
                </a:cubicBezTo>
                <a:cubicBezTo>
                  <a:pt x="2053" y="666"/>
                  <a:pt x="2038" y="651"/>
                  <a:pt x="2019" y="651"/>
                </a:cubicBezTo>
                <a:cubicBezTo>
                  <a:pt x="1916" y="651"/>
                  <a:pt x="1916" y="651"/>
                  <a:pt x="1916" y="651"/>
                </a:cubicBezTo>
                <a:cubicBezTo>
                  <a:pt x="1898" y="651"/>
                  <a:pt x="1882" y="666"/>
                  <a:pt x="1882" y="685"/>
                </a:cubicBezTo>
                <a:cubicBezTo>
                  <a:pt x="1882" y="704"/>
                  <a:pt x="1898" y="719"/>
                  <a:pt x="1916" y="719"/>
                </a:cubicBezTo>
                <a:close/>
                <a:moveTo>
                  <a:pt x="1756" y="333"/>
                </a:moveTo>
                <a:cubicBezTo>
                  <a:pt x="1766" y="333"/>
                  <a:pt x="1774" y="329"/>
                  <a:pt x="1781" y="323"/>
                </a:cubicBezTo>
                <a:cubicBezTo>
                  <a:pt x="1853" y="250"/>
                  <a:pt x="1853" y="250"/>
                  <a:pt x="1853" y="250"/>
                </a:cubicBezTo>
                <a:cubicBezTo>
                  <a:pt x="1862" y="242"/>
                  <a:pt x="1865" y="229"/>
                  <a:pt x="1862" y="217"/>
                </a:cubicBezTo>
                <a:cubicBezTo>
                  <a:pt x="1859" y="205"/>
                  <a:pt x="1850" y="196"/>
                  <a:pt x="1838" y="193"/>
                </a:cubicBezTo>
                <a:cubicBezTo>
                  <a:pt x="1826" y="190"/>
                  <a:pt x="1813" y="193"/>
                  <a:pt x="1805" y="202"/>
                </a:cubicBezTo>
                <a:cubicBezTo>
                  <a:pt x="1732" y="274"/>
                  <a:pt x="1732" y="274"/>
                  <a:pt x="1732" y="274"/>
                </a:cubicBezTo>
                <a:cubicBezTo>
                  <a:pt x="1723" y="284"/>
                  <a:pt x="1720" y="299"/>
                  <a:pt x="1725" y="312"/>
                </a:cubicBezTo>
                <a:cubicBezTo>
                  <a:pt x="1730" y="324"/>
                  <a:pt x="1743" y="333"/>
                  <a:pt x="1756" y="333"/>
                </a:cubicBezTo>
                <a:close/>
                <a:moveTo>
                  <a:pt x="1370" y="173"/>
                </a:moveTo>
                <a:cubicBezTo>
                  <a:pt x="1389" y="173"/>
                  <a:pt x="1404" y="157"/>
                  <a:pt x="1404" y="139"/>
                </a:cubicBezTo>
                <a:cubicBezTo>
                  <a:pt x="1404" y="36"/>
                  <a:pt x="1404" y="36"/>
                  <a:pt x="1404" y="36"/>
                </a:cubicBezTo>
                <a:cubicBezTo>
                  <a:pt x="1404" y="17"/>
                  <a:pt x="1389" y="2"/>
                  <a:pt x="1370" y="2"/>
                </a:cubicBezTo>
                <a:cubicBezTo>
                  <a:pt x="1351" y="2"/>
                  <a:pt x="1336" y="17"/>
                  <a:pt x="1336" y="36"/>
                </a:cubicBezTo>
                <a:cubicBezTo>
                  <a:pt x="1336" y="139"/>
                  <a:pt x="1336" y="139"/>
                  <a:pt x="1336" y="139"/>
                </a:cubicBezTo>
                <a:cubicBezTo>
                  <a:pt x="1336" y="157"/>
                  <a:pt x="1351" y="173"/>
                  <a:pt x="1370" y="173"/>
                </a:cubicBezTo>
                <a:close/>
                <a:moveTo>
                  <a:pt x="1008" y="323"/>
                </a:moveTo>
                <a:cubicBezTo>
                  <a:pt x="1015" y="316"/>
                  <a:pt x="1018" y="308"/>
                  <a:pt x="1018" y="298"/>
                </a:cubicBezTo>
                <a:cubicBezTo>
                  <a:pt x="1018" y="289"/>
                  <a:pt x="1015" y="281"/>
                  <a:pt x="1008" y="274"/>
                </a:cubicBezTo>
                <a:cubicBezTo>
                  <a:pt x="936" y="202"/>
                  <a:pt x="936" y="202"/>
                  <a:pt x="936" y="202"/>
                </a:cubicBezTo>
                <a:cubicBezTo>
                  <a:pt x="927" y="193"/>
                  <a:pt x="915" y="190"/>
                  <a:pt x="903" y="193"/>
                </a:cubicBezTo>
                <a:cubicBezTo>
                  <a:pt x="891" y="196"/>
                  <a:pt x="881" y="205"/>
                  <a:pt x="878" y="217"/>
                </a:cubicBezTo>
                <a:cubicBezTo>
                  <a:pt x="875" y="229"/>
                  <a:pt x="879" y="242"/>
                  <a:pt x="888" y="250"/>
                </a:cubicBezTo>
                <a:cubicBezTo>
                  <a:pt x="960" y="323"/>
                  <a:pt x="960" y="323"/>
                  <a:pt x="960" y="323"/>
                </a:cubicBezTo>
                <a:cubicBezTo>
                  <a:pt x="966" y="329"/>
                  <a:pt x="975" y="333"/>
                  <a:pt x="984" y="333"/>
                </a:cubicBezTo>
                <a:cubicBezTo>
                  <a:pt x="993" y="333"/>
                  <a:pt x="1002" y="329"/>
                  <a:pt x="1008" y="323"/>
                </a:cubicBezTo>
                <a:close/>
                <a:moveTo>
                  <a:pt x="722" y="651"/>
                </a:moveTo>
                <a:cubicBezTo>
                  <a:pt x="703" y="651"/>
                  <a:pt x="688" y="666"/>
                  <a:pt x="688" y="685"/>
                </a:cubicBezTo>
                <a:cubicBezTo>
                  <a:pt x="688" y="704"/>
                  <a:pt x="703" y="719"/>
                  <a:pt x="722" y="719"/>
                </a:cubicBezTo>
                <a:cubicBezTo>
                  <a:pt x="824" y="719"/>
                  <a:pt x="824" y="719"/>
                  <a:pt x="824" y="719"/>
                </a:cubicBezTo>
                <a:cubicBezTo>
                  <a:pt x="843" y="719"/>
                  <a:pt x="858" y="704"/>
                  <a:pt x="858" y="685"/>
                </a:cubicBezTo>
                <a:cubicBezTo>
                  <a:pt x="858" y="666"/>
                  <a:pt x="843" y="651"/>
                  <a:pt x="824" y="651"/>
                </a:cubicBezTo>
                <a:lnTo>
                  <a:pt x="722" y="651"/>
                </a:lnTo>
                <a:close/>
              </a:path>
            </a:pathLst>
          </a:custGeom>
          <a:solidFill>
            <a:srgbClr val="459FE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50E8E76-7156-06F7-942D-A8B9FC3B5C36}"/>
              </a:ext>
            </a:extLst>
          </p:cNvPr>
          <p:cNvSpPr/>
          <p:nvPr/>
        </p:nvSpPr>
        <p:spPr bwMode="auto">
          <a:xfrm>
            <a:off x="3808761" y="2638557"/>
            <a:ext cx="476450" cy="476450"/>
          </a:xfrm>
          <a:prstGeom prst="ellipse">
            <a:avLst/>
          </a:prstGeom>
          <a:noFill/>
          <a:ln w="6350" cmpd="sng">
            <a:solidFill>
              <a:srgbClr val="459FED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50" name="Freeform 85">
            <a:extLst>
              <a:ext uri="{FF2B5EF4-FFF2-40B4-BE49-F238E27FC236}">
                <a16:creationId xmlns:a16="http://schemas.microsoft.com/office/drawing/2014/main" id="{4FC67ABF-7518-0743-96A0-76105721E1B0}"/>
              </a:ext>
            </a:extLst>
          </p:cNvPr>
          <p:cNvSpPr>
            <a:spLocks noEditPoints="1"/>
          </p:cNvSpPr>
          <p:nvPr/>
        </p:nvSpPr>
        <p:spPr bwMode="auto">
          <a:xfrm>
            <a:off x="3900679" y="3500426"/>
            <a:ext cx="292614" cy="292614"/>
          </a:xfrm>
          <a:custGeom>
            <a:avLst/>
            <a:gdLst>
              <a:gd name="T0" fmla="*/ 167 w 200"/>
              <a:gd name="T1" fmla="*/ 159 h 200"/>
              <a:gd name="T2" fmla="*/ 151 w 200"/>
              <a:gd name="T3" fmla="*/ 145 h 200"/>
              <a:gd name="T4" fmla="*/ 145 w 200"/>
              <a:gd name="T5" fmla="*/ 145 h 200"/>
              <a:gd name="T6" fmla="*/ 160 w 200"/>
              <a:gd name="T7" fmla="*/ 166 h 200"/>
              <a:gd name="T8" fmla="*/ 156 w 200"/>
              <a:gd name="T9" fmla="*/ 178 h 200"/>
              <a:gd name="T10" fmla="*/ 200 w 200"/>
              <a:gd name="T11" fmla="*/ 178 h 200"/>
              <a:gd name="T12" fmla="*/ 178 w 200"/>
              <a:gd name="T13" fmla="*/ 192 h 200"/>
              <a:gd name="T14" fmla="*/ 178 w 200"/>
              <a:gd name="T15" fmla="*/ 164 h 200"/>
              <a:gd name="T16" fmla="*/ 178 w 200"/>
              <a:gd name="T17" fmla="*/ 192 h 200"/>
              <a:gd name="T18" fmla="*/ 33 w 200"/>
              <a:gd name="T19" fmla="*/ 41 h 200"/>
              <a:gd name="T20" fmla="*/ 49 w 200"/>
              <a:gd name="T21" fmla="*/ 55 h 200"/>
              <a:gd name="T22" fmla="*/ 55 w 200"/>
              <a:gd name="T23" fmla="*/ 50 h 200"/>
              <a:gd name="T24" fmla="*/ 41 w 200"/>
              <a:gd name="T25" fmla="*/ 34 h 200"/>
              <a:gd name="T26" fmla="*/ 22 w 200"/>
              <a:gd name="T27" fmla="*/ 0 h 200"/>
              <a:gd name="T28" fmla="*/ 22 w 200"/>
              <a:gd name="T29" fmla="*/ 44 h 200"/>
              <a:gd name="T30" fmla="*/ 36 w 200"/>
              <a:gd name="T31" fmla="*/ 23 h 200"/>
              <a:gd name="T32" fmla="*/ 8 w 200"/>
              <a:gd name="T33" fmla="*/ 23 h 200"/>
              <a:gd name="T34" fmla="*/ 49 w 200"/>
              <a:gd name="T35" fmla="*/ 145 h 200"/>
              <a:gd name="T36" fmla="*/ 33 w 200"/>
              <a:gd name="T37" fmla="*/ 159 h 200"/>
              <a:gd name="T38" fmla="*/ 0 w 200"/>
              <a:gd name="T39" fmla="*/ 178 h 200"/>
              <a:gd name="T40" fmla="*/ 44 w 200"/>
              <a:gd name="T41" fmla="*/ 178 h 200"/>
              <a:gd name="T42" fmla="*/ 40 w 200"/>
              <a:gd name="T43" fmla="*/ 166 h 200"/>
              <a:gd name="T44" fmla="*/ 55 w 200"/>
              <a:gd name="T45" fmla="*/ 145 h 200"/>
              <a:gd name="T46" fmla="*/ 22 w 200"/>
              <a:gd name="T47" fmla="*/ 192 h 200"/>
              <a:gd name="T48" fmla="*/ 22 w 200"/>
              <a:gd name="T49" fmla="*/ 164 h 200"/>
              <a:gd name="T50" fmla="*/ 22 w 200"/>
              <a:gd name="T51" fmla="*/ 192 h 200"/>
              <a:gd name="T52" fmla="*/ 136 w 200"/>
              <a:gd name="T53" fmla="*/ 140 h 200"/>
              <a:gd name="T54" fmla="*/ 140 w 200"/>
              <a:gd name="T55" fmla="*/ 124 h 200"/>
              <a:gd name="T56" fmla="*/ 116 w 200"/>
              <a:gd name="T57" fmla="*/ 87 h 200"/>
              <a:gd name="T58" fmla="*/ 128 w 200"/>
              <a:gd name="T59" fmla="*/ 64 h 200"/>
              <a:gd name="T60" fmla="*/ 72 w 200"/>
              <a:gd name="T61" fmla="*/ 64 h 200"/>
              <a:gd name="T62" fmla="*/ 84 w 200"/>
              <a:gd name="T63" fmla="*/ 87 h 200"/>
              <a:gd name="T64" fmla="*/ 60 w 200"/>
              <a:gd name="T65" fmla="*/ 124 h 200"/>
              <a:gd name="T66" fmla="*/ 64 w 200"/>
              <a:gd name="T67" fmla="*/ 140 h 200"/>
              <a:gd name="T68" fmla="*/ 100 w 200"/>
              <a:gd name="T69" fmla="*/ 44 h 200"/>
              <a:gd name="T70" fmla="*/ 100 w 200"/>
              <a:gd name="T71" fmla="*/ 84 h 200"/>
              <a:gd name="T72" fmla="*/ 68 w 200"/>
              <a:gd name="T73" fmla="*/ 124 h 200"/>
              <a:gd name="T74" fmla="*/ 132 w 200"/>
              <a:gd name="T75" fmla="*/ 124 h 200"/>
              <a:gd name="T76" fmla="*/ 68 w 200"/>
              <a:gd name="T77" fmla="*/ 132 h 200"/>
              <a:gd name="T78" fmla="*/ 151 w 200"/>
              <a:gd name="T79" fmla="*/ 55 h 200"/>
              <a:gd name="T80" fmla="*/ 167 w 200"/>
              <a:gd name="T81" fmla="*/ 41 h 200"/>
              <a:gd name="T82" fmla="*/ 200 w 200"/>
              <a:gd name="T83" fmla="*/ 23 h 200"/>
              <a:gd name="T84" fmla="*/ 156 w 200"/>
              <a:gd name="T85" fmla="*/ 23 h 200"/>
              <a:gd name="T86" fmla="*/ 160 w 200"/>
              <a:gd name="T87" fmla="*/ 35 h 200"/>
              <a:gd name="T88" fmla="*/ 145 w 200"/>
              <a:gd name="T89" fmla="*/ 55 h 200"/>
              <a:gd name="T90" fmla="*/ 178 w 200"/>
              <a:gd name="T91" fmla="*/ 8 h 200"/>
              <a:gd name="T92" fmla="*/ 178 w 200"/>
              <a:gd name="T93" fmla="*/ 37 h 200"/>
              <a:gd name="T94" fmla="*/ 178 w 200"/>
              <a:gd name="T95" fmla="*/ 8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00" h="200">
                <a:moveTo>
                  <a:pt x="178" y="156"/>
                </a:moveTo>
                <a:cubicBezTo>
                  <a:pt x="174" y="156"/>
                  <a:pt x="170" y="157"/>
                  <a:pt x="167" y="159"/>
                </a:cubicBezTo>
                <a:cubicBezTo>
                  <a:pt x="165" y="160"/>
                  <a:pt x="165" y="160"/>
                  <a:pt x="165" y="160"/>
                </a:cubicBezTo>
                <a:cubicBezTo>
                  <a:pt x="151" y="145"/>
                  <a:pt x="151" y="145"/>
                  <a:pt x="151" y="145"/>
                </a:cubicBezTo>
                <a:cubicBezTo>
                  <a:pt x="150" y="145"/>
                  <a:pt x="149" y="144"/>
                  <a:pt x="148" y="144"/>
                </a:cubicBezTo>
                <a:cubicBezTo>
                  <a:pt x="147" y="144"/>
                  <a:pt x="146" y="145"/>
                  <a:pt x="145" y="145"/>
                </a:cubicBezTo>
                <a:cubicBezTo>
                  <a:pt x="143" y="147"/>
                  <a:pt x="143" y="149"/>
                  <a:pt x="145" y="151"/>
                </a:cubicBezTo>
                <a:cubicBezTo>
                  <a:pt x="160" y="166"/>
                  <a:pt x="160" y="166"/>
                  <a:pt x="160" y="166"/>
                </a:cubicBezTo>
                <a:cubicBezTo>
                  <a:pt x="159" y="167"/>
                  <a:pt x="159" y="167"/>
                  <a:pt x="159" y="167"/>
                </a:cubicBezTo>
                <a:cubicBezTo>
                  <a:pt x="157" y="170"/>
                  <a:pt x="156" y="174"/>
                  <a:pt x="156" y="178"/>
                </a:cubicBezTo>
                <a:cubicBezTo>
                  <a:pt x="156" y="190"/>
                  <a:pt x="166" y="200"/>
                  <a:pt x="178" y="200"/>
                </a:cubicBezTo>
                <a:cubicBezTo>
                  <a:pt x="190" y="200"/>
                  <a:pt x="200" y="190"/>
                  <a:pt x="200" y="178"/>
                </a:cubicBezTo>
                <a:cubicBezTo>
                  <a:pt x="200" y="166"/>
                  <a:pt x="190" y="156"/>
                  <a:pt x="178" y="156"/>
                </a:cubicBezTo>
                <a:close/>
                <a:moveTo>
                  <a:pt x="178" y="192"/>
                </a:moveTo>
                <a:cubicBezTo>
                  <a:pt x="170" y="192"/>
                  <a:pt x="164" y="186"/>
                  <a:pt x="164" y="178"/>
                </a:cubicBezTo>
                <a:cubicBezTo>
                  <a:pt x="164" y="171"/>
                  <a:pt x="170" y="164"/>
                  <a:pt x="178" y="164"/>
                </a:cubicBezTo>
                <a:cubicBezTo>
                  <a:pt x="185" y="164"/>
                  <a:pt x="192" y="171"/>
                  <a:pt x="192" y="178"/>
                </a:cubicBezTo>
                <a:cubicBezTo>
                  <a:pt x="192" y="186"/>
                  <a:pt x="185" y="192"/>
                  <a:pt x="178" y="192"/>
                </a:cubicBezTo>
                <a:close/>
                <a:moveTo>
                  <a:pt x="22" y="44"/>
                </a:moveTo>
                <a:cubicBezTo>
                  <a:pt x="26" y="44"/>
                  <a:pt x="30" y="43"/>
                  <a:pt x="33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49" y="55"/>
                  <a:pt x="49" y="55"/>
                  <a:pt x="49" y="55"/>
                </a:cubicBezTo>
                <a:cubicBezTo>
                  <a:pt x="51" y="57"/>
                  <a:pt x="53" y="57"/>
                  <a:pt x="55" y="55"/>
                </a:cubicBezTo>
                <a:cubicBezTo>
                  <a:pt x="56" y="54"/>
                  <a:pt x="56" y="51"/>
                  <a:pt x="55" y="50"/>
                </a:cubicBezTo>
                <a:cubicBezTo>
                  <a:pt x="40" y="35"/>
                  <a:pt x="40" y="35"/>
                  <a:pt x="40" y="35"/>
                </a:cubicBezTo>
                <a:cubicBezTo>
                  <a:pt x="41" y="34"/>
                  <a:pt x="41" y="34"/>
                  <a:pt x="41" y="34"/>
                </a:cubicBezTo>
                <a:cubicBezTo>
                  <a:pt x="43" y="30"/>
                  <a:pt x="44" y="26"/>
                  <a:pt x="44" y="23"/>
                </a:cubicBezTo>
                <a:cubicBezTo>
                  <a:pt x="44" y="10"/>
                  <a:pt x="34" y="0"/>
                  <a:pt x="22" y="0"/>
                </a:cubicBezTo>
                <a:cubicBezTo>
                  <a:pt x="10" y="0"/>
                  <a:pt x="0" y="10"/>
                  <a:pt x="0" y="23"/>
                </a:cubicBezTo>
                <a:cubicBezTo>
                  <a:pt x="0" y="35"/>
                  <a:pt x="10" y="44"/>
                  <a:pt x="22" y="44"/>
                </a:cubicBezTo>
                <a:close/>
                <a:moveTo>
                  <a:pt x="22" y="8"/>
                </a:moveTo>
                <a:cubicBezTo>
                  <a:pt x="30" y="8"/>
                  <a:pt x="36" y="15"/>
                  <a:pt x="36" y="23"/>
                </a:cubicBezTo>
                <a:cubicBezTo>
                  <a:pt x="36" y="30"/>
                  <a:pt x="30" y="37"/>
                  <a:pt x="22" y="37"/>
                </a:cubicBezTo>
                <a:cubicBezTo>
                  <a:pt x="14" y="37"/>
                  <a:pt x="8" y="30"/>
                  <a:pt x="8" y="23"/>
                </a:cubicBezTo>
                <a:cubicBezTo>
                  <a:pt x="8" y="15"/>
                  <a:pt x="15" y="8"/>
                  <a:pt x="22" y="8"/>
                </a:cubicBezTo>
                <a:close/>
                <a:moveTo>
                  <a:pt x="49" y="145"/>
                </a:moveTo>
                <a:cubicBezTo>
                  <a:pt x="35" y="160"/>
                  <a:pt x="35" y="160"/>
                  <a:pt x="35" y="160"/>
                </a:cubicBezTo>
                <a:cubicBezTo>
                  <a:pt x="33" y="159"/>
                  <a:pt x="33" y="159"/>
                  <a:pt x="33" y="159"/>
                </a:cubicBezTo>
                <a:cubicBezTo>
                  <a:pt x="30" y="157"/>
                  <a:pt x="26" y="156"/>
                  <a:pt x="22" y="156"/>
                </a:cubicBezTo>
                <a:cubicBezTo>
                  <a:pt x="10" y="156"/>
                  <a:pt x="0" y="166"/>
                  <a:pt x="0" y="178"/>
                </a:cubicBezTo>
                <a:cubicBezTo>
                  <a:pt x="0" y="190"/>
                  <a:pt x="10" y="200"/>
                  <a:pt x="22" y="200"/>
                </a:cubicBezTo>
                <a:cubicBezTo>
                  <a:pt x="34" y="200"/>
                  <a:pt x="44" y="190"/>
                  <a:pt x="44" y="178"/>
                </a:cubicBezTo>
                <a:cubicBezTo>
                  <a:pt x="44" y="174"/>
                  <a:pt x="43" y="170"/>
                  <a:pt x="41" y="167"/>
                </a:cubicBezTo>
                <a:cubicBezTo>
                  <a:pt x="40" y="166"/>
                  <a:pt x="40" y="166"/>
                  <a:pt x="40" y="166"/>
                </a:cubicBezTo>
                <a:cubicBezTo>
                  <a:pt x="55" y="151"/>
                  <a:pt x="55" y="151"/>
                  <a:pt x="55" y="151"/>
                </a:cubicBezTo>
                <a:cubicBezTo>
                  <a:pt x="56" y="149"/>
                  <a:pt x="56" y="147"/>
                  <a:pt x="55" y="145"/>
                </a:cubicBezTo>
                <a:cubicBezTo>
                  <a:pt x="53" y="144"/>
                  <a:pt x="51" y="144"/>
                  <a:pt x="49" y="145"/>
                </a:cubicBezTo>
                <a:close/>
                <a:moveTo>
                  <a:pt x="22" y="192"/>
                </a:moveTo>
                <a:cubicBezTo>
                  <a:pt x="14" y="192"/>
                  <a:pt x="8" y="186"/>
                  <a:pt x="8" y="178"/>
                </a:cubicBezTo>
                <a:cubicBezTo>
                  <a:pt x="8" y="171"/>
                  <a:pt x="15" y="164"/>
                  <a:pt x="22" y="164"/>
                </a:cubicBezTo>
                <a:cubicBezTo>
                  <a:pt x="30" y="164"/>
                  <a:pt x="36" y="171"/>
                  <a:pt x="36" y="178"/>
                </a:cubicBezTo>
                <a:cubicBezTo>
                  <a:pt x="36" y="186"/>
                  <a:pt x="30" y="192"/>
                  <a:pt x="22" y="192"/>
                </a:cubicBezTo>
                <a:close/>
                <a:moveTo>
                  <a:pt x="64" y="140"/>
                </a:moveTo>
                <a:cubicBezTo>
                  <a:pt x="136" y="140"/>
                  <a:pt x="136" y="140"/>
                  <a:pt x="136" y="140"/>
                </a:cubicBezTo>
                <a:cubicBezTo>
                  <a:pt x="138" y="140"/>
                  <a:pt x="140" y="138"/>
                  <a:pt x="140" y="136"/>
                </a:cubicBezTo>
                <a:cubicBezTo>
                  <a:pt x="140" y="124"/>
                  <a:pt x="140" y="124"/>
                  <a:pt x="140" y="124"/>
                </a:cubicBezTo>
                <a:cubicBezTo>
                  <a:pt x="140" y="109"/>
                  <a:pt x="132" y="96"/>
                  <a:pt x="118" y="89"/>
                </a:cubicBezTo>
                <a:cubicBezTo>
                  <a:pt x="116" y="87"/>
                  <a:pt x="116" y="87"/>
                  <a:pt x="116" y="87"/>
                </a:cubicBezTo>
                <a:cubicBezTo>
                  <a:pt x="118" y="86"/>
                  <a:pt x="118" y="86"/>
                  <a:pt x="118" y="86"/>
                </a:cubicBezTo>
                <a:cubicBezTo>
                  <a:pt x="124" y="80"/>
                  <a:pt x="128" y="72"/>
                  <a:pt x="128" y="64"/>
                </a:cubicBezTo>
                <a:cubicBezTo>
                  <a:pt x="128" y="49"/>
                  <a:pt x="115" y="37"/>
                  <a:pt x="100" y="37"/>
                </a:cubicBezTo>
                <a:cubicBezTo>
                  <a:pt x="85" y="37"/>
                  <a:pt x="72" y="49"/>
                  <a:pt x="72" y="64"/>
                </a:cubicBezTo>
                <a:cubicBezTo>
                  <a:pt x="72" y="72"/>
                  <a:pt x="76" y="80"/>
                  <a:pt x="82" y="86"/>
                </a:cubicBezTo>
                <a:cubicBezTo>
                  <a:pt x="84" y="87"/>
                  <a:pt x="84" y="87"/>
                  <a:pt x="84" y="87"/>
                </a:cubicBezTo>
                <a:cubicBezTo>
                  <a:pt x="81" y="89"/>
                  <a:pt x="81" y="89"/>
                  <a:pt x="81" y="89"/>
                </a:cubicBezTo>
                <a:cubicBezTo>
                  <a:pt x="68" y="96"/>
                  <a:pt x="60" y="109"/>
                  <a:pt x="60" y="124"/>
                </a:cubicBezTo>
                <a:cubicBezTo>
                  <a:pt x="60" y="136"/>
                  <a:pt x="60" y="136"/>
                  <a:pt x="60" y="136"/>
                </a:cubicBezTo>
                <a:cubicBezTo>
                  <a:pt x="60" y="138"/>
                  <a:pt x="62" y="140"/>
                  <a:pt x="64" y="140"/>
                </a:cubicBezTo>
                <a:close/>
                <a:moveTo>
                  <a:pt x="80" y="64"/>
                </a:moveTo>
                <a:cubicBezTo>
                  <a:pt x="80" y="53"/>
                  <a:pt x="89" y="44"/>
                  <a:pt x="100" y="44"/>
                </a:cubicBezTo>
                <a:cubicBezTo>
                  <a:pt x="111" y="44"/>
                  <a:pt x="120" y="53"/>
                  <a:pt x="120" y="64"/>
                </a:cubicBezTo>
                <a:cubicBezTo>
                  <a:pt x="120" y="75"/>
                  <a:pt x="111" y="84"/>
                  <a:pt x="100" y="84"/>
                </a:cubicBezTo>
                <a:cubicBezTo>
                  <a:pt x="89" y="84"/>
                  <a:pt x="80" y="75"/>
                  <a:pt x="80" y="64"/>
                </a:cubicBezTo>
                <a:close/>
                <a:moveTo>
                  <a:pt x="68" y="124"/>
                </a:moveTo>
                <a:cubicBezTo>
                  <a:pt x="68" y="107"/>
                  <a:pt x="82" y="92"/>
                  <a:pt x="100" y="92"/>
                </a:cubicBezTo>
                <a:cubicBezTo>
                  <a:pt x="118" y="92"/>
                  <a:pt x="132" y="107"/>
                  <a:pt x="132" y="124"/>
                </a:cubicBezTo>
                <a:cubicBezTo>
                  <a:pt x="132" y="132"/>
                  <a:pt x="132" y="132"/>
                  <a:pt x="132" y="132"/>
                </a:cubicBezTo>
                <a:cubicBezTo>
                  <a:pt x="68" y="132"/>
                  <a:pt x="68" y="132"/>
                  <a:pt x="68" y="132"/>
                </a:cubicBezTo>
                <a:lnTo>
                  <a:pt x="68" y="124"/>
                </a:lnTo>
                <a:close/>
                <a:moveTo>
                  <a:pt x="151" y="55"/>
                </a:moveTo>
                <a:cubicBezTo>
                  <a:pt x="165" y="41"/>
                  <a:pt x="165" y="41"/>
                  <a:pt x="165" y="41"/>
                </a:cubicBezTo>
                <a:cubicBezTo>
                  <a:pt x="167" y="41"/>
                  <a:pt x="167" y="41"/>
                  <a:pt x="167" y="41"/>
                </a:cubicBezTo>
                <a:cubicBezTo>
                  <a:pt x="170" y="43"/>
                  <a:pt x="174" y="44"/>
                  <a:pt x="178" y="44"/>
                </a:cubicBezTo>
                <a:cubicBezTo>
                  <a:pt x="190" y="44"/>
                  <a:pt x="200" y="35"/>
                  <a:pt x="200" y="23"/>
                </a:cubicBezTo>
                <a:cubicBezTo>
                  <a:pt x="200" y="10"/>
                  <a:pt x="190" y="0"/>
                  <a:pt x="178" y="0"/>
                </a:cubicBezTo>
                <a:cubicBezTo>
                  <a:pt x="166" y="0"/>
                  <a:pt x="156" y="10"/>
                  <a:pt x="156" y="23"/>
                </a:cubicBezTo>
                <a:cubicBezTo>
                  <a:pt x="156" y="26"/>
                  <a:pt x="157" y="30"/>
                  <a:pt x="159" y="34"/>
                </a:cubicBezTo>
                <a:cubicBezTo>
                  <a:pt x="160" y="35"/>
                  <a:pt x="160" y="35"/>
                  <a:pt x="160" y="35"/>
                </a:cubicBezTo>
                <a:cubicBezTo>
                  <a:pt x="145" y="50"/>
                  <a:pt x="145" y="50"/>
                  <a:pt x="145" y="50"/>
                </a:cubicBezTo>
                <a:cubicBezTo>
                  <a:pt x="143" y="51"/>
                  <a:pt x="143" y="54"/>
                  <a:pt x="145" y="55"/>
                </a:cubicBezTo>
                <a:cubicBezTo>
                  <a:pt x="146" y="57"/>
                  <a:pt x="149" y="57"/>
                  <a:pt x="151" y="55"/>
                </a:cubicBezTo>
                <a:close/>
                <a:moveTo>
                  <a:pt x="178" y="8"/>
                </a:moveTo>
                <a:cubicBezTo>
                  <a:pt x="185" y="8"/>
                  <a:pt x="192" y="15"/>
                  <a:pt x="192" y="23"/>
                </a:cubicBezTo>
                <a:cubicBezTo>
                  <a:pt x="192" y="30"/>
                  <a:pt x="185" y="37"/>
                  <a:pt x="178" y="37"/>
                </a:cubicBezTo>
                <a:cubicBezTo>
                  <a:pt x="170" y="37"/>
                  <a:pt x="164" y="30"/>
                  <a:pt x="164" y="23"/>
                </a:cubicBezTo>
                <a:cubicBezTo>
                  <a:pt x="164" y="15"/>
                  <a:pt x="170" y="8"/>
                  <a:pt x="178" y="8"/>
                </a:cubicBezTo>
                <a:close/>
              </a:path>
            </a:pathLst>
          </a:custGeom>
          <a:solidFill>
            <a:srgbClr val="459FE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BD1432F-BD82-B785-6265-40B21122EE77}"/>
              </a:ext>
            </a:extLst>
          </p:cNvPr>
          <p:cNvSpPr/>
          <p:nvPr/>
        </p:nvSpPr>
        <p:spPr bwMode="auto">
          <a:xfrm>
            <a:off x="3808761" y="3408508"/>
            <a:ext cx="476450" cy="476450"/>
          </a:xfrm>
          <a:prstGeom prst="ellipse">
            <a:avLst/>
          </a:prstGeom>
          <a:noFill/>
          <a:ln w="6350" cmpd="sng">
            <a:solidFill>
              <a:srgbClr val="459FED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53" name="Freeform 37">
            <a:extLst>
              <a:ext uri="{FF2B5EF4-FFF2-40B4-BE49-F238E27FC236}">
                <a16:creationId xmlns:a16="http://schemas.microsoft.com/office/drawing/2014/main" id="{2111CEE7-27D8-15D8-5E61-7F05D4D43CE8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6078203" y="1938859"/>
            <a:ext cx="337444" cy="335945"/>
          </a:xfrm>
          <a:custGeom>
            <a:avLst/>
            <a:gdLst>
              <a:gd name="T0" fmla="*/ 130 w 260"/>
              <a:gd name="T1" fmla="*/ 0 h 260"/>
              <a:gd name="T2" fmla="*/ 0 w 260"/>
              <a:gd name="T3" fmla="*/ 130 h 260"/>
              <a:gd name="T4" fmla="*/ 130 w 260"/>
              <a:gd name="T5" fmla="*/ 260 h 260"/>
              <a:gd name="T6" fmla="*/ 260 w 260"/>
              <a:gd name="T7" fmla="*/ 130 h 260"/>
              <a:gd name="T8" fmla="*/ 130 w 260"/>
              <a:gd name="T9" fmla="*/ 0 h 260"/>
              <a:gd name="T10" fmla="*/ 130 w 260"/>
              <a:gd name="T11" fmla="*/ 244 h 260"/>
              <a:gd name="T12" fmla="*/ 16 w 260"/>
              <a:gd name="T13" fmla="*/ 130 h 260"/>
              <a:gd name="T14" fmla="*/ 130 w 260"/>
              <a:gd name="T15" fmla="*/ 16 h 260"/>
              <a:gd name="T16" fmla="*/ 244 w 260"/>
              <a:gd name="T17" fmla="*/ 130 h 260"/>
              <a:gd name="T18" fmla="*/ 130 w 260"/>
              <a:gd name="T19" fmla="*/ 244 h 260"/>
              <a:gd name="T20" fmla="*/ 130 w 260"/>
              <a:gd name="T21" fmla="*/ 113 h 260"/>
              <a:gd name="T22" fmla="*/ 122 w 260"/>
              <a:gd name="T23" fmla="*/ 121 h 260"/>
              <a:gd name="T24" fmla="*/ 122 w 260"/>
              <a:gd name="T25" fmla="*/ 189 h 260"/>
              <a:gd name="T26" fmla="*/ 130 w 260"/>
              <a:gd name="T27" fmla="*/ 197 h 260"/>
              <a:gd name="T28" fmla="*/ 138 w 260"/>
              <a:gd name="T29" fmla="*/ 189 h 260"/>
              <a:gd name="T30" fmla="*/ 138 w 260"/>
              <a:gd name="T31" fmla="*/ 121 h 260"/>
              <a:gd name="T32" fmla="*/ 130 w 260"/>
              <a:gd name="T33" fmla="*/ 113 h 260"/>
              <a:gd name="T34" fmla="*/ 130 w 260"/>
              <a:gd name="T35" fmla="*/ 65 h 260"/>
              <a:gd name="T36" fmla="*/ 143 w 260"/>
              <a:gd name="T37" fmla="*/ 78 h 260"/>
              <a:gd name="T38" fmla="*/ 130 w 260"/>
              <a:gd name="T39" fmla="*/ 92 h 260"/>
              <a:gd name="T40" fmla="*/ 117 w 260"/>
              <a:gd name="T41" fmla="*/ 78 h 260"/>
              <a:gd name="T42" fmla="*/ 130 w 260"/>
              <a:gd name="T43" fmla="*/ 65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60" h="260">
                <a:moveTo>
                  <a:pt x="130" y="0"/>
                </a:moveTo>
                <a:cubicBezTo>
                  <a:pt x="58" y="0"/>
                  <a:pt x="0" y="58"/>
                  <a:pt x="0" y="130"/>
                </a:cubicBezTo>
                <a:cubicBezTo>
                  <a:pt x="0" y="202"/>
                  <a:pt x="58" y="260"/>
                  <a:pt x="130" y="260"/>
                </a:cubicBezTo>
                <a:cubicBezTo>
                  <a:pt x="202" y="260"/>
                  <a:pt x="260" y="202"/>
                  <a:pt x="260" y="130"/>
                </a:cubicBezTo>
                <a:cubicBezTo>
                  <a:pt x="260" y="58"/>
                  <a:pt x="202" y="0"/>
                  <a:pt x="130" y="0"/>
                </a:cubicBezTo>
                <a:close/>
                <a:moveTo>
                  <a:pt x="130" y="244"/>
                </a:moveTo>
                <a:cubicBezTo>
                  <a:pt x="67" y="244"/>
                  <a:pt x="16" y="193"/>
                  <a:pt x="16" y="130"/>
                </a:cubicBezTo>
                <a:cubicBezTo>
                  <a:pt x="16" y="67"/>
                  <a:pt x="67" y="16"/>
                  <a:pt x="130" y="16"/>
                </a:cubicBezTo>
                <a:cubicBezTo>
                  <a:pt x="193" y="16"/>
                  <a:pt x="244" y="67"/>
                  <a:pt x="244" y="130"/>
                </a:cubicBezTo>
                <a:cubicBezTo>
                  <a:pt x="244" y="193"/>
                  <a:pt x="193" y="244"/>
                  <a:pt x="130" y="244"/>
                </a:cubicBezTo>
                <a:close/>
                <a:moveTo>
                  <a:pt x="130" y="113"/>
                </a:moveTo>
                <a:cubicBezTo>
                  <a:pt x="126" y="113"/>
                  <a:pt x="122" y="117"/>
                  <a:pt x="122" y="121"/>
                </a:cubicBezTo>
                <a:cubicBezTo>
                  <a:pt x="122" y="189"/>
                  <a:pt x="122" y="189"/>
                  <a:pt x="122" y="189"/>
                </a:cubicBezTo>
                <a:cubicBezTo>
                  <a:pt x="122" y="194"/>
                  <a:pt x="126" y="197"/>
                  <a:pt x="130" y="197"/>
                </a:cubicBezTo>
                <a:cubicBezTo>
                  <a:pt x="134" y="197"/>
                  <a:pt x="138" y="194"/>
                  <a:pt x="138" y="189"/>
                </a:cubicBezTo>
                <a:cubicBezTo>
                  <a:pt x="138" y="121"/>
                  <a:pt x="138" y="121"/>
                  <a:pt x="138" y="121"/>
                </a:cubicBezTo>
                <a:cubicBezTo>
                  <a:pt x="138" y="117"/>
                  <a:pt x="134" y="113"/>
                  <a:pt x="130" y="113"/>
                </a:cubicBezTo>
                <a:close/>
                <a:moveTo>
                  <a:pt x="130" y="65"/>
                </a:moveTo>
                <a:cubicBezTo>
                  <a:pt x="137" y="65"/>
                  <a:pt x="143" y="71"/>
                  <a:pt x="143" y="78"/>
                </a:cubicBezTo>
                <a:cubicBezTo>
                  <a:pt x="143" y="86"/>
                  <a:pt x="137" y="92"/>
                  <a:pt x="130" y="92"/>
                </a:cubicBezTo>
                <a:cubicBezTo>
                  <a:pt x="123" y="92"/>
                  <a:pt x="117" y="86"/>
                  <a:pt x="117" y="78"/>
                </a:cubicBezTo>
                <a:cubicBezTo>
                  <a:pt x="117" y="71"/>
                  <a:pt x="123" y="65"/>
                  <a:pt x="130" y="65"/>
                </a:cubicBezTo>
                <a:close/>
              </a:path>
            </a:pathLst>
          </a:custGeom>
          <a:solidFill>
            <a:srgbClr val="459FE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52186A7-5C11-99D2-5BF9-5A2B54584041}"/>
              </a:ext>
            </a:extLst>
          </p:cNvPr>
          <p:cNvSpPr/>
          <p:nvPr/>
        </p:nvSpPr>
        <p:spPr bwMode="auto">
          <a:xfrm>
            <a:off x="6008700" y="1868606"/>
            <a:ext cx="476450" cy="476450"/>
          </a:xfrm>
          <a:prstGeom prst="ellipse">
            <a:avLst/>
          </a:prstGeom>
          <a:noFill/>
          <a:ln w="6350" cmpd="sng">
            <a:solidFill>
              <a:srgbClr val="459FED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56" name="Freeform 9">
            <a:extLst>
              <a:ext uri="{FF2B5EF4-FFF2-40B4-BE49-F238E27FC236}">
                <a16:creationId xmlns:a16="http://schemas.microsoft.com/office/drawing/2014/main" id="{116AB6DA-9ADE-FE9E-D64C-B60355D20575}"/>
              </a:ext>
            </a:extLst>
          </p:cNvPr>
          <p:cNvSpPr>
            <a:spLocks noEditPoints="1"/>
          </p:cNvSpPr>
          <p:nvPr/>
        </p:nvSpPr>
        <p:spPr bwMode="auto">
          <a:xfrm>
            <a:off x="6089814" y="2713444"/>
            <a:ext cx="314223" cy="309695"/>
          </a:xfrm>
          <a:custGeom>
            <a:avLst/>
            <a:gdLst>
              <a:gd name="T0" fmla="*/ 123 w 200"/>
              <a:gd name="T1" fmla="*/ 19 h 198"/>
              <a:gd name="T2" fmla="*/ 100 w 200"/>
              <a:gd name="T3" fmla="*/ 0 h 198"/>
              <a:gd name="T4" fmla="*/ 27 w 200"/>
              <a:gd name="T5" fmla="*/ 19 h 198"/>
              <a:gd name="T6" fmla="*/ 23 w 200"/>
              <a:gd name="T7" fmla="*/ 75 h 198"/>
              <a:gd name="T8" fmla="*/ 0 w 200"/>
              <a:gd name="T9" fmla="*/ 100 h 198"/>
              <a:gd name="T10" fmla="*/ 23 w 200"/>
              <a:gd name="T11" fmla="*/ 125 h 198"/>
              <a:gd name="T12" fmla="*/ 27 w 200"/>
              <a:gd name="T13" fmla="*/ 178 h 198"/>
              <a:gd name="T14" fmla="*/ 60 w 200"/>
              <a:gd name="T15" fmla="*/ 186 h 198"/>
              <a:gd name="T16" fmla="*/ 62 w 200"/>
              <a:gd name="T17" fmla="*/ 192 h 198"/>
              <a:gd name="T18" fmla="*/ 74 w 200"/>
              <a:gd name="T19" fmla="*/ 182 h 198"/>
              <a:gd name="T20" fmla="*/ 127 w 200"/>
              <a:gd name="T21" fmla="*/ 175 h 198"/>
              <a:gd name="T22" fmla="*/ 74 w 200"/>
              <a:gd name="T23" fmla="*/ 167 h 198"/>
              <a:gd name="T24" fmla="*/ 60 w 200"/>
              <a:gd name="T25" fmla="*/ 158 h 198"/>
              <a:gd name="T26" fmla="*/ 67 w 200"/>
              <a:gd name="T27" fmla="*/ 171 h 198"/>
              <a:gd name="T28" fmla="*/ 31 w 200"/>
              <a:gd name="T29" fmla="*/ 125 h 198"/>
              <a:gd name="T30" fmla="*/ 76 w 200"/>
              <a:gd name="T31" fmla="*/ 104 h 198"/>
              <a:gd name="T32" fmla="*/ 80 w 200"/>
              <a:gd name="T33" fmla="*/ 123 h 198"/>
              <a:gd name="T34" fmla="*/ 123 w 200"/>
              <a:gd name="T35" fmla="*/ 119 h 198"/>
              <a:gd name="T36" fmla="*/ 119 w 200"/>
              <a:gd name="T37" fmla="*/ 76 h 198"/>
              <a:gd name="T38" fmla="*/ 76 w 200"/>
              <a:gd name="T39" fmla="*/ 80 h 198"/>
              <a:gd name="T40" fmla="*/ 52 w 200"/>
              <a:gd name="T41" fmla="*/ 96 h 198"/>
              <a:gd name="T42" fmla="*/ 31 w 200"/>
              <a:gd name="T43" fmla="*/ 27 h 198"/>
              <a:gd name="T44" fmla="*/ 100 w 200"/>
              <a:gd name="T45" fmla="*/ 46 h 198"/>
              <a:gd name="T46" fmla="*/ 123 w 200"/>
              <a:gd name="T47" fmla="*/ 27 h 198"/>
              <a:gd name="T48" fmla="*/ 164 w 200"/>
              <a:gd name="T49" fmla="*/ 23 h 198"/>
              <a:gd name="T50" fmla="*/ 80 w 200"/>
              <a:gd name="T51" fmla="*/ 175 h 198"/>
              <a:gd name="T52" fmla="*/ 119 w 200"/>
              <a:gd name="T53" fmla="*/ 175 h 198"/>
              <a:gd name="T54" fmla="*/ 80 w 200"/>
              <a:gd name="T55" fmla="*/ 175 h 198"/>
              <a:gd name="T56" fmla="*/ 80 w 200"/>
              <a:gd name="T57" fmla="*/ 176 h 198"/>
              <a:gd name="T58" fmla="*/ 84 w 200"/>
              <a:gd name="T59" fmla="*/ 84 h 198"/>
              <a:gd name="T60" fmla="*/ 115 w 200"/>
              <a:gd name="T61" fmla="*/ 115 h 198"/>
              <a:gd name="T62" fmla="*/ 84 w 200"/>
              <a:gd name="T63" fmla="*/ 84 h 198"/>
              <a:gd name="T64" fmla="*/ 27 w 200"/>
              <a:gd name="T65" fmla="*/ 118 h 198"/>
              <a:gd name="T66" fmla="*/ 27 w 200"/>
              <a:gd name="T67" fmla="*/ 82 h 198"/>
              <a:gd name="T68" fmla="*/ 100 w 200"/>
              <a:gd name="T69" fmla="*/ 39 h 198"/>
              <a:gd name="T70" fmla="*/ 84 w 200"/>
              <a:gd name="T71" fmla="*/ 23 h 198"/>
              <a:gd name="T72" fmla="*/ 100 w 200"/>
              <a:gd name="T73" fmla="*/ 7 h 198"/>
              <a:gd name="T74" fmla="*/ 100 w 200"/>
              <a:gd name="T75" fmla="*/ 39 h 198"/>
              <a:gd name="T76" fmla="*/ 100 w 200"/>
              <a:gd name="T77" fmla="*/ 39 h 198"/>
              <a:gd name="T78" fmla="*/ 180 w 200"/>
              <a:gd name="T79" fmla="*/ 76 h 198"/>
              <a:gd name="T80" fmla="*/ 176 w 200"/>
              <a:gd name="T81" fmla="*/ 35 h 198"/>
              <a:gd name="T82" fmla="*/ 172 w 200"/>
              <a:gd name="T83" fmla="*/ 76 h 198"/>
              <a:gd name="T84" fmla="*/ 153 w 200"/>
              <a:gd name="T85" fmla="*/ 80 h 198"/>
              <a:gd name="T86" fmla="*/ 157 w 200"/>
              <a:gd name="T87" fmla="*/ 123 h 198"/>
              <a:gd name="T88" fmla="*/ 200 w 200"/>
              <a:gd name="T89" fmla="*/ 119 h 198"/>
              <a:gd name="T90" fmla="*/ 196 w 200"/>
              <a:gd name="T91" fmla="*/ 76 h 198"/>
              <a:gd name="T92" fmla="*/ 161 w 200"/>
              <a:gd name="T93" fmla="*/ 115 h 198"/>
              <a:gd name="T94" fmla="*/ 192 w 200"/>
              <a:gd name="T95" fmla="*/ 84 h 198"/>
              <a:gd name="T96" fmla="*/ 192 w 200"/>
              <a:gd name="T97" fmla="*/ 115 h 198"/>
              <a:gd name="T98" fmla="*/ 176 w 200"/>
              <a:gd name="T99" fmla="*/ 27 h 198"/>
              <a:gd name="T100" fmla="*/ 176 w 200"/>
              <a:gd name="T101" fmla="*/ 19 h 198"/>
              <a:gd name="T102" fmla="*/ 180 w 200"/>
              <a:gd name="T103" fmla="*/ 23 h 198"/>
              <a:gd name="T104" fmla="*/ 176 w 200"/>
              <a:gd name="T105" fmla="*/ 27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198">
                <a:moveTo>
                  <a:pt x="160" y="19"/>
                </a:moveTo>
                <a:cubicBezTo>
                  <a:pt x="123" y="19"/>
                  <a:pt x="123" y="19"/>
                  <a:pt x="123" y="19"/>
                </a:cubicBezTo>
                <a:cubicBezTo>
                  <a:pt x="121" y="8"/>
                  <a:pt x="111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88" y="0"/>
                  <a:pt x="78" y="8"/>
                  <a:pt x="7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5" y="19"/>
                  <a:pt x="23" y="21"/>
                  <a:pt x="23" y="23"/>
                </a:cubicBezTo>
                <a:cubicBezTo>
                  <a:pt x="23" y="75"/>
                  <a:pt x="23" y="75"/>
                  <a:pt x="23" y="75"/>
                </a:cubicBezTo>
                <a:cubicBezTo>
                  <a:pt x="1" y="97"/>
                  <a:pt x="1" y="97"/>
                  <a:pt x="1" y="97"/>
                </a:cubicBezTo>
                <a:cubicBezTo>
                  <a:pt x="0" y="98"/>
                  <a:pt x="0" y="99"/>
                  <a:pt x="0" y="100"/>
                </a:cubicBezTo>
                <a:cubicBezTo>
                  <a:pt x="0" y="101"/>
                  <a:pt x="0" y="102"/>
                  <a:pt x="1" y="102"/>
                </a:cubicBezTo>
                <a:cubicBezTo>
                  <a:pt x="23" y="125"/>
                  <a:pt x="23" y="125"/>
                  <a:pt x="23" y="125"/>
                </a:cubicBezTo>
                <a:cubicBezTo>
                  <a:pt x="23" y="175"/>
                  <a:pt x="23" y="175"/>
                  <a:pt x="23" y="175"/>
                </a:cubicBezTo>
                <a:cubicBezTo>
                  <a:pt x="23" y="177"/>
                  <a:pt x="25" y="178"/>
                  <a:pt x="27" y="178"/>
                </a:cubicBezTo>
                <a:cubicBezTo>
                  <a:pt x="67" y="178"/>
                  <a:pt x="67" y="178"/>
                  <a:pt x="67" y="178"/>
                </a:cubicBezTo>
                <a:cubicBezTo>
                  <a:pt x="60" y="186"/>
                  <a:pt x="60" y="186"/>
                  <a:pt x="60" y="186"/>
                </a:cubicBezTo>
                <a:cubicBezTo>
                  <a:pt x="58" y="187"/>
                  <a:pt x="58" y="190"/>
                  <a:pt x="60" y="191"/>
                </a:cubicBezTo>
                <a:cubicBezTo>
                  <a:pt x="60" y="192"/>
                  <a:pt x="61" y="192"/>
                  <a:pt x="62" y="192"/>
                </a:cubicBezTo>
                <a:cubicBezTo>
                  <a:pt x="63" y="192"/>
                  <a:pt x="64" y="192"/>
                  <a:pt x="65" y="191"/>
                </a:cubicBezTo>
                <a:cubicBezTo>
                  <a:pt x="74" y="182"/>
                  <a:pt x="74" y="182"/>
                  <a:pt x="74" y="182"/>
                </a:cubicBezTo>
                <a:cubicBezTo>
                  <a:pt x="78" y="192"/>
                  <a:pt x="88" y="198"/>
                  <a:pt x="100" y="198"/>
                </a:cubicBezTo>
                <a:cubicBezTo>
                  <a:pt x="115" y="198"/>
                  <a:pt x="127" y="188"/>
                  <a:pt x="127" y="175"/>
                </a:cubicBezTo>
                <a:cubicBezTo>
                  <a:pt x="127" y="162"/>
                  <a:pt x="115" y="151"/>
                  <a:pt x="100" y="151"/>
                </a:cubicBezTo>
                <a:cubicBezTo>
                  <a:pt x="88" y="151"/>
                  <a:pt x="78" y="158"/>
                  <a:pt x="74" y="167"/>
                </a:cubicBezTo>
                <a:cubicBezTo>
                  <a:pt x="65" y="158"/>
                  <a:pt x="65" y="158"/>
                  <a:pt x="65" y="158"/>
                </a:cubicBezTo>
                <a:cubicBezTo>
                  <a:pt x="64" y="156"/>
                  <a:pt x="61" y="156"/>
                  <a:pt x="60" y="158"/>
                </a:cubicBezTo>
                <a:cubicBezTo>
                  <a:pt x="58" y="160"/>
                  <a:pt x="58" y="162"/>
                  <a:pt x="60" y="164"/>
                </a:cubicBezTo>
                <a:cubicBezTo>
                  <a:pt x="67" y="171"/>
                  <a:pt x="67" y="171"/>
                  <a:pt x="67" y="171"/>
                </a:cubicBezTo>
                <a:cubicBezTo>
                  <a:pt x="31" y="171"/>
                  <a:pt x="31" y="171"/>
                  <a:pt x="31" y="171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52" y="103"/>
                  <a:pt x="52" y="103"/>
                  <a:pt x="52" y="103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76" y="119"/>
                  <a:pt x="76" y="119"/>
                  <a:pt x="76" y="119"/>
                </a:cubicBezTo>
                <a:cubicBezTo>
                  <a:pt x="76" y="121"/>
                  <a:pt x="78" y="123"/>
                  <a:pt x="80" y="123"/>
                </a:cubicBezTo>
                <a:cubicBezTo>
                  <a:pt x="119" y="123"/>
                  <a:pt x="119" y="123"/>
                  <a:pt x="119" y="123"/>
                </a:cubicBezTo>
                <a:cubicBezTo>
                  <a:pt x="122" y="123"/>
                  <a:pt x="123" y="121"/>
                  <a:pt x="123" y="119"/>
                </a:cubicBezTo>
                <a:cubicBezTo>
                  <a:pt x="123" y="80"/>
                  <a:pt x="123" y="80"/>
                  <a:pt x="123" y="80"/>
                </a:cubicBezTo>
                <a:cubicBezTo>
                  <a:pt x="123" y="78"/>
                  <a:pt x="122" y="76"/>
                  <a:pt x="119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78" y="76"/>
                  <a:pt x="76" y="78"/>
                  <a:pt x="76" y="80"/>
                </a:cubicBezTo>
                <a:cubicBezTo>
                  <a:pt x="76" y="96"/>
                  <a:pt x="76" y="96"/>
                  <a:pt x="76" y="96"/>
                </a:cubicBezTo>
                <a:cubicBezTo>
                  <a:pt x="52" y="96"/>
                  <a:pt x="52" y="96"/>
                  <a:pt x="52" y="96"/>
                </a:cubicBezTo>
                <a:cubicBezTo>
                  <a:pt x="31" y="75"/>
                  <a:pt x="31" y="75"/>
                  <a:pt x="31" y="75"/>
                </a:cubicBezTo>
                <a:cubicBezTo>
                  <a:pt x="31" y="27"/>
                  <a:pt x="31" y="27"/>
                  <a:pt x="31" y="27"/>
                </a:cubicBezTo>
                <a:cubicBezTo>
                  <a:pt x="77" y="27"/>
                  <a:pt x="77" y="27"/>
                  <a:pt x="77" y="27"/>
                </a:cubicBezTo>
                <a:cubicBezTo>
                  <a:pt x="78" y="38"/>
                  <a:pt x="88" y="46"/>
                  <a:pt x="100" y="46"/>
                </a:cubicBezTo>
                <a:cubicBezTo>
                  <a:pt x="100" y="46"/>
                  <a:pt x="100" y="46"/>
                  <a:pt x="100" y="46"/>
                </a:cubicBezTo>
                <a:cubicBezTo>
                  <a:pt x="111" y="46"/>
                  <a:pt x="121" y="38"/>
                  <a:pt x="123" y="27"/>
                </a:cubicBezTo>
                <a:cubicBezTo>
                  <a:pt x="160" y="27"/>
                  <a:pt x="160" y="27"/>
                  <a:pt x="160" y="27"/>
                </a:cubicBezTo>
                <a:cubicBezTo>
                  <a:pt x="162" y="27"/>
                  <a:pt x="164" y="25"/>
                  <a:pt x="164" y="23"/>
                </a:cubicBezTo>
                <a:cubicBezTo>
                  <a:pt x="164" y="21"/>
                  <a:pt x="162" y="19"/>
                  <a:pt x="160" y="19"/>
                </a:cubicBezTo>
                <a:close/>
                <a:moveTo>
                  <a:pt x="80" y="175"/>
                </a:moveTo>
                <a:cubicBezTo>
                  <a:pt x="80" y="166"/>
                  <a:pt x="89" y="159"/>
                  <a:pt x="100" y="159"/>
                </a:cubicBezTo>
                <a:cubicBezTo>
                  <a:pt x="111" y="159"/>
                  <a:pt x="119" y="166"/>
                  <a:pt x="119" y="175"/>
                </a:cubicBezTo>
                <a:cubicBezTo>
                  <a:pt x="119" y="183"/>
                  <a:pt x="111" y="190"/>
                  <a:pt x="100" y="190"/>
                </a:cubicBezTo>
                <a:cubicBezTo>
                  <a:pt x="89" y="190"/>
                  <a:pt x="80" y="183"/>
                  <a:pt x="80" y="175"/>
                </a:cubicBezTo>
                <a:close/>
                <a:moveTo>
                  <a:pt x="80" y="175"/>
                </a:moveTo>
                <a:cubicBezTo>
                  <a:pt x="80" y="176"/>
                  <a:pt x="80" y="176"/>
                  <a:pt x="80" y="176"/>
                </a:cubicBezTo>
                <a:cubicBezTo>
                  <a:pt x="80" y="176"/>
                  <a:pt x="80" y="176"/>
                  <a:pt x="80" y="175"/>
                </a:cubicBezTo>
                <a:close/>
                <a:moveTo>
                  <a:pt x="84" y="84"/>
                </a:moveTo>
                <a:cubicBezTo>
                  <a:pt x="115" y="84"/>
                  <a:pt x="115" y="84"/>
                  <a:pt x="115" y="84"/>
                </a:cubicBezTo>
                <a:cubicBezTo>
                  <a:pt x="115" y="115"/>
                  <a:pt x="115" y="115"/>
                  <a:pt x="115" y="115"/>
                </a:cubicBezTo>
                <a:cubicBezTo>
                  <a:pt x="84" y="115"/>
                  <a:pt x="84" y="115"/>
                  <a:pt x="84" y="115"/>
                </a:cubicBezTo>
                <a:lnTo>
                  <a:pt x="84" y="84"/>
                </a:lnTo>
                <a:close/>
                <a:moveTo>
                  <a:pt x="45" y="100"/>
                </a:moveTo>
                <a:cubicBezTo>
                  <a:pt x="27" y="118"/>
                  <a:pt x="27" y="118"/>
                  <a:pt x="27" y="118"/>
                </a:cubicBezTo>
                <a:cubicBezTo>
                  <a:pt x="9" y="100"/>
                  <a:pt x="9" y="100"/>
                  <a:pt x="9" y="100"/>
                </a:cubicBezTo>
                <a:cubicBezTo>
                  <a:pt x="27" y="82"/>
                  <a:pt x="27" y="82"/>
                  <a:pt x="27" y="82"/>
                </a:cubicBezTo>
                <a:lnTo>
                  <a:pt x="45" y="100"/>
                </a:lnTo>
                <a:close/>
                <a:moveTo>
                  <a:pt x="100" y="39"/>
                </a:moveTo>
                <a:cubicBezTo>
                  <a:pt x="100" y="39"/>
                  <a:pt x="100" y="39"/>
                  <a:pt x="100" y="39"/>
                </a:cubicBezTo>
                <a:cubicBezTo>
                  <a:pt x="91" y="39"/>
                  <a:pt x="84" y="32"/>
                  <a:pt x="84" y="23"/>
                </a:cubicBezTo>
                <a:cubicBezTo>
                  <a:pt x="84" y="14"/>
                  <a:pt x="91" y="7"/>
                  <a:pt x="100" y="7"/>
                </a:cubicBezTo>
                <a:cubicBezTo>
                  <a:pt x="100" y="7"/>
                  <a:pt x="100" y="7"/>
                  <a:pt x="100" y="7"/>
                </a:cubicBezTo>
                <a:cubicBezTo>
                  <a:pt x="108" y="7"/>
                  <a:pt x="115" y="14"/>
                  <a:pt x="115" y="23"/>
                </a:cubicBezTo>
                <a:cubicBezTo>
                  <a:pt x="115" y="32"/>
                  <a:pt x="108" y="39"/>
                  <a:pt x="100" y="39"/>
                </a:cubicBezTo>
                <a:close/>
                <a:moveTo>
                  <a:pt x="100" y="39"/>
                </a:moveTo>
                <a:cubicBezTo>
                  <a:pt x="100" y="39"/>
                  <a:pt x="100" y="39"/>
                  <a:pt x="100" y="39"/>
                </a:cubicBezTo>
                <a:moveTo>
                  <a:pt x="196" y="76"/>
                </a:moveTo>
                <a:cubicBezTo>
                  <a:pt x="180" y="76"/>
                  <a:pt x="180" y="76"/>
                  <a:pt x="180" y="76"/>
                </a:cubicBezTo>
                <a:cubicBezTo>
                  <a:pt x="180" y="39"/>
                  <a:pt x="180" y="39"/>
                  <a:pt x="180" y="39"/>
                </a:cubicBezTo>
                <a:cubicBezTo>
                  <a:pt x="180" y="36"/>
                  <a:pt x="178" y="35"/>
                  <a:pt x="176" y="35"/>
                </a:cubicBezTo>
                <a:cubicBezTo>
                  <a:pt x="174" y="35"/>
                  <a:pt x="172" y="36"/>
                  <a:pt x="172" y="39"/>
                </a:cubicBezTo>
                <a:cubicBezTo>
                  <a:pt x="172" y="76"/>
                  <a:pt x="172" y="76"/>
                  <a:pt x="172" y="76"/>
                </a:cubicBezTo>
                <a:cubicBezTo>
                  <a:pt x="157" y="76"/>
                  <a:pt x="157" y="76"/>
                  <a:pt x="157" y="76"/>
                </a:cubicBezTo>
                <a:cubicBezTo>
                  <a:pt x="154" y="76"/>
                  <a:pt x="153" y="78"/>
                  <a:pt x="153" y="80"/>
                </a:cubicBezTo>
                <a:cubicBezTo>
                  <a:pt x="153" y="119"/>
                  <a:pt x="153" y="119"/>
                  <a:pt x="153" y="119"/>
                </a:cubicBezTo>
                <a:cubicBezTo>
                  <a:pt x="153" y="121"/>
                  <a:pt x="154" y="123"/>
                  <a:pt x="157" y="123"/>
                </a:cubicBezTo>
                <a:cubicBezTo>
                  <a:pt x="196" y="123"/>
                  <a:pt x="196" y="123"/>
                  <a:pt x="196" y="123"/>
                </a:cubicBezTo>
                <a:cubicBezTo>
                  <a:pt x="198" y="123"/>
                  <a:pt x="200" y="121"/>
                  <a:pt x="200" y="119"/>
                </a:cubicBezTo>
                <a:cubicBezTo>
                  <a:pt x="200" y="80"/>
                  <a:pt x="200" y="80"/>
                  <a:pt x="200" y="80"/>
                </a:cubicBezTo>
                <a:cubicBezTo>
                  <a:pt x="200" y="78"/>
                  <a:pt x="198" y="76"/>
                  <a:pt x="196" y="76"/>
                </a:cubicBezTo>
                <a:close/>
                <a:moveTo>
                  <a:pt x="192" y="115"/>
                </a:moveTo>
                <a:cubicBezTo>
                  <a:pt x="161" y="115"/>
                  <a:pt x="161" y="115"/>
                  <a:pt x="161" y="115"/>
                </a:cubicBezTo>
                <a:cubicBezTo>
                  <a:pt x="161" y="84"/>
                  <a:pt x="161" y="84"/>
                  <a:pt x="161" y="84"/>
                </a:cubicBezTo>
                <a:cubicBezTo>
                  <a:pt x="192" y="84"/>
                  <a:pt x="192" y="84"/>
                  <a:pt x="192" y="84"/>
                </a:cubicBezTo>
                <a:lnTo>
                  <a:pt x="192" y="115"/>
                </a:lnTo>
                <a:close/>
                <a:moveTo>
                  <a:pt x="192" y="115"/>
                </a:moveTo>
                <a:cubicBezTo>
                  <a:pt x="192" y="115"/>
                  <a:pt x="192" y="115"/>
                  <a:pt x="192" y="115"/>
                </a:cubicBezTo>
                <a:moveTo>
                  <a:pt x="176" y="27"/>
                </a:moveTo>
                <a:cubicBezTo>
                  <a:pt x="174" y="27"/>
                  <a:pt x="172" y="25"/>
                  <a:pt x="172" y="23"/>
                </a:cubicBezTo>
                <a:cubicBezTo>
                  <a:pt x="172" y="21"/>
                  <a:pt x="174" y="19"/>
                  <a:pt x="176" y="19"/>
                </a:cubicBezTo>
                <a:cubicBezTo>
                  <a:pt x="176" y="19"/>
                  <a:pt x="176" y="19"/>
                  <a:pt x="176" y="19"/>
                </a:cubicBezTo>
                <a:cubicBezTo>
                  <a:pt x="178" y="19"/>
                  <a:pt x="180" y="21"/>
                  <a:pt x="180" y="23"/>
                </a:cubicBezTo>
                <a:cubicBezTo>
                  <a:pt x="180" y="25"/>
                  <a:pt x="178" y="27"/>
                  <a:pt x="176" y="27"/>
                </a:cubicBezTo>
                <a:close/>
                <a:moveTo>
                  <a:pt x="176" y="27"/>
                </a:moveTo>
                <a:cubicBezTo>
                  <a:pt x="176" y="27"/>
                  <a:pt x="176" y="27"/>
                  <a:pt x="176" y="27"/>
                </a:cubicBezTo>
              </a:path>
            </a:pathLst>
          </a:custGeom>
          <a:solidFill>
            <a:srgbClr val="459FE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E7CE052-D42E-2312-D64B-7A394DFD4B26}"/>
              </a:ext>
            </a:extLst>
          </p:cNvPr>
          <p:cNvSpPr/>
          <p:nvPr/>
        </p:nvSpPr>
        <p:spPr bwMode="auto">
          <a:xfrm>
            <a:off x="6008700" y="2630066"/>
            <a:ext cx="476450" cy="476450"/>
          </a:xfrm>
          <a:prstGeom prst="ellipse">
            <a:avLst/>
          </a:prstGeom>
          <a:noFill/>
          <a:ln w="6350" cmpd="sng">
            <a:solidFill>
              <a:srgbClr val="459FED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9323A5C-D573-A03F-FA77-CA32D5F2356A}"/>
              </a:ext>
            </a:extLst>
          </p:cNvPr>
          <p:cNvCxnSpPr/>
          <p:nvPr/>
        </p:nvCxnSpPr>
        <p:spPr bwMode="auto">
          <a:xfrm>
            <a:off x="5692635" y="1689175"/>
            <a:ext cx="0" cy="2401968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2012ADD-F448-3872-6398-E316D249FAC3}"/>
              </a:ext>
            </a:extLst>
          </p:cNvPr>
          <p:cNvGrpSpPr/>
          <p:nvPr/>
        </p:nvGrpSpPr>
        <p:grpSpPr>
          <a:xfrm>
            <a:off x="201447" y="5248339"/>
            <a:ext cx="11704024" cy="1109436"/>
            <a:chOff x="571499" y="5057955"/>
            <a:chExt cx="11220449" cy="1299820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D09FFC1-5367-8196-3ECF-DCFD3CA6FC01}"/>
                </a:ext>
              </a:extLst>
            </p:cNvPr>
            <p:cNvSpPr/>
            <p:nvPr/>
          </p:nvSpPr>
          <p:spPr>
            <a:xfrm>
              <a:off x="571499" y="5057955"/>
              <a:ext cx="11220449" cy="1299820"/>
            </a:xfrm>
            <a:custGeom>
              <a:avLst/>
              <a:gdLst>
                <a:gd name="connsiteX0" fmla="*/ 0 w 2413000"/>
                <a:gd name="connsiteY0" fmla="*/ 0 h 422053"/>
                <a:gd name="connsiteX1" fmla="*/ 139700 w 2413000"/>
                <a:gd name="connsiteY1" fmla="*/ 127000 h 422053"/>
                <a:gd name="connsiteX2" fmla="*/ 533400 w 2413000"/>
                <a:gd name="connsiteY2" fmla="*/ 241300 h 422053"/>
                <a:gd name="connsiteX3" fmla="*/ 825500 w 2413000"/>
                <a:gd name="connsiteY3" fmla="*/ 330200 h 422053"/>
                <a:gd name="connsiteX4" fmla="*/ 2413000 w 2413000"/>
                <a:gd name="connsiteY4" fmla="*/ 419100 h 422053"/>
                <a:gd name="connsiteX0" fmla="*/ 0 w 2413000"/>
                <a:gd name="connsiteY0" fmla="*/ 0 h 648006"/>
                <a:gd name="connsiteX1" fmla="*/ 139700 w 2413000"/>
                <a:gd name="connsiteY1" fmla="*/ 127000 h 648006"/>
                <a:gd name="connsiteX2" fmla="*/ 533400 w 2413000"/>
                <a:gd name="connsiteY2" fmla="*/ 241300 h 648006"/>
                <a:gd name="connsiteX3" fmla="*/ 977900 w 2413000"/>
                <a:gd name="connsiteY3" fmla="*/ 622300 h 648006"/>
                <a:gd name="connsiteX4" fmla="*/ 2413000 w 2413000"/>
                <a:gd name="connsiteY4" fmla="*/ 419100 h 648006"/>
                <a:gd name="connsiteX0" fmla="*/ 0 w 2413000"/>
                <a:gd name="connsiteY0" fmla="*/ 0 h 419100"/>
                <a:gd name="connsiteX1" fmla="*/ 139700 w 2413000"/>
                <a:gd name="connsiteY1" fmla="*/ 127000 h 419100"/>
                <a:gd name="connsiteX2" fmla="*/ 533400 w 2413000"/>
                <a:gd name="connsiteY2" fmla="*/ 241300 h 419100"/>
                <a:gd name="connsiteX3" fmla="*/ 2413000 w 2413000"/>
                <a:gd name="connsiteY3" fmla="*/ 419100 h 419100"/>
                <a:gd name="connsiteX0" fmla="*/ 0 w 2413000"/>
                <a:gd name="connsiteY0" fmla="*/ 0 h 590495"/>
                <a:gd name="connsiteX1" fmla="*/ 139700 w 2413000"/>
                <a:gd name="connsiteY1" fmla="*/ 127000 h 590495"/>
                <a:gd name="connsiteX2" fmla="*/ 1016000 w 2413000"/>
                <a:gd name="connsiteY2" fmla="*/ 584200 h 590495"/>
                <a:gd name="connsiteX3" fmla="*/ 2413000 w 2413000"/>
                <a:gd name="connsiteY3" fmla="*/ 419100 h 590495"/>
                <a:gd name="connsiteX0" fmla="*/ 0 w 2413000"/>
                <a:gd name="connsiteY0" fmla="*/ 0 h 586825"/>
                <a:gd name="connsiteX1" fmla="*/ 685800 w 2413000"/>
                <a:gd name="connsiteY1" fmla="*/ 241300 h 586825"/>
                <a:gd name="connsiteX2" fmla="*/ 1016000 w 2413000"/>
                <a:gd name="connsiteY2" fmla="*/ 584200 h 586825"/>
                <a:gd name="connsiteX3" fmla="*/ 2413000 w 2413000"/>
                <a:gd name="connsiteY3" fmla="*/ 419100 h 586825"/>
                <a:gd name="connsiteX0" fmla="*/ 0 w 3759200"/>
                <a:gd name="connsiteY0" fmla="*/ 292255 h 345680"/>
                <a:gd name="connsiteX1" fmla="*/ 2032000 w 3759200"/>
                <a:gd name="connsiteY1" fmla="*/ 155 h 345680"/>
                <a:gd name="connsiteX2" fmla="*/ 2362200 w 3759200"/>
                <a:gd name="connsiteY2" fmla="*/ 343055 h 345680"/>
                <a:gd name="connsiteX3" fmla="*/ 3759200 w 3759200"/>
                <a:gd name="connsiteY3" fmla="*/ 177955 h 345680"/>
                <a:gd name="connsiteX0" fmla="*/ 0 w 3759200"/>
                <a:gd name="connsiteY0" fmla="*/ 119139 h 171714"/>
                <a:gd name="connsiteX1" fmla="*/ 1663700 w 3759200"/>
                <a:gd name="connsiteY1" fmla="*/ 93739 h 171714"/>
                <a:gd name="connsiteX2" fmla="*/ 2362200 w 3759200"/>
                <a:gd name="connsiteY2" fmla="*/ 169939 h 171714"/>
                <a:gd name="connsiteX3" fmla="*/ 3759200 w 3759200"/>
                <a:gd name="connsiteY3" fmla="*/ 4839 h 171714"/>
                <a:gd name="connsiteX0" fmla="*/ 0 w 3759200"/>
                <a:gd name="connsiteY0" fmla="*/ 114300 h 131110"/>
                <a:gd name="connsiteX1" fmla="*/ 1663700 w 3759200"/>
                <a:gd name="connsiteY1" fmla="*/ 88900 h 131110"/>
                <a:gd name="connsiteX2" fmla="*/ 3759200 w 3759200"/>
                <a:gd name="connsiteY2" fmla="*/ 0 h 131110"/>
                <a:gd name="connsiteX0" fmla="*/ 0 w 9537700"/>
                <a:gd name="connsiteY0" fmla="*/ 1574800 h 1684033"/>
                <a:gd name="connsiteX1" fmla="*/ 1663700 w 9537700"/>
                <a:gd name="connsiteY1" fmla="*/ 1549400 h 1684033"/>
                <a:gd name="connsiteX2" fmla="*/ 9537700 w 9537700"/>
                <a:gd name="connsiteY2" fmla="*/ 0 h 1684033"/>
                <a:gd name="connsiteX0" fmla="*/ 0 w 9537700"/>
                <a:gd name="connsiteY0" fmla="*/ 1574800 h 1684033"/>
                <a:gd name="connsiteX1" fmla="*/ 1663700 w 9537700"/>
                <a:gd name="connsiteY1" fmla="*/ 1549400 h 1684033"/>
                <a:gd name="connsiteX2" fmla="*/ 9537700 w 9537700"/>
                <a:gd name="connsiteY2" fmla="*/ 0 h 1684033"/>
                <a:gd name="connsiteX0" fmla="*/ 0 w 10871200"/>
                <a:gd name="connsiteY0" fmla="*/ 1828800 h 1956555"/>
                <a:gd name="connsiteX1" fmla="*/ 1663700 w 10871200"/>
                <a:gd name="connsiteY1" fmla="*/ 1803400 h 1956555"/>
                <a:gd name="connsiteX2" fmla="*/ 10871200 w 10871200"/>
                <a:gd name="connsiteY2" fmla="*/ 0 h 1956555"/>
                <a:gd name="connsiteX0" fmla="*/ 0 w 10871200"/>
                <a:gd name="connsiteY0" fmla="*/ 1828800 h 1956555"/>
                <a:gd name="connsiteX1" fmla="*/ 1663700 w 10871200"/>
                <a:gd name="connsiteY1" fmla="*/ 1803400 h 1956555"/>
                <a:gd name="connsiteX2" fmla="*/ 10871200 w 10871200"/>
                <a:gd name="connsiteY2" fmla="*/ 0 h 1956555"/>
                <a:gd name="connsiteX0" fmla="*/ 0 w 10871200"/>
                <a:gd name="connsiteY0" fmla="*/ 1828800 h 1828800"/>
                <a:gd name="connsiteX1" fmla="*/ 10871200 w 10871200"/>
                <a:gd name="connsiteY1" fmla="*/ 0 h 1828800"/>
                <a:gd name="connsiteX0" fmla="*/ 0 w 10871200"/>
                <a:gd name="connsiteY0" fmla="*/ 1828800 h 1828897"/>
                <a:gd name="connsiteX1" fmla="*/ 10871200 w 10871200"/>
                <a:gd name="connsiteY1" fmla="*/ 0 h 1828897"/>
                <a:gd name="connsiteX0" fmla="*/ 0 w 10871200"/>
                <a:gd name="connsiteY0" fmla="*/ 1828800 h 1828897"/>
                <a:gd name="connsiteX1" fmla="*/ 10871200 w 10871200"/>
                <a:gd name="connsiteY1" fmla="*/ 0 h 1828897"/>
                <a:gd name="connsiteX0" fmla="*/ 0 w 10871200"/>
                <a:gd name="connsiteY0" fmla="*/ 1828800 h 1828913"/>
                <a:gd name="connsiteX1" fmla="*/ 10871200 w 10871200"/>
                <a:gd name="connsiteY1" fmla="*/ 0 h 1828913"/>
                <a:gd name="connsiteX0" fmla="*/ 0 w 10871200"/>
                <a:gd name="connsiteY0" fmla="*/ 1828800 h 1829781"/>
                <a:gd name="connsiteX1" fmla="*/ 10871200 w 10871200"/>
                <a:gd name="connsiteY1" fmla="*/ 0 h 1829781"/>
                <a:gd name="connsiteX0" fmla="*/ 0 w 10871200"/>
                <a:gd name="connsiteY0" fmla="*/ 1828800 h 1828800"/>
                <a:gd name="connsiteX1" fmla="*/ 10871200 w 10871200"/>
                <a:gd name="connsiteY1" fmla="*/ 0 h 1828800"/>
                <a:gd name="connsiteX0" fmla="*/ 0 w 10871200"/>
                <a:gd name="connsiteY0" fmla="*/ 1828800 h 1828800"/>
                <a:gd name="connsiteX1" fmla="*/ 10871200 w 10871200"/>
                <a:gd name="connsiteY1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1200" h="1828800">
                  <a:moveTo>
                    <a:pt x="0" y="1828800"/>
                  </a:moveTo>
                  <a:cubicBezTo>
                    <a:pt x="4652433" y="1828800"/>
                    <a:pt x="9685867" y="508000"/>
                    <a:pt x="10871200" y="0"/>
                  </a:cubicBezTo>
                </a:path>
              </a:pathLst>
            </a:custGeom>
            <a:noFill/>
            <a:ln w="190500" cap="flat" cmpd="sng" algn="ctr">
              <a:solidFill>
                <a:srgbClr val="663300">
                  <a:alpha val="90000"/>
                </a:srgbClr>
              </a:solidFill>
              <a:prstDash val="solid"/>
              <a:round/>
              <a:headEnd type="none" w="med" len="med"/>
              <a:tailEnd type="triangl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28600" dist="63500" dir="5400000" algn="ctr" rotWithShape="0">
                      <a:schemeClr val="accent2">
                        <a:lumMod val="75000"/>
                        <a:alpha val="15000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27CC9CC-94B2-2D6E-94D3-E9BCCEA485E1}"/>
                </a:ext>
              </a:extLst>
            </p:cNvPr>
            <p:cNvSpPr/>
            <p:nvPr/>
          </p:nvSpPr>
          <p:spPr>
            <a:xfrm>
              <a:off x="571499" y="5104055"/>
              <a:ext cx="11049002" cy="1244300"/>
            </a:xfrm>
            <a:custGeom>
              <a:avLst/>
              <a:gdLst>
                <a:gd name="connsiteX0" fmla="*/ 0 w 2413000"/>
                <a:gd name="connsiteY0" fmla="*/ 0 h 422053"/>
                <a:gd name="connsiteX1" fmla="*/ 139700 w 2413000"/>
                <a:gd name="connsiteY1" fmla="*/ 127000 h 422053"/>
                <a:gd name="connsiteX2" fmla="*/ 533400 w 2413000"/>
                <a:gd name="connsiteY2" fmla="*/ 241300 h 422053"/>
                <a:gd name="connsiteX3" fmla="*/ 825500 w 2413000"/>
                <a:gd name="connsiteY3" fmla="*/ 330200 h 422053"/>
                <a:gd name="connsiteX4" fmla="*/ 2413000 w 2413000"/>
                <a:gd name="connsiteY4" fmla="*/ 419100 h 422053"/>
                <a:gd name="connsiteX0" fmla="*/ 0 w 2413000"/>
                <a:gd name="connsiteY0" fmla="*/ 0 h 648006"/>
                <a:gd name="connsiteX1" fmla="*/ 139700 w 2413000"/>
                <a:gd name="connsiteY1" fmla="*/ 127000 h 648006"/>
                <a:gd name="connsiteX2" fmla="*/ 533400 w 2413000"/>
                <a:gd name="connsiteY2" fmla="*/ 241300 h 648006"/>
                <a:gd name="connsiteX3" fmla="*/ 977900 w 2413000"/>
                <a:gd name="connsiteY3" fmla="*/ 622300 h 648006"/>
                <a:gd name="connsiteX4" fmla="*/ 2413000 w 2413000"/>
                <a:gd name="connsiteY4" fmla="*/ 419100 h 648006"/>
                <a:gd name="connsiteX0" fmla="*/ 0 w 2413000"/>
                <a:gd name="connsiteY0" fmla="*/ 0 h 419100"/>
                <a:gd name="connsiteX1" fmla="*/ 139700 w 2413000"/>
                <a:gd name="connsiteY1" fmla="*/ 127000 h 419100"/>
                <a:gd name="connsiteX2" fmla="*/ 533400 w 2413000"/>
                <a:gd name="connsiteY2" fmla="*/ 241300 h 419100"/>
                <a:gd name="connsiteX3" fmla="*/ 2413000 w 2413000"/>
                <a:gd name="connsiteY3" fmla="*/ 419100 h 419100"/>
                <a:gd name="connsiteX0" fmla="*/ 0 w 2413000"/>
                <a:gd name="connsiteY0" fmla="*/ 0 h 590495"/>
                <a:gd name="connsiteX1" fmla="*/ 139700 w 2413000"/>
                <a:gd name="connsiteY1" fmla="*/ 127000 h 590495"/>
                <a:gd name="connsiteX2" fmla="*/ 1016000 w 2413000"/>
                <a:gd name="connsiteY2" fmla="*/ 584200 h 590495"/>
                <a:gd name="connsiteX3" fmla="*/ 2413000 w 2413000"/>
                <a:gd name="connsiteY3" fmla="*/ 419100 h 590495"/>
                <a:gd name="connsiteX0" fmla="*/ 0 w 2413000"/>
                <a:gd name="connsiteY0" fmla="*/ 0 h 586825"/>
                <a:gd name="connsiteX1" fmla="*/ 685800 w 2413000"/>
                <a:gd name="connsiteY1" fmla="*/ 241300 h 586825"/>
                <a:gd name="connsiteX2" fmla="*/ 1016000 w 2413000"/>
                <a:gd name="connsiteY2" fmla="*/ 584200 h 586825"/>
                <a:gd name="connsiteX3" fmla="*/ 2413000 w 2413000"/>
                <a:gd name="connsiteY3" fmla="*/ 419100 h 586825"/>
                <a:gd name="connsiteX0" fmla="*/ 0 w 3759200"/>
                <a:gd name="connsiteY0" fmla="*/ 292255 h 345680"/>
                <a:gd name="connsiteX1" fmla="*/ 2032000 w 3759200"/>
                <a:gd name="connsiteY1" fmla="*/ 155 h 345680"/>
                <a:gd name="connsiteX2" fmla="*/ 2362200 w 3759200"/>
                <a:gd name="connsiteY2" fmla="*/ 343055 h 345680"/>
                <a:gd name="connsiteX3" fmla="*/ 3759200 w 3759200"/>
                <a:gd name="connsiteY3" fmla="*/ 177955 h 345680"/>
                <a:gd name="connsiteX0" fmla="*/ 0 w 3759200"/>
                <a:gd name="connsiteY0" fmla="*/ 119139 h 171714"/>
                <a:gd name="connsiteX1" fmla="*/ 1663700 w 3759200"/>
                <a:gd name="connsiteY1" fmla="*/ 93739 h 171714"/>
                <a:gd name="connsiteX2" fmla="*/ 2362200 w 3759200"/>
                <a:gd name="connsiteY2" fmla="*/ 169939 h 171714"/>
                <a:gd name="connsiteX3" fmla="*/ 3759200 w 3759200"/>
                <a:gd name="connsiteY3" fmla="*/ 4839 h 171714"/>
                <a:gd name="connsiteX0" fmla="*/ 0 w 3759200"/>
                <a:gd name="connsiteY0" fmla="*/ 114300 h 131110"/>
                <a:gd name="connsiteX1" fmla="*/ 1663700 w 3759200"/>
                <a:gd name="connsiteY1" fmla="*/ 88900 h 131110"/>
                <a:gd name="connsiteX2" fmla="*/ 3759200 w 3759200"/>
                <a:gd name="connsiteY2" fmla="*/ 0 h 131110"/>
                <a:gd name="connsiteX0" fmla="*/ 0 w 9537700"/>
                <a:gd name="connsiteY0" fmla="*/ 1574800 h 1684033"/>
                <a:gd name="connsiteX1" fmla="*/ 1663700 w 9537700"/>
                <a:gd name="connsiteY1" fmla="*/ 1549400 h 1684033"/>
                <a:gd name="connsiteX2" fmla="*/ 9537700 w 9537700"/>
                <a:gd name="connsiteY2" fmla="*/ 0 h 1684033"/>
                <a:gd name="connsiteX0" fmla="*/ 0 w 9537700"/>
                <a:gd name="connsiteY0" fmla="*/ 1574800 h 1684033"/>
                <a:gd name="connsiteX1" fmla="*/ 1663700 w 9537700"/>
                <a:gd name="connsiteY1" fmla="*/ 1549400 h 1684033"/>
                <a:gd name="connsiteX2" fmla="*/ 9537700 w 9537700"/>
                <a:gd name="connsiteY2" fmla="*/ 0 h 1684033"/>
                <a:gd name="connsiteX0" fmla="*/ 0 w 10871200"/>
                <a:gd name="connsiteY0" fmla="*/ 1828800 h 1956555"/>
                <a:gd name="connsiteX1" fmla="*/ 1663700 w 10871200"/>
                <a:gd name="connsiteY1" fmla="*/ 1803400 h 1956555"/>
                <a:gd name="connsiteX2" fmla="*/ 10871200 w 10871200"/>
                <a:gd name="connsiteY2" fmla="*/ 0 h 1956555"/>
                <a:gd name="connsiteX0" fmla="*/ 0 w 10871200"/>
                <a:gd name="connsiteY0" fmla="*/ 1828800 h 1956555"/>
                <a:gd name="connsiteX1" fmla="*/ 1663700 w 10871200"/>
                <a:gd name="connsiteY1" fmla="*/ 1803400 h 1956555"/>
                <a:gd name="connsiteX2" fmla="*/ 10871200 w 10871200"/>
                <a:gd name="connsiteY2" fmla="*/ 0 h 1956555"/>
                <a:gd name="connsiteX0" fmla="*/ 0 w 10871200"/>
                <a:gd name="connsiteY0" fmla="*/ 1828800 h 1828800"/>
                <a:gd name="connsiteX1" fmla="*/ 10871200 w 10871200"/>
                <a:gd name="connsiteY1" fmla="*/ 0 h 1828800"/>
                <a:gd name="connsiteX0" fmla="*/ 0 w 10871200"/>
                <a:gd name="connsiteY0" fmla="*/ 1828800 h 1828897"/>
                <a:gd name="connsiteX1" fmla="*/ 10871200 w 10871200"/>
                <a:gd name="connsiteY1" fmla="*/ 0 h 1828897"/>
                <a:gd name="connsiteX0" fmla="*/ 0 w 10871200"/>
                <a:gd name="connsiteY0" fmla="*/ 1828800 h 1828897"/>
                <a:gd name="connsiteX1" fmla="*/ 10871200 w 10871200"/>
                <a:gd name="connsiteY1" fmla="*/ 0 h 1828897"/>
                <a:gd name="connsiteX0" fmla="*/ 0 w 10871200"/>
                <a:gd name="connsiteY0" fmla="*/ 1828800 h 1828913"/>
                <a:gd name="connsiteX1" fmla="*/ 10871200 w 10871200"/>
                <a:gd name="connsiteY1" fmla="*/ 0 h 1828913"/>
                <a:gd name="connsiteX0" fmla="*/ 0 w 10871200"/>
                <a:gd name="connsiteY0" fmla="*/ 1828800 h 1829781"/>
                <a:gd name="connsiteX1" fmla="*/ 10871200 w 10871200"/>
                <a:gd name="connsiteY1" fmla="*/ 0 h 1829781"/>
                <a:gd name="connsiteX0" fmla="*/ 0 w 10871200"/>
                <a:gd name="connsiteY0" fmla="*/ 1828800 h 1828800"/>
                <a:gd name="connsiteX1" fmla="*/ 10871200 w 10871200"/>
                <a:gd name="connsiteY1" fmla="*/ 0 h 1828800"/>
                <a:gd name="connsiteX0" fmla="*/ 0 w 10871200"/>
                <a:gd name="connsiteY0" fmla="*/ 1828800 h 1828800"/>
                <a:gd name="connsiteX1" fmla="*/ 10871200 w 10871200"/>
                <a:gd name="connsiteY1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1200" h="1828800">
                  <a:moveTo>
                    <a:pt x="0" y="1828800"/>
                  </a:moveTo>
                  <a:cubicBezTo>
                    <a:pt x="4652433" y="1828800"/>
                    <a:pt x="9685867" y="508000"/>
                    <a:pt x="10871200" y="0"/>
                  </a:cubicBezTo>
                </a:path>
              </a:pathLst>
            </a:cu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1C755F3A-1568-F069-5D1B-D30D326DB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794" y="3985010"/>
            <a:ext cx="961122" cy="172669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CFA663F-4DDB-8274-FBD9-1ABABA2AA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8255" y="5481475"/>
            <a:ext cx="159932" cy="16835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C9A0578-5F17-F7E4-81DF-087E461AA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6827" y="5400990"/>
            <a:ext cx="182379" cy="14029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385E6AF-D355-71D4-3169-CD919858EE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1282" y="5446561"/>
            <a:ext cx="199214" cy="18237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23F18A8-8323-F366-5861-F8906247EB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0074" y="5165623"/>
            <a:ext cx="168349" cy="20763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D2ACE95-B9D4-B5C7-E053-81861CBB8F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2977" y="5327154"/>
            <a:ext cx="204826" cy="15432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249C4A4-44AA-BE15-EB43-B4B9564CA0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6461" y="5470252"/>
            <a:ext cx="204826" cy="17957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A8C8174-9EB8-8B9B-7EEA-D9617BA5AA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3417" y="5722946"/>
            <a:ext cx="416512" cy="626789"/>
          </a:xfrm>
          <a:prstGeom prst="rect">
            <a:avLst/>
          </a:prstGeom>
        </p:spPr>
      </p:pic>
      <p:sp>
        <p:nvSpPr>
          <p:cNvPr id="74" name="Oval 73">
            <a:extLst>
              <a:ext uri="{FF2B5EF4-FFF2-40B4-BE49-F238E27FC236}">
                <a16:creationId xmlns:a16="http://schemas.microsoft.com/office/drawing/2014/main" id="{C2ACC0A9-A257-A703-596A-78EBA1075903}"/>
              </a:ext>
            </a:extLst>
          </p:cNvPr>
          <p:cNvSpPr/>
          <p:nvPr/>
        </p:nvSpPr>
        <p:spPr bwMode="auto">
          <a:xfrm>
            <a:off x="5857562" y="1781183"/>
            <a:ext cx="188548" cy="188548"/>
          </a:xfrm>
          <a:prstGeom prst="ellipse">
            <a:avLst/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r>
              <a:rPr lang="en-US" sz="1000" b="1" i="1">
                <a:solidFill>
                  <a:srgbClr val="49566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35585990-C192-DB7E-7F49-29FCB99D8F1A}"/>
              </a:ext>
            </a:extLst>
          </p:cNvPr>
          <p:cNvSpPr/>
          <p:nvPr/>
        </p:nvSpPr>
        <p:spPr bwMode="auto">
          <a:xfrm>
            <a:off x="5857562" y="2567178"/>
            <a:ext cx="188548" cy="188548"/>
          </a:xfrm>
          <a:prstGeom prst="ellipse">
            <a:avLst/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r>
              <a:rPr lang="en-US" sz="1000" b="1" i="1">
                <a:solidFill>
                  <a:srgbClr val="495660"/>
                </a:solidFill>
                <a:latin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886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6518-83B6-AAE0-0CF6-A2BB012D4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8277BBB-C7B0-78D5-D600-E4AC3C54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Tin Voluptateveli te Ssecillu’m Doloree ufu Giatnu Llapa Riaturexcept</a:t>
            </a:r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9ECF04-06AA-C9D3-51B0-09901C6A21DF}"/>
              </a:ext>
            </a:extLst>
          </p:cNvPr>
          <p:cNvGrpSpPr/>
          <p:nvPr/>
        </p:nvGrpSpPr>
        <p:grpSpPr>
          <a:xfrm>
            <a:off x="168293" y="891085"/>
            <a:ext cx="11855415" cy="2348338"/>
            <a:chOff x="168293" y="891085"/>
            <a:chExt cx="11855415" cy="234833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1BD180E-AD13-9EEF-E4C8-95644529BE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8294" y="894131"/>
              <a:ext cx="11855414" cy="2343115"/>
            </a:xfrm>
            <a:prstGeom prst="roundRect">
              <a:avLst>
                <a:gd name="adj" fmla="val 3131"/>
              </a:avLst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7C0DBE0-F726-C4D3-DA49-69A1AEDD6CE8}"/>
                </a:ext>
              </a:extLst>
            </p:cNvPr>
            <p:cNvSpPr/>
            <p:nvPr/>
          </p:nvSpPr>
          <p:spPr bwMode="auto">
            <a:xfrm>
              <a:off x="168293" y="891085"/>
              <a:ext cx="11855413" cy="2348338"/>
            </a:xfrm>
            <a:prstGeom prst="roundRect">
              <a:avLst>
                <a:gd name="adj" fmla="val 2705"/>
              </a:avLst>
            </a:prstGeom>
            <a:solidFill>
              <a:schemeClr val="bg1">
                <a:alpha val="61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algn="ctr"/>
              <a:endParaRPr lang="en-IN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871C5D9-54FA-6A5A-B1E9-DC463DFEF33B}"/>
              </a:ext>
            </a:extLst>
          </p:cNvPr>
          <p:cNvSpPr txBox="1"/>
          <p:nvPr/>
        </p:nvSpPr>
        <p:spPr>
          <a:xfrm>
            <a:off x="289108" y="940670"/>
            <a:ext cx="8204652" cy="461665"/>
          </a:xfrm>
          <a:prstGeom prst="rect">
            <a:avLst/>
          </a:prstGeom>
          <a:noFill/>
          <a:ln w="6350" cmpd="sng">
            <a:noFill/>
          </a:ln>
          <a:effectLst>
            <a:glow>
              <a:scrgbClr r="0" g="0" b="0">
                <a:alpha val="0"/>
              </a:sc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D3EDFE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glow>
                    <a:scrgbClr r="0" g="0" b="0">
                      <a:alpha val="0"/>
                    </a:scrgbClr>
                  </a:glow>
                  <a:outerShdw blurRad="190500" dist="38100" dir="5400000" rotWithShape="0">
                    <a:srgbClr val="7BC6FB">
                      <a:alpha val="20000"/>
                    </a:srgbClr>
                  </a:outerShdw>
                </a:effectLst>
              </a14:hiddenEffects>
            </a:ext>
            <a:ext uri="{E45631CC-5BF2-4C18-A39C-3461C7D3F71A}">
              <a14:hiddenSp3d xmlns:a14="http://schemas.microsoft.com/office/drawing/2010/main"/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kumimoji="0" lang="en-US" sz="1200" b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Eursi nt occ aecatcupid at atn ONP roidents unt Inculpaq’u iofficiad, es erun tmollitani 6 mid estla borumc urabi Turnonnu ll asitame tn isltem pus </a:t>
            </a:r>
            <a:r>
              <a:rPr kumimoji="0" lang="en-US" sz="1200" b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Convalli Squisaclect Uspellent Esquein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235A506-2757-7BEA-752F-29650E6825D6}"/>
              </a:ext>
            </a:extLst>
          </p:cNvPr>
          <p:cNvGrpSpPr/>
          <p:nvPr/>
        </p:nvGrpSpPr>
        <p:grpSpPr>
          <a:xfrm>
            <a:off x="2529205" y="2836123"/>
            <a:ext cx="5217237" cy="2812837"/>
            <a:chOff x="2575818" y="1686560"/>
            <a:chExt cx="5170624" cy="396240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1A79838-5982-C963-F9AE-49BDC6283D1E}"/>
                </a:ext>
              </a:extLst>
            </p:cNvPr>
            <p:cNvCxnSpPr/>
            <p:nvPr/>
          </p:nvCxnSpPr>
          <p:spPr bwMode="auto">
            <a:xfrm>
              <a:off x="2575818" y="1686560"/>
              <a:ext cx="0" cy="3962400"/>
            </a:xfrm>
            <a:prstGeom prst="line">
              <a:avLst/>
            </a:prstGeom>
            <a:noFill/>
            <a:ln w="12700" cap="flat" cmpd="sng" algn="ctr">
              <a:solidFill>
                <a:srgbClr val="A2ABB0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A55F597-DDF5-87EB-77BB-D28131BCFA9B}"/>
                </a:ext>
              </a:extLst>
            </p:cNvPr>
            <p:cNvCxnSpPr/>
            <p:nvPr/>
          </p:nvCxnSpPr>
          <p:spPr bwMode="auto">
            <a:xfrm>
              <a:off x="7746442" y="1686560"/>
              <a:ext cx="0" cy="3962400"/>
            </a:xfrm>
            <a:prstGeom prst="line">
              <a:avLst/>
            </a:prstGeom>
            <a:noFill/>
            <a:ln w="12700" cap="flat" cmpd="sng" algn="ctr">
              <a:solidFill>
                <a:srgbClr val="A2ABB0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56AFAF9-8FED-4BA0-1A4D-F88B1E76E8C7}"/>
              </a:ext>
            </a:extLst>
          </p:cNvPr>
          <p:cNvGrpSpPr/>
          <p:nvPr/>
        </p:nvGrpSpPr>
        <p:grpSpPr>
          <a:xfrm>
            <a:off x="184842" y="3652649"/>
            <a:ext cx="11838863" cy="1673797"/>
            <a:chOff x="168292" y="3652649"/>
            <a:chExt cx="12023708" cy="167379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62A190B-87D3-2C3B-9526-9DE8D91D87C9}"/>
                </a:ext>
              </a:extLst>
            </p:cNvPr>
            <p:cNvCxnSpPr/>
            <p:nvPr/>
          </p:nvCxnSpPr>
          <p:spPr bwMode="auto">
            <a:xfrm>
              <a:off x="168292" y="3652649"/>
              <a:ext cx="12023708" cy="0"/>
            </a:xfrm>
            <a:prstGeom prst="line">
              <a:avLst/>
            </a:prstGeom>
            <a:noFill/>
            <a:ln w="6350" cap="flat" cmpd="sng" algn="ctr">
              <a:solidFill>
                <a:srgbClr val="A2ABB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C94988B-937E-557B-151B-C922067341F9}"/>
                </a:ext>
              </a:extLst>
            </p:cNvPr>
            <p:cNvCxnSpPr/>
            <p:nvPr/>
          </p:nvCxnSpPr>
          <p:spPr bwMode="auto">
            <a:xfrm>
              <a:off x="168292" y="4071098"/>
              <a:ext cx="12023708" cy="0"/>
            </a:xfrm>
            <a:prstGeom prst="line">
              <a:avLst/>
            </a:prstGeom>
            <a:noFill/>
            <a:ln w="6350" cap="flat" cmpd="sng" algn="ctr">
              <a:solidFill>
                <a:srgbClr val="A2ABB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33C84E5-43D7-009F-7AB7-F557F4E2D4EE}"/>
                </a:ext>
              </a:extLst>
            </p:cNvPr>
            <p:cNvCxnSpPr/>
            <p:nvPr/>
          </p:nvCxnSpPr>
          <p:spPr bwMode="auto">
            <a:xfrm>
              <a:off x="168292" y="4489548"/>
              <a:ext cx="12023708" cy="0"/>
            </a:xfrm>
            <a:prstGeom prst="line">
              <a:avLst/>
            </a:prstGeom>
            <a:noFill/>
            <a:ln w="6350" cap="flat" cmpd="sng" algn="ctr">
              <a:solidFill>
                <a:srgbClr val="A2ABB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1CBDE53-E1D2-41F9-C606-D57D9BD3D3F5}"/>
                </a:ext>
              </a:extLst>
            </p:cNvPr>
            <p:cNvCxnSpPr/>
            <p:nvPr/>
          </p:nvCxnSpPr>
          <p:spPr bwMode="auto">
            <a:xfrm>
              <a:off x="168292" y="4907997"/>
              <a:ext cx="12023708" cy="0"/>
            </a:xfrm>
            <a:prstGeom prst="line">
              <a:avLst/>
            </a:prstGeom>
            <a:noFill/>
            <a:ln w="6350" cap="flat" cmpd="sng" algn="ctr">
              <a:solidFill>
                <a:srgbClr val="A2ABB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496C09F-DBAA-D90D-44AB-647D658D118B}"/>
                </a:ext>
              </a:extLst>
            </p:cNvPr>
            <p:cNvCxnSpPr/>
            <p:nvPr/>
          </p:nvCxnSpPr>
          <p:spPr bwMode="auto">
            <a:xfrm>
              <a:off x="168292" y="5326446"/>
              <a:ext cx="12023708" cy="0"/>
            </a:xfrm>
            <a:prstGeom prst="line">
              <a:avLst/>
            </a:prstGeom>
            <a:noFill/>
            <a:ln w="6350" cap="flat" cmpd="sng" algn="ctr">
              <a:solidFill>
                <a:srgbClr val="A2ABB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5C2925F-58A0-6A4A-A5D3-4AFF6E90BBD0}"/>
              </a:ext>
            </a:extLst>
          </p:cNvPr>
          <p:cNvCxnSpPr>
            <a:cxnSpLocks/>
          </p:cNvCxnSpPr>
          <p:nvPr/>
        </p:nvCxnSpPr>
        <p:spPr bwMode="auto">
          <a:xfrm>
            <a:off x="84146" y="5775378"/>
            <a:ext cx="12023708" cy="0"/>
          </a:xfrm>
          <a:prstGeom prst="line">
            <a:avLst/>
          </a:prstGeom>
          <a:noFill/>
          <a:ln w="12700" cap="flat" cmpd="sng" algn="ctr">
            <a:solidFill>
              <a:srgbClr val="A2ABB0"/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D39FF9-8D00-D1A5-528A-2C8994504F3F}"/>
              </a:ext>
            </a:extLst>
          </p:cNvPr>
          <p:cNvSpPr txBox="1"/>
          <p:nvPr/>
        </p:nvSpPr>
        <p:spPr>
          <a:xfrm>
            <a:off x="433007" y="3327508"/>
            <a:ext cx="2068195" cy="246221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marL="12700"/>
            <a:r>
              <a:rPr lang="en-IN" sz="1000"/>
              <a:t>Ipsumidorci Portad api Busvivam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062018-ABA5-411D-A399-D1255424060C}"/>
              </a:ext>
            </a:extLst>
          </p:cNvPr>
          <p:cNvSpPr txBox="1"/>
          <p:nvPr/>
        </p:nvSpPr>
        <p:spPr>
          <a:xfrm>
            <a:off x="433007" y="3739257"/>
            <a:ext cx="2145139" cy="246221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marL="12700"/>
            <a:r>
              <a:rPr lang="en-IN" sz="1000"/>
              <a:t>Ussuscipitto rto Regetfeli Sport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94C990-77D4-41A6-2E90-310601AFC914}"/>
              </a:ext>
            </a:extLst>
          </p:cNvPr>
          <p:cNvSpPr txBox="1"/>
          <p:nvPr/>
        </p:nvSpPr>
        <p:spPr>
          <a:xfrm>
            <a:off x="433007" y="4164418"/>
            <a:ext cx="2066591" cy="246221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marL="12700"/>
            <a:r>
              <a:rPr lang="en-IN" sz="1000"/>
              <a:t>Titorvol Utpatcrasu ltr Iciesl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8C1131-A6D0-8208-56A0-315D2D552F8B}"/>
              </a:ext>
            </a:extLst>
          </p:cNvPr>
          <p:cNvSpPr txBox="1"/>
          <p:nvPr/>
        </p:nvSpPr>
        <p:spPr>
          <a:xfrm>
            <a:off x="433007" y="4574938"/>
            <a:ext cx="1282723" cy="246221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marL="12700"/>
            <a:r>
              <a:rPr lang="en-IN" sz="1000"/>
              <a:t>Igulase dma Gnadic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A28C00-8282-D455-F10D-D98C5B73306B}"/>
              </a:ext>
            </a:extLst>
          </p:cNvPr>
          <p:cNvSpPr txBox="1"/>
          <p:nvPr/>
        </p:nvSpPr>
        <p:spPr>
          <a:xfrm>
            <a:off x="433007" y="4999951"/>
            <a:ext cx="1260281" cy="246221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marL="12700"/>
            <a:r>
              <a:rPr lang="en-IN" sz="1000"/>
              <a:t>Tump ort Aloremips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20C1FF-3F50-6376-8633-1A7EE381A751}"/>
              </a:ext>
            </a:extLst>
          </p:cNvPr>
          <p:cNvSpPr txBox="1"/>
          <p:nvPr/>
        </p:nvSpPr>
        <p:spPr>
          <a:xfrm>
            <a:off x="433007" y="5420867"/>
            <a:ext cx="1451038" cy="246221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marL="12700"/>
            <a:r>
              <a:rPr lang="en-IN" sz="1000"/>
              <a:t>Umdol ors Itametcons</a:t>
            </a:r>
          </a:p>
        </p:txBody>
      </p:sp>
      <p:sp>
        <p:nvSpPr>
          <p:cNvPr id="79" name="object 29">
            <a:extLst>
              <a:ext uri="{FF2B5EF4-FFF2-40B4-BE49-F238E27FC236}">
                <a16:creationId xmlns:a16="http://schemas.microsoft.com/office/drawing/2014/main" id="{F94B32E9-295D-5FEB-8E15-D3AB79E3892B}"/>
              </a:ext>
            </a:extLst>
          </p:cNvPr>
          <p:cNvSpPr txBox="1"/>
          <p:nvPr/>
        </p:nvSpPr>
        <p:spPr>
          <a:xfrm>
            <a:off x="2554333" y="3327508"/>
            <a:ext cx="29707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2700" marR="5080">
              <a:spcBef>
                <a:spcPts val="105"/>
              </a:spcBef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000"/>
              <a:t>Ectet ur a dipi sc inge-lits eddoei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E4F9FE9-4535-3931-00FD-1C9729EAC2BB}"/>
              </a:ext>
            </a:extLst>
          </p:cNvPr>
          <p:cNvSpPr txBox="1"/>
          <p:nvPr/>
        </p:nvSpPr>
        <p:spPr>
          <a:xfrm>
            <a:off x="2554333" y="3681796"/>
            <a:ext cx="5071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spcBef>
                <a:spcPts val="105"/>
              </a:spcBef>
              <a:defRPr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Usmodtempo rincid iduntutlabor ee 200+ TDOl orem agnaal/iquauten imadminim, veniamq, uisnostrudex ercita tio nullamcolabo risni’s iutaliq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DE7233-ADBD-4BAE-12DC-10B4E2C215A9}"/>
              </a:ext>
            </a:extLst>
          </p:cNvPr>
          <p:cNvSpPr txBox="1"/>
          <p:nvPr/>
        </p:nvSpPr>
        <p:spPr>
          <a:xfrm>
            <a:off x="2554333" y="4095168"/>
            <a:ext cx="4971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lvl="0" defTabSz="914400" rtl="0" eaLnBrk="1" fontAlgn="auto" latinLnBrk="0" hangingPunct="1">
              <a:spcBef>
                <a:spcPts val="105"/>
              </a:spcBef>
              <a:buClrTx/>
              <a:buSzTx/>
              <a:tabLst/>
              <a:defRPr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Uipexeacomm odoconsequat dui saute iruredolo rinrep reh 4 ENd (Erit Involuptat, Eveli, TESSE, CIL)</a:t>
            </a:r>
          </a:p>
        </p:txBody>
      </p:sp>
      <p:sp>
        <p:nvSpPr>
          <p:cNvPr id="82" name="object 29">
            <a:extLst>
              <a:ext uri="{FF2B5EF4-FFF2-40B4-BE49-F238E27FC236}">
                <a16:creationId xmlns:a16="http://schemas.microsoft.com/office/drawing/2014/main" id="{4681120F-D2F8-13F9-5DC4-AFD5C5F3AF62}"/>
              </a:ext>
            </a:extLst>
          </p:cNvPr>
          <p:cNvSpPr txBox="1"/>
          <p:nvPr/>
        </p:nvSpPr>
        <p:spPr>
          <a:xfrm>
            <a:off x="2554333" y="4574938"/>
            <a:ext cx="4215932" cy="24622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en-US"/>
            </a:defPPr>
            <a:lvl1pPr marL="12700" marR="5080">
              <a:spcBef>
                <a:spcPts val="105"/>
              </a:spcBef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000"/>
              <a:t>Lumdoloreeu fu giatnullap ar iaturex cepteursin to ccaec atcupidatatn</a:t>
            </a:r>
          </a:p>
        </p:txBody>
      </p:sp>
      <p:sp>
        <p:nvSpPr>
          <p:cNvPr id="83" name="object 29">
            <a:extLst>
              <a:ext uri="{FF2B5EF4-FFF2-40B4-BE49-F238E27FC236}">
                <a16:creationId xmlns:a16="http://schemas.microsoft.com/office/drawing/2014/main" id="{AD2E3516-BB96-F595-BD0B-0C4AC8B20EFE}"/>
              </a:ext>
            </a:extLst>
          </p:cNvPr>
          <p:cNvSpPr txBox="1"/>
          <p:nvPr/>
        </p:nvSpPr>
        <p:spPr>
          <a:xfrm>
            <a:off x="2554334" y="4925471"/>
            <a:ext cx="5268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2700" marR="5080">
              <a:spcBef>
                <a:spcPts val="105"/>
              </a:spcBef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000"/>
              <a:t>Onpr oidentsuntin cu lpa QUi (Offi Ciadeserun tmo Llita). Nim idestlaborum curabi TURNO nnu LLA. Sita me tnislte mpus. Con vallisqu is aclectusp, ellentes QuE in ip-sumid</a:t>
            </a:r>
          </a:p>
        </p:txBody>
      </p:sp>
      <p:sp>
        <p:nvSpPr>
          <p:cNvPr id="84" name="object 29">
            <a:extLst>
              <a:ext uri="{FF2B5EF4-FFF2-40B4-BE49-F238E27FC236}">
                <a16:creationId xmlns:a16="http://schemas.microsoft.com/office/drawing/2014/main" id="{5BC9C627-FBA2-2E9B-BC10-BF74F95D76AE}"/>
              </a:ext>
            </a:extLst>
          </p:cNvPr>
          <p:cNvSpPr txBox="1"/>
          <p:nvPr/>
        </p:nvSpPr>
        <p:spPr>
          <a:xfrm>
            <a:off x="2554333" y="5343922"/>
            <a:ext cx="5071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2700" marR="5080">
              <a:spcBef>
                <a:spcPts val="105"/>
              </a:spcBef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000"/>
              <a:t>Orcipo Rtada PI busviva mus SUSCI pit Tort Oregetfeli spo Rttit. Orvo lutpatcras ultricies lig ULASE dma GNA</a:t>
            </a:r>
          </a:p>
        </p:txBody>
      </p:sp>
      <p:sp>
        <p:nvSpPr>
          <p:cNvPr id="85" name="object 29">
            <a:extLst>
              <a:ext uri="{FF2B5EF4-FFF2-40B4-BE49-F238E27FC236}">
                <a16:creationId xmlns:a16="http://schemas.microsoft.com/office/drawing/2014/main" id="{AA5AEBC4-D6D2-977D-EF3E-557D5306A9FA}"/>
              </a:ext>
            </a:extLst>
          </p:cNvPr>
          <p:cNvSpPr txBox="1"/>
          <p:nvPr/>
        </p:nvSpPr>
        <p:spPr>
          <a:xfrm>
            <a:off x="7806608" y="3327508"/>
            <a:ext cx="2804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2700" marR="5080">
              <a:spcBef>
                <a:spcPts val="105"/>
              </a:spcBef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000"/>
              <a:t>Dictumpor tal oremip sumd olorsitametc onsectet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36DD7DD-1F20-C618-F7A4-FD86F35B2543}"/>
              </a:ext>
            </a:extLst>
          </p:cNvPr>
          <p:cNvSpPr txBox="1"/>
          <p:nvPr/>
        </p:nvSpPr>
        <p:spPr>
          <a:xfrm>
            <a:off x="7806608" y="3681796"/>
            <a:ext cx="409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spcBef>
                <a:spcPts val="105"/>
              </a:spcBef>
              <a:defRPr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Uradipis c ingel-itsed doe ius-mod-tempori ncididuntutl aboreetdo lor emagnaali quaut. Enimadmi nimv en iamquis nostrudexerc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632BD1-0966-022F-BFAE-DE982A8FAB45}"/>
              </a:ext>
            </a:extLst>
          </p:cNvPr>
          <p:cNvSpPr txBox="1"/>
          <p:nvPr/>
        </p:nvSpPr>
        <p:spPr>
          <a:xfrm>
            <a:off x="7806609" y="4095168"/>
            <a:ext cx="4140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lvl="0" defTabSz="914400" rtl="0" eaLnBrk="1" fontAlgn="auto" latinLnBrk="0" hangingPunct="1">
              <a:spcBef>
                <a:spcPts val="105"/>
              </a:spcBef>
              <a:buClrTx/>
              <a:buSzTx/>
              <a:tabLst/>
              <a:defRPr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Itationu llamcolabori, snisi, UTAL, iquipexeacom mod oconsequ atduisau teiruredol ori nrepreh enderi</a:t>
            </a:r>
          </a:p>
        </p:txBody>
      </p:sp>
      <p:sp>
        <p:nvSpPr>
          <p:cNvPr id="88" name="object 29">
            <a:extLst>
              <a:ext uri="{FF2B5EF4-FFF2-40B4-BE49-F238E27FC236}">
                <a16:creationId xmlns:a16="http://schemas.microsoft.com/office/drawing/2014/main" id="{6C2F609B-3937-9FE6-5179-45832F21D7F4}"/>
              </a:ext>
            </a:extLst>
          </p:cNvPr>
          <p:cNvSpPr txBox="1"/>
          <p:nvPr/>
        </p:nvSpPr>
        <p:spPr>
          <a:xfrm>
            <a:off x="7806609" y="4505688"/>
            <a:ext cx="409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2700" marR="5080">
              <a:spcBef>
                <a:spcPts val="105"/>
              </a:spcBef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000"/>
              <a:t>Tinvolup tatevelite, ssecillumd, olo reeufugiat nullapariat urexcepteur. Sintocca ecatcupid at atnonproi</a:t>
            </a:r>
          </a:p>
        </p:txBody>
      </p:sp>
      <p:sp>
        <p:nvSpPr>
          <p:cNvPr id="89" name="object 29">
            <a:extLst>
              <a:ext uri="{FF2B5EF4-FFF2-40B4-BE49-F238E27FC236}">
                <a16:creationId xmlns:a16="http://schemas.microsoft.com/office/drawing/2014/main" id="{6CC59055-6E42-DDD5-739F-AD2348A2811A}"/>
              </a:ext>
            </a:extLst>
          </p:cNvPr>
          <p:cNvSpPr txBox="1"/>
          <p:nvPr/>
        </p:nvSpPr>
        <p:spPr>
          <a:xfrm>
            <a:off x="7806608" y="4948243"/>
            <a:ext cx="4169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2700" marR="5080">
              <a:spcBef>
                <a:spcPts val="105"/>
              </a:spcBef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000"/>
              <a:t>Dentsu ntin culpaquioff iciadese run tmollitan imidestlabor umcur ab itu rno-nnull</a:t>
            </a:r>
          </a:p>
        </p:txBody>
      </p:sp>
      <p:sp>
        <p:nvSpPr>
          <p:cNvPr id="90" name="object 29">
            <a:extLst>
              <a:ext uri="{FF2B5EF4-FFF2-40B4-BE49-F238E27FC236}">
                <a16:creationId xmlns:a16="http://schemas.microsoft.com/office/drawing/2014/main" id="{62755700-7C74-6834-91C3-2DCCF3BDA56E}"/>
              </a:ext>
            </a:extLst>
          </p:cNvPr>
          <p:cNvSpPr txBox="1"/>
          <p:nvPr/>
        </p:nvSpPr>
        <p:spPr>
          <a:xfrm>
            <a:off x="7806608" y="5343922"/>
            <a:ext cx="4160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2700" marR="5080">
              <a:spcBef>
                <a:spcPts val="105"/>
              </a:spcBef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000"/>
              <a:t>Asitam etnislte mp usconval lis quis aclectusp ell entesquei NIPSU mid ORC</a:t>
            </a:r>
          </a:p>
        </p:txBody>
      </p:sp>
      <p:pic>
        <p:nvPicPr>
          <p:cNvPr id="91" name="Picture 90" descr="A picture containing text&#10;&#10;Description automatically generated">
            <a:extLst>
              <a:ext uri="{FF2B5EF4-FFF2-40B4-BE49-F238E27FC236}">
                <a16:creationId xmlns:a16="http://schemas.microsoft.com/office/drawing/2014/main" id="{2FDD34FE-FE89-6C6D-3889-77578353252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5611" y="903522"/>
            <a:ext cx="2456916" cy="1955057"/>
          </a:xfrm>
          <a:prstGeom prst="rect">
            <a:avLst/>
          </a:prstGeom>
        </p:spPr>
      </p:pic>
      <p:pic>
        <p:nvPicPr>
          <p:cNvPr id="92" name="Picture 91" descr="A picture containing text&#10;&#10;Description automatically generated">
            <a:extLst>
              <a:ext uri="{FF2B5EF4-FFF2-40B4-BE49-F238E27FC236}">
                <a16:creationId xmlns:a16="http://schemas.microsoft.com/office/drawing/2014/main" id="{D35B1B6D-52FA-FB9D-5687-8BBCC4F40FA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902" y="1974937"/>
            <a:ext cx="1080641" cy="883642"/>
          </a:xfrm>
          <a:prstGeom prst="rect">
            <a:avLst/>
          </a:prstGeom>
        </p:spPr>
      </p:pic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752A246-CF38-8CC4-5D24-07FB668F5CD7}"/>
              </a:ext>
            </a:extLst>
          </p:cNvPr>
          <p:cNvSpPr/>
          <p:nvPr/>
        </p:nvSpPr>
        <p:spPr bwMode="auto">
          <a:xfrm>
            <a:off x="283647" y="2836123"/>
            <a:ext cx="2146755" cy="356509"/>
          </a:xfrm>
          <a:prstGeom prst="roundRect">
            <a:avLst/>
          </a:prstGeom>
          <a:solidFill>
            <a:srgbClr val="66737C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IN" sz="1400" b="1">
                <a:solidFill>
                  <a:schemeClr val="bg1"/>
                </a:solidFill>
              </a:rPr>
              <a:t>Iporta Dapib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00F4EC1-E682-B1CC-E720-9CE6664C87E0}"/>
              </a:ext>
            </a:extLst>
          </p:cNvPr>
          <p:cNvSpPr/>
          <p:nvPr/>
        </p:nvSpPr>
        <p:spPr bwMode="auto">
          <a:xfrm>
            <a:off x="2643393" y="2836123"/>
            <a:ext cx="4971141" cy="356509"/>
          </a:xfrm>
          <a:prstGeom prst="roundRect">
            <a:avLst/>
          </a:prstGeom>
          <a:solidFill>
            <a:srgbClr val="459FED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Usv Ivamussuscipi tt ort Oregetf Elisp</a:t>
            </a:r>
            <a:endParaRPr lang="en-IN" sz="1400" b="1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1871861A-13BB-5324-DF0E-8D8722970B36}"/>
              </a:ext>
            </a:extLst>
          </p:cNvPr>
          <p:cNvSpPr/>
          <p:nvPr/>
        </p:nvSpPr>
        <p:spPr bwMode="auto">
          <a:xfrm>
            <a:off x="7845247" y="2836123"/>
            <a:ext cx="4057645" cy="356509"/>
          </a:xfrm>
          <a:prstGeom prst="roundRect">
            <a:avLst/>
          </a:prstGeom>
          <a:solidFill>
            <a:srgbClr val="17B28A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018172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Orttit Orvol Utpatcrasult</a:t>
            </a:r>
            <a:endParaRPr lang="en-IN" sz="1400" b="1">
              <a:solidFill>
                <a:schemeClr val="bg1"/>
              </a:solidFill>
            </a:endParaRPr>
          </a:p>
        </p:txBody>
      </p:sp>
      <p:pic>
        <p:nvPicPr>
          <p:cNvPr id="96" name="Picture 95" descr="A picture containing text&#10;&#10;Description automatically generated">
            <a:extLst>
              <a:ext uri="{FF2B5EF4-FFF2-40B4-BE49-F238E27FC236}">
                <a16:creationId xmlns:a16="http://schemas.microsoft.com/office/drawing/2014/main" id="{9E6055E4-935E-4EC8-E545-0B9F80AD980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8230" y="1696722"/>
            <a:ext cx="1420883" cy="1161857"/>
          </a:xfrm>
          <a:prstGeom prst="rect">
            <a:avLst/>
          </a:prstGeom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6326843C-D372-1DAA-69D3-430BB309FB53}"/>
              </a:ext>
            </a:extLst>
          </p:cNvPr>
          <p:cNvSpPr/>
          <p:nvPr/>
        </p:nvSpPr>
        <p:spPr bwMode="auto">
          <a:xfrm flipH="1">
            <a:off x="464856" y="2366177"/>
            <a:ext cx="372065" cy="25264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426279"/>
              <a:gd name="connsiteY0" fmla="*/ 527891 h 527890"/>
              <a:gd name="connsiteX1" fmla="*/ 2426279 w 2426279"/>
              <a:gd name="connsiteY1" fmla="*/ 4120 h 527890"/>
              <a:gd name="connsiteX0" fmla="*/ 0 w 1173595"/>
              <a:gd name="connsiteY0" fmla="*/ 3359 h 909614"/>
              <a:gd name="connsiteX1" fmla="*/ 1173595 w 1173595"/>
              <a:gd name="connsiteY1" fmla="*/ 909614 h 909614"/>
              <a:gd name="connsiteX0" fmla="*/ 0 w 1173595"/>
              <a:gd name="connsiteY0" fmla="*/ 8591 h 914846"/>
              <a:gd name="connsiteX1" fmla="*/ 1173595 w 1173595"/>
              <a:gd name="connsiteY1" fmla="*/ 914846 h 914846"/>
              <a:gd name="connsiteX0" fmla="*/ 0 w 868214"/>
              <a:gd name="connsiteY0" fmla="*/ 14513 h 751567"/>
              <a:gd name="connsiteX1" fmla="*/ 868214 w 868214"/>
              <a:gd name="connsiteY1" fmla="*/ 751566 h 751567"/>
              <a:gd name="connsiteX0" fmla="*/ 0 w 868214"/>
              <a:gd name="connsiteY0" fmla="*/ 7052 h 744106"/>
              <a:gd name="connsiteX1" fmla="*/ 868214 w 868214"/>
              <a:gd name="connsiteY1" fmla="*/ 744105 h 744106"/>
              <a:gd name="connsiteX0" fmla="*/ 0 w 1217220"/>
              <a:gd name="connsiteY0" fmla="*/ 7975 h 690447"/>
              <a:gd name="connsiteX1" fmla="*/ 1217220 w 1217220"/>
              <a:gd name="connsiteY1" fmla="*/ 690448 h 690447"/>
              <a:gd name="connsiteX0" fmla="*/ 0 w 1217220"/>
              <a:gd name="connsiteY0" fmla="*/ 11333 h 693805"/>
              <a:gd name="connsiteX1" fmla="*/ 1217220 w 1217220"/>
              <a:gd name="connsiteY1" fmla="*/ 693806 h 693805"/>
              <a:gd name="connsiteX0" fmla="*/ 0 w 1217220"/>
              <a:gd name="connsiteY0" fmla="*/ 41383 h 723855"/>
              <a:gd name="connsiteX1" fmla="*/ 1217220 w 1217220"/>
              <a:gd name="connsiteY1" fmla="*/ 723856 h 723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7220" h="723855">
                <a:moveTo>
                  <a:pt x="0" y="41383"/>
                </a:moveTo>
                <a:cubicBezTo>
                  <a:pt x="526166" y="-117021"/>
                  <a:pt x="1133911" y="193968"/>
                  <a:pt x="1217220" y="723856"/>
                </a:cubicBezTo>
              </a:path>
            </a:pathLst>
          </a:custGeom>
          <a:noFill/>
          <a:ln w="3175">
            <a:solidFill>
              <a:srgbClr val="43515C"/>
            </a:solidFill>
            <a:miter lim="800000"/>
            <a:headEnd type="triangle" w="sm" len="sm"/>
            <a:tailEnd type="none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9D574B35-B76A-EE7F-9E35-88024C88DE2B}"/>
              </a:ext>
            </a:extLst>
          </p:cNvPr>
          <p:cNvSpPr/>
          <p:nvPr/>
        </p:nvSpPr>
        <p:spPr bwMode="auto">
          <a:xfrm flipH="1">
            <a:off x="612115" y="1684566"/>
            <a:ext cx="302515" cy="51087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426279"/>
              <a:gd name="connsiteY0" fmla="*/ 527891 h 527890"/>
              <a:gd name="connsiteX1" fmla="*/ 2426279 w 2426279"/>
              <a:gd name="connsiteY1" fmla="*/ 4120 h 527890"/>
              <a:gd name="connsiteX0" fmla="*/ 0 w 1173595"/>
              <a:gd name="connsiteY0" fmla="*/ 3359 h 909614"/>
              <a:gd name="connsiteX1" fmla="*/ 1173595 w 1173595"/>
              <a:gd name="connsiteY1" fmla="*/ 909614 h 909614"/>
              <a:gd name="connsiteX0" fmla="*/ 0 w 1173595"/>
              <a:gd name="connsiteY0" fmla="*/ 8591 h 914846"/>
              <a:gd name="connsiteX1" fmla="*/ 1173595 w 1173595"/>
              <a:gd name="connsiteY1" fmla="*/ 914846 h 914846"/>
              <a:gd name="connsiteX0" fmla="*/ 0 w 868214"/>
              <a:gd name="connsiteY0" fmla="*/ 14513 h 751567"/>
              <a:gd name="connsiteX1" fmla="*/ 868214 w 868214"/>
              <a:gd name="connsiteY1" fmla="*/ 751566 h 751567"/>
              <a:gd name="connsiteX0" fmla="*/ 0 w 868214"/>
              <a:gd name="connsiteY0" fmla="*/ 7052 h 744106"/>
              <a:gd name="connsiteX1" fmla="*/ 868214 w 868214"/>
              <a:gd name="connsiteY1" fmla="*/ 744105 h 744106"/>
              <a:gd name="connsiteX0" fmla="*/ 0 w 1217220"/>
              <a:gd name="connsiteY0" fmla="*/ 7975 h 690447"/>
              <a:gd name="connsiteX1" fmla="*/ 1217220 w 1217220"/>
              <a:gd name="connsiteY1" fmla="*/ 690448 h 690447"/>
              <a:gd name="connsiteX0" fmla="*/ 0 w 1217220"/>
              <a:gd name="connsiteY0" fmla="*/ 11333 h 693805"/>
              <a:gd name="connsiteX1" fmla="*/ 1217220 w 1217220"/>
              <a:gd name="connsiteY1" fmla="*/ 693806 h 693805"/>
              <a:gd name="connsiteX0" fmla="*/ 0 w 1217220"/>
              <a:gd name="connsiteY0" fmla="*/ 41383 h 723855"/>
              <a:gd name="connsiteX1" fmla="*/ 1217220 w 1217220"/>
              <a:gd name="connsiteY1" fmla="*/ 723856 h 723855"/>
              <a:gd name="connsiteX0" fmla="*/ 0 w 423887"/>
              <a:gd name="connsiteY0" fmla="*/ 4267435 h 4267439"/>
              <a:gd name="connsiteX1" fmla="*/ 423887 w 423887"/>
              <a:gd name="connsiteY1" fmla="*/ 42505 h 4267439"/>
              <a:gd name="connsiteX0" fmla="*/ 0 w 633118"/>
              <a:gd name="connsiteY0" fmla="*/ 3374791 h 3374795"/>
              <a:gd name="connsiteX1" fmla="*/ 633118 w 633118"/>
              <a:gd name="connsiteY1" fmla="*/ 51957 h 3374795"/>
              <a:gd name="connsiteX0" fmla="*/ 0 w 633118"/>
              <a:gd name="connsiteY0" fmla="*/ 3486736 h 3486740"/>
              <a:gd name="connsiteX1" fmla="*/ 633118 w 633118"/>
              <a:gd name="connsiteY1" fmla="*/ 163902 h 3486740"/>
              <a:gd name="connsiteX0" fmla="*/ 0 w 635312"/>
              <a:gd name="connsiteY0" fmla="*/ 3322834 h 3322838"/>
              <a:gd name="connsiteX1" fmla="*/ 633118 w 635312"/>
              <a:gd name="connsiteY1" fmla="*/ 0 h 3322838"/>
              <a:gd name="connsiteX0" fmla="*/ 0 w 470140"/>
              <a:gd name="connsiteY0" fmla="*/ 3791924 h 3791928"/>
              <a:gd name="connsiteX1" fmla="*/ 458759 w 470140"/>
              <a:gd name="connsiteY1" fmla="*/ 0 h 3791928"/>
              <a:gd name="connsiteX0" fmla="*/ 0 w 553125"/>
              <a:gd name="connsiteY0" fmla="*/ 3791924 h 3791928"/>
              <a:gd name="connsiteX1" fmla="*/ 458759 w 553125"/>
              <a:gd name="connsiteY1" fmla="*/ 0 h 3791928"/>
              <a:gd name="connsiteX0" fmla="*/ 0 w 624530"/>
              <a:gd name="connsiteY0" fmla="*/ 4333186 h 4333186"/>
              <a:gd name="connsiteX1" fmla="*/ 545938 w 624530"/>
              <a:gd name="connsiteY1" fmla="*/ 0 h 4333186"/>
              <a:gd name="connsiteX0" fmla="*/ 0 w 692207"/>
              <a:gd name="connsiteY0" fmla="*/ 4838360 h 4838360"/>
              <a:gd name="connsiteX1" fmla="*/ 624400 w 692207"/>
              <a:gd name="connsiteY1" fmla="*/ 0 h 483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2207" h="4838360">
                <a:moveTo>
                  <a:pt x="0" y="4838360"/>
                </a:moveTo>
                <a:cubicBezTo>
                  <a:pt x="526166" y="4679956"/>
                  <a:pt x="837502" y="1743389"/>
                  <a:pt x="624400" y="0"/>
                </a:cubicBezTo>
              </a:path>
            </a:pathLst>
          </a:custGeom>
          <a:noFill/>
          <a:ln w="3175">
            <a:solidFill>
              <a:srgbClr val="43515C"/>
            </a:solidFill>
            <a:miter lim="800000"/>
            <a:headEnd type="triangle" w="sm" len="sm"/>
            <a:tailEnd type="none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DEB9730-321A-917C-D7A6-A9FA4D3A5D8A}"/>
              </a:ext>
            </a:extLst>
          </p:cNvPr>
          <p:cNvGrpSpPr/>
          <p:nvPr/>
        </p:nvGrpSpPr>
        <p:grpSpPr>
          <a:xfrm flipH="1">
            <a:off x="5338261" y="1786284"/>
            <a:ext cx="1418256" cy="1051917"/>
            <a:chOff x="4741815" y="2633625"/>
            <a:chExt cx="1418256" cy="1051917"/>
          </a:xfrm>
        </p:grpSpPr>
        <p:grpSp>
          <p:nvGrpSpPr>
            <p:cNvPr id="100" name="Group 145">
              <a:extLst>
                <a:ext uri="{FF2B5EF4-FFF2-40B4-BE49-F238E27FC236}">
                  <a16:creationId xmlns:a16="http://schemas.microsoft.com/office/drawing/2014/main" id="{56DE3106-A6A5-DDF9-479A-674A63549D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20571719" flipH="1">
              <a:off x="5609631" y="2971016"/>
              <a:ext cx="550440" cy="714526"/>
              <a:chOff x="3421" y="1613"/>
              <a:chExt cx="842" cy="1093"/>
            </a:xfrm>
            <a:solidFill>
              <a:srgbClr val="7ECAF8"/>
            </a:solidFill>
          </p:grpSpPr>
          <p:sp>
            <p:nvSpPr>
              <p:cNvPr id="106" name="Freeform 146">
                <a:extLst>
                  <a:ext uri="{FF2B5EF4-FFF2-40B4-BE49-F238E27FC236}">
                    <a16:creationId xmlns:a16="http://schemas.microsoft.com/office/drawing/2014/main" id="{E1725BF2-20E3-BC58-B420-EA1FFB516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2295"/>
                <a:ext cx="51" cy="108"/>
              </a:xfrm>
              <a:custGeom>
                <a:avLst/>
                <a:gdLst>
                  <a:gd name="T0" fmla="*/ 30 w 30"/>
                  <a:gd name="T1" fmla="*/ 47 h 63"/>
                  <a:gd name="T2" fmla="*/ 15 w 30"/>
                  <a:gd name="T3" fmla="*/ 63 h 63"/>
                  <a:gd name="T4" fmla="*/ 0 w 30"/>
                  <a:gd name="T5" fmla="*/ 47 h 63"/>
                  <a:gd name="T6" fmla="*/ 15 w 30"/>
                  <a:gd name="T7" fmla="*/ 0 h 63"/>
                  <a:gd name="T8" fmla="*/ 30 w 30"/>
                  <a:gd name="T9" fmla="*/ 4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63">
                    <a:moveTo>
                      <a:pt x="30" y="47"/>
                    </a:moveTo>
                    <a:cubicBezTo>
                      <a:pt x="30" y="56"/>
                      <a:pt x="23" y="63"/>
                      <a:pt x="15" y="63"/>
                    </a:cubicBezTo>
                    <a:cubicBezTo>
                      <a:pt x="6" y="63"/>
                      <a:pt x="0" y="56"/>
                      <a:pt x="0" y="47"/>
                    </a:cubicBezTo>
                    <a:cubicBezTo>
                      <a:pt x="0" y="38"/>
                      <a:pt x="15" y="0"/>
                      <a:pt x="15" y="0"/>
                    </a:cubicBezTo>
                    <a:cubicBezTo>
                      <a:pt x="15" y="0"/>
                      <a:pt x="30" y="38"/>
                      <a:pt x="3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07" name="Freeform 147">
                <a:extLst>
                  <a:ext uri="{FF2B5EF4-FFF2-40B4-BE49-F238E27FC236}">
                    <a16:creationId xmlns:a16="http://schemas.microsoft.com/office/drawing/2014/main" id="{AF1387CC-E91F-4C91-BEBA-EE7818361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9" y="2377"/>
                <a:ext cx="22" cy="23"/>
              </a:xfrm>
              <a:custGeom>
                <a:avLst/>
                <a:gdLst>
                  <a:gd name="T0" fmla="*/ 13 w 13"/>
                  <a:gd name="T1" fmla="*/ 13 h 13"/>
                  <a:gd name="T2" fmla="*/ 0 w 13"/>
                  <a:gd name="T3" fmla="*/ 0 h 13"/>
                  <a:gd name="T4" fmla="*/ 13 w 13"/>
                  <a:gd name="T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" h="13">
                    <a:moveTo>
                      <a:pt x="13" y="13"/>
                    </a:moveTo>
                    <a:cubicBezTo>
                      <a:pt x="13" y="13"/>
                      <a:pt x="0" y="12"/>
                      <a:pt x="0" y="0"/>
                    </a:cubicBezTo>
                    <a:cubicBezTo>
                      <a:pt x="0" y="0"/>
                      <a:pt x="6" y="11"/>
                      <a:pt x="13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08" name="Freeform 148">
                <a:extLst>
                  <a:ext uri="{FF2B5EF4-FFF2-40B4-BE49-F238E27FC236}">
                    <a16:creationId xmlns:a16="http://schemas.microsoft.com/office/drawing/2014/main" id="{A37CBC6B-4912-5522-3E63-7E8F431AD1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2095"/>
                <a:ext cx="52" cy="106"/>
              </a:xfrm>
              <a:custGeom>
                <a:avLst/>
                <a:gdLst>
                  <a:gd name="T0" fmla="*/ 30 w 30"/>
                  <a:gd name="T1" fmla="*/ 46 h 62"/>
                  <a:gd name="T2" fmla="*/ 15 w 30"/>
                  <a:gd name="T3" fmla="*/ 62 h 62"/>
                  <a:gd name="T4" fmla="*/ 0 w 30"/>
                  <a:gd name="T5" fmla="*/ 46 h 62"/>
                  <a:gd name="T6" fmla="*/ 14 w 30"/>
                  <a:gd name="T7" fmla="*/ 0 h 62"/>
                  <a:gd name="T8" fmla="*/ 30 w 30"/>
                  <a:gd name="T9" fmla="*/ 46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62">
                    <a:moveTo>
                      <a:pt x="30" y="46"/>
                    </a:moveTo>
                    <a:cubicBezTo>
                      <a:pt x="30" y="55"/>
                      <a:pt x="24" y="62"/>
                      <a:pt x="15" y="62"/>
                    </a:cubicBezTo>
                    <a:cubicBezTo>
                      <a:pt x="7" y="62"/>
                      <a:pt x="0" y="55"/>
                      <a:pt x="0" y="46"/>
                    </a:cubicBezTo>
                    <a:cubicBezTo>
                      <a:pt x="0" y="37"/>
                      <a:pt x="14" y="0"/>
                      <a:pt x="14" y="0"/>
                    </a:cubicBezTo>
                    <a:cubicBezTo>
                      <a:pt x="14" y="0"/>
                      <a:pt x="30" y="37"/>
                      <a:pt x="30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09" name="Freeform 149">
                <a:extLst>
                  <a:ext uri="{FF2B5EF4-FFF2-40B4-BE49-F238E27FC236}">
                    <a16:creationId xmlns:a16="http://schemas.microsoft.com/office/drawing/2014/main" id="{B685553F-37A5-3F89-634B-0F73937AFC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" y="2175"/>
                <a:ext cx="22" cy="23"/>
              </a:xfrm>
              <a:custGeom>
                <a:avLst/>
                <a:gdLst>
                  <a:gd name="T0" fmla="*/ 13 w 13"/>
                  <a:gd name="T1" fmla="*/ 13 h 13"/>
                  <a:gd name="T2" fmla="*/ 0 w 13"/>
                  <a:gd name="T3" fmla="*/ 0 h 13"/>
                  <a:gd name="T4" fmla="*/ 13 w 13"/>
                  <a:gd name="T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" h="13">
                    <a:moveTo>
                      <a:pt x="13" y="13"/>
                    </a:moveTo>
                    <a:cubicBezTo>
                      <a:pt x="13" y="13"/>
                      <a:pt x="0" y="12"/>
                      <a:pt x="0" y="0"/>
                    </a:cubicBezTo>
                    <a:cubicBezTo>
                      <a:pt x="0" y="0"/>
                      <a:pt x="6" y="11"/>
                      <a:pt x="13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10" name="Freeform 150">
                <a:extLst>
                  <a:ext uri="{FF2B5EF4-FFF2-40B4-BE49-F238E27FC236}">
                    <a16:creationId xmlns:a16="http://schemas.microsoft.com/office/drawing/2014/main" id="{1989BC3B-E3C1-17A6-23AC-649807C8D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" y="1915"/>
                <a:ext cx="58" cy="106"/>
              </a:xfrm>
              <a:custGeom>
                <a:avLst/>
                <a:gdLst>
                  <a:gd name="T0" fmla="*/ 31 w 34"/>
                  <a:gd name="T1" fmla="*/ 49 h 62"/>
                  <a:gd name="T2" fmla="*/ 12 w 34"/>
                  <a:gd name="T3" fmla="*/ 60 h 62"/>
                  <a:gd name="T4" fmla="*/ 3 w 34"/>
                  <a:gd name="T5" fmla="*/ 40 h 62"/>
                  <a:gd name="T6" fmla="*/ 31 w 34"/>
                  <a:gd name="T7" fmla="*/ 0 h 62"/>
                  <a:gd name="T8" fmla="*/ 31 w 34"/>
                  <a:gd name="T9" fmla="*/ 49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62">
                    <a:moveTo>
                      <a:pt x="31" y="49"/>
                    </a:moveTo>
                    <a:cubicBezTo>
                      <a:pt x="28" y="57"/>
                      <a:pt x="20" y="62"/>
                      <a:pt x="12" y="60"/>
                    </a:cubicBezTo>
                    <a:cubicBezTo>
                      <a:pt x="4" y="57"/>
                      <a:pt x="0" y="48"/>
                      <a:pt x="3" y="40"/>
                    </a:cubicBezTo>
                    <a:cubicBezTo>
                      <a:pt x="6" y="31"/>
                      <a:pt x="31" y="0"/>
                      <a:pt x="31" y="0"/>
                    </a:cubicBezTo>
                    <a:cubicBezTo>
                      <a:pt x="31" y="0"/>
                      <a:pt x="34" y="40"/>
                      <a:pt x="31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11" name="Freeform 151">
                <a:extLst>
                  <a:ext uri="{FF2B5EF4-FFF2-40B4-BE49-F238E27FC236}">
                    <a16:creationId xmlns:a16="http://schemas.microsoft.com/office/drawing/2014/main" id="{D8FE538A-2A72-2C2C-8AC0-60AA9C5BC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1986"/>
                <a:ext cx="20" cy="29"/>
              </a:xfrm>
              <a:custGeom>
                <a:avLst/>
                <a:gdLst>
                  <a:gd name="T0" fmla="*/ 12 w 12"/>
                  <a:gd name="T1" fmla="*/ 17 h 17"/>
                  <a:gd name="T2" fmla="*/ 4 w 12"/>
                  <a:gd name="T3" fmla="*/ 0 h 17"/>
                  <a:gd name="T4" fmla="*/ 12 w 12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17">
                    <a:moveTo>
                      <a:pt x="12" y="17"/>
                    </a:moveTo>
                    <a:cubicBezTo>
                      <a:pt x="12" y="17"/>
                      <a:pt x="0" y="12"/>
                      <a:pt x="4" y="0"/>
                    </a:cubicBezTo>
                    <a:cubicBezTo>
                      <a:pt x="4" y="0"/>
                      <a:pt x="6" y="13"/>
                      <a:pt x="12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12" name="Freeform 152">
                <a:extLst>
                  <a:ext uri="{FF2B5EF4-FFF2-40B4-BE49-F238E27FC236}">
                    <a16:creationId xmlns:a16="http://schemas.microsoft.com/office/drawing/2014/main" id="{FADEB323-4C26-C250-3DA7-8D2363AC85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" y="1842"/>
                <a:ext cx="88" cy="84"/>
              </a:xfrm>
              <a:custGeom>
                <a:avLst/>
                <a:gdLst>
                  <a:gd name="T0" fmla="*/ 27 w 51"/>
                  <a:gd name="T1" fmla="*/ 43 h 49"/>
                  <a:gd name="T2" fmla="*/ 6 w 51"/>
                  <a:gd name="T3" fmla="*/ 43 h 49"/>
                  <a:gd name="T4" fmla="*/ 7 w 51"/>
                  <a:gd name="T5" fmla="*/ 21 h 49"/>
                  <a:gd name="T6" fmla="*/ 51 w 51"/>
                  <a:gd name="T7" fmla="*/ 0 h 49"/>
                  <a:gd name="T8" fmla="*/ 27 w 51"/>
                  <a:gd name="T9" fmla="*/ 43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49">
                    <a:moveTo>
                      <a:pt x="27" y="43"/>
                    </a:moveTo>
                    <a:cubicBezTo>
                      <a:pt x="21" y="49"/>
                      <a:pt x="11" y="49"/>
                      <a:pt x="6" y="43"/>
                    </a:cubicBezTo>
                    <a:cubicBezTo>
                      <a:pt x="0" y="37"/>
                      <a:pt x="0" y="27"/>
                      <a:pt x="7" y="21"/>
                    </a:cubicBezTo>
                    <a:cubicBezTo>
                      <a:pt x="13" y="15"/>
                      <a:pt x="51" y="0"/>
                      <a:pt x="51" y="0"/>
                    </a:cubicBezTo>
                    <a:cubicBezTo>
                      <a:pt x="51" y="0"/>
                      <a:pt x="34" y="37"/>
                      <a:pt x="27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13" name="Freeform 153">
                <a:extLst>
                  <a:ext uri="{FF2B5EF4-FFF2-40B4-BE49-F238E27FC236}">
                    <a16:creationId xmlns:a16="http://schemas.microsoft.com/office/drawing/2014/main" id="{CB71FF17-D818-9D71-E92B-AB0A834C1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9" y="1881"/>
                <a:ext cx="16" cy="33"/>
              </a:xfrm>
              <a:custGeom>
                <a:avLst/>
                <a:gdLst>
                  <a:gd name="T0" fmla="*/ 8 w 9"/>
                  <a:gd name="T1" fmla="*/ 19 h 19"/>
                  <a:gd name="T2" fmla="*/ 9 w 9"/>
                  <a:gd name="T3" fmla="*/ 0 h 19"/>
                  <a:gd name="T4" fmla="*/ 8 w 9"/>
                  <a:gd name="T5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9">
                    <a:moveTo>
                      <a:pt x="8" y="19"/>
                    </a:moveTo>
                    <a:cubicBezTo>
                      <a:pt x="8" y="19"/>
                      <a:pt x="0" y="8"/>
                      <a:pt x="9" y="0"/>
                    </a:cubicBezTo>
                    <a:cubicBezTo>
                      <a:pt x="9" y="0"/>
                      <a:pt x="4" y="12"/>
                      <a:pt x="8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14" name="Freeform 154">
                <a:extLst>
                  <a:ext uri="{FF2B5EF4-FFF2-40B4-BE49-F238E27FC236}">
                    <a16:creationId xmlns:a16="http://schemas.microsoft.com/office/drawing/2014/main" id="{51BE0155-C5E3-F631-022D-AE1C2945A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7" y="2015"/>
                <a:ext cx="62" cy="102"/>
              </a:xfrm>
              <a:custGeom>
                <a:avLst/>
                <a:gdLst>
                  <a:gd name="T0" fmla="*/ 31 w 36"/>
                  <a:gd name="T1" fmla="*/ 48 h 60"/>
                  <a:gd name="T2" fmla="*/ 10 w 36"/>
                  <a:gd name="T3" fmla="*/ 57 h 60"/>
                  <a:gd name="T4" fmla="*/ 3 w 36"/>
                  <a:gd name="T5" fmla="*/ 36 h 60"/>
                  <a:gd name="T6" fmla="*/ 36 w 36"/>
                  <a:gd name="T7" fmla="*/ 0 h 60"/>
                  <a:gd name="T8" fmla="*/ 31 w 36"/>
                  <a:gd name="T9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60">
                    <a:moveTo>
                      <a:pt x="31" y="48"/>
                    </a:moveTo>
                    <a:cubicBezTo>
                      <a:pt x="27" y="57"/>
                      <a:pt x="18" y="60"/>
                      <a:pt x="10" y="57"/>
                    </a:cubicBezTo>
                    <a:cubicBezTo>
                      <a:pt x="3" y="54"/>
                      <a:pt x="0" y="44"/>
                      <a:pt x="3" y="36"/>
                    </a:cubicBezTo>
                    <a:cubicBezTo>
                      <a:pt x="7" y="28"/>
                      <a:pt x="36" y="0"/>
                      <a:pt x="36" y="0"/>
                    </a:cubicBezTo>
                    <a:cubicBezTo>
                      <a:pt x="36" y="0"/>
                      <a:pt x="34" y="40"/>
                      <a:pt x="31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15" name="Freeform 155">
                <a:extLst>
                  <a:ext uri="{FF2B5EF4-FFF2-40B4-BE49-F238E27FC236}">
                    <a16:creationId xmlns:a16="http://schemas.microsoft.com/office/drawing/2014/main" id="{34440A85-BBCC-B952-F56F-3BFFA82D9B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7" y="2080"/>
                <a:ext cx="19" cy="29"/>
              </a:xfrm>
              <a:custGeom>
                <a:avLst/>
                <a:gdLst>
                  <a:gd name="T0" fmla="*/ 11 w 11"/>
                  <a:gd name="T1" fmla="*/ 17 h 17"/>
                  <a:gd name="T2" fmla="*/ 5 w 11"/>
                  <a:gd name="T3" fmla="*/ 0 h 17"/>
                  <a:gd name="T4" fmla="*/ 11 w 11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17">
                    <a:moveTo>
                      <a:pt x="11" y="17"/>
                    </a:moveTo>
                    <a:cubicBezTo>
                      <a:pt x="11" y="17"/>
                      <a:pt x="0" y="11"/>
                      <a:pt x="5" y="0"/>
                    </a:cubicBezTo>
                    <a:cubicBezTo>
                      <a:pt x="5" y="0"/>
                      <a:pt x="5" y="12"/>
                      <a:pt x="11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16" name="Freeform 156">
                <a:extLst>
                  <a:ext uri="{FF2B5EF4-FFF2-40B4-BE49-F238E27FC236}">
                    <a16:creationId xmlns:a16="http://schemas.microsoft.com/office/drawing/2014/main" id="{7D7CBD01-4E98-C6E4-CC5D-E673A1641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2124"/>
                <a:ext cx="59" cy="106"/>
              </a:xfrm>
              <a:custGeom>
                <a:avLst/>
                <a:gdLst>
                  <a:gd name="T0" fmla="*/ 31 w 34"/>
                  <a:gd name="T1" fmla="*/ 49 h 62"/>
                  <a:gd name="T2" fmla="*/ 12 w 34"/>
                  <a:gd name="T3" fmla="*/ 60 h 62"/>
                  <a:gd name="T4" fmla="*/ 2 w 34"/>
                  <a:gd name="T5" fmla="*/ 40 h 62"/>
                  <a:gd name="T6" fmla="*/ 29 w 34"/>
                  <a:gd name="T7" fmla="*/ 0 h 62"/>
                  <a:gd name="T8" fmla="*/ 31 w 34"/>
                  <a:gd name="T9" fmla="*/ 49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62">
                    <a:moveTo>
                      <a:pt x="31" y="49"/>
                    </a:moveTo>
                    <a:cubicBezTo>
                      <a:pt x="29" y="57"/>
                      <a:pt x="20" y="62"/>
                      <a:pt x="12" y="60"/>
                    </a:cubicBezTo>
                    <a:cubicBezTo>
                      <a:pt x="4" y="58"/>
                      <a:pt x="0" y="49"/>
                      <a:pt x="2" y="40"/>
                    </a:cubicBezTo>
                    <a:cubicBezTo>
                      <a:pt x="5" y="32"/>
                      <a:pt x="29" y="0"/>
                      <a:pt x="29" y="0"/>
                    </a:cubicBezTo>
                    <a:cubicBezTo>
                      <a:pt x="29" y="0"/>
                      <a:pt x="34" y="40"/>
                      <a:pt x="31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17" name="Freeform 157">
                <a:extLst>
                  <a:ext uri="{FF2B5EF4-FFF2-40B4-BE49-F238E27FC236}">
                    <a16:creationId xmlns:a16="http://schemas.microsoft.com/office/drawing/2014/main" id="{266C70A1-F516-11AB-D7D8-A94496D29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3" y="2196"/>
                <a:ext cx="21" cy="27"/>
              </a:xfrm>
              <a:custGeom>
                <a:avLst/>
                <a:gdLst>
                  <a:gd name="T0" fmla="*/ 12 w 12"/>
                  <a:gd name="T1" fmla="*/ 16 h 16"/>
                  <a:gd name="T2" fmla="*/ 3 w 12"/>
                  <a:gd name="T3" fmla="*/ 0 h 16"/>
                  <a:gd name="T4" fmla="*/ 12 w 12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16">
                    <a:moveTo>
                      <a:pt x="12" y="16"/>
                    </a:moveTo>
                    <a:cubicBezTo>
                      <a:pt x="12" y="16"/>
                      <a:pt x="0" y="12"/>
                      <a:pt x="3" y="0"/>
                    </a:cubicBezTo>
                    <a:cubicBezTo>
                      <a:pt x="3" y="0"/>
                      <a:pt x="6" y="12"/>
                      <a:pt x="1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18" name="Freeform 158">
                <a:extLst>
                  <a:ext uri="{FF2B5EF4-FFF2-40B4-BE49-F238E27FC236}">
                    <a16:creationId xmlns:a16="http://schemas.microsoft.com/office/drawing/2014/main" id="{CD42A691-85B2-B0DA-B533-54FC8857BB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3" y="2362"/>
                <a:ext cx="53" cy="108"/>
              </a:xfrm>
              <a:custGeom>
                <a:avLst/>
                <a:gdLst>
                  <a:gd name="T0" fmla="*/ 31 w 31"/>
                  <a:gd name="T1" fmla="*/ 47 h 63"/>
                  <a:gd name="T2" fmla="*/ 15 w 31"/>
                  <a:gd name="T3" fmla="*/ 62 h 63"/>
                  <a:gd name="T4" fmla="*/ 1 w 31"/>
                  <a:gd name="T5" fmla="*/ 45 h 63"/>
                  <a:gd name="T6" fmla="*/ 18 w 31"/>
                  <a:gd name="T7" fmla="*/ 0 h 63"/>
                  <a:gd name="T8" fmla="*/ 31 w 31"/>
                  <a:gd name="T9" fmla="*/ 4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63">
                    <a:moveTo>
                      <a:pt x="31" y="47"/>
                    </a:moveTo>
                    <a:cubicBezTo>
                      <a:pt x="30" y="56"/>
                      <a:pt x="23" y="63"/>
                      <a:pt x="15" y="62"/>
                    </a:cubicBezTo>
                    <a:cubicBezTo>
                      <a:pt x="7" y="62"/>
                      <a:pt x="0" y="54"/>
                      <a:pt x="1" y="45"/>
                    </a:cubicBezTo>
                    <a:cubicBezTo>
                      <a:pt x="1" y="37"/>
                      <a:pt x="18" y="0"/>
                      <a:pt x="18" y="0"/>
                    </a:cubicBezTo>
                    <a:cubicBezTo>
                      <a:pt x="18" y="0"/>
                      <a:pt x="31" y="38"/>
                      <a:pt x="31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19" name="Freeform 159">
                <a:extLst>
                  <a:ext uri="{FF2B5EF4-FFF2-40B4-BE49-F238E27FC236}">
                    <a16:creationId xmlns:a16="http://schemas.microsoft.com/office/drawing/2014/main" id="{32CDAC46-99BE-61A5-BF3E-05A97A559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7" y="2442"/>
                <a:ext cx="22" cy="24"/>
              </a:xfrm>
              <a:custGeom>
                <a:avLst/>
                <a:gdLst>
                  <a:gd name="T0" fmla="*/ 13 w 13"/>
                  <a:gd name="T1" fmla="*/ 14 h 14"/>
                  <a:gd name="T2" fmla="*/ 1 w 13"/>
                  <a:gd name="T3" fmla="*/ 0 h 14"/>
                  <a:gd name="T4" fmla="*/ 13 w 13"/>
                  <a:gd name="T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" h="14">
                    <a:moveTo>
                      <a:pt x="13" y="14"/>
                    </a:moveTo>
                    <a:cubicBezTo>
                      <a:pt x="13" y="14"/>
                      <a:pt x="0" y="12"/>
                      <a:pt x="1" y="0"/>
                    </a:cubicBezTo>
                    <a:cubicBezTo>
                      <a:pt x="1" y="0"/>
                      <a:pt x="6" y="11"/>
                      <a:pt x="1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0" name="Freeform 160">
                <a:extLst>
                  <a:ext uri="{FF2B5EF4-FFF2-40B4-BE49-F238E27FC236}">
                    <a16:creationId xmlns:a16="http://schemas.microsoft.com/office/drawing/2014/main" id="{AC02D9D9-DE42-E8A9-FC8F-D3303839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2600"/>
                <a:ext cx="54" cy="106"/>
              </a:xfrm>
              <a:custGeom>
                <a:avLst/>
                <a:gdLst>
                  <a:gd name="T0" fmla="*/ 30 w 31"/>
                  <a:gd name="T1" fmla="*/ 47 h 62"/>
                  <a:gd name="T2" fmla="*/ 14 w 31"/>
                  <a:gd name="T3" fmla="*/ 62 h 62"/>
                  <a:gd name="T4" fmla="*/ 0 w 31"/>
                  <a:gd name="T5" fmla="*/ 45 h 62"/>
                  <a:gd name="T6" fmla="*/ 18 w 31"/>
                  <a:gd name="T7" fmla="*/ 0 h 62"/>
                  <a:gd name="T8" fmla="*/ 30 w 31"/>
                  <a:gd name="T9" fmla="*/ 47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62">
                    <a:moveTo>
                      <a:pt x="30" y="47"/>
                    </a:moveTo>
                    <a:cubicBezTo>
                      <a:pt x="30" y="56"/>
                      <a:pt x="23" y="62"/>
                      <a:pt x="14" y="62"/>
                    </a:cubicBezTo>
                    <a:cubicBezTo>
                      <a:pt x="6" y="62"/>
                      <a:pt x="0" y="54"/>
                      <a:pt x="0" y="45"/>
                    </a:cubicBezTo>
                    <a:cubicBezTo>
                      <a:pt x="1" y="36"/>
                      <a:pt x="18" y="0"/>
                      <a:pt x="18" y="0"/>
                    </a:cubicBezTo>
                    <a:cubicBezTo>
                      <a:pt x="18" y="0"/>
                      <a:pt x="31" y="38"/>
                      <a:pt x="3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1" name="Freeform 161">
                <a:extLst>
                  <a:ext uri="{FF2B5EF4-FFF2-40B4-BE49-F238E27FC236}">
                    <a16:creationId xmlns:a16="http://schemas.microsoft.com/office/drawing/2014/main" id="{545D40F3-CFA1-6EC9-9C6F-DED711F1F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2678"/>
                <a:ext cx="22" cy="24"/>
              </a:xfrm>
              <a:custGeom>
                <a:avLst/>
                <a:gdLst>
                  <a:gd name="T0" fmla="*/ 13 w 13"/>
                  <a:gd name="T1" fmla="*/ 14 h 14"/>
                  <a:gd name="T2" fmla="*/ 1 w 13"/>
                  <a:gd name="T3" fmla="*/ 0 h 14"/>
                  <a:gd name="T4" fmla="*/ 13 w 13"/>
                  <a:gd name="T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" h="14">
                    <a:moveTo>
                      <a:pt x="13" y="14"/>
                    </a:moveTo>
                    <a:cubicBezTo>
                      <a:pt x="13" y="14"/>
                      <a:pt x="0" y="12"/>
                      <a:pt x="1" y="0"/>
                    </a:cubicBezTo>
                    <a:cubicBezTo>
                      <a:pt x="1" y="0"/>
                      <a:pt x="6" y="12"/>
                      <a:pt x="1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2" name="Freeform 162">
                <a:extLst>
                  <a:ext uri="{FF2B5EF4-FFF2-40B4-BE49-F238E27FC236}">
                    <a16:creationId xmlns:a16="http://schemas.microsoft.com/office/drawing/2014/main" id="{DC36744C-F66F-D946-21C2-033191481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9" y="2547"/>
                <a:ext cx="53" cy="106"/>
              </a:xfrm>
              <a:custGeom>
                <a:avLst/>
                <a:gdLst>
                  <a:gd name="T0" fmla="*/ 30 w 31"/>
                  <a:gd name="T1" fmla="*/ 47 h 62"/>
                  <a:gd name="T2" fmla="*/ 15 w 31"/>
                  <a:gd name="T3" fmla="*/ 62 h 62"/>
                  <a:gd name="T4" fmla="*/ 1 w 31"/>
                  <a:gd name="T5" fmla="*/ 45 h 62"/>
                  <a:gd name="T6" fmla="*/ 18 w 31"/>
                  <a:gd name="T7" fmla="*/ 0 h 62"/>
                  <a:gd name="T8" fmla="*/ 30 w 31"/>
                  <a:gd name="T9" fmla="*/ 47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62">
                    <a:moveTo>
                      <a:pt x="30" y="47"/>
                    </a:moveTo>
                    <a:cubicBezTo>
                      <a:pt x="30" y="55"/>
                      <a:pt x="23" y="62"/>
                      <a:pt x="15" y="62"/>
                    </a:cubicBezTo>
                    <a:cubicBezTo>
                      <a:pt x="6" y="61"/>
                      <a:pt x="0" y="54"/>
                      <a:pt x="1" y="45"/>
                    </a:cubicBezTo>
                    <a:cubicBezTo>
                      <a:pt x="1" y="36"/>
                      <a:pt x="18" y="0"/>
                      <a:pt x="18" y="0"/>
                    </a:cubicBezTo>
                    <a:cubicBezTo>
                      <a:pt x="18" y="0"/>
                      <a:pt x="31" y="38"/>
                      <a:pt x="3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3" name="Freeform 163">
                <a:extLst>
                  <a:ext uri="{FF2B5EF4-FFF2-40B4-BE49-F238E27FC236}">
                    <a16:creationId xmlns:a16="http://schemas.microsoft.com/office/drawing/2014/main" id="{EB305B7D-C3C8-F1D0-0464-3E9F61FEB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2" y="2625"/>
                <a:ext cx="22" cy="24"/>
              </a:xfrm>
              <a:custGeom>
                <a:avLst/>
                <a:gdLst>
                  <a:gd name="T0" fmla="*/ 13 w 13"/>
                  <a:gd name="T1" fmla="*/ 14 h 14"/>
                  <a:gd name="T2" fmla="*/ 1 w 13"/>
                  <a:gd name="T3" fmla="*/ 0 h 14"/>
                  <a:gd name="T4" fmla="*/ 13 w 13"/>
                  <a:gd name="T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" h="14">
                    <a:moveTo>
                      <a:pt x="13" y="14"/>
                    </a:moveTo>
                    <a:cubicBezTo>
                      <a:pt x="13" y="14"/>
                      <a:pt x="0" y="12"/>
                      <a:pt x="1" y="0"/>
                    </a:cubicBezTo>
                    <a:cubicBezTo>
                      <a:pt x="1" y="0"/>
                      <a:pt x="6" y="12"/>
                      <a:pt x="1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4" name="Freeform 164">
                <a:extLst>
                  <a:ext uri="{FF2B5EF4-FFF2-40B4-BE49-F238E27FC236}">
                    <a16:creationId xmlns:a16="http://schemas.microsoft.com/office/drawing/2014/main" id="{AE86AFC8-A228-1B58-D115-0A140EF021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" y="2600"/>
                <a:ext cx="54" cy="106"/>
              </a:xfrm>
              <a:custGeom>
                <a:avLst/>
                <a:gdLst>
                  <a:gd name="T0" fmla="*/ 30 w 31"/>
                  <a:gd name="T1" fmla="*/ 47 h 62"/>
                  <a:gd name="T2" fmla="*/ 14 w 31"/>
                  <a:gd name="T3" fmla="*/ 62 h 62"/>
                  <a:gd name="T4" fmla="*/ 0 w 31"/>
                  <a:gd name="T5" fmla="*/ 45 h 62"/>
                  <a:gd name="T6" fmla="*/ 18 w 31"/>
                  <a:gd name="T7" fmla="*/ 0 h 62"/>
                  <a:gd name="T8" fmla="*/ 30 w 31"/>
                  <a:gd name="T9" fmla="*/ 47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62">
                    <a:moveTo>
                      <a:pt x="30" y="47"/>
                    </a:moveTo>
                    <a:cubicBezTo>
                      <a:pt x="30" y="56"/>
                      <a:pt x="23" y="62"/>
                      <a:pt x="14" y="62"/>
                    </a:cubicBezTo>
                    <a:cubicBezTo>
                      <a:pt x="6" y="62"/>
                      <a:pt x="0" y="54"/>
                      <a:pt x="0" y="45"/>
                    </a:cubicBezTo>
                    <a:cubicBezTo>
                      <a:pt x="1" y="36"/>
                      <a:pt x="18" y="0"/>
                      <a:pt x="18" y="0"/>
                    </a:cubicBezTo>
                    <a:cubicBezTo>
                      <a:pt x="18" y="0"/>
                      <a:pt x="31" y="38"/>
                      <a:pt x="3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5" name="Freeform 165">
                <a:extLst>
                  <a:ext uri="{FF2B5EF4-FFF2-40B4-BE49-F238E27FC236}">
                    <a16:creationId xmlns:a16="http://schemas.microsoft.com/office/drawing/2014/main" id="{44AC5175-AA3F-F9DD-468B-EC6C67E00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2678"/>
                <a:ext cx="22" cy="24"/>
              </a:xfrm>
              <a:custGeom>
                <a:avLst/>
                <a:gdLst>
                  <a:gd name="T0" fmla="*/ 13 w 13"/>
                  <a:gd name="T1" fmla="*/ 14 h 14"/>
                  <a:gd name="T2" fmla="*/ 1 w 13"/>
                  <a:gd name="T3" fmla="*/ 0 h 14"/>
                  <a:gd name="T4" fmla="*/ 13 w 13"/>
                  <a:gd name="T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" h="14">
                    <a:moveTo>
                      <a:pt x="13" y="14"/>
                    </a:moveTo>
                    <a:cubicBezTo>
                      <a:pt x="13" y="14"/>
                      <a:pt x="0" y="12"/>
                      <a:pt x="1" y="0"/>
                    </a:cubicBezTo>
                    <a:cubicBezTo>
                      <a:pt x="1" y="0"/>
                      <a:pt x="6" y="12"/>
                      <a:pt x="1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6" name="Freeform 166">
                <a:extLst>
                  <a:ext uri="{FF2B5EF4-FFF2-40B4-BE49-F238E27FC236}">
                    <a16:creationId xmlns:a16="http://schemas.microsoft.com/office/drawing/2014/main" id="{73C59CBA-8482-6D85-AF6F-2CD093E6F2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2538"/>
                <a:ext cx="51" cy="108"/>
              </a:xfrm>
              <a:custGeom>
                <a:avLst/>
                <a:gdLst>
                  <a:gd name="T0" fmla="*/ 30 w 30"/>
                  <a:gd name="T1" fmla="*/ 47 h 63"/>
                  <a:gd name="T2" fmla="*/ 14 w 30"/>
                  <a:gd name="T3" fmla="*/ 63 h 63"/>
                  <a:gd name="T4" fmla="*/ 0 w 30"/>
                  <a:gd name="T5" fmla="*/ 46 h 63"/>
                  <a:gd name="T6" fmla="*/ 17 w 30"/>
                  <a:gd name="T7" fmla="*/ 0 h 63"/>
                  <a:gd name="T8" fmla="*/ 30 w 30"/>
                  <a:gd name="T9" fmla="*/ 4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63">
                    <a:moveTo>
                      <a:pt x="30" y="47"/>
                    </a:moveTo>
                    <a:cubicBezTo>
                      <a:pt x="29" y="56"/>
                      <a:pt x="22" y="63"/>
                      <a:pt x="14" y="63"/>
                    </a:cubicBezTo>
                    <a:cubicBezTo>
                      <a:pt x="6" y="62"/>
                      <a:pt x="0" y="55"/>
                      <a:pt x="0" y="46"/>
                    </a:cubicBezTo>
                    <a:cubicBezTo>
                      <a:pt x="0" y="37"/>
                      <a:pt x="17" y="0"/>
                      <a:pt x="17" y="0"/>
                    </a:cubicBezTo>
                    <a:cubicBezTo>
                      <a:pt x="17" y="0"/>
                      <a:pt x="30" y="39"/>
                      <a:pt x="3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7" name="Freeform 167">
                <a:extLst>
                  <a:ext uri="{FF2B5EF4-FFF2-40B4-BE49-F238E27FC236}">
                    <a16:creationId xmlns:a16="http://schemas.microsoft.com/office/drawing/2014/main" id="{DE31A610-8B50-FB9E-F429-64B9088DC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2" y="2618"/>
                <a:ext cx="23" cy="24"/>
              </a:xfrm>
              <a:custGeom>
                <a:avLst/>
                <a:gdLst>
                  <a:gd name="T0" fmla="*/ 13 w 13"/>
                  <a:gd name="T1" fmla="*/ 14 h 14"/>
                  <a:gd name="T2" fmla="*/ 1 w 13"/>
                  <a:gd name="T3" fmla="*/ 0 h 14"/>
                  <a:gd name="T4" fmla="*/ 13 w 13"/>
                  <a:gd name="T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" h="14">
                    <a:moveTo>
                      <a:pt x="13" y="14"/>
                    </a:moveTo>
                    <a:cubicBezTo>
                      <a:pt x="13" y="14"/>
                      <a:pt x="0" y="12"/>
                      <a:pt x="1" y="0"/>
                    </a:cubicBezTo>
                    <a:cubicBezTo>
                      <a:pt x="1" y="0"/>
                      <a:pt x="6" y="12"/>
                      <a:pt x="1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8" name="Freeform 168">
                <a:extLst>
                  <a:ext uri="{FF2B5EF4-FFF2-40B4-BE49-F238E27FC236}">
                    <a16:creationId xmlns:a16="http://schemas.microsoft.com/office/drawing/2014/main" id="{E8A51DE2-261D-F073-4D60-E9FFC29EFB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0" y="1785"/>
                <a:ext cx="73" cy="98"/>
              </a:xfrm>
              <a:custGeom>
                <a:avLst/>
                <a:gdLst>
                  <a:gd name="T0" fmla="*/ 30 w 42"/>
                  <a:gd name="T1" fmla="*/ 47 h 57"/>
                  <a:gd name="T2" fmla="*/ 9 w 42"/>
                  <a:gd name="T3" fmla="*/ 53 h 57"/>
                  <a:gd name="T4" fmla="*/ 5 w 42"/>
                  <a:gd name="T5" fmla="*/ 32 h 57"/>
                  <a:gd name="T6" fmla="*/ 42 w 42"/>
                  <a:gd name="T7" fmla="*/ 0 h 57"/>
                  <a:gd name="T8" fmla="*/ 30 w 42"/>
                  <a:gd name="T9" fmla="*/ 4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57">
                    <a:moveTo>
                      <a:pt x="30" y="47"/>
                    </a:moveTo>
                    <a:cubicBezTo>
                      <a:pt x="25" y="55"/>
                      <a:pt x="16" y="57"/>
                      <a:pt x="9" y="53"/>
                    </a:cubicBezTo>
                    <a:cubicBezTo>
                      <a:pt x="2" y="49"/>
                      <a:pt x="0" y="39"/>
                      <a:pt x="5" y="32"/>
                    </a:cubicBezTo>
                    <a:cubicBezTo>
                      <a:pt x="9" y="24"/>
                      <a:pt x="42" y="0"/>
                      <a:pt x="42" y="0"/>
                    </a:cubicBezTo>
                    <a:cubicBezTo>
                      <a:pt x="42" y="0"/>
                      <a:pt x="35" y="40"/>
                      <a:pt x="3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9" name="Freeform 169">
                <a:extLst>
                  <a:ext uri="{FF2B5EF4-FFF2-40B4-BE49-F238E27FC236}">
                    <a16:creationId xmlns:a16="http://schemas.microsoft.com/office/drawing/2014/main" id="{1CEE76A1-4BA0-F1D4-4EB0-5AA5098EF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0" y="1844"/>
                <a:ext cx="18" cy="30"/>
              </a:xfrm>
              <a:custGeom>
                <a:avLst/>
                <a:gdLst>
                  <a:gd name="T0" fmla="*/ 10 w 10"/>
                  <a:gd name="T1" fmla="*/ 18 h 18"/>
                  <a:gd name="T2" fmla="*/ 6 w 10"/>
                  <a:gd name="T3" fmla="*/ 0 h 18"/>
                  <a:gd name="T4" fmla="*/ 10 w 10"/>
                  <a:gd name="T5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8">
                    <a:moveTo>
                      <a:pt x="10" y="18"/>
                    </a:moveTo>
                    <a:cubicBezTo>
                      <a:pt x="10" y="18"/>
                      <a:pt x="0" y="10"/>
                      <a:pt x="6" y="0"/>
                    </a:cubicBezTo>
                    <a:cubicBezTo>
                      <a:pt x="6" y="0"/>
                      <a:pt x="5" y="12"/>
                      <a:pt x="1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30" name="Freeform 170">
                <a:extLst>
                  <a:ext uri="{FF2B5EF4-FFF2-40B4-BE49-F238E27FC236}">
                    <a16:creationId xmlns:a16="http://schemas.microsoft.com/office/drawing/2014/main" id="{7C1197D7-F516-119D-0A79-18CA73363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2" y="1613"/>
                <a:ext cx="105" cy="59"/>
              </a:xfrm>
              <a:custGeom>
                <a:avLst/>
                <a:gdLst>
                  <a:gd name="T0" fmla="*/ 23 w 61"/>
                  <a:gd name="T1" fmla="*/ 31 h 35"/>
                  <a:gd name="T2" fmla="*/ 3 w 61"/>
                  <a:gd name="T3" fmla="*/ 23 h 35"/>
                  <a:gd name="T4" fmla="*/ 12 w 61"/>
                  <a:gd name="T5" fmla="*/ 4 h 35"/>
                  <a:gd name="T6" fmla="*/ 61 w 61"/>
                  <a:gd name="T7" fmla="*/ 1 h 35"/>
                  <a:gd name="T8" fmla="*/ 23 w 61"/>
                  <a:gd name="T9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35">
                    <a:moveTo>
                      <a:pt x="23" y="31"/>
                    </a:moveTo>
                    <a:cubicBezTo>
                      <a:pt x="15" y="35"/>
                      <a:pt x="6" y="31"/>
                      <a:pt x="3" y="23"/>
                    </a:cubicBezTo>
                    <a:cubicBezTo>
                      <a:pt x="0" y="16"/>
                      <a:pt x="4" y="7"/>
                      <a:pt x="12" y="4"/>
                    </a:cubicBezTo>
                    <a:cubicBezTo>
                      <a:pt x="20" y="0"/>
                      <a:pt x="61" y="1"/>
                      <a:pt x="61" y="1"/>
                    </a:cubicBezTo>
                    <a:cubicBezTo>
                      <a:pt x="61" y="1"/>
                      <a:pt x="31" y="28"/>
                      <a:pt x="23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31" name="Freeform 171">
                <a:extLst>
                  <a:ext uri="{FF2B5EF4-FFF2-40B4-BE49-F238E27FC236}">
                    <a16:creationId xmlns:a16="http://schemas.microsoft.com/office/drawing/2014/main" id="{306C1D4C-ACB3-BE93-DCB3-0EDB4EFD50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1623"/>
                <a:ext cx="19" cy="29"/>
              </a:xfrm>
              <a:custGeom>
                <a:avLst/>
                <a:gdLst>
                  <a:gd name="T0" fmla="*/ 3 w 11"/>
                  <a:gd name="T1" fmla="*/ 17 h 17"/>
                  <a:gd name="T2" fmla="*/ 11 w 11"/>
                  <a:gd name="T3" fmla="*/ 0 h 17"/>
                  <a:gd name="T4" fmla="*/ 3 w 11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17">
                    <a:moveTo>
                      <a:pt x="3" y="17"/>
                    </a:moveTo>
                    <a:cubicBezTo>
                      <a:pt x="3" y="17"/>
                      <a:pt x="0" y="4"/>
                      <a:pt x="11" y="0"/>
                    </a:cubicBezTo>
                    <a:cubicBezTo>
                      <a:pt x="11" y="0"/>
                      <a:pt x="3" y="9"/>
                      <a:pt x="3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32" name="Freeform 172">
                <a:extLst>
                  <a:ext uri="{FF2B5EF4-FFF2-40B4-BE49-F238E27FC236}">
                    <a16:creationId xmlns:a16="http://schemas.microsoft.com/office/drawing/2014/main" id="{7EBE3C08-1386-043B-E805-F415CF4AE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5" y="1702"/>
                <a:ext cx="95" cy="78"/>
              </a:xfrm>
              <a:custGeom>
                <a:avLst/>
                <a:gdLst>
                  <a:gd name="T0" fmla="*/ 27 w 55"/>
                  <a:gd name="T1" fmla="*/ 40 h 46"/>
                  <a:gd name="T2" fmla="*/ 6 w 55"/>
                  <a:gd name="T3" fmla="*/ 38 h 46"/>
                  <a:gd name="T4" fmla="*/ 9 w 55"/>
                  <a:gd name="T5" fmla="*/ 17 h 46"/>
                  <a:gd name="T6" fmla="*/ 55 w 55"/>
                  <a:gd name="T7" fmla="*/ 0 h 46"/>
                  <a:gd name="T8" fmla="*/ 27 w 55"/>
                  <a:gd name="T9" fmla="*/ 4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46">
                    <a:moveTo>
                      <a:pt x="27" y="40"/>
                    </a:moveTo>
                    <a:cubicBezTo>
                      <a:pt x="20" y="46"/>
                      <a:pt x="11" y="45"/>
                      <a:pt x="6" y="38"/>
                    </a:cubicBezTo>
                    <a:cubicBezTo>
                      <a:pt x="0" y="32"/>
                      <a:pt x="2" y="22"/>
                      <a:pt x="9" y="17"/>
                    </a:cubicBezTo>
                    <a:cubicBezTo>
                      <a:pt x="16" y="11"/>
                      <a:pt x="55" y="0"/>
                      <a:pt x="55" y="0"/>
                    </a:cubicBezTo>
                    <a:cubicBezTo>
                      <a:pt x="55" y="0"/>
                      <a:pt x="34" y="35"/>
                      <a:pt x="27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33" name="Freeform 173">
                <a:extLst>
                  <a:ext uri="{FF2B5EF4-FFF2-40B4-BE49-F238E27FC236}">
                    <a16:creationId xmlns:a16="http://schemas.microsoft.com/office/drawing/2014/main" id="{980017BC-C278-05C5-09E1-09884BF9D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5" y="1734"/>
                <a:ext cx="17" cy="31"/>
              </a:xfrm>
              <a:custGeom>
                <a:avLst/>
                <a:gdLst>
                  <a:gd name="T0" fmla="*/ 7 w 10"/>
                  <a:gd name="T1" fmla="*/ 18 h 18"/>
                  <a:gd name="T2" fmla="*/ 10 w 10"/>
                  <a:gd name="T3" fmla="*/ 0 h 18"/>
                  <a:gd name="T4" fmla="*/ 7 w 10"/>
                  <a:gd name="T5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8">
                    <a:moveTo>
                      <a:pt x="7" y="18"/>
                    </a:moveTo>
                    <a:cubicBezTo>
                      <a:pt x="7" y="18"/>
                      <a:pt x="0" y="7"/>
                      <a:pt x="10" y="0"/>
                    </a:cubicBezTo>
                    <a:cubicBezTo>
                      <a:pt x="10" y="0"/>
                      <a:pt x="4" y="11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34" name="Freeform 174">
                <a:extLst>
                  <a:ext uri="{FF2B5EF4-FFF2-40B4-BE49-F238E27FC236}">
                    <a16:creationId xmlns:a16="http://schemas.microsoft.com/office/drawing/2014/main" id="{C4581E7A-CB26-125C-449C-F65C1EAF2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1912"/>
                <a:ext cx="72" cy="99"/>
              </a:xfrm>
              <a:custGeom>
                <a:avLst/>
                <a:gdLst>
                  <a:gd name="T0" fmla="*/ 30 w 42"/>
                  <a:gd name="T1" fmla="*/ 48 h 58"/>
                  <a:gd name="T2" fmla="*/ 9 w 42"/>
                  <a:gd name="T3" fmla="*/ 53 h 58"/>
                  <a:gd name="T4" fmla="*/ 5 w 42"/>
                  <a:gd name="T5" fmla="*/ 32 h 58"/>
                  <a:gd name="T6" fmla="*/ 42 w 42"/>
                  <a:gd name="T7" fmla="*/ 0 h 58"/>
                  <a:gd name="T8" fmla="*/ 30 w 42"/>
                  <a:gd name="T9" fmla="*/ 4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58">
                    <a:moveTo>
                      <a:pt x="30" y="48"/>
                    </a:moveTo>
                    <a:cubicBezTo>
                      <a:pt x="25" y="55"/>
                      <a:pt x="16" y="58"/>
                      <a:pt x="9" y="53"/>
                    </a:cubicBezTo>
                    <a:cubicBezTo>
                      <a:pt x="2" y="49"/>
                      <a:pt x="0" y="39"/>
                      <a:pt x="5" y="32"/>
                    </a:cubicBezTo>
                    <a:cubicBezTo>
                      <a:pt x="9" y="24"/>
                      <a:pt x="42" y="0"/>
                      <a:pt x="42" y="0"/>
                    </a:cubicBezTo>
                    <a:cubicBezTo>
                      <a:pt x="42" y="0"/>
                      <a:pt x="35" y="40"/>
                      <a:pt x="30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35" name="Freeform 175">
                <a:extLst>
                  <a:ext uri="{FF2B5EF4-FFF2-40B4-BE49-F238E27FC236}">
                    <a16:creationId xmlns:a16="http://schemas.microsoft.com/office/drawing/2014/main" id="{8162AE7A-1D8B-5173-11F1-554410182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9" y="1970"/>
                <a:ext cx="18" cy="31"/>
              </a:xfrm>
              <a:custGeom>
                <a:avLst/>
                <a:gdLst>
                  <a:gd name="T0" fmla="*/ 10 w 10"/>
                  <a:gd name="T1" fmla="*/ 18 h 18"/>
                  <a:gd name="T2" fmla="*/ 7 w 10"/>
                  <a:gd name="T3" fmla="*/ 0 h 18"/>
                  <a:gd name="T4" fmla="*/ 10 w 10"/>
                  <a:gd name="T5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8">
                    <a:moveTo>
                      <a:pt x="10" y="18"/>
                    </a:moveTo>
                    <a:cubicBezTo>
                      <a:pt x="10" y="18"/>
                      <a:pt x="0" y="10"/>
                      <a:pt x="7" y="0"/>
                    </a:cubicBezTo>
                    <a:cubicBezTo>
                      <a:pt x="7" y="0"/>
                      <a:pt x="6" y="12"/>
                      <a:pt x="1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36" name="Freeform 176">
                <a:extLst>
                  <a:ext uri="{FF2B5EF4-FFF2-40B4-BE49-F238E27FC236}">
                    <a16:creationId xmlns:a16="http://schemas.microsoft.com/office/drawing/2014/main" id="{5BA11407-D95F-14AC-5376-C677B68E9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116"/>
                <a:ext cx="58" cy="104"/>
              </a:xfrm>
              <a:custGeom>
                <a:avLst/>
                <a:gdLst>
                  <a:gd name="T0" fmla="*/ 31 w 34"/>
                  <a:gd name="T1" fmla="*/ 48 h 61"/>
                  <a:gd name="T2" fmla="*/ 11 w 34"/>
                  <a:gd name="T3" fmla="*/ 58 h 61"/>
                  <a:gd name="T4" fmla="*/ 3 w 34"/>
                  <a:gd name="T5" fmla="*/ 38 h 61"/>
                  <a:gd name="T6" fmla="*/ 34 w 34"/>
                  <a:gd name="T7" fmla="*/ 0 h 61"/>
                  <a:gd name="T8" fmla="*/ 31 w 34"/>
                  <a:gd name="T9" fmla="*/ 4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61">
                    <a:moveTo>
                      <a:pt x="31" y="48"/>
                    </a:moveTo>
                    <a:cubicBezTo>
                      <a:pt x="28" y="57"/>
                      <a:pt x="19" y="61"/>
                      <a:pt x="11" y="58"/>
                    </a:cubicBezTo>
                    <a:cubicBezTo>
                      <a:pt x="4" y="55"/>
                      <a:pt x="0" y="46"/>
                      <a:pt x="3" y="38"/>
                    </a:cubicBezTo>
                    <a:cubicBezTo>
                      <a:pt x="6" y="29"/>
                      <a:pt x="34" y="0"/>
                      <a:pt x="34" y="0"/>
                    </a:cubicBezTo>
                    <a:cubicBezTo>
                      <a:pt x="34" y="0"/>
                      <a:pt x="34" y="40"/>
                      <a:pt x="31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37" name="Freeform 177">
                <a:extLst>
                  <a:ext uri="{FF2B5EF4-FFF2-40B4-BE49-F238E27FC236}">
                    <a16:creationId xmlns:a16="http://schemas.microsoft.com/office/drawing/2014/main" id="{0D4F05D6-E2FD-097A-7605-439FCDEDC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182"/>
                <a:ext cx="21" cy="29"/>
              </a:xfrm>
              <a:custGeom>
                <a:avLst/>
                <a:gdLst>
                  <a:gd name="T0" fmla="*/ 12 w 12"/>
                  <a:gd name="T1" fmla="*/ 17 h 17"/>
                  <a:gd name="T2" fmla="*/ 5 w 12"/>
                  <a:gd name="T3" fmla="*/ 0 h 17"/>
                  <a:gd name="T4" fmla="*/ 12 w 12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17">
                    <a:moveTo>
                      <a:pt x="12" y="17"/>
                    </a:moveTo>
                    <a:cubicBezTo>
                      <a:pt x="12" y="17"/>
                      <a:pt x="0" y="12"/>
                      <a:pt x="5" y="0"/>
                    </a:cubicBezTo>
                    <a:cubicBezTo>
                      <a:pt x="5" y="0"/>
                      <a:pt x="6" y="13"/>
                      <a:pt x="12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38" name="Freeform 178">
                <a:extLst>
                  <a:ext uri="{FF2B5EF4-FFF2-40B4-BE49-F238E27FC236}">
                    <a16:creationId xmlns:a16="http://schemas.microsoft.com/office/drawing/2014/main" id="{354364A6-5EA4-C4D5-4702-20369276BF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" y="2335"/>
                <a:ext cx="52" cy="107"/>
              </a:xfrm>
              <a:custGeom>
                <a:avLst/>
                <a:gdLst>
                  <a:gd name="T0" fmla="*/ 30 w 30"/>
                  <a:gd name="T1" fmla="*/ 47 h 63"/>
                  <a:gd name="T2" fmla="*/ 14 w 30"/>
                  <a:gd name="T3" fmla="*/ 63 h 63"/>
                  <a:gd name="T4" fmla="*/ 0 w 30"/>
                  <a:gd name="T5" fmla="*/ 46 h 63"/>
                  <a:gd name="T6" fmla="*/ 17 w 30"/>
                  <a:gd name="T7" fmla="*/ 0 h 63"/>
                  <a:gd name="T8" fmla="*/ 30 w 30"/>
                  <a:gd name="T9" fmla="*/ 4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63">
                    <a:moveTo>
                      <a:pt x="30" y="47"/>
                    </a:moveTo>
                    <a:cubicBezTo>
                      <a:pt x="29" y="56"/>
                      <a:pt x="23" y="63"/>
                      <a:pt x="14" y="63"/>
                    </a:cubicBezTo>
                    <a:cubicBezTo>
                      <a:pt x="6" y="62"/>
                      <a:pt x="0" y="55"/>
                      <a:pt x="0" y="46"/>
                    </a:cubicBezTo>
                    <a:cubicBezTo>
                      <a:pt x="0" y="37"/>
                      <a:pt x="17" y="0"/>
                      <a:pt x="17" y="0"/>
                    </a:cubicBezTo>
                    <a:cubicBezTo>
                      <a:pt x="17" y="0"/>
                      <a:pt x="30" y="38"/>
                      <a:pt x="3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40" name="Freeform 179">
                <a:extLst>
                  <a:ext uri="{FF2B5EF4-FFF2-40B4-BE49-F238E27FC236}">
                    <a16:creationId xmlns:a16="http://schemas.microsoft.com/office/drawing/2014/main" id="{BE5489AE-8BA0-C04A-6F51-96C4F63BE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2415"/>
                <a:ext cx="20" cy="24"/>
              </a:xfrm>
              <a:custGeom>
                <a:avLst/>
                <a:gdLst>
                  <a:gd name="T0" fmla="*/ 12 w 12"/>
                  <a:gd name="T1" fmla="*/ 14 h 14"/>
                  <a:gd name="T2" fmla="*/ 0 w 12"/>
                  <a:gd name="T3" fmla="*/ 0 h 14"/>
                  <a:gd name="T4" fmla="*/ 12 w 12"/>
                  <a:gd name="T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14">
                    <a:moveTo>
                      <a:pt x="12" y="14"/>
                    </a:moveTo>
                    <a:cubicBezTo>
                      <a:pt x="12" y="14"/>
                      <a:pt x="0" y="12"/>
                      <a:pt x="0" y="0"/>
                    </a:cubicBezTo>
                    <a:cubicBezTo>
                      <a:pt x="0" y="0"/>
                      <a:pt x="5" y="12"/>
                      <a:pt x="12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41" name="Freeform 180">
                <a:extLst>
                  <a:ext uri="{FF2B5EF4-FFF2-40B4-BE49-F238E27FC236}">
                    <a16:creationId xmlns:a16="http://schemas.microsoft.com/office/drawing/2014/main" id="{3CC1027E-03D8-0E0C-F168-AA9A06705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1768"/>
                <a:ext cx="97" cy="76"/>
              </a:xfrm>
              <a:custGeom>
                <a:avLst/>
                <a:gdLst>
                  <a:gd name="T0" fmla="*/ 27 w 56"/>
                  <a:gd name="T1" fmla="*/ 39 h 44"/>
                  <a:gd name="T2" fmla="*/ 5 w 56"/>
                  <a:gd name="T3" fmla="*/ 36 h 44"/>
                  <a:gd name="T4" fmla="*/ 9 w 56"/>
                  <a:gd name="T5" fmla="*/ 15 h 44"/>
                  <a:gd name="T6" fmla="*/ 56 w 56"/>
                  <a:gd name="T7" fmla="*/ 0 h 44"/>
                  <a:gd name="T8" fmla="*/ 27 w 56"/>
                  <a:gd name="T9" fmla="*/ 39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44">
                    <a:moveTo>
                      <a:pt x="27" y="39"/>
                    </a:moveTo>
                    <a:cubicBezTo>
                      <a:pt x="19" y="44"/>
                      <a:pt x="10" y="43"/>
                      <a:pt x="5" y="36"/>
                    </a:cubicBezTo>
                    <a:cubicBezTo>
                      <a:pt x="0" y="29"/>
                      <a:pt x="2" y="20"/>
                      <a:pt x="9" y="15"/>
                    </a:cubicBezTo>
                    <a:cubicBezTo>
                      <a:pt x="16" y="9"/>
                      <a:pt x="56" y="0"/>
                      <a:pt x="56" y="0"/>
                    </a:cubicBezTo>
                    <a:cubicBezTo>
                      <a:pt x="56" y="0"/>
                      <a:pt x="34" y="34"/>
                      <a:pt x="27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42" name="Freeform 181">
                <a:extLst>
                  <a:ext uri="{FF2B5EF4-FFF2-40B4-BE49-F238E27FC236}">
                    <a16:creationId xmlns:a16="http://schemas.microsoft.com/office/drawing/2014/main" id="{C0A4F43A-B772-12E9-B6B4-5B8DCA309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1797"/>
                <a:ext cx="18" cy="31"/>
              </a:xfrm>
              <a:custGeom>
                <a:avLst/>
                <a:gdLst>
                  <a:gd name="T0" fmla="*/ 6 w 10"/>
                  <a:gd name="T1" fmla="*/ 18 h 18"/>
                  <a:gd name="T2" fmla="*/ 10 w 10"/>
                  <a:gd name="T3" fmla="*/ 0 h 18"/>
                  <a:gd name="T4" fmla="*/ 6 w 10"/>
                  <a:gd name="T5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8">
                    <a:moveTo>
                      <a:pt x="6" y="18"/>
                    </a:moveTo>
                    <a:cubicBezTo>
                      <a:pt x="6" y="18"/>
                      <a:pt x="0" y="7"/>
                      <a:pt x="10" y="0"/>
                    </a:cubicBezTo>
                    <a:cubicBezTo>
                      <a:pt x="10" y="0"/>
                      <a:pt x="4" y="11"/>
                      <a:pt x="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  <p:grpSp>
          <p:nvGrpSpPr>
            <p:cNvPr id="101" name="Group 189">
              <a:extLst>
                <a:ext uri="{FF2B5EF4-FFF2-40B4-BE49-F238E27FC236}">
                  <a16:creationId xmlns:a16="http://schemas.microsoft.com/office/drawing/2014/main" id="{7A9683EB-6E43-C476-2700-003CA0925E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20300532" flipH="1">
              <a:off x="4741815" y="2633625"/>
              <a:ext cx="765855" cy="695048"/>
              <a:chOff x="2697" y="1121"/>
              <a:chExt cx="2293" cy="2081"/>
            </a:xfrm>
          </p:grpSpPr>
          <p:sp>
            <p:nvSpPr>
              <p:cNvPr id="102" name="Freeform 190">
                <a:extLst>
                  <a:ext uri="{FF2B5EF4-FFF2-40B4-BE49-F238E27FC236}">
                    <a16:creationId xmlns:a16="http://schemas.microsoft.com/office/drawing/2014/main" id="{FDCE9A4D-97F1-64BC-E69A-298AA8ACF4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" y="1598"/>
                <a:ext cx="430" cy="498"/>
              </a:xfrm>
              <a:custGeom>
                <a:avLst/>
                <a:gdLst>
                  <a:gd name="T0" fmla="*/ 136 w 251"/>
                  <a:gd name="T1" fmla="*/ 155 h 292"/>
                  <a:gd name="T2" fmla="*/ 245 w 251"/>
                  <a:gd name="T3" fmla="*/ 6 h 292"/>
                  <a:gd name="T4" fmla="*/ 115 w 251"/>
                  <a:gd name="T5" fmla="*/ 137 h 292"/>
                  <a:gd name="T6" fmla="*/ 6 w 251"/>
                  <a:gd name="T7" fmla="*/ 286 h 292"/>
                  <a:gd name="T8" fmla="*/ 136 w 251"/>
                  <a:gd name="T9" fmla="*/ 155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1" h="292">
                    <a:moveTo>
                      <a:pt x="136" y="155"/>
                    </a:moveTo>
                    <a:cubicBezTo>
                      <a:pt x="202" y="78"/>
                      <a:pt x="251" y="11"/>
                      <a:pt x="245" y="6"/>
                    </a:cubicBezTo>
                    <a:cubicBezTo>
                      <a:pt x="239" y="0"/>
                      <a:pt x="180" y="59"/>
                      <a:pt x="115" y="137"/>
                    </a:cubicBezTo>
                    <a:cubicBezTo>
                      <a:pt x="49" y="214"/>
                      <a:pt x="0" y="281"/>
                      <a:pt x="6" y="286"/>
                    </a:cubicBezTo>
                    <a:cubicBezTo>
                      <a:pt x="12" y="292"/>
                      <a:pt x="70" y="233"/>
                      <a:pt x="136" y="155"/>
                    </a:cubicBezTo>
                    <a:close/>
                  </a:path>
                </a:pathLst>
              </a:custGeom>
              <a:solidFill>
                <a:srgbClr val="1C6F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03" name="Freeform 191">
                <a:extLst>
                  <a:ext uri="{FF2B5EF4-FFF2-40B4-BE49-F238E27FC236}">
                    <a16:creationId xmlns:a16="http://schemas.microsoft.com/office/drawing/2014/main" id="{1783146A-29E9-C5F8-1237-2C05A443B8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27" y="1121"/>
                <a:ext cx="2063" cy="1965"/>
              </a:xfrm>
              <a:custGeom>
                <a:avLst/>
                <a:gdLst>
                  <a:gd name="T0" fmla="*/ 19 w 1204"/>
                  <a:gd name="T1" fmla="*/ 1109 h 1151"/>
                  <a:gd name="T2" fmla="*/ 617 w 1204"/>
                  <a:gd name="T3" fmla="*/ 999 h 1151"/>
                  <a:gd name="T4" fmla="*/ 754 w 1204"/>
                  <a:gd name="T5" fmla="*/ 1141 h 1151"/>
                  <a:gd name="T6" fmla="*/ 994 w 1204"/>
                  <a:gd name="T7" fmla="*/ 901 h 1151"/>
                  <a:gd name="T8" fmla="*/ 1192 w 1204"/>
                  <a:gd name="T9" fmla="*/ 625 h 1151"/>
                  <a:gd name="T10" fmla="*/ 1083 w 1204"/>
                  <a:gd name="T11" fmla="*/ 549 h 1151"/>
                  <a:gd name="T12" fmla="*/ 1066 w 1204"/>
                  <a:gd name="T13" fmla="*/ 284 h 1151"/>
                  <a:gd name="T14" fmla="*/ 884 w 1204"/>
                  <a:gd name="T15" fmla="*/ 5 h 1151"/>
                  <a:gd name="T16" fmla="*/ 803 w 1204"/>
                  <a:gd name="T17" fmla="*/ 28 h 1151"/>
                  <a:gd name="T18" fmla="*/ 765 w 1204"/>
                  <a:gd name="T19" fmla="*/ 67 h 1151"/>
                  <a:gd name="T20" fmla="*/ 648 w 1204"/>
                  <a:gd name="T21" fmla="*/ 247 h 1151"/>
                  <a:gd name="T22" fmla="*/ 647 w 1204"/>
                  <a:gd name="T23" fmla="*/ 247 h 1151"/>
                  <a:gd name="T24" fmla="*/ 573 w 1204"/>
                  <a:gd name="T25" fmla="*/ 302 h 1151"/>
                  <a:gd name="T26" fmla="*/ 464 w 1204"/>
                  <a:gd name="T27" fmla="*/ 450 h 1151"/>
                  <a:gd name="T28" fmla="*/ 335 w 1204"/>
                  <a:gd name="T29" fmla="*/ 582 h 1151"/>
                  <a:gd name="T30" fmla="*/ 293 w 1204"/>
                  <a:gd name="T31" fmla="*/ 664 h 1151"/>
                  <a:gd name="T32" fmla="*/ 495 w 1204"/>
                  <a:gd name="T33" fmla="*/ 873 h 1151"/>
                  <a:gd name="T34" fmla="*/ 0 w 1204"/>
                  <a:gd name="T35" fmla="*/ 1052 h 1151"/>
                  <a:gd name="T36" fmla="*/ 19 w 1204"/>
                  <a:gd name="T37" fmla="*/ 1109 h 1151"/>
                  <a:gd name="T38" fmla="*/ 1016 w 1204"/>
                  <a:gd name="T39" fmla="*/ 303 h 1151"/>
                  <a:gd name="T40" fmla="*/ 1047 w 1204"/>
                  <a:gd name="T41" fmla="*/ 503 h 1151"/>
                  <a:gd name="T42" fmla="*/ 992 w 1204"/>
                  <a:gd name="T43" fmla="*/ 486 h 1151"/>
                  <a:gd name="T44" fmla="*/ 704 w 1204"/>
                  <a:gd name="T45" fmla="*/ 286 h 1151"/>
                  <a:gd name="T46" fmla="*/ 698 w 1204"/>
                  <a:gd name="T47" fmla="*/ 267 h 1151"/>
                  <a:gd name="T48" fmla="*/ 806 w 1204"/>
                  <a:gd name="T49" fmla="*/ 102 h 1151"/>
                  <a:gd name="T50" fmla="*/ 839 w 1204"/>
                  <a:gd name="T51" fmla="*/ 67 h 1151"/>
                  <a:gd name="T52" fmla="*/ 871 w 1204"/>
                  <a:gd name="T53" fmla="*/ 56 h 1151"/>
                  <a:gd name="T54" fmla="*/ 1016 w 1204"/>
                  <a:gd name="T55" fmla="*/ 303 h 1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04" h="1151">
                    <a:moveTo>
                      <a:pt x="19" y="1109"/>
                    </a:moveTo>
                    <a:cubicBezTo>
                      <a:pt x="477" y="973"/>
                      <a:pt x="590" y="988"/>
                      <a:pt x="617" y="999"/>
                    </a:cubicBezTo>
                    <a:cubicBezTo>
                      <a:pt x="754" y="1141"/>
                      <a:pt x="754" y="1141"/>
                      <a:pt x="754" y="1141"/>
                    </a:cubicBezTo>
                    <a:cubicBezTo>
                      <a:pt x="766" y="1151"/>
                      <a:pt x="874" y="1043"/>
                      <a:pt x="994" y="901"/>
                    </a:cubicBezTo>
                    <a:cubicBezTo>
                      <a:pt x="1115" y="758"/>
                      <a:pt x="1204" y="635"/>
                      <a:pt x="1192" y="625"/>
                    </a:cubicBezTo>
                    <a:cubicBezTo>
                      <a:pt x="1083" y="549"/>
                      <a:pt x="1083" y="549"/>
                      <a:pt x="1083" y="549"/>
                    </a:cubicBezTo>
                    <a:cubicBezTo>
                      <a:pt x="1097" y="532"/>
                      <a:pt x="1131" y="465"/>
                      <a:pt x="1066" y="284"/>
                    </a:cubicBezTo>
                    <a:cubicBezTo>
                      <a:pt x="1001" y="106"/>
                      <a:pt x="945" y="20"/>
                      <a:pt x="884" y="5"/>
                    </a:cubicBezTo>
                    <a:cubicBezTo>
                      <a:pt x="865" y="0"/>
                      <a:pt x="835" y="0"/>
                      <a:pt x="803" y="28"/>
                    </a:cubicBezTo>
                    <a:cubicBezTo>
                      <a:pt x="791" y="38"/>
                      <a:pt x="778" y="52"/>
                      <a:pt x="765" y="67"/>
                    </a:cubicBezTo>
                    <a:cubicBezTo>
                      <a:pt x="707" y="136"/>
                      <a:pt x="658" y="229"/>
                      <a:pt x="648" y="247"/>
                    </a:cubicBezTo>
                    <a:cubicBezTo>
                      <a:pt x="647" y="247"/>
                      <a:pt x="647" y="247"/>
                      <a:pt x="647" y="247"/>
                    </a:cubicBezTo>
                    <a:cubicBezTo>
                      <a:pt x="641" y="241"/>
                      <a:pt x="613" y="263"/>
                      <a:pt x="573" y="302"/>
                    </a:cubicBezTo>
                    <a:cubicBezTo>
                      <a:pt x="561" y="329"/>
                      <a:pt x="518" y="386"/>
                      <a:pt x="464" y="450"/>
                    </a:cubicBezTo>
                    <a:cubicBezTo>
                      <a:pt x="410" y="514"/>
                      <a:pt x="360" y="565"/>
                      <a:pt x="335" y="582"/>
                    </a:cubicBezTo>
                    <a:cubicBezTo>
                      <a:pt x="304" y="627"/>
                      <a:pt x="287" y="659"/>
                      <a:pt x="293" y="664"/>
                    </a:cubicBezTo>
                    <a:cubicBezTo>
                      <a:pt x="495" y="873"/>
                      <a:pt x="495" y="873"/>
                      <a:pt x="495" y="873"/>
                    </a:cubicBezTo>
                    <a:cubicBezTo>
                      <a:pt x="414" y="937"/>
                      <a:pt x="0" y="1052"/>
                      <a:pt x="0" y="1052"/>
                    </a:cubicBezTo>
                    <a:lnTo>
                      <a:pt x="19" y="1109"/>
                    </a:lnTo>
                    <a:close/>
                    <a:moveTo>
                      <a:pt x="1016" y="303"/>
                    </a:moveTo>
                    <a:cubicBezTo>
                      <a:pt x="1059" y="421"/>
                      <a:pt x="1054" y="479"/>
                      <a:pt x="1047" y="503"/>
                    </a:cubicBezTo>
                    <a:cubicBezTo>
                      <a:pt x="1031" y="499"/>
                      <a:pt x="1012" y="493"/>
                      <a:pt x="992" y="486"/>
                    </a:cubicBezTo>
                    <a:cubicBezTo>
                      <a:pt x="704" y="286"/>
                      <a:pt x="704" y="286"/>
                      <a:pt x="704" y="286"/>
                    </a:cubicBezTo>
                    <a:cubicBezTo>
                      <a:pt x="701" y="280"/>
                      <a:pt x="699" y="273"/>
                      <a:pt x="698" y="267"/>
                    </a:cubicBezTo>
                    <a:cubicBezTo>
                      <a:pt x="711" y="242"/>
                      <a:pt x="756" y="161"/>
                      <a:pt x="806" y="102"/>
                    </a:cubicBezTo>
                    <a:cubicBezTo>
                      <a:pt x="817" y="88"/>
                      <a:pt x="828" y="77"/>
                      <a:pt x="839" y="67"/>
                    </a:cubicBezTo>
                    <a:cubicBezTo>
                      <a:pt x="854" y="54"/>
                      <a:pt x="864" y="54"/>
                      <a:pt x="871" y="56"/>
                    </a:cubicBezTo>
                    <a:cubicBezTo>
                      <a:pt x="899" y="63"/>
                      <a:pt x="947" y="112"/>
                      <a:pt x="1016" y="303"/>
                    </a:cubicBezTo>
                    <a:close/>
                  </a:path>
                </a:pathLst>
              </a:custGeom>
              <a:solidFill>
                <a:srgbClr val="498C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04" name="Freeform 192">
                <a:extLst>
                  <a:ext uri="{FF2B5EF4-FFF2-40B4-BE49-F238E27FC236}">
                    <a16:creationId xmlns:a16="http://schemas.microsoft.com/office/drawing/2014/main" id="{ECEED01A-73FD-1F49-2A23-2C9A953C2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7" y="2611"/>
                <a:ext cx="1057" cy="403"/>
              </a:xfrm>
              <a:custGeom>
                <a:avLst/>
                <a:gdLst>
                  <a:gd name="T0" fmla="*/ 496 w 617"/>
                  <a:gd name="T1" fmla="*/ 1 h 236"/>
                  <a:gd name="T2" fmla="*/ 495 w 617"/>
                  <a:gd name="T3" fmla="*/ 0 h 236"/>
                  <a:gd name="T4" fmla="*/ 0 w 617"/>
                  <a:gd name="T5" fmla="*/ 179 h 236"/>
                  <a:gd name="T6" fmla="*/ 19 w 617"/>
                  <a:gd name="T7" fmla="*/ 236 h 236"/>
                  <a:gd name="T8" fmla="*/ 617 w 617"/>
                  <a:gd name="T9" fmla="*/ 126 h 236"/>
                  <a:gd name="T10" fmla="*/ 496 w 617"/>
                  <a:gd name="T11" fmla="*/ 1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7" h="236">
                    <a:moveTo>
                      <a:pt x="496" y="1"/>
                    </a:moveTo>
                    <a:cubicBezTo>
                      <a:pt x="495" y="0"/>
                      <a:pt x="495" y="0"/>
                      <a:pt x="495" y="0"/>
                    </a:cubicBezTo>
                    <a:cubicBezTo>
                      <a:pt x="414" y="64"/>
                      <a:pt x="0" y="179"/>
                      <a:pt x="0" y="179"/>
                    </a:cubicBezTo>
                    <a:cubicBezTo>
                      <a:pt x="19" y="236"/>
                      <a:pt x="19" y="236"/>
                      <a:pt x="19" y="236"/>
                    </a:cubicBezTo>
                    <a:cubicBezTo>
                      <a:pt x="477" y="100"/>
                      <a:pt x="590" y="115"/>
                      <a:pt x="617" y="126"/>
                    </a:cubicBezTo>
                    <a:lnTo>
                      <a:pt x="496" y="1"/>
                    </a:lnTo>
                    <a:close/>
                  </a:path>
                </a:pathLst>
              </a:custGeom>
              <a:solidFill>
                <a:srgbClr val="1C6F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05" name="Freeform 193">
                <a:extLst>
                  <a:ext uri="{FF2B5EF4-FFF2-40B4-BE49-F238E27FC236}">
                    <a16:creationId xmlns:a16="http://schemas.microsoft.com/office/drawing/2014/main" id="{DC35F884-6E0E-DE78-BD05-2EA11B45C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7" y="2830"/>
                <a:ext cx="262" cy="372"/>
              </a:xfrm>
              <a:custGeom>
                <a:avLst/>
                <a:gdLst>
                  <a:gd name="T0" fmla="*/ 134 w 153"/>
                  <a:gd name="T1" fmla="*/ 51 h 218"/>
                  <a:gd name="T2" fmla="*/ 134 w 153"/>
                  <a:gd name="T3" fmla="*/ 51 h 218"/>
                  <a:gd name="T4" fmla="*/ 16 w 153"/>
                  <a:gd name="T5" fmla="*/ 1 h 218"/>
                  <a:gd name="T6" fmla="*/ 11 w 153"/>
                  <a:gd name="T7" fmla="*/ 0 h 218"/>
                  <a:gd name="T8" fmla="*/ 29 w 153"/>
                  <a:gd name="T9" fmla="*/ 114 h 218"/>
                  <a:gd name="T10" fmla="*/ 88 w 153"/>
                  <a:gd name="T11" fmla="*/ 214 h 218"/>
                  <a:gd name="T12" fmla="*/ 90 w 153"/>
                  <a:gd name="T13" fmla="*/ 213 h 218"/>
                  <a:gd name="T14" fmla="*/ 153 w 153"/>
                  <a:gd name="T15" fmla="*/ 108 h 218"/>
                  <a:gd name="T16" fmla="*/ 134 w 153"/>
                  <a:gd name="T17" fmla="*/ 51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3" h="218">
                    <a:moveTo>
                      <a:pt x="134" y="51"/>
                    </a:moveTo>
                    <a:cubicBezTo>
                      <a:pt x="134" y="51"/>
                      <a:pt x="134" y="51"/>
                      <a:pt x="134" y="51"/>
                    </a:cubicBezTo>
                    <a:cubicBezTo>
                      <a:pt x="117" y="25"/>
                      <a:pt x="38" y="6"/>
                      <a:pt x="16" y="1"/>
                    </a:cubicBezTo>
                    <a:cubicBezTo>
                      <a:pt x="14" y="0"/>
                      <a:pt x="12" y="0"/>
                      <a:pt x="11" y="0"/>
                    </a:cubicBezTo>
                    <a:cubicBezTo>
                      <a:pt x="0" y="4"/>
                      <a:pt x="8" y="55"/>
                      <a:pt x="29" y="114"/>
                    </a:cubicBezTo>
                    <a:cubicBezTo>
                      <a:pt x="51" y="173"/>
                      <a:pt x="77" y="218"/>
                      <a:pt x="88" y="214"/>
                    </a:cubicBezTo>
                    <a:cubicBezTo>
                      <a:pt x="89" y="214"/>
                      <a:pt x="89" y="213"/>
                      <a:pt x="90" y="213"/>
                    </a:cubicBezTo>
                    <a:cubicBezTo>
                      <a:pt x="138" y="177"/>
                      <a:pt x="152" y="108"/>
                      <a:pt x="153" y="108"/>
                    </a:cubicBezTo>
                    <a:lnTo>
                      <a:pt x="134" y="51"/>
                    </a:lnTo>
                    <a:close/>
                  </a:path>
                </a:pathLst>
              </a:custGeom>
              <a:solidFill>
                <a:srgbClr val="498C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</p:grpSp>
      <p:sp>
        <p:nvSpPr>
          <p:cNvPr id="143" name="Freeform 5">
            <a:extLst>
              <a:ext uri="{FF2B5EF4-FFF2-40B4-BE49-F238E27FC236}">
                <a16:creationId xmlns:a16="http://schemas.microsoft.com/office/drawing/2014/main" id="{96B3AF90-5D98-C39D-5271-B21DC12AE627}"/>
              </a:ext>
            </a:extLst>
          </p:cNvPr>
          <p:cNvSpPr>
            <a:spLocks noEditPoints="1"/>
          </p:cNvSpPr>
          <p:nvPr/>
        </p:nvSpPr>
        <p:spPr bwMode="auto">
          <a:xfrm>
            <a:off x="255515" y="5433895"/>
            <a:ext cx="221123" cy="220165"/>
          </a:xfrm>
          <a:custGeom>
            <a:avLst/>
            <a:gdLst>
              <a:gd name="T0" fmla="*/ 1427 w 1458"/>
              <a:gd name="T1" fmla="*/ 821 h 1451"/>
              <a:gd name="T2" fmla="*/ 1456 w 1458"/>
              <a:gd name="T3" fmla="*/ 949 h 1451"/>
              <a:gd name="T4" fmla="*/ 1456 w 1458"/>
              <a:gd name="T5" fmla="*/ 1097 h 1451"/>
              <a:gd name="T6" fmla="*/ 1204 w 1458"/>
              <a:gd name="T7" fmla="*/ 1285 h 1451"/>
              <a:gd name="T8" fmla="*/ 1084 w 1458"/>
              <a:gd name="T9" fmla="*/ 1425 h 1451"/>
              <a:gd name="T10" fmla="*/ 976 w 1458"/>
              <a:gd name="T11" fmla="*/ 1427 h 1451"/>
              <a:gd name="T12" fmla="*/ 827 w 1458"/>
              <a:gd name="T13" fmla="*/ 1338 h 1451"/>
              <a:gd name="T14" fmla="*/ 678 w 1458"/>
              <a:gd name="T15" fmla="*/ 1286 h 1451"/>
              <a:gd name="T16" fmla="*/ 528 w 1458"/>
              <a:gd name="T17" fmla="*/ 1286 h 1451"/>
              <a:gd name="T18" fmla="*/ 487 w 1458"/>
              <a:gd name="T19" fmla="*/ 1286 h 1451"/>
              <a:gd name="T20" fmla="*/ 338 w 1458"/>
              <a:gd name="T21" fmla="*/ 1417 h 1451"/>
              <a:gd name="T22" fmla="*/ 172 w 1458"/>
              <a:gd name="T23" fmla="*/ 1119 h 1451"/>
              <a:gd name="T24" fmla="*/ 171 w 1458"/>
              <a:gd name="T25" fmla="*/ 1078 h 1451"/>
              <a:gd name="T26" fmla="*/ 29 w 1458"/>
              <a:gd name="T27" fmla="*/ 929 h 1451"/>
              <a:gd name="T28" fmla="*/ 7 w 1458"/>
              <a:gd name="T29" fmla="*/ 801 h 1451"/>
              <a:gd name="T30" fmla="*/ 32 w 1458"/>
              <a:gd name="T31" fmla="*/ 672 h 1451"/>
              <a:gd name="T32" fmla="*/ 32 w 1458"/>
              <a:gd name="T33" fmla="*/ 522 h 1451"/>
              <a:gd name="T34" fmla="*/ 141 w 1458"/>
              <a:gd name="T35" fmla="*/ 373 h 1451"/>
              <a:gd name="T36" fmla="*/ 172 w 1458"/>
              <a:gd name="T37" fmla="*/ 332 h 1451"/>
              <a:gd name="T38" fmla="*/ 359 w 1458"/>
              <a:gd name="T39" fmla="*/ 1 h 1451"/>
              <a:gd name="T40" fmla="*/ 487 w 1458"/>
              <a:gd name="T41" fmla="*/ 28 h 1451"/>
              <a:gd name="T42" fmla="*/ 636 w 1458"/>
              <a:gd name="T43" fmla="*/ 149 h 1451"/>
              <a:gd name="T44" fmla="*/ 785 w 1458"/>
              <a:gd name="T45" fmla="*/ 165 h 1451"/>
              <a:gd name="T46" fmla="*/ 935 w 1458"/>
              <a:gd name="T47" fmla="*/ 165 h 1451"/>
              <a:gd name="T48" fmla="*/ 976 w 1458"/>
              <a:gd name="T49" fmla="*/ 165 h 1451"/>
              <a:gd name="T50" fmla="*/ 1125 w 1458"/>
              <a:gd name="T51" fmla="*/ 148 h 1451"/>
              <a:gd name="T52" fmla="*/ 1431 w 1458"/>
              <a:gd name="T53" fmla="*/ 332 h 1451"/>
              <a:gd name="T54" fmla="*/ 1338 w 1458"/>
              <a:gd name="T55" fmla="*/ 481 h 1451"/>
              <a:gd name="T56" fmla="*/ 1292 w 1458"/>
              <a:gd name="T57" fmla="*/ 630 h 1451"/>
              <a:gd name="T58" fmla="*/ 1249 w 1458"/>
              <a:gd name="T59" fmla="*/ 725 h 1451"/>
              <a:gd name="T60" fmla="*/ 266 w 1458"/>
              <a:gd name="T61" fmla="*/ 1243 h 1451"/>
              <a:gd name="T62" fmla="*/ 1097 w 1458"/>
              <a:gd name="T63" fmla="*/ 457 h 1451"/>
              <a:gd name="T64" fmla="*/ 913 w 1458"/>
              <a:gd name="T65" fmla="*/ 454 h 1451"/>
              <a:gd name="T66" fmla="*/ 339 w 1458"/>
              <a:gd name="T67" fmla="*/ 455 h 1451"/>
              <a:gd name="T68" fmla="*/ 568 w 1458"/>
              <a:gd name="T69" fmla="*/ 498 h 1451"/>
              <a:gd name="T70" fmla="*/ 567 w 1458"/>
              <a:gd name="T71" fmla="*/ 590 h 1451"/>
              <a:gd name="T72" fmla="*/ 338 w 1458"/>
              <a:gd name="T73" fmla="*/ 686 h 1451"/>
              <a:gd name="T74" fmla="*/ 297 w 1458"/>
              <a:gd name="T75" fmla="*/ 341 h 1451"/>
              <a:gd name="T76" fmla="*/ 1116 w 1458"/>
              <a:gd name="T77" fmla="*/ 1160 h 1451"/>
              <a:gd name="T78" fmla="*/ 338 w 1458"/>
              <a:gd name="T79" fmla="*/ 1022 h 1451"/>
              <a:gd name="T80" fmla="*/ 436 w 1458"/>
              <a:gd name="T81" fmla="*/ 978 h 1451"/>
              <a:gd name="T82" fmla="*/ 603 w 1458"/>
              <a:gd name="T83" fmla="*/ 1118 h 1451"/>
              <a:gd name="T84" fmla="*/ 666 w 1458"/>
              <a:gd name="T85" fmla="*/ 900 h 1451"/>
              <a:gd name="T86" fmla="*/ 707 w 1458"/>
              <a:gd name="T87" fmla="*/ 897 h 1451"/>
              <a:gd name="T88" fmla="*/ 1124 w 1458"/>
              <a:gd name="T89" fmla="*/ 933 h 1451"/>
              <a:gd name="T90" fmla="*/ 962 w 1458"/>
              <a:gd name="T91" fmla="*/ 877 h 1451"/>
              <a:gd name="T92" fmla="*/ 1017 w 1458"/>
              <a:gd name="T93" fmla="*/ 655 h 1451"/>
              <a:gd name="T94" fmla="*/ 941 w 1458"/>
              <a:gd name="T95" fmla="*/ 645 h 1451"/>
              <a:gd name="T96" fmla="*/ 681 w 1458"/>
              <a:gd name="T97" fmla="*/ 477 h 1451"/>
              <a:gd name="T98" fmla="*/ 542 w 1458"/>
              <a:gd name="T99" fmla="*/ 627 h 1451"/>
              <a:gd name="T100" fmla="*/ 723 w 1458"/>
              <a:gd name="T101" fmla="*/ 808 h 1451"/>
              <a:gd name="T102" fmla="*/ 524 w 1458"/>
              <a:gd name="T103" fmla="*/ 933 h 1451"/>
              <a:gd name="T104" fmla="*/ 934 w 1458"/>
              <a:gd name="T105" fmla="*/ 724 h 1451"/>
              <a:gd name="T106" fmla="*/ 898 w 1458"/>
              <a:gd name="T107" fmla="*/ 556 h 1451"/>
              <a:gd name="T108" fmla="*/ 337 w 1458"/>
              <a:gd name="T109" fmla="*/ 918 h 1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58" h="1451">
                <a:moveTo>
                  <a:pt x="1292" y="672"/>
                </a:moveTo>
                <a:cubicBezTo>
                  <a:pt x="1292" y="708"/>
                  <a:pt x="1292" y="743"/>
                  <a:pt x="1292" y="779"/>
                </a:cubicBezTo>
                <a:cubicBezTo>
                  <a:pt x="1309" y="779"/>
                  <a:pt x="1326" y="779"/>
                  <a:pt x="1343" y="779"/>
                </a:cubicBezTo>
                <a:cubicBezTo>
                  <a:pt x="1371" y="779"/>
                  <a:pt x="1400" y="779"/>
                  <a:pt x="1428" y="779"/>
                </a:cubicBezTo>
                <a:cubicBezTo>
                  <a:pt x="1447" y="779"/>
                  <a:pt x="1456" y="786"/>
                  <a:pt x="1456" y="800"/>
                </a:cubicBezTo>
                <a:cubicBezTo>
                  <a:pt x="1456" y="814"/>
                  <a:pt x="1447" y="821"/>
                  <a:pt x="1427" y="821"/>
                </a:cubicBezTo>
                <a:cubicBezTo>
                  <a:pt x="1388" y="821"/>
                  <a:pt x="1348" y="821"/>
                  <a:pt x="1309" y="821"/>
                </a:cubicBezTo>
                <a:cubicBezTo>
                  <a:pt x="1304" y="821"/>
                  <a:pt x="1298" y="821"/>
                  <a:pt x="1292" y="821"/>
                </a:cubicBezTo>
                <a:cubicBezTo>
                  <a:pt x="1292" y="857"/>
                  <a:pt x="1292" y="892"/>
                  <a:pt x="1292" y="929"/>
                </a:cubicBezTo>
                <a:cubicBezTo>
                  <a:pt x="1297" y="929"/>
                  <a:pt x="1302" y="929"/>
                  <a:pt x="1308" y="929"/>
                </a:cubicBezTo>
                <a:cubicBezTo>
                  <a:pt x="1349" y="929"/>
                  <a:pt x="1389" y="929"/>
                  <a:pt x="1430" y="929"/>
                </a:cubicBezTo>
                <a:cubicBezTo>
                  <a:pt x="1447" y="929"/>
                  <a:pt x="1456" y="936"/>
                  <a:pt x="1456" y="949"/>
                </a:cubicBezTo>
                <a:cubicBezTo>
                  <a:pt x="1456" y="962"/>
                  <a:pt x="1447" y="970"/>
                  <a:pt x="1431" y="970"/>
                </a:cubicBezTo>
                <a:cubicBezTo>
                  <a:pt x="1385" y="970"/>
                  <a:pt x="1339" y="970"/>
                  <a:pt x="1292" y="970"/>
                </a:cubicBezTo>
                <a:cubicBezTo>
                  <a:pt x="1292" y="1006"/>
                  <a:pt x="1292" y="1041"/>
                  <a:pt x="1292" y="1077"/>
                </a:cubicBezTo>
                <a:cubicBezTo>
                  <a:pt x="1297" y="1077"/>
                  <a:pt x="1302" y="1078"/>
                  <a:pt x="1308" y="1078"/>
                </a:cubicBezTo>
                <a:cubicBezTo>
                  <a:pt x="1349" y="1078"/>
                  <a:pt x="1390" y="1078"/>
                  <a:pt x="1432" y="1078"/>
                </a:cubicBezTo>
                <a:cubicBezTo>
                  <a:pt x="1445" y="1078"/>
                  <a:pt x="1454" y="1082"/>
                  <a:pt x="1456" y="1097"/>
                </a:cubicBezTo>
                <a:cubicBezTo>
                  <a:pt x="1458" y="1110"/>
                  <a:pt x="1448" y="1119"/>
                  <a:pt x="1431" y="1119"/>
                </a:cubicBezTo>
                <a:cubicBezTo>
                  <a:pt x="1391" y="1119"/>
                  <a:pt x="1350" y="1119"/>
                  <a:pt x="1310" y="1119"/>
                </a:cubicBezTo>
                <a:cubicBezTo>
                  <a:pt x="1304" y="1119"/>
                  <a:pt x="1299" y="1119"/>
                  <a:pt x="1291" y="1119"/>
                </a:cubicBezTo>
                <a:cubicBezTo>
                  <a:pt x="1291" y="1129"/>
                  <a:pt x="1291" y="1139"/>
                  <a:pt x="1291" y="1148"/>
                </a:cubicBezTo>
                <a:cubicBezTo>
                  <a:pt x="1291" y="1164"/>
                  <a:pt x="1291" y="1181"/>
                  <a:pt x="1291" y="1197"/>
                </a:cubicBezTo>
                <a:cubicBezTo>
                  <a:pt x="1291" y="1249"/>
                  <a:pt x="1256" y="1285"/>
                  <a:pt x="1204" y="1285"/>
                </a:cubicBezTo>
                <a:cubicBezTo>
                  <a:pt x="1178" y="1285"/>
                  <a:pt x="1153" y="1285"/>
                  <a:pt x="1126" y="1285"/>
                </a:cubicBezTo>
                <a:cubicBezTo>
                  <a:pt x="1126" y="1291"/>
                  <a:pt x="1125" y="1296"/>
                  <a:pt x="1125" y="1302"/>
                </a:cubicBezTo>
                <a:cubicBezTo>
                  <a:pt x="1125" y="1339"/>
                  <a:pt x="1125" y="1377"/>
                  <a:pt x="1125" y="1414"/>
                </a:cubicBezTo>
                <a:cubicBezTo>
                  <a:pt x="1125" y="1417"/>
                  <a:pt x="1125" y="1421"/>
                  <a:pt x="1125" y="1424"/>
                </a:cubicBezTo>
                <a:cubicBezTo>
                  <a:pt x="1125" y="1441"/>
                  <a:pt x="1118" y="1450"/>
                  <a:pt x="1105" y="1450"/>
                </a:cubicBezTo>
                <a:cubicBezTo>
                  <a:pt x="1091" y="1450"/>
                  <a:pt x="1084" y="1442"/>
                  <a:pt x="1084" y="1425"/>
                </a:cubicBezTo>
                <a:cubicBezTo>
                  <a:pt x="1084" y="1384"/>
                  <a:pt x="1084" y="1344"/>
                  <a:pt x="1084" y="1304"/>
                </a:cubicBezTo>
                <a:cubicBezTo>
                  <a:pt x="1084" y="1298"/>
                  <a:pt x="1084" y="1293"/>
                  <a:pt x="1084" y="1286"/>
                </a:cubicBezTo>
                <a:cubicBezTo>
                  <a:pt x="1048" y="1286"/>
                  <a:pt x="1013" y="1286"/>
                  <a:pt x="977" y="1286"/>
                </a:cubicBezTo>
                <a:cubicBezTo>
                  <a:pt x="977" y="1291"/>
                  <a:pt x="976" y="1296"/>
                  <a:pt x="976" y="1301"/>
                </a:cubicBezTo>
                <a:cubicBezTo>
                  <a:pt x="976" y="1340"/>
                  <a:pt x="976" y="1378"/>
                  <a:pt x="976" y="1417"/>
                </a:cubicBezTo>
                <a:cubicBezTo>
                  <a:pt x="976" y="1420"/>
                  <a:pt x="976" y="1424"/>
                  <a:pt x="976" y="1427"/>
                </a:cubicBezTo>
                <a:cubicBezTo>
                  <a:pt x="975" y="1442"/>
                  <a:pt x="967" y="1451"/>
                  <a:pt x="954" y="1450"/>
                </a:cubicBezTo>
                <a:cubicBezTo>
                  <a:pt x="942" y="1450"/>
                  <a:pt x="935" y="1441"/>
                  <a:pt x="935" y="1427"/>
                </a:cubicBezTo>
                <a:cubicBezTo>
                  <a:pt x="935" y="1389"/>
                  <a:pt x="935" y="1351"/>
                  <a:pt x="935" y="1313"/>
                </a:cubicBezTo>
                <a:cubicBezTo>
                  <a:pt x="935" y="1304"/>
                  <a:pt x="935" y="1296"/>
                  <a:pt x="935" y="1286"/>
                </a:cubicBezTo>
                <a:cubicBezTo>
                  <a:pt x="899" y="1286"/>
                  <a:pt x="864" y="1286"/>
                  <a:pt x="827" y="1286"/>
                </a:cubicBezTo>
                <a:cubicBezTo>
                  <a:pt x="827" y="1304"/>
                  <a:pt x="827" y="1321"/>
                  <a:pt x="827" y="1338"/>
                </a:cubicBezTo>
                <a:cubicBezTo>
                  <a:pt x="827" y="1366"/>
                  <a:pt x="827" y="1394"/>
                  <a:pt x="827" y="1422"/>
                </a:cubicBezTo>
                <a:cubicBezTo>
                  <a:pt x="827" y="1441"/>
                  <a:pt x="819" y="1451"/>
                  <a:pt x="806" y="1450"/>
                </a:cubicBezTo>
                <a:cubicBezTo>
                  <a:pt x="792" y="1450"/>
                  <a:pt x="785" y="1441"/>
                  <a:pt x="785" y="1423"/>
                </a:cubicBezTo>
                <a:cubicBezTo>
                  <a:pt x="785" y="1382"/>
                  <a:pt x="785" y="1342"/>
                  <a:pt x="785" y="1301"/>
                </a:cubicBezTo>
                <a:cubicBezTo>
                  <a:pt x="785" y="1297"/>
                  <a:pt x="785" y="1292"/>
                  <a:pt x="785" y="1286"/>
                </a:cubicBezTo>
                <a:cubicBezTo>
                  <a:pt x="749" y="1286"/>
                  <a:pt x="715" y="1286"/>
                  <a:pt x="678" y="1286"/>
                </a:cubicBezTo>
                <a:cubicBezTo>
                  <a:pt x="678" y="1291"/>
                  <a:pt x="678" y="1296"/>
                  <a:pt x="678" y="1301"/>
                </a:cubicBezTo>
                <a:cubicBezTo>
                  <a:pt x="678" y="1342"/>
                  <a:pt x="678" y="1383"/>
                  <a:pt x="678" y="1424"/>
                </a:cubicBezTo>
                <a:cubicBezTo>
                  <a:pt x="678" y="1441"/>
                  <a:pt x="670" y="1450"/>
                  <a:pt x="657" y="1450"/>
                </a:cubicBezTo>
                <a:cubicBezTo>
                  <a:pt x="644" y="1451"/>
                  <a:pt x="636" y="1441"/>
                  <a:pt x="636" y="1424"/>
                </a:cubicBezTo>
                <a:cubicBezTo>
                  <a:pt x="636" y="1378"/>
                  <a:pt x="636" y="1333"/>
                  <a:pt x="636" y="1286"/>
                </a:cubicBezTo>
                <a:cubicBezTo>
                  <a:pt x="600" y="1286"/>
                  <a:pt x="565" y="1286"/>
                  <a:pt x="528" y="1286"/>
                </a:cubicBezTo>
                <a:cubicBezTo>
                  <a:pt x="528" y="1292"/>
                  <a:pt x="528" y="1298"/>
                  <a:pt x="528" y="1304"/>
                </a:cubicBezTo>
                <a:cubicBezTo>
                  <a:pt x="528" y="1344"/>
                  <a:pt x="528" y="1384"/>
                  <a:pt x="528" y="1423"/>
                </a:cubicBezTo>
                <a:cubicBezTo>
                  <a:pt x="528" y="1442"/>
                  <a:pt x="521" y="1450"/>
                  <a:pt x="507" y="1450"/>
                </a:cubicBezTo>
                <a:cubicBezTo>
                  <a:pt x="494" y="1450"/>
                  <a:pt x="487" y="1441"/>
                  <a:pt x="487" y="1423"/>
                </a:cubicBezTo>
                <a:cubicBezTo>
                  <a:pt x="487" y="1383"/>
                  <a:pt x="487" y="1343"/>
                  <a:pt x="487" y="1303"/>
                </a:cubicBezTo>
                <a:cubicBezTo>
                  <a:pt x="487" y="1298"/>
                  <a:pt x="487" y="1292"/>
                  <a:pt x="487" y="1286"/>
                </a:cubicBezTo>
                <a:cubicBezTo>
                  <a:pt x="451" y="1286"/>
                  <a:pt x="416" y="1286"/>
                  <a:pt x="379" y="1286"/>
                </a:cubicBezTo>
                <a:cubicBezTo>
                  <a:pt x="379" y="1291"/>
                  <a:pt x="379" y="1297"/>
                  <a:pt x="379" y="1302"/>
                </a:cubicBezTo>
                <a:cubicBezTo>
                  <a:pt x="379" y="1344"/>
                  <a:pt x="379" y="1386"/>
                  <a:pt x="379" y="1428"/>
                </a:cubicBezTo>
                <a:cubicBezTo>
                  <a:pt x="379" y="1442"/>
                  <a:pt x="371" y="1451"/>
                  <a:pt x="359" y="1450"/>
                </a:cubicBezTo>
                <a:cubicBezTo>
                  <a:pt x="345" y="1450"/>
                  <a:pt x="339" y="1442"/>
                  <a:pt x="338" y="1429"/>
                </a:cubicBezTo>
                <a:cubicBezTo>
                  <a:pt x="338" y="1425"/>
                  <a:pt x="338" y="1421"/>
                  <a:pt x="338" y="1417"/>
                </a:cubicBezTo>
                <a:cubicBezTo>
                  <a:pt x="338" y="1379"/>
                  <a:pt x="338" y="1341"/>
                  <a:pt x="338" y="1303"/>
                </a:cubicBezTo>
                <a:cubicBezTo>
                  <a:pt x="338" y="1298"/>
                  <a:pt x="338" y="1292"/>
                  <a:pt x="338" y="1285"/>
                </a:cubicBezTo>
                <a:cubicBezTo>
                  <a:pt x="311" y="1285"/>
                  <a:pt x="285" y="1285"/>
                  <a:pt x="259" y="1285"/>
                </a:cubicBezTo>
                <a:cubicBezTo>
                  <a:pt x="238" y="1285"/>
                  <a:pt x="218" y="1279"/>
                  <a:pt x="201" y="1265"/>
                </a:cubicBezTo>
                <a:cubicBezTo>
                  <a:pt x="182" y="1248"/>
                  <a:pt x="172" y="1226"/>
                  <a:pt x="172" y="1200"/>
                </a:cubicBezTo>
                <a:cubicBezTo>
                  <a:pt x="172" y="1174"/>
                  <a:pt x="172" y="1148"/>
                  <a:pt x="172" y="1119"/>
                </a:cubicBezTo>
                <a:cubicBezTo>
                  <a:pt x="166" y="1119"/>
                  <a:pt x="160" y="1119"/>
                  <a:pt x="155" y="1119"/>
                </a:cubicBezTo>
                <a:cubicBezTo>
                  <a:pt x="115" y="1119"/>
                  <a:pt x="74" y="1120"/>
                  <a:pt x="34" y="1119"/>
                </a:cubicBezTo>
                <a:cubicBezTo>
                  <a:pt x="25" y="1118"/>
                  <a:pt x="15" y="1114"/>
                  <a:pt x="10" y="1108"/>
                </a:cubicBezTo>
                <a:cubicBezTo>
                  <a:pt x="0" y="1095"/>
                  <a:pt x="11" y="1078"/>
                  <a:pt x="30" y="1078"/>
                </a:cubicBezTo>
                <a:cubicBezTo>
                  <a:pt x="71" y="1078"/>
                  <a:pt x="112" y="1078"/>
                  <a:pt x="154" y="1078"/>
                </a:cubicBezTo>
                <a:cubicBezTo>
                  <a:pt x="159" y="1078"/>
                  <a:pt x="165" y="1078"/>
                  <a:pt x="171" y="1078"/>
                </a:cubicBezTo>
                <a:cubicBezTo>
                  <a:pt x="171" y="1042"/>
                  <a:pt x="171" y="1007"/>
                  <a:pt x="171" y="970"/>
                </a:cubicBezTo>
                <a:cubicBezTo>
                  <a:pt x="166" y="970"/>
                  <a:pt x="160" y="970"/>
                  <a:pt x="155" y="970"/>
                </a:cubicBezTo>
                <a:cubicBezTo>
                  <a:pt x="117" y="970"/>
                  <a:pt x="78" y="970"/>
                  <a:pt x="40" y="970"/>
                </a:cubicBezTo>
                <a:cubicBezTo>
                  <a:pt x="36" y="970"/>
                  <a:pt x="32" y="970"/>
                  <a:pt x="28" y="970"/>
                </a:cubicBezTo>
                <a:cubicBezTo>
                  <a:pt x="14" y="969"/>
                  <a:pt x="6" y="960"/>
                  <a:pt x="7" y="948"/>
                </a:cubicBezTo>
                <a:cubicBezTo>
                  <a:pt x="8" y="935"/>
                  <a:pt x="17" y="929"/>
                  <a:pt x="29" y="929"/>
                </a:cubicBezTo>
                <a:cubicBezTo>
                  <a:pt x="71" y="929"/>
                  <a:pt x="112" y="929"/>
                  <a:pt x="154" y="929"/>
                </a:cubicBezTo>
                <a:cubicBezTo>
                  <a:pt x="159" y="929"/>
                  <a:pt x="164" y="929"/>
                  <a:pt x="171" y="929"/>
                </a:cubicBezTo>
                <a:cubicBezTo>
                  <a:pt x="171" y="893"/>
                  <a:pt x="171" y="858"/>
                  <a:pt x="171" y="821"/>
                </a:cubicBezTo>
                <a:cubicBezTo>
                  <a:pt x="166" y="821"/>
                  <a:pt x="161" y="821"/>
                  <a:pt x="156" y="821"/>
                </a:cubicBezTo>
                <a:cubicBezTo>
                  <a:pt x="114" y="821"/>
                  <a:pt x="73" y="821"/>
                  <a:pt x="31" y="821"/>
                </a:cubicBezTo>
                <a:cubicBezTo>
                  <a:pt x="16" y="821"/>
                  <a:pt x="7" y="813"/>
                  <a:pt x="7" y="801"/>
                </a:cubicBezTo>
                <a:cubicBezTo>
                  <a:pt x="6" y="787"/>
                  <a:pt x="15" y="780"/>
                  <a:pt x="32" y="779"/>
                </a:cubicBezTo>
                <a:cubicBezTo>
                  <a:pt x="73" y="779"/>
                  <a:pt x="114" y="779"/>
                  <a:pt x="156" y="779"/>
                </a:cubicBezTo>
                <a:cubicBezTo>
                  <a:pt x="161" y="779"/>
                  <a:pt x="166" y="779"/>
                  <a:pt x="171" y="779"/>
                </a:cubicBezTo>
                <a:cubicBezTo>
                  <a:pt x="171" y="743"/>
                  <a:pt x="171" y="708"/>
                  <a:pt x="171" y="672"/>
                </a:cubicBezTo>
                <a:cubicBezTo>
                  <a:pt x="166" y="672"/>
                  <a:pt x="161" y="672"/>
                  <a:pt x="155" y="672"/>
                </a:cubicBezTo>
                <a:cubicBezTo>
                  <a:pt x="114" y="672"/>
                  <a:pt x="73" y="672"/>
                  <a:pt x="32" y="672"/>
                </a:cubicBezTo>
                <a:cubicBezTo>
                  <a:pt x="16" y="672"/>
                  <a:pt x="7" y="664"/>
                  <a:pt x="7" y="651"/>
                </a:cubicBezTo>
                <a:cubicBezTo>
                  <a:pt x="7" y="638"/>
                  <a:pt x="16" y="630"/>
                  <a:pt x="32" y="630"/>
                </a:cubicBezTo>
                <a:cubicBezTo>
                  <a:pt x="78" y="630"/>
                  <a:pt x="124" y="630"/>
                  <a:pt x="171" y="630"/>
                </a:cubicBezTo>
                <a:cubicBezTo>
                  <a:pt x="171" y="594"/>
                  <a:pt x="171" y="559"/>
                  <a:pt x="171" y="522"/>
                </a:cubicBezTo>
                <a:cubicBezTo>
                  <a:pt x="146" y="522"/>
                  <a:pt x="121" y="522"/>
                  <a:pt x="96" y="522"/>
                </a:cubicBezTo>
                <a:cubicBezTo>
                  <a:pt x="75" y="522"/>
                  <a:pt x="53" y="522"/>
                  <a:pt x="32" y="522"/>
                </a:cubicBezTo>
                <a:cubicBezTo>
                  <a:pt x="16" y="522"/>
                  <a:pt x="7" y="515"/>
                  <a:pt x="7" y="503"/>
                </a:cubicBezTo>
                <a:cubicBezTo>
                  <a:pt x="6" y="490"/>
                  <a:pt x="15" y="481"/>
                  <a:pt x="31" y="481"/>
                </a:cubicBezTo>
                <a:cubicBezTo>
                  <a:pt x="75" y="481"/>
                  <a:pt x="118" y="481"/>
                  <a:pt x="162" y="481"/>
                </a:cubicBezTo>
                <a:cubicBezTo>
                  <a:pt x="165" y="481"/>
                  <a:pt x="167" y="480"/>
                  <a:pt x="171" y="480"/>
                </a:cubicBezTo>
                <a:cubicBezTo>
                  <a:pt x="171" y="445"/>
                  <a:pt x="171" y="410"/>
                  <a:pt x="171" y="373"/>
                </a:cubicBezTo>
                <a:cubicBezTo>
                  <a:pt x="161" y="373"/>
                  <a:pt x="151" y="373"/>
                  <a:pt x="141" y="373"/>
                </a:cubicBezTo>
                <a:cubicBezTo>
                  <a:pt x="104" y="373"/>
                  <a:pt x="66" y="373"/>
                  <a:pt x="29" y="373"/>
                </a:cubicBezTo>
                <a:cubicBezTo>
                  <a:pt x="14" y="373"/>
                  <a:pt x="6" y="365"/>
                  <a:pt x="7" y="352"/>
                </a:cubicBezTo>
                <a:cubicBezTo>
                  <a:pt x="8" y="339"/>
                  <a:pt x="16" y="333"/>
                  <a:pt x="28" y="332"/>
                </a:cubicBezTo>
                <a:cubicBezTo>
                  <a:pt x="32" y="332"/>
                  <a:pt x="36" y="332"/>
                  <a:pt x="40" y="332"/>
                </a:cubicBezTo>
                <a:cubicBezTo>
                  <a:pt x="78" y="332"/>
                  <a:pt x="116" y="332"/>
                  <a:pt x="154" y="332"/>
                </a:cubicBezTo>
                <a:cubicBezTo>
                  <a:pt x="159" y="332"/>
                  <a:pt x="165" y="332"/>
                  <a:pt x="172" y="332"/>
                </a:cubicBezTo>
                <a:cubicBezTo>
                  <a:pt x="172" y="307"/>
                  <a:pt x="172" y="283"/>
                  <a:pt x="172" y="259"/>
                </a:cubicBezTo>
                <a:cubicBezTo>
                  <a:pt x="172" y="200"/>
                  <a:pt x="206" y="166"/>
                  <a:pt x="265" y="166"/>
                </a:cubicBezTo>
                <a:cubicBezTo>
                  <a:pt x="288" y="166"/>
                  <a:pt x="312" y="166"/>
                  <a:pt x="338" y="166"/>
                </a:cubicBezTo>
                <a:cubicBezTo>
                  <a:pt x="338" y="157"/>
                  <a:pt x="338" y="149"/>
                  <a:pt x="338" y="141"/>
                </a:cubicBezTo>
                <a:cubicBezTo>
                  <a:pt x="338" y="103"/>
                  <a:pt x="338" y="65"/>
                  <a:pt x="338" y="27"/>
                </a:cubicBezTo>
                <a:cubicBezTo>
                  <a:pt x="338" y="9"/>
                  <a:pt x="346" y="0"/>
                  <a:pt x="359" y="1"/>
                </a:cubicBezTo>
                <a:cubicBezTo>
                  <a:pt x="372" y="1"/>
                  <a:pt x="379" y="10"/>
                  <a:pt x="379" y="27"/>
                </a:cubicBezTo>
                <a:cubicBezTo>
                  <a:pt x="379" y="67"/>
                  <a:pt x="379" y="108"/>
                  <a:pt x="379" y="148"/>
                </a:cubicBezTo>
                <a:cubicBezTo>
                  <a:pt x="379" y="154"/>
                  <a:pt x="379" y="159"/>
                  <a:pt x="379" y="165"/>
                </a:cubicBezTo>
                <a:cubicBezTo>
                  <a:pt x="415" y="165"/>
                  <a:pt x="450" y="165"/>
                  <a:pt x="487" y="165"/>
                </a:cubicBezTo>
                <a:cubicBezTo>
                  <a:pt x="487" y="158"/>
                  <a:pt x="487" y="151"/>
                  <a:pt x="487" y="144"/>
                </a:cubicBezTo>
                <a:cubicBezTo>
                  <a:pt x="487" y="105"/>
                  <a:pt x="487" y="66"/>
                  <a:pt x="487" y="28"/>
                </a:cubicBezTo>
                <a:cubicBezTo>
                  <a:pt x="487" y="10"/>
                  <a:pt x="495" y="1"/>
                  <a:pt x="508" y="1"/>
                </a:cubicBezTo>
                <a:cubicBezTo>
                  <a:pt x="521" y="1"/>
                  <a:pt x="528" y="10"/>
                  <a:pt x="528" y="28"/>
                </a:cubicBezTo>
                <a:cubicBezTo>
                  <a:pt x="528" y="68"/>
                  <a:pt x="528" y="108"/>
                  <a:pt x="528" y="148"/>
                </a:cubicBezTo>
                <a:cubicBezTo>
                  <a:pt x="528" y="153"/>
                  <a:pt x="528" y="159"/>
                  <a:pt x="528" y="165"/>
                </a:cubicBezTo>
                <a:cubicBezTo>
                  <a:pt x="564" y="165"/>
                  <a:pt x="599" y="165"/>
                  <a:pt x="636" y="165"/>
                </a:cubicBezTo>
                <a:cubicBezTo>
                  <a:pt x="636" y="160"/>
                  <a:pt x="636" y="155"/>
                  <a:pt x="636" y="149"/>
                </a:cubicBezTo>
                <a:cubicBezTo>
                  <a:pt x="636" y="108"/>
                  <a:pt x="636" y="67"/>
                  <a:pt x="636" y="25"/>
                </a:cubicBezTo>
                <a:cubicBezTo>
                  <a:pt x="636" y="14"/>
                  <a:pt x="640" y="4"/>
                  <a:pt x="651" y="2"/>
                </a:cubicBezTo>
                <a:cubicBezTo>
                  <a:pt x="658" y="1"/>
                  <a:pt x="667" y="5"/>
                  <a:pt x="673" y="9"/>
                </a:cubicBezTo>
                <a:cubicBezTo>
                  <a:pt x="677" y="13"/>
                  <a:pt x="677" y="21"/>
                  <a:pt x="677" y="27"/>
                </a:cubicBezTo>
                <a:cubicBezTo>
                  <a:pt x="678" y="73"/>
                  <a:pt x="678" y="118"/>
                  <a:pt x="678" y="165"/>
                </a:cubicBezTo>
                <a:cubicBezTo>
                  <a:pt x="713" y="165"/>
                  <a:pt x="748" y="165"/>
                  <a:pt x="785" y="165"/>
                </a:cubicBezTo>
                <a:cubicBezTo>
                  <a:pt x="785" y="158"/>
                  <a:pt x="785" y="151"/>
                  <a:pt x="785" y="145"/>
                </a:cubicBezTo>
                <a:cubicBezTo>
                  <a:pt x="785" y="105"/>
                  <a:pt x="785" y="66"/>
                  <a:pt x="785" y="26"/>
                </a:cubicBezTo>
                <a:cubicBezTo>
                  <a:pt x="785" y="10"/>
                  <a:pt x="793" y="1"/>
                  <a:pt x="806" y="1"/>
                </a:cubicBezTo>
                <a:cubicBezTo>
                  <a:pt x="819" y="1"/>
                  <a:pt x="827" y="10"/>
                  <a:pt x="827" y="26"/>
                </a:cubicBezTo>
                <a:cubicBezTo>
                  <a:pt x="827" y="72"/>
                  <a:pt x="827" y="118"/>
                  <a:pt x="827" y="165"/>
                </a:cubicBezTo>
                <a:cubicBezTo>
                  <a:pt x="863" y="165"/>
                  <a:pt x="898" y="165"/>
                  <a:pt x="935" y="165"/>
                </a:cubicBezTo>
                <a:cubicBezTo>
                  <a:pt x="935" y="136"/>
                  <a:pt x="935" y="107"/>
                  <a:pt x="935" y="78"/>
                </a:cubicBezTo>
                <a:cubicBezTo>
                  <a:pt x="935" y="60"/>
                  <a:pt x="935" y="43"/>
                  <a:pt x="935" y="26"/>
                </a:cubicBezTo>
                <a:cubicBezTo>
                  <a:pt x="935" y="10"/>
                  <a:pt x="942" y="1"/>
                  <a:pt x="955" y="1"/>
                </a:cubicBezTo>
                <a:cubicBezTo>
                  <a:pt x="968" y="0"/>
                  <a:pt x="976" y="9"/>
                  <a:pt x="976" y="26"/>
                </a:cubicBezTo>
                <a:cubicBezTo>
                  <a:pt x="976" y="67"/>
                  <a:pt x="976" y="107"/>
                  <a:pt x="976" y="148"/>
                </a:cubicBezTo>
                <a:cubicBezTo>
                  <a:pt x="976" y="154"/>
                  <a:pt x="976" y="159"/>
                  <a:pt x="976" y="165"/>
                </a:cubicBezTo>
                <a:cubicBezTo>
                  <a:pt x="1013" y="165"/>
                  <a:pt x="1047" y="165"/>
                  <a:pt x="1084" y="165"/>
                </a:cubicBezTo>
                <a:cubicBezTo>
                  <a:pt x="1084" y="157"/>
                  <a:pt x="1084" y="149"/>
                  <a:pt x="1084" y="141"/>
                </a:cubicBezTo>
                <a:cubicBezTo>
                  <a:pt x="1084" y="103"/>
                  <a:pt x="1084" y="65"/>
                  <a:pt x="1084" y="27"/>
                </a:cubicBezTo>
                <a:cubicBezTo>
                  <a:pt x="1084" y="9"/>
                  <a:pt x="1091" y="0"/>
                  <a:pt x="1105" y="1"/>
                </a:cubicBezTo>
                <a:cubicBezTo>
                  <a:pt x="1118" y="1"/>
                  <a:pt x="1125" y="10"/>
                  <a:pt x="1125" y="27"/>
                </a:cubicBezTo>
                <a:cubicBezTo>
                  <a:pt x="1125" y="67"/>
                  <a:pt x="1125" y="108"/>
                  <a:pt x="1125" y="148"/>
                </a:cubicBezTo>
                <a:cubicBezTo>
                  <a:pt x="1125" y="154"/>
                  <a:pt x="1125" y="159"/>
                  <a:pt x="1125" y="166"/>
                </a:cubicBezTo>
                <a:cubicBezTo>
                  <a:pt x="1150" y="166"/>
                  <a:pt x="1174" y="166"/>
                  <a:pt x="1198" y="166"/>
                </a:cubicBezTo>
                <a:cubicBezTo>
                  <a:pt x="1257" y="166"/>
                  <a:pt x="1291" y="200"/>
                  <a:pt x="1291" y="259"/>
                </a:cubicBezTo>
                <a:cubicBezTo>
                  <a:pt x="1291" y="282"/>
                  <a:pt x="1291" y="306"/>
                  <a:pt x="1291" y="332"/>
                </a:cubicBezTo>
                <a:cubicBezTo>
                  <a:pt x="1301" y="332"/>
                  <a:pt x="1310" y="332"/>
                  <a:pt x="1319" y="332"/>
                </a:cubicBezTo>
                <a:cubicBezTo>
                  <a:pt x="1356" y="332"/>
                  <a:pt x="1394" y="332"/>
                  <a:pt x="1431" y="332"/>
                </a:cubicBezTo>
                <a:cubicBezTo>
                  <a:pt x="1448" y="332"/>
                  <a:pt x="1457" y="340"/>
                  <a:pt x="1456" y="353"/>
                </a:cubicBezTo>
                <a:cubicBezTo>
                  <a:pt x="1456" y="366"/>
                  <a:pt x="1448" y="373"/>
                  <a:pt x="1431" y="373"/>
                </a:cubicBezTo>
                <a:cubicBezTo>
                  <a:pt x="1391" y="373"/>
                  <a:pt x="1350" y="373"/>
                  <a:pt x="1309" y="373"/>
                </a:cubicBezTo>
                <a:cubicBezTo>
                  <a:pt x="1303" y="373"/>
                  <a:pt x="1298" y="373"/>
                  <a:pt x="1292" y="373"/>
                </a:cubicBezTo>
                <a:cubicBezTo>
                  <a:pt x="1292" y="410"/>
                  <a:pt x="1292" y="444"/>
                  <a:pt x="1292" y="481"/>
                </a:cubicBezTo>
                <a:cubicBezTo>
                  <a:pt x="1308" y="481"/>
                  <a:pt x="1323" y="481"/>
                  <a:pt x="1338" y="481"/>
                </a:cubicBezTo>
                <a:cubicBezTo>
                  <a:pt x="1369" y="481"/>
                  <a:pt x="1399" y="481"/>
                  <a:pt x="1430" y="481"/>
                </a:cubicBezTo>
                <a:cubicBezTo>
                  <a:pt x="1447" y="481"/>
                  <a:pt x="1457" y="489"/>
                  <a:pt x="1456" y="502"/>
                </a:cubicBezTo>
                <a:cubicBezTo>
                  <a:pt x="1456" y="515"/>
                  <a:pt x="1447" y="522"/>
                  <a:pt x="1430" y="522"/>
                </a:cubicBezTo>
                <a:cubicBezTo>
                  <a:pt x="1390" y="522"/>
                  <a:pt x="1349" y="522"/>
                  <a:pt x="1309" y="522"/>
                </a:cubicBezTo>
                <a:cubicBezTo>
                  <a:pt x="1304" y="522"/>
                  <a:pt x="1298" y="522"/>
                  <a:pt x="1292" y="522"/>
                </a:cubicBezTo>
                <a:cubicBezTo>
                  <a:pt x="1292" y="559"/>
                  <a:pt x="1292" y="593"/>
                  <a:pt x="1292" y="630"/>
                </a:cubicBezTo>
                <a:cubicBezTo>
                  <a:pt x="1297" y="630"/>
                  <a:pt x="1303" y="630"/>
                  <a:pt x="1308" y="630"/>
                </a:cubicBezTo>
                <a:cubicBezTo>
                  <a:pt x="1348" y="630"/>
                  <a:pt x="1389" y="630"/>
                  <a:pt x="1429" y="630"/>
                </a:cubicBezTo>
                <a:cubicBezTo>
                  <a:pt x="1447" y="630"/>
                  <a:pt x="1456" y="637"/>
                  <a:pt x="1456" y="651"/>
                </a:cubicBezTo>
                <a:cubicBezTo>
                  <a:pt x="1456" y="664"/>
                  <a:pt x="1447" y="672"/>
                  <a:pt x="1429" y="672"/>
                </a:cubicBezTo>
                <a:cubicBezTo>
                  <a:pt x="1384" y="672"/>
                  <a:pt x="1339" y="672"/>
                  <a:pt x="1292" y="672"/>
                </a:cubicBezTo>
                <a:close/>
                <a:moveTo>
                  <a:pt x="1249" y="725"/>
                </a:moveTo>
                <a:cubicBezTo>
                  <a:pt x="1249" y="570"/>
                  <a:pt x="1249" y="415"/>
                  <a:pt x="1249" y="260"/>
                </a:cubicBezTo>
                <a:cubicBezTo>
                  <a:pt x="1249" y="222"/>
                  <a:pt x="1235" y="208"/>
                  <a:pt x="1197" y="208"/>
                </a:cubicBezTo>
                <a:cubicBezTo>
                  <a:pt x="887" y="208"/>
                  <a:pt x="576" y="208"/>
                  <a:pt x="266" y="208"/>
                </a:cubicBezTo>
                <a:cubicBezTo>
                  <a:pt x="228" y="208"/>
                  <a:pt x="214" y="222"/>
                  <a:pt x="214" y="260"/>
                </a:cubicBezTo>
                <a:cubicBezTo>
                  <a:pt x="214" y="570"/>
                  <a:pt x="214" y="881"/>
                  <a:pt x="214" y="1191"/>
                </a:cubicBezTo>
                <a:cubicBezTo>
                  <a:pt x="214" y="1229"/>
                  <a:pt x="228" y="1243"/>
                  <a:pt x="266" y="1243"/>
                </a:cubicBezTo>
                <a:cubicBezTo>
                  <a:pt x="576" y="1243"/>
                  <a:pt x="887" y="1243"/>
                  <a:pt x="1197" y="1243"/>
                </a:cubicBezTo>
                <a:cubicBezTo>
                  <a:pt x="1235" y="1243"/>
                  <a:pt x="1249" y="1229"/>
                  <a:pt x="1249" y="1191"/>
                </a:cubicBezTo>
                <a:cubicBezTo>
                  <a:pt x="1249" y="1036"/>
                  <a:pt x="1249" y="881"/>
                  <a:pt x="1249" y="725"/>
                </a:cubicBezTo>
                <a:close/>
                <a:moveTo>
                  <a:pt x="1124" y="614"/>
                </a:moveTo>
                <a:cubicBezTo>
                  <a:pt x="1124" y="562"/>
                  <a:pt x="1124" y="510"/>
                  <a:pt x="1124" y="457"/>
                </a:cubicBezTo>
                <a:cubicBezTo>
                  <a:pt x="1115" y="457"/>
                  <a:pt x="1106" y="457"/>
                  <a:pt x="1097" y="457"/>
                </a:cubicBezTo>
                <a:cubicBezTo>
                  <a:pt x="1069" y="457"/>
                  <a:pt x="1040" y="459"/>
                  <a:pt x="1012" y="456"/>
                </a:cubicBezTo>
                <a:cubicBezTo>
                  <a:pt x="987" y="454"/>
                  <a:pt x="972" y="465"/>
                  <a:pt x="959" y="484"/>
                </a:cubicBezTo>
                <a:cubicBezTo>
                  <a:pt x="969" y="503"/>
                  <a:pt x="975" y="523"/>
                  <a:pt x="968" y="545"/>
                </a:cubicBezTo>
                <a:cubicBezTo>
                  <a:pt x="957" y="582"/>
                  <a:pt x="919" y="605"/>
                  <a:pt x="882" y="595"/>
                </a:cubicBezTo>
                <a:cubicBezTo>
                  <a:pt x="843" y="586"/>
                  <a:pt x="819" y="547"/>
                  <a:pt x="828" y="508"/>
                </a:cubicBezTo>
                <a:cubicBezTo>
                  <a:pt x="837" y="471"/>
                  <a:pt x="875" y="446"/>
                  <a:pt x="913" y="454"/>
                </a:cubicBezTo>
                <a:cubicBezTo>
                  <a:pt x="923" y="457"/>
                  <a:pt x="930" y="455"/>
                  <a:pt x="936" y="447"/>
                </a:cubicBezTo>
                <a:cubicBezTo>
                  <a:pt x="955" y="421"/>
                  <a:pt x="980" y="413"/>
                  <a:pt x="1012" y="415"/>
                </a:cubicBezTo>
                <a:cubicBezTo>
                  <a:pt x="1049" y="418"/>
                  <a:pt x="1086" y="416"/>
                  <a:pt x="1124" y="416"/>
                </a:cubicBezTo>
                <a:cubicBezTo>
                  <a:pt x="1124" y="388"/>
                  <a:pt x="1124" y="361"/>
                  <a:pt x="1124" y="333"/>
                </a:cubicBezTo>
                <a:cubicBezTo>
                  <a:pt x="863" y="333"/>
                  <a:pt x="601" y="333"/>
                  <a:pt x="339" y="333"/>
                </a:cubicBezTo>
                <a:cubicBezTo>
                  <a:pt x="339" y="373"/>
                  <a:pt x="339" y="414"/>
                  <a:pt x="339" y="455"/>
                </a:cubicBezTo>
                <a:cubicBezTo>
                  <a:pt x="415" y="455"/>
                  <a:pt x="491" y="455"/>
                  <a:pt x="568" y="455"/>
                </a:cubicBezTo>
                <a:cubicBezTo>
                  <a:pt x="576" y="433"/>
                  <a:pt x="590" y="412"/>
                  <a:pt x="615" y="405"/>
                </a:cubicBezTo>
                <a:cubicBezTo>
                  <a:pt x="630" y="401"/>
                  <a:pt x="648" y="399"/>
                  <a:pt x="664" y="402"/>
                </a:cubicBezTo>
                <a:cubicBezTo>
                  <a:pt x="700" y="410"/>
                  <a:pt x="724" y="444"/>
                  <a:pt x="722" y="481"/>
                </a:cubicBezTo>
                <a:cubicBezTo>
                  <a:pt x="721" y="517"/>
                  <a:pt x="694" y="547"/>
                  <a:pt x="658" y="554"/>
                </a:cubicBezTo>
                <a:cubicBezTo>
                  <a:pt x="620" y="561"/>
                  <a:pt x="587" y="541"/>
                  <a:pt x="568" y="498"/>
                </a:cubicBezTo>
                <a:cubicBezTo>
                  <a:pt x="492" y="498"/>
                  <a:pt x="416" y="498"/>
                  <a:pt x="339" y="498"/>
                </a:cubicBezTo>
                <a:cubicBezTo>
                  <a:pt x="339" y="546"/>
                  <a:pt x="339" y="593"/>
                  <a:pt x="339" y="642"/>
                </a:cubicBezTo>
                <a:cubicBezTo>
                  <a:pt x="346" y="642"/>
                  <a:pt x="352" y="642"/>
                  <a:pt x="358" y="642"/>
                </a:cubicBezTo>
                <a:cubicBezTo>
                  <a:pt x="382" y="642"/>
                  <a:pt x="406" y="642"/>
                  <a:pt x="430" y="643"/>
                </a:cubicBezTo>
                <a:cubicBezTo>
                  <a:pt x="451" y="643"/>
                  <a:pt x="466" y="642"/>
                  <a:pt x="478" y="619"/>
                </a:cubicBezTo>
                <a:cubicBezTo>
                  <a:pt x="493" y="588"/>
                  <a:pt x="533" y="578"/>
                  <a:pt x="567" y="590"/>
                </a:cubicBezTo>
                <a:cubicBezTo>
                  <a:pt x="601" y="602"/>
                  <a:pt x="621" y="634"/>
                  <a:pt x="618" y="671"/>
                </a:cubicBezTo>
                <a:cubicBezTo>
                  <a:pt x="616" y="704"/>
                  <a:pt x="590" y="733"/>
                  <a:pt x="557" y="740"/>
                </a:cubicBezTo>
                <a:cubicBezTo>
                  <a:pt x="522" y="747"/>
                  <a:pt x="486" y="731"/>
                  <a:pt x="471" y="698"/>
                </a:cubicBezTo>
                <a:cubicBezTo>
                  <a:pt x="466" y="686"/>
                  <a:pt x="459" y="683"/>
                  <a:pt x="447" y="683"/>
                </a:cubicBezTo>
                <a:cubicBezTo>
                  <a:pt x="412" y="684"/>
                  <a:pt x="378" y="684"/>
                  <a:pt x="343" y="684"/>
                </a:cubicBezTo>
                <a:cubicBezTo>
                  <a:pt x="343" y="684"/>
                  <a:pt x="342" y="685"/>
                  <a:pt x="338" y="686"/>
                </a:cubicBezTo>
                <a:cubicBezTo>
                  <a:pt x="338" y="702"/>
                  <a:pt x="338" y="719"/>
                  <a:pt x="338" y="736"/>
                </a:cubicBezTo>
                <a:cubicBezTo>
                  <a:pt x="338" y="748"/>
                  <a:pt x="338" y="759"/>
                  <a:pt x="338" y="771"/>
                </a:cubicBezTo>
                <a:cubicBezTo>
                  <a:pt x="337" y="783"/>
                  <a:pt x="330" y="792"/>
                  <a:pt x="317" y="791"/>
                </a:cubicBezTo>
                <a:cubicBezTo>
                  <a:pt x="304" y="791"/>
                  <a:pt x="297" y="782"/>
                  <a:pt x="297" y="769"/>
                </a:cubicBezTo>
                <a:cubicBezTo>
                  <a:pt x="297" y="728"/>
                  <a:pt x="297" y="686"/>
                  <a:pt x="297" y="644"/>
                </a:cubicBezTo>
                <a:cubicBezTo>
                  <a:pt x="297" y="543"/>
                  <a:pt x="297" y="442"/>
                  <a:pt x="297" y="341"/>
                </a:cubicBezTo>
                <a:cubicBezTo>
                  <a:pt x="297" y="305"/>
                  <a:pt x="311" y="291"/>
                  <a:pt x="347" y="291"/>
                </a:cubicBezTo>
                <a:cubicBezTo>
                  <a:pt x="603" y="291"/>
                  <a:pt x="859" y="291"/>
                  <a:pt x="1115" y="291"/>
                </a:cubicBezTo>
                <a:cubicBezTo>
                  <a:pt x="1152" y="291"/>
                  <a:pt x="1166" y="305"/>
                  <a:pt x="1166" y="341"/>
                </a:cubicBezTo>
                <a:cubicBezTo>
                  <a:pt x="1166" y="522"/>
                  <a:pt x="1166" y="702"/>
                  <a:pt x="1166" y="883"/>
                </a:cubicBezTo>
                <a:cubicBezTo>
                  <a:pt x="1166" y="959"/>
                  <a:pt x="1166" y="1035"/>
                  <a:pt x="1166" y="1111"/>
                </a:cubicBezTo>
                <a:cubicBezTo>
                  <a:pt x="1166" y="1146"/>
                  <a:pt x="1152" y="1160"/>
                  <a:pt x="1116" y="1160"/>
                </a:cubicBezTo>
                <a:cubicBezTo>
                  <a:pt x="948" y="1160"/>
                  <a:pt x="780" y="1160"/>
                  <a:pt x="612" y="1160"/>
                </a:cubicBezTo>
                <a:cubicBezTo>
                  <a:pt x="523" y="1160"/>
                  <a:pt x="435" y="1160"/>
                  <a:pt x="347" y="1160"/>
                </a:cubicBezTo>
                <a:cubicBezTo>
                  <a:pt x="311" y="1160"/>
                  <a:pt x="297" y="1146"/>
                  <a:pt x="297" y="1110"/>
                </a:cubicBezTo>
                <a:cubicBezTo>
                  <a:pt x="297" y="1081"/>
                  <a:pt x="297" y="1051"/>
                  <a:pt x="297" y="1022"/>
                </a:cubicBezTo>
                <a:cubicBezTo>
                  <a:pt x="297" y="1006"/>
                  <a:pt x="305" y="996"/>
                  <a:pt x="317" y="996"/>
                </a:cubicBezTo>
                <a:cubicBezTo>
                  <a:pt x="330" y="996"/>
                  <a:pt x="338" y="1006"/>
                  <a:pt x="338" y="1022"/>
                </a:cubicBezTo>
                <a:cubicBezTo>
                  <a:pt x="338" y="1054"/>
                  <a:pt x="338" y="1085"/>
                  <a:pt x="338" y="1118"/>
                </a:cubicBezTo>
                <a:cubicBezTo>
                  <a:pt x="412" y="1118"/>
                  <a:pt x="486" y="1118"/>
                  <a:pt x="561" y="1118"/>
                </a:cubicBezTo>
                <a:cubicBezTo>
                  <a:pt x="561" y="1086"/>
                  <a:pt x="562" y="1055"/>
                  <a:pt x="560" y="1024"/>
                </a:cubicBezTo>
                <a:cubicBezTo>
                  <a:pt x="560" y="1016"/>
                  <a:pt x="549" y="1010"/>
                  <a:pt x="543" y="1002"/>
                </a:cubicBezTo>
                <a:cubicBezTo>
                  <a:pt x="536" y="991"/>
                  <a:pt x="528" y="998"/>
                  <a:pt x="520" y="1001"/>
                </a:cubicBezTo>
                <a:cubicBezTo>
                  <a:pt x="490" y="1013"/>
                  <a:pt x="455" y="1004"/>
                  <a:pt x="436" y="978"/>
                </a:cubicBezTo>
                <a:cubicBezTo>
                  <a:pt x="416" y="951"/>
                  <a:pt x="416" y="915"/>
                  <a:pt x="436" y="889"/>
                </a:cubicBezTo>
                <a:cubicBezTo>
                  <a:pt x="457" y="863"/>
                  <a:pt x="492" y="854"/>
                  <a:pt x="523" y="868"/>
                </a:cubicBezTo>
                <a:cubicBezTo>
                  <a:pt x="553" y="881"/>
                  <a:pt x="571" y="913"/>
                  <a:pt x="564" y="946"/>
                </a:cubicBezTo>
                <a:cubicBezTo>
                  <a:pt x="561" y="958"/>
                  <a:pt x="563" y="966"/>
                  <a:pt x="573" y="973"/>
                </a:cubicBezTo>
                <a:cubicBezTo>
                  <a:pt x="598" y="991"/>
                  <a:pt x="606" y="1015"/>
                  <a:pt x="603" y="1045"/>
                </a:cubicBezTo>
                <a:cubicBezTo>
                  <a:pt x="601" y="1069"/>
                  <a:pt x="603" y="1093"/>
                  <a:pt x="603" y="1118"/>
                </a:cubicBezTo>
                <a:cubicBezTo>
                  <a:pt x="646" y="1118"/>
                  <a:pt x="687" y="1118"/>
                  <a:pt x="731" y="1118"/>
                </a:cubicBezTo>
                <a:cubicBezTo>
                  <a:pt x="731" y="1092"/>
                  <a:pt x="732" y="1065"/>
                  <a:pt x="731" y="1038"/>
                </a:cubicBezTo>
                <a:cubicBezTo>
                  <a:pt x="731" y="1035"/>
                  <a:pt x="727" y="1032"/>
                  <a:pt x="724" y="1029"/>
                </a:cubicBezTo>
                <a:cubicBezTo>
                  <a:pt x="709" y="1013"/>
                  <a:pt x="692" y="998"/>
                  <a:pt x="677" y="981"/>
                </a:cubicBezTo>
                <a:cubicBezTo>
                  <a:pt x="671" y="974"/>
                  <a:pt x="667" y="963"/>
                  <a:pt x="666" y="954"/>
                </a:cubicBezTo>
                <a:cubicBezTo>
                  <a:pt x="664" y="936"/>
                  <a:pt x="665" y="918"/>
                  <a:pt x="666" y="900"/>
                </a:cubicBezTo>
                <a:cubicBezTo>
                  <a:pt x="666" y="889"/>
                  <a:pt x="663" y="883"/>
                  <a:pt x="653" y="878"/>
                </a:cubicBezTo>
                <a:cubicBezTo>
                  <a:pt x="620" y="864"/>
                  <a:pt x="602" y="828"/>
                  <a:pt x="609" y="793"/>
                </a:cubicBezTo>
                <a:cubicBezTo>
                  <a:pt x="616" y="760"/>
                  <a:pt x="644" y="734"/>
                  <a:pt x="679" y="731"/>
                </a:cubicBezTo>
                <a:cubicBezTo>
                  <a:pt x="715" y="728"/>
                  <a:pt x="748" y="748"/>
                  <a:pt x="760" y="782"/>
                </a:cubicBezTo>
                <a:cubicBezTo>
                  <a:pt x="773" y="821"/>
                  <a:pt x="756" y="862"/>
                  <a:pt x="718" y="879"/>
                </a:cubicBezTo>
                <a:cubicBezTo>
                  <a:pt x="709" y="883"/>
                  <a:pt x="708" y="888"/>
                  <a:pt x="707" y="897"/>
                </a:cubicBezTo>
                <a:cubicBezTo>
                  <a:pt x="700" y="937"/>
                  <a:pt x="712" y="969"/>
                  <a:pt x="746" y="992"/>
                </a:cubicBezTo>
                <a:cubicBezTo>
                  <a:pt x="751" y="996"/>
                  <a:pt x="754" y="1001"/>
                  <a:pt x="759" y="1005"/>
                </a:cubicBezTo>
                <a:cubicBezTo>
                  <a:pt x="770" y="1014"/>
                  <a:pt x="774" y="1026"/>
                  <a:pt x="773" y="1040"/>
                </a:cubicBezTo>
                <a:cubicBezTo>
                  <a:pt x="772" y="1066"/>
                  <a:pt x="773" y="1091"/>
                  <a:pt x="773" y="1118"/>
                </a:cubicBezTo>
                <a:cubicBezTo>
                  <a:pt x="890" y="1118"/>
                  <a:pt x="1007" y="1118"/>
                  <a:pt x="1124" y="1118"/>
                </a:cubicBezTo>
                <a:cubicBezTo>
                  <a:pt x="1124" y="1056"/>
                  <a:pt x="1124" y="995"/>
                  <a:pt x="1124" y="933"/>
                </a:cubicBezTo>
                <a:cubicBezTo>
                  <a:pt x="1072" y="933"/>
                  <a:pt x="1021" y="933"/>
                  <a:pt x="969" y="933"/>
                </a:cubicBezTo>
                <a:cubicBezTo>
                  <a:pt x="967" y="938"/>
                  <a:pt x="965" y="942"/>
                  <a:pt x="963" y="947"/>
                </a:cubicBezTo>
                <a:cubicBezTo>
                  <a:pt x="946" y="979"/>
                  <a:pt x="910" y="996"/>
                  <a:pt x="875" y="988"/>
                </a:cubicBezTo>
                <a:cubicBezTo>
                  <a:pt x="840" y="980"/>
                  <a:pt x="815" y="949"/>
                  <a:pt x="815" y="912"/>
                </a:cubicBezTo>
                <a:cubicBezTo>
                  <a:pt x="815" y="875"/>
                  <a:pt x="839" y="844"/>
                  <a:pt x="875" y="836"/>
                </a:cubicBezTo>
                <a:cubicBezTo>
                  <a:pt x="910" y="828"/>
                  <a:pt x="947" y="844"/>
                  <a:pt x="962" y="877"/>
                </a:cubicBezTo>
                <a:cubicBezTo>
                  <a:pt x="967" y="889"/>
                  <a:pt x="974" y="891"/>
                  <a:pt x="986" y="891"/>
                </a:cubicBezTo>
                <a:cubicBezTo>
                  <a:pt x="1026" y="891"/>
                  <a:pt x="1067" y="891"/>
                  <a:pt x="1107" y="891"/>
                </a:cubicBezTo>
                <a:cubicBezTo>
                  <a:pt x="1112" y="891"/>
                  <a:pt x="1118" y="891"/>
                  <a:pt x="1124" y="891"/>
                </a:cubicBezTo>
                <a:cubicBezTo>
                  <a:pt x="1124" y="812"/>
                  <a:pt x="1124" y="735"/>
                  <a:pt x="1124" y="656"/>
                </a:cubicBezTo>
                <a:cubicBezTo>
                  <a:pt x="1114" y="656"/>
                  <a:pt x="1104" y="656"/>
                  <a:pt x="1094" y="656"/>
                </a:cubicBezTo>
                <a:cubicBezTo>
                  <a:pt x="1069" y="656"/>
                  <a:pt x="1042" y="658"/>
                  <a:pt x="1017" y="655"/>
                </a:cubicBezTo>
                <a:cubicBezTo>
                  <a:pt x="992" y="653"/>
                  <a:pt x="977" y="663"/>
                  <a:pt x="966" y="679"/>
                </a:cubicBezTo>
                <a:cubicBezTo>
                  <a:pt x="969" y="698"/>
                  <a:pt x="975" y="715"/>
                  <a:pt x="974" y="732"/>
                </a:cubicBezTo>
                <a:cubicBezTo>
                  <a:pt x="972" y="772"/>
                  <a:pt x="934" y="801"/>
                  <a:pt x="894" y="795"/>
                </a:cubicBezTo>
                <a:cubicBezTo>
                  <a:pt x="853" y="790"/>
                  <a:pt x="825" y="752"/>
                  <a:pt x="831" y="713"/>
                </a:cubicBezTo>
                <a:cubicBezTo>
                  <a:pt x="839" y="671"/>
                  <a:pt x="877" y="644"/>
                  <a:pt x="917" y="653"/>
                </a:cubicBezTo>
                <a:cubicBezTo>
                  <a:pt x="927" y="656"/>
                  <a:pt x="935" y="654"/>
                  <a:pt x="941" y="645"/>
                </a:cubicBezTo>
                <a:cubicBezTo>
                  <a:pt x="959" y="619"/>
                  <a:pt x="985" y="611"/>
                  <a:pt x="1016" y="614"/>
                </a:cubicBezTo>
                <a:cubicBezTo>
                  <a:pt x="1047" y="616"/>
                  <a:pt x="1078" y="614"/>
                  <a:pt x="1109" y="614"/>
                </a:cubicBezTo>
                <a:cubicBezTo>
                  <a:pt x="1114" y="614"/>
                  <a:pt x="1118" y="614"/>
                  <a:pt x="1124" y="614"/>
                </a:cubicBezTo>
                <a:close/>
                <a:moveTo>
                  <a:pt x="608" y="476"/>
                </a:moveTo>
                <a:cubicBezTo>
                  <a:pt x="608" y="498"/>
                  <a:pt x="623" y="513"/>
                  <a:pt x="644" y="513"/>
                </a:cubicBezTo>
                <a:cubicBezTo>
                  <a:pt x="665" y="514"/>
                  <a:pt x="681" y="497"/>
                  <a:pt x="681" y="477"/>
                </a:cubicBezTo>
                <a:cubicBezTo>
                  <a:pt x="681" y="456"/>
                  <a:pt x="664" y="440"/>
                  <a:pt x="644" y="440"/>
                </a:cubicBezTo>
                <a:cubicBezTo>
                  <a:pt x="623" y="441"/>
                  <a:pt x="608" y="456"/>
                  <a:pt x="608" y="476"/>
                </a:cubicBezTo>
                <a:close/>
                <a:moveTo>
                  <a:pt x="504" y="663"/>
                </a:moveTo>
                <a:cubicBezTo>
                  <a:pt x="504" y="683"/>
                  <a:pt x="520" y="700"/>
                  <a:pt x="540" y="700"/>
                </a:cubicBezTo>
                <a:cubicBezTo>
                  <a:pt x="560" y="701"/>
                  <a:pt x="576" y="685"/>
                  <a:pt x="577" y="665"/>
                </a:cubicBezTo>
                <a:cubicBezTo>
                  <a:pt x="578" y="644"/>
                  <a:pt x="562" y="627"/>
                  <a:pt x="542" y="627"/>
                </a:cubicBezTo>
                <a:cubicBezTo>
                  <a:pt x="521" y="626"/>
                  <a:pt x="504" y="642"/>
                  <a:pt x="504" y="663"/>
                </a:cubicBezTo>
                <a:close/>
                <a:moveTo>
                  <a:pt x="723" y="808"/>
                </a:moveTo>
                <a:cubicBezTo>
                  <a:pt x="723" y="788"/>
                  <a:pt x="706" y="771"/>
                  <a:pt x="685" y="771"/>
                </a:cubicBezTo>
                <a:cubicBezTo>
                  <a:pt x="665" y="772"/>
                  <a:pt x="649" y="789"/>
                  <a:pt x="650" y="809"/>
                </a:cubicBezTo>
                <a:cubicBezTo>
                  <a:pt x="650" y="829"/>
                  <a:pt x="666" y="845"/>
                  <a:pt x="686" y="845"/>
                </a:cubicBezTo>
                <a:cubicBezTo>
                  <a:pt x="706" y="845"/>
                  <a:pt x="723" y="829"/>
                  <a:pt x="723" y="808"/>
                </a:cubicBezTo>
                <a:close/>
                <a:moveTo>
                  <a:pt x="929" y="912"/>
                </a:moveTo>
                <a:cubicBezTo>
                  <a:pt x="929" y="892"/>
                  <a:pt x="913" y="875"/>
                  <a:pt x="893" y="875"/>
                </a:cubicBezTo>
                <a:cubicBezTo>
                  <a:pt x="872" y="875"/>
                  <a:pt x="856" y="892"/>
                  <a:pt x="856" y="912"/>
                </a:cubicBezTo>
                <a:cubicBezTo>
                  <a:pt x="856" y="932"/>
                  <a:pt x="872" y="948"/>
                  <a:pt x="892" y="949"/>
                </a:cubicBezTo>
                <a:cubicBezTo>
                  <a:pt x="912" y="949"/>
                  <a:pt x="929" y="933"/>
                  <a:pt x="929" y="912"/>
                </a:cubicBezTo>
                <a:close/>
                <a:moveTo>
                  <a:pt x="524" y="933"/>
                </a:moveTo>
                <a:cubicBezTo>
                  <a:pt x="524" y="916"/>
                  <a:pt x="509" y="902"/>
                  <a:pt x="492" y="903"/>
                </a:cubicBezTo>
                <a:cubicBezTo>
                  <a:pt x="475" y="904"/>
                  <a:pt x="462" y="918"/>
                  <a:pt x="462" y="934"/>
                </a:cubicBezTo>
                <a:cubicBezTo>
                  <a:pt x="463" y="952"/>
                  <a:pt x="477" y="966"/>
                  <a:pt x="494" y="965"/>
                </a:cubicBezTo>
                <a:cubicBezTo>
                  <a:pt x="510" y="964"/>
                  <a:pt x="525" y="949"/>
                  <a:pt x="524" y="933"/>
                </a:cubicBezTo>
                <a:close/>
                <a:moveTo>
                  <a:pt x="903" y="755"/>
                </a:moveTo>
                <a:cubicBezTo>
                  <a:pt x="920" y="755"/>
                  <a:pt x="934" y="741"/>
                  <a:pt x="934" y="724"/>
                </a:cubicBezTo>
                <a:cubicBezTo>
                  <a:pt x="935" y="708"/>
                  <a:pt x="920" y="693"/>
                  <a:pt x="903" y="693"/>
                </a:cubicBezTo>
                <a:cubicBezTo>
                  <a:pt x="886" y="693"/>
                  <a:pt x="872" y="707"/>
                  <a:pt x="872" y="725"/>
                </a:cubicBezTo>
                <a:cubicBezTo>
                  <a:pt x="873" y="741"/>
                  <a:pt x="887" y="755"/>
                  <a:pt x="903" y="755"/>
                </a:cubicBezTo>
                <a:close/>
                <a:moveTo>
                  <a:pt x="899" y="495"/>
                </a:moveTo>
                <a:cubicBezTo>
                  <a:pt x="881" y="494"/>
                  <a:pt x="867" y="508"/>
                  <a:pt x="867" y="525"/>
                </a:cubicBezTo>
                <a:cubicBezTo>
                  <a:pt x="868" y="542"/>
                  <a:pt x="881" y="556"/>
                  <a:pt x="898" y="556"/>
                </a:cubicBezTo>
                <a:cubicBezTo>
                  <a:pt x="915" y="556"/>
                  <a:pt x="929" y="543"/>
                  <a:pt x="929" y="526"/>
                </a:cubicBezTo>
                <a:cubicBezTo>
                  <a:pt x="930" y="509"/>
                  <a:pt x="917" y="495"/>
                  <a:pt x="899" y="495"/>
                </a:cubicBezTo>
                <a:close/>
                <a:moveTo>
                  <a:pt x="297" y="894"/>
                </a:moveTo>
                <a:cubicBezTo>
                  <a:pt x="297" y="901"/>
                  <a:pt x="296" y="909"/>
                  <a:pt x="297" y="916"/>
                </a:cubicBezTo>
                <a:cubicBezTo>
                  <a:pt x="298" y="927"/>
                  <a:pt x="306" y="933"/>
                  <a:pt x="316" y="934"/>
                </a:cubicBezTo>
                <a:cubicBezTo>
                  <a:pt x="327" y="934"/>
                  <a:pt x="336" y="929"/>
                  <a:pt x="337" y="918"/>
                </a:cubicBezTo>
                <a:cubicBezTo>
                  <a:pt x="338" y="902"/>
                  <a:pt x="338" y="886"/>
                  <a:pt x="337" y="870"/>
                </a:cubicBezTo>
                <a:cubicBezTo>
                  <a:pt x="336" y="859"/>
                  <a:pt x="328" y="854"/>
                  <a:pt x="317" y="854"/>
                </a:cubicBezTo>
                <a:cubicBezTo>
                  <a:pt x="305" y="855"/>
                  <a:pt x="298" y="861"/>
                  <a:pt x="297" y="873"/>
                </a:cubicBezTo>
                <a:cubicBezTo>
                  <a:pt x="296" y="880"/>
                  <a:pt x="297" y="887"/>
                  <a:pt x="297" y="894"/>
                </a:cubicBezTo>
                <a:cubicBezTo>
                  <a:pt x="297" y="894"/>
                  <a:pt x="297" y="894"/>
                  <a:pt x="297" y="894"/>
                </a:cubicBez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Freeform 9">
            <a:extLst>
              <a:ext uri="{FF2B5EF4-FFF2-40B4-BE49-F238E27FC236}">
                <a16:creationId xmlns:a16="http://schemas.microsoft.com/office/drawing/2014/main" id="{778DC478-90C6-27D1-9DBE-DB8BBE3FE15A}"/>
              </a:ext>
            </a:extLst>
          </p:cNvPr>
          <p:cNvSpPr>
            <a:spLocks noEditPoints="1"/>
          </p:cNvSpPr>
          <p:nvPr/>
        </p:nvSpPr>
        <p:spPr bwMode="auto">
          <a:xfrm>
            <a:off x="248829" y="4999496"/>
            <a:ext cx="234495" cy="247130"/>
          </a:xfrm>
          <a:custGeom>
            <a:avLst/>
            <a:gdLst>
              <a:gd name="T0" fmla="*/ 1056 w 1856"/>
              <a:gd name="T1" fmla="*/ 708 h 1956"/>
              <a:gd name="T2" fmla="*/ 928 w 1856"/>
              <a:gd name="T3" fmla="*/ 644 h 1956"/>
              <a:gd name="T4" fmla="*/ 640 w 1856"/>
              <a:gd name="T5" fmla="*/ 1252 h 1956"/>
              <a:gd name="T6" fmla="*/ 1216 w 1856"/>
              <a:gd name="T7" fmla="*/ 1252 h 1956"/>
              <a:gd name="T8" fmla="*/ 704 w 1856"/>
              <a:gd name="T9" fmla="*/ 1722 h 1956"/>
              <a:gd name="T10" fmla="*/ 928 w 1856"/>
              <a:gd name="T11" fmla="*/ 1892 h 1956"/>
              <a:gd name="T12" fmla="*/ 928 w 1856"/>
              <a:gd name="T13" fmla="*/ 1572 h 1956"/>
              <a:gd name="T14" fmla="*/ 928 w 1856"/>
              <a:gd name="T15" fmla="*/ 1508 h 1956"/>
              <a:gd name="T16" fmla="*/ 1152 w 1856"/>
              <a:gd name="T17" fmla="*/ 1338 h 1956"/>
              <a:gd name="T18" fmla="*/ 704 w 1856"/>
              <a:gd name="T19" fmla="*/ 1252 h 1956"/>
              <a:gd name="T20" fmla="*/ 1568 w 1856"/>
              <a:gd name="T21" fmla="*/ 1124 h 1956"/>
              <a:gd name="T22" fmla="*/ 1856 w 1856"/>
              <a:gd name="T23" fmla="*/ 1828 h 1956"/>
              <a:gd name="T24" fmla="*/ 1792 w 1856"/>
              <a:gd name="T25" fmla="*/ 1252 h 1956"/>
              <a:gd name="T26" fmla="*/ 1568 w 1856"/>
              <a:gd name="T27" fmla="*/ 1892 h 1956"/>
              <a:gd name="T28" fmla="*/ 1792 w 1856"/>
              <a:gd name="T29" fmla="*/ 1722 h 1956"/>
              <a:gd name="T30" fmla="*/ 1344 w 1856"/>
              <a:gd name="T31" fmla="*/ 1636 h 1956"/>
              <a:gd name="T32" fmla="*/ 1792 w 1856"/>
              <a:gd name="T33" fmla="*/ 1636 h 1956"/>
              <a:gd name="T34" fmla="*/ 1344 w 1856"/>
              <a:gd name="T35" fmla="*/ 1338 h 1956"/>
              <a:gd name="T36" fmla="*/ 1568 w 1856"/>
              <a:gd name="T37" fmla="*/ 1508 h 1956"/>
              <a:gd name="T38" fmla="*/ 288 w 1856"/>
              <a:gd name="T39" fmla="*/ 1956 h 1956"/>
              <a:gd name="T40" fmla="*/ 288 w 1856"/>
              <a:gd name="T41" fmla="*/ 1892 h 1956"/>
              <a:gd name="T42" fmla="*/ 512 w 1856"/>
              <a:gd name="T43" fmla="*/ 1722 h 1956"/>
              <a:gd name="T44" fmla="*/ 64 w 1856"/>
              <a:gd name="T45" fmla="*/ 1636 h 1956"/>
              <a:gd name="T46" fmla="*/ 512 w 1856"/>
              <a:gd name="T47" fmla="*/ 1636 h 1956"/>
              <a:gd name="T48" fmla="*/ 64 w 1856"/>
              <a:gd name="T49" fmla="*/ 1338 h 1956"/>
              <a:gd name="T50" fmla="*/ 288 w 1856"/>
              <a:gd name="T51" fmla="*/ 1508 h 1956"/>
              <a:gd name="T52" fmla="*/ 512 w 1856"/>
              <a:gd name="T53" fmla="*/ 1252 h 1956"/>
              <a:gd name="T54" fmla="*/ 320 w 1856"/>
              <a:gd name="T55" fmla="*/ 1092 h 1956"/>
              <a:gd name="T56" fmla="*/ 608 w 1856"/>
              <a:gd name="T57" fmla="*/ 804 h 1956"/>
              <a:gd name="T58" fmla="*/ 1536 w 1856"/>
              <a:gd name="T59" fmla="*/ 1092 h 1956"/>
              <a:gd name="T60" fmla="*/ 1248 w 1856"/>
              <a:gd name="T61" fmla="*/ 804 h 1956"/>
              <a:gd name="T62" fmla="*/ 1440 w 1856"/>
              <a:gd name="T63" fmla="*/ 356 h 1956"/>
              <a:gd name="T64" fmla="*/ 1052 w 1856"/>
              <a:gd name="T65" fmla="*/ 143 h 1956"/>
              <a:gd name="T66" fmla="*/ 224 w 1856"/>
              <a:gd name="T67" fmla="*/ 548 h 1956"/>
              <a:gd name="T68" fmla="*/ 664 w 1856"/>
              <a:gd name="T69" fmla="*/ 803 h 1956"/>
              <a:gd name="T70" fmla="*/ 770 w 1856"/>
              <a:gd name="T71" fmla="*/ 957 h 1956"/>
              <a:gd name="T72" fmla="*/ 864 w 1856"/>
              <a:gd name="T73" fmla="*/ 996 h 1956"/>
              <a:gd name="T74" fmla="*/ 1047 w 1856"/>
              <a:gd name="T75" fmla="*/ 962 h 1956"/>
              <a:gd name="T76" fmla="*/ 1170 w 1856"/>
              <a:gd name="T77" fmla="*/ 808 h 1956"/>
              <a:gd name="T78" fmla="*/ 1440 w 1856"/>
              <a:gd name="T79" fmla="*/ 740 h 1956"/>
              <a:gd name="T80" fmla="*/ 1113 w 1856"/>
              <a:gd name="T81" fmla="*/ 757 h 1956"/>
              <a:gd name="T82" fmla="*/ 1059 w 1856"/>
              <a:gd name="T83" fmla="*/ 894 h 1956"/>
              <a:gd name="T84" fmla="*/ 967 w 1856"/>
              <a:gd name="T85" fmla="*/ 932 h 1956"/>
              <a:gd name="T86" fmla="*/ 832 w 1856"/>
              <a:gd name="T87" fmla="*/ 873 h 1956"/>
              <a:gd name="T88" fmla="*/ 765 w 1856"/>
              <a:gd name="T89" fmla="*/ 776 h 1956"/>
              <a:gd name="T90" fmla="*/ 743 w 1856"/>
              <a:gd name="T91" fmla="*/ 659 h 1956"/>
              <a:gd name="T92" fmla="*/ 797 w 1856"/>
              <a:gd name="T93" fmla="*/ 522 h 1956"/>
              <a:gd name="T94" fmla="*/ 889 w 1856"/>
              <a:gd name="T95" fmla="*/ 484 h 1956"/>
              <a:gd name="T96" fmla="*/ 1024 w 1856"/>
              <a:gd name="T97" fmla="*/ 543 h 1956"/>
              <a:gd name="T98" fmla="*/ 1091 w 1856"/>
              <a:gd name="T99" fmla="*/ 640 h 1956"/>
              <a:gd name="T100" fmla="*/ 1440 w 1856"/>
              <a:gd name="T101" fmla="*/ 676 h 1956"/>
              <a:gd name="T102" fmla="*/ 1170 w 1856"/>
              <a:gd name="T103" fmla="*/ 608 h 1956"/>
              <a:gd name="T104" fmla="*/ 1047 w 1856"/>
              <a:gd name="T105" fmla="*/ 454 h 1956"/>
              <a:gd name="T106" fmla="*/ 864 w 1856"/>
              <a:gd name="T107" fmla="*/ 420 h 1956"/>
              <a:gd name="T108" fmla="*/ 770 w 1856"/>
              <a:gd name="T109" fmla="*/ 459 h 1956"/>
              <a:gd name="T110" fmla="*/ 664 w 1856"/>
              <a:gd name="T111" fmla="*/ 613 h 1956"/>
              <a:gd name="T112" fmla="*/ 288 w 1856"/>
              <a:gd name="T113" fmla="*/ 548 h 1956"/>
              <a:gd name="T114" fmla="*/ 800 w 1856"/>
              <a:gd name="T115" fmla="*/ 100 h 1956"/>
              <a:gd name="T116" fmla="*/ 1298 w 1856"/>
              <a:gd name="T117" fmla="*/ 212 h 1956"/>
              <a:gd name="T118" fmla="*/ 1365 w 1856"/>
              <a:gd name="T119" fmla="*/ 420 h 1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856" h="1956">
                <a:moveTo>
                  <a:pt x="928" y="580"/>
                </a:moveTo>
                <a:cubicBezTo>
                  <a:pt x="857" y="580"/>
                  <a:pt x="800" y="637"/>
                  <a:pt x="800" y="708"/>
                </a:cubicBezTo>
                <a:cubicBezTo>
                  <a:pt x="800" y="779"/>
                  <a:pt x="857" y="836"/>
                  <a:pt x="928" y="836"/>
                </a:cubicBezTo>
                <a:cubicBezTo>
                  <a:pt x="999" y="836"/>
                  <a:pt x="1056" y="779"/>
                  <a:pt x="1056" y="708"/>
                </a:cubicBezTo>
                <a:cubicBezTo>
                  <a:pt x="1056" y="637"/>
                  <a:pt x="999" y="580"/>
                  <a:pt x="928" y="580"/>
                </a:cubicBezTo>
                <a:close/>
                <a:moveTo>
                  <a:pt x="928" y="772"/>
                </a:moveTo>
                <a:cubicBezTo>
                  <a:pt x="893" y="772"/>
                  <a:pt x="864" y="743"/>
                  <a:pt x="864" y="708"/>
                </a:cubicBezTo>
                <a:cubicBezTo>
                  <a:pt x="864" y="673"/>
                  <a:pt x="893" y="644"/>
                  <a:pt x="928" y="644"/>
                </a:cubicBezTo>
                <a:cubicBezTo>
                  <a:pt x="963" y="644"/>
                  <a:pt x="992" y="673"/>
                  <a:pt x="992" y="708"/>
                </a:cubicBezTo>
                <a:cubicBezTo>
                  <a:pt x="992" y="743"/>
                  <a:pt x="963" y="772"/>
                  <a:pt x="928" y="772"/>
                </a:cubicBezTo>
                <a:close/>
                <a:moveTo>
                  <a:pt x="928" y="1124"/>
                </a:moveTo>
                <a:cubicBezTo>
                  <a:pt x="753" y="1124"/>
                  <a:pt x="640" y="1174"/>
                  <a:pt x="640" y="1252"/>
                </a:cubicBezTo>
                <a:cubicBezTo>
                  <a:pt x="640" y="1828"/>
                  <a:pt x="640" y="1828"/>
                  <a:pt x="640" y="1828"/>
                </a:cubicBezTo>
                <a:cubicBezTo>
                  <a:pt x="640" y="1906"/>
                  <a:pt x="753" y="1956"/>
                  <a:pt x="928" y="1956"/>
                </a:cubicBezTo>
                <a:cubicBezTo>
                  <a:pt x="1103" y="1956"/>
                  <a:pt x="1216" y="1906"/>
                  <a:pt x="1216" y="1828"/>
                </a:cubicBezTo>
                <a:cubicBezTo>
                  <a:pt x="1216" y="1252"/>
                  <a:pt x="1216" y="1252"/>
                  <a:pt x="1216" y="1252"/>
                </a:cubicBezTo>
                <a:cubicBezTo>
                  <a:pt x="1216" y="1174"/>
                  <a:pt x="1103" y="1124"/>
                  <a:pt x="928" y="1124"/>
                </a:cubicBezTo>
                <a:close/>
                <a:moveTo>
                  <a:pt x="928" y="1892"/>
                </a:moveTo>
                <a:cubicBezTo>
                  <a:pt x="772" y="1892"/>
                  <a:pt x="704" y="1850"/>
                  <a:pt x="704" y="1828"/>
                </a:cubicBezTo>
                <a:cubicBezTo>
                  <a:pt x="704" y="1722"/>
                  <a:pt x="704" y="1722"/>
                  <a:pt x="704" y="1722"/>
                </a:cubicBezTo>
                <a:cubicBezTo>
                  <a:pt x="774" y="1753"/>
                  <a:pt x="851" y="1768"/>
                  <a:pt x="928" y="1764"/>
                </a:cubicBezTo>
                <a:cubicBezTo>
                  <a:pt x="1005" y="1768"/>
                  <a:pt x="1082" y="1753"/>
                  <a:pt x="1152" y="1722"/>
                </a:cubicBezTo>
                <a:cubicBezTo>
                  <a:pt x="1152" y="1828"/>
                  <a:pt x="1152" y="1828"/>
                  <a:pt x="1152" y="1828"/>
                </a:cubicBezTo>
                <a:cubicBezTo>
                  <a:pt x="1152" y="1850"/>
                  <a:pt x="1084" y="1892"/>
                  <a:pt x="928" y="1892"/>
                </a:cubicBezTo>
                <a:close/>
                <a:moveTo>
                  <a:pt x="928" y="1700"/>
                </a:moveTo>
                <a:cubicBezTo>
                  <a:pt x="772" y="1700"/>
                  <a:pt x="704" y="1658"/>
                  <a:pt x="704" y="1636"/>
                </a:cubicBezTo>
                <a:cubicBezTo>
                  <a:pt x="704" y="1530"/>
                  <a:pt x="704" y="1530"/>
                  <a:pt x="704" y="1530"/>
                </a:cubicBezTo>
                <a:cubicBezTo>
                  <a:pt x="774" y="1561"/>
                  <a:pt x="851" y="1576"/>
                  <a:pt x="928" y="1572"/>
                </a:cubicBezTo>
                <a:cubicBezTo>
                  <a:pt x="1005" y="1576"/>
                  <a:pt x="1082" y="1561"/>
                  <a:pt x="1152" y="1530"/>
                </a:cubicBezTo>
                <a:cubicBezTo>
                  <a:pt x="1152" y="1636"/>
                  <a:pt x="1152" y="1636"/>
                  <a:pt x="1152" y="1636"/>
                </a:cubicBezTo>
                <a:cubicBezTo>
                  <a:pt x="1152" y="1658"/>
                  <a:pt x="1084" y="1700"/>
                  <a:pt x="928" y="1700"/>
                </a:cubicBezTo>
                <a:close/>
                <a:moveTo>
                  <a:pt x="928" y="1508"/>
                </a:moveTo>
                <a:cubicBezTo>
                  <a:pt x="772" y="1508"/>
                  <a:pt x="704" y="1466"/>
                  <a:pt x="704" y="1444"/>
                </a:cubicBezTo>
                <a:cubicBezTo>
                  <a:pt x="704" y="1338"/>
                  <a:pt x="704" y="1338"/>
                  <a:pt x="704" y="1338"/>
                </a:cubicBezTo>
                <a:cubicBezTo>
                  <a:pt x="774" y="1369"/>
                  <a:pt x="851" y="1384"/>
                  <a:pt x="928" y="1380"/>
                </a:cubicBezTo>
                <a:cubicBezTo>
                  <a:pt x="1005" y="1384"/>
                  <a:pt x="1082" y="1369"/>
                  <a:pt x="1152" y="1338"/>
                </a:cubicBezTo>
                <a:cubicBezTo>
                  <a:pt x="1152" y="1444"/>
                  <a:pt x="1152" y="1444"/>
                  <a:pt x="1152" y="1444"/>
                </a:cubicBezTo>
                <a:cubicBezTo>
                  <a:pt x="1152" y="1466"/>
                  <a:pt x="1084" y="1508"/>
                  <a:pt x="928" y="1508"/>
                </a:cubicBezTo>
                <a:close/>
                <a:moveTo>
                  <a:pt x="928" y="1316"/>
                </a:moveTo>
                <a:cubicBezTo>
                  <a:pt x="772" y="1316"/>
                  <a:pt x="704" y="1274"/>
                  <a:pt x="704" y="1252"/>
                </a:cubicBezTo>
                <a:cubicBezTo>
                  <a:pt x="704" y="1230"/>
                  <a:pt x="772" y="1188"/>
                  <a:pt x="928" y="1188"/>
                </a:cubicBezTo>
                <a:cubicBezTo>
                  <a:pt x="1084" y="1188"/>
                  <a:pt x="1152" y="1230"/>
                  <a:pt x="1152" y="1252"/>
                </a:cubicBezTo>
                <a:cubicBezTo>
                  <a:pt x="1152" y="1274"/>
                  <a:pt x="1084" y="1316"/>
                  <a:pt x="928" y="1316"/>
                </a:cubicBezTo>
                <a:close/>
                <a:moveTo>
                  <a:pt x="1568" y="1124"/>
                </a:moveTo>
                <a:cubicBezTo>
                  <a:pt x="1393" y="1124"/>
                  <a:pt x="1280" y="1174"/>
                  <a:pt x="1280" y="1252"/>
                </a:cubicBezTo>
                <a:cubicBezTo>
                  <a:pt x="1280" y="1828"/>
                  <a:pt x="1280" y="1828"/>
                  <a:pt x="1280" y="1828"/>
                </a:cubicBezTo>
                <a:cubicBezTo>
                  <a:pt x="1280" y="1906"/>
                  <a:pt x="1393" y="1956"/>
                  <a:pt x="1568" y="1956"/>
                </a:cubicBezTo>
                <a:cubicBezTo>
                  <a:pt x="1743" y="1956"/>
                  <a:pt x="1856" y="1906"/>
                  <a:pt x="1856" y="1828"/>
                </a:cubicBezTo>
                <a:cubicBezTo>
                  <a:pt x="1856" y="1252"/>
                  <a:pt x="1856" y="1252"/>
                  <a:pt x="1856" y="1252"/>
                </a:cubicBezTo>
                <a:cubicBezTo>
                  <a:pt x="1856" y="1174"/>
                  <a:pt x="1743" y="1124"/>
                  <a:pt x="1568" y="1124"/>
                </a:cubicBezTo>
                <a:close/>
                <a:moveTo>
                  <a:pt x="1568" y="1188"/>
                </a:moveTo>
                <a:cubicBezTo>
                  <a:pt x="1724" y="1188"/>
                  <a:pt x="1792" y="1230"/>
                  <a:pt x="1792" y="1252"/>
                </a:cubicBezTo>
                <a:cubicBezTo>
                  <a:pt x="1792" y="1274"/>
                  <a:pt x="1724" y="1316"/>
                  <a:pt x="1568" y="1316"/>
                </a:cubicBezTo>
                <a:cubicBezTo>
                  <a:pt x="1412" y="1316"/>
                  <a:pt x="1344" y="1274"/>
                  <a:pt x="1344" y="1252"/>
                </a:cubicBezTo>
                <a:cubicBezTo>
                  <a:pt x="1344" y="1230"/>
                  <a:pt x="1412" y="1188"/>
                  <a:pt x="1568" y="1188"/>
                </a:cubicBezTo>
                <a:close/>
                <a:moveTo>
                  <a:pt x="1568" y="1892"/>
                </a:moveTo>
                <a:cubicBezTo>
                  <a:pt x="1412" y="1892"/>
                  <a:pt x="1344" y="1850"/>
                  <a:pt x="1344" y="1828"/>
                </a:cubicBezTo>
                <a:cubicBezTo>
                  <a:pt x="1344" y="1722"/>
                  <a:pt x="1344" y="1722"/>
                  <a:pt x="1344" y="1722"/>
                </a:cubicBezTo>
                <a:cubicBezTo>
                  <a:pt x="1414" y="1753"/>
                  <a:pt x="1491" y="1768"/>
                  <a:pt x="1568" y="1764"/>
                </a:cubicBezTo>
                <a:cubicBezTo>
                  <a:pt x="1645" y="1768"/>
                  <a:pt x="1722" y="1753"/>
                  <a:pt x="1792" y="1722"/>
                </a:cubicBezTo>
                <a:cubicBezTo>
                  <a:pt x="1792" y="1828"/>
                  <a:pt x="1792" y="1828"/>
                  <a:pt x="1792" y="1828"/>
                </a:cubicBezTo>
                <a:cubicBezTo>
                  <a:pt x="1792" y="1850"/>
                  <a:pt x="1724" y="1892"/>
                  <a:pt x="1568" y="1892"/>
                </a:cubicBezTo>
                <a:close/>
                <a:moveTo>
                  <a:pt x="1568" y="1700"/>
                </a:moveTo>
                <a:cubicBezTo>
                  <a:pt x="1412" y="1700"/>
                  <a:pt x="1344" y="1658"/>
                  <a:pt x="1344" y="1636"/>
                </a:cubicBezTo>
                <a:cubicBezTo>
                  <a:pt x="1344" y="1530"/>
                  <a:pt x="1344" y="1530"/>
                  <a:pt x="1344" y="1530"/>
                </a:cubicBezTo>
                <a:cubicBezTo>
                  <a:pt x="1414" y="1561"/>
                  <a:pt x="1491" y="1576"/>
                  <a:pt x="1568" y="1572"/>
                </a:cubicBezTo>
                <a:cubicBezTo>
                  <a:pt x="1645" y="1576"/>
                  <a:pt x="1722" y="1561"/>
                  <a:pt x="1792" y="1530"/>
                </a:cubicBezTo>
                <a:cubicBezTo>
                  <a:pt x="1792" y="1636"/>
                  <a:pt x="1792" y="1636"/>
                  <a:pt x="1792" y="1636"/>
                </a:cubicBezTo>
                <a:cubicBezTo>
                  <a:pt x="1792" y="1658"/>
                  <a:pt x="1724" y="1700"/>
                  <a:pt x="1568" y="1700"/>
                </a:cubicBezTo>
                <a:close/>
                <a:moveTo>
                  <a:pt x="1568" y="1508"/>
                </a:moveTo>
                <a:cubicBezTo>
                  <a:pt x="1412" y="1508"/>
                  <a:pt x="1344" y="1466"/>
                  <a:pt x="1344" y="1444"/>
                </a:cubicBezTo>
                <a:cubicBezTo>
                  <a:pt x="1344" y="1338"/>
                  <a:pt x="1344" y="1338"/>
                  <a:pt x="1344" y="1338"/>
                </a:cubicBezTo>
                <a:cubicBezTo>
                  <a:pt x="1414" y="1369"/>
                  <a:pt x="1491" y="1384"/>
                  <a:pt x="1568" y="1380"/>
                </a:cubicBezTo>
                <a:cubicBezTo>
                  <a:pt x="1645" y="1384"/>
                  <a:pt x="1722" y="1369"/>
                  <a:pt x="1792" y="1338"/>
                </a:cubicBezTo>
                <a:cubicBezTo>
                  <a:pt x="1792" y="1444"/>
                  <a:pt x="1792" y="1444"/>
                  <a:pt x="1792" y="1444"/>
                </a:cubicBezTo>
                <a:cubicBezTo>
                  <a:pt x="1792" y="1466"/>
                  <a:pt x="1724" y="1508"/>
                  <a:pt x="1568" y="1508"/>
                </a:cubicBezTo>
                <a:close/>
                <a:moveTo>
                  <a:pt x="288" y="1124"/>
                </a:moveTo>
                <a:cubicBezTo>
                  <a:pt x="113" y="1124"/>
                  <a:pt x="0" y="1174"/>
                  <a:pt x="0" y="1252"/>
                </a:cubicBezTo>
                <a:cubicBezTo>
                  <a:pt x="0" y="1828"/>
                  <a:pt x="0" y="1828"/>
                  <a:pt x="0" y="1828"/>
                </a:cubicBezTo>
                <a:cubicBezTo>
                  <a:pt x="0" y="1906"/>
                  <a:pt x="113" y="1956"/>
                  <a:pt x="288" y="1956"/>
                </a:cubicBezTo>
                <a:cubicBezTo>
                  <a:pt x="463" y="1956"/>
                  <a:pt x="576" y="1906"/>
                  <a:pt x="576" y="1828"/>
                </a:cubicBezTo>
                <a:cubicBezTo>
                  <a:pt x="576" y="1252"/>
                  <a:pt x="576" y="1252"/>
                  <a:pt x="576" y="1252"/>
                </a:cubicBezTo>
                <a:cubicBezTo>
                  <a:pt x="576" y="1174"/>
                  <a:pt x="463" y="1124"/>
                  <a:pt x="288" y="1124"/>
                </a:cubicBezTo>
                <a:close/>
                <a:moveTo>
                  <a:pt x="288" y="1892"/>
                </a:moveTo>
                <a:cubicBezTo>
                  <a:pt x="132" y="1892"/>
                  <a:pt x="64" y="1850"/>
                  <a:pt x="64" y="1828"/>
                </a:cubicBezTo>
                <a:cubicBezTo>
                  <a:pt x="64" y="1722"/>
                  <a:pt x="64" y="1722"/>
                  <a:pt x="64" y="1722"/>
                </a:cubicBezTo>
                <a:cubicBezTo>
                  <a:pt x="134" y="1753"/>
                  <a:pt x="211" y="1768"/>
                  <a:pt x="288" y="1764"/>
                </a:cubicBezTo>
                <a:cubicBezTo>
                  <a:pt x="365" y="1768"/>
                  <a:pt x="442" y="1753"/>
                  <a:pt x="512" y="1722"/>
                </a:cubicBezTo>
                <a:cubicBezTo>
                  <a:pt x="512" y="1828"/>
                  <a:pt x="512" y="1828"/>
                  <a:pt x="512" y="1828"/>
                </a:cubicBezTo>
                <a:cubicBezTo>
                  <a:pt x="512" y="1850"/>
                  <a:pt x="444" y="1892"/>
                  <a:pt x="288" y="1892"/>
                </a:cubicBezTo>
                <a:close/>
                <a:moveTo>
                  <a:pt x="288" y="1700"/>
                </a:moveTo>
                <a:cubicBezTo>
                  <a:pt x="132" y="1700"/>
                  <a:pt x="64" y="1658"/>
                  <a:pt x="64" y="1636"/>
                </a:cubicBezTo>
                <a:cubicBezTo>
                  <a:pt x="64" y="1530"/>
                  <a:pt x="64" y="1530"/>
                  <a:pt x="64" y="1530"/>
                </a:cubicBezTo>
                <a:cubicBezTo>
                  <a:pt x="134" y="1561"/>
                  <a:pt x="211" y="1576"/>
                  <a:pt x="288" y="1572"/>
                </a:cubicBezTo>
                <a:cubicBezTo>
                  <a:pt x="365" y="1576"/>
                  <a:pt x="442" y="1561"/>
                  <a:pt x="512" y="1530"/>
                </a:cubicBezTo>
                <a:cubicBezTo>
                  <a:pt x="512" y="1636"/>
                  <a:pt x="512" y="1636"/>
                  <a:pt x="512" y="1636"/>
                </a:cubicBezTo>
                <a:cubicBezTo>
                  <a:pt x="512" y="1658"/>
                  <a:pt x="444" y="1700"/>
                  <a:pt x="288" y="1700"/>
                </a:cubicBezTo>
                <a:close/>
                <a:moveTo>
                  <a:pt x="288" y="1508"/>
                </a:moveTo>
                <a:cubicBezTo>
                  <a:pt x="132" y="1508"/>
                  <a:pt x="64" y="1466"/>
                  <a:pt x="64" y="1444"/>
                </a:cubicBezTo>
                <a:cubicBezTo>
                  <a:pt x="64" y="1338"/>
                  <a:pt x="64" y="1338"/>
                  <a:pt x="64" y="1338"/>
                </a:cubicBezTo>
                <a:cubicBezTo>
                  <a:pt x="134" y="1369"/>
                  <a:pt x="211" y="1384"/>
                  <a:pt x="288" y="1380"/>
                </a:cubicBezTo>
                <a:cubicBezTo>
                  <a:pt x="365" y="1384"/>
                  <a:pt x="442" y="1369"/>
                  <a:pt x="512" y="1338"/>
                </a:cubicBezTo>
                <a:cubicBezTo>
                  <a:pt x="512" y="1444"/>
                  <a:pt x="512" y="1444"/>
                  <a:pt x="512" y="1444"/>
                </a:cubicBezTo>
                <a:cubicBezTo>
                  <a:pt x="512" y="1466"/>
                  <a:pt x="444" y="1508"/>
                  <a:pt x="288" y="1508"/>
                </a:cubicBezTo>
                <a:close/>
                <a:moveTo>
                  <a:pt x="288" y="1316"/>
                </a:moveTo>
                <a:cubicBezTo>
                  <a:pt x="132" y="1316"/>
                  <a:pt x="64" y="1274"/>
                  <a:pt x="64" y="1252"/>
                </a:cubicBezTo>
                <a:cubicBezTo>
                  <a:pt x="64" y="1230"/>
                  <a:pt x="132" y="1188"/>
                  <a:pt x="288" y="1188"/>
                </a:cubicBezTo>
                <a:cubicBezTo>
                  <a:pt x="444" y="1188"/>
                  <a:pt x="512" y="1230"/>
                  <a:pt x="512" y="1252"/>
                </a:cubicBezTo>
                <a:cubicBezTo>
                  <a:pt x="512" y="1274"/>
                  <a:pt x="444" y="1316"/>
                  <a:pt x="288" y="1316"/>
                </a:cubicBezTo>
                <a:close/>
                <a:moveTo>
                  <a:pt x="256" y="964"/>
                </a:moveTo>
                <a:cubicBezTo>
                  <a:pt x="256" y="1092"/>
                  <a:pt x="256" y="1092"/>
                  <a:pt x="256" y="1092"/>
                </a:cubicBezTo>
                <a:cubicBezTo>
                  <a:pt x="320" y="1092"/>
                  <a:pt x="320" y="1092"/>
                  <a:pt x="320" y="1092"/>
                </a:cubicBezTo>
                <a:cubicBezTo>
                  <a:pt x="320" y="964"/>
                  <a:pt x="320" y="964"/>
                  <a:pt x="320" y="964"/>
                </a:cubicBezTo>
                <a:cubicBezTo>
                  <a:pt x="320" y="911"/>
                  <a:pt x="363" y="868"/>
                  <a:pt x="416" y="868"/>
                </a:cubicBezTo>
                <a:cubicBezTo>
                  <a:pt x="608" y="868"/>
                  <a:pt x="608" y="868"/>
                  <a:pt x="608" y="868"/>
                </a:cubicBezTo>
                <a:cubicBezTo>
                  <a:pt x="608" y="804"/>
                  <a:pt x="608" y="804"/>
                  <a:pt x="608" y="804"/>
                </a:cubicBezTo>
                <a:cubicBezTo>
                  <a:pt x="416" y="804"/>
                  <a:pt x="416" y="804"/>
                  <a:pt x="416" y="804"/>
                </a:cubicBezTo>
                <a:cubicBezTo>
                  <a:pt x="328" y="804"/>
                  <a:pt x="256" y="876"/>
                  <a:pt x="256" y="964"/>
                </a:cubicBezTo>
                <a:close/>
                <a:moveTo>
                  <a:pt x="1536" y="964"/>
                </a:moveTo>
                <a:cubicBezTo>
                  <a:pt x="1536" y="1092"/>
                  <a:pt x="1536" y="1092"/>
                  <a:pt x="1536" y="1092"/>
                </a:cubicBezTo>
                <a:cubicBezTo>
                  <a:pt x="1600" y="1092"/>
                  <a:pt x="1600" y="1092"/>
                  <a:pt x="1600" y="1092"/>
                </a:cubicBezTo>
                <a:cubicBezTo>
                  <a:pt x="1600" y="964"/>
                  <a:pt x="1600" y="964"/>
                  <a:pt x="1600" y="964"/>
                </a:cubicBezTo>
                <a:cubicBezTo>
                  <a:pt x="1600" y="876"/>
                  <a:pt x="1528" y="804"/>
                  <a:pt x="1440" y="804"/>
                </a:cubicBezTo>
                <a:cubicBezTo>
                  <a:pt x="1248" y="804"/>
                  <a:pt x="1248" y="804"/>
                  <a:pt x="1248" y="804"/>
                </a:cubicBezTo>
                <a:cubicBezTo>
                  <a:pt x="1248" y="868"/>
                  <a:pt x="1248" y="868"/>
                  <a:pt x="1248" y="868"/>
                </a:cubicBezTo>
                <a:cubicBezTo>
                  <a:pt x="1440" y="868"/>
                  <a:pt x="1440" y="868"/>
                  <a:pt x="1440" y="868"/>
                </a:cubicBezTo>
                <a:cubicBezTo>
                  <a:pt x="1493" y="868"/>
                  <a:pt x="1536" y="911"/>
                  <a:pt x="1536" y="964"/>
                </a:cubicBezTo>
                <a:close/>
                <a:moveTo>
                  <a:pt x="1440" y="356"/>
                </a:moveTo>
                <a:cubicBezTo>
                  <a:pt x="1405" y="356"/>
                  <a:pt x="1405" y="356"/>
                  <a:pt x="1405" y="356"/>
                </a:cubicBezTo>
                <a:cubicBezTo>
                  <a:pt x="1407" y="345"/>
                  <a:pt x="1408" y="335"/>
                  <a:pt x="1408" y="324"/>
                </a:cubicBezTo>
                <a:cubicBezTo>
                  <a:pt x="1408" y="200"/>
                  <a:pt x="1308" y="100"/>
                  <a:pt x="1184" y="100"/>
                </a:cubicBezTo>
                <a:cubicBezTo>
                  <a:pt x="1137" y="100"/>
                  <a:pt x="1091" y="115"/>
                  <a:pt x="1052" y="143"/>
                </a:cubicBezTo>
                <a:cubicBezTo>
                  <a:pt x="917" y="3"/>
                  <a:pt x="694" y="0"/>
                  <a:pt x="555" y="135"/>
                </a:cubicBezTo>
                <a:cubicBezTo>
                  <a:pt x="494" y="194"/>
                  <a:pt x="457" y="272"/>
                  <a:pt x="449" y="356"/>
                </a:cubicBezTo>
                <a:cubicBezTo>
                  <a:pt x="416" y="356"/>
                  <a:pt x="416" y="356"/>
                  <a:pt x="416" y="356"/>
                </a:cubicBezTo>
                <a:cubicBezTo>
                  <a:pt x="310" y="356"/>
                  <a:pt x="224" y="442"/>
                  <a:pt x="224" y="548"/>
                </a:cubicBezTo>
                <a:cubicBezTo>
                  <a:pt x="224" y="654"/>
                  <a:pt x="310" y="740"/>
                  <a:pt x="416" y="740"/>
                </a:cubicBezTo>
                <a:cubicBezTo>
                  <a:pt x="640" y="740"/>
                  <a:pt x="640" y="740"/>
                  <a:pt x="640" y="740"/>
                </a:cubicBezTo>
                <a:cubicBezTo>
                  <a:pt x="640" y="772"/>
                  <a:pt x="640" y="772"/>
                  <a:pt x="640" y="772"/>
                </a:cubicBezTo>
                <a:cubicBezTo>
                  <a:pt x="640" y="787"/>
                  <a:pt x="650" y="800"/>
                  <a:pt x="664" y="803"/>
                </a:cubicBezTo>
                <a:cubicBezTo>
                  <a:pt x="686" y="808"/>
                  <a:pt x="686" y="808"/>
                  <a:pt x="686" y="808"/>
                </a:cubicBezTo>
                <a:cubicBezTo>
                  <a:pt x="674" y="827"/>
                  <a:pt x="674" y="827"/>
                  <a:pt x="674" y="827"/>
                </a:cubicBezTo>
                <a:cubicBezTo>
                  <a:pt x="667" y="840"/>
                  <a:pt x="669" y="856"/>
                  <a:pt x="679" y="866"/>
                </a:cubicBezTo>
                <a:cubicBezTo>
                  <a:pt x="770" y="957"/>
                  <a:pt x="770" y="957"/>
                  <a:pt x="770" y="957"/>
                </a:cubicBezTo>
                <a:cubicBezTo>
                  <a:pt x="780" y="967"/>
                  <a:pt x="796" y="969"/>
                  <a:pt x="809" y="962"/>
                </a:cubicBezTo>
                <a:cubicBezTo>
                  <a:pt x="828" y="950"/>
                  <a:pt x="828" y="950"/>
                  <a:pt x="828" y="950"/>
                </a:cubicBezTo>
                <a:cubicBezTo>
                  <a:pt x="833" y="972"/>
                  <a:pt x="833" y="972"/>
                  <a:pt x="833" y="972"/>
                </a:cubicBezTo>
                <a:cubicBezTo>
                  <a:pt x="836" y="986"/>
                  <a:pt x="849" y="996"/>
                  <a:pt x="864" y="996"/>
                </a:cubicBezTo>
                <a:cubicBezTo>
                  <a:pt x="992" y="996"/>
                  <a:pt x="992" y="996"/>
                  <a:pt x="992" y="996"/>
                </a:cubicBezTo>
                <a:cubicBezTo>
                  <a:pt x="1007" y="996"/>
                  <a:pt x="1020" y="986"/>
                  <a:pt x="1023" y="972"/>
                </a:cubicBezTo>
                <a:cubicBezTo>
                  <a:pt x="1028" y="950"/>
                  <a:pt x="1028" y="950"/>
                  <a:pt x="1028" y="950"/>
                </a:cubicBezTo>
                <a:cubicBezTo>
                  <a:pt x="1047" y="962"/>
                  <a:pt x="1047" y="962"/>
                  <a:pt x="1047" y="962"/>
                </a:cubicBezTo>
                <a:cubicBezTo>
                  <a:pt x="1060" y="969"/>
                  <a:pt x="1076" y="967"/>
                  <a:pt x="1086" y="957"/>
                </a:cubicBezTo>
                <a:cubicBezTo>
                  <a:pt x="1177" y="866"/>
                  <a:pt x="1177" y="866"/>
                  <a:pt x="1177" y="866"/>
                </a:cubicBezTo>
                <a:cubicBezTo>
                  <a:pt x="1187" y="856"/>
                  <a:pt x="1189" y="840"/>
                  <a:pt x="1182" y="827"/>
                </a:cubicBezTo>
                <a:cubicBezTo>
                  <a:pt x="1170" y="808"/>
                  <a:pt x="1170" y="808"/>
                  <a:pt x="1170" y="808"/>
                </a:cubicBezTo>
                <a:cubicBezTo>
                  <a:pt x="1192" y="803"/>
                  <a:pt x="1192" y="803"/>
                  <a:pt x="1192" y="803"/>
                </a:cubicBezTo>
                <a:cubicBezTo>
                  <a:pt x="1206" y="800"/>
                  <a:pt x="1216" y="787"/>
                  <a:pt x="1216" y="772"/>
                </a:cubicBezTo>
                <a:cubicBezTo>
                  <a:pt x="1216" y="740"/>
                  <a:pt x="1216" y="740"/>
                  <a:pt x="1216" y="740"/>
                </a:cubicBezTo>
                <a:cubicBezTo>
                  <a:pt x="1440" y="740"/>
                  <a:pt x="1440" y="740"/>
                  <a:pt x="1440" y="740"/>
                </a:cubicBezTo>
                <a:cubicBezTo>
                  <a:pt x="1546" y="740"/>
                  <a:pt x="1632" y="654"/>
                  <a:pt x="1632" y="548"/>
                </a:cubicBezTo>
                <a:cubicBezTo>
                  <a:pt x="1632" y="442"/>
                  <a:pt x="1546" y="356"/>
                  <a:pt x="1440" y="356"/>
                </a:cubicBezTo>
                <a:close/>
                <a:moveTo>
                  <a:pt x="1152" y="747"/>
                </a:moveTo>
                <a:cubicBezTo>
                  <a:pt x="1113" y="757"/>
                  <a:pt x="1113" y="757"/>
                  <a:pt x="1113" y="757"/>
                </a:cubicBezTo>
                <a:cubicBezTo>
                  <a:pt x="1103" y="759"/>
                  <a:pt x="1095" y="766"/>
                  <a:pt x="1091" y="776"/>
                </a:cubicBezTo>
                <a:cubicBezTo>
                  <a:pt x="1087" y="785"/>
                  <a:pt x="1088" y="796"/>
                  <a:pt x="1093" y="804"/>
                </a:cubicBezTo>
                <a:cubicBezTo>
                  <a:pt x="1114" y="839"/>
                  <a:pt x="1114" y="839"/>
                  <a:pt x="1114" y="839"/>
                </a:cubicBezTo>
                <a:cubicBezTo>
                  <a:pt x="1059" y="894"/>
                  <a:pt x="1059" y="894"/>
                  <a:pt x="1059" y="894"/>
                </a:cubicBezTo>
                <a:cubicBezTo>
                  <a:pt x="1024" y="873"/>
                  <a:pt x="1024" y="873"/>
                  <a:pt x="1024" y="873"/>
                </a:cubicBezTo>
                <a:cubicBezTo>
                  <a:pt x="1016" y="868"/>
                  <a:pt x="1005" y="867"/>
                  <a:pt x="996" y="871"/>
                </a:cubicBezTo>
                <a:cubicBezTo>
                  <a:pt x="986" y="875"/>
                  <a:pt x="979" y="883"/>
                  <a:pt x="977" y="893"/>
                </a:cubicBezTo>
                <a:cubicBezTo>
                  <a:pt x="967" y="932"/>
                  <a:pt x="967" y="932"/>
                  <a:pt x="967" y="932"/>
                </a:cubicBezTo>
                <a:cubicBezTo>
                  <a:pt x="889" y="932"/>
                  <a:pt x="889" y="932"/>
                  <a:pt x="889" y="932"/>
                </a:cubicBezTo>
                <a:cubicBezTo>
                  <a:pt x="879" y="893"/>
                  <a:pt x="879" y="893"/>
                  <a:pt x="879" y="893"/>
                </a:cubicBezTo>
                <a:cubicBezTo>
                  <a:pt x="877" y="883"/>
                  <a:pt x="870" y="875"/>
                  <a:pt x="860" y="871"/>
                </a:cubicBezTo>
                <a:cubicBezTo>
                  <a:pt x="851" y="867"/>
                  <a:pt x="840" y="868"/>
                  <a:pt x="832" y="873"/>
                </a:cubicBezTo>
                <a:cubicBezTo>
                  <a:pt x="797" y="894"/>
                  <a:pt x="797" y="894"/>
                  <a:pt x="797" y="894"/>
                </a:cubicBezTo>
                <a:cubicBezTo>
                  <a:pt x="742" y="839"/>
                  <a:pt x="742" y="839"/>
                  <a:pt x="742" y="839"/>
                </a:cubicBezTo>
                <a:cubicBezTo>
                  <a:pt x="763" y="804"/>
                  <a:pt x="763" y="804"/>
                  <a:pt x="763" y="804"/>
                </a:cubicBezTo>
                <a:cubicBezTo>
                  <a:pt x="768" y="796"/>
                  <a:pt x="769" y="785"/>
                  <a:pt x="765" y="776"/>
                </a:cubicBezTo>
                <a:cubicBezTo>
                  <a:pt x="761" y="766"/>
                  <a:pt x="753" y="759"/>
                  <a:pt x="743" y="757"/>
                </a:cubicBezTo>
                <a:cubicBezTo>
                  <a:pt x="704" y="747"/>
                  <a:pt x="704" y="747"/>
                  <a:pt x="704" y="747"/>
                </a:cubicBezTo>
                <a:cubicBezTo>
                  <a:pt x="704" y="669"/>
                  <a:pt x="704" y="669"/>
                  <a:pt x="704" y="669"/>
                </a:cubicBezTo>
                <a:cubicBezTo>
                  <a:pt x="743" y="659"/>
                  <a:pt x="743" y="659"/>
                  <a:pt x="743" y="659"/>
                </a:cubicBezTo>
                <a:cubicBezTo>
                  <a:pt x="753" y="657"/>
                  <a:pt x="761" y="650"/>
                  <a:pt x="765" y="640"/>
                </a:cubicBezTo>
                <a:cubicBezTo>
                  <a:pt x="769" y="631"/>
                  <a:pt x="768" y="620"/>
                  <a:pt x="763" y="612"/>
                </a:cubicBezTo>
                <a:cubicBezTo>
                  <a:pt x="742" y="577"/>
                  <a:pt x="742" y="577"/>
                  <a:pt x="742" y="577"/>
                </a:cubicBezTo>
                <a:cubicBezTo>
                  <a:pt x="797" y="522"/>
                  <a:pt x="797" y="522"/>
                  <a:pt x="797" y="522"/>
                </a:cubicBezTo>
                <a:cubicBezTo>
                  <a:pt x="832" y="543"/>
                  <a:pt x="832" y="543"/>
                  <a:pt x="832" y="543"/>
                </a:cubicBezTo>
                <a:cubicBezTo>
                  <a:pt x="840" y="548"/>
                  <a:pt x="851" y="549"/>
                  <a:pt x="860" y="545"/>
                </a:cubicBezTo>
                <a:cubicBezTo>
                  <a:pt x="870" y="541"/>
                  <a:pt x="877" y="533"/>
                  <a:pt x="879" y="523"/>
                </a:cubicBezTo>
                <a:cubicBezTo>
                  <a:pt x="889" y="484"/>
                  <a:pt x="889" y="484"/>
                  <a:pt x="889" y="484"/>
                </a:cubicBezTo>
                <a:cubicBezTo>
                  <a:pt x="967" y="484"/>
                  <a:pt x="967" y="484"/>
                  <a:pt x="967" y="484"/>
                </a:cubicBezTo>
                <a:cubicBezTo>
                  <a:pt x="977" y="523"/>
                  <a:pt x="977" y="523"/>
                  <a:pt x="977" y="523"/>
                </a:cubicBezTo>
                <a:cubicBezTo>
                  <a:pt x="979" y="533"/>
                  <a:pt x="986" y="541"/>
                  <a:pt x="996" y="545"/>
                </a:cubicBezTo>
                <a:cubicBezTo>
                  <a:pt x="1005" y="549"/>
                  <a:pt x="1016" y="548"/>
                  <a:pt x="1024" y="543"/>
                </a:cubicBezTo>
                <a:cubicBezTo>
                  <a:pt x="1059" y="522"/>
                  <a:pt x="1059" y="522"/>
                  <a:pt x="1059" y="522"/>
                </a:cubicBezTo>
                <a:cubicBezTo>
                  <a:pt x="1114" y="577"/>
                  <a:pt x="1114" y="577"/>
                  <a:pt x="1114" y="577"/>
                </a:cubicBezTo>
                <a:cubicBezTo>
                  <a:pt x="1093" y="612"/>
                  <a:pt x="1093" y="612"/>
                  <a:pt x="1093" y="612"/>
                </a:cubicBezTo>
                <a:cubicBezTo>
                  <a:pt x="1088" y="620"/>
                  <a:pt x="1087" y="631"/>
                  <a:pt x="1091" y="640"/>
                </a:cubicBezTo>
                <a:cubicBezTo>
                  <a:pt x="1095" y="650"/>
                  <a:pt x="1103" y="657"/>
                  <a:pt x="1113" y="659"/>
                </a:cubicBezTo>
                <a:cubicBezTo>
                  <a:pt x="1152" y="669"/>
                  <a:pt x="1152" y="669"/>
                  <a:pt x="1152" y="669"/>
                </a:cubicBezTo>
                <a:lnTo>
                  <a:pt x="1152" y="747"/>
                </a:lnTo>
                <a:close/>
                <a:moveTo>
                  <a:pt x="1440" y="676"/>
                </a:moveTo>
                <a:cubicBezTo>
                  <a:pt x="1216" y="676"/>
                  <a:pt x="1216" y="676"/>
                  <a:pt x="1216" y="676"/>
                </a:cubicBezTo>
                <a:cubicBezTo>
                  <a:pt x="1216" y="644"/>
                  <a:pt x="1216" y="644"/>
                  <a:pt x="1216" y="644"/>
                </a:cubicBezTo>
                <a:cubicBezTo>
                  <a:pt x="1216" y="629"/>
                  <a:pt x="1206" y="616"/>
                  <a:pt x="1192" y="613"/>
                </a:cubicBezTo>
                <a:cubicBezTo>
                  <a:pt x="1170" y="608"/>
                  <a:pt x="1170" y="608"/>
                  <a:pt x="1170" y="608"/>
                </a:cubicBezTo>
                <a:cubicBezTo>
                  <a:pt x="1182" y="589"/>
                  <a:pt x="1182" y="589"/>
                  <a:pt x="1182" y="589"/>
                </a:cubicBezTo>
                <a:cubicBezTo>
                  <a:pt x="1189" y="576"/>
                  <a:pt x="1187" y="560"/>
                  <a:pt x="1177" y="550"/>
                </a:cubicBezTo>
                <a:cubicBezTo>
                  <a:pt x="1086" y="459"/>
                  <a:pt x="1086" y="459"/>
                  <a:pt x="1086" y="459"/>
                </a:cubicBezTo>
                <a:cubicBezTo>
                  <a:pt x="1076" y="449"/>
                  <a:pt x="1060" y="447"/>
                  <a:pt x="1047" y="454"/>
                </a:cubicBezTo>
                <a:cubicBezTo>
                  <a:pt x="1028" y="466"/>
                  <a:pt x="1028" y="466"/>
                  <a:pt x="1028" y="466"/>
                </a:cubicBezTo>
                <a:cubicBezTo>
                  <a:pt x="1023" y="444"/>
                  <a:pt x="1023" y="444"/>
                  <a:pt x="1023" y="444"/>
                </a:cubicBezTo>
                <a:cubicBezTo>
                  <a:pt x="1020" y="430"/>
                  <a:pt x="1007" y="420"/>
                  <a:pt x="992" y="420"/>
                </a:cubicBezTo>
                <a:cubicBezTo>
                  <a:pt x="864" y="420"/>
                  <a:pt x="864" y="420"/>
                  <a:pt x="864" y="420"/>
                </a:cubicBezTo>
                <a:cubicBezTo>
                  <a:pt x="849" y="420"/>
                  <a:pt x="836" y="430"/>
                  <a:pt x="833" y="444"/>
                </a:cubicBezTo>
                <a:cubicBezTo>
                  <a:pt x="828" y="466"/>
                  <a:pt x="828" y="466"/>
                  <a:pt x="828" y="466"/>
                </a:cubicBezTo>
                <a:cubicBezTo>
                  <a:pt x="809" y="454"/>
                  <a:pt x="809" y="454"/>
                  <a:pt x="809" y="454"/>
                </a:cubicBezTo>
                <a:cubicBezTo>
                  <a:pt x="796" y="447"/>
                  <a:pt x="780" y="449"/>
                  <a:pt x="770" y="459"/>
                </a:cubicBezTo>
                <a:cubicBezTo>
                  <a:pt x="679" y="550"/>
                  <a:pt x="679" y="550"/>
                  <a:pt x="679" y="550"/>
                </a:cubicBezTo>
                <a:cubicBezTo>
                  <a:pt x="669" y="560"/>
                  <a:pt x="667" y="576"/>
                  <a:pt x="674" y="589"/>
                </a:cubicBezTo>
                <a:cubicBezTo>
                  <a:pt x="686" y="608"/>
                  <a:pt x="686" y="608"/>
                  <a:pt x="686" y="608"/>
                </a:cubicBezTo>
                <a:cubicBezTo>
                  <a:pt x="664" y="613"/>
                  <a:pt x="664" y="613"/>
                  <a:pt x="664" y="613"/>
                </a:cubicBezTo>
                <a:cubicBezTo>
                  <a:pt x="650" y="616"/>
                  <a:pt x="640" y="629"/>
                  <a:pt x="640" y="644"/>
                </a:cubicBezTo>
                <a:cubicBezTo>
                  <a:pt x="640" y="676"/>
                  <a:pt x="640" y="676"/>
                  <a:pt x="640" y="676"/>
                </a:cubicBezTo>
                <a:cubicBezTo>
                  <a:pt x="416" y="676"/>
                  <a:pt x="416" y="676"/>
                  <a:pt x="416" y="676"/>
                </a:cubicBezTo>
                <a:cubicBezTo>
                  <a:pt x="345" y="676"/>
                  <a:pt x="288" y="619"/>
                  <a:pt x="288" y="548"/>
                </a:cubicBezTo>
                <a:cubicBezTo>
                  <a:pt x="288" y="477"/>
                  <a:pt x="345" y="420"/>
                  <a:pt x="416" y="420"/>
                </a:cubicBezTo>
                <a:cubicBezTo>
                  <a:pt x="480" y="420"/>
                  <a:pt x="480" y="420"/>
                  <a:pt x="480" y="420"/>
                </a:cubicBezTo>
                <a:cubicBezTo>
                  <a:pt x="498" y="420"/>
                  <a:pt x="512" y="406"/>
                  <a:pt x="512" y="388"/>
                </a:cubicBezTo>
                <a:cubicBezTo>
                  <a:pt x="512" y="229"/>
                  <a:pt x="641" y="100"/>
                  <a:pt x="800" y="100"/>
                </a:cubicBezTo>
                <a:cubicBezTo>
                  <a:pt x="887" y="100"/>
                  <a:pt x="970" y="140"/>
                  <a:pt x="1024" y="208"/>
                </a:cubicBezTo>
                <a:cubicBezTo>
                  <a:pt x="1035" y="221"/>
                  <a:pt x="1056" y="223"/>
                  <a:pt x="1069" y="212"/>
                </a:cubicBezTo>
                <a:cubicBezTo>
                  <a:pt x="1070" y="212"/>
                  <a:pt x="1071" y="211"/>
                  <a:pt x="1072" y="210"/>
                </a:cubicBezTo>
                <a:cubicBezTo>
                  <a:pt x="1135" y="148"/>
                  <a:pt x="1236" y="149"/>
                  <a:pt x="1298" y="212"/>
                </a:cubicBezTo>
                <a:cubicBezTo>
                  <a:pt x="1327" y="242"/>
                  <a:pt x="1344" y="282"/>
                  <a:pt x="1344" y="324"/>
                </a:cubicBezTo>
                <a:cubicBezTo>
                  <a:pt x="1344" y="342"/>
                  <a:pt x="1341" y="360"/>
                  <a:pt x="1335" y="377"/>
                </a:cubicBezTo>
                <a:cubicBezTo>
                  <a:pt x="1331" y="387"/>
                  <a:pt x="1333" y="398"/>
                  <a:pt x="1339" y="407"/>
                </a:cubicBezTo>
                <a:cubicBezTo>
                  <a:pt x="1345" y="415"/>
                  <a:pt x="1354" y="420"/>
                  <a:pt x="1365" y="420"/>
                </a:cubicBezTo>
                <a:cubicBezTo>
                  <a:pt x="1440" y="420"/>
                  <a:pt x="1440" y="420"/>
                  <a:pt x="1440" y="420"/>
                </a:cubicBezTo>
                <a:cubicBezTo>
                  <a:pt x="1511" y="420"/>
                  <a:pt x="1568" y="477"/>
                  <a:pt x="1568" y="548"/>
                </a:cubicBezTo>
                <a:cubicBezTo>
                  <a:pt x="1568" y="619"/>
                  <a:pt x="1511" y="676"/>
                  <a:pt x="1440" y="676"/>
                </a:cubicBez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" name="Freeform 5">
            <a:extLst>
              <a:ext uri="{FF2B5EF4-FFF2-40B4-BE49-F238E27FC236}">
                <a16:creationId xmlns:a16="http://schemas.microsoft.com/office/drawing/2014/main" id="{97EC51B4-0D6B-CEFF-9868-C54F24F2A33A}"/>
              </a:ext>
            </a:extLst>
          </p:cNvPr>
          <p:cNvSpPr>
            <a:spLocks noEditPoints="1"/>
          </p:cNvSpPr>
          <p:nvPr/>
        </p:nvSpPr>
        <p:spPr bwMode="auto">
          <a:xfrm>
            <a:off x="257351" y="4588434"/>
            <a:ext cx="217451" cy="219228"/>
          </a:xfrm>
          <a:custGeom>
            <a:avLst/>
            <a:gdLst>
              <a:gd name="T0" fmla="*/ 226 w 2031"/>
              <a:gd name="T1" fmla="*/ 756 h 2048"/>
              <a:gd name="T2" fmla="*/ 1054 w 2031"/>
              <a:gd name="T3" fmla="*/ 756 h 2048"/>
              <a:gd name="T4" fmla="*/ 256 w 2031"/>
              <a:gd name="T5" fmla="*/ 937 h 2048"/>
              <a:gd name="T6" fmla="*/ 1024 w 2031"/>
              <a:gd name="T7" fmla="*/ 997 h 2048"/>
              <a:gd name="T8" fmla="*/ 1024 w 2031"/>
              <a:gd name="T9" fmla="*/ 1148 h 2048"/>
              <a:gd name="T10" fmla="*/ 256 w 2031"/>
              <a:gd name="T11" fmla="*/ 1208 h 2048"/>
              <a:gd name="T12" fmla="*/ 1024 w 2031"/>
              <a:gd name="T13" fmla="*/ 1148 h 2048"/>
              <a:gd name="T14" fmla="*/ 256 w 2031"/>
              <a:gd name="T15" fmla="*/ 1358 h 2048"/>
              <a:gd name="T16" fmla="*/ 1024 w 2031"/>
              <a:gd name="T17" fmla="*/ 1418 h 2048"/>
              <a:gd name="T18" fmla="*/ 226 w 2031"/>
              <a:gd name="T19" fmla="*/ 1697 h 2048"/>
              <a:gd name="T20" fmla="*/ 671 w 2031"/>
              <a:gd name="T21" fmla="*/ 1697 h 2048"/>
              <a:gd name="T22" fmla="*/ 1370 w 2031"/>
              <a:gd name="T23" fmla="*/ 371 h 2048"/>
              <a:gd name="T24" fmla="*/ 687 w 2031"/>
              <a:gd name="T25" fmla="*/ 207 h 2048"/>
              <a:gd name="T26" fmla="*/ 687 w 2031"/>
              <a:gd name="T27" fmla="*/ 439 h 2048"/>
              <a:gd name="T28" fmla="*/ 739 w 2031"/>
              <a:gd name="T29" fmla="*/ 379 h 2048"/>
              <a:gd name="T30" fmla="*/ 679 w 2031"/>
              <a:gd name="T31" fmla="*/ 274 h 2048"/>
              <a:gd name="T32" fmla="*/ 1310 w 2031"/>
              <a:gd name="T33" fmla="*/ 274 h 2048"/>
              <a:gd name="T34" fmla="*/ 879 w 2031"/>
              <a:gd name="T35" fmla="*/ 379 h 2048"/>
              <a:gd name="T36" fmla="*/ 1303 w 2031"/>
              <a:gd name="T37" fmla="*/ 439 h 2048"/>
              <a:gd name="T38" fmla="*/ 1564 w 2031"/>
              <a:gd name="T39" fmla="*/ 1859 h 2048"/>
              <a:gd name="T40" fmla="*/ 149 w 2031"/>
              <a:gd name="T41" fmla="*/ 1988 h 2048"/>
              <a:gd name="T42" fmla="*/ 62 w 2031"/>
              <a:gd name="T43" fmla="*/ 439 h 2048"/>
              <a:gd name="T44" fmla="*/ 439 w 2031"/>
              <a:gd name="T45" fmla="*/ 62 h 2048"/>
              <a:gd name="T46" fmla="*/ 1564 w 2031"/>
              <a:gd name="T47" fmla="*/ 148 h 2048"/>
              <a:gd name="T48" fmla="*/ 1624 w 2031"/>
              <a:gd name="T49" fmla="*/ 548 h 2048"/>
              <a:gd name="T50" fmla="*/ 458 w 2031"/>
              <a:gd name="T51" fmla="*/ 0 h 2048"/>
              <a:gd name="T52" fmla="*/ 0 w 2031"/>
              <a:gd name="T53" fmla="*/ 458 h 2048"/>
              <a:gd name="T54" fmla="*/ 1476 w 2031"/>
              <a:gd name="T55" fmla="*/ 2048 h 2048"/>
              <a:gd name="T56" fmla="*/ 1594 w 2031"/>
              <a:gd name="T57" fmla="*/ 1829 h 2048"/>
              <a:gd name="T58" fmla="*/ 335 w 2031"/>
              <a:gd name="T59" fmla="*/ 379 h 2048"/>
              <a:gd name="T60" fmla="*/ 2005 w 2031"/>
              <a:gd name="T61" fmla="*/ 1072 h 2048"/>
              <a:gd name="T62" fmla="*/ 1907 w 2031"/>
              <a:gd name="T63" fmla="*/ 837 h 2048"/>
              <a:gd name="T64" fmla="*/ 1689 w 2031"/>
              <a:gd name="T65" fmla="*/ 705 h 2048"/>
              <a:gd name="T66" fmla="*/ 1435 w 2031"/>
              <a:gd name="T67" fmla="*/ 725 h 2048"/>
              <a:gd name="T68" fmla="*/ 1242 w 2031"/>
              <a:gd name="T69" fmla="*/ 892 h 2048"/>
              <a:gd name="T70" fmla="*/ 1183 w 2031"/>
              <a:gd name="T71" fmla="*/ 1139 h 2048"/>
              <a:gd name="T72" fmla="*/ 1282 w 2031"/>
              <a:gd name="T73" fmla="*/ 1375 h 2048"/>
              <a:gd name="T74" fmla="*/ 1385 w 2031"/>
              <a:gd name="T75" fmla="*/ 1763 h 2048"/>
              <a:gd name="T76" fmla="*/ 1592 w 2031"/>
              <a:gd name="T77" fmla="*/ 1749 h 2048"/>
              <a:gd name="T78" fmla="*/ 1770 w 2031"/>
              <a:gd name="T79" fmla="*/ 1818 h 2048"/>
              <a:gd name="T80" fmla="*/ 1863 w 2031"/>
              <a:gd name="T81" fmla="*/ 1463 h 2048"/>
              <a:gd name="T82" fmla="*/ 2020 w 2031"/>
              <a:gd name="T83" fmla="*/ 1244 h 2048"/>
              <a:gd name="T84" fmla="*/ 1737 w 2031"/>
              <a:gd name="T85" fmla="*/ 1766 h 2048"/>
              <a:gd name="T86" fmla="*/ 1451 w 2031"/>
              <a:gd name="T87" fmla="*/ 1766 h 2048"/>
              <a:gd name="T88" fmla="*/ 1499 w 2031"/>
              <a:gd name="T89" fmla="*/ 1507 h 2048"/>
              <a:gd name="T90" fmla="*/ 1743 w 2031"/>
              <a:gd name="T91" fmla="*/ 1484 h 2048"/>
              <a:gd name="T92" fmla="*/ 1955 w 2031"/>
              <a:gd name="T93" fmla="*/ 1173 h 2048"/>
              <a:gd name="T94" fmla="*/ 1847 w 2031"/>
              <a:gd name="T95" fmla="*/ 1373 h 2048"/>
              <a:gd name="T96" fmla="*/ 1641 w 2031"/>
              <a:gd name="T97" fmla="*/ 1470 h 2048"/>
              <a:gd name="T98" fmla="*/ 1452 w 2031"/>
              <a:gd name="T99" fmla="*/ 1424 h 2048"/>
              <a:gd name="T100" fmla="*/ 1341 w 2031"/>
              <a:gd name="T101" fmla="*/ 1373 h 2048"/>
              <a:gd name="T102" fmla="*/ 1233 w 2031"/>
              <a:gd name="T103" fmla="*/ 1173 h 2048"/>
              <a:gd name="T104" fmla="*/ 1262 w 2031"/>
              <a:gd name="T105" fmla="*/ 948 h 2048"/>
              <a:gd name="T106" fmla="*/ 1418 w 2031"/>
              <a:gd name="T107" fmla="*/ 783 h 2048"/>
              <a:gd name="T108" fmla="*/ 1641 w 2031"/>
              <a:gd name="T109" fmla="*/ 741 h 2048"/>
              <a:gd name="T110" fmla="*/ 1847 w 2031"/>
              <a:gd name="T111" fmla="*/ 839 h 2048"/>
              <a:gd name="T112" fmla="*/ 1955 w 2031"/>
              <a:gd name="T113" fmla="*/ 1038 h 2048"/>
              <a:gd name="T114" fmla="*/ 1343 w 2031"/>
              <a:gd name="T115" fmla="*/ 1106 h 2048"/>
              <a:gd name="T116" fmla="*/ 1594 w 2031"/>
              <a:gd name="T117" fmla="*/ 854 h 2048"/>
              <a:gd name="T118" fmla="*/ 1594 w 2031"/>
              <a:gd name="T119" fmla="*/ 91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31" h="2048">
                <a:moveTo>
                  <a:pt x="1024" y="726"/>
                </a:moveTo>
                <a:cubicBezTo>
                  <a:pt x="256" y="726"/>
                  <a:pt x="256" y="726"/>
                  <a:pt x="256" y="726"/>
                </a:cubicBezTo>
                <a:cubicBezTo>
                  <a:pt x="240" y="726"/>
                  <a:pt x="226" y="739"/>
                  <a:pt x="226" y="756"/>
                </a:cubicBezTo>
                <a:cubicBezTo>
                  <a:pt x="226" y="773"/>
                  <a:pt x="240" y="786"/>
                  <a:pt x="256" y="786"/>
                </a:cubicBezTo>
                <a:cubicBezTo>
                  <a:pt x="1024" y="786"/>
                  <a:pt x="1024" y="786"/>
                  <a:pt x="1024" y="786"/>
                </a:cubicBezTo>
                <a:cubicBezTo>
                  <a:pt x="1041" y="786"/>
                  <a:pt x="1054" y="773"/>
                  <a:pt x="1054" y="756"/>
                </a:cubicBezTo>
                <a:cubicBezTo>
                  <a:pt x="1054" y="739"/>
                  <a:pt x="1041" y="726"/>
                  <a:pt x="1024" y="726"/>
                </a:cubicBezTo>
                <a:close/>
                <a:moveTo>
                  <a:pt x="1024" y="937"/>
                </a:moveTo>
                <a:cubicBezTo>
                  <a:pt x="256" y="937"/>
                  <a:pt x="256" y="937"/>
                  <a:pt x="256" y="937"/>
                </a:cubicBezTo>
                <a:cubicBezTo>
                  <a:pt x="240" y="937"/>
                  <a:pt x="226" y="950"/>
                  <a:pt x="226" y="967"/>
                </a:cubicBezTo>
                <a:cubicBezTo>
                  <a:pt x="226" y="983"/>
                  <a:pt x="240" y="997"/>
                  <a:pt x="256" y="997"/>
                </a:cubicBezTo>
                <a:cubicBezTo>
                  <a:pt x="1024" y="997"/>
                  <a:pt x="1024" y="997"/>
                  <a:pt x="1024" y="997"/>
                </a:cubicBezTo>
                <a:cubicBezTo>
                  <a:pt x="1041" y="997"/>
                  <a:pt x="1054" y="983"/>
                  <a:pt x="1054" y="967"/>
                </a:cubicBezTo>
                <a:cubicBezTo>
                  <a:pt x="1054" y="950"/>
                  <a:pt x="1041" y="937"/>
                  <a:pt x="1024" y="937"/>
                </a:cubicBezTo>
                <a:close/>
                <a:moveTo>
                  <a:pt x="1024" y="1148"/>
                </a:moveTo>
                <a:cubicBezTo>
                  <a:pt x="256" y="1148"/>
                  <a:pt x="256" y="1148"/>
                  <a:pt x="256" y="1148"/>
                </a:cubicBezTo>
                <a:cubicBezTo>
                  <a:pt x="240" y="1148"/>
                  <a:pt x="226" y="1161"/>
                  <a:pt x="226" y="1178"/>
                </a:cubicBezTo>
                <a:cubicBezTo>
                  <a:pt x="226" y="1194"/>
                  <a:pt x="240" y="1208"/>
                  <a:pt x="256" y="1208"/>
                </a:cubicBezTo>
                <a:cubicBezTo>
                  <a:pt x="1024" y="1208"/>
                  <a:pt x="1024" y="1208"/>
                  <a:pt x="1024" y="1208"/>
                </a:cubicBezTo>
                <a:cubicBezTo>
                  <a:pt x="1041" y="1208"/>
                  <a:pt x="1054" y="1194"/>
                  <a:pt x="1054" y="1178"/>
                </a:cubicBezTo>
                <a:cubicBezTo>
                  <a:pt x="1054" y="1161"/>
                  <a:pt x="1041" y="1148"/>
                  <a:pt x="1024" y="1148"/>
                </a:cubicBezTo>
                <a:close/>
                <a:moveTo>
                  <a:pt x="1054" y="1388"/>
                </a:moveTo>
                <a:cubicBezTo>
                  <a:pt x="1054" y="1372"/>
                  <a:pt x="1041" y="1358"/>
                  <a:pt x="1024" y="1358"/>
                </a:cubicBezTo>
                <a:cubicBezTo>
                  <a:pt x="256" y="1358"/>
                  <a:pt x="256" y="1358"/>
                  <a:pt x="256" y="1358"/>
                </a:cubicBezTo>
                <a:cubicBezTo>
                  <a:pt x="240" y="1358"/>
                  <a:pt x="226" y="1372"/>
                  <a:pt x="226" y="1388"/>
                </a:cubicBezTo>
                <a:cubicBezTo>
                  <a:pt x="226" y="1405"/>
                  <a:pt x="240" y="1418"/>
                  <a:pt x="256" y="1418"/>
                </a:cubicBezTo>
                <a:cubicBezTo>
                  <a:pt x="1024" y="1418"/>
                  <a:pt x="1024" y="1418"/>
                  <a:pt x="1024" y="1418"/>
                </a:cubicBezTo>
                <a:cubicBezTo>
                  <a:pt x="1041" y="1418"/>
                  <a:pt x="1054" y="1405"/>
                  <a:pt x="1054" y="1388"/>
                </a:cubicBezTo>
                <a:close/>
                <a:moveTo>
                  <a:pt x="256" y="1667"/>
                </a:moveTo>
                <a:cubicBezTo>
                  <a:pt x="240" y="1667"/>
                  <a:pt x="226" y="1681"/>
                  <a:pt x="226" y="1697"/>
                </a:cubicBezTo>
                <a:cubicBezTo>
                  <a:pt x="226" y="1714"/>
                  <a:pt x="240" y="1727"/>
                  <a:pt x="256" y="1727"/>
                </a:cubicBezTo>
                <a:cubicBezTo>
                  <a:pt x="641" y="1727"/>
                  <a:pt x="641" y="1727"/>
                  <a:pt x="641" y="1727"/>
                </a:cubicBezTo>
                <a:cubicBezTo>
                  <a:pt x="658" y="1727"/>
                  <a:pt x="671" y="1714"/>
                  <a:pt x="671" y="1697"/>
                </a:cubicBezTo>
                <a:cubicBezTo>
                  <a:pt x="671" y="1681"/>
                  <a:pt x="658" y="1667"/>
                  <a:pt x="641" y="1667"/>
                </a:cubicBezTo>
                <a:lnTo>
                  <a:pt x="256" y="1667"/>
                </a:lnTo>
                <a:close/>
                <a:moveTo>
                  <a:pt x="1370" y="371"/>
                </a:moveTo>
                <a:cubicBezTo>
                  <a:pt x="1370" y="274"/>
                  <a:pt x="1370" y="274"/>
                  <a:pt x="1370" y="274"/>
                </a:cubicBezTo>
                <a:cubicBezTo>
                  <a:pt x="1370" y="237"/>
                  <a:pt x="1340" y="207"/>
                  <a:pt x="1303" y="207"/>
                </a:cubicBezTo>
                <a:cubicBezTo>
                  <a:pt x="687" y="207"/>
                  <a:pt x="687" y="207"/>
                  <a:pt x="687" y="207"/>
                </a:cubicBezTo>
                <a:cubicBezTo>
                  <a:pt x="650" y="207"/>
                  <a:pt x="619" y="237"/>
                  <a:pt x="619" y="274"/>
                </a:cubicBezTo>
                <a:cubicBezTo>
                  <a:pt x="619" y="371"/>
                  <a:pt x="619" y="371"/>
                  <a:pt x="619" y="371"/>
                </a:cubicBezTo>
                <a:cubicBezTo>
                  <a:pt x="619" y="408"/>
                  <a:pt x="650" y="439"/>
                  <a:pt x="687" y="439"/>
                </a:cubicBezTo>
                <a:cubicBezTo>
                  <a:pt x="739" y="439"/>
                  <a:pt x="739" y="439"/>
                  <a:pt x="739" y="439"/>
                </a:cubicBezTo>
                <a:cubicBezTo>
                  <a:pt x="755" y="439"/>
                  <a:pt x="769" y="425"/>
                  <a:pt x="769" y="409"/>
                </a:cubicBezTo>
                <a:cubicBezTo>
                  <a:pt x="769" y="392"/>
                  <a:pt x="755" y="379"/>
                  <a:pt x="739" y="379"/>
                </a:cubicBezTo>
                <a:cubicBezTo>
                  <a:pt x="687" y="379"/>
                  <a:pt x="687" y="379"/>
                  <a:pt x="687" y="379"/>
                </a:cubicBezTo>
                <a:cubicBezTo>
                  <a:pt x="683" y="379"/>
                  <a:pt x="679" y="375"/>
                  <a:pt x="679" y="371"/>
                </a:cubicBezTo>
                <a:cubicBezTo>
                  <a:pt x="679" y="274"/>
                  <a:pt x="679" y="274"/>
                  <a:pt x="679" y="274"/>
                </a:cubicBezTo>
                <a:cubicBezTo>
                  <a:pt x="679" y="270"/>
                  <a:pt x="683" y="267"/>
                  <a:pt x="687" y="267"/>
                </a:cubicBezTo>
                <a:cubicBezTo>
                  <a:pt x="1303" y="267"/>
                  <a:pt x="1303" y="267"/>
                  <a:pt x="1303" y="267"/>
                </a:cubicBezTo>
                <a:cubicBezTo>
                  <a:pt x="1307" y="267"/>
                  <a:pt x="1310" y="270"/>
                  <a:pt x="1310" y="274"/>
                </a:cubicBezTo>
                <a:cubicBezTo>
                  <a:pt x="1310" y="371"/>
                  <a:pt x="1310" y="371"/>
                  <a:pt x="1310" y="371"/>
                </a:cubicBezTo>
                <a:cubicBezTo>
                  <a:pt x="1310" y="375"/>
                  <a:pt x="1307" y="379"/>
                  <a:pt x="1303" y="379"/>
                </a:cubicBezTo>
                <a:cubicBezTo>
                  <a:pt x="879" y="379"/>
                  <a:pt x="879" y="379"/>
                  <a:pt x="879" y="379"/>
                </a:cubicBezTo>
                <a:cubicBezTo>
                  <a:pt x="862" y="379"/>
                  <a:pt x="849" y="392"/>
                  <a:pt x="849" y="409"/>
                </a:cubicBezTo>
                <a:cubicBezTo>
                  <a:pt x="849" y="425"/>
                  <a:pt x="862" y="439"/>
                  <a:pt x="879" y="439"/>
                </a:cubicBezTo>
                <a:cubicBezTo>
                  <a:pt x="1303" y="439"/>
                  <a:pt x="1303" y="439"/>
                  <a:pt x="1303" y="439"/>
                </a:cubicBezTo>
                <a:cubicBezTo>
                  <a:pt x="1340" y="439"/>
                  <a:pt x="1370" y="408"/>
                  <a:pt x="1370" y="371"/>
                </a:cubicBezTo>
                <a:close/>
                <a:moveTo>
                  <a:pt x="1594" y="1829"/>
                </a:moveTo>
                <a:cubicBezTo>
                  <a:pt x="1578" y="1829"/>
                  <a:pt x="1564" y="1843"/>
                  <a:pt x="1564" y="1859"/>
                </a:cubicBezTo>
                <a:cubicBezTo>
                  <a:pt x="1564" y="1900"/>
                  <a:pt x="1564" y="1900"/>
                  <a:pt x="1564" y="1900"/>
                </a:cubicBezTo>
                <a:cubicBezTo>
                  <a:pt x="1564" y="1948"/>
                  <a:pt x="1524" y="1988"/>
                  <a:pt x="1476" y="1988"/>
                </a:cubicBezTo>
                <a:cubicBezTo>
                  <a:pt x="149" y="1988"/>
                  <a:pt x="149" y="1988"/>
                  <a:pt x="149" y="1988"/>
                </a:cubicBezTo>
                <a:cubicBezTo>
                  <a:pt x="100" y="1988"/>
                  <a:pt x="60" y="1948"/>
                  <a:pt x="60" y="1900"/>
                </a:cubicBezTo>
                <a:cubicBezTo>
                  <a:pt x="60" y="458"/>
                  <a:pt x="60" y="458"/>
                  <a:pt x="60" y="458"/>
                </a:cubicBezTo>
                <a:cubicBezTo>
                  <a:pt x="60" y="451"/>
                  <a:pt x="61" y="445"/>
                  <a:pt x="62" y="439"/>
                </a:cubicBezTo>
                <a:cubicBezTo>
                  <a:pt x="335" y="439"/>
                  <a:pt x="335" y="439"/>
                  <a:pt x="335" y="439"/>
                </a:cubicBezTo>
                <a:cubicBezTo>
                  <a:pt x="392" y="439"/>
                  <a:pt x="439" y="392"/>
                  <a:pt x="439" y="335"/>
                </a:cubicBezTo>
                <a:cubicBezTo>
                  <a:pt x="439" y="62"/>
                  <a:pt x="439" y="62"/>
                  <a:pt x="439" y="62"/>
                </a:cubicBezTo>
                <a:cubicBezTo>
                  <a:pt x="445" y="61"/>
                  <a:pt x="451" y="60"/>
                  <a:pt x="458" y="60"/>
                </a:cubicBezTo>
                <a:cubicBezTo>
                  <a:pt x="1476" y="60"/>
                  <a:pt x="1476" y="60"/>
                  <a:pt x="1476" y="60"/>
                </a:cubicBezTo>
                <a:cubicBezTo>
                  <a:pt x="1524" y="60"/>
                  <a:pt x="1564" y="100"/>
                  <a:pt x="1564" y="148"/>
                </a:cubicBezTo>
                <a:cubicBezTo>
                  <a:pt x="1564" y="548"/>
                  <a:pt x="1564" y="548"/>
                  <a:pt x="1564" y="548"/>
                </a:cubicBezTo>
                <a:cubicBezTo>
                  <a:pt x="1564" y="564"/>
                  <a:pt x="1578" y="578"/>
                  <a:pt x="1594" y="578"/>
                </a:cubicBezTo>
                <a:cubicBezTo>
                  <a:pt x="1611" y="578"/>
                  <a:pt x="1624" y="564"/>
                  <a:pt x="1624" y="548"/>
                </a:cubicBezTo>
                <a:cubicBezTo>
                  <a:pt x="1624" y="148"/>
                  <a:pt x="1624" y="148"/>
                  <a:pt x="1624" y="148"/>
                </a:cubicBezTo>
                <a:cubicBezTo>
                  <a:pt x="1624" y="67"/>
                  <a:pt x="1557" y="0"/>
                  <a:pt x="1476" y="0"/>
                </a:cubicBezTo>
                <a:cubicBezTo>
                  <a:pt x="458" y="0"/>
                  <a:pt x="458" y="0"/>
                  <a:pt x="458" y="0"/>
                </a:cubicBezTo>
                <a:cubicBezTo>
                  <a:pt x="418" y="0"/>
                  <a:pt x="381" y="15"/>
                  <a:pt x="353" y="43"/>
                </a:cubicBezTo>
                <a:cubicBezTo>
                  <a:pt x="44" y="353"/>
                  <a:pt x="44" y="353"/>
                  <a:pt x="44" y="353"/>
                </a:cubicBezTo>
                <a:cubicBezTo>
                  <a:pt x="16" y="381"/>
                  <a:pt x="0" y="418"/>
                  <a:pt x="0" y="458"/>
                </a:cubicBezTo>
                <a:cubicBezTo>
                  <a:pt x="0" y="1900"/>
                  <a:pt x="0" y="1900"/>
                  <a:pt x="0" y="1900"/>
                </a:cubicBezTo>
                <a:cubicBezTo>
                  <a:pt x="0" y="1981"/>
                  <a:pt x="67" y="2048"/>
                  <a:pt x="149" y="2048"/>
                </a:cubicBezTo>
                <a:cubicBezTo>
                  <a:pt x="1476" y="2048"/>
                  <a:pt x="1476" y="2048"/>
                  <a:pt x="1476" y="2048"/>
                </a:cubicBezTo>
                <a:cubicBezTo>
                  <a:pt x="1557" y="2048"/>
                  <a:pt x="1624" y="1981"/>
                  <a:pt x="1624" y="1900"/>
                </a:cubicBezTo>
                <a:cubicBezTo>
                  <a:pt x="1624" y="1859"/>
                  <a:pt x="1624" y="1859"/>
                  <a:pt x="1624" y="1859"/>
                </a:cubicBezTo>
                <a:cubicBezTo>
                  <a:pt x="1624" y="1843"/>
                  <a:pt x="1611" y="1829"/>
                  <a:pt x="1594" y="1829"/>
                </a:cubicBezTo>
                <a:close/>
                <a:moveTo>
                  <a:pt x="379" y="102"/>
                </a:moveTo>
                <a:cubicBezTo>
                  <a:pt x="379" y="335"/>
                  <a:pt x="379" y="335"/>
                  <a:pt x="379" y="335"/>
                </a:cubicBezTo>
                <a:cubicBezTo>
                  <a:pt x="379" y="359"/>
                  <a:pt x="359" y="379"/>
                  <a:pt x="335" y="379"/>
                </a:cubicBezTo>
                <a:cubicBezTo>
                  <a:pt x="103" y="379"/>
                  <a:pt x="103" y="379"/>
                  <a:pt x="103" y="379"/>
                </a:cubicBezTo>
                <a:lnTo>
                  <a:pt x="379" y="102"/>
                </a:lnTo>
                <a:close/>
                <a:moveTo>
                  <a:pt x="2005" y="1072"/>
                </a:moveTo>
                <a:cubicBezTo>
                  <a:pt x="2026" y="1041"/>
                  <a:pt x="2031" y="1003"/>
                  <a:pt x="2020" y="967"/>
                </a:cubicBezTo>
                <a:cubicBezTo>
                  <a:pt x="2008" y="932"/>
                  <a:pt x="1982" y="904"/>
                  <a:pt x="1946" y="892"/>
                </a:cubicBezTo>
                <a:cubicBezTo>
                  <a:pt x="1923" y="883"/>
                  <a:pt x="1907" y="862"/>
                  <a:pt x="1907" y="837"/>
                </a:cubicBezTo>
                <a:cubicBezTo>
                  <a:pt x="1905" y="800"/>
                  <a:pt x="1887" y="766"/>
                  <a:pt x="1857" y="744"/>
                </a:cubicBezTo>
                <a:cubicBezTo>
                  <a:pt x="1827" y="722"/>
                  <a:pt x="1789" y="715"/>
                  <a:pt x="1753" y="725"/>
                </a:cubicBezTo>
                <a:cubicBezTo>
                  <a:pt x="1729" y="732"/>
                  <a:pt x="1704" y="724"/>
                  <a:pt x="1689" y="705"/>
                </a:cubicBezTo>
                <a:cubicBezTo>
                  <a:pt x="1666" y="675"/>
                  <a:pt x="1631" y="658"/>
                  <a:pt x="1594" y="658"/>
                </a:cubicBezTo>
                <a:cubicBezTo>
                  <a:pt x="1557" y="658"/>
                  <a:pt x="1522" y="675"/>
                  <a:pt x="1499" y="705"/>
                </a:cubicBezTo>
                <a:cubicBezTo>
                  <a:pt x="1484" y="724"/>
                  <a:pt x="1459" y="732"/>
                  <a:pt x="1435" y="725"/>
                </a:cubicBezTo>
                <a:cubicBezTo>
                  <a:pt x="1399" y="715"/>
                  <a:pt x="1361" y="722"/>
                  <a:pt x="1331" y="744"/>
                </a:cubicBezTo>
                <a:cubicBezTo>
                  <a:pt x="1301" y="766"/>
                  <a:pt x="1283" y="800"/>
                  <a:pt x="1282" y="837"/>
                </a:cubicBezTo>
                <a:cubicBezTo>
                  <a:pt x="1281" y="862"/>
                  <a:pt x="1265" y="883"/>
                  <a:pt x="1242" y="892"/>
                </a:cubicBezTo>
                <a:cubicBezTo>
                  <a:pt x="1207" y="904"/>
                  <a:pt x="1180" y="932"/>
                  <a:pt x="1168" y="967"/>
                </a:cubicBezTo>
                <a:cubicBezTo>
                  <a:pt x="1157" y="1003"/>
                  <a:pt x="1162" y="1041"/>
                  <a:pt x="1183" y="1072"/>
                </a:cubicBezTo>
                <a:cubicBezTo>
                  <a:pt x="1197" y="1092"/>
                  <a:pt x="1197" y="1119"/>
                  <a:pt x="1183" y="1139"/>
                </a:cubicBezTo>
                <a:cubicBezTo>
                  <a:pt x="1162" y="1170"/>
                  <a:pt x="1157" y="1209"/>
                  <a:pt x="1168" y="1244"/>
                </a:cubicBezTo>
                <a:cubicBezTo>
                  <a:pt x="1180" y="1280"/>
                  <a:pt x="1207" y="1307"/>
                  <a:pt x="1242" y="1320"/>
                </a:cubicBezTo>
                <a:cubicBezTo>
                  <a:pt x="1265" y="1328"/>
                  <a:pt x="1281" y="1350"/>
                  <a:pt x="1282" y="1375"/>
                </a:cubicBezTo>
                <a:cubicBezTo>
                  <a:pt x="1283" y="1409"/>
                  <a:pt x="1298" y="1441"/>
                  <a:pt x="1325" y="1463"/>
                </a:cubicBezTo>
                <a:cubicBezTo>
                  <a:pt x="1342" y="1478"/>
                  <a:pt x="1363" y="1487"/>
                  <a:pt x="1385" y="1490"/>
                </a:cubicBezTo>
                <a:cubicBezTo>
                  <a:pt x="1385" y="1763"/>
                  <a:pt x="1385" y="1763"/>
                  <a:pt x="1385" y="1763"/>
                </a:cubicBezTo>
                <a:cubicBezTo>
                  <a:pt x="1385" y="1786"/>
                  <a:pt x="1398" y="1807"/>
                  <a:pt x="1418" y="1818"/>
                </a:cubicBezTo>
                <a:cubicBezTo>
                  <a:pt x="1438" y="1830"/>
                  <a:pt x="1463" y="1829"/>
                  <a:pt x="1482" y="1817"/>
                </a:cubicBezTo>
                <a:cubicBezTo>
                  <a:pt x="1592" y="1749"/>
                  <a:pt x="1592" y="1749"/>
                  <a:pt x="1592" y="1749"/>
                </a:cubicBezTo>
                <a:cubicBezTo>
                  <a:pt x="1594" y="1748"/>
                  <a:pt x="1595" y="1749"/>
                  <a:pt x="1596" y="1749"/>
                </a:cubicBezTo>
                <a:cubicBezTo>
                  <a:pt x="1706" y="1817"/>
                  <a:pt x="1706" y="1817"/>
                  <a:pt x="1706" y="1817"/>
                </a:cubicBezTo>
                <a:cubicBezTo>
                  <a:pt x="1726" y="1829"/>
                  <a:pt x="1750" y="1830"/>
                  <a:pt x="1770" y="1818"/>
                </a:cubicBezTo>
                <a:cubicBezTo>
                  <a:pt x="1791" y="1807"/>
                  <a:pt x="1803" y="1786"/>
                  <a:pt x="1803" y="1763"/>
                </a:cubicBezTo>
                <a:cubicBezTo>
                  <a:pt x="1803" y="1490"/>
                  <a:pt x="1803" y="1490"/>
                  <a:pt x="1803" y="1490"/>
                </a:cubicBezTo>
                <a:cubicBezTo>
                  <a:pt x="1825" y="1487"/>
                  <a:pt x="1846" y="1478"/>
                  <a:pt x="1863" y="1463"/>
                </a:cubicBezTo>
                <a:cubicBezTo>
                  <a:pt x="1890" y="1441"/>
                  <a:pt x="1906" y="1409"/>
                  <a:pt x="1907" y="1375"/>
                </a:cubicBezTo>
                <a:cubicBezTo>
                  <a:pt x="1907" y="1350"/>
                  <a:pt x="1923" y="1328"/>
                  <a:pt x="1946" y="1320"/>
                </a:cubicBezTo>
                <a:cubicBezTo>
                  <a:pt x="1982" y="1307"/>
                  <a:pt x="2008" y="1280"/>
                  <a:pt x="2020" y="1244"/>
                </a:cubicBezTo>
                <a:cubicBezTo>
                  <a:pt x="2031" y="1209"/>
                  <a:pt x="2026" y="1170"/>
                  <a:pt x="2005" y="1139"/>
                </a:cubicBezTo>
                <a:cubicBezTo>
                  <a:pt x="1991" y="1119"/>
                  <a:pt x="1991" y="1093"/>
                  <a:pt x="2005" y="1072"/>
                </a:cubicBezTo>
                <a:close/>
                <a:moveTo>
                  <a:pt x="1737" y="1766"/>
                </a:moveTo>
                <a:cubicBezTo>
                  <a:pt x="1627" y="1698"/>
                  <a:pt x="1627" y="1698"/>
                  <a:pt x="1627" y="1698"/>
                </a:cubicBezTo>
                <a:cubicBezTo>
                  <a:pt x="1607" y="1686"/>
                  <a:pt x="1581" y="1686"/>
                  <a:pt x="1561" y="1698"/>
                </a:cubicBezTo>
                <a:cubicBezTo>
                  <a:pt x="1451" y="1766"/>
                  <a:pt x="1451" y="1766"/>
                  <a:pt x="1451" y="1766"/>
                </a:cubicBezTo>
                <a:cubicBezTo>
                  <a:pt x="1448" y="1768"/>
                  <a:pt x="1445" y="1766"/>
                  <a:pt x="1445" y="1763"/>
                </a:cubicBezTo>
                <a:cubicBezTo>
                  <a:pt x="1445" y="1484"/>
                  <a:pt x="1445" y="1484"/>
                  <a:pt x="1445" y="1484"/>
                </a:cubicBezTo>
                <a:cubicBezTo>
                  <a:pt x="1466" y="1482"/>
                  <a:pt x="1486" y="1490"/>
                  <a:pt x="1499" y="1507"/>
                </a:cubicBezTo>
                <a:cubicBezTo>
                  <a:pt x="1522" y="1537"/>
                  <a:pt x="1557" y="1553"/>
                  <a:pt x="1594" y="1553"/>
                </a:cubicBezTo>
                <a:cubicBezTo>
                  <a:pt x="1631" y="1553"/>
                  <a:pt x="1666" y="1537"/>
                  <a:pt x="1689" y="1507"/>
                </a:cubicBezTo>
                <a:cubicBezTo>
                  <a:pt x="1702" y="1490"/>
                  <a:pt x="1722" y="1482"/>
                  <a:pt x="1743" y="1484"/>
                </a:cubicBezTo>
                <a:cubicBezTo>
                  <a:pt x="1743" y="1763"/>
                  <a:pt x="1743" y="1763"/>
                  <a:pt x="1743" y="1763"/>
                </a:cubicBezTo>
                <a:cubicBezTo>
                  <a:pt x="1743" y="1766"/>
                  <a:pt x="1740" y="1768"/>
                  <a:pt x="1737" y="1766"/>
                </a:cubicBezTo>
                <a:close/>
                <a:moveTo>
                  <a:pt x="1955" y="1173"/>
                </a:moveTo>
                <a:cubicBezTo>
                  <a:pt x="1966" y="1189"/>
                  <a:pt x="1969" y="1208"/>
                  <a:pt x="1963" y="1226"/>
                </a:cubicBezTo>
                <a:cubicBezTo>
                  <a:pt x="1957" y="1243"/>
                  <a:pt x="1944" y="1257"/>
                  <a:pt x="1926" y="1263"/>
                </a:cubicBezTo>
                <a:cubicBezTo>
                  <a:pt x="1879" y="1280"/>
                  <a:pt x="1848" y="1323"/>
                  <a:pt x="1847" y="1373"/>
                </a:cubicBezTo>
                <a:cubicBezTo>
                  <a:pt x="1846" y="1390"/>
                  <a:pt x="1838" y="1406"/>
                  <a:pt x="1825" y="1417"/>
                </a:cubicBezTo>
                <a:cubicBezTo>
                  <a:pt x="1810" y="1430"/>
                  <a:pt x="1790" y="1434"/>
                  <a:pt x="1770" y="1428"/>
                </a:cubicBezTo>
                <a:cubicBezTo>
                  <a:pt x="1722" y="1415"/>
                  <a:pt x="1672" y="1431"/>
                  <a:pt x="1641" y="1470"/>
                </a:cubicBezTo>
                <a:cubicBezTo>
                  <a:pt x="1630" y="1485"/>
                  <a:pt x="1613" y="1493"/>
                  <a:pt x="1594" y="1493"/>
                </a:cubicBezTo>
                <a:cubicBezTo>
                  <a:pt x="1575" y="1493"/>
                  <a:pt x="1558" y="1485"/>
                  <a:pt x="1547" y="1470"/>
                </a:cubicBezTo>
                <a:cubicBezTo>
                  <a:pt x="1523" y="1440"/>
                  <a:pt x="1489" y="1424"/>
                  <a:pt x="1452" y="1424"/>
                </a:cubicBezTo>
                <a:cubicBezTo>
                  <a:pt x="1441" y="1424"/>
                  <a:pt x="1429" y="1425"/>
                  <a:pt x="1418" y="1428"/>
                </a:cubicBezTo>
                <a:cubicBezTo>
                  <a:pt x="1398" y="1434"/>
                  <a:pt x="1378" y="1429"/>
                  <a:pt x="1363" y="1417"/>
                </a:cubicBezTo>
                <a:cubicBezTo>
                  <a:pt x="1350" y="1406"/>
                  <a:pt x="1342" y="1390"/>
                  <a:pt x="1341" y="1373"/>
                </a:cubicBezTo>
                <a:cubicBezTo>
                  <a:pt x="1340" y="1323"/>
                  <a:pt x="1309" y="1280"/>
                  <a:pt x="1262" y="1263"/>
                </a:cubicBezTo>
                <a:cubicBezTo>
                  <a:pt x="1244" y="1257"/>
                  <a:pt x="1231" y="1243"/>
                  <a:pt x="1225" y="1226"/>
                </a:cubicBezTo>
                <a:cubicBezTo>
                  <a:pt x="1220" y="1208"/>
                  <a:pt x="1222" y="1189"/>
                  <a:pt x="1233" y="1173"/>
                </a:cubicBezTo>
                <a:cubicBezTo>
                  <a:pt x="1261" y="1132"/>
                  <a:pt x="1261" y="1079"/>
                  <a:pt x="1233" y="1038"/>
                </a:cubicBezTo>
                <a:cubicBezTo>
                  <a:pt x="1222" y="1023"/>
                  <a:pt x="1220" y="1004"/>
                  <a:pt x="1225" y="986"/>
                </a:cubicBezTo>
                <a:cubicBezTo>
                  <a:pt x="1231" y="968"/>
                  <a:pt x="1244" y="954"/>
                  <a:pt x="1262" y="948"/>
                </a:cubicBezTo>
                <a:cubicBezTo>
                  <a:pt x="1309" y="931"/>
                  <a:pt x="1340" y="888"/>
                  <a:pt x="1341" y="839"/>
                </a:cubicBezTo>
                <a:cubicBezTo>
                  <a:pt x="1342" y="820"/>
                  <a:pt x="1351" y="803"/>
                  <a:pt x="1366" y="792"/>
                </a:cubicBezTo>
                <a:cubicBezTo>
                  <a:pt x="1381" y="781"/>
                  <a:pt x="1400" y="778"/>
                  <a:pt x="1418" y="783"/>
                </a:cubicBezTo>
                <a:cubicBezTo>
                  <a:pt x="1466" y="797"/>
                  <a:pt x="1516" y="781"/>
                  <a:pt x="1547" y="741"/>
                </a:cubicBezTo>
                <a:cubicBezTo>
                  <a:pt x="1558" y="726"/>
                  <a:pt x="1575" y="718"/>
                  <a:pt x="1594" y="718"/>
                </a:cubicBezTo>
                <a:cubicBezTo>
                  <a:pt x="1613" y="718"/>
                  <a:pt x="1630" y="726"/>
                  <a:pt x="1641" y="741"/>
                </a:cubicBezTo>
                <a:cubicBezTo>
                  <a:pt x="1672" y="781"/>
                  <a:pt x="1722" y="797"/>
                  <a:pt x="1770" y="783"/>
                </a:cubicBezTo>
                <a:cubicBezTo>
                  <a:pt x="1788" y="778"/>
                  <a:pt x="1807" y="781"/>
                  <a:pt x="1822" y="792"/>
                </a:cubicBezTo>
                <a:cubicBezTo>
                  <a:pt x="1837" y="803"/>
                  <a:pt x="1846" y="820"/>
                  <a:pt x="1847" y="839"/>
                </a:cubicBezTo>
                <a:cubicBezTo>
                  <a:pt x="1848" y="888"/>
                  <a:pt x="1879" y="931"/>
                  <a:pt x="1926" y="948"/>
                </a:cubicBezTo>
                <a:cubicBezTo>
                  <a:pt x="1944" y="954"/>
                  <a:pt x="1957" y="968"/>
                  <a:pt x="1963" y="986"/>
                </a:cubicBezTo>
                <a:cubicBezTo>
                  <a:pt x="1969" y="1004"/>
                  <a:pt x="1966" y="1023"/>
                  <a:pt x="1955" y="1038"/>
                </a:cubicBezTo>
                <a:cubicBezTo>
                  <a:pt x="1927" y="1079"/>
                  <a:pt x="1927" y="1132"/>
                  <a:pt x="1955" y="1173"/>
                </a:cubicBezTo>
                <a:close/>
                <a:moveTo>
                  <a:pt x="1594" y="854"/>
                </a:moveTo>
                <a:cubicBezTo>
                  <a:pt x="1455" y="854"/>
                  <a:pt x="1343" y="967"/>
                  <a:pt x="1343" y="1106"/>
                </a:cubicBezTo>
                <a:cubicBezTo>
                  <a:pt x="1343" y="1244"/>
                  <a:pt x="1455" y="1357"/>
                  <a:pt x="1594" y="1357"/>
                </a:cubicBezTo>
                <a:cubicBezTo>
                  <a:pt x="1733" y="1357"/>
                  <a:pt x="1845" y="1244"/>
                  <a:pt x="1845" y="1106"/>
                </a:cubicBezTo>
                <a:cubicBezTo>
                  <a:pt x="1845" y="967"/>
                  <a:pt x="1733" y="854"/>
                  <a:pt x="1594" y="854"/>
                </a:cubicBezTo>
                <a:close/>
                <a:moveTo>
                  <a:pt x="1594" y="1297"/>
                </a:moveTo>
                <a:cubicBezTo>
                  <a:pt x="1489" y="1297"/>
                  <a:pt x="1403" y="1211"/>
                  <a:pt x="1403" y="1106"/>
                </a:cubicBezTo>
                <a:cubicBezTo>
                  <a:pt x="1403" y="1000"/>
                  <a:pt x="1489" y="914"/>
                  <a:pt x="1594" y="914"/>
                </a:cubicBezTo>
                <a:cubicBezTo>
                  <a:pt x="1700" y="914"/>
                  <a:pt x="1785" y="1000"/>
                  <a:pt x="1785" y="1106"/>
                </a:cubicBezTo>
                <a:cubicBezTo>
                  <a:pt x="1785" y="1211"/>
                  <a:pt x="1700" y="1297"/>
                  <a:pt x="1594" y="1297"/>
                </a:cubicBez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" name="Freeform 169">
            <a:extLst>
              <a:ext uri="{FF2B5EF4-FFF2-40B4-BE49-F238E27FC236}">
                <a16:creationId xmlns:a16="http://schemas.microsoft.com/office/drawing/2014/main" id="{7C629BA6-73F1-19E2-B44D-244F0D582991}"/>
              </a:ext>
            </a:extLst>
          </p:cNvPr>
          <p:cNvSpPr>
            <a:spLocks noEditPoints="1"/>
          </p:cNvSpPr>
          <p:nvPr/>
        </p:nvSpPr>
        <p:spPr bwMode="auto">
          <a:xfrm>
            <a:off x="252130" y="3336672"/>
            <a:ext cx="227893" cy="227893"/>
          </a:xfrm>
          <a:custGeom>
            <a:avLst/>
            <a:gdLst>
              <a:gd name="T0" fmla="*/ 176 w 201"/>
              <a:gd name="T1" fmla="*/ 25 h 201"/>
              <a:gd name="T2" fmla="*/ 173 w 201"/>
              <a:gd name="T3" fmla="*/ 1 h 201"/>
              <a:gd name="T4" fmla="*/ 141 w 201"/>
              <a:gd name="T5" fmla="*/ 29 h 201"/>
              <a:gd name="T6" fmla="*/ 139 w 201"/>
              <a:gd name="T7" fmla="*/ 35 h 201"/>
              <a:gd name="T8" fmla="*/ 90 w 201"/>
              <a:gd name="T9" fmla="*/ 21 h 201"/>
              <a:gd name="T10" fmla="*/ 90 w 201"/>
              <a:gd name="T11" fmla="*/ 201 h 201"/>
              <a:gd name="T12" fmla="*/ 167 w 201"/>
              <a:gd name="T13" fmla="*/ 64 h 201"/>
              <a:gd name="T14" fmla="*/ 170 w 201"/>
              <a:gd name="T15" fmla="*/ 61 h 201"/>
              <a:gd name="T16" fmla="*/ 171 w 201"/>
              <a:gd name="T17" fmla="*/ 60 h 201"/>
              <a:gd name="T18" fmla="*/ 200 w 201"/>
              <a:gd name="T19" fmla="*/ 28 h 201"/>
              <a:gd name="T20" fmla="*/ 172 w 201"/>
              <a:gd name="T21" fmla="*/ 111 h 201"/>
              <a:gd name="T22" fmla="*/ 8 w 201"/>
              <a:gd name="T23" fmla="*/ 111 h 201"/>
              <a:gd name="T24" fmla="*/ 136 w 201"/>
              <a:gd name="T25" fmla="*/ 43 h 201"/>
              <a:gd name="T26" fmla="*/ 132 w 201"/>
              <a:gd name="T27" fmla="*/ 63 h 201"/>
              <a:gd name="T28" fmla="*/ 126 w 201"/>
              <a:gd name="T29" fmla="*/ 68 h 201"/>
              <a:gd name="T30" fmla="*/ 34 w 201"/>
              <a:gd name="T31" fmla="*/ 111 h 201"/>
              <a:gd name="T32" fmla="*/ 146 w 201"/>
              <a:gd name="T33" fmla="*/ 111 h 201"/>
              <a:gd name="T34" fmla="*/ 132 w 201"/>
              <a:gd name="T35" fmla="*/ 74 h 201"/>
              <a:gd name="T36" fmla="*/ 158 w 201"/>
              <a:gd name="T37" fmla="*/ 64 h 201"/>
              <a:gd name="T38" fmla="*/ 172 w 201"/>
              <a:gd name="T39" fmla="*/ 111 h 201"/>
              <a:gd name="T40" fmla="*/ 91 w 201"/>
              <a:gd name="T41" fmla="*/ 115 h 201"/>
              <a:gd name="T42" fmla="*/ 107 w 201"/>
              <a:gd name="T43" fmla="*/ 103 h 201"/>
              <a:gd name="T44" fmla="*/ 90 w 201"/>
              <a:gd name="T45" fmla="*/ 129 h 201"/>
              <a:gd name="T46" fmla="*/ 90 w 201"/>
              <a:gd name="T47" fmla="*/ 92 h 201"/>
              <a:gd name="T48" fmla="*/ 100 w 201"/>
              <a:gd name="T49" fmla="*/ 95 h 201"/>
              <a:gd name="T50" fmla="*/ 84 w 201"/>
              <a:gd name="T51" fmla="*/ 113 h 201"/>
              <a:gd name="T52" fmla="*/ 106 w 201"/>
              <a:gd name="T53" fmla="*/ 90 h 201"/>
              <a:gd name="T54" fmla="*/ 90 w 201"/>
              <a:gd name="T55" fmla="*/ 85 h 201"/>
              <a:gd name="T56" fmla="*/ 90 w 201"/>
              <a:gd name="T57" fmla="*/ 137 h 201"/>
              <a:gd name="T58" fmla="*/ 112 w 201"/>
              <a:gd name="T59" fmla="*/ 97 h 201"/>
              <a:gd name="T60" fmla="*/ 127 w 201"/>
              <a:gd name="T61" fmla="*/ 79 h 201"/>
              <a:gd name="T62" fmla="*/ 139 w 201"/>
              <a:gd name="T63" fmla="*/ 111 h 201"/>
              <a:gd name="T64" fmla="*/ 42 w 201"/>
              <a:gd name="T65" fmla="*/ 111 h 201"/>
              <a:gd name="T66" fmla="*/ 120 w 201"/>
              <a:gd name="T67" fmla="*/ 73 h 201"/>
              <a:gd name="T68" fmla="*/ 106 w 201"/>
              <a:gd name="T69" fmla="*/ 90 h 201"/>
              <a:gd name="T70" fmla="*/ 141 w 201"/>
              <a:gd name="T71" fmla="*/ 60 h 201"/>
              <a:gd name="T72" fmla="*/ 168 w 201"/>
              <a:gd name="T73" fmla="*/ 13 h 201"/>
              <a:gd name="T74" fmla="*/ 172 w 201"/>
              <a:gd name="T75" fmla="*/ 33 h 201"/>
              <a:gd name="T76" fmla="*/ 167 w 201"/>
              <a:gd name="T77" fmla="*/ 54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01" h="201">
                <a:moveTo>
                  <a:pt x="197" y="25"/>
                </a:moveTo>
                <a:cubicBezTo>
                  <a:pt x="176" y="25"/>
                  <a:pt x="176" y="25"/>
                  <a:pt x="176" y="25"/>
                </a:cubicBezTo>
                <a:cubicBezTo>
                  <a:pt x="175" y="4"/>
                  <a:pt x="175" y="4"/>
                  <a:pt x="175" y="4"/>
                </a:cubicBezTo>
                <a:cubicBezTo>
                  <a:pt x="175" y="3"/>
                  <a:pt x="175" y="1"/>
                  <a:pt x="173" y="1"/>
                </a:cubicBezTo>
                <a:cubicBezTo>
                  <a:pt x="172" y="0"/>
                  <a:pt x="170" y="1"/>
                  <a:pt x="169" y="2"/>
                </a:cubicBezTo>
                <a:cubicBezTo>
                  <a:pt x="141" y="29"/>
                  <a:pt x="141" y="29"/>
                  <a:pt x="141" y="29"/>
                </a:cubicBezTo>
                <a:cubicBezTo>
                  <a:pt x="141" y="30"/>
                  <a:pt x="140" y="30"/>
                  <a:pt x="140" y="31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37" y="34"/>
                  <a:pt x="137" y="34"/>
                  <a:pt x="137" y="34"/>
                </a:cubicBezTo>
                <a:cubicBezTo>
                  <a:pt x="123" y="25"/>
                  <a:pt x="107" y="21"/>
                  <a:pt x="90" y="21"/>
                </a:cubicBezTo>
                <a:cubicBezTo>
                  <a:pt x="41" y="21"/>
                  <a:pt x="0" y="61"/>
                  <a:pt x="0" y="111"/>
                </a:cubicBezTo>
                <a:cubicBezTo>
                  <a:pt x="0" y="160"/>
                  <a:pt x="41" y="201"/>
                  <a:pt x="90" y="201"/>
                </a:cubicBezTo>
                <a:cubicBezTo>
                  <a:pt x="140" y="201"/>
                  <a:pt x="180" y="160"/>
                  <a:pt x="180" y="111"/>
                </a:cubicBezTo>
                <a:cubicBezTo>
                  <a:pt x="180" y="94"/>
                  <a:pt x="175" y="78"/>
                  <a:pt x="167" y="64"/>
                </a:cubicBezTo>
                <a:cubicBezTo>
                  <a:pt x="165" y="62"/>
                  <a:pt x="165" y="62"/>
                  <a:pt x="165" y="62"/>
                </a:cubicBezTo>
                <a:cubicBezTo>
                  <a:pt x="170" y="61"/>
                  <a:pt x="170" y="61"/>
                  <a:pt x="170" y="61"/>
                </a:cubicBezTo>
                <a:cubicBezTo>
                  <a:pt x="170" y="60"/>
                  <a:pt x="171" y="60"/>
                  <a:pt x="171" y="60"/>
                </a:cubicBezTo>
                <a:cubicBezTo>
                  <a:pt x="171" y="60"/>
                  <a:pt x="171" y="60"/>
                  <a:pt x="171" y="60"/>
                </a:cubicBezTo>
                <a:cubicBezTo>
                  <a:pt x="199" y="32"/>
                  <a:pt x="199" y="32"/>
                  <a:pt x="199" y="32"/>
                </a:cubicBezTo>
                <a:cubicBezTo>
                  <a:pt x="200" y="31"/>
                  <a:pt x="201" y="29"/>
                  <a:pt x="200" y="28"/>
                </a:cubicBezTo>
                <a:cubicBezTo>
                  <a:pt x="200" y="26"/>
                  <a:pt x="198" y="25"/>
                  <a:pt x="197" y="25"/>
                </a:cubicBezTo>
                <a:close/>
                <a:moveTo>
                  <a:pt x="172" y="111"/>
                </a:moveTo>
                <a:cubicBezTo>
                  <a:pt x="172" y="156"/>
                  <a:pt x="135" y="193"/>
                  <a:pt x="90" y="193"/>
                </a:cubicBezTo>
                <a:cubicBezTo>
                  <a:pt x="45" y="193"/>
                  <a:pt x="8" y="156"/>
                  <a:pt x="8" y="111"/>
                </a:cubicBezTo>
                <a:cubicBezTo>
                  <a:pt x="8" y="65"/>
                  <a:pt x="45" y="28"/>
                  <a:pt x="90" y="28"/>
                </a:cubicBezTo>
                <a:cubicBezTo>
                  <a:pt x="107" y="28"/>
                  <a:pt x="123" y="33"/>
                  <a:pt x="136" y="43"/>
                </a:cubicBezTo>
                <a:cubicBezTo>
                  <a:pt x="137" y="43"/>
                  <a:pt x="137" y="43"/>
                  <a:pt x="137" y="43"/>
                </a:cubicBezTo>
                <a:cubicBezTo>
                  <a:pt x="132" y="63"/>
                  <a:pt x="132" y="63"/>
                  <a:pt x="132" y="63"/>
                </a:cubicBezTo>
                <a:cubicBezTo>
                  <a:pt x="127" y="69"/>
                  <a:pt x="127" y="69"/>
                  <a:pt x="127" y="69"/>
                </a:cubicBezTo>
                <a:cubicBezTo>
                  <a:pt x="126" y="68"/>
                  <a:pt x="126" y="68"/>
                  <a:pt x="126" y="68"/>
                </a:cubicBezTo>
                <a:cubicBezTo>
                  <a:pt x="116" y="59"/>
                  <a:pt x="103" y="55"/>
                  <a:pt x="90" y="55"/>
                </a:cubicBezTo>
                <a:cubicBezTo>
                  <a:pt x="59" y="55"/>
                  <a:pt x="34" y="80"/>
                  <a:pt x="34" y="111"/>
                </a:cubicBezTo>
                <a:cubicBezTo>
                  <a:pt x="34" y="142"/>
                  <a:pt x="59" y="167"/>
                  <a:pt x="90" y="167"/>
                </a:cubicBezTo>
                <a:cubicBezTo>
                  <a:pt x="121" y="167"/>
                  <a:pt x="146" y="142"/>
                  <a:pt x="146" y="111"/>
                </a:cubicBezTo>
                <a:cubicBezTo>
                  <a:pt x="146" y="98"/>
                  <a:pt x="142" y="85"/>
                  <a:pt x="133" y="75"/>
                </a:cubicBezTo>
                <a:cubicBezTo>
                  <a:pt x="132" y="74"/>
                  <a:pt x="132" y="74"/>
                  <a:pt x="132" y="74"/>
                </a:cubicBezTo>
                <a:cubicBezTo>
                  <a:pt x="138" y="69"/>
                  <a:pt x="138" y="69"/>
                  <a:pt x="138" y="69"/>
                </a:cubicBezTo>
                <a:cubicBezTo>
                  <a:pt x="158" y="64"/>
                  <a:pt x="158" y="64"/>
                  <a:pt x="158" y="64"/>
                </a:cubicBezTo>
                <a:cubicBezTo>
                  <a:pt x="158" y="65"/>
                  <a:pt x="158" y="65"/>
                  <a:pt x="158" y="65"/>
                </a:cubicBezTo>
                <a:cubicBezTo>
                  <a:pt x="168" y="78"/>
                  <a:pt x="172" y="94"/>
                  <a:pt x="172" y="111"/>
                </a:cubicBezTo>
                <a:close/>
                <a:moveTo>
                  <a:pt x="85" y="115"/>
                </a:moveTo>
                <a:cubicBezTo>
                  <a:pt x="87" y="117"/>
                  <a:pt x="89" y="117"/>
                  <a:pt x="91" y="115"/>
                </a:cubicBezTo>
                <a:cubicBezTo>
                  <a:pt x="106" y="101"/>
                  <a:pt x="106" y="101"/>
                  <a:pt x="106" y="101"/>
                </a:cubicBezTo>
                <a:cubicBezTo>
                  <a:pt x="107" y="103"/>
                  <a:pt x="107" y="103"/>
                  <a:pt x="107" y="103"/>
                </a:cubicBezTo>
                <a:cubicBezTo>
                  <a:pt x="108" y="105"/>
                  <a:pt x="108" y="108"/>
                  <a:pt x="108" y="111"/>
                </a:cubicBezTo>
                <a:cubicBezTo>
                  <a:pt x="108" y="121"/>
                  <a:pt x="100" y="129"/>
                  <a:pt x="90" y="129"/>
                </a:cubicBezTo>
                <a:cubicBezTo>
                  <a:pt x="80" y="129"/>
                  <a:pt x="72" y="121"/>
                  <a:pt x="72" y="111"/>
                </a:cubicBezTo>
                <a:cubicBezTo>
                  <a:pt x="72" y="101"/>
                  <a:pt x="80" y="92"/>
                  <a:pt x="90" y="92"/>
                </a:cubicBezTo>
                <a:cubicBezTo>
                  <a:pt x="93" y="92"/>
                  <a:pt x="95" y="93"/>
                  <a:pt x="98" y="94"/>
                </a:cubicBezTo>
                <a:cubicBezTo>
                  <a:pt x="100" y="95"/>
                  <a:pt x="100" y="95"/>
                  <a:pt x="100" y="95"/>
                </a:cubicBezTo>
                <a:cubicBezTo>
                  <a:pt x="85" y="110"/>
                  <a:pt x="85" y="110"/>
                  <a:pt x="85" y="110"/>
                </a:cubicBezTo>
                <a:cubicBezTo>
                  <a:pt x="85" y="111"/>
                  <a:pt x="84" y="112"/>
                  <a:pt x="84" y="113"/>
                </a:cubicBezTo>
                <a:cubicBezTo>
                  <a:pt x="84" y="114"/>
                  <a:pt x="85" y="115"/>
                  <a:pt x="85" y="115"/>
                </a:cubicBezTo>
                <a:close/>
                <a:moveTo>
                  <a:pt x="106" y="90"/>
                </a:moveTo>
                <a:cubicBezTo>
                  <a:pt x="104" y="89"/>
                  <a:pt x="104" y="89"/>
                  <a:pt x="104" y="89"/>
                </a:cubicBezTo>
                <a:cubicBezTo>
                  <a:pt x="100" y="86"/>
                  <a:pt x="95" y="85"/>
                  <a:pt x="90" y="85"/>
                </a:cubicBezTo>
                <a:cubicBezTo>
                  <a:pt x="76" y="85"/>
                  <a:pt x="64" y="96"/>
                  <a:pt x="64" y="111"/>
                </a:cubicBezTo>
                <a:cubicBezTo>
                  <a:pt x="64" y="125"/>
                  <a:pt x="76" y="137"/>
                  <a:pt x="90" y="137"/>
                </a:cubicBezTo>
                <a:cubicBezTo>
                  <a:pt x="104" y="137"/>
                  <a:pt x="116" y="125"/>
                  <a:pt x="116" y="111"/>
                </a:cubicBezTo>
                <a:cubicBezTo>
                  <a:pt x="116" y="106"/>
                  <a:pt x="115" y="101"/>
                  <a:pt x="112" y="97"/>
                </a:cubicBezTo>
                <a:cubicBezTo>
                  <a:pt x="111" y="95"/>
                  <a:pt x="111" y="95"/>
                  <a:pt x="111" y="95"/>
                </a:cubicBezTo>
                <a:cubicBezTo>
                  <a:pt x="127" y="79"/>
                  <a:pt x="127" y="79"/>
                  <a:pt x="127" y="79"/>
                </a:cubicBezTo>
                <a:cubicBezTo>
                  <a:pt x="128" y="81"/>
                  <a:pt x="128" y="81"/>
                  <a:pt x="128" y="81"/>
                </a:cubicBezTo>
                <a:cubicBezTo>
                  <a:pt x="135" y="90"/>
                  <a:pt x="139" y="100"/>
                  <a:pt x="139" y="111"/>
                </a:cubicBezTo>
                <a:cubicBezTo>
                  <a:pt x="139" y="137"/>
                  <a:pt x="117" y="159"/>
                  <a:pt x="90" y="159"/>
                </a:cubicBezTo>
                <a:cubicBezTo>
                  <a:pt x="63" y="159"/>
                  <a:pt x="42" y="137"/>
                  <a:pt x="42" y="111"/>
                </a:cubicBezTo>
                <a:cubicBezTo>
                  <a:pt x="42" y="84"/>
                  <a:pt x="63" y="62"/>
                  <a:pt x="90" y="62"/>
                </a:cubicBezTo>
                <a:cubicBezTo>
                  <a:pt x="101" y="62"/>
                  <a:pt x="111" y="66"/>
                  <a:pt x="120" y="73"/>
                </a:cubicBezTo>
                <a:cubicBezTo>
                  <a:pt x="122" y="74"/>
                  <a:pt x="122" y="74"/>
                  <a:pt x="122" y="74"/>
                </a:cubicBezTo>
                <a:lnTo>
                  <a:pt x="106" y="90"/>
                </a:lnTo>
                <a:close/>
                <a:moveTo>
                  <a:pt x="167" y="54"/>
                </a:moveTo>
                <a:cubicBezTo>
                  <a:pt x="141" y="60"/>
                  <a:pt x="141" y="60"/>
                  <a:pt x="141" y="60"/>
                </a:cubicBezTo>
                <a:cubicBezTo>
                  <a:pt x="147" y="34"/>
                  <a:pt x="147" y="34"/>
                  <a:pt x="147" y="34"/>
                </a:cubicBezTo>
                <a:cubicBezTo>
                  <a:pt x="168" y="13"/>
                  <a:pt x="168" y="13"/>
                  <a:pt x="168" y="13"/>
                </a:cubicBezTo>
                <a:cubicBezTo>
                  <a:pt x="168" y="29"/>
                  <a:pt x="168" y="29"/>
                  <a:pt x="168" y="29"/>
                </a:cubicBezTo>
                <a:cubicBezTo>
                  <a:pt x="168" y="31"/>
                  <a:pt x="170" y="33"/>
                  <a:pt x="172" y="33"/>
                </a:cubicBezTo>
                <a:cubicBezTo>
                  <a:pt x="188" y="33"/>
                  <a:pt x="188" y="33"/>
                  <a:pt x="188" y="33"/>
                </a:cubicBezTo>
                <a:lnTo>
                  <a:pt x="167" y="54"/>
                </a:ln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" name="Freeform 19">
            <a:extLst>
              <a:ext uri="{FF2B5EF4-FFF2-40B4-BE49-F238E27FC236}">
                <a16:creationId xmlns:a16="http://schemas.microsoft.com/office/drawing/2014/main" id="{01097468-A2B7-54FC-7223-DA852A787ECA}"/>
              </a:ext>
            </a:extLst>
          </p:cNvPr>
          <p:cNvSpPr>
            <a:spLocks noEditPoints="1"/>
          </p:cNvSpPr>
          <p:nvPr/>
        </p:nvSpPr>
        <p:spPr bwMode="auto">
          <a:xfrm>
            <a:off x="227183" y="4192558"/>
            <a:ext cx="277786" cy="189941"/>
          </a:xfrm>
          <a:custGeom>
            <a:avLst/>
            <a:gdLst>
              <a:gd name="T0" fmla="*/ 1980 w 1996"/>
              <a:gd name="T1" fmla="*/ 774 h 1364"/>
              <a:gd name="T2" fmla="*/ 1741 w 1996"/>
              <a:gd name="T3" fmla="*/ 789 h 1364"/>
              <a:gd name="T4" fmla="*/ 1510 w 1996"/>
              <a:gd name="T5" fmla="*/ 1034 h 1364"/>
              <a:gd name="T6" fmla="*/ 1378 w 1996"/>
              <a:gd name="T7" fmla="*/ 1161 h 1364"/>
              <a:gd name="T8" fmla="*/ 1269 w 1996"/>
              <a:gd name="T9" fmla="*/ 1273 h 1364"/>
              <a:gd name="T10" fmla="*/ 1055 w 1996"/>
              <a:gd name="T11" fmla="*/ 1349 h 1364"/>
              <a:gd name="T12" fmla="*/ 687 w 1996"/>
              <a:gd name="T13" fmla="*/ 1256 h 1364"/>
              <a:gd name="T14" fmla="*/ 518 w 1996"/>
              <a:gd name="T15" fmla="*/ 1167 h 1364"/>
              <a:gd name="T16" fmla="*/ 403 w 1996"/>
              <a:gd name="T17" fmla="*/ 1129 h 1364"/>
              <a:gd name="T18" fmla="*/ 257 w 1996"/>
              <a:gd name="T19" fmla="*/ 928 h 1364"/>
              <a:gd name="T20" fmla="*/ 191 w 1996"/>
              <a:gd name="T21" fmla="*/ 878 h 1364"/>
              <a:gd name="T22" fmla="*/ 2 w 1996"/>
              <a:gd name="T23" fmla="*/ 753 h 1364"/>
              <a:gd name="T24" fmla="*/ 546 w 1996"/>
              <a:gd name="T25" fmla="*/ 279 h 1364"/>
              <a:gd name="T26" fmla="*/ 912 w 1996"/>
              <a:gd name="T27" fmla="*/ 286 h 1364"/>
              <a:gd name="T28" fmla="*/ 1278 w 1996"/>
              <a:gd name="T29" fmla="*/ 326 h 1364"/>
              <a:gd name="T30" fmla="*/ 1450 w 1996"/>
              <a:gd name="T31" fmla="*/ 269 h 1364"/>
              <a:gd name="T32" fmla="*/ 1994 w 1996"/>
              <a:gd name="T33" fmla="*/ 743 h 1364"/>
              <a:gd name="T34" fmla="*/ 492 w 1996"/>
              <a:gd name="T35" fmla="*/ 307 h 1364"/>
              <a:gd name="T36" fmla="*/ 475 w 1996"/>
              <a:gd name="T37" fmla="*/ 335 h 1364"/>
              <a:gd name="T38" fmla="*/ 501 w 1996"/>
              <a:gd name="T39" fmla="*/ 821 h 1364"/>
              <a:gd name="T40" fmla="*/ 458 w 1996"/>
              <a:gd name="T41" fmla="*/ 801 h 1364"/>
              <a:gd name="T42" fmla="*/ 332 w 1996"/>
              <a:gd name="T43" fmla="*/ 893 h 1364"/>
              <a:gd name="T44" fmla="*/ 527 w 1996"/>
              <a:gd name="T45" fmla="*/ 1102 h 1364"/>
              <a:gd name="T46" fmla="*/ 672 w 1996"/>
              <a:gd name="T47" fmla="*/ 893 h 1364"/>
              <a:gd name="T48" fmla="*/ 536 w 1996"/>
              <a:gd name="T49" fmla="*/ 938 h 1364"/>
              <a:gd name="T50" fmla="*/ 444 w 1996"/>
              <a:gd name="T51" fmla="*/ 1093 h 1364"/>
              <a:gd name="T52" fmla="*/ 790 w 1996"/>
              <a:gd name="T53" fmla="*/ 1095 h 1364"/>
              <a:gd name="T54" fmla="*/ 756 w 1996"/>
              <a:gd name="T55" fmla="*/ 996 h 1364"/>
              <a:gd name="T56" fmla="*/ 709 w 1996"/>
              <a:gd name="T57" fmla="*/ 1015 h 1364"/>
              <a:gd name="T58" fmla="*/ 626 w 1996"/>
              <a:gd name="T59" fmla="*/ 1217 h 1364"/>
              <a:gd name="T60" fmla="*/ 871 w 1996"/>
              <a:gd name="T61" fmla="*/ 1116 h 1364"/>
              <a:gd name="T62" fmla="*/ 826 w 1996"/>
              <a:gd name="T63" fmla="*/ 1136 h 1364"/>
              <a:gd name="T64" fmla="*/ 834 w 1996"/>
              <a:gd name="T65" fmla="*/ 1279 h 1364"/>
              <a:gd name="T66" fmla="*/ 1549 w 1996"/>
              <a:gd name="T67" fmla="*/ 877 h 1364"/>
              <a:gd name="T68" fmla="*/ 777 w 1996"/>
              <a:gd name="T69" fmla="*/ 420 h 1364"/>
              <a:gd name="T70" fmla="*/ 261 w 1996"/>
              <a:gd name="T71" fmla="*/ 788 h 1364"/>
              <a:gd name="T72" fmla="*/ 542 w 1996"/>
              <a:gd name="T73" fmla="*/ 783 h 1364"/>
              <a:gd name="T74" fmla="*/ 713 w 1996"/>
              <a:gd name="T75" fmla="*/ 857 h 1364"/>
              <a:gd name="T76" fmla="*/ 836 w 1996"/>
              <a:gd name="T77" fmla="*/ 978 h 1364"/>
              <a:gd name="T78" fmla="*/ 955 w 1996"/>
              <a:gd name="T79" fmla="*/ 1098 h 1364"/>
              <a:gd name="T80" fmla="*/ 1158 w 1996"/>
              <a:gd name="T81" fmla="*/ 1282 h 1364"/>
              <a:gd name="T82" fmla="*/ 938 w 1996"/>
              <a:gd name="T83" fmla="*/ 1068 h 1364"/>
              <a:gd name="T84" fmla="*/ 1314 w 1996"/>
              <a:gd name="T85" fmla="*/ 1194 h 1364"/>
              <a:gd name="T86" fmla="*/ 1026 w 1996"/>
              <a:gd name="T87" fmla="*/ 891 h 1364"/>
              <a:gd name="T88" fmla="*/ 1445 w 1996"/>
              <a:gd name="T89" fmla="*/ 1079 h 1364"/>
              <a:gd name="T90" fmla="*/ 1143 w 1996"/>
              <a:gd name="T91" fmla="*/ 726 h 1364"/>
              <a:gd name="T92" fmla="*/ 1464 w 1996"/>
              <a:gd name="T93" fmla="*/ 957 h 1364"/>
              <a:gd name="T94" fmla="*/ 1478 w 1996"/>
              <a:gd name="T95" fmla="*/ 968 h 1364"/>
              <a:gd name="T96" fmla="*/ 1594 w 1996"/>
              <a:gd name="T97" fmla="*/ 925 h 1364"/>
              <a:gd name="T98" fmla="*/ 1432 w 1996"/>
              <a:gd name="T99" fmla="*/ 372 h 1364"/>
              <a:gd name="T100" fmla="*/ 1004 w 1996"/>
              <a:gd name="T101" fmla="*/ 361 h 1364"/>
              <a:gd name="T102" fmla="*/ 801 w 1996"/>
              <a:gd name="T103" fmla="*/ 483 h 1364"/>
              <a:gd name="T104" fmla="*/ 1600 w 1996"/>
              <a:gd name="T105" fmla="*/ 852 h 1364"/>
              <a:gd name="T106" fmla="*/ 1504 w 1996"/>
              <a:gd name="T107" fmla="*/ 297 h 1364"/>
              <a:gd name="T108" fmla="*/ 1815 w 1996"/>
              <a:gd name="T109" fmla="*/ 803 h 1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996" h="1364">
                <a:moveTo>
                  <a:pt x="1110" y="1364"/>
                </a:moveTo>
                <a:cubicBezTo>
                  <a:pt x="1110" y="1364"/>
                  <a:pt x="1110" y="1364"/>
                  <a:pt x="1110" y="1364"/>
                </a:cubicBezTo>
                <a:cubicBezTo>
                  <a:pt x="1110" y="1364"/>
                  <a:pt x="1110" y="1364"/>
                  <a:pt x="1110" y="1364"/>
                </a:cubicBezTo>
                <a:close/>
                <a:moveTo>
                  <a:pt x="1980" y="774"/>
                </a:moveTo>
                <a:cubicBezTo>
                  <a:pt x="1819" y="864"/>
                  <a:pt x="1819" y="864"/>
                  <a:pt x="1819" y="864"/>
                </a:cubicBezTo>
                <a:cubicBezTo>
                  <a:pt x="1815" y="867"/>
                  <a:pt x="1810" y="868"/>
                  <a:pt x="1805" y="868"/>
                </a:cubicBezTo>
                <a:cubicBezTo>
                  <a:pt x="1796" y="868"/>
                  <a:pt x="1787" y="863"/>
                  <a:pt x="1782" y="855"/>
                </a:cubicBezTo>
                <a:cubicBezTo>
                  <a:pt x="1741" y="789"/>
                  <a:pt x="1741" y="789"/>
                  <a:pt x="1741" y="789"/>
                </a:cubicBezTo>
                <a:cubicBezTo>
                  <a:pt x="1624" y="907"/>
                  <a:pt x="1624" y="907"/>
                  <a:pt x="1624" y="907"/>
                </a:cubicBezTo>
                <a:cubicBezTo>
                  <a:pt x="1627" y="936"/>
                  <a:pt x="1619" y="967"/>
                  <a:pt x="1601" y="991"/>
                </a:cubicBezTo>
                <a:cubicBezTo>
                  <a:pt x="1580" y="1018"/>
                  <a:pt x="1547" y="1034"/>
                  <a:pt x="1512" y="1034"/>
                </a:cubicBezTo>
                <a:cubicBezTo>
                  <a:pt x="1511" y="1034"/>
                  <a:pt x="1511" y="1034"/>
                  <a:pt x="1510" y="1034"/>
                </a:cubicBezTo>
                <a:cubicBezTo>
                  <a:pt x="1514" y="1062"/>
                  <a:pt x="1507" y="1091"/>
                  <a:pt x="1490" y="1116"/>
                </a:cubicBezTo>
                <a:cubicBezTo>
                  <a:pt x="1468" y="1145"/>
                  <a:pt x="1434" y="1162"/>
                  <a:pt x="1398" y="1162"/>
                </a:cubicBezTo>
                <a:cubicBezTo>
                  <a:pt x="1398" y="1162"/>
                  <a:pt x="1398" y="1162"/>
                  <a:pt x="1398" y="1162"/>
                </a:cubicBezTo>
                <a:cubicBezTo>
                  <a:pt x="1391" y="1162"/>
                  <a:pt x="1385" y="1162"/>
                  <a:pt x="1378" y="1161"/>
                </a:cubicBezTo>
                <a:cubicBezTo>
                  <a:pt x="1379" y="1183"/>
                  <a:pt x="1373" y="1206"/>
                  <a:pt x="1359" y="1226"/>
                </a:cubicBezTo>
                <a:cubicBezTo>
                  <a:pt x="1343" y="1250"/>
                  <a:pt x="1317" y="1266"/>
                  <a:pt x="1289" y="1271"/>
                </a:cubicBezTo>
                <a:cubicBezTo>
                  <a:pt x="1282" y="1273"/>
                  <a:pt x="1275" y="1273"/>
                  <a:pt x="1269" y="1273"/>
                </a:cubicBezTo>
                <a:cubicBezTo>
                  <a:pt x="1269" y="1273"/>
                  <a:pt x="1269" y="1273"/>
                  <a:pt x="1269" y="1273"/>
                </a:cubicBezTo>
                <a:cubicBezTo>
                  <a:pt x="1252" y="1273"/>
                  <a:pt x="1235" y="1269"/>
                  <a:pt x="1220" y="1262"/>
                </a:cubicBezTo>
                <a:cubicBezTo>
                  <a:pt x="1219" y="1281"/>
                  <a:pt x="1212" y="1300"/>
                  <a:pt x="1201" y="1317"/>
                </a:cubicBezTo>
                <a:cubicBezTo>
                  <a:pt x="1180" y="1346"/>
                  <a:pt x="1146" y="1364"/>
                  <a:pt x="1110" y="1364"/>
                </a:cubicBezTo>
                <a:cubicBezTo>
                  <a:pt x="1091" y="1364"/>
                  <a:pt x="1072" y="1359"/>
                  <a:pt x="1055" y="1349"/>
                </a:cubicBezTo>
                <a:cubicBezTo>
                  <a:pt x="924" y="1273"/>
                  <a:pt x="924" y="1273"/>
                  <a:pt x="924" y="1273"/>
                </a:cubicBezTo>
                <a:cubicBezTo>
                  <a:pt x="870" y="1320"/>
                  <a:pt x="870" y="1320"/>
                  <a:pt x="870" y="1320"/>
                </a:cubicBezTo>
                <a:cubicBezTo>
                  <a:pt x="850" y="1338"/>
                  <a:pt x="824" y="1348"/>
                  <a:pt x="797" y="1348"/>
                </a:cubicBezTo>
                <a:cubicBezTo>
                  <a:pt x="742" y="1348"/>
                  <a:pt x="697" y="1308"/>
                  <a:pt x="687" y="1256"/>
                </a:cubicBezTo>
                <a:cubicBezTo>
                  <a:pt x="670" y="1267"/>
                  <a:pt x="650" y="1272"/>
                  <a:pt x="629" y="1272"/>
                </a:cubicBezTo>
                <a:cubicBezTo>
                  <a:pt x="627" y="1272"/>
                  <a:pt x="625" y="1272"/>
                  <a:pt x="622" y="1272"/>
                </a:cubicBezTo>
                <a:cubicBezTo>
                  <a:pt x="593" y="1270"/>
                  <a:pt x="565" y="1257"/>
                  <a:pt x="546" y="1234"/>
                </a:cubicBezTo>
                <a:cubicBezTo>
                  <a:pt x="528" y="1215"/>
                  <a:pt x="519" y="1191"/>
                  <a:pt x="518" y="1167"/>
                </a:cubicBezTo>
                <a:cubicBezTo>
                  <a:pt x="509" y="1170"/>
                  <a:pt x="499" y="1171"/>
                  <a:pt x="490" y="1171"/>
                </a:cubicBezTo>
                <a:cubicBezTo>
                  <a:pt x="487" y="1171"/>
                  <a:pt x="485" y="1171"/>
                  <a:pt x="482" y="1171"/>
                </a:cubicBezTo>
                <a:cubicBezTo>
                  <a:pt x="453" y="1169"/>
                  <a:pt x="425" y="1155"/>
                  <a:pt x="406" y="1133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382" y="1106"/>
                  <a:pt x="374" y="1076"/>
                  <a:pt x="376" y="1047"/>
                </a:cubicBezTo>
                <a:cubicBezTo>
                  <a:pt x="374" y="1048"/>
                  <a:pt x="372" y="1048"/>
                  <a:pt x="370" y="1048"/>
                </a:cubicBezTo>
                <a:cubicBezTo>
                  <a:pt x="367" y="1048"/>
                  <a:pt x="365" y="1048"/>
                  <a:pt x="362" y="1047"/>
                </a:cubicBezTo>
                <a:cubicBezTo>
                  <a:pt x="300" y="1043"/>
                  <a:pt x="253" y="990"/>
                  <a:pt x="257" y="928"/>
                </a:cubicBezTo>
                <a:cubicBezTo>
                  <a:pt x="259" y="907"/>
                  <a:pt x="266" y="887"/>
                  <a:pt x="278" y="870"/>
                </a:cubicBezTo>
                <a:cubicBezTo>
                  <a:pt x="232" y="836"/>
                  <a:pt x="232" y="836"/>
                  <a:pt x="232" y="836"/>
                </a:cubicBezTo>
                <a:cubicBezTo>
                  <a:pt x="214" y="865"/>
                  <a:pt x="214" y="865"/>
                  <a:pt x="214" y="865"/>
                </a:cubicBezTo>
                <a:cubicBezTo>
                  <a:pt x="209" y="873"/>
                  <a:pt x="200" y="878"/>
                  <a:pt x="191" y="878"/>
                </a:cubicBezTo>
                <a:cubicBezTo>
                  <a:pt x="191" y="878"/>
                  <a:pt x="191" y="878"/>
                  <a:pt x="191" y="878"/>
                </a:cubicBezTo>
                <a:cubicBezTo>
                  <a:pt x="186" y="878"/>
                  <a:pt x="181" y="877"/>
                  <a:pt x="177" y="874"/>
                </a:cubicBezTo>
                <a:cubicBezTo>
                  <a:pt x="16" y="784"/>
                  <a:pt x="16" y="784"/>
                  <a:pt x="16" y="784"/>
                </a:cubicBezTo>
                <a:cubicBezTo>
                  <a:pt x="5" y="778"/>
                  <a:pt x="0" y="765"/>
                  <a:pt x="2" y="753"/>
                </a:cubicBezTo>
                <a:cubicBezTo>
                  <a:pt x="167" y="35"/>
                  <a:pt x="167" y="35"/>
                  <a:pt x="167" y="35"/>
                </a:cubicBezTo>
                <a:cubicBezTo>
                  <a:pt x="170" y="20"/>
                  <a:pt x="185" y="11"/>
                  <a:pt x="200" y="14"/>
                </a:cubicBezTo>
                <a:cubicBezTo>
                  <a:pt x="204" y="15"/>
                  <a:pt x="208" y="17"/>
                  <a:pt x="211" y="19"/>
                </a:cubicBezTo>
                <a:cubicBezTo>
                  <a:pt x="546" y="279"/>
                  <a:pt x="546" y="279"/>
                  <a:pt x="546" y="279"/>
                </a:cubicBezTo>
                <a:cubicBezTo>
                  <a:pt x="557" y="287"/>
                  <a:pt x="560" y="303"/>
                  <a:pt x="552" y="315"/>
                </a:cubicBezTo>
                <a:cubicBezTo>
                  <a:pt x="550" y="319"/>
                  <a:pt x="550" y="319"/>
                  <a:pt x="550" y="319"/>
                </a:cubicBezTo>
                <a:cubicBezTo>
                  <a:pt x="668" y="316"/>
                  <a:pt x="787" y="305"/>
                  <a:pt x="904" y="286"/>
                </a:cubicBezTo>
                <a:cubicBezTo>
                  <a:pt x="907" y="286"/>
                  <a:pt x="909" y="285"/>
                  <a:pt x="912" y="286"/>
                </a:cubicBezTo>
                <a:cubicBezTo>
                  <a:pt x="939" y="287"/>
                  <a:pt x="966" y="294"/>
                  <a:pt x="990" y="306"/>
                </a:cubicBezTo>
                <a:cubicBezTo>
                  <a:pt x="1026" y="287"/>
                  <a:pt x="1026" y="287"/>
                  <a:pt x="1026" y="287"/>
                </a:cubicBezTo>
                <a:cubicBezTo>
                  <a:pt x="1058" y="270"/>
                  <a:pt x="1096" y="267"/>
                  <a:pt x="1131" y="278"/>
                </a:cubicBezTo>
                <a:cubicBezTo>
                  <a:pt x="1278" y="326"/>
                  <a:pt x="1278" y="326"/>
                  <a:pt x="1278" y="326"/>
                </a:cubicBezTo>
                <a:cubicBezTo>
                  <a:pt x="1321" y="340"/>
                  <a:pt x="1369" y="338"/>
                  <a:pt x="1411" y="321"/>
                </a:cubicBezTo>
                <a:cubicBezTo>
                  <a:pt x="1445" y="307"/>
                  <a:pt x="1445" y="307"/>
                  <a:pt x="1445" y="307"/>
                </a:cubicBezTo>
                <a:cubicBezTo>
                  <a:pt x="1444" y="305"/>
                  <a:pt x="1444" y="305"/>
                  <a:pt x="1444" y="305"/>
                </a:cubicBezTo>
                <a:cubicBezTo>
                  <a:pt x="1436" y="293"/>
                  <a:pt x="1439" y="277"/>
                  <a:pt x="1450" y="269"/>
                </a:cubicBezTo>
                <a:cubicBezTo>
                  <a:pt x="1785" y="10"/>
                  <a:pt x="1785" y="10"/>
                  <a:pt x="1785" y="10"/>
                </a:cubicBezTo>
                <a:cubicBezTo>
                  <a:pt x="1797" y="0"/>
                  <a:pt x="1815" y="2"/>
                  <a:pt x="1824" y="14"/>
                </a:cubicBezTo>
                <a:cubicBezTo>
                  <a:pt x="1826" y="18"/>
                  <a:pt x="1828" y="21"/>
                  <a:pt x="1829" y="25"/>
                </a:cubicBezTo>
                <a:cubicBezTo>
                  <a:pt x="1994" y="743"/>
                  <a:pt x="1994" y="743"/>
                  <a:pt x="1994" y="743"/>
                </a:cubicBezTo>
                <a:cubicBezTo>
                  <a:pt x="1996" y="755"/>
                  <a:pt x="1991" y="768"/>
                  <a:pt x="1980" y="774"/>
                </a:cubicBezTo>
                <a:close/>
                <a:moveTo>
                  <a:pt x="475" y="335"/>
                </a:moveTo>
                <a:cubicBezTo>
                  <a:pt x="475" y="334"/>
                  <a:pt x="476" y="333"/>
                  <a:pt x="477" y="332"/>
                </a:cubicBezTo>
                <a:cubicBezTo>
                  <a:pt x="492" y="307"/>
                  <a:pt x="492" y="307"/>
                  <a:pt x="492" y="307"/>
                </a:cubicBezTo>
                <a:cubicBezTo>
                  <a:pt x="211" y="90"/>
                  <a:pt x="211" y="90"/>
                  <a:pt x="211" y="90"/>
                </a:cubicBezTo>
                <a:cubicBezTo>
                  <a:pt x="61" y="745"/>
                  <a:pt x="61" y="745"/>
                  <a:pt x="61" y="745"/>
                </a:cubicBezTo>
                <a:cubicBezTo>
                  <a:pt x="181" y="813"/>
                  <a:pt x="181" y="813"/>
                  <a:pt x="181" y="813"/>
                </a:cubicBezTo>
                <a:lnTo>
                  <a:pt x="475" y="335"/>
                </a:lnTo>
                <a:close/>
                <a:moveTo>
                  <a:pt x="406" y="979"/>
                </a:moveTo>
                <a:cubicBezTo>
                  <a:pt x="406" y="979"/>
                  <a:pt x="406" y="978"/>
                  <a:pt x="406" y="978"/>
                </a:cubicBezTo>
                <a:cubicBezTo>
                  <a:pt x="496" y="900"/>
                  <a:pt x="496" y="900"/>
                  <a:pt x="496" y="900"/>
                </a:cubicBezTo>
                <a:cubicBezTo>
                  <a:pt x="519" y="879"/>
                  <a:pt x="522" y="844"/>
                  <a:pt x="501" y="821"/>
                </a:cubicBezTo>
                <a:cubicBezTo>
                  <a:pt x="501" y="821"/>
                  <a:pt x="501" y="821"/>
                  <a:pt x="501" y="821"/>
                </a:cubicBezTo>
                <a:cubicBezTo>
                  <a:pt x="500" y="820"/>
                  <a:pt x="500" y="820"/>
                  <a:pt x="500" y="820"/>
                </a:cubicBezTo>
                <a:cubicBezTo>
                  <a:pt x="490" y="808"/>
                  <a:pt x="477" y="802"/>
                  <a:pt x="462" y="801"/>
                </a:cubicBezTo>
                <a:cubicBezTo>
                  <a:pt x="460" y="801"/>
                  <a:pt x="459" y="801"/>
                  <a:pt x="458" y="801"/>
                </a:cubicBezTo>
                <a:cubicBezTo>
                  <a:pt x="444" y="800"/>
                  <a:pt x="431" y="805"/>
                  <a:pt x="421" y="814"/>
                </a:cubicBezTo>
                <a:cubicBezTo>
                  <a:pt x="341" y="885"/>
                  <a:pt x="341" y="885"/>
                  <a:pt x="341" y="885"/>
                </a:cubicBezTo>
                <a:cubicBezTo>
                  <a:pt x="339" y="887"/>
                  <a:pt x="337" y="889"/>
                  <a:pt x="334" y="891"/>
                </a:cubicBezTo>
                <a:cubicBezTo>
                  <a:pt x="332" y="893"/>
                  <a:pt x="332" y="893"/>
                  <a:pt x="332" y="893"/>
                </a:cubicBezTo>
                <a:cubicBezTo>
                  <a:pt x="308" y="913"/>
                  <a:pt x="306" y="949"/>
                  <a:pt x="326" y="972"/>
                </a:cubicBezTo>
                <a:cubicBezTo>
                  <a:pt x="326" y="972"/>
                  <a:pt x="326" y="972"/>
                  <a:pt x="326" y="972"/>
                </a:cubicBezTo>
                <a:cubicBezTo>
                  <a:pt x="347" y="996"/>
                  <a:pt x="382" y="999"/>
                  <a:pt x="406" y="979"/>
                </a:cubicBezTo>
                <a:close/>
                <a:moveTo>
                  <a:pt x="527" y="1102"/>
                </a:moveTo>
                <a:cubicBezTo>
                  <a:pt x="670" y="976"/>
                  <a:pt x="670" y="976"/>
                  <a:pt x="670" y="976"/>
                </a:cubicBezTo>
                <a:cubicBezTo>
                  <a:pt x="693" y="955"/>
                  <a:pt x="695" y="920"/>
                  <a:pt x="675" y="897"/>
                </a:cubicBezTo>
                <a:cubicBezTo>
                  <a:pt x="675" y="897"/>
                  <a:pt x="675" y="897"/>
                  <a:pt x="675" y="897"/>
                </a:cubicBezTo>
                <a:cubicBezTo>
                  <a:pt x="672" y="893"/>
                  <a:pt x="672" y="893"/>
                  <a:pt x="672" y="893"/>
                </a:cubicBezTo>
                <a:cubicBezTo>
                  <a:pt x="662" y="882"/>
                  <a:pt x="648" y="875"/>
                  <a:pt x="633" y="874"/>
                </a:cubicBezTo>
                <a:cubicBezTo>
                  <a:pt x="632" y="874"/>
                  <a:pt x="631" y="874"/>
                  <a:pt x="630" y="874"/>
                </a:cubicBezTo>
                <a:cubicBezTo>
                  <a:pt x="616" y="874"/>
                  <a:pt x="603" y="879"/>
                  <a:pt x="593" y="888"/>
                </a:cubicBezTo>
                <a:cubicBezTo>
                  <a:pt x="536" y="938"/>
                  <a:pt x="536" y="938"/>
                  <a:pt x="536" y="938"/>
                </a:cubicBezTo>
                <a:cubicBezTo>
                  <a:pt x="535" y="939"/>
                  <a:pt x="534" y="940"/>
                  <a:pt x="533" y="941"/>
                </a:cubicBezTo>
                <a:cubicBezTo>
                  <a:pt x="533" y="941"/>
                  <a:pt x="533" y="941"/>
                  <a:pt x="533" y="941"/>
                </a:cubicBezTo>
                <a:cubicBezTo>
                  <a:pt x="448" y="1016"/>
                  <a:pt x="448" y="1016"/>
                  <a:pt x="448" y="1016"/>
                </a:cubicBezTo>
                <a:cubicBezTo>
                  <a:pt x="426" y="1036"/>
                  <a:pt x="425" y="1070"/>
                  <a:pt x="444" y="1093"/>
                </a:cubicBezTo>
                <a:cubicBezTo>
                  <a:pt x="448" y="1096"/>
                  <a:pt x="448" y="1096"/>
                  <a:pt x="448" y="1096"/>
                </a:cubicBezTo>
                <a:cubicBezTo>
                  <a:pt x="468" y="1120"/>
                  <a:pt x="503" y="1122"/>
                  <a:pt x="527" y="1102"/>
                </a:cubicBezTo>
                <a:close/>
                <a:moveTo>
                  <a:pt x="666" y="1203"/>
                </a:moveTo>
                <a:cubicBezTo>
                  <a:pt x="790" y="1095"/>
                  <a:pt x="790" y="1095"/>
                  <a:pt x="790" y="1095"/>
                </a:cubicBezTo>
                <a:cubicBezTo>
                  <a:pt x="813" y="1074"/>
                  <a:pt x="815" y="1039"/>
                  <a:pt x="795" y="1016"/>
                </a:cubicBezTo>
                <a:cubicBezTo>
                  <a:pt x="795" y="1016"/>
                  <a:pt x="795" y="1016"/>
                  <a:pt x="795" y="1016"/>
                </a:cubicBezTo>
                <a:cubicBezTo>
                  <a:pt x="794" y="1015"/>
                  <a:pt x="794" y="1015"/>
                  <a:pt x="794" y="1015"/>
                </a:cubicBezTo>
                <a:cubicBezTo>
                  <a:pt x="784" y="1004"/>
                  <a:pt x="771" y="997"/>
                  <a:pt x="756" y="996"/>
                </a:cubicBezTo>
                <a:cubicBezTo>
                  <a:pt x="754" y="996"/>
                  <a:pt x="753" y="996"/>
                  <a:pt x="752" y="996"/>
                </a:cubicBezTo>
                <a:cubicBezTo>
                  <a:pt x="752" y="996"/>
                  <a:pt x="752" y="996"/>
                  <a:pt x="752" y="996"/>
                </a:cubicBezTo>
                <a:cubicBezTo>
                  <a:pt x="738" y="996"/>
                  <a:pt x="725" y="1001"/>
                  <a:pt x="715" y="1010"/>
                </a:cubicBezTo>
                <a:cubicBezTo>
                  <a:pt x="709" y="1015"/>
                  <a:pt x="709" y="1015"/>
                  <a:pt x="709" y="1015"/>
                </a:cubicBezTo>
                <a:cubicBezTo>
                  <a:pt x="708" y="1016"/>
                  <a:pt x="707" y="1017"/>
                  <a:pt x="706" y="1017"/>
                </a:cubicBezTo>
                <a:cubicBezTo>
                  <a:pt x="591" y="1119"/>
                  <a:pt x="591" y="1119"/>
                  <a:pt x="591" y="1119"/>
                </a:cubicBezTo>
                <a:cubicBezTo>
                  <a:pt x="568" y="1140"/>
                  <a:pt x="567" y="1175"/>
                  <a:pt x="588" y="1198"/>
                </a:cubicBezTo>
                <a:cubicBezTo>
                  <a:pt x="597" y="1209"/>
                  <a:pt x="611" y="1216"/>
                  <a:pt x="626" y="1217"/>
                </a:cubicBezTo>
                <a:cubicBezTo>
                  <a:pt x="641" y="1218"/>
                  <a:pt x="655" y="1213"/>
                  <a:pt x="666" y="1203"/>
                </a:cubicBezTo>
                <a:close/>
                <a:moveTo>
                  <a:pt x="908" y="1214"/>
                </a:moveTo>
                <a:cubicBezTo>
                  <a:pt x="931" y="1193"/>
                  <a:pt x="933" y="1158"/>
                  <a:pt x="913" y="1135"/>
                </a:cubicBezTo>
                <a:cubicBezTo>
                  <a:pt x="902" y="1123"/>
                  <a:pt x="887" y="1116"/>
                  <a:pt x="871" y="1116"/>
                </a:cubicBezTo>
                <a:cubicBezTo>
                  <a:pt x="871" y="1116"/>
                  <a:pt x="871" y="1116"/>
                  <a:pt x="871" y="1116"/>
                </a:cubicBezTo>
                <a:cubicBezTo>
                  <a:pt x="857" y="1116"/>
                  <a:pt x="844" y="1121"/>
                  <a:pt x="834" y="1130"/>
                </a:cubicBezTo>
                <a:cubicBezTo>
                  <a:pt x="827" y="1135"/>
                  <a:pt x="827" y="1135"/>
                  <a:pt x="827" y="1135"/>
                </a:cubicBezTo>
                <a:cubicBezTo>
                  <a:pt x="827" y="1136"/>
                  <a:pt x="827" y="1136"/>
                  <a:pt x="826" y="1136"/>
                </a:cubicBezTo>
                <a:cubicBezTo>
                  <a:pt x="826" y="1136"/>
                  <a:pt x="826" y="1136"/>
                  <a:pt x="826" y="1136"/>
                </a:cubicBezTo>
                <a:cubicBezTo>
                  <a:pt x="759" y="1195"/>
                  <a:pt x="759" y="1195"/>
                  <a:pt x="759" y="1195"/>
                </a:cubicBezTo>
                <a:cubicBezTo>
                  <a:pt x="737" y="1216"/>
                  <a:pt x="735" y="1250"/>
                  <a:pt x="755" y="1273"/>
                </a:cubicBezTo>
                <a:cubicBezTo>
                  <a:pt x="775" y="1297"/>
                  <a:pt x="811" y="1299"/>
                  <a:pt x="834" y="1279"/>
                </a:cubicBezTo>
                <a:lnTo>
                  <a:pt x="908" y="1214"/>
                </a:lnTo>
                <a:close/>
                <a:moveTo>
                  <a:pt x="1567" y="906"/>
                </a:moveTo>
                <a:cubicBezTo>
                  <a:pt x="1567" y="906"/>
                  <a:pt x="1567" y="905"/>
                  <a:pt x="1567" y="905"/>
                </a:cubicBezTo>
                <a:cubicBezTo>
                  <a:pt x="1564" y="894"/>
                  <a:pt x="1557" y="885"/>
                  <a:pt x="1549" y="877"/>
                </a:cubicBezTo>
                <a:cubicBezTo>
                  <a:pt x="1113" y="522"/>
                  <a:pt x="1113" y="522"/>
                  <a:pt x="1113" y="522"/>
                </a:cubicBezTo>
                <a:cubicBezTo>
                  <a:pt x="946" y="611"/>
                  <a:pt x="828" y="565"/>
                  <a:pt x="771" y="529"/>
                </a:cubicBezTo>
                <a:cubicBezTo>
                  <a:pt x="742" y="510"/>
                  <a:pt x="734" y="471"/>
                  <a:pt x="753" y="441"/>
                </a:cubicBezTo>
                <a:cubicBezTo>
                  <a:pt x="759" y="432"/>
                  <a:pt x="767" y="425"/>
                  <a:pt x="777" y="420"/>
                </a:cubicBezTo>
                <a:cubicBezTo>
                  <a:pt x="922" y="342"/>
                  <a:pt x="922" y="342"/>
                  <a:pt x="922" y="342"/>
                </a:cubicBezTo>
                <a:cubicBezTo>
                  <a:pt x="919" y="342"/>
                  <a:pt x="915" y="341"/>
                  <a:pt x="911" y="341"/>
                </a:cubicBezTo>
                <a:cubicBezTo>
                  <a:pt x="780" y="362"/>
                  <a:pt x="648" y="373"/>
                  <a:pt x="515" y="375"/>
                </a:cubicBezTo>
                <a:cubicBezTo>
                  <a:pt x="261" y="788"/>
                  <a:pt x="261" y="788"/>
                  <a:pt x="261" y="788"/>
                </a:cubicBezTo>
                <a:cubicBezTo>
                  <a:pt x="318" y="831"/>
                  <a:pt x="318" y="831"/>
                  <a:pt x="318" y="831"/>
                </a:cubicBezTo>
                <a:cubicBezTo>
                  <a:pt x="385" y="773"/>
                  <a:pt x="385" y="773"/>
                  <a:pt x="385" y="773"/>
                </a:cubicBezTo>
                <a:cubicBezTo>
                  <a:pt x="431" y="732"/>
                  <a:pt x="501" y="737"/>
                  <a:pt x="542" y="783"/>
                </a:cubicBezTo>
                <a:cubicBezTo>
                  <a:pt x="542" y="783"/>
                  <a:pt x="542" y="783"/>
                  <a:pt x="542" y="783"/>
                </a:cubicBezTo>
                <a:cubicBezTo>
                  <a:pt x="543" y="784"/>
                  <a:pt x="543" y="784"/>
                  <a:pt x="543" y="784"/>
                </a:cubicBezTo>
                <a:cubicBezTo>
                  <a:pt x="556" y="800"/>
                  <a:pt x="565" y="818"/>
                  <a:pt x="569" y="837"/>
                </a:cubicBezTo>
                <a:cubicBezTo>
                  <a:pt x="614" y="807"/>
                  <a:pt x="676" y="814"/>
                  <a:pt x="713" y="857"/>
                </a:cubicBezTo>
                <a:cubicBezTo>
                  <a:pt x="713" y="857"/>
                  <a:pt x="713" y="857"/>
                  <a:pt x="713" y="857"/>
                </a:cubicBezTo>
                <a:cubicBezTo>
                  <a:pt x="717" y="860"/>
                  <a:pt x="717" y="860"/>
                  <a:pt x="717" y="860"/>
                </a:cubicBezTo>
                <a:cubicBezTo>
                  <a:pt x="737" y="883"/>
                  <a:pt x="746" y="912"/>
                  <a:pt x="744" y="941"/>
                </a:cubicBezTo>
                <a:cubicBezTo>
                  <a:pt x="778" y="938"/>
                  <a:pt x="812" y="951"/>
                  <a:pt x="836" y="978"/>
                </a:cubicBezTo>
                <a:cubicBezTo>
                  <a:pt x="836" y="978"/>
                  <a:pt x="836" y="978"/>
                  <a:pt x="836" y="978"/>
                </a:cubicBezTo>
                <a:cubicBezTo>
                  <a:pt x="816" y="997"/>
                  <a:pt x="816" y="997"/>
                  <a:pt x="816" y="997"/>
                </a:cubicBezTo>
                <a:cubicBezTo>
                  <a:pt x="837" y="979"/>
                  <a:pt x="837" y="979"/>
                  <a:pt x="837" y="979"/>
                </a:cubicBezTo>
                <a:cubicBezTo>
                  <a:pt x="857" y="1003"/>
                  <a:pt x="866" y="1032"/>
                  <a:pt x="864" y="1061"/>
                </a:cubicBezTo>
                <a:cubicBezTo>
                  <a:pt x="897" y="1059"/>
                  <a:pt x="931" y="1071"/>
                  <a:pt x="955" y="1098"/>
                </a:cubicBezTo>
                <a:cubicBezTo>
                  <a:pt x="955" y="1098"/>
                  <a:pt x="955" y="1098"/>
                  <a:pt x="955" y="1098"/>
                </a:cubicBezTo>
                <a:cubicBezTo>
                  <a:pt x="988" y="1137"/>
                  <a:pt x="991" y="1192"/>
                  <a:pt x="964" y="1233"/>
                </a:cubicBezTo>
                <a:cubicBezTo>
                  <a:pt x="1083" y="1301"/>
                  <a:pt x="1083" y="1301"/>
                  <a:pt x="1083" y="1301"/>
                </a:cubicBezTo>
                <a:cubicBezTo>
                  <a:pt x="1109" y="1316"/>
                  <a:pt x="1142" y="1307"/>
                  <a:pt x="1158" y="1282"/>
                </a:cubicBezTo>
                <a:cubicBezTo>
                  <a:pt x="1172" y="1257"/>
                  <a:pt x="1165" y="1225"/>
                  <a:pt x="1141" y="1209"/>
                </a:cubicBezTo>
                <a:cubicBezTo>
                  <a:pt x="951" y="1077"/>
                  <a:pt x="951" y="1077"/>
                  <a:pt x="951" y="1077"/>
                </a:cubicBezTo>
                <a:cubicBezTo>
                  <a:pt x="951" y="1077"/>
                  <a:pt x="950" y="1076"/>
                  <a:pt x="949" y="1076"/>
                </a:cubicBezTo>
                <a:cubicBezTo>
                  <a:pt x="938" y="1068"/>
                  <a:pt x="938" y="1068"/>
                  <a:pt x="938" y="1068"/>
                </a:cubicBezTo>
                <a:cubicBezTo>
                  <a:pt x="926" y="1059"/>
                  <a:pt x="922" y="1042"/>
                  <a:pt x="931" y="1029"/>
                </a:cubicBezTo>
                <a:cubicBezTo>
                  <a:pt x="940" y="1017"/>
                  <a:pt x="957" y="1014"/>
                  <a:pt x="970" y="1022"/>
                </a:cubicBezTo>
                <a:cubicBezTo>
                  <a:pt x="1238" y="1208"/>
                  <a:pt x="1238" y="1208"/>
                  <a:pt x="1238" y="1208"/>
                </a:cubicBezTo>
                <a:cubicBezTo>
                  <a:pt x="1263" y="1225"/>
                  <a:pt x="1296" y="1219"/>
                  <a:pt x="1314" y="1194"/>
                </a:cubicBezTo>
                <a:cubicBezTo>
                  <a:pt x="1314" y="1194"/>
                  <a:pt x="1314" y="1194"/>
                  <a:pt x="1314" y="1194"/>
                </a:cubicBezTo>
                <a:cubicBezTo>
                  <a:pt x="1330" y="1170"/>
                  <a:pt x="1325" y="1136"/>
                  <a:pt x="1300" y="1119"/>
                </a:cubicBezTo>
                <a:cubicBezTo>
                  <a:pt x="1034" y="930"/>
                  <a:pt x="1034" y="930"/>
                  <a:pt x="1034" y="930"/>
                </a:cubicBezTo>
                <a:cubicBezTo>
                  <a:pt x="1021" y="921"/>
                  <a:pt x="1018" y="904"/>
                  <a:pt x="1026" y="891"/>
                </a:cubicBezTo>
                <a:cubicBezTo>
                  <a:pt x="1034" y="880"/>
                  <a:pt x="1048" y="876"/>
                  <a:pt x="1060" y="881"/>
                </a:cubicBezTo>
                <a:cubicBezTo>
                  <a:pt x="1062" y="882"/>
                  <a:pt x="1063" y="883"/>
                  <a:pt x="1065" y="884"/>
                </a:cubicBezTo>
                <a:cubicBezTo>
                  <a:pt x="1364" y="1096"/>
                  <a:pt x="1364" y="1096"/>
                  <a:pt x="1364" y="1096"/>
                </a:cubicBezTo>
                <a:cubicBezTo>
                  <a:pt x="1391" y="1114"/>
                  <a:pt x="1427" y="1106"/>
                  <a:pt x="1445" y="1079"/>
                </a:cubicBezTo>
                <a:cubicBezTo>
                  <a:pt x="1461" y="1054"/>
                  <a:pt x="1456" y="1021"/>
                  <a:pt x="1432" y="1002"/>
                </a:cubicBezTo>
                <a:cubicBezTo>
                  <a:pt x="1111" y="771"/>
                  <a:pt x="1111" y="771"/>
                  <a:pt x="1111" y="771"/>
                </a:cubicBezTo>
                <a:cubicBezTo>
                  <a:pt x="1099" y="763"/>
                  <a:pt x="1096" y="745"/>
                  <a:pt x="1104" y="733"/>
                </a:cubicBezTo>
                <a:cubicBezTo>
                  <a:pt x="1113" y="720"/>
                  <a:pt x="1130" y="717"/>
                  <a:pt x="1143" y="726"/>
                </a:cubicBezTo>
                <a:cubicBezTo>
                  <a:pt x="1143" y="726"/>
                  <a:pt x="1143" y="726"/>
                  <a:pt x="1144" y="726"/>
                </a:cubicBezTo>
                <a:cubicBezTo>
                  <a:pt x="1166" y="742"/>
                  <a:pt x="1166" y="742"/>
                  <a:pt x="1166" y="742"/>
                </a:cubicBezTo>
                <a:cubicBezTo>
                  <a:pt x="1188" y="758"/>
                  <a:pt x="1188" y="758"/>
                  <a:pt x="1188" y="758"/>
                </a:cubicBezTo>
                <a:cubicBezTo>
                  <a:pt x="1464" y="957"/>
                  <a:pt x="1464" y="957"/>
                  <a:pt x="1464" y="957"/>
                </a:cubicBezTo>
                <a:cubicBezTo>
                  <a:pt x="1465" y="958"/>
                  <a:pt x="1466" y="959"/>
                  <a:pt x="1467" y="960"/>
                </a:cubicBezTo>
                <a:cubicBezTo>
                  <a:pt x="1471" y="962"/>
                  <a:pt x="1471" y="962"/>
                  <a:pt x="1471" y="962"/>
                </a:cubicBezTo>
                <a:cubicBezTo>
                  <a:pt x="1472" y="962"/>
                  <a:pt x="1472" y="963"/>
                  <a:pt x="1473" y="964"/>
                </a:cubicBezTo>
                <a:cubicBezTo>
                  <a:pt x="1478" y="968"/>
                  <a:pt x="1478" y="968"/>
                  <a:pt x="1478" y="968"/>
                </a:cubicBezTo>
                <a:cubicBezTo>
                  <a:pt x="1503" y="986"/>
                  <a:pt x="1538" y="981"/>
                  <a:pt x="1557" y="957"/>
                </a:cubicBezTo>
                <a:cubicBezTo>
                  <a:pt x="1568" y="942"/>
                  <a:pt x="1572" y="924"/>
                  <a:pt x="1567" y="906"/>
                </a:cubicBezTo>
                <a:close/>
                <a:moveTo>
                  <a:pt x="1594" y="925"/>
                </a:moveTo>
                <a:cubicBezTo>
                  <a:pt x="1594" y="925"/>
                  <a:pt x="1594" y="925"/>
                  <a:pt x="1594" y="925"/>
                </a:cubicBezTo>
                <a:cubicBezTo>
                  <a:pt x="1594" y="925"/>
                  <a:pt x="1594" y="925"/>
                  <a:pt x="1594" y="925"/>
                </a:cubicBezTo>
                <a:close/>
                <a:moveTo>
                  <a:pt x="1711" y="741"/>
                </a:moveTo>
                <a:cubicBezTo>
                  <a:pt x="1474" y="355"/>
                  <a:pt x="1474" y="355"/>
                  <a:pt x="1474" y="355"/>
                </a:cubicBezTo>
                <a:cubicBezTo>
                  <a:pt x="1432" y="372"/>
                  <a:pt x="1432" y="372"/>
                  <a:pt x="1432" y="372"/>
                </a:cubicBezTo>
                <a:cubicBezTo>
                  <a:pt x="1377" y="395"/>
                  <a:pt x="1317" y="397"/>
                  <a:pt x="1261" y="378"/>
                </a:cubicBezTo>
                <a:cubicBezTo>
                  <a:pt x="1113" y="331"/>
                  <a:pt x="1113" y="331"/>
                  <a:pt x="1113" y="331"/>
                </a:cubicBezTo>
                <a:cubicBezTo>
                  <a:pt x="1093" y="324"/>
                  <a:pt x="1071" y="326"/>
                  <a:pt x="1052" y="336"/>
                </a:cubicBezTo>
                <a:cubicBezTo>
                  <a:pt x="1004" y="361"/>
                  <a:pt x="1004" y="361"/>
                  <a:pt x="1004" y="361"/>
                </a:cubicBezTo>
                <a:cubicBezTo>
                  <a:pt x="1004" y="362"/>
                  <a:pt x="1003" y="362"/>
                  <a:pt x="1002" y="363"/>
                </a:cubicBezTo>
                <a:cubicBezTo>
                  <a:pt x="803" y="469"/>
                  <a:pt x="803" y="469"/>
                  <a:pt x="803" y="469"/>
                </a:cubicBezTo>
                <a:cubicBezTo>
                  <a:pt x="800" y="470"/>
                  <a:pt x="798" y="473"/>
                  <a:pt x="798" y="476"/>
                </a:cubicBezTo>
                <a:cubicBezTo>
                  <a:pt x="798" y="479"/>
                  <a:pt x="799" y="481"/>
                  <a:pt x="801" y="483"/>
                </a:cubicBezTo>
                <a:cubicBezTo>
                  <a:pt x="859" y="520"/>
                  <a:pt x="959" y="547"/>
                  <a:pt x="1102" y="465"/>
                </a:cubicBezTo>
                <a:cubicBezTo>
                  <a:pt x="1112" y="460"/>
                  <a:pt x="1124" y="461"/>
                  <a:pt x="1133" y="468"/>
                </a:cubicBezTo>
                <a:cubicBezTo>
                  <a:pt x="1583" y="835"/>
                  <a:pt x="1583" y="835"/>
                  <a:pt x="1583" y="835"/>
                </a:cubicBezTo>
                <a:cubicBezTo>
                  <a:pt x="1590" y="840"/>
                  <a:pt x="1595" y="845"/>
                  <a:pt x="1600" y="852"/>
                </a:cubicBezTo>
                <a:lnTo>
                  <a:pt x="1711" y="741"/>
                </a:lnTo>
                <a:close/>
                <a:moveTo>
                  <a:pt x="1935" y="735"/>
                </a:moveTo>
                <a:cubicBezTo>
                  <a:pt x="1785" y="80"/>
                  <a:pt x="1785" y="80"/>
                  <a:pt x="1785" y="80"/>
                </a:cubicBezTo>
                <a:cubicBezTo>
                  <a:pt x="1504" y="297"/>
                  <a:pt x="1504" y="297"/>
                  <a:pt x="1504" y="297"/>
                </a:cubicBezTo>
                <a:cubicBezTo>
                  <a:pt x="1764" y="719"/>
                  <a:pt x="1764" y="719"/>
                  <a:pt x="1764" y="719"/>
                </a:cubicBezTo>
                <a:cubicBezTo>
                  <a:pt x="1765" y="721"/>
                  <a:pt x="1767" y="722"/>
                  <a:pt x="1768" y="723"/>
                </a:cubicBezTo>
                <a:cubicBezTo>
                  <a:pt x="1773" y="728"/>
                  <a:pt x="1775" y="734"/>
                  <a:pt x="1776" y="740"/>
                </a:cubicBezTo>
                <a:cubicBezTo>
                  <a:pt x="1815" y="803"/>
                  <a:pt x="1815" y="803"/>
                  <a:pt x="1815" y="803"/>
                </a:cubicBezTo>
                <a:lnTo>
                  <a:pt x="1935" y="735"/>
                </a:ln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" name="Freeform 17">
            <a:extLst>
              <a:ext uri="{FF2B5EF4-FFF2-40B4-BE49-F238E27FC236}">
                <a16:creationId xmlns:a16="http://schemas.microsoft.com/office/drawing/2014/main" id="{0554B551-8235-8B5A-E41C-5B0D9BC52CC4}"/>
              </a:ext>
            </a:extLst>
          </p:cNvPr>
          <p:cNvSpPr>
            <a:spLocks noEditPoints="1"/>
          </p:cNvSpPr>
          <p:nvPr/>
        </p:nvSpPr>
        <p:spPr bwMode="auto">
          <a:xfrm>
            <a:off x="253424" y="3740625"/>
            <a:ext cx="225305" cy="243485"/>
          </a:xfrm>
          <a:custGeom>
            <a:avLst/>
            <a:gdLst>
              <a:gd name="T0" fmla="*/ 185 w 200"/>
              <a:gd name="T1" fmla="*/ 170 h 217"/>
              <a:gd name="T2" fmla="*/ 105 w 200"/>
              <a:gd name="T3" fmla="*/ 154 h 217"/>
              <a:gd name="T4" fmla="*/ 100 w 200"/>
              <a:gd name="T5" fmla="*/ 146 h 217"/>
              <a:gd name="T6" fmla="*/ 96 w 200"/>
              <a:gd name="T7" fmla="*/ 154 h 217"/>
              <a:gd name="T8" fmla="*/ 15 w 200"/>
              <a:gd name="T9" fmla="*/ 170 h 217"/>
              <a:gd name="T10" fmla="*/ 0 w 200"/>
              <a:gd name="T11" fmla="*/ 198 h 217"/>
              <a:gd name="T12" fmla="*/ 39 w 200"/>
              <a:gd name="T13" fmla="*/ 198 h 217"/>
              <a:gd name="T14" fmla="*/ 24 w 200"/>
              <a:gd name="T15" fmla="*/ 170 h 217"/>
              <a:gd name="T16" fmla="*/ 96 w 200"/>
              <a:gd name="T17" fmla="*/ 162 h 217"/>
              <a:gd name="T18" fmla="*/ 81 w 200"/>
              <a:gd name="T19" fmla="*/ 198 h 217"/>
              <a:gd name="T20" fmla="*/ 120 w 200"/>
              <a:gd name="T21" fmla="*/ 198 h 217"/>
              <a:gd name="T22" fmla="*/ 105 w 200"/>
              <a:gd name="T23" fmla="*/ 162 h 217"/>
              <a:gd name="T24" fmla="*/ 177 w 200"/>
              <a:gd name="T25" fmla="*/ 170 h 217"/>
              <a:gd name="T26" fmla="*/ 162 w 200"/>
              <a:gd name="T27" fmla="*/ 198 h 217"/>
              <a:gd name="T28" fmla="*/ 200 w 200"/>
              <a:gd name="T29" fmla="*/ 198 h 217"/>
              <a:gd name="T30" fmla="*/ 30 w 200"/>
              <a:gd name="T31" fmla="*/ 198 h 217"/>
              <a:gd name="T32" fmla="*/ 9 w 200"/>
              <a:gd name="T33" fmla="*/ 198 h 217"/>
              <a:gd name="T34" fmla="*/ 30 w 200"/>
              <a:gd name="T35" fmla="*/ 198 h 217"/>
              <a:gd name="T36" fmla="*/ 100 w 200"/>
              <a:gd name="T37" fmla="*/ 209 h 217"/>
              <a:gd name="T38" fmla="*/ 100 w 200"/>
              <a:gd name="T39" fmla="*/ 187 h 217"/>
              <a:gd name="T40" fmla="*/ 181 w 200"/>
              <a:gd name="T41" fmla="*/ 209 h 217"/>
              <a:gd name="T42" fmla="*/ 181 w 200"/>
              <a:gd name="T43" fmla="*/ 187 h 217"/>
              <a:gd name="T44" fmla="*/ 181 w 200"/>
              <a:gd name="T45" fmla="*/ 209 h 217"/>
              <a:gd name="T46" fmla="*/ 100 w 200"/>
              <a:gd name="T47" fmla="*/ 0 h 217"/>
              <a:gd name="T48" fmla="*/ 59 w 200"/>
              <a:gd name="T49" fmla="*/ 118 h 217"/>
              <a:gd name="T50" fmla="*/ 69 w 200"/>
              <a:gd name="T51" fmla="*/ 125 h 217"/>
              <a:gd name="T52" fmla="*/ 100 w 200"/>
              <a:gd name="T53" fmla="*/ 133 h 217"/>
              <a:gd name="T54" fmla="*/ 137 w 200"/>
              <a:gd name="T55" fmla="*/ 122 h 217"/>
              <a:gd name="T56" fmla="*/ 142 w 200"/>
              <a:gd name="T57" fmla="*/ 118 h 217"/>
              <a:gd name="T58" fmla="*/ 42 w 200"/>
              <a:gd name="T59" fmla="*/ 66 h 217"/>
              <a:gd name="T60" fmla="*/ 158 w 200"/>
              <a:gd name="T61" fmla="*/ 66 h 217"/>
              <a:gd name="T62" fmla="*/ 128 w 200"/>
              <a:gd name="T63" fmla="*/ 90 h 217"/>
              <a:gd name="T64" fmla="*/ 122 w 200"/>
              <a:gd name="T65" fmla="*/ 66 h 217"/>
              <a:gd name="T66" fmla="*/ 76 w 200"/>
              <a:gd name="T67" fmla="*/ 66 h 217"/>
              <a:gd name="T68" fmla="*/ 73 w 200"/>
              <a:gd name="T69" fmla="*/ 90 h 217"/>
              <a:gd name="T70" fmla="*/ 42 w 200"/>
              <a:gd name="T71" fmla="*/ 66 h 217"/>
              <a:gd name="T72" fmla="*/ 85 w 200"/>
              <a:gd name="T73" fmla="*/ 66 h 217"/>
              <a:gd name="T74" fmla="*/ 113 w 200"/>
              <a:gd name="T75" fmla="*/ 66 h 217"/>
              <a:gd name="T76" fmla="*/ 66 w 200"/>
              <a:gd name="T77" fmla="*/ 114 h 217"/>
              <a:gd name="T78" fmla="*/ 134 w 200"/>
              <a:gd name="T79" fmla="*/ 114 h 217"/>
              <a:gd name="T80" fmla="*/ 66 w 200"/>
              <a:gd name="T81" fmla="*/ 114 h 217"/>
              <a:gd name="T82" fmla="*/ 105 w 200"/>
              <a:gd name="T83" fmla="*/ 139 h 217"/>
              <a:gd name="T84" fmla="*/ 96 w 200"/>
              <a:gd name="T85" fmla="*/ 139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0" h="217">
                <a:moveTo>
                  <a:pt x="185" y="179"/>
                </a:moveTo>
                <a:cubicBezTo>
                  <a:pt x="185" y="170"/>
                  <a:pt x="185" y="170"/>
                  <a:pt x="185" y="170"/>
                </a:cubicBezTo>
                <a:cubicBezTo>
                  <a:pt x="185" y="161"/>
                  <a:pt x="178" y="154"/>
                  <a:pt x="169" y="154"/>
                </a:cubicBezTo>
                <a:cubicBezTo>
                  <a:pt x="105" y="154"/>
                  <a:pt x="105" y="154"/>
                  <a:pt x="105" y="154"/>
                </a:cubicBezTo>
                <a:cubicBezTo>
                  <a:pt x="105" y="150"/>
                  <a:pt x="105" y="150"/>
                  <a:pt x="105" y="150"/>
                </a:cubicBezTo>
                <a:cubicBezTo>
                  <a:pt x="105" y="147"/>
                  <a:pt x="103" y="146"/>
                  <a:pt x="100" y="146"/>
                </a:cubicBezTo>
                <a:cubicBezTo>
                  <a:pt x="98" y="146"/>
                  <a:pt x="96" y="147"/>
                  <a:pt x="96" y="150"/>
                </a:cubicBezTo>
                <a:cubicBezTo>
                  <a:pt x="96" y="154"/>
                  <a:pt x="96" y="154"/>
                  <a:pt x="96" y="154"/>
                </a:cubicBezTo>
                <a:cubicBezTo>
                  <a:pt x="31" y="154"/>
                  <a:pt x="31" y="154"/>
                  <a:pt x="31" y="154"/>
                </a:cubicBezTo>
                <a:cubicBezTo>
                  <a:pt x="22" y="154"/>
                  <a:pt x="15" y="161"/>
                  <a:pt x="15" y="170"/>
                </a:cubicBezTo>
                <a:cubicBezTo>
                  <a:pt x="15" y="179"/>
                  <a:pt x="15" y="179"/>
                  <a:pt x="15" y="179"/>
                </a:cubicBezTo>
                <a:cubicBezTo>
                  <a:pt x="7" y="181"/>
                  <a:pt x="0" y="189"/>
                  <a:pt x="0" y="198"/>
                </a:cubicBezTo>
                <a:cubicBezTo>
                  <a:pt x="0" y="208"/>
                  <a:pt x="9" y="217"/>
                  <a:pt x="20" y="217"/>
                </a:cubicBezTo>
                <a:cubicBezTo>
                  <a:pt x="30" y="217"/>
                  <a:pt x="39" y="208"/>
                  <a:pt x="39" y="198"/>
                </a:cubicBezTo>
                <a:cubicBezTo>
                  <a:pt x="39" y="189"/>
                  <a:pt x="32" y="181"/>
                  <a:pt x="24" y="179"/>
                </a:cubicBezTo>
                <a:cubicBezTo>
                  <a:pt x="24" y="170"/>
                  <a:pt x="24" y="170"/>
                  <a:pt x="24" y="170"/>
                </a:cubicBezTo>
                <a:cubicBezTo>
                  <a:pt x="24" y="166"/>
                  <a:pt x="27" y="162"/>
                  <a:pt x="31" y="162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6" y="179"/>
                  <a:pt x="96" y="179"/>
                  <a:pt x="96" y="179"/>
                </a:cubicBezTo>
                <a:cubicBezTo>
                  <a:pt x="88" y="181"/>
                  <a:pt x="81" y="189"/>
                  <a:pt x="81" y="198"/>
                </a:cubicBezTo>
                <a:cubicBezTo>
                  <a:pt x="81" y="208"/>
                  <a:pt x="90" y="217"/>
                  <a:pt x="100" y="217"/>
                </a:cubicBezTo>
                <a:cubicBezTo>
                  <a:pt x="111" y="217"/>
                  <a:pt x="120" y="208"/>
                  <a:pt x="120" y="198"/>
                </a:cubicBezTo>
                <a:cubicBezTo>
                  <a:pt x="120" y="189"/>
                  <a:pt x="113" y="181"/>
                  <a:pt x="105" y="179"/>
                </a:cubicBezTo>
                <a:cubicBezTo>
                  <a:pt x="105" y="162"/>
                  <a:pt x="105" y="162"/>
                  <a:pt x="105" y="162"/>
                </a:cubicBezTo>
                <a:cubicBezTo>
                  <a:pt x="169" y="162"/>
                  <a:pt x="169" y="162"/>
                  <a:pt x="169" y="162"/>
                </a:cubicBezTo>
                <a:cubicBezTo>
                  <a:pt x="174" y="162"/>
                  <a:pt x="177" y="166"/>
                  <a:pt x="177" y="170"/>
                </a:cubicBezTo>
                <a:cubicBezTo>
                  <a:pt x="177" y="179"/>
                  <a:pt x="177" y="179"/>
                  <a:pt x="177" y="179"/>
                </a:cubicBezTo>
                <a:cubicBezTo>
                  <a:pt x="168" y="181"/>
                  <a:pt x="162" y="189"/>
                  <a:pt x="162" y="198"/>
                </a:cubicBezTo>
                <a:cubicBezTo>
                  <a:pt x="162" y="208"/>
                  <a:pt x="170" y="217"/>
                  <a:pt x="181" y="217"/>
                </a:cubicBezTo>
                <a:cubicBezTo>
                  <a:pt x="192" y="217"/>
                  <a:pt x="200" y="208"/>
                  <a:pt x="200" y="198"/>
                </a:cubicBezTo>
                <a:cubicBezTo>
                  <a:pt x="200" y="189"/>
                  <a:pt x="194" y="181"/>
                  <a:pt x="185" y="179"/>
                </a:cubicBezTo>
                <a:close/>
                <a:moveTo>
                  <a:pt x="30" y="198"/>
                </a:moveTo>
                <a:cubicBezTo>
                  <a:pt x="30" y="204"/>
                  <a:pt x="26" y="209"/>
                  <a:pt x="20" y="209"/>
                </a:cubicBezTo>
                <a:cubicBezTo>
                  <a:pt x="14" y="209"/>
                  <a:pt x="9" y="204"/>
                  <a:pt x="9" y="198"/>
                </a:cubicBezTo>
                <a:cubicBezTo>
                  <a:pt x="9" y="192"/>
                  <a:pt x="14" y="187"/>
                  <a:pt x="20" y="187"/>
                </a:cubicBezTo>
                <a:cubicBezTo>
                  <a:pt x="26" y="187"/>
                  <a:pt x="30" y="192"/>
                  <a:pt x="30" y="198"/>
                </a:cubicBezTo>
                <a:close/>
                <a:moveTo>
                  <a:pt x="111" y="198"/>
                </a:moveTo>
                <a:cubicBezTo>
                  <a:pt x="111" y="204"/>
                  <a:pt x="106" y="209"/>
                  <a:pt x="100" y="209"/>
                </a:cubicBezTo>
                <a:cubicBezTo>
                  <a:pt x="94" y="209"/>
                  <a:pt x="90" y="204"/>
                  <a:pt x="90" y="198"/>
                </a:cubicBezTo>
                <a:cubicBezTo>
                  <a:pt x="90" y="192"/>
                  <a:pt x="94" y="187"/>
                  <a:pt x="100" y="187"/>
                </a:cubicBezTo>
                <a:cubicBezTo>
                  <a:pt x="106" y="187"/>
                  <a:pt x="111" y="192"/>
                  <a:pt x="111" y="198"/>
                </a:cubicBezTo>
                <a:close/>
                <a:moveTo>
                  <a:pt x="181" y="209"/>
                </a:moveTo>
                <a:cubicBezTo>
                  <a:pt x="175" y="209"/>
                  <a:pt x="170" y="204"/>
                  <a:pt x="170" y="198"/>
                </a:cubicBezTo>
                <a:cubicBezTo>
                  <a:pt x="170" y="192"/>
                  <a:pt x="175" y="187"/>
                  <a:pt x="181" y="187"/>
                </a:cubicBezTo>
                <a:cubicBezTo>
                  <a:pt x="187" y="187"/>
                  <a:pt x="192" y="192"/>
                  <a:pt x="192" y="198"/>
                </a:cubicBezTo>
                <a:cubicBezTo>
                  <a:pt x="192" y="204"/>
                  <a:pt x="187" y="209"/>
                  <a:pt x="181" y="209"/>
                </a:cubicBezTo>
                <a:close/>
                <a:moveTo>
                  <a:pt x="167" y="66"/>
                </a:moveTo>
                <a:cubicBezTo>
                  <a:pt x="167" y="30"/>
                  <a:pt x="137" y="0"/>
                  <a:pt x="100" y="0"/>
                </a:cubicBezTo>
                <a:cubicBezTo>
                  <a:pt x="64" y="0"/>
                  <a:pt x="34" y="30"/>
                  <a:pt x="34" y="66"/>
                </a:cubicBezTo>
                <a:cubicBezTo>
                  <a:pt x="34" y="87"/>
                  <a:pt x="43" y="106"/>
                  <a:pt x="59" y="118"/>
                </a:cubicBezTo>
                <a:cubicBezTo>
                  <a:pt x="59" y="118"/>
                  <a:pt x="59" y="118"/>
                  <a:pt x="59" y="119"/>
                </a:cubicBezTo>
                <a:cubicBezTo>
                  <a:pt x="62" y="121"/>
                  <a:pt x="66" y="124"/>
                  <a:pt x="69" y="125"/>
                </a:cubicBezTo>
                <a:cubicBezTo>
                  <a:pt x="69" y="125"/>
                  <a:pt x="69" y="125"/>
                  <a:pt x="69" y="125"/>
                </a:cubicBezTo>
                <a:cubicBezTo>
                  <a:pt x="79" y="130"/>
                  <a:pt x="89" y="133"/>
                  <a:pt x="100" y="133"/>
                </a:cubicBezTo>
                <a:cubicBezTo>
                  <a:pt x="114" y="133"/>
                  <a:pt x="127" y="129"/>
                  <a:pt x="137" y="122"/>
                </a:cubicBezTo>
                <a:cubicBezTo>
                  <a:pt x="137" y="122"/>
                  <a:pt x="137" y="122"/>
                  <a:pt x="137" y="122"/>
                </a:cubicBezTo>
                <a:cubicBezTo>
                  <a:pt x="139" y="121"/>
                  <a:pt x="140" y="120"/>
                  <a:pt x="142" y="119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57" y="106"/>
                  <a:pt x="167" y="87"/>
                  <a:pt x="167" y="66"/>
                </a:cubicBezTo>
                <a:close/>
                <a:moveTo>
                  <a:pt x="42" y="66"/>
                </a:moveTo>
                <a:cubicBezTo>
                  <a:pt x="42" y="34"/>
                  <a:pt x="68" y="8"/>
                  <a:pt x="100" y="8"/>
                </a:cubicBezTo>
                <a:cubicBezTo>
                  <a:pt x="132" y="8"/>
                  <a:pt x="158" y="34"/>
                  <a:pt x="158" y="66"/>
                </a:cubicBezTo>
                <a:cubicBezTo>
                  <a:pt x="158" y="83"/>
                  <a:pt x="152" y="97"/>
                  <a:pt x="141" y="108"/>
                </a:cubicBezTo>
                <a:cubicBezTo>
                  <a:pt x="138" y="101"/>
                  <a:pt x="134" y="95"/>
                  <a:pt x="128" y="90"/>
                </a:cubicBezTo>
                <a:cubicBezTo>
                  <a:pt x="124" y="87"/>
                  <a:pt x="120" y="85"/>
                  <a:pt x="115" y="83"/>
                </a:cubicBezTo>
                <a:cubicBezTo>
                  <a:pt x="119" y="79"/>
                  <a:pt x="122" y="73"/>
                  <a:pt x="122" y="66"/>
                </a:cubicBezTo>
                <a:cubicBezTo>
                  <a:pt x="122" y="54"/>
                  <a:pt x="112" y="44"/>
                  <a:pt x="99" y="44"/>
                </a:cubicBezTo>
                <a:cubicBezTo>
                  <a:pt x="87" y="44"/>
                  <a:pt x="76" y="54"/>
                  <a:pt x="76" y="66"/>
                </a:cubicBezTo>
                <a:cubicBezTo>
                  <a:pt x="76" y="73"/>
                  <a:pt x="79" y="79"/>
                  <a:pt x="84" y="84"/>
                </a:cubicBezTo>
                <a:cubicBezTo>
                  <a:pt x="80" y="85"/>
                  <a:pt x="76" y="87"/>
                  <a:pt x="73" y="90"/>
                </a:cubicBezTo>
                <a:cubicBezTo>
                  <a:pt x="67" y="95"/>
                  <a:pt x="62" y="101"/>
                  <a:pt x="59" y="108"/>
                </a:cubicBezTo>
                <a:cubicBezTo>
                  <a:pt x="49" y="97"/>
                  <a:pt x="42" y="83"/>
                  <a:pt x="42" y="66"/>
                </a:cubicBezTo>
                <a:close/>
                <a:moveTo>
                  <a:pt x="99" y="81"/>
                </a:moveTo>
                <a:cubicBezTo>
                  <a:pt x="91" y="81"/>
                  <a:pt x="85" y="74"/>
                  <a:pt x="85" y="66"/>
                </a:cubicBezTo>
                <a:cubicBezTo>
                  <a:pt x="85" y="59"/>
                  <a:pt x="91" y="52"/>
                  <a:pt x="99" y="52"/>
                </a:cubicBezTo>
                <a:cubicBezTo>
                  <a:pt x="107" y="52"/>
                  <a:pt x="113" y="59"/>
                  <a:pt x="113" y="66"/>
                </a:cubicBezTo>
                <a:cubicBezTo>
                  <a:pt x="113" y="74"/>
                  <a:pt x="107" y="81"/>
                  <a:pt x="99" y="81"/>
                </a:cubicBezTo>
                <a:close/>
                <a:moveTo>
                  <a:pt x="66" y="114"/>
                </a:moveTo>
                <a:cubicBezTo>
                  <a:pt x="71" y="99"/>
                  <a:pt x="85" y="89"/>
                  <a:pt x="100" y="89"/>
                </a:cubicBezTo>
                <a:cubicBezTo>
                  <a:pt x="116" y="89"/>
                  <a:pt x="130" y="99"/>
                  <a:pt x="134" y="114"/>
                </a:cubicBezTo>
                <a:cubicBezTo>
                  <a:pt x="125" y="120"/>
                  <a:pt x="113" y="125"/>
                  <a:pt x="100" y="125"/>
                </a:cubicBezTo>
                <a:cubicBezTo>
                  <a:pt x="88" y="125"/>
                  <a:pt x="76" y="120"/>
                  <a:pt x="66" y="114"/>
                </a:cubicBezTo>
                <a:close/>
                <a:moveTo>
                  <a:pt x="100" y="135"/>
                </a:moveTo>
                <a:cubicBezTo>
                  <a:pt x="103" y="135"/>
                  <a:pt x="105" y="137"/>
                  <a:pt x="105" y="139"/>
                </a:cubicBezTo>
                <a:cubicBezTo>
                  <a:pt x="105" y="142"/>
                  <a:pt x="103" y="144"/>
                  <a:pt x="100" y="144"/>
                </a:cubicBezTo>
                <a:cubicBezTo>
                  <a:pt x="98" y="144"/>
                  <a:pt x="96" y="142"/>
                  <a:pt x="96" y="139"/>
                </a:cubicBezTo>
                <a:cubicBezTo>
                  <a:pt x="96" y="137"/>
                  <a:pt x="98" y="135"/>
                  <a:pt x="100" y="135"/>
                </a:cubicBez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47F8A846-689F-D588-11EB-21D47B65FA5B}"/>
              </a:ext>
            </a:extLst>
          </p:cNvPr>
          <p:cNvSpPr/>
          <p:nvPr/>
        </p:nvSpPr>
        <p:spPr bwMode="auto">
          <a:xfrm rot="7644661" flipH="1">
            <a:off x="1458105" y="2193470"/>
            <a:ext cx="302515" cy="51087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426279"/>
              <a:gd name="connsiteY0" fmla="*/ 527891 h 527890"/>
              <a:gd name="connsiteX1" fmla="*/ 2426279 w 2426279"/>
              <a:gd name="connsiteY1" fmla="*/ 4120 h 527890"/>
              <a:gd name="connsiteX0" fmla="*/ 0 w 1173595"/>
              <a:gd name="connsiteY0" fmla="*/ 3359 h 909614"/>
              <a:gd name="connsiteX1" fmla="*/ 1173595 w 1173595"/>
              <a:gd name="connsiteY1" fmla="*/ 909614 h 909614"/>
              <a:gd name="connsiteX0" fmla="*/ 0 w 1173595"/>
              <a:gd name="connsiteY0" fmla="*/ 8591 h 914846"/>
              <a:gd name="connsiteX1" fmla="*/ 1173595 w 1173595"/>
              <a:gd name="connsiteY1" fmla="*/ 914846 h 914846"/>
              <a:gd name="connsiteX0" fmla="*/ 0 w 868214"/>
              <a:gd name="connsiteY0" fmla="*/ 14513 h 751567"/>
              <a:gd name="connsiteX1" fmla="*/ 868214 w 868214"/>
              <a:gd name="connsiteY1" fmla="*/ 751566 h 751567"/>
              <a:gd name="connsiteX0" fmla="*/ 0 w 868214"/>
              <a:gd name="connsiteY0" fmla="*/ 7052 h 744106"/>
              <a:gd name="connsiteX1" fmla="*/ 868214 w 868214"/>
              <a:gd name="connsiteY1" fmla="*/ 744105 h 744106"/>
              <a:gd name="connsiteX0" fmla="*/ 0 w 1217220"/>
              <a:gd name="connsiteY0" fmla="*/ 7975 h 690447"/>
              <a:gd name="connsiteX1" fmla="*/ 1217220 w 1217220"/>
              <a:gd name="connsiteY1" fmla="*/ 690448 h 690447"/>
              <a:gd name="connsiteX0" fmla="*/ 0 w 1217220"/>
              <a:gd name="connsiteY0" fmla="*/ 11333 h 693805"/>
              <a:gd name="connsiteX1" fmla="*/ 1217220 w 1217220"/>
              <a:gd name="connsiteY1" fmla="*/ 693806 h 693805"/>
              <a:gd name="connsiteX0" fmla="*/ 0 w 1217220"/>
              <a:gd name="connsiteY0" fmla="*/ 41383 h 723855"/>
              <a:gd name="connsiteX1" fmla="*/ 1217220 w 1217220"/>
              <a:gd name="connsiteY1" fmla="*/ 723856 h 723855"/>
              <a:gd name="connsiteX0" fmla="*/ 0 w 423887"/>
              <a:gd name="connsiteY0" fmla="*/ 4267435 h 4267439"/>
              <a:gd name="connsiteX1" fmla="*/ 423887 w 423887"/>
              <a:gd name="connsiteY1" fmla="*/ 42505 h 4267439"/>
              <a:gd name="connsiteX0" fmla="*/ 0 w 633118"/>
              <a:gd name="connsiteY0" fmla="*/ 3374791 h 3374795"/>
              <a:gd name="connsiteX1" fmla="*/ 633118 w 633118"/>
              <a:gd name="connsiteY1" fmla="*/ 51957 h 3374795"/>
              <a:gd name="connsiteX0" fmla="*/ 0 w 633118"/>
              <a:gd name="connsiteY0" fmla="*/ 3486736 h 3486740"/>
              <a:gd name="connsiteX1" fmla="*/ 633118 w 633118"/>
              <a:gd name="connsiteY1" fmla="*/ 163902 h 3486740"/>
              <a:gd name="connsiteX0" fmla="*/ 0 w 635312"/>
              <a:gd name="connsiteY0" fmla="*/ 3322834 h 3322838"/>
              <a:gd name="connsiteX1" fmla="*/ 633118 w 635312"/>
              <a:gd name="connsiteY1" fmla="*/ 0 h 3322838"/>
              <a:gd name="connsiteX0" fmla="*/ 0 w 470140"/>
              <a:gd name="connsiteY0" fmla="*/ 3791924 h 3791928"/>
              <a:gd name="connsiteX1" fmla="*/ 458759 w 470140"/>
              <a:gd name="connsiteY1" fmla="*/ 0 h 3791928"/>
              <a:gd name="connsiteX0" fmla="*/ 0 w 553125"/>
              <a:gd name="connsiteY0" fmla="*/ 3791924 h 3791928"/>
              <a:gd name="connsiteX1" fmla="*/ 458759 w 553125"/>
              <a:gd name="connsiteY1" fmla="*/ 0 h 3791928"/>
              <a:gd name="connsiteX0" fmla="*/ 0 w 624530"/>
              <a:gd name="connsiteY0" fmla="*/ 4333186 h 4333186"/>
              <a:gd name="connsiteX1" fmla="*/ 545938 w 624530"/>
              <a:gd name="connsiteY1" fmla="*/ 0 h 4333186"/>
              <a:gd name="connsiteX0" fmla="*/ 0 w 692207"/>
              <a:gd name="connsiteY0" fmla="*/ 4838360 h 4838360"/>
              <a:gd name="connsiteX1" fmla="*/ 624400 w 692207"/>
              <a:gd name="connsiteY1" fmla="*/ 0 h 483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2207" h="4838360">
                <a:moveTo>
                  <a:pt x="0" y="4838360"/>
                </a:moveTo>
                <a:cubicBezTo>
                  <a:pt x="526166" y="4679956"/>
                  <a:pt x="837502" y="1743389"/>
                  <a:pt x="624400" y="0"/>
                </a:cubicBezTo>
              </a:path>
            </a:pathLst>
          </a:custGeom>
          <a:noFill/>
          <a:ln w="3175">
            <a:solidFill>
              <a:srgbClr val="43515C"/>
            </a:solidFill>
            <a:miter lim="800000"/>
            <a:headEnd type="triangle" w="sm" len="sm"/>
            <a:tailEnd type="none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8446E27-9779-DB14-3036-071F943BEF83}"/>
              </a:ext>
            </a:extLst>
          </p:cNvPr>
          <p:cNvGrpSpPr/>
          <p:nvPr/>
        </p:nvGrpSpPr>
        <p:grpSpPr>
          <a:xfrm>
            <a:off x="1402883" y="1823197"/>
            <a:ext cx="1055545" cy="815736"/>
            <a:chOff x="2216749" y="1191065"/>
            <a:chExt cx="1055545" cy="815736"/>
          </a:xfrm>
        </p:grpSpPr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A8ED29FD-67F1-8B74-C87A-5F6289727A7F}"/>
                </a:ext>
              </a:extLst>
            </p:cNvPr>
            <p:cNvSpPr/>
            <p:nvPr/>
          </p:nvSpPr>
          <p:spPr>
            <a:xfrm>
              <a:off x="2762334" y="1631895"/>
              <a:ext cx="385220" cy="298765"/>
            </a:xfrm>
            <a:custGeom>
              <a:avLst/>
              <a:gdLst>
                <a:gd name="connsiteX0" fmla="*/ 2123313 w 2123313"/>
                <a:gd name="connsiteY0" fmla="*/ 1137190 h 1646777"/>
                <a:gd name="connsiteX1" fmla="*/ 1805178 w 2123313"/>
                <a:gd name="connsiteY1" fmla="*/ 1646777 h 1646777"/>
                <a:gd name="connsiteX2" fmla="*/ 0 w 2123313"/>
                <a:gd name="connsiteY2" fmla="*/ 509588 h 1646777"/>
                <a:gd name="connsiteX3" fmla="*/ 318135 w 2123313"/>
                <a:gd name="connsiteY3" fmla="*/ 0 h 1646777"/>
                <a:gd name="connsiteX4" fmla="*/ 2123313 w 2123313"/>
                <a:gd name="connsiteY4" fmla="*/ 1137190 h 164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3313" h="1646777">
                  <a:moveTo>
                    <a:pt x="2123313" y="1137190"/>
                  </a:moveTo>
                  <a:lnTo>
                    <a:pt x="1805178" y="1646777"/>
                  </a:lnTo>
                  <a:lnTo>
                    <a:pt x="0" y="509588"/>
                  </a:lnTo>
                  <a:lnTo>
                    <a:pt x="318135" y="0"/>
                  </a:lnTo>
                  <a:lnTo>
                    <a:pt x="2123313" y="1137190"/>
                  </a:lnTo>
                  <a:close/>
                </a:path>
              </a:pathLst>
            </a:custGeom>
            <a:solidFill>
              <a:srgbClr val="43515C"/>
            </a:solidFill>
            <a:ln w="6350" cap="flat" cmpd="sng">
              <a:noFill/>
              <a:prstDash val="solid"/>
              <a:miter/>
            </a:ln>
            <a:effectLst>
              <a:outerShdw blurRad="254000" dist="38100" dir="5400000" rotWithShape="0">
                <a:srgbClr val="A2ABB0">
                  <a:alpha val="3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E3197CE-0793-A1C3-D28A-F342B41399EF}"/>
                </a:ext>
              </a:extLst>
            </p:cNvPr>
            <p:cNvSpPr/>
            <p:nvPr/>
          </p:nvSpPr>
          <p:spPr>
            <a:xfrm>
              <a:off x="2935745" y="1735890"/>
              <a:ext cx="336549" cy="270911"/>
            </a:xfrm>
            <a:custGeom>
              <a:avLst/>
              <a:gdLst>
                <a:gd name="connsiteX0" fmla="*/ 1789271 w 1855037"/>
                <a:gd name="connsiteY0" fmla="*/ 1302163 h 1493248"/>
                <a:gd name="connsiteX1" fmla="*/ 1785557 w 1855037"/>
                <a:gd name="connsiteY1" fmla="*/ 1308068 h 1493248"/>
                <a:gd name="connsiteX2" fmla="*/ 1385602 w 1855037"/>
                <a:gd name="connsiteY2" fmla="*/ 1462849 h 1493248"/>
                <a:gd name="connsiteX3" fmla="*/ 0 w 1855037"/>
                <a:gd name="connsiteY3" fmla="*/ 612362 h 1493248"/>
                <a:gd name="connsiteX4" fmla="*/ 364141 w 1855037"/>
                <a:gd name="connsiteY4" fmla="*/ 0 h 1493248"/>
                <a:gd name="connsiteX5" fmla="*/ 1752695 w 1855037"/>
                <a:gd name="connsiteY5" fmla="*/ 874967 h 1493248"/>
                <a:gd name="connsiteX6" fmla="*/ 1789271 w 1855037"/>
                <a:gd name="connsiteY6" fmla="*/ 1302258 h 149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5037" h="1493248">
                  <a:moveTo>
                    <a:pt x="1789271" y="1302163"/>
                  </a:moveTo>
                  <a:lnTo>
                    <a:pt x="1785557" y="1308068"/>
                  </a:lnTo>
                  <a:cubicBezTo>
                    <a:pt x="1685163" y="1468850"/>
                    <a:pt x="1506093" y="1538097"/>
                    <a:pt x="1385602" y="1462849"/>
                  </a:cubicBezTo>
                  <a:lnTo>
                    <a:pt x="0" y="612362"/>
                  </a:lnTo>
                  <a:lnTo>
                    <a:pt x="364141" y="0"/>
                  </a:lnTo>
                  <a:lnTo>
                    <a:pt x="1752695" y="874967"/>
                  </a:lnTo>
                  <a:cubicBezTo>
                    <a:pt x="1873282" y="950214"/>
                    <a:pt x="1889665" y="1141571"/>
                    <a:pt x="1789271" y="1302258"/>
                  </a:cubicBezTo>
                  <a:close/>
                </a:path>
              </a:pathLst>
            </a:custGeom>
            <a:solidFill>
              <a:srgbClr val="43515C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11553B51-CF03-57B5-BBAD-18E2027EF21F}"/>
                </a:ext>
              </a:extLst>
            </p:cNvPr>
            <p:cNvSpPr/>
            <p:nvPr/>
          </p:nvSpPr>
          <p:spPr>
            <a:xfrm>
              <a:off x="2216749" y="1191065"/>
              <a:ext cx="656182" cy="656182"/>
            </a:xfrm>
            <a:custGeom>
              <a:avLst/>
              <a:gdLst>
                <a:gd name="connsiteX0" fmla="*/ 2765968 w 3616838"/>
                <a:gd name="connsiteY0" fmla="*/ 274609 h 3616838"/>
                <a:gd name="connsiteX1" fmla="*/ 274609 w 3616838"/>
                <a:gd name="connsiteY1" fmla="*/ 850871 h 3616838"/>
                <a:gd name="connsiteX2" fmla="*/ 850871 w 3616838"/>
                <a:gd name="connsiteY2" fmla="*/ 3342230 h 3616838"/>
                <a:gd name="connsiteX3" fmla="*/ 3342230 w 3616838"/>
                <a:gd name="connsiteY3" fmla="*/ 2765968 h 3616838"/>
                <a:gd name="connsiteX4" fmla="*/ 2765968 w 3616838"/>
                <a:gd name="connsiteY4" fmla="*/ 274609 h 3616838"/>
                <a:gd name="connsiteX5" fmla="*/ 3127918 w 3616838"/>
                <a:gd name="connsiteY5" fmla="*/ 2632141 h 3616838"/>
                <a:gd name="connsiteX6" fmla="*/ 984697 w 3616838"/>
                <a:gd name="connsiteY6" fmla="*/ 3127918 h 3616838"/>
                <a:gd name="connsiteX7" fmla="*/ 488921 w 3616838"/>
                <a:gd name="connsiteY7" fmla="*/ 984697 h 3616838"/>
                <a:gd name="connsiteX8" fmla="*/ 2632237 w 3616838"/>
                <a:gd name="connsiteY8" fmla="*/ 488921 h 3616838"/>
                <a:gd name="connsiteX9" fmla="*/ 3128013 w 3616838"/>
                <a:gd name="connsiteY9" fmla="*/ 2632141 h 3616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16838" h="3616838">
                  <a:moveTo>
                    <a:pt x="2765968" y="274609"/>
                  </a:moveTo>
                  <a:cubicBezTo>
                    <a:pt x="1918910" y="-254219"/>
                    <a:pt x="803437" y="3718"/>
                    <a:pt x="274609" y="850871"/>
                  </a:cubicBezTo>
                  <a:cubicBezTo>
                    <a:pt x="-254219" y="1697929"/>
                    <a:pt x="3718" y="2813402"/>
                    <a:pt x="850871" y="3342230"/>
                  </a:cubicBezTo>
                  <a:cubicBezTo>
                    <a:pt x="1698025" y="3871058"/>
                    <a:pt x="2813402" y="3613121"/>
                    <a:pt x="3342230" y="2765968"/>
                  </a:cubicBezTo>
                  <a:cubicBezTo>
                    <a:pt x="3871058" y="1918814"/>
                    <a:pt x="3613121" y="803437"/>
                    <a:pt x="2765968" y="274609"/>
                  </a:cubicBezTo>
                  <a:close/>
                  <a:moveTo>
                    <a:pt x="3127918" y="2632141"/>
                  </a:moveTo>
                  <a:cubicBezTo>
                    <a:pt x="2673004" y="3360899"/>
                    <a:pt x="1713360" y="3582832"/>
                    <a:pt x="984697" y="3127918"/>
                  </a:cubicBezTo>
                  <a:cubicBezTo>
                    <a:pt x="255940" y="2673004"/>
                    <a:pt x="34007" y="1713455"/>
                    <a:pt x="488921" y="984697"/>
                  </a:cubicBezTo>
                  <a:cubicBezTo>
                    <a:pt x="943930" y="255940"/>
                    <a:pt x="1903479" y="34007"/>
                    <a:pt x="2632237" y="488921"/>
                  </a:cubicBezTo>
                  <a:cubicBezTo>
                    <a:pt x="3360994" y="943835"/>
                    <a:pt x="3582927" y="1903479"/>
                    <a:pt x="3128013" y="2632141"/>
                  </a:cubicBezTo>
                  <a:close/>
                </a:path>
              </a:pathLst>
            </a:custGeom>
            <a:solidFill>
              <a:srgbClr val="4FB7F6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CE67E029-A4BD-FB7E-00BE-AA81F19BD613}"/>
                </a:ext>
              </a:extLst>
            </p:cNvPr>
            <p:cNvSpPr/>
            <p:nvPr/>
          </p:nvSpPr>
          <p:spPr>
            <a:xfrm>
              <a:off x="2302008" y="1264633"/>
              <a:ext cx="447587" cy="261669"/>
            </a:xfrm>
            <a:custGeom>
              <a:avLst/>
              <a:gdLst>
                <a:gd name="connsiteX0" fmla="*/ 217477 w 2467074"/>
                <a:gd name="connsiteY0" fmla="*/ 1340243 h 1442306"/>
                <a:gd name="connsiteX1" fmla="*/ 1010624 w 2467074"/>
                <a:gd name="connsiteY1" fmla="*/ 257822 h 1442306"/>
                <a:gd name="connsiteX2" fmla="*/ 2259256 w 2467074"/>
                <a:gd name="connsiteY2" fmla="*/ 759504 h 1442306"/>
                <a:gd name="connsiteX3" fmla="*/ 2451661 w 2467074"/>
                <a:gd name="connsiteY3" fmla="*/ 658444 h 1442306"/>
                <a:gd name="connsiteX4" fmla="*/ 1030626 w 2467074"/>
                <a:gd name="connsiteY4" fmla="*/ 28937 h 1442306"/>
                <a:gd name="connsiteX5" fmla="*/ 7356 w 2467074"/>
                <a:gd name="connsiteY5" fmla="*/ 1172699 h 1442306"/>
                <a:gd name="connsiteX6" fmla="*/ 212 w 2467074"/>
                <a:gd name="connsiteY6" fmla="*/ 1334052 h 1442306"/>
                <a:gd name="connsiteX7" fmla="*/ 217477 w 2467074"/>
                <a:gd name="connsiteY7" fmla="*/ 1340339 h 1442306"/>
                <a:gd name="connsiteX8" fmla="*/ 217477 w 2467074"/>
                <a:gd name="connsiteY8" fmla="*/ 1340339 h 144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67074" h="1442306">
                  <a:moveTo>
                    <a:pt x="217477" y="1340243"/>
                  </a:moveTo>
                  <a:cubicBezTo>
                    <a:pt x="209857" y="844277"/>
                    <a:pt x="532088" y="395459"/>
                    <a:pt x="1010624" y="257822"/>
                  </a:cubicBezTo>
                  <a:cubicBezTo>
                    <a:pt x="1487922" y="120472"/>
                    <a:pt x="2008082" y="331070"/>
                    <a:pt x="2259256" y="759504"/>
                  </a:cubicBezTo>
                  <a:cubicBezTo>
                    <a:pt x="2330027" y="880281"/>
                    <a:pt x="2522527" y="779316"/>
                    <a:pt x="2451661" y="658444"/>
                  </a:cubicBezTo>
                  <a:cubicBezTo>
                    <a:pt x="2162578" y="165239"/>
                    <a:pt x="1589458" y="-90031"/>
                    <a:pt x="1030626" y="28937"/>
                  </a:cubicBezTo>
                  <a:cubicBezTo>
                    <a:pt x="479891" y="146094"/>
                    <a:pt x="73554" y="619487"/>
                    <a:pt x="7356" y="1172699"/>
                  </a:cubicBezTo>
                  <a:cubicBezTo>
                    <a:pt x="974" y="1226229"/>
                    <a:pt x="-645" y="1280141"/>
                    <a:pt x="212" y="1334052"/>
                  </a:cubicBezTo>
                  <a:cubicBezTo>
                    <a:pt x="2403" y="1473593"/>
                    <a:pt x="219668" y="1480928"/>
                    <a:pt x="217477" y="1340339"/>
                  </a:cubicBezTo>
                  <a:lnTo>
                    <a:pt x="217477" y="1340339"/>
                  </a:lnTo>
                  <a:close/>
                </a:path>
              </a:pathLst>
            </a:custGeom>
            <a:solidFill>
              <a:schemeClr val="bg1"/>
            </a:solidFill>
            <a:ln w="6350" cap="flat" cmpd="sng">
              <a:noFill/>
              <a:prstDash val="solid"/>
              <a:miter/>
            </a:ln>
            <a:effectLst>
              <a:outerShdw blurRad="190500" dist="38100" dir="5400000" rotWithShape="0">
                <a:srgbClr val="7ECAF8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80C46992-354F-3590-89E2-0496A1625AA4}"/>
                </a:ext>
              </a:extLst>
            </p:cNvPr>
            <p:cNvSpPr/>
            <p:nvPr/>
          </p:nvSpPr>
          <p:spPr>
            <a:xfrm>
              <a:off x="2731091" y="1437039"/>
              <a:ext cx="51927" cy="51927"/>
            </a:xfrm>
            <a:custGeom>
              <a:avLst/>
              <a:gdLst>
                <a:gd name="connsiteX0" fmla="*/ 218881 w 286219"/>
                <a:gd name="connsiteY0" fmla="*/ 21714 h 286219"/>
                <a:gd name="connsiteX1" fmla="*/ 264506 w 286219"/>
                <a:gd name="connsiteY1" fmla="*/ 218881 h 286219"/>
                <a:gd name="connsiteX2" fmla="*/ 67338 w 286219"/>
                <a:gd name="connsiteY2" fmla="*/ 264506 h 286219"/>
                <a:gd name="connsiteX3" fmla="*/ 21714 w 286219"/>
                <a:gd name="connsiteY3" fmla="*/ 67339 h 286219"/>
                <a:gd name="connsiteX4" fmla="*/ 218881 w 286219"/>
                <a:gd name="connsiteY4" fmla="*/ 21714 h 28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19" h="286219">
                  <a:moveTo>
                    <a:pt x="218881" y="21714"/>
                  </a:moveTo>
                  <a:cubicBezTo>
                    <a:pt x="285937" y="63528"/>
                    <a:pt x="306321" y="151825"/>
                    <a:pt x="264506" y="218881"/>
                  </a:cubicBezTo>
                  <a:cubicBezTo>
                    <a:pt x="222691" y="285937"/>
                    <a:pt x="134394" y="306321"/>
                    <a:pt x="67338" y="264506"/>
                  </a:cubicBezTo>
                  <a:cubicBezTo>
                    <a:pt x="283" y="222691"/>
                    <a:pt x="-20101" y="134394"/>
                    <a:pt x="21714" y="67339"/>
                  </a:cubicBezTo>
                  <a:cubicBezTo>
                    <a:pt x="63528" y="282"/>
                    <a:pt x="151825" y="-20101"/>
                    <a:pt x="218881" y="2171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C9298FB0-593D-FBC3-495C-532D124FAE7B}"/>
                </a:ext>
              </a:extLst>
            </p:cNvPr>
            <p:cNvSpPr/>
            <p:nvPr/>
          </p:nvSpPr>
          <p:spPr>
            <a:xfrm>
              <a:off x="2923620" y="1724353"/>
              <a:ext cx="79470" cy="122995"/>
            </a:xfrm>
            <a:custGeom>
              <a:avLst/>
              <a:gdLst>
                <a:gd name="connsiteX0" fmla="*/ 85219 w 438033"/>
                <a:gd name="connsiteY0" fmla="*/ 655665 h 677939"/>
                <a:gd name="connsiteX1" fmla="*/ 431643 w 438033"/>
                <a:gd name="connsiteY1" fmla="*/ 73021 h 677939"/>
                <a:gd name="connsiteX2" fmla="*/ 419642 w 438033"/>
                <a:gd name="connsiteY2" fmla="*/ 13394 h 677939"/>
                <a:gd name="connsiteX3" fmla="*/ 413546 w 438033"/>
                <a:gd name="connsiteY3" fmla="*/ 8917 h 677939"/>
                <a:gd name="connsiteX4" fmla="*/ 347347 w 438033"/>
                <a:gd name="connsiteY4" fmla="*/ 22538 h 677939"/>
                <a:gd name="connsiteX5" fmla="*/ 6162 w 438033"/>
                <a:gd name="connsiteY5" fmla="*/ 609278 h 677939"/>
                <a:gd name="connsiteX6" fmla="*/ 23307 w 438033"/>
                <a:gd name="connsiteY6" fmla="*/ 671762 h 677939"/>
                <a:gd name="connsiteX7" fmla="*/ 24068 w 438033"/>
                <a:gd name="connsiteY7" fmla="*/ 672238 h 677939"/>
                <a:gd name="connsiteX8" fmla="*/ 85124 w 438033"/>
                <a:gd name="connsiteY8" fmla="*/ 655760 h 67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033" h="677939">
                  <a:moveTo>
                    <a:pt x="85219" y="655665"/>
                  </a:moveTo>
                  <a:lnTo>
                    <a:pt x="431643" y="73021"/>
                  </a:lnTo>
                  <a:cubicBezTo>
                    <a:pt x="443549" y="53018"/>
                    <a:pt x="438406" y="27205"/>
                    <a:pt x="419642" y="13394"/>
                  </a:cubicBezTo>
                  <a:lnTo>
                    <a:pt x="413546" y="8917"/>
                  </a:lnTo>
                  <a:cubicBezTo>
                    <a:pt x="391829" y="-7180"/>
                    <a:pt x="360873" y="-798"/>
                    <a:pt x="347347" y="22538"/>
                  </a:cubicBezTo>
                  <a:lnTo>
                    <a:pt x="6162" y="609278"/>
                  </a:lnTo>
                  <a:cubicBezTo>
                    <a:pt x="-6602" y="631281"/>
                    <a:pt x="1113" y="659380"/>
                    <a:pt x="23307" y="671762"/>
                  </a:cubicBezTo>
                  <a:lnTo>
                    <a:pt x="24068" y="672238"/>
                  </a:lnTo>
                  <a:cubicBezTo>
                    <a:pt x="45500" y="684145"/>
                    <a:pt x="72551" y="676810"/>
                    <a:pt x="85124" y="655760"/>
                  </a:cubicBezTo>
                  <a:close/>
                </a:path>
              </a:pathLst>
            </a:custGeom>
            <a:solidFill>
              <a:srgbClr val="66737C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EEDFD9B5-B56E-36A8-E70A-9361E86B0FC8}"/>
                </a:ext>
              </a:extLst>
            </p:cNvPr>
            <p:cNvSpPr/>
            <p:nvPr/>
          </p:nvSpPr>
          <p:spPr>
            <a:xfrm>
              <a:off x="2246752" y="1226923"/>
              <a:ext cx="588437" cy="588434"/>
            </a:xfrm>
            <a:custGeom>
              <a:avLst/>
              <a:gdLst>
                <a:gd name="connsiteX0" fmla="*/ 3160470 w 3243433"/>
                <a:gd name="connsiteY0" fmla="*/ 1621916 h 3243418"/>
                <a:gd name="connsiteX1" fmla="*/ 2776422 w 3243433"/>
                <a:gd name="connsiteY1" fmla="*/ 2639281 h 3243418"/>
                <a:gd name="connsiteX2" fmla="*/ 1828399 w 3243433"/>
                <a:gd name="connsiteY2" fmla="*/ 3147725 h 3243418"/>
                <a:gd name="connsiteX3" fmla="*/ 758265 w 3243433"/>
                <a:gd name="connsiteY3" fmla="*/ 2896932 h 3243418"/>
                <a:gd name="connsiteX4" fmla="*/ 135902 w 3243433"/>
                <a:gd name="connsiteY4" fmla="*/ 2027585 h 3243418"/>
                <a:gd name="connsiteX5" fmla="*/ 246677 w 3243433"/>
                <a:gd name="connsiteY5" fmla="*/ 928115 h 3243418"/>
                <a:gd name="connsiteX6" fmla="*/ 1027061 w 3243433"/>
                <a:gd name="connsiteY6" fmla="*/ 201167 h 3243418"/>
                <a:gd name="connsiteX7" fmla="*/ 2132818 w 3243433"/>
                <a:gd name="connsiteY7" fmla="*/ 169639 h 3243418"/>
                <a:gd name="connsiteX8" fmla="*/ 2953968 w 3243433"/>
                <a:gd name="connsiteY8" fmla="*/ 851343 h 3243418"/>
                <a:gd name="connsiteX9" fmla="*/ 3160470 w 3243433"/>
                <a:gd name="connsiteY9" fmla="*/ 1621916 h 3243418"/>
                <a:gd name="connsiteX10" fmla="*/ 3243242 w 3243433"/>
                <a:gd name="connsiteY10" fmla="*/ 1621916 h 3243418"/>
                <a:gd name="connsiteX11" fmla="*/ 2877102 w 3243433"/>
                <a:gd name="connsiteY11" fmla="*/ 595597 h 3243418"/>
                <a:gd name="connsiteX12" fmla="*/ 1961844 w 3243433"/>
                <a:gd name="connsiteY12" fmla="*/ 35717 h 3243418"/>
                <a:gd name="connsiteX13" fmla="*/ 866279 w 3243433"/>
                <a:gd name="connsiteY13" fmla="*/ 185927 h 3243418"/>
                <a:gd name="connsiteX14" fmla="*/ 137902 w 3243433"/>
                <a:gd name="connsiteY14" fmla="*/ 965453 h 3243418"/>
                <a:gd name="connsiteX15" fmla="*/ 62273 w 3243433"/>
                <a:gd name="connsiteY15" fmla="*/ 2070829 h 3243418"/>
                <a:gd name="connsiteX16" fmla="*/ 681017 w 3243433"/>
                <a:gd name="connsiteY16" fmla="*/ 2943319 h 3243418"/>
                <a:gd name="connsiteX17" fmla="*/ 1737245 w 3243433"/>
                <a:gd name="connsiteY17" fmla="*/ 3239546 h 3243418"/>
                <a:gd name="connsiteX18" fmla="*/ 2729369 w 3243433"/>
                <a:gd name="connsiteY18" fmla="*/ 2806254 h 3243418"/>
                <a:gd name="connsiteX19" fmla="*/ 3243433 w 3243433"/>
                <a:gd name="connsiteY19" fmla="*/ 1621630 h 3243418"/>
                <a:gd name="connsiteX20" fmla="*/ 3160661 w 3243433"/>
                <a:gd name="connsiteY20" fmla="*/ 1621630 h 3243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43433" h="3243418">
                  <a:moveTo>
                    <a:pt x="3160470" y="1621916"/>
                  </a:moveTo>
                  <a:cubicBezTo>
                    <a:pt x="3159137" y="1995772"/>
                    <a:pt x="3023310" y="2358198"/>
                    <a:pt x="2776422" y="2639281"/>
                  </a:cubicBezTo>
                  <a:cubicBezTo>
                    <a:pt x="2532678" y="2916840"/>
                    <a:pt x="2193397" y="3095909"/>
                    <a:pt x="1828399" y="3147725"/>
                  </a:cubicBezTo>
                  <a:cubicBezTo>
                    <a:pt x="1455305" y="3200589"/>
                    <a:pt x="1070114" y="3106006"/>
                    <a:pt x="758265" y="2896932"/>
                  </a:cubicBezTo>
                  <a:cubicBezTo>
                    <a:pt x="454608" y="2693288"/>
                    <a:pt x="233057" y="2379153"/>
                    <a:pt x="135902" y="2027585"/>
                  </a:cubicBezTo>
                  <a:cubicBezTo>
                    <a:pt x="35127" y="1663064"/>
                    <a:pt x="76847" y="1265395"/>
                    <a:pt x="246677" y="928115"/>
                  </a:cubicBezTo>
                  <a:cubicBezTo>
                    <a:pt x="410222" y="603217"/>
                    <a:pt x="691590" y="341660"/>
                    <a:pt x="1027061" y="201167"/>
                  </a:cubicBezTo>
                  <a:cubicBezTo>
                    <a:pt x="1377295" y="54482"/>
                    <a:pt x="1774773" y="45719"/>
                    <a:pt x="2132818" y="169639"/>
                  </a:cubicBezTo>
                  <a:cubicBezTo>
                    <a:pt x="2477623" y="288987"/>
                    <a:pt x="2770422" y="537304"/>
                    <a:pt x="2953968" y="851343"/>
                  </a:cubicBezTo>
                  <a:cubicBezTo>
                    <a:pt x="3090271" y="1084610"/>
                    <a:pt x="3159518" y="1352358"/>
                    <a:pt x="3160470" y="1621916"/>
                  </a:cubicBezTo>
                  <a:cubicBezTo>
                    <a:pt x="3160661" y="1675256"/>
                    <a:pt x="3243433" y="1675256"/>
                    <a:pt x="3243242" y="1621916"/>
                  </a:cubicBezTo>
                  <a:cubicBezTo>
                    <a:pt x="3241909" y="1247393"/>
                    <a:pt x="3112274" y="886681"/>
                    <a:pt x="2877102" y="595597"/>
                  </a:cubicBezTo>
                  <a:cubicBezTo>
                    <a:pt x="2647454" y="311466"/>
                    <a:pt x="2318365" y="112679"/>
                    <a:pt x="1961844" y="35717"/>
                  </a:cubicBezTo>
                  <a:cubicBezTo>
                    <a:pt x="1592084" y="-44102"/>
                    <a:pt x="1201083" y="11524"/>
                    <a:pt x="866279" y="185927"/>
                  </a:cubicBezTo>
                  <a:cubicBezTo>
                    <a:pt x="544429" y="353662"/>
                    <a:pt x="284777" y="634268"/>
                    <a:pt x="137902" y="965453"/>
                  </a:cubicBezTo>
                  <a:cubicBezTo>
                    <a:pt x="-15736" y="1311591"/>
                    <a:pt x="-41073" y="1706879"/>
                    <a:pt x="62273" y="2070829"/>
                  </a:cubicBezTo>
                  <a:cubicBezTo>
                    <a:pt x="162191" y="2422492"/>
                    <a:pt x="385457" y="2730150"/>
                    <a:pt x="681017" y="2943319"/>
                  </a:cubicBezTo>
                  <a:cubicBezTo>
                    <a:pt x="984865" y="3162489"/>
                    <a:pt x="1364436" y="3265264"/>
                    <a:pt x="1737245" y="3239546"/>
                  </a:cubicBezTo>
                  <a:cubicBezTo>
                    <a:pt x="2106815" y="3214115"/>
                    <a:pt x="2458287" y="3057809"/>
                    <a:pt x="2729369" y="2806254"/>
                  </a:cubicBezTo>
                  <a:cubicBezTo>
                    <a:pt x="3056838" y="2502502"/>
                    <a:pt x="3241814" y="2067019"/>
                    <a:pt x="3243433" y="1621630"/>
                  </a:cubicBezTo>
                  <a:cubicBezTo>
                    <a:pt x="3243623" y="1568290"/>
                    <a:pt x="3160851" y="1568290"/>
                    <a:pt x="3160661" y="162163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55D0195-C418-684D-8D54-BBD66024048F}"/>
              </a:ext>
            </a:extLst>
          </p:cNvPr>
          <p:cNvGrpSpPr/>
          <p:nvPr/>
        </p:nvGrpSpPr>
        <p:grpSpPr>
          <a:xfrm>
            <a:off x="203749" y="5870450"/>
            <a:ext cx="11784503" cy="499869"/>
            <a:chOff x="84146" y="5870450"/>
            <a:chExt cx="11784503" cy="499869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B87FC6C3-8815-3E93-985A-19718AA659AB}"/>
                </a:ext>
              </a:extLst>
            </p:cNvPr>
            <p:cNvSpPr/>
            <p:nvPr/>
          </p:nvSpPr>
          <p:spPr bwMode="auto">
            <a:xfrm>
              <a:off x="1211889" y="5870450"/>
              <a:ext cx="1582932" cy="499869"/>
            </a:xfrm>
            <a:prstGeom prst="roundRect">
              <a:avLst/>
            </a:prstGeom>
            <a:solidFill>
              <a:srgbClr val="FFE39E"/>
            </a:solidFill>
            <a:ln w="6350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DA9C00">
                        <a:alpha val="3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en-US" sz="1200" b="1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~6 RI Ciesligu Lased</a:t>
              </a: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E492E4C4-7FED-F035-F3A0-E339DF02112E}"/>
                </a:ext>
              </a:extLst>
            </p:cNvPr>
            <p:cNvSpPr/>
            <p:nvPr/>
          </p:nvSpPr>
          <p:spPr bwMode="auto">
            <a:xfrm>
              <a:off x="3026655" y="5870450"/>
              <a:ext cx="1582932" cy="499869"/>
            </a:xfrm>
            <a:prstGeom prst="roundRect">
              <a:avLst/>
            </a:prstGeom>
            <a:solidFill>
              <a:srgbClr val="FFE39E"/>
            </a:solidFill>
            <a:ln w="6350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DA9C00">
                        <a:alpha val="3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en-US" sz="1200" b="1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MAg</a:t>
              </a: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CCEBAD2D-699E-83D7-E829-1A4703AD94F4}"/>
                </a:ext>
              </a:extLst>
            </p:cNvPr>
            <p:cNvSpPr/>
            <p:nvPr/>
          </p:nvSpPr>
          <p:spPr bwMode="auto">
            <a:xfrm>
              <a:off x="4841421" y="5870450"/>
              <a:ext cx="1582932" cy="499869"/>
            </a:xfrm>
            <a:prstGeom prst="roundRect">
              <a:avLst/>
            </a:prstGeom>
            <a:solidFill>
              <a:srgbClr val="FFE39E"/>
            </a:solidFill>
            <a:ln w="6350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DA9C00">
                        <a:alpha val="3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en-US" sz="1200" b="1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200+ NADi</a:t>
              </a:r>
            </a:p>
          </p:txBody>
        </p:sp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8B970FD0-60A3-11CC-7371-EDA9DD81BC80}"/>
                </a:ext>
              </a:extLst>
            </p:cNvPr>
            <p:cNvSpPr/>
            <p:nvPr/>
          </p:nvSpPr>
          <p:spPr bwMode="auto">
            <a:xfrm>
              <a:off x="6656187" y="5870450"/>
              <a:ext cx="1582932" cy="499869"/>
            </a:xfrm>
            <a:prstGeom prst="roundRect">
              <a:avLst/>
            </a:prstGeom>
            <a:solidFill>
              <a:srgbClr val="FFE39E"/>
            </a:solidFill>
            <a:ln w="6350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DA9C00">
                        <a:alpha val="3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en-US" sz="1200" b="1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Ctumpor talo REMI</a:t>
              </a:r>
            </a:p>
          </p:txBody>
        </p:sp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FB37D7B2-3073-04FC-0E75-3EE7A41F6CF3}"/>
                </a:ext>
              </a:extLst>
            </p:cNvPr>
            <p:cNvSpPr/>
            <p:nvPr/>
          </p:nvSpPr>
          <p:spPr bwMode="auto">
            <a:xfrm>
              <a:off x="8470953" y="5870450"/>
              <a:ext cx="1582932" cy="499869"/>
            </a:xfrm>
            <a:prstGeom prst="roundRect">
              <a:avLst/>
            </a:prstGeom>
            <a:solidFill>
              <a:srgbClr val="FFE39E"/>
            </a:solidFill>
            <a:ln w="6350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DA9C00">
                        <a:alpha val="3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en-US" sz="1200" b="1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Psu Mdolors it AME Tconsecte</a:t>
              </a:r>
            </a:p>
          </p:txBody>
        </p:sp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6BDB1027-32A6-1E03-E206-2CB925546C25}"/>
                </a:ext>
              </a:extLst>
            </p:cNvPr>
            <p:cNvSpPr/>
            <p:nvPr/>
          </p:nvSpPr>
          <p:spPr bwMode="auto">
            <a:xfrm>
              <a:off x="10285717" y="5870450"/>
              <a:ext cx="1582932" cy="499869"/>
            </a:xfrm>
            <a:prstGeom prst="roundRect">
              <a:avLst/>
            </a:prstGeom>
            <a:solidFill>
              <a:srgbClr val="FFE39E"/>
            </a:solidFill>
            <a:ln w="6350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DA9C00">
                        <a:alpha val="3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en-US" sz="1200" b="1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Tur Adipisc in Gelit Seddoeiu</a:t>
              </a:r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1F032090-B619-B98D-EC3B-8E6EFBE1D39C}"/>
                </a:ext>
              </a:extLst>
            </p:cNvPr>
            <p:cNvGrpSpPr/>
            <p:nvPr/>
          </p:nvGrpSpPr>
          <p:grpSpPr>
            <a:xfrm>
              <a:off x="84146" y="5870450"/>
              <a:ext cx="1008054" cy="497781"/>
              <a:chOff x="84146" y="5870450"/>
              <a:chExt cx="1008054" cy="497781"/>
            </a:xfrm>
          </p:grpSpPr>
          <p:sp>
            <p:nvSpPr>
              <p:cNvPr id="166" name="Rectangle: Rounded Corners 165">
                <a:extLst>
                  <a:ext uri="{FF2B5EF4-FFF2-40B4-BE49-F238E27FC236}">
                    <a16:creationId xmlns:a16="http://schemas.microsoft.com/office/drawing/2014/main" id="{C1C18125-58B6-D599-84ED-4A24B2665475}"/>
                  </a:ext>
                </a:extLst>
              </p:cNvPr>
              <p:cNvSpPr/>
              <p:nvPr/>
            </p:nvSpPr>
            <p:spPr bwMode="auto">
              <a:xfrm>
                <a:off x="84146" y="5870450"/>
                <a:ext cx="1008054" cy="497781"/>
              </a:xfrm>
              <a:prstGeom prst="roundRect">
                <a:avLst>
                  <a:gd name="adj" fmla="val 12757"/>
                </a:avLst>
              </a:prstGeom>
              <a:solidFill>
                <a:srgbClr val="FBBE26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FCA523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88523119-5483-2E3F-5DC7-96AAE44E7986}"/>
                  </a:ext>
                </a:extLst>
              </p:cNvPr>
              <p:cNvSpPr txBox="1"/>
              <p:nvPr/>
            </p:nvSpPr>
            <p:spPr>
              <a:xfrm>
                <a:off x="227337" y="5965452"/>
                <a:ext cx="7425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i="1" u="none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Smodt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380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C1E5D-5D74-AB75-5109-6FD778E3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Emp Orincididuntu tl Aboreetd’o Loremagna Aliquautenim</a:t>
            </a:r>
            <a:endParaRPr lang="en-GB">
              <a:latin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CBFD41-93F7-5F8A-1A2A-673D5E9CBD68}"/>
              </a:ext>
            </a:extLst>
          </p:cNvPr>
          <p:cNvSpPr txBox="1"/>
          <p:nvPr/>
        </p:nvSpPr>
        <p:spPr>
          <a:xfrm>
            <a:off x="291953" y="1685301"/>
            <a:ext cx="377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 minimvenia mqui Snostrud’e XE rcitatio nul lamc olab or isnisiutaliq uipexea comm odo con sequatdui sauteirure do lor…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E1141A-483C-4842-5A00-6106EB5A62C4}"/>
              </a:ext>
            </a:extLst>
          </p:cNvPr>
          <p:cNvSpPr txBox="1"/>
          <p:nvPr/>
        </p:nvSpPr>
        <p:spPr>
          <a:xfrm>
            <a:off x="7640390" y="651884"/>
            <a:ext cx="4263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…inr ep reh enderit in volupta tev eli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‘Tess Ecillumd’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ol oreeufugiat nu llaparia ture-xc-epteu rsintocca eca tcupid-atatnonp roiden tsuntin cul paquioffic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590E4B-2EDF-6CFA-535F-C3F708288BC0}"/>
              </a:ext>
            </a:extLst>
          </p:cNvPr>
          <p:cNvSpPr txBox="1"/>
          <p:nvPr/>
        </p:nvSpPr>
        <p:spPr>
          <a:xfrm>
            <a:off x="291953" y="5200916"/>
            <a:ext cx="36363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Iadeserunt mollitanim IDE stla borumcu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Rabiturnon nullasita metnis 3</a:t>
            </a:r>
            <a:r>
              <a:rPr kumimoji="0" 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empus conva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Llisqui sacle-ctuspellen tesqueinipsum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Idorcipo rtadapi bus vivam ussuscipitt ORTo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Regetfeli sporttit orvolutpatc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451D5F-F700-5CCC-2482-51BA64D327D3}"/>
              </a:ext>
            </a:extLst>
          </p:cNvPr>
          <p:cNvSpPr txBox="1"/>
          <p:nvPr/>
        </p:nvSpPr>
        <p:spPr>
          <a:xfrm>
            <a:off x="7990947" y="4799568"/>
            <a:ext cx="39132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Rasultri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sligulased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ma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gnad-ictu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mportal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8900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Oremipsumdol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orsitametco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nsectetura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dip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iscingel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itseddoeiu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8900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Smodtempor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incididuntu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tlabo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reetdol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oremagnaal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iqu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autenimadm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8900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Inimveni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amquisnostr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udex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erc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ita-ti-onu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llam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colaborisn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8900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Isiutaliqui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pexeacommo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doconse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quatduis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eiru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redolorinr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54" name="Picture 53" descr="A picture containing text&#10;&#10;Description automatically generated">
            <a:extLst>
              <a:ext uri="{FF2B5EF4-FFF2-40B4-BE49-F238E27FC236}">
                <a16:creationId xmlns:a16="http://schemas.microsoft.com/office/drawing/2014/main" id="{A2BF8D9E-8759-6609-ED19-857A939F24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5424" y="1692369"/>
            <a:ext cx="3532698" cy="2811096"/>
          </a:xfrm>
          <a:prstGeom prst="rect">
            <a:avLst/>
          </a:prstGeom>
        </p:spPr>
      </p:pic>
      <p:pic>
        <p:nvPicPr>
          <p:cNvPr id="55" name="Picture 54" descr="A picture containing text&#10;&#10;Description automatically generated">
            <a:extLst>
              <a:ext uri="{FF2B5EF4-FFF2-40B4-BE49-F238E27FC236}">
                <a16:creationId xmlns:a16="http://schemas.microsoft.com/office/drawing/2014/main" id="{E78B9964-5A15-CE89-3CC9-E59929EBA4D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664" y="2934792"/>
            <a:ext cx="2410900" cy="1971396"/>
          </a:xfrm>
          <a:prstGeom prst="rect">
            <a:avLst/>
          </a:prstGeom>
        </p:spPr>
      </p:pic>
      <p:sp>
        <p:nvSpPr>
          <p:cNvPr id="56" name="Rounded Rectangle 25">
            <a:extLst>
              <a:ext uri="{FF2B5EF4-FFF2-40B4-BE49-F238E27FC236}">
                <a16:creationId xmlns:a16="http://schemas.microsoft.com/office/drawing/2014/main" id="{4F648FAA-8CBD-5B1D-429B-57A56BA67EB1}"/>
              </a:ext>
            </a:extLst>
          </p:cNvPr>
          <p:cNvSpPr/>
          <p:nvPr/>
        </p:nvSpPr>
        <p:spPr bwMode="auto">
          <a:xfrm rot="10567">
            <a:off x="7991553" y="4419071"/>
            <a:ext cx="3800440" cy="398871"/>
          </a:xfrm>
          <a:prstGeom prst="roundRect">
            <a:avLst>
              <a:gd name="adj" fmla="val 15920"/>
            </a:avLst>
          </a:prstGeom>
          <a:solidFill>
            <a:srgbClr val="17B28A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018172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Eeufugia Tnullapa Riaturexcep Teursi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0604A1-FC3F-CB3A-6286-7478301C7117}"/>
              </a:ext>
            </a:extLst>
          </p:cNvPr>
          <p:cNvSpPr txBox="1"/>
          <p:nvPr/>
        </p:nvSpPr>
        <p:spPr>
          <a:xfrm>
            <a:off x="7578676" y="1349350"/>
            <a:ext cx="46249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“Ntoc-ca-Ecatc Upidatat Nonproident Suntinculpaq”</a:t>
            </a:r>
          </a:p>
        </p:txBody>
      </p:sp>
      <p:sp>
        <p:nvSpPr>
          <p:cNvPr id="58" name="Rounded Rectangle 25">
            <a:extLst>
              <a:ext uri="{FF2B5EF4-FFF2-40B4-BE49-F238E27FC236}">
                <a16:creationId xmlns:a16="http://schemas.microsoft.com/office/drawing/2014/main" id="{95B9957C-9A34-7EB5-4A4B-6FEDEC9FFB72}"/>
              </a:ext>
            </a:extLst>
          </p:cNvPr>
          <p:cNvSpPr/>
          <p:nvPr/>
        </p:nvSpPr>
        <p:spPr bwMode="auto">
          <a:xfrm rot="10567">
            <a:off x="291962" y="4790069"/>
            <a:ext cx="3636302" cy="398871"/>
          </a:xfrm>
          <a:prstGeom prst="roundRect">
            <a:avLst>
              <a:gd name="adj" fmla="val 15920"/>
            </a:avLst>
          </a:prstGeom>
          <a:solidFill>
            <a:srgbClr val="66737C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Uioffici Adeserun Tmollitanim Idest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DC6F4B6-7FB6-4062-F8AA-AD60D81E0060}"/>
              </a:ext>
            </a:extLst>
          </p:cNvPr>
          <p:cNvSpPr/>
          <p:nvPr/>
        </p:nvSpPr>
        <p:spPr>
          <a:xfrm>
            <a:off x="2164664" y="2073519"/>
            <a:ext cx="6306236" cy="2710962"/>
          </a:xfrm>
          <a:custGeom>
            <a:avLst/>
            <a:gdLst>
              <a:gd name="connsiteX0" fmla="*/ 0 w 2413000"/>
              <a:gd name="connsiteY0" fmla="*/ 0 h 422053"/>
              <a:gd name="connsiteX1" fmla="*/ 139700 w 2413000"/>
              <a:gd name="connsiteY1" fmla="*/ 127000 h 422053"/>
              <a:gd name="connsiteX2" fmla="*/ 533400 w 2413000"/>
              <a:gd name="connsiteY2" fmla="*/ 241300 h 422053"/>
              <a:gd name="connsiteX3" fmla="*/ 825500 w 2413000"/>
              <a:gd name="connsiteY3" fmla="*/ 330200 h 422053"/>
              <a:gd name="connsiteX4" fmla="*/ 2413000 w 2413000"/>
              <a:gd name="connsiteY4" fmla="*/ 419100 h 422053"/>
              <a:gd name="connsiteX0" fmla="*/ 0 w 2413000"/>
              <a:gd name="connsiteY0" fmla="*/ 0 h 648006"/>
              <a:gd name="connsiteX1" fmla="*/ 139700 w 2413000"/>
              <a:gd name="connsiteY1" fmla="*/ 127000 h 648006"/>
              <a:gd name="connsiteX2" fmla="*/ 533400 w 2413000"/>
              <a:gd name="connsiteY2" fmla="*/ 241300 h 648006"/>
              <a:gd name="connsiteX3" fmla="*/ 977900 w 2413000"/>
              <a:gd name="connsiteY3" fmla="*/ 622300 h 648006"/>
              <a:gd name="connsiteX4" fmla="*/ 2413000 w 2413000"/>
              <a:gd name="connsiteY4" fmla="*/ 419100 h 648006"/>
              <a:gd name="connsiteX0" fmla="*/ 0 w 2413000"/>
              <a:gd name="connsiteY0" fmla="*/ 0 h 419100"/>
              <a:gd name="connsiteX1" fmla="*/ 139700 w 2413000"/>
              <a:gd name="connsiteY1" fmla="*/ 127000 h 419100"/>
              <a:gd name="connsiteX2" fmla="*/ 533400 w 2413000"/>
              <a:gd name="connsiteY2" fmla="*/ 241300 h 419100"/>
              <a:gd name="connsiteX3" fmla="*/ 2413000 w 2413000"/>
              <a:gd name="connsiteY3" fmla="*/ 419100 h 419100"/>
              <a:gd name="connsiteX0" fmla="*/ 0 w 2413000"/>
              <a:gd name="connsiteY0" fmla="*/ 0 h 590495"/>
              <a:gd name="connsiteX1" fmla="*/ 139700 w 2413000"/>
              <a:gd name="connsiteY1" fmla="*/ 127000 h 590495"/>
              <a:gd name="connsiteX2" fmla="*/ 1016000 w 2413000"/>
              <a:gd name="connsiteY2" fmla="*/ 584200 h 590495"/>
              <a:gd name="connsiteX3" fmla="*/ 2413000 w 2413000"/>
              <a:gd name="connsiteY3" fmla="*/ 419100 h 590495"/>
              <a:gd name="connsiteX0" fmla="*/ 0 w 2413000"/>
              <a:gd name="connsiteY0" fmla="*/ 0 h 586825"/>
              <a:gd name="connsiteX1" fmla="*/ 685800 w 2413000"/>
              <a:gd name="connsiteY1" fmla="*/ 241300 h 586825"/>
              <a:gd name="connsiteX2" fmla="*/ 1016000 w 2413000"/>
              <a:gd name="connsiteY2" fmla="*/ 584200 h 586825"/>
              <a:gd name="connsiteX3" fmla="*/ 2413000 w 2413000"/>
              <a:gd name="connsiteY3" fmla="*/ 419100 h 586825"/>
              <a:gd name="connsiteX0" fmla="*/ 0 w 3759200"/>
              <a:gd name="connsiteY0" fmla="*/ 292255 h 345680"/>
              <a:gd name="connsiteX1" fmla="*/ 2032000 w 3759200"/>
              <a:gd name="connsiteY1" fmla="*/ 155 h 345680"/>
              <a:gd name="connsiteX2" fmla="*/ 2362200 w 3759200"/>
              <a:gd name="connsiteY2" fmla="*/ 343055 h 345680"/>
              <a:gd name="connsiteX3" fmla="*/ 3759200 w 3759200"/>
              <a:gd name="connsiteY3" fmla="*/ 177955 h 345680"/>
              <a:gd name="connsiteX0" fmla="*/ 0 w 3759200"/>
              <a:gd name="connsiteY0" fmla="*/ 119139 h 171714"/>
              <a:gd name="connsiteX1" fmla="*/ 1663700 w 3759200"/>
              <a:gd name="connsiteY1" fmla="*/ 93739 h 171714"/>
              <a:gd name="connsiteX2" fmla="*/ 2362200 w 3759200"/>
              <a:gd name="connsiteY2" fmla="*/ 169939 h 171714"/>
              <a:gd name="connsiteX3" fmla="*/ 3759200 w 3759200"/>
              <a:gd name="connsiteY3" fmla="*/ 4839 h 171714"/>
              <a:gd name="connsiteX0" fmla="*/ 0 w 3759200"/>
              <a:gd name="connsiteY0" fmla="*/ 114300 h 131110"/>
              <a:gd name="connsiteX1" fmla="*/ 1663700 w 3759200"/>
              <a:gd name="connsiteY1" fmla="*/ 88900 h 131110"/>
              <a:gd name="connsiteX2" fmla="*/ 3759200 w 3759200"/>
              <a:gd name="connsiteY2" fmla="*/ 0 h 131110"/>
              <a:gd name="connsiteX0" fmla="*/ 0 w 9537700"/>
              <a:gd name="connsiteY0" fmla="*/ 1574800 h 1684033"/>
              <a:gd name="connsiteX1" fmla="*/ 1663700 w 9537700"/>
              <a:gd name="connsiteY1" fmla="*/ 1549400 h 1684033"/>
              <a:gd name="connsiteX2" fmla="*/ 9537700 w 9537700"/>
              <a:gd name="connsiteY2" fmla="*/ 0 h 1684033"/>
              <a:gd name="connsiteX0" fmla="*/ 0 w 9537700"/>
              <a:gd name="connsiteY0" fmla="*/ 1574800 h 1684033"/>
              <a:gd name="connsiteX1" fmla="*/ 1663700 w 9537700"/>
              <a:gd name="connsiteY1" fmla="*/ 1549400 h 1684033"/>
              <a:gd name="connsiteX2" fmla="*/ 9537700 w 9537700"/>
              <a:gd name="connsiteY2" fmla="*/ 0 h 1684033"/>
              <a:gd name="connsiteX0" fmla="*/ 0 w 10871200"/>
              <a:gd name="connsiteY0" fmla="*/ 1828800 h 1956555"/>
              <a:gd name="connsiteX1" fmla="*/ 1663700 w 10871200"/>
              <a:gd name="connsiteY1" fmla="*/ 1803400 h 1956555"/>
              <a:gd name="connsiteX2" fmla="*/ 10871200 w 10871200"/>
              <a:gd name="connsiteY2" fmla="*/ 0 h 1956555"/>
              <a:gd name="connsiteX0" fmla="*/ 0 w 10871200"/>
              <a:gd name="connsiteY0" fmla="*/ 1828800 h 1956555"/>
              <a:gd name="connsiteX1" fmla="*/ 1663700 w 10871200"/>
              <a:gd name="connsiteY1" fmla="*/ 1803400 h 1956555"/>
              <a:gd name="connsiteX2" fmla="*/ 10871200 w 10871200"/>
              <a:gd name="connsiteY2" fmla="*/ 0 h 1956555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97"/>
              <a:gd name="connsiteX1" fmla="*/ 10871200 w 10871200"/>
              <a:gd name="connsiteY1" fmla="*/ 0 h 1828897"/>
              <a:gd name="connsiteX0" fmla="*/ 0 w 10871200"/>
              <a:gd name="connsiteY0" fmla="*/ 1828800 h 1828897"/>
              <a:gd name="connsiteX1" fmla="*/ 10871200 w 10871200"/>
              <a:gd name="connsiteY1" fmla="*/ 0 h 1828897"/>
              <a:gd name="connsiteX0" fmla="*/ 0 w 10871200"/>
              <a:gd name="connsiteY0" fmla="*/ 1828800 h 1828913"/>
              <a:gd name="connsiteX1" fmla="*/ 10871200 w 10871200"/>
              <a:gd name="connsiteY1" fmla="*/ 0 h 1828913"/>
              <a:gd name="connsiteX0" fmla="*/ 0 w 10871200"/>
              <a:gd name="connsiteY0" fmla="*/ 1828800 h 1829781"/>
              <a:gd name="connsiteX1" fmla="*/ 10871200 w 10871200"/>
              <a:gd name="connsiteY1" fmla="*/ 0 h 1829781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1347808"/>
              <a:gd name="connsiteY0" fmla="*/ 2616200 h 2616200"/>
              <a:gd name="connsiteX1" fmla="*/ 11347808 w 11347808"/>
              <a:gd name="connsiteY1" fmla="*/ 0 h 2616200"/>
              <a:gd name="connsiteX0" fmla="*/ 0 w 11347808"/>
              <a:gd name="connsiteY0" fmla="*/ 2616200 h 2616200"/>
              <a:gd name="connsiteX1" fmla="*/ 11347808 w 11347808"/>
              <a:gd name="connsiteY1" fmla="*/ 0 h 2616200"/>
              <a:gd name="connsiteX0" fmla="*/ 0 w 10666940"/>
              <a:gd name="connsiteY0" fmla="*/ 1993900 h 1993900"/>
              <a:gd name="connsiteX1" fmla="*/ 10666940 w 10666940"/>
              <a:gd name="connsiteY1" fmla="*/ 0 h 1993900"/>
              <a:gd name="connsiteX0" fmla="*/ 0 w 10666940"/>
              <a:gd name="connsiteY0" fmla="*/ 1993900 h 1993900"/>
              <a:gd name="connsiteX1" fmla="*/ 10666940 w 10666940"/>
              <a:gd name="connsiteY1" fmla="*/ 0 h 199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66940" h="1993900">
                <a:moveTo>
                  <a:pt x="0" y="1993900"/>
                </a:moveTo>
                <a:cubicBezTo>
                  <a:pt x="3086436" y="457200"/>
                  <a:pt x="7802131" y="25400"/>
                  <a:pt x="10666940" y="0"/>
                </a:cubicBezTo>
              </a:path>
            </a:pathLst>
          </a:custGeom>
          <a:noFill/>
          <a:ln w="19050">
            <a:gradFill>
              <a:gsLst>
                <a:gs pos="0">
                  <a:srgbClr val="43515C"/>
                </a:gs>
                <a:gs pos="100000">
                  <a:srgbClr val="66737C"/>
                </a:gs>
              </a:gsLst>
              <a:lin ang="5400000" scaled="1"/>
            </a:gradFill>
            <a:headEnd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6223FF9-F999-4FEC-A948-5B8554D7CE08}"/>
              </a:ext>
            </a:extLst>
          </p:cNvPr>
          <p:cNvSpPr/>
          <p:nvPr/>
        </p:nvSpPr>
        <p:spPr bwMode="auto">
          <a:xfrm>
            <a:off x="4162921" y="2619375"/>
            <a:ext cx="3532698" cy="3806825"/>
          </a:xfrm>
          <a:prstGeom prst="roundRect">
            <a:avLst>
              <a:gd name="adj" fmla="val 2023"/>
            </a:avLst>
          </a:prstGeom>
          <a:solidFill>
            <a:srgbClr val="FFFFFF">
              <a:alpha val="95000"/>
            </a:srgbClr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0C12D8A2-87DD-7BD9-F1A7-DE876FA64B1A}"/>
              </a:ext>
            </a:extLst>
          </p:cNvPr>
          <p:cNvSpPr/>
          <p:nvPr/>
        </p:nvSpPr>
        <p:spPr bwMode="auto">
          <a:xfrm rot="10567">
            <a:off x="4305426" y="2762497"/>
            <a:ext cx="3174957" cy="398871"/>
          </a:xfrm>
          <a:prstGeom prst="roundRect">
            <a:avLst>
              <a:gd name="adj" fmla="val 15920"/>
            </a:avLst>
          </a:prstGeom>
          <a:solidFill>
            <a:srgbClr val="4FB7F6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Laborum Curabit Urnonnu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Llasi ta Metnisltemp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619F8FE-8A86-1128-C512-3D8CD7AB4F7A}"/>
              </a:ext>
            </a:extLst>
          </p:cNvPr>
          <p:cNvCxnSpPr>
            <a:cxnSpLocks/>
          </p:cNvCxnSpPr>
          <p:nvPr/>
        </p:nvCxnSpPr>
        <p:spPr bwMode="auto">
          <a:xfrm>
            <a:off x="4318692" y="4751950"/>
            <a:ext cx="3221157" cy="0"/>
          </a:xfrm>
          <a:prstGeom prst="line">
            <a:avLst/>
          </a:prstGeom>
          <a:noFill/>
          <a:ln w="12700" cap="flat" cmpd="sng" algn="ctr">
            <a:solidFill>
              <a:srgbClr val="A2ABB0"/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993581B-3247-1CFA-ABE9-730A98F0D8B9}"/>
              </a:ext>
            </a:extLst>
          </p:cNvPr>
          <p:cNvSpPr txBox="1"/>
          <p:nvPr/>
        </p:nvSpPr>
        <p:spPr>
          <a:xfrm>
            <a:off x="4231290" y="3275766"/>
            <a:ext cx="1671918" cy="314504"/>
          </a:xfrm>
          <a:prstGeom prst="roundRect">
            <a:avLst>
              <a:gd name="adj" fmla="val 20720"/>
            </a:avLst>
          </a:prstGeom>
          <a:solidFill>
            <a:srgbClr val="B2E0FA"/>
          </a:solidFill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Usconva Llisquisac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14B828-B322-DF21-F8CA-1C0362B31DC8}"/>
              </a:ext>
            </a:extLst>
          </p:cNvPr>
          <p:cNvSpPr txBox="1"/>
          <p:nvPr/>
        </p:nvSpPr>
        <p:spPr>
          <a:xfrm>
            <a:off x="4290353" y="3697208"/>
            <a:ext cx="319063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Lectuspelle ntesque inipsumido	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Rciporta dapibusvi vam ussu-scipit tortoregetfe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LI/SP orttito rvolutpatcr asult ricie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BF22D20-5B8D-2EA1-F704-F108DA26E7F8}"/>
              </a:ext>
            </a:extLst>
          </p:cNvPr>
          <p:cNvSpPr txBox="1"/>
          <p:nvPr/>
        </p:nvSpPr>
        <p:spPr>
          <a:xfrm>
            <a:off x="4273774" y="4901133"/>
            <a:ext cx="1830417" cy="314504"/>
          </a:xfrm>
          <a:prstGeom prst="roundRect">
            <a:avLst>
              <a:gd name="adj" fmla="val 20720"/>
            </a:avLst>
          </a:prstGeom>
          <a:solidFill>
            <a:srgbClr val="B2E0FA"/>
          </a:solidFill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Sligulas Edmagnadic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E11855B-1D94-2B83-5F73-67B02E7D5D32}"/>
              </a:ext>
            </a:extLst>
          </p:cNvPr>
          <p:cNvSpPr txBox="1"/>
          <p:nvPr/>
        </p:nvSpPr>
        <p:spPr>
          <a:xfrm>
            <a:off x="4290353" y="5245770"/>
            <a:ext cx="319063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Tumpo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rtalo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remipsumd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Olorsitametc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onsec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Tetura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dipis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cingelitse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Ddoeiusm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odt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emporinci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diduntutla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D40C886-DDA1-223C-627E-7A0E11A07B39}"/>
              </a:ext>
            </a:extLst>
          </p:cNvPr>
          <p:cNvGrpSpPr/>
          <p:nvPr/>
        </p:nvGrpSpPr>
        <p:grpSpPr>
          <a:xfrm>
            <a:off x="2016209" y="4690576"/>
            <a:ext cx="187809" cy="187809"/>
            <a:chOff x="2851251" y="4513977"/>
            <a:chExt cx="187809" cy="187809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AFFE250-1AFD-66AD-FAED-91F5DAA846A0}"/>
                </a:ext>
              </a:extLst>
            </p:cNvPr>
            <p:cNvSpPr/>
            <p:nvPr/>
          </p:nvSpPr>
          <p:spPr bwMode="auto">
            <a:xfrm>
              <a:off x="2851251" y="4513977"/>
              <a:ext cx="187809" cy="187809"/>
            </a:xfrm>
            <a:prstGeom prst="ellipse">
              <a:avLst/>
            </a:prstGeom>
            <a:solidFill>
              <a:srgbClr val="43515C"/>
            </a:solidFill>
            <a:ln w="6350" cmpd="sng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E6B7A55-DDE3-B123-C5E2-69A3C9C4BF05}"/>
                </a:ext>
              </a:extLst>
            </p:cNvPr>
            <p:cNvSpPr/>
            <p:nvPr/>
          </p:nvSpPr>
          <p:spPr bwMode="auto">
            <a:xfrm>
              <a:off x="2890604" y="4553330"/>
              <a:ext cx="109102" cy="109102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rgbClr val="20303D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E676DA8-CEE1-A67B-328D-FB1C19A30C8C}"/>
              </a:ext>
            </a:extLst>
          </p:cNvPr>
          <p:cNvGrpSpPr/>
          <p:nvPr/>
        </p:nvGrpSpPr>
        <p:grpSpPr>
          <a:xfrm>
            <a:off x="5378997" y="2519553"/>
            <a:ext cx="187809" cy="187809"/>
            <a:chOff x="2851251" y="4513977"/>
            <a:chExt cx="187809" cy="187809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F7149C8-0CC1-76AF-F774-F4C7948444D4}"/>
                </a:ext>
              </a:extLst>
            </p:cNvPr>
            <p:cNvSpPr/>
            <p:nvPr/>
          </p:nvSpPr>
          <p:spPr bwMode="auto">
            <a:xfrm>
              <a:off x="2851251" y="4513977"/>
              <a:ext cx="187809" cy="187809"/>
            </a:xfrm>
            <a:prstGeom prst="ellipse">
              <a:avLst/>
            </a:prstGeom>
            <a:solidFill>
              <a:srgbClr val="43515C"/>
            </a:solidFill>
            <a:ln w="6350" cmpd="sng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E5929AD-2F01-6CF8-0201-9CA07910DE7B}"/>
                </a:ext>
              </a:extLst>
            </p:cNvPr>
            <p:cNvSpPr/>
            <p:nvPr/>
          </p:nvSpPr>
          <p:spPr bwMode="auto">
            <a:xfrm>
              <a:off x="2890604" y="4553330"/>
              <a:ext cx="109102" cy="109102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rgbClr val="20303D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3CFFD5-E9F4-BDA5-CF4E-97147CBBEC08}"/>
              </a:ext>
            </a:extLst>
          </p:cNvPr>
          <p:cNvGrpSpPr/>
          <p:nvPr/>
        </p:nvGrpSpPr>
        <p:grpSpPr>
          <a:xfrm>
            <a:off x="8417567" y="1979615"/>
            <a:ext cx="187809" cy="187809"/>
            <a:chOff x="2851251" y="4513977"/>
            <a:chExt cx="187809" cy="18780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D2408F09-7900-EF74-ABED-0C448747179C}"/>
                </a:ext>
              </a:extLst>
            </p:cNvPr>
            <p:cNvSpPr/>
            <p:nvPr/>
          </p:nvSpPr>
          <p:spPr bwMode="auto">
            <a:xfrm>
              <a:off x="2851251" y="4513977"/>
              <a:ext cx="187809" cy="187809"/>
            </a:xfrm>
            <a:prstGeom prst="ellipse">
              <a:avLst/>
            </a:prstGeom>
            <a:solidFill>
              <a:srgbClr val="43515C"/>
            </a:solidFill>
            <a:ln w="6350" cmpd="sng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8F6F6BD-6FA5-ED74-E53B-F3D25B1D27D7}"/>
                </a:ext>
              </a:extLst>
            </p:cNvPr>
            <p:cNvSpPr/>
            <p:nvPr/>
          </p:nvSpPr>
          <p:spPr bwMode="auto">
            <a:xfrm>
              <a:off x="2890604" y="4553330"/>
              <a:ext cx="109102" cy="109102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rgbClr val="20303D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5979CCD-E2C7-88A5-E7ED-392722EBC125}"/>
              </a:ext>
            </a:extLst>
          </p:cNvPr>
          <p:cNvGrpSpPr/>
          <p:nvPr/>
        </p:nvGrpSpPr>
        <p:grpSpPr>
          <a:xfrm>
            <a:off x="284725" y="6553898"/>
            <a:ext cx="1535628" cy="294350"/>
            <a:chOff x="269860" y="6475693"/>
            <a:chExt cx="1535628" cy="29435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15BFFCC-E089-6DD1-1BE8-EF7726DC9377}"/>
                </a:ext>
              </a:extLst>
            </p:cNvPr>
            <p:cNvSpPr txBox="1"/>
            <p:nvPr userDrawn="1"/>
          </p:nvSpPr>
          <p:spPr>
            <a:xfrm>
              <a:off x="269860" y="6475693"/>
              <a:ext cx="886956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66737C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© 2022, NIM.</a:t>
              </a: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66737C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F2B0542-0C5B-16EF-F40A-7676E42B5C1C}"/>
                </a:ext>
              </a:extLst>
            </p:cNvPr>
            <p:cNvSpPr/>
            <p:nvPr userDrawn="1"/>
          </p:nvSpPr>
          <p:spPr>
            <a:xfrm>
              <a:off x="981224" y="6493044"/>
              <a:ext cx="82426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66737C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Ven iamqui snostrud.</a:t>
              </a:r>
            </a:p>
          </p:txBody>
        </p:sp>
      </p:grpSp>
      <p:sp>
        <p:nvSpPr>
          <p:cNvPr id="79" name="Text Box 4">
            <a:extLst>
              <a:ext uri="{FF2B5EF4-FFF2-40B4-BE49-F238E27FC236}">
                <a16:creationId xmlns:a16="http://schemas.microsoft.com/office/drawing/2014/main" id="{D9811C64-6307-D061-82FD-F57F40C07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1279" y="6604383"/>
            <a:ext cx="171004" cy="223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8000" rIns="1800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FAE5542-8650-40DC-84AD-2254F3EF757C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6737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66737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7508DC1-BF21-9BA2-7F3A-B873EF18AD66}"/>
              </a:ext>
            </a:extLst>
          </p:cNvPr>
          <p:cNvSpPr txBox="1"/>
          <p:nvPr/>
        </p:nvSpPr>
        <p:spPr>
          <a:xfrm>
            <a:off x="291953" y="2359517"/>
            <a:ext cx="3575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“Exercita tion Ullamcol Aboris ni Siutaliq Uipexeacom”</a:t>
            </a:r>
          </a:p>
        </p:txBody>
      </p:sp>
    </p:spTree>
    <p:extLst>
      <p:ext uri="{BB962C8B-B14F-4D97-AF65-F5344CB8AC3E}">
        <p14:creationId xmlns:p14="http://schemas.microsoft.com/office/powerpoint/2010/main" val="3422329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45A17-7A68-9E63-9D6B-34FC80014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A52732E-FBD4-884F-449D-EC613903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 Oconsequatdui sa Uteirure’d Olorinr epr Ehende Ritin Voluptatevel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B5868E-6FA1-C4FE-1C1F-CB5A95BE0890}"/>
              </a:ext>
            </a:extLst>
          </p:cNvPr>
          <p:cNvSpPr/>
          <p:nvPr/>
        </p:nvSpPr>
        <p:spPr bwMode="auto">
          <a:xfrm>
            <a:off x="214909" y="972458"/>
            <a:ext cx="11762182" cy="5457372"/>
          </a:xfrm>
          <a:prstGeom prst="roundRect">
            <a:avLst>
              <a:gd name="adj" fmla="val 1164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241B48-8EFC-7F41-22DA-F079F1B3F213}"/>
              </a:ext>
            </a:extLst>
          </p:cNvPr>
          <p:cNvGrpSpPr/>
          <p:nvPr/>
        </p:nvGrpSpPr>
        <p:grpSpPr>
          <a:xfrm>
            <a:off x="2039061" y="2697942"/>
            <a:ext cx="454905" cy="594232"/>
            <a:chOff x="2176249" y="2863748"/>
            <a:chExt cx="297990" cy="38925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8E4DEE3-DDBE-E1AE-BF24-B4C640900A2D}"/>
                </a:ext>
              </a:extLst>
            </p:cNvPr>
            <p:cNvGrpSpPr/>
            <p:nvPr/>
          </p:nvGrpSpPr>
          <p:grpSpPr>
            <a:xfrm>
              <a:off x="2176249" y="3081342"/>
              <a:ext cx="124035" cy="124589"/>
              <a:chOff x="-1584353" y="1440460"/>
              <a:chExt cx="355600" cy="357188"/>
            </a:xfrm>
          </p:grpSpPr>
          <p:sp>
            <p:nvSpPr>
              <p:cNvPr id="24" name="Freeform 66">
                <a:extLst>
                  <a:ext uri="{FF2B5EF4-FFF2-40B4-BE49-F238E27FC236}">
                    <a16:creationId xmlns:a16="http://schemas.microsoft.com/office/drawing/2014/main" id="{35DCCE5B-A344-7DC4-C1C8-899EC3DE2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74828" y="1453160"/>
                <a:ext cx="346075" cy="344488"/>
              </a:xfrm>
              <a:custGeom>
                <a:avLst/>
                <a:gdLst>
                  <a:gd name="T0" fmla="*/ 0 w 188"/>
                  <a:gd name="T1" fmla="*/ 94 h 188"/>
                  <a:gd name="T2" fmla="*/ 94 w 188"/>
                  <a:gd name="T3" fmla="*/ 0 h 188"/>
                  <a:gd name="T4" fmla="*/ 188 w 188"/>
                  <a:gd name="T5" fmla="*/ 94 h 188"/>
                  <a:gd name="T6" fmla="*/ 94 w 188"/>
                  <a:gd name="T7" fmla="*/ 188 h 188"/>
                  <a:gd name="T8" fmla="*/ 0 w 188"/>
                  <a:gd name="T9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188">
                    <a:moveTo>
                      <a:pt x="0" y="94"/>
                    </a:moveTo>
                    <a:cubicBezTo>
                      <a:pt x="0" y="42"/>
                      <a:pt x="42" y="0"/>
                      <a:pt x="94" y="0"/>
                    </a:cubicBezTo>
                    <a:cubicBezTo>
                      <a:pt x="146" y="0"/>
                      <a:pt x="188" y="42"/>
                      <a:pt x="188" y="94"/>
                    </a:cubicBezTo>
                    <a:cubicBezTo>
                      <a:pt x="188" y="146"/>
                      <a:pt x="146" y="188"/>
                      <a:pt x="94" y="188"/>
                    </a:cubicBezTo>
                    <a:cubicBezTo>
                      <a:pt x="42" y="188"/>
                      <a:pt x="0" y="145"/>
                      <a:pt x="0" y="94"/>
                    </a:cubicBezTo>
                  </a:path>
                </a:pathLst>
              </a:custGeom>
              <a:solidFill>
                <a:srgbClr val="E48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67">
                <a:extLst>
                  <a:ext uri="{FF2B5EF4-FFF2-40B4-BE49-F238E27FC236}">
                    <a16:creationId xmlns:a16="http://schemas.microsoft.com/office/drawing/2014/main" id="{BD63CF57-29EA-1B61-5E2D-8222786305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4353" y="1440460"/>
                <a:ext cx="344487" cy="344488"/>
              </a:xfrm>
              <a:custGeom>
                <a:avLst/>
                <a:gdLst>
                  <a:gd name="T0" fmla="*/ 0 w 187"/>
                  <a:gd name="T1" fmla="*/ 94 h 188"/>
                  <a:gd name="T2" fmla="*/ 93 w 187"/>
                  <a:gd name="T3" fmla="*/ 0 h 188"/>
                  <a:gd name="T4" fmla="*/ 187 w 187"/>
                  <a:gd name="T5" fmla="*/ 94 h 188"/>
                  <a:gd name="T6" fmla="*/ 93 w 187"/>
                  <a:gd name="T7" fmla="*/ 188 h 188"/>
                  <a:gd name="T8" fmla="*/ 0 w 187"/>
                  <a:gd name="T9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188">
                    <a:moveTo>
                      <a:pt x="0" y="94"/>
                    </a:moveTo>
                    <a:cubicBezTo>
                      <a:pt x="0" y="42"/>
                      <a:pt x="42" y="0"/>
                      <a:pt x="93" y="0"/>
                    </a:cubicBezTo>
                    <a:cubicBezTo>
                      <a:pt x="145" y="0"/>
                      <a:pt x="187" y="42"/>
                      <a:pt x="187" y="94"/>
                    </a:cubicBezTo>
                    <a:cubicBezTo>
                      <a:pt x="187" y="146"/>
                      <a:pt x="145" y="188"/>
                      <a:pt x="93" y="188"/>
                    </a:cubicBezTo>
                    <a:cubicBezTo>
                      <a:pt x="41" y="188"/>
                      <a:pt x="0" y="146"/>
                      <a:pt x="0" y="94"/>
                    </a:cubicBezTo>
                  </a:path>
                </a:pathLst>
              </a:custGeom>
              <a:solidFill>
                <a:srgbClr val="FFE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68">
                <a:extLst>
                  <a:ext uri="{FF2B5EF4-FFF2-40B4-BE49-F238E27FC236}">
                    <a16:creationId xmlns:a16="http://schemas.microsoft.com/office/drawing/2014/main" id="{4006BDA4-0A94-D8F7-FFE8-176A1464E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1178" y="1445222"/>
                <a:ext cx="347662" cy="346075"/>
              </a:xfrm>
              <a:custGeom>
                <a:avLst/>
                <a:gdLst>
                  <a:gd name="T0" fmla="*/ 1 w 188"/>
                  <a:gd name="T1" fmla="*/ 94 h 188"/>
                  <a:gd name="T2" fmla="*/ 94 w 188"/>
                  <a:gd name="T3" fmla="*/ 0 h 188"/>
                  <a:gd name="T4" fmla="*/ 188 w 188"/>
                  <a:gd name="T5" fmla="*/ 94 h 188"/>
                  <a:gd name="T6" fmla="*/ 94 w 188"/>
                  <a:gd name="T7" fmla="*/ 188 h 188"/>
                  <a:gd name="T8" fmla="*/ 1 w 188"/>
                  <a:gd name="T9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188">
                    <a:moveTo>
                      <a:pt x="1" y="94"/>
                    </a:moveTo>
                    <a:cubicBezTo>
                      <a:pt x="1" y="42"/>
                      <a:pt x="43" y="0"/>
                      <a:pt x="94" y="0"/>
                    </a:cubicBezTo>
                    <a:cubicBezTo>
                      <a:pt x="146" y="0"/>
                      <a:pt x="188" y="43"/>
                      <a:pt x="188" y="94"/>
                    </a:cubicBezTo>
                    <a:cubicBezTo>
                      <a:pt x="188" y="146"/>
                      <a:pt x="146" y="188"/>
                      <a:pt x="94" y="188"/>
                    </a:cubicBezTo>
                    <a:cubicBezTo>
                      <a:pt x="42" y="188"/>
                      <a:pt x="0" y="146"/>
                      <a:pt x="1" y="94"/>
                    </a:cubicBezTo>
                  </a:path>
                </a:pathLst>
              </a:custGeom>
              <a:solidFill>
                <a:srgbClr val="F9CA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Freeform 69">
                <a:extLst>
                  <a:ext uri="{FF2B5EF4-FFF2-40B4-BE49-F238E27FC236}">
                    <a16:creationId xmlns:a16="http://schemas.microsoft.com/office/drawing/2014/main" id="{B655207F-C473-2245-6017-D2DA730AD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1178" y="1616672"/>
                <a:ext cx="347662" cy="174625"/>
              </a:xfrm>
              <a:custGeom>
                <a:avLst/>
                <a:gdLst>
                  <a:gd name="T0" fmla="*/ 1 w 188"/>
                  <a:gd name="T1" fmla="*/ 1 h 95"/>
                  <a:gd name="T2" fmla="*/ 1 w 188"/>
                  <a:gd name="T3" fmla="*/ 0 h 95"/>
                  <a:gd name="T4" fmla="*/ 188 w 188"/>
                  <a:gd name="T5" fmla="*/ 1 h 95"/>
                  <a:gd name="T6" fmla="*/ 188 w 188"/>
                  <a:gd name="T7" fmla="*/ 1 h 95"/>
                  <a:gd name="T8" fmla="*/ 94 w 188"/>
                  <a:gd name="T9" fmla="*/ 95 h 95"/>
                  <a:gd name="T10" fmla="*/ 1 w 188"/>
                  <a:gd name="T11" fmla="*/ 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8" h="95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88" y="53"/>
                      <a:pt x="146" y="95"/>
                      <a:pt x="94" y="95"/>
                    </a:cubicBezTo>
                    <a:cubicBezTo>
                      <a:pt x="42" y="95"/>
                      <a:pt x="0" y="53"/>
                      <a:pt x="1" y="1"/>
                    </a:cubicBezTo>
                  </a:path>
                </a:pathLst>
              </a:custGeom>
              <a:solidFill>
                <a:srgbClr val="FED0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Oval 70">
                <a:extLst>
                  <a:ext uri="{FF2B5EF4-FFF2-40B4-BE49-F238E27FC236}">
                    <a16:creationId xmlns:a16="http://schemas.microsoft.com/office/drawing/2014/main" id="{004F0D25-7384-4197-A5DB-25BA7E38D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552603" y="1472210"/>
                <a:ext cx="292100" cy="293688"/>
              </a:xfrm>
              <a:prstGeom prst="ellipse">
                <a:avLst/>
              </a:prstGeom>
              <a:solidFill>
                <a:srgbClr val="F9A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Freeform 71">
                <a:extLst>
                  <a:ext uri="{FF2B5EF4-FFF2-40B4-BE49-F238E27FC236}">
                    <a16:creationId xmlns:a16="http://schemas.microsoft.com/office/drawing/2014/main" id="{5CF37DC3-1F9C-5934-4FEE-915E52B75C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30378" y="1492847"/>
                <a:ext cx="269875" cy="273050"/>
              </a:xfrm>
              <a:custGeom>
                <a:avLst/>
                <a:gdLst>
                  <a:gd name="T0" fmla="*/ 109 w 147"/>
                  <a:gd name="T1" fmla="*/ 0 h 148"/>
                  <a:gd name="T2" fmla="*/ 132 w 147"/>
                  <a:gd name="T3" fmla="*/ 54 h 148"/>
                  <a:gd name="T4" fmla="*/ 0 w 147"/>
                  <a:gd name="T5" fmla="*/ 111 h 148"/>
                  <a:gd name="T6" fmla="*/ 67 w 147"/>
                  <a:gd name="T7" fmla="*/ 148 h 148"/>
                  <a:gd name="T8" fmla="*/ 147 w 147"/>
                  <a:gd name="T9" fmla="*/ 68 h 148"/>
                  <a:gd name="T10" fmla="*/ 109 w 147"/>
                  <a:gd name="T11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7" h="148">
                    <a:moveTo>
                      <a:pt x="109" y="0"/>
                    </a:moveTo>
                    <a:cubicBezTo>
                      <a:pt x="125" y="18"/>
                      <a:pt x="132" y="39"/>
                      <a:pt x="132" y="54"/>
                    </a:cubicBezTo>
                    <a:cubicBezTo>
                      <a:pt x="132" y="131"/>
                      <a:pt x="59" y="147"/>
                      <a:pt x="0" y="111"/>
                    </a:cubicBezTo>
                    <a:cubicBezTo>
                      <a:pt x="14" y="133"/>
                      <a:pt x="39" y="148"/>
                      <a:pt x="67" y="148"/>
                    </a:cubicBezTo>
                    <a:cubicBezTo>
                      <a:pt x="111" y="148"/>
                      <a:pt x="147" y="112"/>
                      <a:pt x="147" y="68"/>
                    </a:cubicBezTo>
                    <a:cubicBezTo>
                      <a:pt x="147" y="40"/>
                      <a:pt x="132" y="14"/>
                      <a:pt x="109" y="0"/>
                    </a:cubicBezTo>
                  </a:path>
                </a:pathLst>
              </a:custGeom>
              <a:solidFill>
                <a:srgbClr val="EB83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Freeform 72">
                <a:extLst>
                  <a:ext uri="{FF2B5EF4-FFF2-40B4-BE49-F238E27FC236}">
                    <a16:creationId xmlns:a16="http://schemas.microsoft.com/office/drawing/2014/main" id="{5129708F-E7AE-FF7B-3876-B476915841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38315" y="1488085"/>
                <a:ext cx="242887" cy="209550"/>
              </a:xfrm>
              <a:custGeom>
                <a:avLst/>
                <a:gdLst>
                  <a:gd name="T0" fmla="*/ 6 w 132"/>
                  <a:gd name="T1" fmla="*/ 78 h 114"/>
                  <a:gd name="T2" fmla="*/ 76 w 132"/>
                  <a:gd name="T3" fmla="*/ 8 h 114"/>
                  <a:gd name="T4" fmla="*/ 132 w 132"/>
                  <a:gd name="T5" fmla="*/ 36 h 114"/>
                  <a:gd name="T6" fmla="*/ 71 w 132"/>
                  <a:gd name="T7" fmla="*/ 0 h 114"/>
                  <a:gd name="T8" fmla="*/ 0 w 132"/>
                  <a:gd name="T9" fmla="*/ 71 h 114"/>
                  <a:gd name="T10" fmla="*/ 15 w 132"/>
                  <a:gd name="T11" fmla="*/ 114 h 114"/>
                  <a:gd name="T12" fmla="*/ 6 w 132"/>
                  <a:gd name="T13" fmla="*/ 78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114">
                    <a:moveTo>
                      <a:pt x="6" y="78"/>
                    </a:moveTo>
                    <a:cubicBezTo>
                      <a:pt x="6" y="40"/>
                      <a:pt x="37" y="8"/>
                      <a:pt x="76" y="8"/>
                    </a:cubicBezTo>
                    <a:cubicBezTo>
                      <a:pt x="99" y="8"/>
                      <a:pt x="119" y="19"/>
                      <a:pt x="132" y="36"/>
                    </a:cubicBezTo>
                    <a:cubicBezTo>
                      <a:pt x="120" y="15"/>
                      <a:pt x="97" y="0"/>
                      <a:pt x="71" y="0"/>
                    </a:cubicBezTo>
                    <a:cubicBezTo>
                      <a:pt x="32" y="0"/>
                      <a:pt x="0" y="32"/>
                      <a:pt x="0" y="71"/>
                    </a:cubicBezTo>
                    <a:cubicBezTo>
                      <a:pt x="0" y="87"/>
                      <a:pt x="6" y="102"/>
                      <a:pt x="15" y="114"/>
                    </a:cubicBezTo>
                    <a:cubicBezTo>
                      <a:pt x="9" y="103"/>
                      <a:pt x="6" y="91"/>
                      <a:pt x="6" y="78"/>
                    </a:cubicBezTo>
                  </a:path>
                </a:pathLst>
              </a:custGeom>
              <a:solidFill>
                <a:srgbClr val="FED0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74">
                <a:extLst>
                  <a:ext uri="{FF2B5EF4-FFF2-40B4-BE49-F238E27FC236}">
                    <a16:creationId xmlns:a16="http://schemas.microsoft.com/office/drawing/2014/main" id="{09CB07A5-A1AD-DD8D-62F6-165BCD834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452590" y="1542060"/>
                <a:ext cx="93662" cy="155575"/>
              </a:xfrm>
              <a:custGeom>
                <a:avLst/>
                <a:gdLst>
                  <a:gd name="T0" fmla="*/ 21 w 51"/>
                  <a:gd name="T1" fmla="*/ 12 h 84"/>
                  <a:gd name="T2" fmla="*/ 20 w 51"/>
                  <a:gd name="T3" fmla="*/ 0 h 84"/>
                  <a:gd name="T4" fmla="*/ 32 w 51"/>
                  <a:gd name="T5" fmla="*/ 0 h 84"/>
                  <a:gd name="T6" fmla="*/ 30 w 51"/>
                  <a:gd name="T7" fmla="*/ 12 h 84"/>
                  <a:gd name="T8" fmla="*/ 50 w 51"/>
                  <a:gd name="T9" fmla="*/ 26 h 84"/>
                  <a:gd name="T10" fmla="*/ 35 w 51"/>
                  <a:gd name="T11" fmla="*/ 31 h 84"/>
                  <a:gd name="T12" fmla="*/ 26 w 51"/>
                  <a:gd name="T13" fmla="*/ 25 h 84"/>
                  <a:gd name="T14" fmla="*/ 20 w 51"/>
                  <a:gd name="T15" fmla="*/ 28 h 84"/>
                  <a:gd name="T16" fmla="*/ 21 w 51"/>
                  <a:gd name="T17" fmla="*/ 31 h 84"/>
                  <a:gd name="T18" fmla="*/ 27 w 51"/>
                  <a:gd name="T19" fmla="*/ 33 h 84"/>
                  <a:gd name="T20" fmla="*/ 41 w 51"/>
                  <a:gd name="T21" fmla="*/ 37 h 84"/>
                  <a:gd name="T22" fmla="*/ 48 w 51"/>
                  <a:gd name="T23" fmla="*/ 43 h 84"/>
                  <a:gd name="T24" fmla="*/ 51 w 51"/>
                  <a:gd name="T25" fmla="*/ 53 h 84"/>
                  <a:gd name="T26" fmla="*/ 45 w 51"/>
                  <a:gd name="T27" fmla="*/ 66 h 84"/>
                  <a:gd name="T28" fmla="*/ 30 w 51"/>
                  <a:gd name="T29" fmla="*/ 72 h 84"/>
                  <a:gd name="T30" fmla="*/ 32 w 51"/>
                  <a:gd name="T31" fmla="*/ 84 h 84"/>
                  <a:gd name="T32" fmla="*/ 18 w 51"/>
                  <a:gd name="T33" fmla="*/ 84 h 84"/>
                  <a:gd name="T34" fmla="*/ 21 w 51"/>
                  <a:gd name="T35" fmla="*/ 72 h 84"/>
                  <a:gd name="T36" fmla="*/ 0 w 51"/>
                  <a:gd name="T37" fmla="*/ 54 h 84"/>
                  <a:gd name="T38" fmla="*/ 16 w 51"/>
                  <a:gd name="T39" fmla="*/ 51 h 84"/>
                  <a:gd name="T40" fmla="*/ 26 w 51"/>
                  <a:gd name="T41" fmla="*/ 59 h 84"/>
                  <a:gd name="T42" fmla="*/ 33 w 51"/>
                  <a:gd name="T43" fmla="*/ 55 h 84"/>
                  <a:gd name="T44" fmla="*/ 32 w 51"/>
                  <a:gd name="T45" fmla="*/ 52 h 84"/>
                  <a:gd name="T46" fmla="*/ 26 w 51"/>
                  <a:gd name="T47" fmla="*/ 50 h 84"/>
                  <a:gd name="T48" fmla="*/ 7 w 51"/>
                  <a:gd name="T49" fmla="*/ 42 h 84"/>
                  <a:gd name="T50" fmla="*/ 3 w 51"/>
                  <a:gd name="T51" fmla="*/ 31 h 84"/>
                  <a:gd name="T52" fmla="*/ 7 w 51"/>
                  <a:gd name="T53" fmla="*/ 18 h 84"/>
                  <a:gd name="T54" fmla="*/ 21 w 51"/>
                  <a:gd name="T55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1" h="84">
                    <a:moveTo>
                      <a:pt x="21" y="12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40" y="13"/>
                      <a:pt x="47" y="18"/>
                      <a:pt x="50" y="26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4" y="27"/>
                      <a:pt x="31" y="25"/>
                      <a:pt x="26" y="25"/>
                    </a:cubicBezTo>
                    <a:cubicBezTo>
                      <a:pt x="22" y="25"/>
                      <a:pt x="20" y="26"/>
                      <a:pt x="20" y="28"/>
                    </a:cubicBezTo>
                    <a:cubicBezTo>
                      <a:pt x="20" y="29"/>
                      <a:pt x="21" y="30"/>
                      <a:pt x="21" y="31"/>
                    </a:cubicBezTo>
                    <a:cubicBezTo>
                      <a:pt x="22" y="31"/>
                      <a:pt x="24" y="32"/>
                      <a:pt x="27" y="33"/>
                    </a:cubicBezTo>
                    <a:cubicBezTo>
                      <a:pt x="33" y="34"/>
                      <a:pt x="38" y="35"/>
                      <a:pt x="41" y="37"/>
                    </a:cubicBezTo>
                    <a:cubicBezTo>
                      <a:pt x="44" y="38"/>
                      <a:pt x="46" y="40"/>
                      <a:pt x="48" y="43"/>
                    </a:cubicBezTo>
                    <a:cubicBezTo>
                      <a:pt x="50" y="45"/>
                      <a:pt x="51" y="49"/>
                      <a:pt x="51" y="53"/>
                    </a:cubicBezTo>
                    <a:cubicBezTo>
                      <a:pt x="51" y="58"/>
                      <a:pt x="49" y="62"/>
                      <a:pt x="45" y="66"/>
                    </a:cubicBezTo>
                    <a:cubicBezTo>
                      <a:pt x="42" y="70"/>
                      <a:pt x="36" y="72"/>
                      <a:pt x="30" y="72"/>
                    </a:cubicBezTo>
                    <a:cubicBezTo>
                      <a:pt x="32" y="84"/>
                      <a:pt x="32" y="84"/>
                      <a:pt x="32" y="84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9" y="71"/>
                      <a:pt x="2" y="65"/>
                      <a:pt x="0" y="54"/>
                    </a:cubicBezTo>
                    <a:cubicBezTo>
                      <a:pt x="16" y="51"/>
                      <a:pt x="16" y="51"/>
                      <a:pt x="16" y="51"/>
                    </a:cubicBezTo>
                    <a:cubicBezTo>
                      <a:pt x="17" y="56"/>
                      <a:pt x="21" y="59"/>
                      <a:pt x="26" y="59"/>
                    </a:cubicBezTo>
                    <a:cubicBezTo>
                      <a:pt x="31" y="59"/>
                      <a:pt x="33" y="57"/>
                      <a:pt x="33" y="55"/>
                    </a:cubicBezTo>
                    <a:cubicBezTo>
                      <a:pt x="33" y="54"/>
                      <a:pt x="33" y="53"/>
                      <a:pt x="32" y="52"/>
                    </a:cubicBezTo>
                    <a:cubicBezTo>
                      <a:pt x="31" y="51"/>
                      <a:pt x="29" y="51"/>
                      <a:pt x="26" y="50"/>
                    </a:cubicBezTo>
                    <a:cubicBezTo>
                      <a:pt x="16" y="48"/>
                      <a:pt x="9" y="45"/>
                      <a:pt x="7" y="42"/>
                    </a:cubicBezTo>
                    <a:cubicBezTo>
                      <a:pt x="4" y="39"/>
                      <a:pt x="3" y="35"/>
                      <a:pt x="3" y="31"/>
                    </a:cubicBezTo>
                    <a:cubicBezTo>
                      <a:pt x="3" y="26"/>
                      <a:pt x="4" y="22"/>
                      <a:pt x="7" y="18"/>
                    </a:cubicBezTo>
                    <a:cubicBezTo>
                      <a:pt x="10" y="15"/>
                      <a:pt x="15" y="13"/>
                      <a:pt x="21" y="12"/>
                    </a:cubicBezTo>
                  </a:path>
                </a:pathLst>
              </a:custGeom>
              <a:solidFill>
                <a:srgbClr val="FED0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E7DA030-6FDC-36ED-282F-1259928A77C5}"/>
                </a:ext>
              </a:extLst>
            </p:cNvPr>
            <p:cNvGrpSpPr/>
            <p:nvPr/>
          </p:nvGrpSpPr>
          <p:grpSpPr>
            <a:xfrm rot="1969563">
              <a:off x="2253916" y="2863748"/>
              <a:ext cx="152307" cy="152987"/>
              <a:chOff x="-1584353" y="1440460"/>
              <a:chExt cx="355600" cy="357188"/>
            </a:xfrm>
          </p:grpSpPr>
          <p:sp>
            <p:nvSpPr>
              <p:cNvPr id="15" name="Freeform 66">
                <a:extLst>
                  <a:ext uri="{FF2B5EF4-FFF2-40B4-BE49-F238E27FC236}">
                    <a16:creationId xmlns:a16="http://schemas.microsoft.com/office/drawing/2014/main" id="{EB4A0960-41AA-0EF0-83FC-C1439566E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74828" y="1453160"/>
                <a:ext cx="346075" cy="344488"/>
              </a:xfrm>
              <a:custGeom>
                <a:avLst/>
                <a:gdLst>
                  <a:gd name="T0" fmla="*/ 0 w 188"/>
                  <a:gd name="T1" fmla="*/ 94 h 188"/>
                  <a:gd name="T2" fmla="*/ 94 w 188"/>
                  <a:gd name="T3" fmla="*/ 0 h 188"/>
                  <a:gd name="T4" fmla="*/ 188 w 188"/>
                  <a:gd name="T5" fmla="*/ 94 h 188"/>
                  <a:gd name="T6" fmla="*/ 94 w 188"/>
                  <a:gd name="T7" fmla="*/ 188 h 188"/>
                  <a:gd name="T8" fmla="*/ 0 w 188"/>
                  <a:gd name="T9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188">
                    <a:moveTo>
                      <a:pt x="0" y="94"/>
                    </a:moveTo>
                    <a:cubicBezTo>
                      <a:pt x="0" y="42"/>
                      <a:pt x="42" y="0"/>
                      <a:pt x="94" y="0"/>
                    </a:cubicBezTo>
                    <a:cubicBezTo>
                      <a:pt x="146" y="0"/>
                      <a:pt x="188" y="42"/>
                      <a:pt x="188" y="94"/>
                    </a:cubicBezTo>
                    <a:cubicBezTo>
                      <a:pt x="188" y="146"/>
                      <a:pt x="146" y="188"/>
                      <a:pt x="94" y="188"/>
                    </a:cubicBezTo>
                    <a:cubicBezTo>
                      <a:pt x="42" y="188"/>
                      <a:pt x="0" y="145"/>
                      <a:pt x="0" y="94"/>
                    </a:cubicBezTo>
                  </a:path>
                </a:pathLst>
              </a:custGeom>
              <a:solidFill>
                <a:srgbClr val="E48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67">
                <a:extLst>
                  <a:ext uri="{FF2B5EF4-FFF2-40B4-BE49-F238E27FC236}">
                    <a16:creationId xmlns:a16="http://schemas.microsoft.com/office/drawing/2014/main" id="{F387DE57-2D54-024F-FC29-7EC93454DC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4353" y="1440460"/>
                <a:ext cx="344487" cy="344488"/>
              </a:xfrm>
              <a:custGeom>
                <a:avLst/>
                <a:gdLst>
                  <a:gd name="T0" fmla="*/ 0 w 187"/>
                  <a:gd name="T1" fmla="*/ 94 h 188"/>
                  <a:gd name="T2" fmla="*/ 93 w 187"/>
                  <a:gd name="T3" fmla="*/ 0 h 188"/>
                  <a:gd name="T4" fmla="*/ 187 w 187"/>
                  <a:gd name="T5" fmla="*/ 94 h 188"/>
                  <a:gd name="T6" fmla="*/ 93 w 187"/>
                  <a:gd name="T7" fmla="*/ 188 h 188"/>
                  <a:gd name="T8" fmla="*/ 0 w 187"/>
                  <a:gd name="T9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188">
                    <a:moveTo>
                      <a:pt x="0" y="94"/>
                    </a:moveTo>
                    <a:cubicBezTo>
                      <a:pt x="0" y="42"/>
                      <a:pt x="42" y="0"/>
                      <a:pt x="93" y="0"/>
                    </a:cubicBezTo>
                    <a:cubicBezTo>
                      <a:pt x="145" y="0"/>
                      <a:pt x="187" y="42"/>
                      <a:pt x="187" y="94"/>
                    </a:cubicBezTo>
                    <a:cubicBezTo>
                      <a:pt x="187" y="146"/>
                      <a:pt x="145" y="188"/>
                      <a:pt x="93" y="188"/>
                    </a:cubicBezTo>
                    <a:cubicBezTo>
                      <a:pt x="41" y="188"/>
                      <a:pt x="0" y="146"/>
                      <a:pt x="0" y="94"/>
                    </a:cubicBezTo>
                  </a:path>
                </a:pathLst>
              </a:custGeom>
              <a:solidFill>
                <a:srgbClr val="FFE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68">
                <a:extLst>
                  <a:ext uri="{FF2B5EF4-FFF2-40B4-BE49-F238E27FC236}">
                    <a16:creationId xmlns:a16="http://schemas.microsoft.com/office/drawing/2014/main" id="{1DA176ED-5B2F-6A51-A5CE-EC6D3BCB5D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1178" y="1445222"/>
                <a:ext cx="347662" cy="346075"/>
              </a:xfrm>
              <a:custGeom>
                <a:avLst/>
                <a:gdLst>
                  <a:gd name="T0" fmla="*/ 1 w 188"/>
                  <a:gd name="T1" fmla="*/ 94 h 188"/>
                  <a:gd name="T2" fmla="*/ 94 w 188"/>
                  <a:gd name="T3" fmla="*/ 0 h 188"/>
                  <a:gd name="T4" fmla="*/ 188 w 188"/>
                  <a:gd name="T5" fmla="*/ 94 h 188"/>
                  <a:gd name="T6" fmla="*/ 94 w 188"/>
                  <a:gd name="T7" fmla="*/ 188 h 188"/>
                  <a:gd name="T8" fmla="*/ 1 w 188"/>
                  <a:gd name="T9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188">
                    <a:moveTo>
                      <a:pt x="1" y="94"/>
                    </a:moveTo>
                    <a:cubicBezTo>
                      <a:pt x="1" y="42"/>
                      <a:pt x="43" y="0"/>
                      <a:pt x="94" y="0"/>
                    </a:cubicBezTo>
                    <a:cubicBezTo>
                      <a:pt x="146" y="0"/>
                      <a:pt x="188" y="43"/>
                      <a:pt x="188" y="94"/>
                    </a:cubicBezTo>
                    <a:cubicBezTo>
                      <a:pt x="188" y="146"/>
                      <a:pt x="146" y="188"/>
                      <a:pt x="94" y="188"/>
                    </a:cubicBezTo>
                    <a:cubicBezTo>
                      <a:pt x="42" y="188"/>
                      <a:pt x="0" y="146"/>
                      <a:pt x="1" y="94"/>
                    </a:cubicBezTo>
                  </a:path>
                </a:pathLst>
              </a:custGeom>
              <a:solidFill>
                <a:srgbClr val="F9CA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69">
                <a:extLst>
                  <a:ext uri="{FF2B5EF4-FFF2-40B4-BE49-F238E27FC236}">
                    <a16:creationId xmlns:a16="http://schemas.microsoft.com/office/drawing/2014/main" id="{1EBE3E7E-2520-38F5-3B20-A49FBBFB8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1178" y="1616672"/>
                <a:ext cx="347662" cy="174625"/>
              </a:xfrm>
              <a:custGeom>
                <a:avLst/>
                <a:gdLst>
                  <a:gd name="T0" fmla="*/ 1 w 188"/>
                  <a:gd name="T1" fmla="*/ 1 h 95"/>
                  <a:gd name="T2" fmla="*/ 1 w 188"/>
                  <a:gd name="T3" fmla="*/ 0 h 95"/>
                  <a:gd name="T4" fmla="*/ 188 w 188"/>
                  <a:gd name="T5" fmla="*/ 1 h 95"/>
                  <a:gd name="T6" fmla="*/ 188 w 188"/>
                  <a:gd name="T7" fmla="*/ 1 h 95"/>
                  <a:gd name="T8" fmla="*/ 94 w 188"/>
                  <a:gd name="T9" fmla="*/ 95 h 95"/>
                  <a:gd name="T10" fmla="*/ 1 w 188"/>
                  <a:gd name="T11" fmla="*/ 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8" h="95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88" y="53"/>
                      <a:pt x="146" y="95"/>
                      <a:pt x="94" y="95"/>
                    </a:cubicBezTo>
                    <a:cubicBezTo>
                      <a:pt x="42" y="95"/>
                      <a:pt x="0" y="53"/>
                      <a:pt x="1" y="1"/>
                    </a:cubicBezTo>
                  </a:path>
                </a:pathLst>
              </a:custGeom>
              <a:solidFill>
                <a:srgbClr val="FED0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Oval 70">
                <a:extLst>
                  <a:ext uri="{FF2B5EF4-FFF2-40B4-BE49-F238E27FC236}">
                    <a16:creationId xmlns:a16="http://schemas.microsoft.com/office/drawing/2014/main" id="{02243D7C-4BA3-C180-66C4-7FA27A8EC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552603" y="1472210"/>
                <a:ext cx="292100" cy="293688"/>
              </a:xfrm>
              <a:prstGeom prst="ellipse">
                <a:avLst/>
              </a:prstGeom>
              <a:solidFill>
                <a:srgbClr val="F9A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71">
                <a:extLst>
                  <a:ext uri="{FF2B5EF4-FFF2-40B4-BE49-F238E27FC236}">
                    <a16:creationId xmlns:a16="http://schemas.microsoft.com/office/drawing/2014/main" id="{14653C64-2762-2702-C3A3-72F1C9969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30378" y="1492847"/>
                <a:ext cx="269875" cy="273050"/>
              </a:xfrm>
              <a:custGeom>
                <a:avLst/>
                <a:gdLst>
                  <a:gd name="T0" fmla="*/ 109 w 147"/>
                  <a:gd name="T1" fmla="*/ 0 h 148"/>
                  <a:gd name="T2" fmla="*/ 132 w 147"/>
                  <a:gd name="T3" fmla="*/ 54 h 148"/>
                  <a:gd name="T4" fmla="*/ 0 w 147"/>
                  <a:gd name="T5" fmla="*/ 111 h 148"/>
                  <a:gd name="T6" fmla="*/ 67 w 147"/>
                  <a:gd name="T7" fmla="*/ 148 h 148"/>
                  <a:gd name="T8" fmla="*/ 147 w 147"/>
                  <a:gd name="T9" fmla="*/ 68 h 148"/>
                  <a:gd name="T10" fmla="*/ 109 w 147"/>
                  <a:gd name="T11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7" h="148">
                    <a:moveTo>
                      <a:pt x="109" y="0"/>
                    </a:moveTo>
                    <a:cubicBezTo>
                      <a:pt x="125" y="18"/>
                      <a:pt x="132" y="39"/>
                      <a:pt x="132" y="54"/>
                    </a:cubicBezTo>
                    <a:cubicBezTo>
                      <a:pt x="132" y="131"/>
                      <a:pt x="59" y="147"/>
                      <a:pt x="0" y="111"/>
                    </a:cubicBezTo>
                    <a:cubicBezTo>
                      <a:pt x="14" y="133"/>
                      <a:pt x="39" y="148"/>
                      <a:pt x="67" y="148"/>
                    </a:cubicBezTo>
                    <a:cubicBezTo>
                      <a:pt x="111" y="148"/>
                      <a:pt x="147" y="112"/>
                      <a:pt x="147" y="68"/>
                    </a:cubicBezTo>
                    <a:cubicBezTo>
                      <a:pt x="147" y="40"/>
                      <a:pt x="132" y="14"/>
                      <a:pt x="109" y="0"/>
                    </a:cubicBezTo>
                  </a:path>
                </a:pathLst>
              </a:custGeom>
              <a:solidFill>
                <a:srgbClr val="EB83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2">
                <a:extLst>
                  <a:ext uri="{FF2B5EF4-FFF2-40B4-BE49-F238E27FC236}">
                    <a16:creationId xmlns:a16="http://schemas.microsoft.com/office/drawing/2014/main" id="{11CC2F6F-8CD2-070A-599E-48B45306A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38315" y="1488085"/>
                <a:ext cx="242887" cy="209550"/>
              </a:xfrm>
              <a:custGeom>
                <a:avLst/>
                <a:gdLst>
                  <a:gd name="T0" fmla="*/ 6 w 132"/>
                  <a:gd name="T1" fmla="*/ 78 h 114"/>
                  <a:gd name="T2" fmla="*/ 76 w 132"/>
                  <a:gd name="T3" fmla="*/ 8 h 114"/>
                  <a:gd name="T4" fmla="*/ 132 w 132"/>
                  <a:gd name="T5" fmla="*/ 36 h 114"/>
                  <a:gd name="T6" fmla="*/ 71 w 132"/>
                  <a:gd name="T7" fmla="*/ 0 h 114"/>
                  <a:gd name="T8" fmla="*/ 0 w 132"/>
                  <a:gd name="T9" fmla="*/ 71 h 114"/>
                  <a:gd name="T10" fmla="*/ 15 w 132"/>
                  <a:gd name="T11" fmla="*/ 114 h 114"/>
                  <a:gd name="T12" fmla="*/ 6 w 132"/>
                  <a:gd name="T13" fmla="*/ 78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114">
                    <a:moveTo>
                      <a:pt x="6" y="78"/>
                    </a:moveTo>
                    <a:cubicBezTo>
                      <a:pt x="6" y="40"/>
                      <a:pt x="37" y="8"/>
                      <a:pt x="76" y="8"/>
                    </a:cubicBezTo>
                    <a:cubicBezTo>
                      <a:pt x="99" y="8"/>
                      <a:pt x="119" y="19"/>
                      <a:pt x="132" y="36"/>
                    </a:cubicBezTo>
                    <a:cubicBezTo>
                      <a:pt x="120" y="15"/>
                      <a:pt x="97" y="0"/>
                      <a:pt x="71" y="0"/>
                    </a:cubicBezTo>
                    <a:cubicBezTo>
                      <a:pt x="32" y="0"/>
                      <a:pt x="0" y="32"/>
                      <a:pt x="0" y="71"/>
                    </a:cubicBezTo>
                    <a:cubicBezTo>
                      <a:pt x="0" y="87"/>
                      <a:pt x="6" y="102"/>
                      <a:pt x="15" y="114"/>
                    </a:cubicBezTo>
                    <a:cubicBezTo>
                      <a:pt x="9" y="103"/>
                      <a:pt x="6" y="91"/>
                      <a:pt x="6" y="78"/>
                    </a:cubicBezTo>
                  </a:path>
                </a:pathLst>
              </a:custGeom>
              <a:solidFill>
                <a:srgbClr val="FED0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74">
                <a:extLst>
                  <a:ext uri="{FF2B5EF4-FFF2-40B4-BE49-F238E27FC236}">
                    <a16:creationId xmlns:a16="http://schemas.microsoft.com/office/drawing/2014/main" id="{12755F76-D511-4F22-287B-D14C1AB2C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452590" y="1542060"/>
                <a:ext cx="93662" cy="155575"/>
              </a:xfrm>
              <a:custGeom>
                <a:avLst/>
                <a:gdLst>
                  <a:gd name="T0" fmla="*/ 21 w 51"/>
                  <a:gd name="T1" fmla="*/ 12 h 84"/>
                  <a:gd name="T2" fmla="*/ 20 w 51"/>
                  <a:gd name="T3" fmla="*/ 0 h 84"/>
                  <a:gd name="T4" fmla="*/ 32 w 51"/>
                  <a:gd name="T5" fmla="*/ 0 h 84"/>
                  <a:gd name="T6" fmla="*/ 30 w 51"/>
                  <a:gd name="T7" fmla="*/ 12 h 84"/>
                  <a:gd name="T8" fmla="*/ 50 w 51"/>
                  <a:gd name="T9" fmla="*/ 26 h 84"/>
                  <a:gd name="T10" fmla="*/ 35 w 51"/>
                  <a:gd name="T11" fmla="*/ 31 h 84"/>
                  <a:gd name="T12" fmla="*/ 26 w 51"/>
                  <a:gd name="T13" fmla="*/ 25 h 84"/>
                  <a:gd name="T14" fmla="*/ 20 w 51"/>
                  <a:gd name="T15" fmla="*/ 28 h 84"/>
                  <a:gd name="T16" fmla="*/ 21 w 51"/>
                  <a:gd name="T17" fmla="*/ 31 h 84"/>
                  <a:gd name="T18" fmla="*/ 27 w 51"/>
                  <a:gd name="T19" fmla="*/ 33 h 84"/>
                  <a:gd name="T20" fmla="*/ 41 w 51"/>
                  <a:gd name="T21" fmla="*/ 37 h 84"/>
                  <a:gd name="T22" fmla="*/ 48 w 51"/>
                  <a:gd name="T23" fmla="*/ 43 h 84"/>
                  <a:gd name="T24" fmla="*/ 51 w 51"/>
                  <a:gd name="T25" fmla="*/ 53 h 84"/>
                  <a:gd name="T26" fmla="*/ 45 w 51"/>
                  <a:gd name="T27" fmla="*/ 66 h 84"/>
                  <a:gd name="T28" fmla="*/ 30 w 51"/>
                  <a:gd name="T29" fmla="*/ 72 h 84"/>
                  <a:gd name="T30" fmla="*/ 32 w 51"/>
                  <a:gd name="T31" fmla="*/ 84 h 84"/>
                  <a:gd name="T32" fmla="*/ 18 w 51"/>
                  <a:gd name="T33" fmla="*/ 84 h 84"/>
                  <a:gd name="T34" fmla="*/ 21 w 51"/>
                  <a:gd name="T35" fmla="*/ 72 h 84"/>
                  <a:gd name="T36" fmla="*/ 0 w 51"/>
                  <a:gd name="T37" fmla="*/ 54 h 84"/>
                  <a:gd name="T38" fmla="*/ 16 w 51"/>
                  <a:gd name="T39" fmla="*/ 51 h 84"/>
                  <a:gd name="T40" fmla="*/ 26 w 51"/>
                  <a:gd name="T41" fmla="*/ 59 h 84"/>
                  <a:gd name="T42" fmla="*/ 33 w 51"/>
                  <a:gd name="T43" fmla="*/ 55 h 84"/>
                  <a:gd name="T44" fmla="*/ 32 w 51"/>
                  <a:gd name="T45" fmla="*/ 52 h 84"/>
                  <a:gd name="T46" fmla="*/ 26 w 51"/>
                  <a:gd name="T47" fmla="*/ 50 h 84"/>
                  <a:gd name="T48" fmla="*/ 7 w 51"/>
                  <a:gd name="T49" fmla="*/ 42 h 84"/>
                  <a:gd name="T50" fmla="*/ 3 w 51"/>
                  <a:gd name="T51" fmla="*/ 31 h 84"/>
                  <a:gd name="T52" fmla="*/ 7 w 51"/>
                  <a:gd name="T53" fmla="*/ 18 h 84"/>
                  <a:gd name="T54" fmla="*/ 21 w 51"/>
                  <a:gd name="T55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1" h="84">
                    <a:moveTo>
                      <a:pt x="21" y="12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40" y="13"/>
                      <a:pt x="47" y="18"/>
                      <a:pt x="50" y="26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4" y="27"/>
                      <a:pt x="31" y="25"/>
                      <a:pt x="26" y="25"/>
                    </a:cubicBezTo>
                    <a:cubicBezTo>
                      <a:pt x="22" y="25"/>
                      <a:pt x="20" y="26"/>
                      <a:pt x="20" y="28"/>
                    </a:cubicBezTo>
                    <a:cubicBezTo>
                      <a:pt x="20" y="29"/>
                      <a:pt x="21" y="30"/>
                      <a:pt x="21" y="31"/>
                    </a:cubicBezTo>
                    <a:cubicBezTo>
                      <a:pt x="22" y="31"/>
                      <a:pt x="24" y="32"/>
                      <a:pt x="27" y="33"/>
                    </a:cubicBezTo>
                    <a:cubicBezTo>
                      <a:pt x="33" y="34"/>
                      <a:pt x="38" y="35"/>
                      <a:pt x="41" y="37"/>
                    </a:cubicBezTo>
                    <a:cubicBezTo>
                      <a:pt x="44" y="38"/>
                      <a:pt x="46" y="40"/>
                      <a:pt x="48" y="43"/>
                    </a:cubicBezTo>
                    <a:cubicBezTo>
                      <a:pt x="50" y="45"/>
                      <a:pt x="51" y="49"/>
                      <a:pt x="51" y="53"/>
                    </a:cubicBezTo>
                    <a:cubicBezTo>
                      <a:pt x="51" y="58"/>
                      <a:pt x="49" y="62"/>
                      <a:pt x="45" y="66"/>
                    </a:cubicBezTo>
                    <a:cubicBezTo>
                      <a:pt x="42" y="70"/>
                      <a:pt x="36" y="72"/>
                      <a:pt x="30" y="72"/>
                    </a:cubicBezTo>
                    <a:cubicBezTo>
                      <a:pt x="32" y="84"/>
                      <a:pt x="32" y="84"/>
                      <a:pt x="32" y="84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9" y="71"/>
                      <a:pt x="2" y="65"/>
                      <a:pt x="0" y="54"/>
                    </a:cubicBezTo>
                    <a:cubicBezTo>
                      <a:pt x="16" y="51"/>
                      <a:pt x="16" y="51"/>
                      <a:pt x="16" y="51"/>
                    </a:cubicBezTo>
                    <a:cubicBezTo>
                      <a:pt x="17" y="56"/>
                      <a:pt x="21" y="59"/>
                      <a:pt x="26" y="59"/>
                    </a:cubicBezTo>
                    <a:cubicBezTo>
                      <a:pt x="31" y="59"/>
                      <a:pt x="33" y="57"/>
                      <a:pt x="33" y="55"/>
                    </a:cubicBezTo>
                    <a:cubicBezTo>
                      <a:pt x="33" y="54"/>
                      <a:pt x="33" y="53"/>
                      <a:pt x="32" y="52"/>
                    </a:cubicBezTo>
                    <a:cubicBezTo>
                      <a:pt x="31" y="51"/>
                      <a:pt x="29" y="51"/>
                      <a:pt x="26" y="50"/>
                    </a:cubicBezTo>
                    <a:cubicBezTo>
                      <a:pt x="16" y="48"/>
                      <a:pt x="9" y="45"/>
                      <a:pt x="7" y="42"/>
                    </a:cubicBezTo>
                    <a:cubicBezTo>
                      <a:pt x="4" y="39"/>
                      <a:pt x="3" y="35"/>
                      <a:pt x="3" y="31"/>
                    </a:cubicBezTo>
                    <a:cubicBezTo>
                      <a:pt x="3" y="26"/>
                      <a:pt x="4" y="22"/>
                      <a:pt x="7" y="18"/>
                    </a:cubicBezTo>
                    <a:cubicBezTo>
                      <a:pt x="10" y="15"/>
                      <a:pt x="15" y="13"/>
                      <a:pt x="21" y="12"/>
                    </a:cubicBezTo>
                  </a:path>
                </a:pathLst>
              </a:custGeom>
              <a:solidFill>
                <a:srgbClr val="FED0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9DAD133-4561-FFB3-C51A-6C195F770928}"/>
                </a:ext>
              </a:extLst>
            </p:cNvPr>
            <p:cNvGrpSpPr/>
            <p:nvPr/>
          </p:nvGrpSpPr>
          <p:grpSpPr>
            <a:xfrm rot="19800000">
              <a:off x="2384853" y="3163222"/>
              <a:ext cx="89386" cy="89785"/>
              <a:chOff x="-1584353" y="1440460"/>
              <a:chExt cx="355600" cy="357188"/>
            </a:xfrm>
          </p:grpSpPr>
          <p:sp>
            <p:nvSpPr>
              <p:cNvPr id="7" name="Freeform 66">
                <a:extLst>
                  <a:ext uri="{FF2B5EF4-FFF2-40B4-BE49-F238E27FC236}">
                    <a16:creationId xmlns:a16="http://schemas.microsoft.com/office/drawing/2014/main" id="{F4F86708-257B-C81F-D0CE-A7AACF143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74828" y="1453160"/>
                <a:ext cx="346075" cy="344488"/>
              </a:xfrm>
              <a:custGeom>
                <a:avLst/>
                <a:gdLst>
                  <a:gd name="T0" fmla="*/ 0 w 188"/>
                  <a:gd name="T1" fmla="*/ 94 h 188"/>
                  <a:gd name="T2" fmla="*/ 94 w 188"/>
                  <a:gd name="T3" fmla="*/ 0 h 188"/>
                  <a:gd name="T4" fmla="*/ 188 w 188"/>
                  <a:gd name="T5" fmla="*/ 94 h 188"/>
                  <a:gd name="T6" fmla="*/ 94 w 188"/>
                  <a:gd name="T7" fmla="*/ 188 h 188"/>
                  <a:gd name="T8" fmla="*/ 0 w 188"/>
                  <a:gd name="T9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188">
                    <a:moveTo>
                      <a:pt x="0" y="94"/>
                    </a:moveTo>
                    <a:cubicBezTo>
                      <a:pt x="0" y="42"/>
                      <a:pt x="42" y="0"/>
                      <a:pt x="94" y="0"/>
                    </a:cubicBezTo>
                    <a:cubicBezTo>
                      <a:pt x="146" y="0"/>
                      <a:pt x="188" y="42"/>
                      <a:pt x="188" y="94"/>
                    </a:cubicBezTo>
                    <a:cubicBezTo>
                      <a:pt x="188" y="146"/>
                      <a:pt x="146" y="188"/>
                      <a:pt x="94" y="188"/>
                    </a:cubicBezTo>
                    <a:cubicBezTo>
                      <a:pt x="42" y="188"/>
                      <a:pt x="0" y="145"/>
                      <a:pt x="0" y="94"/>
                    </a:cubicBezTo>
                  </a:path>
                </a:pathLst>
              </a:custGeom>
              <a:solidFill>
                <a:srgbClr val="E48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Freeform 67">
                <a:extLst>
                  <a:ext uri="{FF2B5EF4-FFF2-40B4-BE49-F238E27FC236}">
                    <a16:creationId xmlns:a16="http://schemas.microsoft.com/office/drawing/2014/main" id="{3306A04C-DA5F-9F17-D7D0-A710CFC21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4353" y="1440460"/>
                <a:ext cx="344487" cy="344488"/>
              </a:xfrm>
              <a:custGeom>
                <a:avLst/>
                <a:gdLst>
                  <a:gd name="T0" fmla="*/ 0 w 187"/>
                  <a:gd name="T1" fmla="*/ 94 h 188"/>
                  <a:gd name="T2" fmla="*/ 93 w 187"/>
                  <a:gd name="T3" fmla="*/ 0 h 188"/>
                  <a:gd name="T4" fmla="*/ 187 w 187"/>
                  <a:gd name="T5" fmla="*/ 94 h 188"/>
                  <a:gd name="T6" fmla="*/ 93 w 187"/>
                  <a:gd name="T7" fmla="*/ 188 h 188"/>
                  <a:gd name="T8" fmla="*/ 0 w 187"/>
                  <a:gd name="T9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188">
                    <a:moveTo>
                      <a:pt x="0" y="94"/>
                    </a:moveTo>
                    <a:cubicBezTo>
                      <a:pt x="0" y="42"/>
                      <a:pt x="42" y="0"/>
                      <a:pt x="93" y="0"/>
                    </a:cubicBezTo>
                    <a:cubicBezTo>
                      <a:pt x="145" y="0"/>
                      <a:pt x="187" y="42"/>
                      <a:pt x="187" y="94"/>
                    </a:cubicBezTo>
                    <a:cubicBezTo>
                      <a:pt x="187" y="146"/>
                      <a:pt x="145" y="188"/>
                      <a:pt x="93" y="188"/>
                    </a:cubicBezTo>
                    <a:cubicBezTo>
                      <a:pt x="41" y="188"/>
                      <a:pt x="0" y="146"/>
                      <a:pt x="0" y="94"/>
                    </a:cubicBezTo>
                  </a:path>
                </a:pathLst>
              </a:custGeom>
              <a:solidFill>
                <a:srgbClr val="FFE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68">
                <a:extLst>
                  <a:ext uri="{FF2B5EF4-FFF2-40B4-BE49-F238E27FC236}">
                    <a16:creationId xmlns:a16="http://schemas.microsoft.com/office/drawing/2014/main" id="{06459835-8CC5-4F2D-BDAD-1C547BA01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1178" y="1445222"/>
                <a:ext cx="347662" cy="346075"/>
              </a:xfrm>
              <a:custGeom>
                <a:avLst/>
                <a:gdLst>
                  <a:gd name="T0" fmla="*/ 1 w 188"/>
                  <a:gd name="T1" fmla="*/ 94 h 188"/>
                  <a:gd name="T2" fmla="*/ 94 w 188"/>
                  <a:gd name="T3" fmla="*/ 0 h 188"/>
                  <a:gd name="T4" fmla="*/ 188 w 188"/>
                  <a:gd name="T5" fmla="*/ 94 h 188"/>
                  <a:gd name="T6" fmla="*/ 94 w 188"/>
                  <a:gd name="T7" fmla="*/ 188 h 188"/>
                  <a:gd name="T8" fmla="*/ 1 w 188"/>
                  <a:gd name="T9" fmla="*/ 9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188">
                    <a:moveTo>
                      <a:pt x="1" y="94"/>
                    </a:moveTo>
                    <a:cubicBezTo>
                      <a:pt x="1" y="42"/>
                      <a:pt x="43" y="0"/>
                      <a:pt x="94" y="0"/>
                    </a:cubicBezTo>
                    <a:cubicBezTo>
                      <a:pt x="146" y="0"/>
                      <a:pt x="188" y="43"/>
                      <a:pt x="188" y="94"/>
                    </a:cubicBezTo>
                    <a:cubicBezTo>
                      <a:pt x="188" y="146"/>
                      <a:pt x="146" y="188"/>
                      <a:pt x="94" y="188"/>
                    </a:cubicBezTo>
                    <a:cubicBezTo>
                      <a:pt x="42" y="188"/>
                      <a:pt x="0" y="146"/>
                      <a:pt x="1" y="94"/>
                    </a:cubicBezTo>
                  </a:path>
                </a:pathLst>
              </a:custGeom>
              <a:solidFill>
                <a:srgbClr val="F9CA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69">
                <a:extLst>
                  <a:ext uri="{FF2B5EF4-FFF2-40B4-BE49-F238E27FC236}">
                    <a16:creationId xmlns:a16="http://schemas.microsoft.com/office/drawing/2014/main" id="{798E775C-5C02-A514-15E5-245D9876EB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1178" y="1616672"/>
                <a:ext cx="347662" cy="174625"/>
              </a:xfrm>
              <a:custGeom>
                <a:avLst/>
                <a:gdLst>
                  <a:gd name="T0" fmla="*/ 1 w 188"/>
                  <a:gd name="T1" fmla="*/ 1 h 95"/>
                  <a:gd name="T2" fmla="*/ 1 w 188"/>
                  <a:gd name="T3" fmla="*/ 0 h 95"/>
                  <a:gd name="T4" fmla="*/ 188 w 188"/>
                  <a:gd name="T5" fmla="*/ 1 h 95"/>
                  <a:gd name="T6" fmla="*/ 188 w 188"/>
                  <a:gd name="T7" fmla="*/ 1 h 95"/>
                  <a:gd name="T8" fmla="*/ 94 w 188"/>
                  <a:gd name="T9" fmla="*/ 95 h 95"/>
                  <a:gd name="T10" fmla="*/ 1 w 188"/>
                  <a:gd name="T11" fmla="*/ 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8" h="95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88" y="53"/>
                      <a:pt x="146" y="95"/>
                      <a:pt x="94" y="95"/>
                    </a:cubicBezTo>
                    <a:cubicBezTo>
                      <a:pt x="42" y="95"/>
                      <a:pt x="0" y="53"/>
                      <a:pt x="1" y="1"/>
                    </a:cubicBezTo>
                  </a:path>
                </a:pathLst>
              </a:custGeom>
              <a:solidFill>
                <a:srgbClr val="FED0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Oval 70">
                <a:extLst>
                  <a:ext uri="{FF2B5EF4-FFF2-40B4-BE49-F238E27FC236}">
                    <a16:creationId xmlns:a16="http://schemas.microsoft.com/office/drawing/2014/main" id="{53CA5B2A-BBC7-E198-ABEA-3F2A0C47F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552603" y="1472210"/>
                <a:ext cx="292100" cy="293688"/>
              </a:xfrm>
              <a:prstGeom prst="ellipse">
                <a:avLst/>
              </a:prstGeom>
              <a:solidFill>
                <a:srgbClr val="F9A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71">
                <a:extLst>
                  <a:ext uri="{FF2B5EF4-FFF2-40B4-BE49-F238E27FC236}">
                    <a16:creationId xmlns:a16="http://schemas.microsoft.com/office/drawing/2014/main" id="{B8BE62D3-64A0-F509-70A0-C8D1AFB6DD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30378" y="1492847"/>
                <a:ext cx="269875" cy="273050"/>
              </a:xfrm>
              <a:custGeom>
                <a:avLst/>
                <a:gdLst>
                  <a:gd name="T0" fmla="*/ 109 w 147"/>
                  <a:gd name="T1" fmla="*/ 0 h 148"/>
                  <a:gd name="T2" fmla="*/ 132 w 147"/>
                  <a:gd name="T3" fmla="*/ 54 h 148"/>
                  <a:gd name="T4" fmla="*/ 0 w 147"/>
                  <a:gd name="T5" fmla="*/ 111 h 148"/>
                  <a:gd name="T6" fmla="*/ 67 w 147"/>
                  <a:gd name="T7" fmla="*/ 148 h 148"/>
                  <a:gd name="T8" fmla="*/ 147 w 147"/>
                  <a:gd name="T9" fmla="*/ 68 h 148"/>
                  <a:gd name="T10" fmla="*/ 109 w 147"/>
                  <a:gd name="T11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7" h="148">
                    <a:moveTo>
                      <a:pt x="109" y="0"/>
                    </a:moveTo>
                    <a:cubicBezTo>
                      <a:pt x="125" y="18"/>
                      <a:pt x="132" y="39"/>
                      <a:pt x="132" y="54"/>
                    </a:cubicBezTo>
                    <a:cubicBezTo>
                      <a:pt x="132" y="131"/>
                      <a:pt x="59" y="147"/>
                      <a:pt x="0" y="111"/>
                    </a:cubicBezTo>
                    <a:cubicBezTo>
                      <a:pt x="14" y="133"/>
                      <a:pt x="39" y="148"/>
                      <a:pt x="67" y="148"/>
                    </a:cubicBezTo>
                    <a:cubicBezTo>
                      <a:pt x="111" y="148"/>
                      <a:pt x="147" y="112"/>
                      <a:pt x="147" y="68"/>
                    </a:cubicBezTo>
                    <a:cubicBezTo>
                      <a:pt x="147" y="40"/>
                      <a:pt x="132" y="14"/>
                      <a:pt x="109" y="0"/>
                    </a:cubicBezTo>
                  </a:path>
                </a:pathLst>
              </a:custGeom>
              <a:solidFill>
                <a:srgbClr val="EB83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72">
                <a:extLst>
                  <a:ext uri="{FF2B5EF4-FFF2-40B4-BE49-F238E27FC236}">
                    <a16:creationId xmlns:a16="http://schemas.microsoft.com/office/drawing/2014/main" id="{2E7B46B6-1967-F925-5039-809709F93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38315" y="1488085"/>
                <a:ext cx="242887" cy="209550"/>
              </a:xfrm>
              <a:custGeom>
                <a:avLst/>
                <a:gdLst>
                  <a:gd name="T0" fmla="*/ 6 w 132"/>
                  <a:gd name="T1" fmla="*/ 78 h 114"/>
                  <a:gd name="T2" fmla="*/ 76 w 132"/>
                  <a:gd name="T3" fmla="*/ 8 h 114"/>
                  <a:gd name="T4" fmla="*/ 132 w 132"/>
                  <a:gd name="T5" fmla="*/ 36 h 114"/>
                  <a:gd name="T6" fmla="*/ 71 w 132"/>
                  <a:gd name="T7" fmla="*/ 0 h 114"/>
                  <a:gd name="T8" fmla="*/ 0 w 132"/>
                  <a:gd name="T9" fmla="*/ 71 h 114"/>
                  <a:gd name="T10" fmla="*/ 15 w 132"/>
                  <a:gd name="T11" fmla="*/ 114 h 114"/>
                  <a:gd name="T12" fmla="*/ 6 w 132"/>
                  <a:gd name="T13" fmla="*/ 78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114">
                    <a:moveTo>
                      <a:pt x="6" y="78"/>
                    </a:moveTo>
                    <a:cubicBezTo>
                      <a:pt x="6" y="40"/>
                      <a:pt x="37" y="8"/>
                      <a:pt x="76" y="8"/>
                    </a:cubicBezTo>
                    <a:cubicBezTo>
                      <a:pt x="99" y="8"/>
                      <a:pt x="119" y="19"/>
                      <a:pt x="132" y="36"/>
                    </a:cubicBezTo>
                    <a:cubicBezTo>
                      <a:pt x="120" y="15"/>
                      <a:pt x="97" y="0"/>
                      <a:pt x="71" y="0"/>
                    </a:cubicBezTo>
                    <a:cubicBezTo>
                      <a:pt x="32" y="0"/>
                      <a:pt x="0" y="32"/>
                      <a:pt x="0" y="71"/>
                    </a:cubicBezTo>
                    <a:cubicBezTo>
                      <a:pt x="0" y="87"/>
                      <a:pt x="6" y="102"/>
                      <a:pt x="15" y="114"/>
                    </a:cubicBezTo>
                    <a:cubicBezTo>
                      <a:pt x="9" y="103"/>
                      <a:pt x="6" y="91"/>
                      <a:pt x="6" y="78"/>
                    </a:cubicBezTo>
                  </a:path>
                </a:pathLst>
              </a:custGeom>
              <a:solidFill>
                <a:srgbClr val="FED0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74">
                <a:extLst>
                  <a:ext uri="{FF2B5EF4-FFF2-40B4-BE49-F238E27FC236}">
                    <a16:creationId xmlns:a16="http://schemas.microsoft.com/office/drawing/2014/main" id="{A1B74F7D-F964-9AE8-2053-6301C7221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452590" y="1542060"/>
                <a:ext cx="93662" cy="155575"/>
              </a:xfrm>
              <a:custGeom>
                <a:avLst/>
                <a:gdLst>
                  <a:gd name="T0" fmla="*/ 21 w 51"/>
                  <a:gd name="T1" fmla="*/ 12 h 84"/>
                  <a:gd name="T2" fmla="*/ 20 w 51"/>
                  <a:gd name="T3" fmla="*/ 0 h 84"/>
                  <a:gd name="T4" fmla="*/ 32 w 51"/>
                  <a:gd name="T5" fmla="*/ 0 h 84"/>
                  <a:gd name="T6" fmla="*/ 30 w 51"/>
                  <a:gd name="T7" fmla="*/ 12 h 84"/>
                  <a:gd name="T8" fmla="*/ 50 w 51"/>
                  <a:gd name="T9" fmla="*/ 26 h 84"/>
                  <a:gd name="T10" fmla="*/ 35 w 51"/>
                  <a:gd name="T11" fmla="*/ 31 h 84"/>
                  <a:gd name="T12" fmla="*/ 26 w 51"/>
                  <a:gd name="T13" fmla="*/ 25 h 84"/>
                  <a:gd name="T14" fmla="*/ 20 w 51"/>
                  <a:gd name="T15" fmla="*/ 28 h 84"/>
                  <a:gd name="T16" fmla="*/ 21 w 51"/>
                  <a:gd name="T17" fmla="*/ 31 h 84"/>
                  <a:gd name="T18" fmla="*/ 27 w 51"/>
                  <a:gd name="T19" fmla="*/ 33 h 84"/>
                  <a:gd name="T20" fmla="*/ 41 w 51"/>
                  <a:gd name="T21" fmla="*/ 37 h 84"/>
                  <a:gd name="T22" fmla="*/ 48 w 51"/>
                  <a:gd name="T23" fmla="*/ 43 h 84"/>
                  <a:gd name="T24" fmla="*/ 51 w 51"/>
                  <a:gd name="T25" fmla="*/ 53 h 84"/>
                  <a:gd name="T26" fmla="*/ 45 w 51"/>
                  <a:gd name="T27" fmla="*/ 66 h 84"/>
                  <a:gd name="T28" fmla="*/ 30 w 51"/>
                  <a:gd name="T29" fmla="*/ 72 h 84"/>
                  <a:gd name="T30" fmla="*/ 32 w 51"/>
                  <a:gd name="T31" fmla="*/ 84 h 84"/>
                  <a:gd name="T32" fmla="*/ 18 w 51"/>
                  <a:gd name="T33" fmla="*/ 84 h 84"/>
                  <a:gd name="T34" fmla="*/ 21 w 51"/>
                  <a:gd name="T35" fmla="*/ 72 h 84"/>
                  <a:gd name="T36" fmla="*/ 0 w 51"/>
                  <a:gd name="T37" fmla="*/ 54 h 84"/>
                  <a:gd name="T38" fmla="*/ 16 w 51"/>
                  <a:gd name="T39" fmla="*/ 51 h 84"/>
                  <a:gd name="T40" fmla="*/ 26 w 51"/>
                  <a:gd name="T41" fmla="*/ 59 h 84"/>
                  <a:gd name="T42" fmla="*/ 33 w 51"/>
                  <a:gd name="T43" fmla="*/ 55 h 84"/>
                  <a:gd name="T44" fmla="*/ 32 w 51"/>
                  <a:gd name="T45" fmla="*/ 52 h 84"/>
                  <a:gd name="T46" fmla="*/ 26 w 51"/>
                  <a:gd name="T47" fmla="*/ 50 h 84"/>
                  <a:gd name="T48" fmla="*/ 7 w 51"/>
                  <a:gd name="T49" fmla="*/ 42 h 84"/>
                  <a:gd name="T50" fmla="*/ 3 w 51"/>
                  <a:gd name="T51" fmla="*/ 31 h 84"/>
                  <a:gd name="T52" fmla="*/ 7 w 51"/>
                  <a:gd name="T53" fmla="*/ 18 h 84"/>
                  <a:gd name="T54" fmla="*/ 21 w 51"/>
                  <a:gd name="T55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1" h="84">
                    <a:moveTo>
                      <a:pt x="21" y="12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40" y="13"/>
                      <a:pt x="47" y="18"/>
                      <a:pt x="50" y="26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4" y="27"/>
                      <a:pt x="31" y="25"/>
                      <a:pt x="26" y="25"/>
                    </a:cubicBezTo>
                    <a:cubicBezTo>
                      <a:pt x="22" y="25"/>
                      <a:pt x="20" y="26"/>
                      <a:pt x="20" y="28"/>
                    </a:cubicBezTo>
                    <a:cubicBezTo>
                      <a:pt x="20" y="29"/>
                      <a:pt x="21" y="30"/>
                      <a:pt x="21" y="31"/>
                    </a:cubicBezTo>
                    <a:cubicBezTo>
                      <a:pt x="22" y="31"/>
                      <a:pt x="24" y="32"/>
                      <a:pt x="27" y="33"/>
                    </a:cubicBezTo>
                    <a:cubicBezTo>
                      <a:pt x="33" y="34"/>
                      <a:pt x="38" y="35"/>
                      <a:pt x="41" y="37"/>
                    </a:cubicBezTo>
                    <a:cubicBezTo>
                      <a:pt x="44" y="38"/>
                      <a:pt x="46" y="40"/>
                      <a:pt x="48" y="43"/>
                    </a:cubicBezTo>
                    <a:cubicBezTo>
                      <a:pt x="50" y="45"/>
                      <a:pt x="51" y="49"/>
                      <a:pt x="51" y="53"/>
                    </a:cubicBezTo>
                    <a:cubicBezTo>
                      <a:pt x="51" y="58"/>
                      <a:pt x="49" y="62"/>
                      <a:pt x="45" y="66"/>
                    </a:cubicBezTo>
                    <a:cubicBezTo>
                      <a:pt x="42" y="70"/>
                      <a:pt x="36" y="72"/>
                      <a:pt x="30" y="72"/>
                    </a:cubicBezTo>
                    <a:cubicBezTo>
                      <a:pt x="32" y="84"/>
                      <a:pt x="32" y="84"/>
                      <a:pt x="32" y="84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9" y="71"/>
                      <a:pt x="2" y="65"/>
                      <a:pt x="0" y="54"/>
                    </a:cubicBezTo>
                    <a:cubicBezTo>
                      <a:pt x="16" y="51"/>
                      <a:pt x="16" y="51"/>
                      <a:pt x="16" y="51"/>
                    </a:cubicBezTo>
                    <a:cubicBezTo>
                      <a:pt x="17" y="56"/>
                      <a:pt x="21" y="59"/>
                      <a:pt x="26" y="59"/>
                    </a:cubicBezTo>
                    <a:cubicBezTo>
                      <a:pt x="31" y="59"/>
                      <a:pt x="33" y="57"/>
                      <a:pt x="33" y="55"/>
                    </a:cubicBezTo>
                    <a:cubicBezTo>
                      <a:pt x="33" y="54"/>
                      <a:pt x="33" y="53"/>
                      <a:pt x="32" y="52"/>
                    </a:cubicBezTo>
                    <a:cubicBezTo>
                      <a:pt x="31" y="51"/>
                      <a:pt x="29" y="51"/>
                      <a:pt x="26" y="50"/>
                    </a:cubicBezTo>
                    <a:cubicBezTo>
                      <a:pt x="16" y="48"/>
                      <a:pt x="9" y="45"/>
                      <a:pt x="7" y="42"/>
                    </a:cubicBezTo>
                    <a:cubicBezTo>
                      <a:pt x="4" y="39"/>
                      <a:pt x="3" y="35"/>
                      <a:pt x="3" y="31"/>
                    </a:cubicBezTo>
                    <a:cubicBezTo>
                      <a:pt x="3" y="26"/>
                      <a:pt x="4" y="22"/>
                      <a:pt x="7" y="18"/>
                    </a:cubicBezTo>
                    <a:cubicBezTo>
                      <a:pt x="10" y="15"/>
                      <a:pt x="15" y="13"/>
                      <a:pt x="21" y="12"/>
                    </a:cubicBezTo>
                  </a:path>
                </a:pathLst>
              </a:custGeom>
              <a:solidFill>
                <a:srgbClr val="FED0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40" name="Oval 21">
            <a:extLst>
              <a:ext uri="{FF2B5EF4-FFF2-40B4-BE49-F238E27FC236}">
                <a16:creationId xmlns:a16="http://schemas.microsoft.com/office/drawing/2014/main" id="{2A37DD93-0BB2-E423-41AF-4B39523B2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134" y="3306895"/>
            <a:ext cx="103187" cy="101600"/>
          </a:xfrm>
          <a:prstGeom prst="ellipse">
            <a:avLst/>
          </a:prstGeom>
          <a:solidFill>
            <a:srgbClr val="A97C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Oval 22">
            <a:extLst>
              <a:ext uri="{FF2B5EF4-FFF2-40B4-BE49-F238E27FC236}">
                <a16:creationId xmlns:a16="http://schemas.microsoft.com/office/drawing/2014/main" id="{F69FFC0C-C75D-25F5-9275-BEF8D763B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46" y="3346583"/>
            <a:ext cx="103187" cy="103188"/>
          </a:xfrm>
          <a:prstGeom prst="ellipse">
            <a:avLst/>
          </a:prstGeom>
          <a:solidFill>
            <a:srgbClr val="A97C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Oval 23">
            <a:extLst>
              <a:ext uri="{FF2B5EF4-FFF2-40B4-BE49-F238E27FC236}">
                <a16:creationId xmlns:a16="http://schemas.microsoft.com/office/drawing/2014/main" id="{DDD173DD-74C1-BB0B-E57E-1BA53DDC8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4" y="3324358"/>
            <a:ext cx="103187" cy="103188"/>
          </a:xfrm>
          <a:prstGeom prst="ellipse">
            <a:avLst/>
          </a:prstGeom>
          <a:solidFill>
            <a:srgbClr val="A97C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Oval 24">
            <a:extLst>
              <a:ext uri="{FF2B5EF4-FFF2-40B4-BE49-F238E27FC236}">
                <a16:creationId xmlns:a16="http://schemas.microsoft.com/office/drawing/2014/main" id="{67AC953D-53E1-F3EA-0302-7CB15BC76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596" y="3291020"/>
            <a:ext cx="104775" cy="103188"/>
          </a:xfrm>
          <a:prstGeom prst="ellipse">
            <a:avLst/>
          </a:prstGeom>
          <a:solidFill>
            <a:srgbClr val="A97C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Oval 25">
            <a:extLst>
              <a:ext uri="{FF2B5EF4-FFF2-40B4-BE49-F238E27FC236}">
                <a16:creationId xmlns:a16="http://schemas.microsoft.com/office/drawing/2014/main" id="{70379647-E41C-0EAF-627D-3E2524F2E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696" y="3238632"/>
            <a:ext cx="104775" cy="103188"/>
          </a:xfrm>
          <a:prstGeom prst="ellipse">
            <a:avLst/>
          </a:prstGeom>
          <a:solidFill>
            <a:srgbClr val="A97C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Oval 26">
            <a:extLst>
              <a:ext uri="{FF2B5EF4-FFF2-40B4-BE49-F238E27FC236}">
                <a16:creationId xmlns:a16="http://schemas.microsoft.com/office/drawing/2014/main" id="{56A7E52C-CD60-7086-0A35-BF3CFA7B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2671" y="3335470"/>
            <a:ext cx="103187" cy="104775"/>
          </a:xfrm>
          <a:prstGeom prst="ellipse">
            <a:avLst/>
          </a:prstGeom>
          <a:solidFill>
            <a:srgbClr val="A97C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Oval 27">
            <a:extLst>
              <a:ext uri="{FF2B5EF4-FFF2-40B4-BE49-F238E27FC236}">
                <a16:creationId xmlns:a16="http://schemas.microsoft.com/office/drawing/2014/main" id="{47E778E9-C858-0787-0D02-114862C7E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221" y="3295783"/>
            <a:ext cx="125412" cy="123825"/>
          </a:xfrm>
          <a:prstGeom prst="ellipse">
            <a:avLst/>
          </a:prstGeom>
          <a:solidFill>
            <a:srgbClr val="A97C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Oval 28">
            <a:extLst>
              <a:ext uri="{FF2B5EF4-FFF2-40B4-BE49-F238E27FC236}">
                <a16:creationId xmlns:a16="http://schemas.microsoft.com/office/drawing/2014/main" id="{E9595354-46C3-08DD-ED0E-0EC785C75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47" y="3249745"/>
            <a:ext cx="141287" cy="139700"/>
          </a:xfrm>
          <a:prstGeom prst="ellipse">
            <a:avLst/>
          </a:prstGeom>
          <a:solidFill>
            <a:srgbClr val="A97C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E003A52-E113-7F13-19D3-83A8F01FF24B}"/>
              </a:ext>
            </a:extLst>
          </p:cNvPr>
          <p:cNvGrpSpPr/>
          <p:nvPr/>
        </p:nvGrpSpPr>
        <p:grpSpPr>
          <a:xfrm>
            <a:off x="1484952" y="3153678"/>
            <a:ext cx="1582735" cy="411163"/>
            <a:chOff x="1522410" y="3151320"/>
            <a:chExt cx="1582735" cy="411163"/>
          </a:xfrm>
        </p:grpSpPr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9BE10526-C79E-2FE8-2A8A-22B221E97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571" y="3191007"/>
              <a:ext cx="144462" cy="144463"/>
            </a:xfrm>
            <a:custGeom>
              <a:avLst/>
              <a:gdLst>
                <a:gd name="T0" fmla="*/ 1 w 80"/>
                <a:gd name="T1" fmla="*/ 42 h 80"/>
                <a:gd name="T2" fmla="*/ 42 w 80"/>
                <a:gd name="T3" fmla="*/ 79 h 80"/>
                <a:gd name="T4" fmla="*/ 78 w 80"/>
                <a:gd name="T5" fmla="*/ 38 h 80"/>
                <a:gd name="T6" fmla="*/ 38 w 80"/>
                <a:gd name="T7" fmla="*/ 2 h 80"/>
                <a:gd name="T8" fmla="*/ 1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1" y="42"/>
                  </a:moveTo>
                  <a:cubicBezTo>
                    <a:pt x="2" y="64"/>
                    <a:pt x="20" y="80"/>
                    <a:pt x="42" y="79"/>
                  </a:cubicBezTo>
                  <a:cubicBezTo>
                    <a:pt x="63" y="78"/>
                    <a:pt x="80" y="60"/>
                    <a:pt x="78" y="38"/>
                  </a:cubicBezTo>
                  <a:cubicBezTo>
                    <a:pt x="77" y="17"/>
                    <a:pt x="59" y="0"/>
                    <a:pt x="38" y="2"/>
                  </a:cubicBezTo>
                  <a:cubicBezTo>
                    <a:pt x="16" y="3"/>
                    <a:pt x="0" y="21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BBBCA0A8-0901-0E8C-2A39-6B36B9184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971" y="3237045"/>
              <a:ext cx="144462" cy="142875"/>
            </a:xfrm>
            <a:custGeom>
              <a:avLst/>
              <a:gdLst>
                <a:gd name="T0" fmla="*/ 1 w 80"/>
                <a:gd name="T1" fmla="*/ 42 h 79"/>
                <a:gd name="T2" fmla="*/ 42 w 80"/>
                <a:gd name="T3" fmla="*/ 78 h 79"/>
                <a:gd name="T4" fmla="*/ 78 w 80"/>
                <a:gd name="T5" fmla="*/ 37 h 79"/>
                <a:gd name="T6" fmla="*/ 38 w 80"/>
                <a:gd name="T7" fmla="*/ 1 h 79"/>
                <a:gd name="T8" fmla="*/ 1 w 80"/>
                <a:gd name="T9" fmla="*/ 4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79">
                  <a:moveTo>
                    <a:pt x="1" y="42"/>
                  </a:moveTo>
                  <a:cubicBezTo>
                    <a:pt x="2" y="63"/>
                    <a:pt x="20" y="79"/>
                    <a:pt x="42" y="78"/>
                  </a:cubicBezTo>
                  <a:cubicBezTo>
                    <a:pt x="63" y="77"/>
                    <a:pt x="80" y="59"/>
                    <a:pt x="78" y="37"/>
                  </a:cubicBezTo>
                  <a:cubicBezTo>
                    <a:pt x="77" y="16"/>
                    <a:pt x="59" y="0"/>
                    <a:pt x="38" y="1"/>
                  </a:cubicBezTo>
                  <a:cubicBezTo>
                    <a:pt x="16" y="2"/>
                    <a:pt x="0" y="20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81B81A1-669F-E88C-E75B-1A3E927BF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671" y="3244982"/>
              <a:ext cx="144462" cy="144463"/>
            </a:xfrm>
            <a:custGeom>
              <a:avLst/>
              <a:gdLst>
                <a:gd name="T0" fmla="*/ 1 w 80"/>
                <a:gd name="T1" fmla="*/ 42 h 80"/>
                <a:gd name="T2" fmla="*/ 42 w 80"/>
                <a:gd name="T3" fmla="*/ 78 h 80"/>
                <a:gd name="T4" fmla="*/ 79 w 80"/>
                <a:gd name="T5" fmla="*/ 38 h 80"/>
                <a:gd name="T6" fmla="*/ 38 w 80"/>
                <a:gd name="T7" fmla="*/ 1 h 80"/>
                <a:gd name="T8" fmla="*/ 1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1" y="42"/>
                  </a:moveTo>
                  <a:cubicBezTo>
                    <a:pt x="2" y="63"/>
                    <a:pt x="21" y="80"/>
                    <a:pt x="42" y="78"/>
                  </a:cubicBezTo>
                  <a:cubicBezTo>
                    <a:pt x="63" y="77"/>
                    <a:pt x="80" y="59"/>
                    <a:pt x="79" y="38"/>
                  </a:cubicBezTo>
                  <a:cubicBezTo>
                    <a:pt x="77" y="16"/>
                    <a:pt x="59" y="0"/>
                    <a:pt x="38" y="1"/>
                  </a:cubicBezTo>
                  <a:cubicBezTo>
                    <a:pt x="16" y="2"/>
                    <a:pt x="0" y="20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7E22683C-9727-1D73-D216-581F6F64F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159" y="3168782"/>
              <a:ext cx="144462" cy="144463"/>
            </a:xfrm>
            <a:custGeom>
              <a:avLst/>
              <a:gdLst>
                <a:gd name="T0" fmla="*/ 1 w 80"/>
                <a:gd name="T1" fmla="*/ 42 h 80"/>
                <a:gd name="T2" fmla="*/ 42 w 80"/>
                <a:gd name="T3" fmla="*/ 79 h 80"/>
                <a:gd name="T4" fmla="*/ 79 w 80"/>
                <a:gd name="T5" fmla="*/ 38 h 80"/>
                <a:gd name="T6" fmla="*/ 38 w 80"/>
                <a:gd name="T7" fmla="*/ 1 h 80"/>
                <a:gd name="T8" fmla="*/ 1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1" y="42"/>
                  </a:moveTo>
                  <a:cubicBezTo>
                    <a:pt x="3" y="64"/>
                    <a:pt x="21" y="80"/>
                    <a:pt x="42" y="79"/>
                  </a:cubicBezTo>
                  <a:cubicBezTo>
                    <a:pt x="64" y="78"/>
                    <a:pt x="80" y="59"/>
                    <a:pt x="79" y="38"/>
                  </a:cubicBezTo>
                  <a:cubicBezTo>
                    <a:pt x="78" y="17"/>
                    <a:pt x="59" y="0"/>
                    <a:pt x="38" y="1"/>
                  </a:cubicBezTo>
                  <a:cubicBezTo>
                    <a:pt x="17" y="2"/>
                    <a:pt x="0" y="21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32E3C668-438B-F350-9404-42C52BEC3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722" y="3243395"/>
              <a:ext cx="146050" cy="144463"/>
            </a:xfrm>
            <a:custGeom>
              <a:avLst/>
              <a:gdLst>
                <a:gd name="T0" fmla="*/ 2 w 80"/>
                <a:gd name="T1" fmla="*/ 42 h 80"/>
                <a:gd name="T2" fmla="*/ 42 w 80"/>
                <a:gd name="T3" fmla="*/ 79 h 80"/>
                <a:gd name="T4" fmla="*/ 79 w 80"/>
                <a:gd name="T5" fmla="*/ 38 h 80"/>
                <a:gd name="T6" fmla="*/ 38 w 80"/>
                <a:gd name="T7" fmla="*/ 1 h 80"/>
                <a:gd name="T8" fmla="*/ 2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2" y="42"/>
                  </a:moveTo>
                  <a:cubicBezTo>
                    <a:pt x="3" y="63"/>
                    <a:pt x="21" y="80"/>
                    <a:pt x="42" y="79"/>
                  </a:cubicBezTo>
                  <a:cubicBezTo>
                    <a:pt x="64" y="77"/>
                    <a:pt x="80" y="59"/>
                    <a:pt x="79" y="38"/>
                  </a:cubicBezTo>
                  <a:cubicBezTo>
                    <a:pt x="78" y="16"/>
                    <a:pt x="60" y="0"/>
                    <a:pt x="38" y="1"/>
                  </a:cubicBezTo>
                  <a:cubicBezTo>
                    <a:pt x="17" y="2"/>
                    <a:pt x="0" y="21"/>
                    <a:pt x="2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DFC5D9A1-D56E-62EC-99E2-637D22E16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8184" y="3186245"/>
              <a:ext cx="174625" cy="174625"/>
            </a:xfrm>
            <a:custGeom>
              <a:avLst/>
              <a:gdLst>
                <a:gd name="T0" fmla="*/ 1 w 96"/>
                <a:gd name="T1" fmla="*/ 50 h 96"/>
                <a:gd name="T2" fmla="*/ 50 w 96"/>
                <a:gd name="T3" fmla="*/ 94 h 96"/>
                <a:gd name="T4" fmla="*/ 95 w 96"/>
                <a:gd name="T5" fmla="*/ 45 h 96"/>
                <a:gd name="T6" fmla="*/ 45 w 96"/>
                <a:gd name="T7" fmla="*/ 1 h 96"/>
                <a:gd name="T8" fmla="*/ 1 w 96"/>
                <a:gd name="T9" fmla="*/ 5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96">
                  <a:moveTo>
                    <a:pt x="1" y="50"/>
                  </a:moveTo>
                  <a:cubicBezTo>
                    <a:pt x="3" y="76"/>
                    <a:pt x="25" y="96"/>
                    <a:pt x="50" y="94"/>
                  </a:cubicBezTo>
                  <a:cubicBezTo>
                    <a:pt x="76" y="93"/>
                    <a:pt x="96" y="71"/>
                    <a:pt x="95" y="45"/>
                  </a:cubicBezTo>
                  <a:cubicBezTo>
                    <a:pt x="93" y="19"/>
                    <a:pt x="71" y="0"/>
                    <a:pt x="45" y="1"/>
                  </a:cubicBezTo>
                  <a:cubicBezTo>
                    <a:pt x="20" y="3"/>
                    <a:pt x="0" y="25"/>
                    <a:pt x="1" y="50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D54818EB-3556-C85F-5626-139DA8313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046" y="3151320"/>
              <a:ext cx="149225" cy="147638"/>
            </a:xfrm>
            <a:custGeom>
              <a:avLst/>
              <a:gdLst>
                <a:gd name="T0" fmla="*/ 1 w 82"/>
                <a:gd name="T1" fmla="*/ 43 h 82"/>
                <a:gd name="T2" fmla="*/ 43 w 82"/>
                <a:gd name="T3" fmla="*/ 81 h 82"/>
                <a:gd name="T4" fmla="*/ 81 w 82"/>
                <a:gd name="T5" fmla="*/ 39 h 82"/>
                <a:gd name="T6" fmla="*/ 39 w 82"/>
                <a:gd name="T7" fmla="*/ 1 h 82"/>
                <a:gd name="T8" fmla="*/ 1 w 82"/>
                <a:gd name="T9" fmla="*/ 4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82">
                  <a:moveTo>
                    <a:pt x="1" y="43"/>
                  </a:moveTo>
                  <a:cubicBezTo>
                    <a:pt x="2" y="66"/>
                    <a:pt x="21" y="82"/>
                    <a:pt x="43" y="81"/>
                  </a:cubicBezTo>
                  <a:cubicBezTo>
                    <a:pt x="65" y="80"/>
                    <a:pt x="82" y="61"/>
                    <a:pt x="81" y="39"/>
                  </a:cubicBezTo>
                  <a:cubicBezTo>
                    <a:pt x="80" y="17"/>
                    <a:pt x="61" y="0"/>
                    <a:pt x="39" y="1"/>
                  </a:cubicBezTo>
                  <a:cubicBezTo>
                    <a:pt x="17" y="3"/>
                    <a:pt x="0" y="21"/>
                    <a:pt x="1" y="43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63B6D6FE-7144-1937-3DA7-D89380697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410" y="3156082"/>
              <a:ext cx="1582735" cy="406401"/>
            </a:xfrm>
            <a:custGeom>
              <a:avLst/>
              <a:gdLst>
                <a:gd name="T0" fmla="*/ 661 w 671"/>
                <a:gd name="T1" fmla="*/ 63 h 346"/>
                <a:gd name="T2" fmla="*/ 566 w 671"/>
                <a:gd name="T3" fmla="*/ 5 h 346"/>
                <a:gd name="T4" fmla="*/ 542 w 671"/>
                <a:gd name="T5" fmla="*/ 0 h 346"/>
                <a:gd name="T6" fmla="*/ 505 w 671"/>
                <a:gd name="T7" fmla="*/ 38 h 346"/>
                <a:gd name="T8" fmla="*/ 521 w 671"/>
                <a:gd name="T9" fmla="*/ 74 h 346"/>
                <a:gd name="T10" fmla="*/ 358 w 671"/>
                <a:gd name="T11" fmla="*/ 131 h 346"/>
                <a:gd name="T12" fmla="*/ 201 w 671"/>
                <a:gd name="T13" fmla="*/ 78 h 346"/>
                <a:gd name="T14" fmla="*/ 209 w 671"/>
                <a:gd name="T15" fmla="*/ 48 h 346"/>
                <a:gd name="T16" fmla="*/ 175 w 671"/>
                <a:gd name="T17" fmla="*/ 15 h 346"/>
                <a:gd name="T18" fmla="*/ 158 w 671"/>
                <a:gd name="T19" fmla="*/ 17 h 346"/>
                <a:gd name="T20" fmla="*/ 20 w 671"/>
                <a:gd name="T21" fmla="*/ 59 h 346"/>
                <a:gd name="T22" fmla="*/ 0 w 671"/>
                <a:gd name="T23" fmla="*/ 59 h 346"/>
                <a:gd name="T24" fmla="*/ 358 w 671"/>
                <a:gd name="T25" fmla="*/ 346 h 346"/>
                <a:gd name="T26" fmla="*/ 671 w 671"/>
                <a:gd name="T27" fmla="*/ 63 h 346"/>
                <a:gd name="T28" fmla="*/ 661 w 671"/>
                <a:gd name="T29" fmla="*/ 63 h 346"/>
                <a:gd name="connsiteX0" fmla="*/ 10320 w 10324"/>
                <a:gd name="connsiteY0" fmla="*/ 5272 h 10267"/>
                <a:gd name="connsiteX1" fmla="*/ 8435 w 10324"/>
                <a:gd name="connsiteY1" fmla="*/ 412 h 10267"/>
                <a:gd name="connsiteX2" fmla="*/ 8077 w 10324"/>
                <a:gd name="connsiteY2" fmla="*/ 267 h 10267"/>
                <a:gd name="connsiteX3" fmla="*/ 7526 w 10324"/>
                <a:gd name="connsiteY3" fmla="*/ 1365 h 10267"/>
                <a:gd name="connsiteX4" fmla="*/ 7765 w 10324"/>
                <a:gd name="connsiteY4" fmla="*/ 2406 h 10267"/>
                <a:gd name="connsiteX5" fmla="*/ 5335 w 10324"/>
                <a:gd name="connsiteY5" fmla="*/ 4053 h 10267"/>
                <a:gd name="connsiteX6" fmla="*/ 2996 w 10324"/>
                <a:gd name="connsiteY6" fmla="*/ 2521 h 10267"/>
                <a:gd name="connsiteX7" fmla="*/ 3115 w 10324"/>
                <a:gd name="connsiteY7" fmla="*/ 1654 h 10267"/>
                <a:gd name="connsiteX8" fmla="*/ 2608 w 10324"/>
                <a:gd name="connsiteY8" fmla="*/ 701 h 10267"/>
                <a:gd name="connsiteX9" fmla="*/ 2355 w 10324"/>
                <a:gd name="connsiteY9" fmla="*/ 758 h 10267"/>
                <a:gd name="connsiteX10" fmla="*/ 298 w 10324"/>
                <a:gd name="connsiteY10" fmla="*/ 1972 h 10267"/>
                <a:gd name="connsiteX11" fmla="*/ 0 w 10324"/>
                <a:gd name="connsiteY11" fmla="*/ 1972 h 10267"/>
                <a:gd name="connsiteX12" fmla="*/ 5335 w 10324"/>
                <a:gd name="connsiteY12" fmla="*/ 10267 h 10267"/>
                <a:gd name="connsiteX13" fmla="*/ 10000 w 10324"/>
                <a:gd name="connsiteY13" fmla="*/ 2088 h 10267"/>
                <a:gd name="connsiteX14" fmla="*/ 10320 w 10324"/>
                <a:gd name="connsiteY14" fmla="*/ 5272 h 10267"/>
                <a:gd name="connsiteX0" fmla="*/ 10320 w 10324"/>
                <a:gd name="connsiteY0" fmla="*/ 5272 h 10267"/>
                <a:gd name="connsiteX1" fmla="*/ 8435 w 10324"/>
                <a:gd name="connsiteY1" fmla="*/ 412 h 10267"/>
                <a:gd name="connsiteX2" fmla="*/ 8077 w 10324"/>
                <a:gd name="connsiteY2" fmla="*/ 267 h 10267"/>
                <a:gd name="connsiteX3" fmla="*/ 7526 w 10324"/>
                <a:gd name="connsiteY3" fmla="*/ 1365 h 10267"/>
                <a:gd name="connsiteX4" fmla="*/ 7765 w 10324"/>
                <a:gd name="connsiteY4" fmla="*/ 2406 h 10267"/>
                <a:gd name="connsiteX5" fmla="*/ 5335 w 10324"/>
                <a:gd name="connsiteY5" fmla="*/ 4053 h 10267"/>
                <a:gd name="connsiteX6" fmla="*/ 2996 w 10324"/>
                <a:gd name="connsiteY6" fmla="*/ 2521 h 10267"/>
                <a:gd name="connsiteX7" fmla="*/ 3115 w 10324"/>
                <a:gd name="connsiteY7" fmla="*/ 1654 h 10267"/>
                <a:gd name="connsiteX8" fmla="*/ 2608 w 10324"/>
                <a:gd name="connsiteY8" fmla="*/ 701 h 10267"/>
                <a:gd name="connsiteX9" fmla="*/ 2355 w 10324"/>
                <a:gd name="connsiteY9" fmla="*/ 758 h 10267"/>
                <a:gd name="connsiteX10" fmla="*/ 298 w 10324"/>
                <a:gd name="connsiteY10" fmla="*/ 1972 h 10267"/>
                <a:gd name="connsiteX11" fmla="*/ 0 w 10324"/>
                <a:gd name="connsiteY11" fmla="*/ 1972 h 10267"/>
                <a:gd name="connsiteX12" fmla="*/ 5335 w 10324"/>
                <a:gd name="connsiteY12" fmla="*/ 10267 h 10267"/>
                <a:gd name="connsiteX13" fmla="*/ 10000 w 10324"/>
                <a:gd name="connsiteY13" fmla="*/ 2088 h 10267"/>
                <a:gd name="connsiteX14" fmla="*/ 10320 w 10324"/>
                <a:gd name="connsiteY14" fmla="*/ 5272 h 10267"/>
                <a:gd name="connsiteX0" fmla="*/ 10320 w 10323"/>
                <a:gd name="connsiteY0" fmla="*/ 5272 h 10267"/>
                <a:gd name="connsiteX1" fmla="*/ 8435 w 10323"/>
                <a:gd name="connsiteY1" fmla="*/ 412 h 10267"/>
                <a:gd name="connsiteX2" fmla="*/ 8077 w 10323"/>
                <a:gd name="connsiteY2" fmla="*/ 267 h 10267"/>
                <a:gd name="connsiteX3" fmla="*/ 7526 w 10323"/>
                <a:gd name="connsiteY3" fmla="*/ 1365 h 10267"/>
                <a:gd name="connsiteX4" fmla="*/ 7765 w 10323"/>
                <a:gd name="connsiteY4" fmla="*/ 2406 h 10267"/>
                <a:gd name="connsiteX5" fmla="*/ 5335 w 10323"/>
                <a:gd name="connsiteY5" fmla="*/ 4053 h 10267"/>
                <a:gd name="connsiteX6" fmla="*/ 2996 w 10323"/>
                <a:gd name="connsiteY6" fmla="*/ 2521 h 10267"/>
                <a:gd name="connsiteX7" fmla="*/ 3115 w 10323"/>
                <a:gd name="connsiteY7" fmla="*/ 1654 h 10267"/>
                <a:gd name="connsiteX8" fmla="*/ 2608 w 10323"/>
                <a:gd name="connsiteY8" fmla="*/ 701 h 10267"/>
                <a:gd name="connsiteX9" fmla="*/ 2355 w 10323"/>
                <a:gd name="connsiteY9" fmla="*/ 758 h 10267"/>
                <a:gd name="connsiteX10" fmla="*/ 298 w 10323"/>
                <a:gd name="connsiteY10" fmla="*/ 1972 h 10267"/>
                <a:gd name="connsiteX11" fmla="*/ 0 w 10323"/>
                <a:gd name="connsiteY11" fmla="*/ 1972 h 10267"/>
                <a:gd name="connsiteX12" fmla="*/ 5335 w 10323"/>
                <a:gd name="connsiteY12" fmla="*/ 10267 h 10267"/>
                <a:gd name="connsiteX13" fmla="*/ 9883 w 10323"/>
                <a:gd name="connsiteY13" fmla="*/ 5388 h 10267"/>
                <a:gd name="connsiteX14" fmla="*/ 10320 w 10323"/>
                <a:gd name="connsiteY14" fmla="*/ 5272 h 10267"/>
                <a:gd name="connsiteX0" fmla="*/ 10437 w 10439"/>
                <a:gd name="connsiteY0" fmla="*/ 4879 h 10241"/>
                <a:gd name="connsiteX1" fmla="*/ 8435 w 10439"/>
                <a:gd name="connsiteY1" fmla="*/ 386 h 10241"/>
                <a:gd name="connsiteX2" fmla="*/ 8077 w 10439"/>
                <a:gd name="connsiteY2" fmla="*/ 241 h 10241"/>
                <a:gd name="connsiteX3" fmla="*/ 7526 w 10439"/>
                <a:gd name="connsiteY3" fmla="*/ 1339 h 10241"/>
                <a:gd name="connsiteX4" fmla="*/ 7765 w 10439"/>
                <a:gd name="connsiteY4" fmla="*/ 2380 h 10241"/>
                <a:gd name="connsiteX5" fmla="*/ 5335 w 10439"/>
                <a:gd name="connsiteY5" fmla="*/ 4027 h 10241"/>
                <a:gd name="connsiteX6" fmla="*/ 2996 w 10439"/>
                <a:gd name="connsiteY6" fmla="*/ 2495 h 10241"/>
                <a:gd name="connsiteX7" fmla="*/ 3115 w 10439"/>
                <a:gd name="connsiteY7" fmla="*/ 1628 h 10241"/>
                <a:gd name="connsiteX8" fmla="*/ 2608 w 10439"/>
                <a:gd name="connsiteY8" fmla="*/ 675 h 10241"/>
                <a:gd name="connsiteX9" fmla="*/ 2355 w 10439"/>
                <a:gd name="connsiteY9" fmla="*/ 732 h 10241"/>
                <a:gd name="connsiteX10" fmla="*/ 298 w 10439"/>
                <a:gd name="connsiteY10" fmla="*/ 1946 h 10241"/>
                <a:gd name="connsiteX11" fmla="*/ 0 w 10439"/>
                <a:gd name="connsiteY11" fmla="*/ 1946 h 10241"/>
                <a:gd name="connsiteX12" fmla="*/ 5335 w 10439"/>
                <a:gd name="connsiteY12" fmla="*/ 10241 h 10241"/>
                <a:gd name="connsiteX13" fmla="*/ 9883 w 10439"/>
                <a:gd name="connsiteY13" fmla="*/ 5362 h 10241"/>
                <a:gd name="connsiteX14" fmla="*/ 10437 w 10439"/>
                <a:gd name="connsiteY14" fmla="*/ 4879 h 10241"/>
                <a:gd name="connsiteX0" fmla="*/ 10437 w 10439"/>
                <a:gd name="connsiteY0" fmla="*/ 4879 h 10241"/>
                <a:gd name="connsiteX1" fmla="*/ 8435 w 10439"/>
                <a:gd name="connsiteY1" fmla="*/ 386 h 10241"/>
                <a:gd name="connsiteX2" fmla="*/ 8077 w 10439"/>
                <a:gd name="connsiteY2" fmla="*/ 241 h 10241"/>
                <a:gd name="connsiteX3" fmla="*/ 7526 w 10439"/>
                <a:gd name="connsiteY3" fmla="*/ 1339 h 10241"/>
                <a:gd name="connsiteX4" fmla="*/ 7765 w 10439"/>
                <a:gd name="connsiteY4" fmla="*/ 2380 h 10241"/>
                <a:gd name="connsiteX5" fmla="*/ 5335 w 10439"/>
                <a:gd name="connsiteY5" fmla="*/ 4027 h 10241"/>
                <a:gd name="connsiteX6" fmla="*/ 2996 w 10439"/>
                <a:gd name="connsiteY6" fmla="*/ 2495 h 10241"/>
                <a:gd name="connsiteX7" fmla="*/ 3115 w 10439"/>
                <a:gd name="connsiteY7" fmla="*/ 1628 h 10241"/>
                <a:gd name="connsiteX8" fmla="*/ 2608 w 10439"/>
                <a:gd name="connsiteY8" fmla="*/ 675 h 10241"/>
                <a:gd name="connsiteX9" fmla="*/ 2355 w 10439"/>
                <a:gd name="connsiteY9" fmla="*/ 732 h 10241"/>
                <a:gd name="connsiteX10" fmla="*/ 298 w 10439"/>
                <a:gd name="connsiteY10" fmla="*/ 1946 h 10241"/>
                <a:gd name="connsiteX11" fmla="*/ 0 w 10439"/>
                <a:gd name="connsiteY11" fmla="*/ 1946 h 10241"/>
                <a:gd name="connsiteX12" fmla="*/ 5335 w 10439"/>
                <a:gd name="connsiteY12" fmla="*/ 10241 h 10241"/>
                <a:gd name="connsiteX13" fmla="*/ 9883 w 10439"/>
                <a:gd name="connsiteY13" fmla="*/ 5362 h 10241"/>
                <a:gd name="connsiteX14" fmla="*/ 10437 w 10439"/>
                <a:gd name="connsiteY14" fmla="*/ 4879 h 10241"/>
                <a:gd name="connsiteX0" fmla="*/ 11571 w 11573"/>
                <a:gd name="connsiteY0" fmla="*/ 4879 h 10241"/>
                <a:gd name="connsiteX1" fmla="*/ 9569 w 11573"/>
                <a:gd name="connsiteY1" fmla="*/ 386 h 10241"/>
                <a:gd name="connsiteX2" fmla="*/ 9211 w 11573"/>
                <a:gd name="connsiteY2" fmla="*/ 241 h 10241"/>
                <a:gd name="connsiteX3" fmla="*/ 8660 w 11573"/>
                <a:gd name="connsiteY3" fmla="*/ 1339 h 10241"/>
                <a:gd name="connsiteX4" fmla="*/ 8899 w 11573"/>
                <a:gd name="connsiteY4" fmla="*/ 2380 h 10241"/>
                <a:gd name="connsiteX5" fmla="*/ 6469 w 11573"/>
                <a:gd name="connsiteY5" fmla="*/ 4027 h 10241"/>
                <a:gd name="connsiteX6" fmla="*/ 4130 w 11573"/>
                <a:gd name="connsiteY6" fmla="*/ 2495 h 10241"/>
                <a:gd name="connsiteX7" fmla="*/ 4249 w 11573"/>
                <a:gd name="connsiteY7" fmla="*/ 1628 h 10241"/>
                <a:gd name="connsiteX8" fmla="*/ 3742 w 11573"/>
                <a:gd name="connsiteY8" fmla="*/ 675 h 10241"/>
                <a:gd name="connsiteX9" fmla="*/ 3489 w 11573"/>
                <a:gd name="connsiteY9" fmla="*/ 732 h 10241"/>
                <a:gd name="connsiteX10" fmla="*/ 1432 w 11573"/>
                <a:gd name="connsiteY10" fmla="*/ 1946 h 10241"/>
                <a:gd name="connsiteX11" fmla="*/ 0 w 11573"/>
                <a:gd name="connsiteY11" fmla="*/ 5434 h 10241"/>
                <a:gd name="connsiteX12" fmla="*/ 6469 w 11573"/>
                <a:gd name="connsiteY12" fmla="*/ 10241 h 10241"/>
                <a:gd name="connsiteX13" fmla="*/ 11017 w 11573"/>
                <a:gd name="connsiteY13" fmla="*/ 5362 h 10241"/>
                <a:gd name="connsiteX14" fmla="*/ 11571 w 11573"/>
                <a:gd name="connsiteY14" fmla="*/ 4879 h 10241"/>
                <a:gd name="connsiteX0" fmla="*/ 11782 w 11784"/>
                <a:gd name="connsiteY0" fmla="*/ 4879 h 10241"/>
                <a:gd name="connsiteX1" fmla="*/ 9780 w 11784"/>
                <a:gd name="connsiteY1" fmla="*/ 386 h 10241"/>
                <a:gd name="connsiteX2" fmla="*/ 9422 w 11784"/>
                <a:gd name="connsiteY2" fmla="*/ 241 h 10241"/>
                <a:gd name="connsiteX3" fmla="*/ 8871 w 11784"/>
                <a:gd name="connsiteY3" fmla="*/ 1339 h 10241"/>
                <a:gd name="connsiteX4" fmla="*/ 9110 w 11784"/>
                <a:gd name="connsiteY4" fmla="*/ 2380 h 10241"/>
                <a:gd name="connsiteX5" fmla="*/ 6680 w 11784"/>
                <a:gd name="connsiteY5" fmla="*/ 4027 h 10241"/>
                <a:gd name="connsiteX6" fmla="*/ 4341 w 11784"/>
                <a:gd name="connsiteY6" fmla="*/ 2495 h 10241"/>
                <a:gd name="connsiteX7" fmla="*/ 4460 w 11784"/>
                <a:gd name="connsiteY7" fmla="*/ 1628 h 10241"/>
                <a:gd name="connsiteX8" fmla="*/ 3953 w 11784"/>
                <a:gd name="connsiteY8" fmla="*/ 675 h 10241"/>
                <a:gd name="connsiteX9" fmla="*/ 3700 w 11784"/>
                <a:gd name="connsiteY9" fmla="*/ 732 h 10241"/>
                <a:gd name="connsiteX10" fmla="*/ 1760 w 11784"/>
                <a:gd name="connsiteY10" fmla="*/ 2680 h 10241"/>
                <a:gd name="connsiteX11" fmla="*/ 211 w 11784"/>
                <a:gd name="connsiteY11" fmla="*/ 5434 h 10241"/>
                <a:gd name="connsiteX12" fmla="*/ 6680 w 11784"/>
                <a:gd name="connsiteY12" fmla="*/ 10241 h 10241"/>
                <a:gd name="connsiteX13" fmla="*/ 11228 w 11784"/>
                <a:gd name="connsiteY13" fmla="*/ 5362 h 10241"/>
                <a:gd name="connsiteX14" fmla="*/ 11782 w 11784"/>
                <a:gd name="connsiteY14" fmla="*/ 4879 h 10241"/>
                <a:gd name="connsiteX0" fmla="*/ 12994 w 12994"/>
                <a:gd name="connsiteY0" fmla="*/ 5404 h 10276"/>
                <a:gd name="connsiteX1" fmla="*/ 9780 w 12994"/>
                <a:gd name="connsiteY1" fmla="*/ 421 h 10276"/>
                <a:gd name="connsiteX2" fmla="*/ 9422 w 12994"/>
                <a:gd name="connsiteY2" fmla="*/ 276 h 10276"/>
                <a:gd name="connsiteX3" fmla="*/ 8871 w 12994"/>
                <a:gd name="connsiteY3" fmla="*/ 1374 h 10276"/>
                <a:gd name="connsiteX4" fmla="*/ 9110 w 12994"/>
                <a:gd name="connsiteY4" fmla="*/ 2415 h 10276"/>
                <a:gd name="connsiteX5" fmla="*/ 6680 w 12994"/>
                <a:gd name="connsiteY5" fmla="*/ 4062 h 10276"/>
                <a:gd name="connsiteX6" fmla="*/ 4341 w 12994"/>
                <a:gd name="connsiteY6" fmla="*/ 2530 h 10276"/>
                <a:gd name="connsiteX7" fmla="*/ 4460 w 12994"/>
                <a:gd name="connsiteY7" fmla="*/ 1663 h 10276"/>
                <a:gd name="connsiteX8" fmla="*/ 3953 w 12994"/>
                <a:gd name="connsiteY8" fmla="*/ 710 h 10276"/>
                <a:gd name="connsiteX9" fmla="*/ 3700 w 12994"/>
                <a:gd name="connsiteY9" fmla="*/ 767 h 10276"/>
                <a:gd name="connsiteX10" fmla="*/ 1760 w 12994"/>
                <a:gd name="connsiteY10" fmla="*/ 2715 h 10276"/>
                <a:gd name="connsiteX11" fmla="*/ 211 w 12994"/>
                <a:gd name="connsiteY11" fmla="*/ 5469 h 10276"/>
                <a:gd name="connsiteX12" fmla="*/ 6680 w 12994"/>
                <a:gd name="connsiteY12" fmla="*/ 10276 h 10276"/>
                <a:gd name="connsiteX13" fmla="*/ 11228 w 12994"/>
                <a:gd name="connsiteY13" fmla="*/ 5397 h 10276"/>
                <a:gd name="connsiteX14" fmla="*/ 12994 w 12994"/>
                <a:gd name="connsiteY14" fmla="*/ 5404 h 10276"/>
                <a:gd name="connsiteX0" fmla="*/ 12994 w 12994"/>
                <a:gd name="connsiteY0" fmla="*/ 5404 h 10276"/>
                <a:gd name="connsiteX1" fmla="*/ 9780 w 12994"/>
                <a:gd name="connsiteY1" fmla="*/ 421 h 10276"/>
                <a:gd name="connsiteX2" fmla="*/ 9422 w 12994"/>
                <a:gd name="connsiteY2" fmla="*/ 276 h 10276"/>
                <a:gd name="connsiteX3" fmla="*/ 8871 w 12994"/>
                <a:gd name="connsiteY3" fmla="*/ 1374 h 10276"/>
                <a:gd name="connsiteX4" fmla="*/ 9110 w 12994"/>
                <a:gd name="connsiteY4" fmla="*/ 2415 h 10276"/>
                <a:gd name="connsiteX5" fmla="*/ 6680 w 12994"/>
                <a:gd name="connsiteY5" fmla="*/ 4062 h 10276"/>
                <a:gd name="connsiteX6" fmla="*/ 4341 w 12994"/>
                <a:gd name="connsiteY6" fmla="*/ 2530 h 10276"/>
                <a:gd name="connsiteX7" fmla="*/ 4460 w 12994"/>
                <a:gd name="connsiteY7" fmla="*/ 1663 h 10276"/>
                <a:gd name="connsiteX8" fmla="*/ 3953 w 12994"/>
                <a:gd name="connsiteY8" fmla="*/ 710 h 10276"/>
                <a:gd name="connsiteX9" fmla="*/ 3700 w 12994"/>
                <a:gd name="connsiteY9" fmla="*/ 767 h 10276"/>
                <a:gd name="connsiteX10" fmla="*/ 1760 w 12994"/>
                <a:gd name="connsiteY10" fmla="*/ 2715 h 10276"/>
                <a:gd name="connsiteX11" fmla="*/ 211 w 12994"/>
                <a:gd name="connsiteY11" fmla="*/ 5469 h 10276"/>
                <a:gd name="connsiteX12" fmla="*/ 6680 w 12994"/>
                <a:gd name="connsiteY12" fmla="*/ 10276 h 10276"/>
                <a:gd name="connsiteX13" fmla="*/ 11228 w 12994"/>
                <a:gd name="connsiteY13" fmla="*/ 5397 h 10276"/>
                <a:gd name="connsiteX14" fmla="*/ 12994 w 12994"/>
                <a:gd name="connsiteY14" fmla="*/ 5404 h 10276"/>
                <a:gd name="connsiteX0" fmla="*/ 12994 w 12994"/>
                <a:gd name="connsiteY0" fmla="*/ 5404 h 10457"/>
                <a:gd name="connsiteX1" fmla="*/ 9780 w 12994"/>
                <a:gd name="connsiteY1" fmla="*/ 421 h 10457"/>
                <a:gd name="connsiteX2" fmla="*/ 9422 w 12994"/>
                <a:gd name="connsiteY2" fmla="*/ 276 h 10457"/>
                <a:gd name="connsiteX3" fmla="*/ 8871 w 12994"/>
                <a:gd name="connsiteY3" fmla="*/ 1374 h 10457"/>
                <a:gd name="connsiteX4" fmla="*/ 9110 w 12994"/>
                <a:gd name="connsiteY4" fmla="*/ 2415 h 10457"/>
                <a:gd name="connsiteX5" fmla="*/ 6680 w 12994"/>
                <a:gd name="connsiteY5" fmla="*/ 4062 h 10457"/>
                <a:gd name="connsiteX6" fmla="*/ 4341 w 12994"/>
                <a:gd name="connsiteY6" fmla="*/ 2530 h 10457"/>
                <a:gd name="connsiteX7" fmla="*/ 4460 w 12994"/>
                <a:gd name="connsiteY7" fmla="*/ 1663 h 10457"/>
                <a:gd name="connsiteX8" fmla="*/ 3953 w 12994"/>
                <a:gd name="connsiteY8" fmla="*/ 710 h 10457"/>
                <a:gd name="connsiteX9" fmla="*/ 3700 w 12994"/>
                <a:gd name="connsiteY9" fmla="*/ 767 h 10457"/>
                <a:gd name="connsiteX10" fmla="*/ 1760 w 12994"/>
                <a:gd name="connsiteY10" fmla="*/ 2715 h 10457"/>
                <a:gd name="connsiteX11" fmla="*/ 211 w 12994"/>
                <a:gd name="connsiteY11" fmla="*/ 5469 h 10457"/>
                <a:gd name="connsiteX12" fmla="*/ 6680 w 12994"/>
                <a:gd name="connsiteY12" fmla="*/ 10276 h 10457"/>
                <a:gd name="connsiteX13" fmla="*/ 11756 w 12994"/>
                <a:gd name="connsiteY13" fmla="*/ 6681 h 10457"/>
                <a:gd name="connsiteX14" fmla="*/ 12994 w 12994"/>
                <a:gd name="connsiteY14" fmla="*/ 5404 h 10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994" h="10457">
                  <a:moveTo>
                    <a:pt x="12994" y="5404"/>
                  </a:moveTo>
                  <a:cubicBezTo>
                    <a:pt x="12178" y="3205"/>
                    <a:pt x="10375" y="1276"/>
                    <a:pt x="9780" y="421"/>
                  </a:cubicBezTo>
                  <a:cubicBezTo>
                    <a:pt x="9185" y="-434"/>
                    <a:pt x="9557" y="276"/>
                    <a:pt x="9422" y="276"/>
                  </a:cubicBezTo>
                  <a:cubicBezTo>
                    <a:pt x="9124" y="334"/>
                    <a:pt x="8886" y="796"/>
                    <a:pt x="8871" y="1374"/>
                  </a:cubicBezTo>
                  <a:cubicBezTo>
                    <a:pt x="8856" y="1808"/>
                    <a:pt x="8960" y="2184"/>
                    <a:pt x="9110" y="2415"/>
                  </a:cubicBezTo>
                  <a:cubicBezTo>
                    <a:pt x="8454" y="3455"/>
                    <a:pt x="7604" y="4062"/>
                    <a:pt x="6680" y="4062"/>
                  </a:cubicBezTo>
                  <a:cubicBezTo>
                    <a:pt x="5801" y="4062"/>
                    <a:pt x="4981" y="3484"/>
                    <a:pt x="4341" y="2530"/>
                  </a:cubicBezTo>
                  <a:cubicBezTo>
                    <a:pt x="4430" y="2299"/>
                    <a:pt x="4490" y="2010"/>
                    <a:pt x="4460" y="1663"/>
                  </a:cubicBezTo>
                  <a:cubicBezTo>
                    <a:pt x="4430" y="1172"/>
                    <a:pt x="4221" y="738"/>
                    <a:pt x="3953" y="710"/>
                  </a:cubicBezTo>
                  <a:cubicBezTo>
                    <a:pt x="3864" y="681"/>
                    <a:pt x="4065" y="433"/>
                    <a:pt x="3700" y="767"/>
                  </a:cubicBezTo>
                  <a:cubicBezTo>
                    <a:pt x="3335" y="1101"/>
                    <a:pt x="2341" y="1931"/>
                    <a:pt x="1760" y="2715"/>
                  </a:cubicBezTo>
                  <a:cubicBezTo>
                    <a:pt x="1179" y="3499"/>
                    <a:pt x="-609" y="4209"/>
                    <a:pt x="211" y="5469"/>
                  </a:cubicBezTo>
                  <a:cubicBezTo>
                    <a:pt x="1031" y="6729"/>
                    <a:pt x="4102" y="10276"/>
                    <a:pt x="6680" y="10276"/>
                  </a:cubicBezTo>
                  <a:cubicBezTo>
                    <a:pt x="9259" y="10276"/>
                    <a:pt x="11756" y="11681"/>
                    <a:pt x="11756" y="6681"/>
                  </a:cubicBezTo>
                  <a:lnTo>
                    <a:pt x="12994" y="5404"/>
                  </a:lnTo>
                  <a:close/>
                </a:path>
              </a:pathLst>
            </a:cu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D75B8F2-F8BC-7BD7-F01A-D29ABB1E5222}"/>
              </a:ext>
            </a:extLst>
          </p:cNvPr>
          <p:cNvGrpSpPr/>
          <p:nvPr/>
        </p:nvGrpSpPr>
        <p:grpSpPr>
          <a:xfrm>
            <a:off x="8984949" y="1097883"/>
            <a:ext cx="2532442" cy="1813949"/>
            <a:chOff x="8877741" y="1084571"/>
            <a:chExt cx="2577660" cy="1846339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2177962C-D8C0-5507-264A-6FF462F8B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28119" y="1084571"/>
              <a:ext cx="1427282" cy="1846339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ED12C377-CAB1-C49D-F874-65FCFA835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77741" y="1084571"/>
              <a:ext cx="1427282" cy="1846339"/>
            </a:xfrm>
            <a:prstGeom prst="rect">
              <a:avLst/>
            </a:prstGeom>
          </p:spPr>
        </p:pic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05FE5861-CB13-93AE-0E32-3FE46349C59B}"/>
              </a:ext>
            </a:extLst>
          </p:cNvPr>
          <p:cNvSpPr/>
          <p:nvPr/>
        </p:nvSpPr>
        <p:spPr bwMode="auto">
          <a:xfrm>
            <a:off x="463133" y="5831095"/>
            <a:ext cx="3326552" cy="258532"/>
          </a:xfrm>
          <a:prstGeom prst="rect">
            <a:avLst/>
          </a:prstGeom>
          <a:solidFill>
            <a:srgbClr val="FFFFFF"/>
          </a:solidFill>
          <a:ln w="6350" cmpd="sng">
            <a:noFill/>
            <a:miter lim="800000"/>
            <a:headEnd/>
            <a:tailEnd/>
          </a:ln>
          <a:effectLst>
            <a:glow>
              <a:scrgbClr r="0" g="0" b="0">
                <a:alpha val="0"/>
              </a:scrgbClr>
            </a:glow>
          </a:effectLst>
          <a:extLst>
            <a:ext uri="{AF507438-7753-43E0-B8FC-AC1667EBCBE1}">
              <a14:hiddenEffects xmlns:a14="http://schemas.microsoft.com/office/drawing/2010/main">
                <a:effectLst>
                  <a:glow>
                    <a:scrgbClr r="0" g="0" b="0">
                      <a:alpha val="0"/>
                    </a:scrgbClr>
                  </a:glow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rtlCol="0" anchor="ctr">
            <a:spAutoFit/>
          </a:bodyPr>
          <a:lstStyle/>
          <a:p>
            <a:pPr marL="0" marR="0" lvl="0" indent="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ITESSEC: 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Illumd Oloree Ufug Iatnul La Paria 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259E6AE-392C-69C5-1698-B1650185C09A}"/>
              </a:ext>
            </a:extLst>
          </p:cNvPr>
          <p:cNvSpPr/>
          <p:nvPr/>
        </p:nvSpPr>
        <p:spPr bwMode="auto">
          <a:xfrm>
            <a:off x="4286706" y="5831095"/>
            <a:ext cx="3593150" cy="424732"/>
          </a:xfrm>
          <a:prstGeom prst="rect">
            <a:avLst/>
          </a:prstGeom>
          <a:solidFill>
            <a:srgbClr val="FFFFFF"/>
          </a:solidFill>
          <a:ln w="6350" cmpd="sng">
            <a:noFill/>
            <a:miter lim="800000"/>
            <a:headEnd/>
            <a:tailEnd/>
          </a:ln>
          <a:effectLst>
            <a:glow>
              <a:scrgbClr r="0" g="0" b="0">
                <a:alpha val="0"/>
              </a:scrgbClr>
            </a:glow>
          </a:effectLst>
          <a:extLst>
            <a:ext uri="{AF507438-7753-43E0-B8FC-AC1667EBCBE1}">
              <a14:hiddenEffects xmlns:a14="http://schemas.microsoft.com/office/drawing/2010/main">
                <a:effectLst>
                  <a:glow>
                    <a:scrgbClr r="0" g="0" b="0">
                      <a:alpha val="0"/>
                    </a:scrgbClr>
                  </a:glow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ctr">
            <a:spAutoFit/>
          </a:bodyPr>
          <a:lstStyle/>
          <a:p>
            <a:pPr marL="0" marR="0" lvl="0" indent="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TUREXCE: 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Pteurs in Toccaeca tcup idat atnonpro iden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E996105-8160-413C-40F0-4E69D41BB613}"/>
              </a:ext>
            </a:extLst>
          </p:cNvPr>
          <p:cNvSpPr/>
          <p:nvPr/>
        </p:nvSpPr>
        <p:spPr bwMode="auto">
          <a:xfrm>
            <a:off x="8167092" y="5831095"/>
            <a:ext cx="2139175" cy="258532"/>
          </a:xfrm>
          <a:prstGeom prst="rect">
            <a:avLst/>
          </a:prstGeom>
          <a:solidFill>
            <a:srgbClr val="FFFFFF"/>
          </a:solidFill>
          <a:ln w="6350" cmpd="sng">
            <a:noFill/>
            <a:miter lim="800000"/>
            <a:headEnd/>
            <a:tailEnd/>
          </a:ln>
          <a:effectLst>
            <a:glow>
              <a:scrgbClr r="0" g="0" b="0">
                <a:alpha val="0"/>
              </a:scrgbClr>
            </a:glow>
          </a:effectLst>
          <a:extLst>
            <a:ext uri="{AF507438-7753-43E0-B8FC-AC1667EBCBE1}">
              <a14:hiddenEffects xmlns:a14="http://schemas.microsoft.com/office/drawing/2010/main">
                <a:effectLst>
                  <a:glow>
                    <a:scrgbClr r="0" g="0" b="0">
                      <a:alpha val="0"/>
                    </a:scrgbClr>
                  </a:glow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rtlCol="0" anchor="ctr">
            <a:spAutoFit/>
          </a:bodyPr>
          <a:lstStyle/>
          <a:p>
            <a:pPr marL="0" marR="0" lvl="0" indent="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TSUNTIN: 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Culp aq Uioff ICI</a:t>
            </a:r>
          </a:p>
        </p:txBody>
      </p:sp>
      <p:sp>
        <p:nvSpPr>
          <p:cNvPr id="67" name="Arrow: Chevron 66">
            <a:extLst>
              <a:ext uri="{FF2B5EF4-FFF2-40B4-BE49-F238E27FC236}">
                <a16:creationId xmlns:a16="http://schemas.microsoft.com/office/drawing/2014/main" id="{D379EFDE-883C-AA09-437C-DF30BC28BF09}"/>
              </a:ext>
            </a:extLst>
          </p:cNvPr>
          <p:cNvSpPr/>
          <p:nvPr/>
        </p:nvSpPr>
        <p:spPr bwMode="auto">
          <a:xfrm>
            <a:off x="8144221" y="2903768"/>
            <a:ext cx="3632200" cy="476725"/>
          </a:xfrm>
          <a:prstGeom prst="chevron">
            <a:avLst>
              <a:gd name="adj" fmla="val 18032"/>
            </a:avLst>
          </a:prstGeom>
          <a:solidFill>
            <a:srgbClr val="FED05D"/>
          </a:solidFill>
          <a:ln w="317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FBBE26">
                <a:alpha val="20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1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ADES 4&amp;5: </a:t>
            </a:r>
          </a:p>
          <a:p>
            <a:pPr algn="ctr">
              <a:defRPr/>
            </a:pPr>
            <a:r>
              <a:rPr lang="en-US" sz="1100" b="1" i="1">
                <a:solidFill>
                  <a:srgbClr val="262626"/>
                </a:solidFill>
                <a:latin typeface="Arial" panose="020B0604020202020204" pitchFamily="34" charset="0"/>
              </a:rPr>
              <a:t>ERUNTM OLLIT ANIMIDESTLA</a:t>
            </a:r>
          </a:p>
        </p:txBody>
      </p:sp>
      <p:sp>
        <p:nvSpPr>
          <p:cNvPr id="68" name="Arrow: Pentagon 67">
            <a:extLst>
              <a:ext uri="{FF2B5EF4-FFF2-40B4-BE49-F238E27FC236}">
                <a16:creationId xmlns:a16="http://schemas.microsoft.com/office/drawing/2014/main" id="{A72217EC-CDAF-BFFF-73B3-B5F61CF26AD2}"/>
              </a:ext>
            </a:extLst>
          </p:cNvPr>
          <p:cNvSpPr/>
          <p:nvPr/>
        </p:nvSpPr>
        <p:spPr bwMode="auto">
          <a:xfrm>
            <a:off x="415579" y="3344250"/>
            <a:ext cx="3638256" cy="476725"/>
          </a:xfrm>
          <a:prstGeom prst="homePlate">
            <a:avLst>
              <a:gd name="adj" fmla="val 30999"/>
            </a:avLst>
          </a:prstGeom>
          <a:gradFill>
            <a:gsLst>
              <a:gs pos="0">
                <a:srgbClr val="66737C"/>
              </a:gs>
              <a:gs pos="81000">
                <a:srgbClr val="43515C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20303D">
                <a:alpha val="20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BORU MCURABIT, URN ONNULL</a:t>
            </a:r>
            <a:endParaRPr kumimoji="0" lang="en-US" sz="20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2770998-7C1C-CDA2-347F-889A074265A0}"/>
              </a:ext>
            </a:extLst>
          </p:cNvPr>
          <p:cNvSpPr/>
          <p:nvPr/>
        </p:nvSpPr>
        <p:spPr bwMode="auto">
          <a:xfrm>
            <a:off x="463133" y="3914044"/>
            <a:ext cx="3505035" cy="461665"/>
          </a:xfrm>
          <a:prstGeom prst="rect">
            <a:avLst/>
          </a:prstGeom>
          <a:noFill/>
          <a:ln w="6350" cmpd="sng">
            <a:noFill/>
            <a:miter lim="800000"/>
            <a:headEnd/>
            <a:tailEnd/>
          </a:ln>
          <a:effectLst>
            <a:glow>
              <a:scrgbClr r="0" g="0" b="0">
                <a:alpha val="0"/>
              </a:sc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DFE3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glow>
                    <a:scrgbClr r="0" g="0" b="0">
                      <a:alpha val="0"/>
                    </a:scrgbClr>
                  </a:glow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  <a:ext uri="{E45631CC-5BF2-4C18-A39C-3461C7D3F71A}">
              <a14:hiddenSp3d xmlns:a14="http://schemas.microsoft.com/office/drawing/2010/main"/>
            </a:ext>
          </a:extLst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kumimoji="0" lang="en-US" sz="1200" b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ASITAMET: </a:t>
            </a:r>
            <a:r>
              <a:rPr kumimoji="0" lang="en-US" sz="1200" b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Nislt emp Usconvall Isquisacl Ectus &amp; Pellent Esque Inip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1F07A6B-A1F8-EEDE-D3AA-3947A658F78C}"/>
              </a:ext>
            </a:extLst>
          </p:cNvPr>
          <p:cNvGrpSpPr/>
          <p:nvPr/>
        </p:nvGrpSpPr>
        <p:grpSpPr>
          <a:xfrm>
            <a:off x="1233502" y="4639736"/>
            <a:ext cx="2827087" cy="120416"/>
            <a:chOff x="1233502" y="4804009"/>
            <a:chExt cx="2827087" cy="120416"/>
          </a:xfrm>
        </p:grpSpPr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5D4B4443-9B32-2F85-5BE7-CDC311D5C998}"/>
                </a:ext>
              </a:extLst>
            </p:cNvPr>
            <p:cNvSpPr/>
            <p:nvPr/>
          </p:nvSpPr>
          <p:spPr bwMode="auto">
            <a:xfrm>
              <a:off x="1233502" y="4804010"/>
              <a:ext cx="2827087" cy="120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rgbClr val="F89696"/>
              </a:solidFill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AD0E3CDE-26C1-AE9E-EA5E-892680A69495}"/>
                </a:ext>
              </a:extLst>
            </p:cNvPr>
            <p:cNvSpPr/>
            <p:nvPr/>
          </p:nvSpPr>
          <p:spPr bwMode="auto">
            <a:xfrm>
              <a:off x="1233502" y="4804009"/>
              <a:ext cx="2072901" cy="120416"/>
            </a:xfrm>
            <a:prstGeom prst="roundRect">
              <a:avLst>
                <a:gd name="adj" fmla="val 50000"/>
              </a:avLst>
            </a:prstGeom>
            <a:solidFill>
              <a:srgbClr val="F46262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F34B4B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D1F46A1-07F0-BB5D-491A-9A5012F445ED}"/>
              </a:ext>
            </a:extLst>
          </p:cNvPr>
          <p:cNvCxnSpPr/>
          <p:nvPr/>
        </p:nvCxnSpPr>
        <p:spPr bwMode="auto">
          <a:xfrm>
            <a:off x="4165600" y="1132114"/>
            <a:ext cx="0" cy="521480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6C6CEFE-9F5F-BCB4-9D72-56772C7759DD}"/>
              </a:ext>
            </a:extLst>
          </p:cNvPr>
          <p:cNvCxnSpPr/>
          <p:nvPr/>
        </p:nvCxnSpPr>
        <p:spPr bwMode="auto">
          <a:xfrm>
            <a:off x="8026400" y="1132114"/>
            <a:ext cx="0" cy="521480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32A58EA9-DAE3-CCAC-9068-FE3194C55F57}"/>
              </a:ext>
            </a:extLst>
          </p:cNvPr>
          <p:cNvSpPr/>
          <p:nvPr/>
        </p:nvSpPr>
        <p:spPr bwMode="auto">
          <a:xfrm>
            <a:off x="506507" y="3228999"/>
            <a:ext cx="747830" cy="198934"/>
          </a:xfrm>
          <a:prstGeom prst="roundRect">
            <a:avLst/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>
            <a:outerShdw blurRad="254000" dist="38100" dir="5400000" rotWithShape="0">
              <a:srgbClr val="A2ABB0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>
              <a:defRPr/>
            </a:pPr>
            <a:r>
              <a:rPr lang="en-US" sz="1100" b="1" i="1">
                <a:solidFill>
                  <a:srgbClr val="20303D"/>
                </a:solidFill>
                <a:latin typeface="Arial" panose="020B0604020202020204" pitchFamily="34" charset="0"/>
                <a:cs typeface="Arial"/>
              </a:rPr>
              <a:t>SUMI 1 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E3DFE291-602B-5559-265F-BB85D451614C}"/>
              </a:ext>
            </a:extLst>
          </p:cNvPr>
          <p:cNvSpPr/>
          <p:nvPr/>
        </p:nvSpPr>
        <p:spPr bwMode="auto">
          <a:xfrm>
            <a:off x="8270047" y="2804301"/>
            <a:ext cx="1019998" cy="198934"/>
          </a:xfrm>
          <a:prstGeom prst="roundRect">
            <a:avLst/>
          </a:prstGeom>
          <a:solidFill>
            <a:srgbClr val="FFE39E"/>
          </a:solidFill>
          <a:ln w="6350" cmpd="sng">
            <a:noFill/>
            <a:miter lim="800000"/>
            <a:headEnd/>
            <a:tailEnd/>
          </a:ln>
          <a:effectLst>
            <a:outerShdw blurRad="254000" dist="38100" dir="5400000" rotWithShape="0">
              <a:srgbClr val="DA9C00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>
              <a:defRPr/>
            </a:pPr>
            <a:r>
              <a:rPr lang="en-US" sz="1100" b="1" i="1">
                <a:solidFill>
                  <a:srgbClr val="20303D"/>
                </a:solidFill>
                <a:latin typeface="Arial" panose="020B0604020202020204" pitchFamily="34" charset="0"/>
                <a:cs typeface="Arial"/>
              </a:rPr>
              <a:t>DORC 4&amp;5 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4F2F0FF-5151-D9F7-AA1D-7A4CD66A2CE9}"/>
              </a:ext>
            </a:extLst>
          </p:cNvPr>
          <p:cNvSpPr/>
          <p:nvPr/>
        </p:nvSpPr>
        <p:spPr bwMode="auto">
          <a:xfrm>
            <a:off x="4286706" y="3711598"/>
            <a:ext cx="3542261" cy="461665"/>
          </a:xfrm>
          <a:prstGeom prst="rect">
            <a:avLst/>
          </a:prstGeom>
          <a:noFill/>
          <a:ln w="6350" cmpd="sng">
            <a:noFill/>
            <a:miter lim="800000"/>
            <a:headEnd/>
            <a:tailEnd/>
          </a:ln>
          <a:effectLst>
            <a:glow>
              <a:scrgbClr r="0" g="0" b="0">
                <a:alpha val="0"/>
              </a:sc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DFE3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glow>
                    <a:scrgbClr r="0" g="0" b="0">
                      <a:alpha val="0"/>
                    </a:scrgbClr>
                  </a:glow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  <a:ext uri="{E45631CC-5BF2-4C18-A39C-3461C7D3F71A}">
              <a14:hiddenSp3d xmlns:a14="http://schemas.microsoft.com/office/drawing/2010/main"/>
            </a:ext>
          </a:extLst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1200" b="1">
                <a:solidFill>
                  <a:srgbClr val="262626"/>
                </a:solidFill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IPORTADA: </a:t>
            </a:r>
            <a:r>
              <a:rPr kumimoji="0" lang="en-US" sz="1200" b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Pibus Vivamus Suscipitt, Ortor Egetfeli &amp; Sporttitorvo Lutpat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6CFAA20-0278-3288-E522-58C6A11B3651}"/>
              </a:ext>
            </a:extLst>
          </p:cNvPr>
          <p:cNvSpPr/>
          <p:nvPr/>
        </p:nvSpPr>
        <p:spPr bwMode="auto">
          <a:xfrm>
            <a:off x="8167093" y="3619265"/>
            <a:ext cx="3522674" cy="646331"/>
          </a:xfrm>
          <a:prstGeom prst="rect">
            <a:avLst/>
          </a:prstGeom>
          <a:noFill/>
          <a:ln w="6350" cmpd="sng">
            <a:noFill/>
            <a:miter lim="800000"/>
            <a:headEnd/>
            <a:tailEnd/>
          </a:ln>
          <a:effectLst>
            <a:glow>
              <a:scrgbClr r="0" g="0" b="0">
                <a:alpha val="0"/>
              </a:sc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DFE3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glow>
                    <a:scrgbClr r="0" g="0" b="0">
                      <a:alpha val="0"/>
                    </a:scrgbClr>
                  </a:glow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  <a:ext uri="{E45631CC-5BF2-4C18-A39C-3461C7D3F71A}">
              <a14:hiddenSp3d xmlns:a14="http://schemas.microsoft.com/office/drawing/2010/main"/>
            </a:ext>
          </a:extLst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1200" b="1">
                <a:solidFill>
                  <a:srgbClr val="262626"/>
                </a:solidFill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CRASULTR: </a:t>
            </a:r>
            <a:r>
              <a:rPr kumimoji="0" lang="en-US" sz="1200" b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Iciesli Gulased Magna, Dictumportal &amp; Oremipsum Dolorsitame tcon SectEtu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3A68755-A2BC-CFF6-7C93-597B899D3FA0}"/>
              </a:ext>
            </a:extLst>
          </p:cNvPr>
          <p:cNvSpPr txBox="1"/>
          <p:nvPr/>
        </p:nvSpPr>
        <p:spPr>
          <a:xfrm>
            <a:off x="463133" y="4561445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RADIP :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0118DC9-131A-B462-3948-6AC9F0B22F9A}"/>
              </a:ext>
            </a:extLst>
          </p:cNvPr>
          <p:cNvSpPr txBox="1"/>
          <p:nvPr/>
        </p:nvSpPr>
        <p:spPr>
          <a:xfrm>
            <a:off x="463133" y="4872934"/>
            <a:ext cx="334739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 marR="0" lvl="0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Iscingel itseddoe : Iusm 1 Odtemp Orincididu</a:t>
            </a:r>
          </a:p>
          <a:p>
            <a:pPr marL="114300" marR="0" lvl="0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Ntut 1: Labor Eetdolo: 40% (Re Magna)</a:t>
            </a: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3420F934-F096-2927-44DA-C06EB384BDA2}"/>
              </a:ext>
            </a:extLst>
          </p:cNvPr>
          <p:cNvCxnSpPr>
            <a:cxnSpLocks/>
          </p:cNvCxnSpPr>
          <p:nvPr/>
        </p:nvCxnSpPr>
        <p:spPr bwMode="auto">
          <a:xfrm>
            <a:off x="495778" y="5689297"/>
            <a:ext cx="11200445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D3FE616-8DA5-BD69-FF28-E9A751CEB482}"/>
              </a:ext>
            </a:extLst>
          </p:cNvPr>
          <p:cNvGrpSpPr/>
          <p:nvPr/>
        </p:nvGrpSpPr>
        <p:grpSpPr>
          <a:xfrm>
            <a:off x="5080742" y="4639736"/>
            <a:ext cx="2827087" cy="120416"/>
            <a:chOff x="1233502" y="4804009"/>
            <a:chExt cx="2827087" cy="120416"/>
          </a:xfrm>
        </p:grpSpPr>
        <p:sp>
          <p:nvSpPr>
            <p:cNvPr id="179" name="Rectangle: Rounded Corners 178">
              <a:extLst>
                <a:ext uri="{FF2B5EF4-FFF2-40B4-BE49-F238E27FC236}">
                  <a16:creationId xmlns:a16="http://schemas.microsoft.com/office/drawing/2014/main" id="{97575887-E769-95BF-BA5D-BB8EF32314F2}"/>
                </a:ext>
              </a:extLst>
            </p:cNvPr>
            <p:cNvSpPr/>
            <p:nvPr/>
          </p:nvSpPr>
          <p:spPr bwMode="auto">
            <a:xfrm>
              <a:off x="1233502" y="4804010"/>
              <a:ext cx="2827087" cy="120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rgbClr val="F89696"/>
              </a:solidFill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: Rounded Corners 179">
              <a:extLst>
                <a:ext uri="{FF2B5EF4-FFF2-40B4-BE49-F238E27FC236}">
                  <a16:creationId xmlns:a16="http://schemas.microsoft.com/office/drawing/2014/main" id="{0D7ADD80-1C6B-E4CB-5168-044FCD08BB94}"/>
                </a:ext>
              </a:extLst>
            </p:cNvPr>
            <p:cNvSpPr/>
            <p:nvPr/>
          </p:nvSpPr>
          <p:spPr bwMode="auto">
            <a:xfrm>
              <a:off x="1233502" y="4804009"/>
              <a:ext cx="2072901" cy="120416"/>
            </a:xfrm>
            <a:prstGeom prst="roundRect">
              <a:avLst>
                <a:gd name="adj" fmla="val 50000"/>
              </a:avLst>
            </a:prstGeom>
            <a:solidFill>
              <a:srgbClr val="F46262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F34B4B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US"/>
            </a:p>
          </p:txBody>
        </p: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F930ADFA-EC94-A701-7AE4-98B12D2EF168}"/>
              </a:ext>
            </a:extLst>
          </p:cNvPr>
          <p:cNvSpPr txBox="1"/>
          <p:nvPr/>
        </p:nvSpPr>
        <p:spPr>
          <a:xfrm>
            <a:off x="4286706" y="4561445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ALIQU :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1EC5267-3487-8750-84E1-91C1FB892616}"/>
              </a:ext>
            </a:extLst>
          </p:cNvPr>
          <p:cNvSpPr txBox="1"/>
          <p:nvPr/>
        </p:nvSpPr>
        <p:spPr>
          <a:xfrm>
            <a:off x="4286706" y="4872934"/>
            <a:ext cx="362304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Autenima dminimve : Niam 1 &amp; 2 quisnostru </a:t>
            </a:r>
          </a:p>
          <a:p>
            <a:pPr marL="114300" marR="0" lvl="0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Dexe 2: Rcita Tionull: 80% (am-colab, orisnisiut)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Aliq 3: 45% u-i-p exeaco (mmodo consequ) 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C5790E96-025C-CA6C-7FB9-B79A2EEC464E}"/>
              </a:ext>
            </a:extLst>
          </p:cNvPr>
          <p:cNvGrpSpPr/>
          <p:nvPr/>
        </p:nvGrpSpPr>
        <p:grpSpPr>
          <a:xfrm>
            <a:off x="8989436" y="4639736"/>
            <a:ext cx="2827087" cy="120416"/>
            <a:chOff x="1233502" y="4804009"/>
            <a:chExt cx="2827087" cy="120416"/>
          </a:xfrm>
        </p:grpSpPr>
        <p:sp>
          <p:nvSpPr>
            <p:cNvPr id="184" name="Rectangle: Rounded Corners 183">
              <a:extLst>
                <a:ext uri="{FF2B5EF4-FFF2-40B4-BE49-F238E27FC236}">
                  <a16:creationId xmlns:a16="http://schemas.microsoft.com/office/drawing/2014/main" id="{99D337DE-CDD9-DBAE-7C8A-1A7BD035C61A}"/>
                </a:ext>
              </a:extLst>
            </p:cNvPr>
            <p:cNvSpPr/>
            <p:nvPr/>
          </p:nvSpPr>
          <p:spPr bwMode="auto">
            <a:xfrm>
              <a:off x="1233502" y="4804010"/>
              <a:ext cx="2827087" cy="120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rgbClr val="F89696"/>
              </a:solidFill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: Rounded Corners 184">
              <a:extLst>
                <a:ext uri="{FF2B5EF4-FFF2-40B4-BE49-F238E27FC236}">
                  <a16:creationId xmlns:a16="http://schemas.microsoft.com/office/drawing/2014/main" id="{01361F2D-C44B-0CD2-AFD6-DD763BE90817}"/>
                </a:ext>
              </a:extLst>
            </p:cNvPr>
            <p:cNvSpPr/>
            <p:nvPr/>
          </p:nvSpPr>
          <p:spPr bwMode="auto">
            <a:xfrm>
              <a:off x="1233502" y="4804009"/>
              <a:ext cx="2072901" cy="120416"/>
            </a:xfrm>
            <a:prstGeom prst="roundRect">
              <a:avLst>
                <a:gd name="adj" fmla="val 50000"/>
              </a:avLst>
            </a:prstGeom>
            <a:solidFill>
              <a:srgbClr val="F46262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F34B4B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US"/>
            </a:p>
          </p:txBody>
        </p: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61361C15-2BB7-9736-DBCB-9D7E4E588A27}"/>
              </a:ext>
            </a:extLst>
          </p:cNvPr>
          <p:cNvSpPr txBox="1"/>
          <p:nvPr/>
        </p:nvSpPr>
        <p:spPr>
          <a:xfrm>
            <a:off x="8167092" y="4561445"/>
            <a:ext cx="737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ATDUI :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4FB770F-184B-5733-7C30-5BEAD4AC6507}"/>
              </a:ext>
            </a:extLst>
          </p:cNvPr>
          <p:cNvSpPr txBox="1"/>
          <p:nvPr/>
        </p:nvSpPr>
        <p:spPr>
          <a:xfrm>
            <a:off x="8167092" y="4872934"/>
            <a:ext cx="3561775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Sauteiru redolori : Nreprehenderi tin voluptat eve litessecil (Lumd 1,2 &amp;3); OlorEe ufugiatn</a:t>
            </a:r>
          </a:p>
          <a:p>
            <a:pPr marL="114300" marR="0" lvl="0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Ulla 4 &amp; 5: 45% p-a-r iature (xcept eursint)</a:t>
            </a: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C7230EA-70E6-6DC9-8B4B-77461B948ED3}"/>
              </a:ext>
            </a:extLst>
          </p:cNvPr>
          <p:cNvCxnSpPr>
            <a:cxnSpLocks/>
          </p:cNvCxnSpPr>
          <p:nvPr/>
        </p:nvCxnSpPr>
        <p:spPr bwMode="auto">
          <a:xfrm>
            <a:off x="495778" y="4471149"/>
            <a:ext cx="11200445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89" name="Picture 188">
            <a:extLst>
              <a:ext uri="{FF2B5EF4-FFF2-40B4-BE49-F238E27FC236}">
                <a16:creationId xmlns:a16="http://schemas.microsoft.com/office/drawing/2014/main" id="{C4C1265E-91E8-4065-68B3-3B61A61F5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925" y="1837147"/>
            <a:ext cx="792565" cy="1228710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ED7FF911-6712-3330-433F-D0E2538EA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694" y="2422457"/>
            <a:ext cx="427699" cy="626372"/>
          </a:xfrm>
          <a:prstGeom prst="rect">
            <a:avLst/>
          </a:prstGeom>
        </p:spPr>
      </p:pic>
      <p:sp>
        <p:nvSpPr>
          <p:cNvPr id="191" name="Arrow: Chevron 190">
            <a:extLst>
              <a:ext uri="{FF2B5EF4-FFF2-40B4-BE49-F238E27FC236}">
                <a16:creationId xmlns:a16="http://schemas.microsoft.com/office/drawing/2014/main" id="{8165C95E-301D-8944-EFFC-AEA8EED99FA9}"/>
              </a:ext>
            </a:extLst>
          </p:cNvPr>
          <p:cNvSpPr/>
          <p:nvPr/>
        </p:nvSpPr>
        <p:spPr bwMode="auto">
          <a:xfrm>
            <a:off x="4282928" y="3023608"/>
            <a:ext cx="3632200" cy="476725"/>
          </a:xfrm>
          <a:prstGeom prst="chevron">
            <a:avLst>
              <a:gd name="adj" fmla="val 18593"/>
            </a:avLst>
          </a:prstGeom>
          <a:gradFill>
            <a:gsLst>
              <a:gs pos="0">
                <a:srgbClr val="7ECAF8"/>
              </a:gs>
              <a:gs pos="81000">
                <a:srgbClr val="459FED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>
              <a:defRPr/>
            </a:pPr>
            <a:r>
              <a:rPr lang="en-US" sz="1200" b="1" i="1">
                <a:solidFill>
                  <a:srgbClr val="FFFFFF"/>
                </a:solidFill>
                <a:latin typeface="Arial" panose="020B0604020202020204" pitchFamily="34" charset="0"/>
              </a:rPr>
              <a:t>OCCAEC &amp; ATCUPIDATAT </a:t>
            </a:r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B0121C4D-78EF-1B79-05E7-823E70C5CB2B}"/>
              </a:ext>
            </a:extLst>
          </p:cNvPr>
          <p:cNvSpPr/>
          <p:nvPr/>
        </p:nvSpPr>
        <p:spPr bwMode="auto">
          <a:xfrm>
            <a:off x="4381940" y="2918512"/>
            <a:ext cx="979499" cy="198934"/>
          </a:xfrm>
          <a:prstGeom prst="roundRect">
            <a:avLst/>
          </a:prstGeom>
          <a:solidFill>
            <a:srgbClr val="D3EDFE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7BC6FB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>
              <a:defRPr/>
            </a:pPr>
            <a:r>
              <a:rPr lang="en-US" sz="1100" b="1" i="1">
                <a:solidFill>
                  <a:srgbClr val="20303D"/>
                </a:solidFill>
                <a:latin typeface="Arial" panose="020B0604020202020204" pitchFamily="34" charset="0"/>
                <a:cs typeface="Arial"/>
              </a:rPr>
              <a:t>NONP 2&amp;3 </a:t>
            </a:r>
          </a:p>
        </p:txBody>
      </p:sp>
    </p:spTree>
    <p:extLst>
      <p:ext uri="{BB962C8B-B14F-4D97-AF65-F5344CB8AC3E}">
        <p14:creationId xmlns:p14="http://schemas.microsoft.com/office/powerpoint/2010/main" val="3458567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1B10-43B3-D731-8639-5F6D3188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DA0D7DA-751B-21C6-6636-A3FBF3FB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0"/>
              <a:t>Roi DEN tsu NTI Nculpaq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F1FF920-C056-D6D1-72BC-7DE41E4BEE30}"/>
              </a:ext>
            </a:extLst>
          </p:cNvPr>
          <p:cNvSpPr/>
          <p:nvPr/>
        </p:nvSpPr>
        <p:spPr>
          <a:xfrm>
            <a:off x="141265" y="922903"/>
            <a:ext cx="11909471" cy="5535864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2C7B50B-4FCF-3B2A-A65D-328D6539E6F8}"/>
              </a:ext>
            </a:extLst>
          </p:cNvPr>
          <p:cNvSpPr/>
          <p:nvPr/>
        </p:nvSpPr>
        <p:spPr>
          <a:xfrm>
            <a:off x="263933" y="1007352"/>
            <a:ext cx="11664134" cy="320744"/>
          </a:xfrm>
          <a:prstGeom prst="roundRect">
            <a:avLst>
              <a:gd name="adj" fmla="val 16362"/>
            </a:avLst>
          </a:prstGeom>
          <a:gradFill flip="none" rotWithShape="1">
            <a:gsLst>
              <a:gs pos="0">
                <a:srgbClr val="459FED"/>
              </a:gs>
              <a:gs pos="100000">
                <a:srgbClr val="459FED">
                  <a:alpha val="5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Uio FFI cia DES Eruntmo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4D4A58-4FC2-2E87-4601-6430B1725738}"/>
              </a:ext>
            </a:extLst>
          </p:cNvPr>
          <p:cNvGrpSpPr/>
          <p:nvPr/>
        </p:nvGrpSpPr>
        <p:grpSpPr>
          <a:xfrm>
            <a:off x="4130849" y="1527433"/>
            <a:ext cx="3930303" cy="4813249"/>
            <a:chOff x="4130849" y="1527433"/>
            <a:chExt cx="3930303" cy="498628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8040037-3C42-87D4-3A92-6A4BEBCFEAED}"/>
                </a:ext>
              </a:extLst>
            </p:cNvPr>
            <p:cNvCxnSpPr/>
            <p:nvPr/>
          </p:nvCxnSpPr>
          <p:spPr bwMode="auto">
            <a:xfrm>
              <a:off x="4130849" y="1527433"/>
              <a:ext cx="0" cy="4986288"/>
            </a:xfrm>
            <a:prstGeom prst="line">
              <a:avLst/>
            </a:prstGeom>
            <a:noFill/>
            <a:ln w="12700" cap="flat" cmpd="sng" algn="ctr">
              <a:solidFill>
                <a:srgbClr val="A2ABB0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421DAA-0EE3-5D55-EB96-8212CC1C4D80}"/>
                </a:ext>
              </a:extLst>
            </p:cNvPr>
            <p:cNvCxnSpPr/>
            <p:nvPr/>
          </p:nvCxnSpPr>
          <p:spPr bwMode="auto">
            <a:xfrm>
              <a:off x="8061152" y="1527433"/>
              <a:ext cx="0" cy="4986288"/>
            </a:xfrm>
            <a:prstGeom prst="line">
              <a:avLst/>
            </a:prstGeom>
            <a:noFill/>
            <a:ln w="12700" cap="flat" cmpd="sng" algn="ctr">
              <a:solidFill>
                <a:srgbClr val="A2ABB0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0614956-A9A5-4FDA-1C9A-E1F0F7DC412D}"/>
              </a:ext>
            </a:extLst>
          </p:cNvPr>
          <p:cNvSpPr txBox="1"/>
          <p:nvPr/>
        </p:nvSpPr>
        <p:spPr>
          <a:xfrm>
            <a:off x="365277" y="5495728"/>
            <a:ext cx="2520242" cy="2616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Lli tanimid estlabor um curabitu rn: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418BB9-0D1C-6198-0512-B95264FC77AD}"/>
              </a:ext>
            </a:extLst>
          </p:cNvPr>
          <p:cNvSpPr txBox="1"/>
          <p:nvPr/>
        </p:nvSpPr>
        <p:spPr>
          <a:xfrm>
            <a:off x="235643" y="4403313"/>
            <a:ext cx="3770695" cy="10874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14300" indent="-114300">
              <a:spcBef>
                <a:spcPts val="100"/>
              </a:spcBef>
              <a:spcAft>
                <a:spcPts val="100"/>
              </a:spcAft>
              <a:buClr>
                <a:srgbClr val="182D52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</a:rPr>
              <a:t>Onnullasi, tam etnisltempu sco nvallis qu isaclec tuspe llentesq ueinipsumid, orcip ortada PIB usvivam ussu scipitt. </a:t>
            </a:r>
          </a:p>
          <a:p>
            <a:pPr marL="114300" indent="-114300">
              <a:spcBef>
                <a:spcPts val="100"/>
              </a:spcBef>
              <a:spcAft>
                <a:spcPts val="100"/>
              </a:spcAft>
              <a:buClr>
                <a:srgbClr val="182D52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</a:rPr>
              <a:t>Ortoregetfel, is porttito rvo lutpatcra sultr iciesligula sed magnad ictumporta lor emips umdolorsi, tame tco nsec te turadipisc ingelit seddo eiu SMO</a:t>
            </a:r>
            <a:endParaRPr lang="en-IN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5BDDBA-0BED-D6B6-274D-63EAEEAB3E73}"/>
              </a:ext>
            </a:extLst>
          </p:cNvPr>
          <p:cNvSpPr txBox="1"/>
          <p:nvPr/>
        </p:nvSpPr>
        <p:spPr>
          <a:xfrm>
            <a:off x="4172481" y="3942988"/>
            <a:ext cx="3776321" cy="14875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Clr>
                <a:srgbClr val="182D52"/>
              </a:buClr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</a:rPr>
              <a:t>DTE mpor inc ididuntutla bore ETD olor emagnaal iq uautenim adm inimven iamquisno stru dexer-citat ionullam co labo RIS nisiuta liq uipexeacomm odoconsequ. At duis auteiru re : </a:t>
            </a:r>
          </a:p>
          <a:p>
            <a:pPr marL="114300" indent="-114300">
              <a:spcBef>
                <a:spcPts val="200"/>
              </a:spcBef>
              <a:spcAft>
                <a:spcPts val="200"/>
              </a:spcAft>
              <a:buClr>
                <a:srgbClr val="182D52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</a:rPr>
              <a:t>Dolorinr eprehend eritinvol upt ate Velitess ecillumdol, </a:t>
            </a:r>
          </a:p>
          <a:p>
            <a:pPr marL="114300" indent="-114300">
              <a:spcBef>
                <a:spcPts val="200"/>
              </a:spcBef>
              <a:spcAft>
                <a:spcPts val="200"/>
              </a:spcAft>
              <a:buClr>
                <a:srgbClr val="182D52"/>
              </a:buClr>
              <a:buFont typeface="Arial" panose="020B0604020202020204" pitchFamily="34" charset="0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</a:rPr>
              <a:t>Oreeufugia tnullapa riaturexce, pteursintocc aecatc upidatatno, npr oidentsunt incul paquioff iciade seruntmo llitanimid est la bo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C5D59A-EE34-8FBD-5FBA-D3047724F22A}"/>
              </a:ext>
            </a:extLst>
          </p:cNvPr>
          <p:cNvSpPr txBox="1"/>
          <p:nvPr/>
        </p:nvSpPr>
        <p:spPr>
          <a:xfrm>
            <a:off x="4278272" y="5290633"/>
            <a:ext cx="2860675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Rum curabit urnonnul la sitametn is: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E62D76-AA0D-06EB-B1A0-914E9F8E5160}"/>
              </a:ext>
            </a:extLst>
          </p:cNvPr>
          <p:cNvSpPr txBox="1"/>
          <p:nvPr/>
        </p:nvSpPr>
        <p:spPr>
          <a:xfrm>
            <a:off x="4278272" y="5497309"/>
            <a:ext cx="3289683" cy="87203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177800" indent="-177800" defTabSz="457200">
              <a:spcBef>
                <a:spcPts val="200"/>
              </a:spcBef>
              <a:spcAft>
                <a:spcPts val="200"/>
              </a:spcAft>
              <a:buClr>
                <a:srgbClr val="43515C"/>
              </a:buClr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>
                <a:tab pos="177800" algn="l"/>
              </a:tabLst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$75L+ 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tempus C&amp;O nvalli </a:t>
            </a:r>
            <a:endParaRPr 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7800" indent="-177800" defTabSz="457200">
              <a:spcBef>
                <a:spcPts val="200"/>
              </a:spcBef>
              <a:spcAft>
                <a:spcPts val="200"/>
              </a:spcAft>
              <a:buClr>
                <a:srgbClr val="43515C"/>
              </a:buClr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>
                <a:tab pos="177800" algn="l"/>
              </a:tabLst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Squisa CLE, ctuspellente squeinips umido </a:t>
            </a:r>
          </a:p>
          <a:p>
            <a:pPr marL="177800" indent="-177800" defTabSz="457200">
              <a:spcBef>
                <a:spcPts val="200"/>
              </a:spcBef>
              <a:spcAft>
                <a:spcPts val="200"/>
              </a:spcAft>
              <a:buClr>
                <a:srgbClr val="43515C"/>
              </a:buClr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>
                <a:tab pos="177800" algn="l"/>
              </a:tabLst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Rcipor tadapibu svivamus suscipittort</a:t>
            </a:r>
            <a:endParaRPr lang="en-AE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0685AA-B964-D145-0BF6-6CA9D6722D6D}"/>
              </a:ext>
            </a:extLst>
          </p:cNvPr>
          <p:cNvSpPr txBox="1"/>
          <p:nvPr/>
        </p:nvSpPr>
        <p:spPr>
          <a:xfrm>
            <a:off x="8134620" y="4764796"/>
            <a:ext cx="3492768" cy="4197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</a:rPr>
              <a:t>Ore getfelis po rt ti TOR’v olu tpatcr as u ltri-cies ligulas edm agnadictu, mpo rtalore mipsumdolor.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0952C5-D3B4-904E-BC2D-68374C99BBFB}"/>
              </a:ext>
            </a:extLst>
          </p:cNvPr>
          <p:cNvSpPr txBox="1"/>
          <p:nvPr/>
        </p:nvSpPr>
        <p:spPr>
          <a:xfrm>
            <a:off x="8134619" y="5155648"/>
            <a:ext cx="3653934" cy="132343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177800" indent="-177800" defTabSz="457200">
              <a:buClr>
                <a:srgbClr val="43515C"/>
              </a:buClr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>
                <a:tab pos="177800" algn="l"/>
              </a:tabLst>
              <a:defRPr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Sitametco n sectet-uradi, pisci ngelitsed doeiu smod temporincid IDU’n tutla</a:t>
            </a:r>
          </a:p>
          <a:p>
            <a:pPr marL="177800" indent="-177800" defTabSz="457200">
              <a:buClr>
                <a:srgbClr val="43515C"/>
              </a:buClr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>
                <a:tab pos="177800" algn="l"/>
              </a:tabLst>
              <a:defRPr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Boreetd olor emagnaaliqu autenimadmi nim VEN</a:t>
            </a:r>
          </a:p>
          <a:p>
            <a:pPr marL="177800" indent="-177800" defTabSz="457200">
              <a:buClr>
                <a:srgbClr val="43515C"/>
              </a:buClr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>
                <a:tab pos="177800" algn="l"/>
              </a:tabLst>
              <a:defRPr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Iamqu isnostrudexe rci tationull amc olabo risnisiut aliqu ipexeaco mm odoc ONS’e quatdu isaut.</a:t>
            </a:r>
          </a:p>
          <a:p>
            <a:pPr marL="177800" indent="-177800" defTabSz="457200">
              <a:buClr>
                <a:srgbClr val="43515C"/>
              </a:buClr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>
                <a:tab pos="177800" algn="l"/>
              </a:tabLst>
              <a:defRPr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Eiruredolo RIN’r </a:t>
            </a: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$100EP+ </a:t>
            </a: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RE&amp;H enderit invo lup TA’23  </a:t>
            </a:r>
            <a:endParaRPr lang="en-AE" sz="10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2AE2E8-7F19-BF17-AC32-722D359AE32D}"/>
              </a:ext>
            </a:extLst>
          </p:cNvPr>
          <p:cNvSpPr txBox="1"/>
          <p:nvPr/>
        </p:nvSpPr>
        <p:spPr>
          <a:xfrm>
            <a:off x="8689469" y="3470291"/>
            <a:ext cx="218341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Tevelites Secil Lumdoloree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969DE52-1F1E-C45D-B2A1-539CC9F91556}"/>
              </a:ext>
            </a:extLst>
          </p:cNvPr>
          <p:cNvSpPr txBox="1"/>
          <p:nvPr/>
        </p:nvSpPr>
        <p:spPr>
          <a:xfrm>
            <a:off x="8689469" y="3773923"/>
            <a:ext cx="2324675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1100" i="1">
                <a:solidFill>
                  <a:srgbClr val="2831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Ufugiatnu Lla Pariatur Excepteursi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21094B4-7CB9-E63A-922F-4732A6EAE615}"/>
              </a:ext>
            </a:extLst>
          </p:cNvPr>
          <p:cNvCxnSpPr>
            <a:cxnSpLocks/>
          </p:cNvCxnSpPr>
          <p:nvPr/>
        </p:nvCxnSpPr>
        <p:spPr bwMode="auto">
          <a:xfrm>
            <a:off x="8649466" y="3760606"/>
            <a:ext cx="2906066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AEF4A0F-DA2B-C064-5695-0A38C158F864}"/>
              </a:ext>
            </a:extLst>
          </p:cNvPr>
          <p:cNvSpPr txBox="1"/>
          <p:nvPr/>
        </p:nvSpPr>
        <p:spPr>
          <a:xfrm>
            <a:off x="8689469" y="4097525"/>
            <a:ext cx="213212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Ntoccaeca Tcup Idatatnon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946CAA-ACFC-9F26-5EB3-BD238C987D39}"/>
              </a:ext>
            </a:extLst>
          </p:cNvPr>
          <p:cNvSpPr txBox="1"/>
          <p:nvPr/>
        </p:nvSpPr>
        <p:spPr>
          <a:xfrm>
            <a:off x="8689469" y="4370569"/>
            <a:ext cx="2906066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1100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 DE&amp;N Tsunt; Inculpaquio ffi ciadeser untmo llitanim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C61F676-C536-DC37-7B65-9601DA672E29}"/>
              </a:ext>
            </a:extLst>
          </p:cNvPr>
          <p:cNvGrpSpPr/>
          <p:nvPr/>
        </p:nvGrpSpPr>
        <p:grpSpPr>
          <a:xfrm>
            <a:off x="4157587" y="3428562"/>
            <a:ext cx="3876116" cy="487600"/>
            <a:chOff x="4157587" y="3339373"/>
            <a:chExt cx="3876116" cy="487600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2F01E548-4717-7F10-7CE8-83F16B212CA6}"/>
                </a:ext>
              </a:extLst>
            </p:cNvPr>
            <p:cNvSpPr/>
            <p:nvPr/>
          </p:nvSpPr>
          <p:spPr bwMode="auto">
            <a:xfrm flipH="1">
              <a:off x="4157587" y="3339373"/>
              <a:ext cx="3876116" cy="487600"/>
            </a:xfrm>
            <a:prstGeom prst="roundRect">
              <a:avLst>
                <a:gd name="adj" fmla="val 10229"/>
              </a:avLst>
            </a:prstGeom>
            <a:solidFill>
              <a:srgbClr val="459FED"/>
            </a:solidFill>
            <a:ln w="63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0070C0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>
                <a:defRPr/>
              </a:pPr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3D02707-CFF4-8118-5175-40F36CCF271F}"/>
                </a:ext>
              </a:extLst>
            </p:cNvPr>
            <p:cNvSpPr txBox="1"/>
            <p:nvPr/>
          </p:nvSpPr>
          <p:spPr>
            <a:xfrm>
              <a:off x="4439582" y="3572452"/>
              <a:ext cx="33121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i="1">
                  <a:solidFill>
                    <a:schemeClr val="bg1"/>
                  </a:solidFill>
                  <a:latin typeface="Arial" panose="020B0604020202020204" pitchFamily="34" charset="0"/>
                  <a:cs typeface="Arial"/>
                </a:rPr>
                <a:t>Idestlab Orumcurab, Iturno Nnullasita, Metni Sltempusc</a:t>
              </a:r>
              <a:endParaRPr lang="en-US" sz="1100" i="1">
                <a:solidFill>
                  <a:schemeClr val="bg1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DC611DF-C1C7-7B00-8439-F9902DC7BBA2}"/>
                </a:ext>
              </a:extLst>
            </p:cNvPr>
            <p:cNvSpPr txBox="1"/>
            <p:nvPr/>
          </p:nvSpPr>
          <p:spPr>
            <a:xfrm>
              <a:off x="5198605" y="3346288"/>
              <a:ext cx="179408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1">
                  <a:solidFill>
                    <a:schemeClr val="bg1"/>
                  </a:solidFill>
                  <a:latin typeface="Arial" panose="020B0604020202020204" pitchFamily="34" charset="0"/>
                  <a:cs typeface="Arial"/>
                </a:rPr>
                <a:t>Onval-lis Quisacle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8D59996-762E-A9CB-7E5A-BA830BADB8F1}"/>
              </a:ext>
            </a:extLst>
          </p:cNvPr>
          <p:cNvGrpSpPr/>
          <p:nvPr/>
        </p:nvGrpSpPr>
        <p:grpSpPr>
          <a:xfrm>
            <a:off x="226205" y="3879211"/>
            <a:ext cx="3876116" cy="487600"/>
            <a:chOff x="226205" y="3812037"/>
            <a:chExt cx="3876116" cy="487600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9309DC75-9600-5617-D999-70E1243858F6}"/>
                </a:ext>
              </a:extLst>
            </p:cNvPr>
            <p:cNvSpPr/>
            <p:nvPr/>
          </p:nvSpPr>
          <p:spPr bwMode="auto">
            <a:xfrm flipH="1">
              <a:off x="226205" y="3812037"/>
              <a:ext cx="3876116" cy="487600"/>
            </a:xfrm>
            <a:prstGeom prst="roundRect">
              <a:avLst>
                <a:gd name="adj" fmla="val 10229"/>
              </a:avLst>
            </a:prstGeom>
            <a:solidFill>
              <a:srgbClr val="DFE3E6"/>
            </a:solidFill>
            <a:ln w="6350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A2ABB0">
                        <a:alpha val="3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>
                <a:defRPr/>
              </a:pPr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D06C9E2-5B67-11F0-4698-F97DED6892C3}"/>
                </a:ext>
              </a:extLst>
            </p:cNvPr>
            <p:cNvSpPr txBox="1"/>
            <p:nvPr/>
          </p:nvSpPr>
          <p:spPr>
            <a:xfrm>
              <a:off x="1519695" y="4045116"/>
              <a:ext cx="128913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i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/>
                </a:rPr>
                <a:t>Ctuspell Entesquei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91F498C-A302-B61B-93D4-6AC590387CC8}"/>
                </a:ext>
              </a:extLst>
            </p:cNvPr>
            <p:cNvSpPr txBox="1"/>
            <p:nvPr/>
          </p:nvSpPr>
          <p:spPr>
            <a:xfrm>
              <a:off x="906677" y="3818952"/>
              <a:ext cx="2515176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/>
                </a:rPr>
                <a:t>Nipsumid Orciport Adapibu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4AA9491-5E92-FC6B-CEF6-1E3744D493FE}"/>
              </a:ext>
            </a:extLst>
          </p:cNvPr>
          <p:cNvGrpSpPr/>
          <p:nvPr/>
        </p:nvGrpSpPr>
        <p:grpSpPr>
          <a:xfrm>
            <a:off x="8083807" y="2977913"/>
            <a:ext cx="3876116" cy="487600"/>
            <a:chOff x="8083807" y="2859939"/>
            <a:chExt cx="3876116" cy="487600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3F49F690-D69E-B9DD-F8E2-006C142B9F12}"/>
                </a:ext>
              </a:extLst>
            </p:cNvPr>
            <p:cNvSpPr/>
            <p:nvPr/>
          </p:nvSpPr>
          <p:spPr bwMode="auto">
            <a:xfrm flipH="1">
              <a:off x="8083807" y="2859939"/>
              <a:ext cx="3876116" cy="487600"/>
            </a:xfrm>
            <a:prstGeom prst="roundRect">
              <a:avLst>
                <a:gd name="adj" fmla="val 10229"/>
              </a:avLst>
            </a:prstGeom>
            <a:solidFill>
              <a:srgbClr val="17B28A"/>
            </a:solidFill>
            <a:ln w="63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018172">
                        <a:alpha val="3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>
                <a:defRPr/>
              </a:pPr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58CE763-D285-2BEA-54EE-A6318ABB2665}"/>
                </a:ext>
              </a:extLst>
            </p:cNvPr>
            <p:cNvSpPr txBox="1"/>
            <p:nvPr/>
          </p:nvSpPr>
          <p:spPr>
            <a:xfrm>
              <a:off x="8192679" y="2949851"/>
              <a:ext cx="365837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1">
                  <a:solidFill>
                    <a:schemeClr val="bg1"/>
                  </a:solidFill>
                  <a:latin typeface="Arial" panose="020B0604020202020204" pitchFamily="34" charset="0"/>
                  <a:cs typeface="Arial"/>
                </a:rPr>
                <a:t>Svivam Ussus – Cipittort Oregetf Elispor</a:t>
              </a:r>
            </a:p>
          </p:txBody>
        </p:sp>
      </p:grpSp>
      <p:sp>
        <p:nvSpPr>
          <p:cNvPr id="87" name="Oval 86">
            <a:extLst>
              <a:ext uri="{FF2B5EF4-FFF2-40B4-BE49-F238E27FC236}">
                <a16:creationId xmlns:a16="http://schemas.microsoft.com/office/drawing/2014/main" id="{350BE627-FD0D-7944-ADEA-60B90D8BBBFE}"/>
              </a:ext>
            </a:extLst>
          </p:cNvPr>
          <p:cNvSpPr/>
          <p:nvPr/>
        </p:nvSpPr>
        <p:spPr>
          <a:xfrm>
            <a:off x="8219877" y="3541737"/>
            <a:ext cx="437739" cy="437739"/>
          </a:xfrm>
          <a:prstGeom prst="ellipse">
            <a:avLst/>
          </a:prstGeom>
          <a:solidFill>
            <a:srgbClr val="D1F3E5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93CDBB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B4B9E3F-C5C1-5146-8792-06272C62F1D2}"/>
              </a:ext>
            </a:extLst>
          </p:cNvPr>
          <p:cNvCxnSpPr>
            <a:cxnSpLocks/>
          </p:cNvCxnSpPr>
          <p:nvPr/>
        </p:nvCxnSpPr>
        <p:spPr bwMode="auto">
          <a:xfrm>
            <a:off x="8649466" y="4375712"/>
            <a:ext cx="2906066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BB9559B1-1008-D1A1-7A11-F3D76318D184}"/>
              </a:ext>
            </a:extLst>
          </p:cNvPr>
          <p:cNvSpPr/>
          <p:nvPr/>
        </p:nvSpPr>
        <p:spPr>
          <a:xfrm>
            <a:off x="8219877" y="4156843"/>
            <a:ext cx="437739" cy="437739"/>
          </a:xfrm>
          <a:prstGeom prst="ellipse">
            <a:avLst/>
          </a:prstGeom>
          <a:solidFill>
            <a:srgbClr val="D1F3E5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93CDBB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75D1A67-BAFB-CBC2-ECC7-5A3F17CB2D09}"/>
              </a:ext>
            </a:extLst>
          </p:cNvPr>
          <p:cNvSpPr txBox="1"/>
          <p:nvPr/>
        </p:nvSpPr>
        <p:spPr>
          <a:xfrm>
            <a:off x="365277" y="5755907"/>
            <a:ext cx="1928733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177800" indent="-177800" defTabSz="457200">
              <a:spcBef>
                <a:spcPts val="200"/>
              </a:spcBef>
              <a:spcAft>
                <a:spcPts val="200"/>
              </a:spcAft>
              <a:buClr>
                <a:srgbClr val="43515C"/>
              </a:buClr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>
                <a:tab pos="177800" algn="l"/>
              </a:tabLst>
              <a:defRPr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Ttitorvo lutpatc ra</a:t>
            </a:r>
            <a:b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$ 28 – 30 SU</a:t>
            </a:r>
          </a:p>
        </p:txBody>
      </p:sp>
      <p:sp>
        <p:nvSpPr>
          <p:cNvPr id="91" name="Freeform 141">
            <a:extLst>
              <a:ext uri="{FF2B5EF4-FFF2-40B4-BE49-F238E27FC236}">
                <a16:creationId xmlns:a16="http://schemas.microsoft.com/office/drawing/2014/main" id="{83A135BE-D857-9619-3EAD-AD4A2467724F}"/>
              </a:ext>
            </a:extLst>
          </p:cNvPr>
          <p:cNvSpPr>
            <a:spLocks noEditPoints="1"/>
          </p:cNvSpPr>
          <p:nvPr/>
        </p:nvSpPr>
        <p:spPr bwMode="auto">
          <a:xfrm>
            <a:off x="8308040" y="3612422"/>
            <a:ext cx="261413" cy="296369"/>
          </a:xfrm>
          <a:custGeom>
            <a:avLst/>
            <a:gdLst>
              <a:gd name="T0" fmla="*/ 126 w 198"/>
              <a:gd name="T1" fmla="*/ 124 h 226"/>
              <a:gd name="T2" fmla="*/ 73 w 198"/>
              <a:gd name="T3" fmla="*/ 102 h 226"/>
              <a:gd name="T4" fmla="*/ 91 w 198"/>
              <a:gd name="T5" fmla="*/ 93 h 226"/>
              <a:gd name="T6" fmla="*/ 108 w 198"/>
              <a:gd name="T7" fmla="*/ 133 h 226"/>
              <a:gd name="T8" fmla="*/ 198 w 198"/>
              <a:gd name="T9" fmla="*/ 113 h 226"/>
              <a:gd name="T10" fmla="*/ 107 w 198"/>
              <a:gd name="T11" fmla="*/ 225 h 226"/>
              <a:gd name="T12" fmla="*/ 87 w 198"/>
              <a:gd name="T13" fmla="*/ 206 h 226"/>
              <a:gd name="T14" fmla="*/ 108 w 198"/>
              <a:gd name="T15" fmla="*/ 194 h 226"/>
              <a:gd name="T16" fmla="*/ 191 w 198"/>
              <a:gd name="T17" fmla="*/ 113 h 226"/>
              <a:gd name="T18" fmla="*/ 77 w 198"/>
              <a:gd name="T19" fmla="*/ 178 h 226"/>
              <a:gd name="T20" fmla="*/ 107 w 198"/>
              <a:gd name="T21" fmla="*/ 168 h 226"/>
              <a:gd name="T22" fmla="*/ 130 w 198"/>
              <a:gd name="T23" fmla="*/ 175 h 226"/>
              <a:gd name="T24" fmla="*/ 134 w 198"/>
              <a:gd name="T25" fmla="*/ 157 h 226"/>
              <a:gd name="T26" fmla="*/ 162 w 198"/>
              <a:gd name="T27" fmla="*/ 144 h 226"/>
              <a:gd name="T28" fmla="*/ 155 w 198"/>
              <a:gd name="T29" fmla="*/ 121 h 226"/>
              <a:gd name="T30" fmla="*/ 160 w 198"/>
              <a:gd name="T31" fmla="*/ 103 h 226"/>
              <a:gd name="T32" fmla="*/ 150 w 198"/>
              <a:gd name="T33" fmla="*/ 77 h 226"/>
              <a:gd name="T34" fmla="*/ 133 w 198"/>
              <a:gd name="T35" fmla="*/ 68 h 226"/>
              <a:gd name="T36" fmla="*/ 122 w 198"/>
              <a:gd name="T37" fmla="*/ 47 h 226"/>
              <a:gd name="T38" fmla="*/ 92 w 198"/>
              <a:gd name="T39" fmla="*/ 57 h 226"/>
              <a:gd name="T40" fmla="*/ 69 w 198"/>
              <a:gd name="T41" fmla="*/ 51 h 226"/>
              <a:gd name="T42" fmla="*/ 65 w 198"/>
              <a:gd name="T43" fmla="*/ 68 h 226"/>
              <a:gd name="T44" fmla="*/ 37 w 198"/>
              <a:gd name="T45" fmla="*/ 82 h 226"/>
              <a:gd name="T46" fmla="*/ 44 w 198"/>
              <a:gd name="T47" fmla="*/ 105 h 226"/>
              <a:gd name="T48" fmla="*/ 39 w 198"/>
              <a:gd name="T49" fmla="*/ 123 h 226"/>
              <a:gd name="T50" fmla="*/ 49 w 198"/>
              <a:gd name="T51" fmla="*/ 149 h 226"/>
              <a:gd name="T52" fmla="*/ 66 w 198"/>
              <a:gd name="T53" fmla="*/ 158 h 226"/>
              <a:gd name="T54" fmla="*/ 54 w 198"/>
              <a:gd name="T55" fmla="*/ 138 h 226"/>
              <a:gd name="T56" fmla="*/ 40 w 198"/>
              <a:gd name="T57" fmla="*/ 130 h 226"/>
              <a:gd name="T58" fmla="*/ 51 w 198"/>
              <a:gd name="T59" fmla="*/ 103 h 226"/>
              <a:gd name="T60" fmla="*/ 40 w 198"/>
              <a:gd name="T61" fmla="*/ 93 h 226"/>
              <a:gd name="T62" fmla="*/ 54 w 198"/>
              <a:gd name="T63" fmla="*/ 87 h 226"/>
              <a:gd name="T64" fmla="*/ 70 w 198"/>
              <a:gd name="T65" fmla="*/ 60 h 226"/>
              <a:gd name="T66" fmla="*/ 83 w 198"/>
              <a:gd name="T67" fmla="*/ 55 h 226"/>
              <a:gd name="T68" fmla="*/ 113 w 198"/>
              <a:gd name="T69" fmla="*/ 63 h 226"/>
              <a:gd name="T70" fmla="*/ 128 w 198"/>
              <a:gd name="T71" fmla="*/ 57 h 226"/>
              <a:gd name="T72" fmla="*/ 127 w 198"/>
              <a:gd name="T73" fmla="*/ 72 h 226"/>
              <a:gd name="T74" fmla="*/ 155 w 198"/>
              <a:gd name="T75" fmla="*/ 85 h 226"/>
              <a:gd name="T76" fmla="*/ 147 w 198"/>
              <a:gd name="T77" fmla="*/ 103 h 226"/>
              <a:gd name="T78" fmla="*/ 159 w 198"/>
              <a:gd name="T79" fmla="*/ 131 h 226"/>
              <a:gd name="T80" fmla="*/ 153 w 198"/>
              <a:gd name="T81" fmla="*/ 142 h 226"/>
              <a:gd name="T82" fmla="*/ 125 w 198"/>
              <a:gd name="T83" fmla="*/ 158 h 226"/>
              <a:gd name="T84" fmla="*/ 119 w 198"/>
              <a:gd name="T85" fmla="*/ 172 h 226"/>
              <a:gd name="T86" fmla="*/ 109 w 198"/>
              <a:gd name="T87" fmla="*/ 161 h 226"/>
              <a:gd name="T88" fmla="*/ 81 w 198"/>
              <a:gd name="T89" fmla="*/ 172 h 226"/>
              <a:gd name="T90" fmla="*/ 70 w 198"/>
              <a:gd name="T91" fmla="*/ 166 h 226"/>
              <a:gd name="T92" fmla="*/ 0 w 198"/>
              <a:gd name="T93" fmla="*/ 113 h 226"/>
              <a:gd name="T94" fmla="*/ 92 w 198"/>
              <a:gd name="T95" fmla="*/ 1 h 226"/>
              <a:gd name="T96" fmla="*/ 112 w 198"/>
              <a:gd name="T97" fmla="*/ 20 h 226"/>
              <a:gd name="T98" fmla="*/ 92 w 198"/>
              <a:gd name="T99" fmla="*/ 29 h 226"/>
              <a:gd name="T100" fmla="*/ 4 w 198"/>
              <a:gd name="T101" fmla="*/ 116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98" h="226">
                <a:moveTo>
                  <a:pt x="99" y="141"/>
                </a:moveTo>
                <a:cubicBezTo>
                  <a:pt x="103" y="141"/>
                  <a:pt x="107" y="141"/>
                  <a:pt x="110" y="139"/>
                </a:cubicBezTo>
                <a:cubicBezTo>
                  <a:pt x="110" y="139"/>
                  <a:pt x="110" y="139"/>
                  <a:pt x="110" y="139"/>
                </a:cubicBezTo>
                <a:cubicBezTo>
                  <a:pt x="117" y="136"/>
                  <a:pt x="123" y="131"/>
                  <a:pt x="126" y="124"/>
                </a:cubicBezTo>
                <a:cubicBezTo>
                  <a:pt x="129" y="117"/>
                  <a:pt x="129" y="109"/>
                  <a:pt x="126" y="102"/>
                </a:cubicBezTo>
                <a:cubicBezTo>
                  <a:pt x="121" y="91"/>
                  <a:pt x="111" y="84"/>
                  <a:pt x="99" y="84"/>
                </a:cubicBezTo>
                <a:cubicBezTo>
                  <a:pt x="96" y="84"/>
                  <a:pt x="92" y="85"/>
                  <a:pt x="89" y="86"/>
                </a:cubicBezTo>
                <a:cubicBezTo>
                  <a:pt x="81" y="89"/>
                  <a:pt x="76" y="95"/>
                  <a:pt x="73" y="102"/>
                </a:cubicBezTo>
                <a:cubicBezTo>
                  <a:pt x="70" y="109"/>
                  <a:pt x="70" y="117"/>
                  <a:pt x="73" y="124"/>
                </a:cubicBezTo>
                <a:cubicBezTo>
                  <a:pt x="78" y="134"/>
                  <a:pt x="88" y="141"/>
                  <a:pt x="99" y="141"/>
                </a:cubicBezTo>
                <a:close/>
                <a:moveTo>
                  <a:pt x="80" y="105"/>
                </a:moveTo>
                <a:cubicBezTo>
                  <a:pt x="82" y="99"/>
                  <a:pt x="86" y="95"/>
                  <a:pt x="91" y="93"/>
                </a:cubicBezTo>
                <a:cubicBezTo>
                  <a:pt x="94" y="92"/>
                  <a:pt x="97" y="91"/>
                  <a:pt x="99" y="91"/>
                </a:cubicBezTo>
                <a:cubicBezTo>
                  <a:pt x="108" y="91"/>
                  <a:pt x="116" y="97"/>
                  <a:pt x="119" y="105"/>
                </a:cubicBezTo>
                <a:cubicBezTo>
                  <a:pt x="121" y="110"/>
                  <a:pt x="121" y="116"/>
                  <a:pt x="119" y="121"/>
                </a:cubicBezTo>
                <a:cubicBezTo>
                  <a:pt x="117" y="126"/>
                  <a:pt x="113" y="130"/>
                  <a:pt x="108" y="133"/>
                </a:cubicBezTo>
                <a:cubicBezTo>
                  <a:pt x="105" y="134"/>
                  <a:pt x="102" y="134"/>
                  <a:pt x="99" y="134"/>
                </a:cubicBezTo>
                <a:cubicBezTo>
                  <a:pt x="91" y="134"/>
                  <a:pt x="83" y="129"/>
                  <a:pt x="80" y="121"/>
                </a:cubicBezTo>
                <a:cubicBezTo>
                  <a:pt x="78" y="116"/>
                  <a:pt x="78" y="110"/>
                  <a:pt x="80" y="105"/>
                </a:cubicBezTo>
                <a:close/>
                <a:moveTo>
                  <a:pt x="198" y="113"/>
                </a:moveTo>
                <a:cubicBezTo>
                  <a:pt x="198" y="167"/>
                  <a:pt x="155" y="211"/>
                  <a:pt x="101" y="212"/>
                </a:cubicBezTo>
                <a:cubicBezTo>
                  <a:pt x="99" y="212"/>
                  <a:pt x="99" y="212"/>
                  <a:pt x="99" y="212"/>
                </a:cubicBezTo>
                <a:cubicBezTo>
                  <a:pt x="107" y="220"/>
                  <a:pt x="107" y="220"/>
                  <a:pt x="107" y="220"/>
                </a:cubicBezTo>
                <a:cubicBezTo>
                  <a:pt x="108" y="221"/>
                  <a:pt x="108" y="223"/>
                  <a:pt x="107" y="225"/>
                </a:cubicBezTo>
                <a:cubicBezTo>
                  <a:pt x="105" y="226"/>
                  <a:pt x="103" y="226"/>
                  <a:pt x="101" y="225"/>
                </a:cubicBezTo>
                <a:cubicBezTo>
                  <a:pt x="87" y="211"/>
                  <a:pt x="87" y="211"/>
                  <a:pt x="87" y="211"/>
                </a:cubicBezTo>
                <a:cubicBezTo>
                  <a:pt x="87" y="210"/>
                  <a:pt x="86" y="209"/>
                  <a:pt x="86" y="208"/>
                </a:cubicBezTo>
                <a:cubicBezTo>
                  <a:pt x="86" y="207"/>
                  <a:pt x="87" y="206"/>
                  <a:pt x="87" y="206"/>
                </a:cubicBezTo>
                <a:cubicBezTo>
                  <a:pt x="101" y="191"/>
                  <a:pt x="101" y="191"/>
                  <a:pt x="101" y="191"/>
                </a:cubicBezTo>
                <a:cubicBezTo>
                  <a:pt x="102" y="191"/>
                  <a:pt x="103" y="190"/>
                  <a:pt x="104" y="190"/>
                </a:cubicBezTo>
                <a:cubicBezTo>
                  <a:pt x="105" y="190"/>
                  <a:pt x="106" y="191"/>
                  <a:pt x="107" y="191"/>
                </a:cubicBezTo>
                <a:cubicBezTo>
                  <a:pt x="107" y="192"/>
                  <a:pt x="108" y="193"/>
                  <a:pt x="108" y="194"/>
                </a:cubicBezTo>
                <a:cubicBezTo>
                  <a:pt x="108" y="195"/>
                  <a:pt x="107" y="196"/>
                  <a:pt x="107" y="197"/>
                </a:cubicBezTo>
                <a:cubicBezTo>
                  <a:pt x="98" y="205"/>
                  <a:pt x="98" y="205"/>
                  <a:pt x="98" y="205"/>
                </a:cubicBezTo>
                <a:cubicBezTo>
                  <a:pt x="101" y="204"/>
                  <a:pt x="101" y="204"/>
                  <a:pt x="101" y="204"/>
                </a:cubicBezTo>
                <a:cubicBezTo>
                  <a:pt x="151" y="204"/>
                  <a:pt x="191" y="163"/>
                  <a:pt x="191" y="113"/>
                </a:cubicBezTo>
                <a:cubicBezTo>
                  <a:pt x="191" y="111"/>
                  <a:pt x="193" y="109"/>
                  <a:pt x="195" y="109"/>
                </a:cubicBezTo>
                <a:cubicBezTo>
                  <a:pt x="197" y="109"/>
                  <a:pt x="198" y="111"/>
                  <a:pt x="198" y="113"/>
                </a:cubicBezTo>
                <a:close/>
                <a:moveTo>
                  <a:pt x="69" y="175"/>
                </a:moveTo>
                <a:cubicBezTo>
                  <a:pt x="77" y="178"/>
                  <a:pt x="77" y="178"/>
                  <a:pt x="77" y="178"/>
                </a:cubicBezTo>
                <a:cubicBezTo>
                  <a:pt x="82" y="180"/>
                  <a:pt x="87" y="178"/>
                  <a:pt x="89" y="173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7" y="169"/>
                  <a:pt x="102" y="169"/>
                  <a:pt x="107" y="168"/>
                </a:cubicBezTo>
                <a:cubicBezTo>
                  <a:pt x="107" y="168"/>
                  <a:pt x="107" y="168"/>
                  <a:pt x="107" y="168"/>
                </a:cubicBezTo>
                <a:cubicBezTo>
                  <a:pt x="110" y="173"/>
                  <a:pt x="110" y="173"/>
                  <a:pt x="110" y="173"/>
                </a:cubicBezTo>
                <a:cubicBezTo>
                  <a:pt x="112" y="178"/>
                  <a:pt x="117" y="180"/>
                  <a:pt x="122" y="178"/>
                </a:cubicBezTo>
                <a:cubicBezTo>
                  <a:pt x="130" y="175"/>
                  <a:pt x="130" y="175"/>
                  <a:pt x="130" y="175"/>
                </a:cubicBezTo>
                <a:cubicBezTo>
                  <a:pt x="133" y="174"/>
                  <a:pt x="134" y="172"/>
                  <a:pt x="135" y="170"/>
                </a:cubicBezTo>
                <a:cubicBezTo>
                  <a:pt x="136" y="168"/>
                  <a:pt x="136" y="165"/>
                  <a:pt x="135" y="163"/>
                </a:cubicBezTo>
                <a:cubicBezTo>
                  <a:pt x="133" y="158"/>
                  <a:pt x="133" y="158"/>
                  <a:pt x="133" y="158"/>
                </a:cubicBezTo>
                <a:cubicBezTo>
                  <a:pt x="134" y="157"/>
                  <a:pt x="134" y="157"/>
                  <a:pt x="134" y="157"/>
                </a:cubicBezTo>
                <a:cubicBezTo>
                  <a:pt x="138" y="154"/>
                  <a:pt x="141" y="151"/>
                  <a:pt x="144" y="147"/>
                </a:cubicBezTo>
                <a:cubicBezTo>
                  <a:pt x="144" y="146"/>
                  <a:pt x="144" y="146"/>
                  <a:pt x="144" y="146"/>
                </a:cubicBezTo>
                <a:cubicBezTo>
                  <a:pt x="150" y="148"/>
                  <a:pt x="150" y="148"/>
                  <a:pt x="150" y="148"/>
                </a:cubicBezTo>
                <a:cubicBezTo>
                  <a:pt x="155" y="150"/>
                  <a:pt x="160" y="148"/>
                  <a:pt x="162" y="144"/>
                </a:cubicBezTo>
                <a:cubicBezTo>
                  <a:pt x="165" y="135"/>
                  <a:pt x="165" y="135"/>
                  <a:pt x="165" y="135"/>
                </a:cubicBezTo>
                <a:cubicBezTo>
                  <a:pt x="166" y="133"/>
                  <a:pt x="166" y="130"/>
                  <a:pt x="165" y="128"/>
                </a:cubicBezTo>
                <a:cubicBezTo>
                  <a:pt x="164" y="126"/>
                  <a:pt x="163" y="124"/>
                  <a:pt x="160" y="123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5" y="120"/>
                  <a:pt x="155" y="120"/>
                  <a:pt x="155" y="120"/>
                </a:cubicBezTo>
                <a:cubicBezTo>
                  <a:pt x="156" y="115"/>
                  <a:pt x="156" y="110"/>
                  <a:pt x="155" y="105"/>
                </a:cubicBezTo>
                <a:cubicBezTo>
                  <a:pt x="155" y="105"/>
                  <a:pt x="155" y="105"/>
                  <a:pt x="155" y="105"/>
                </a:cubicBezTo>
                <a:cubicBezTo>
                  <a:pt x="160" y="103"/>
                  <a:pt x="160" y="103"/>
                  <a:pt x="160" y="103"/>
                </a:cubicBezTo>
                <a:cubicBezTo>
                  <a:pt x="163" y="102"/>
                  <a:pt x="164" y="100"/>
                  <a:pt x="165" y="98"/>
                </a:cubicBezTo>
                <a:cubicBezTo>
                  <a:pt x="166" y="95"/>
                  <a:pt x="166" y="93"/>
                  <a:pt x="165" y="91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160" y="77"/>
                  <a:pt x="155" y="75"/>
                  <a:pt x="150" y="77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1" y="75"/>
                  <a:pt x="137" y="71"/>
                  <a:pt x="134" y="68"/>
                </a:cubicBezTo>
                <a:cubicBezTo>
                  <a:pt x="133" y="68"/>
                  <a:pt x="133" y="68"/>
                  <a:pt x="133" y="68"/>
                </a:cubicBezTo>
                <a:cubicBezTo>
                  <a:pt x="135" y="63"/>
                  <a:pt x="135" y="63"/>
                  <a:pt x="135" y="63"/>
                </a:cubicBezTo>
                <a:cubicBezTo>
                  <a:pt x="136" y="60"/>
                  <a:pt x="136" y="58"/>
                  <a:pt x="135" y="56"/>
                </a:cubicBezTo>
                <a:cubicBezTo>
                  <a:pt x="134" y="53"/>
                  <a:pt x="133" y="52"/>
                  <a:pt x="130" y="51"/>
                </a:cubicBezTo>
                <a:cubicBezTo>
                  <a:pt x="122" y="47"/>
                  <a:pt x="122" y="47"/>
                  <a:pt x="122" y="47"/>
                </a:cubicBezTo>
                <a:cubicBezTo>
                  <a:pt x="117" y="45"/>
                  <a:pt x="112" y="47"/>
                  <a:pt x="110" y="52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2" y="57"/>
                  <a:pt x="97" y="57"/>
                  <a:pt x="92" y="57"/>
                </a:cubicBezTo>
                <a:cubicBezTo>
                  <a:pt x="92" y="57"/>
                  <a:pt x="92" y="57"/>
                  <a:pt x="92" y="57"/>
                </a:cubicBezTo>
                <a:cubicBezTo>
                  <a:pt x="89" y="52"/>
                  <a:pt x="89" y="52"/>
                  <a:pt x="89" y="52"/>
                </a:cubicBezTo>
                <a:cubicBezTo>
                  <a:pt x="87" y="47"/>
                  <a:pt x="82" y="45"/>
                  <a:pt x="77" y="47"/>
                </a:cubicBezTo>
                <a:cubicBezTo>
                  <a:pt x="69" y="51"/>
                  <a:pt x="69" y="51"/>
                  <a:pt x="69" y="51"/>
                </a:cubicBezTo>
                <a:cubicBezTo>
                  <a:pt x="66" y="51"/>
                  <a:pt x="65" y="53"/>
                  <a:pt x="64" y="56"/>
                </a:cubicBezTo>
                <a:cubicBezTo>
                  <a:pt x="63" y="58"/>
                  <a:pt x="63" y="60"/>
                  <a:pt x="64" y="63"/>
                </a:cubicBezTo>
                <a:cubicBezTo>
                  <a:pt x="66" y="68"/>
                  <a:pt x="66" y="68"/>
                  <a:pt x="66" y="68"/>
                </a:cubicBezTo>
                <a:cubicBezTo>
                  <a:pt x="65" y="68"/>
                  <a:pt x="65" y="68"/>
                  <a:pt x="65" y="68"/>
                </a:cubicBezTo>
                <a:cubicBezTo>
                  <a:pt x="61" y="71"/>
                  <a:pt x="58" y="75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49" y="77"/>
                  <a:pt x="49" y="77"/>
                  <a:pt x="49" y="77"/>
                </a:cubicBezTo>
                <a:cubicBezTo>
                  <a:pt x="44" y="75"/>
                  <a:pt x="39" y="77"/>
                  <a:pt x="37" y="82"/>
                </a:cubicBezTo>
                <a:cubicBezTo>
                  <a:pt x="34" y="91"/>
                  <a:pt x="34" y="91"/>
                  <a:pt x="34" y="91"/>
                </a:cubicBezTo>
                <a:cubicBezTo>
                  <a:pt x="33" y="93"/>
                  <a:pt x="33" y="95"/>
                  <a:pt x="34" y="98"/>
                </a:cubicBezTo>
                <a:cubicBezTo>
                  <a:pt x="35" y="100"/>
                  <a:pt x="36" y="102"/>
                  <a:pt x="39" y="103"/>
                </a:cubicBezTo>
                <a:cubicBezTo>
                  <a:pt x="44" y="105"/>
                  <a:pt x="44" y="105"/>
                  <a:pt x="44" y="105"/>
                </a:cubicBezTo>
                <a:cubicBezTo>
                  <a:pt x="44" y="106"/>
                  <a:pt x="44" y="106"/>
                  <a:pt x="44" y="106"/>
                </a:cubicBezTo>
                <a:cubicBezTo>
                  <a:pt x="43" y="110"/>
                  <a:pt x="43" y="115"/>
                  <a:pt x="44" y="120"/>
                </a:cubicBezTo>
                <a:cubicBezTo>
                  <a:pt x="44" y="121"/>
                  <a:pt x="44" y="121"/>
                  <a:pt x="44" y="121"/>
                </a:cubicBezTo>
                <a:cubicBezTo>
                  <a:pt x="39" y="123"/>
                  <a:pt x="39" y="123"/>
                  <a:pt x="39" y="123"/>
                </a:cubicBezTo>
                <a:cubicBezTo>
                  <a:pt x="36" y="124"/>
                  <a:pt x="35" y="126"/>
                  <a:pt x="34" y="128"/>
                </a:cubicBezTo>
                <a:cubicBezTo>
                  <a:pt x="33" y="130"/>
                  <a:pt x="33" y="133"/>
                  <a:pt x="34" y="135"/>
                </a:cubicBezTo>
                <a:cubicBezTo>
                  <a:pt x="37" y="144"/>
                  <a:pt x="37" y="144"/>
                  <a:pt x="37" y="144"/>
                </a:cubicBezTo>
                <a:cubicBezTo>
                  <a:pt x="39" y="148"/>
                  <a:pt x="44" y="150"/>
                  <a:pt x="49" y="149"/>
                </a:cubicBezTo>
                <a:cubicBezTo>
                  <a:pt x="55" y="146"/>
                  <a:pt x="55" y="146"/>
                  <a:pt x="55" y="146"/>
                </a:cubicBezTo>
                <a:cubicBezTo>
                  <a:pt x="55" y="147"/>
                  <a:pt x="55" y="147"/>
                  <a:pt x="55" y="147"/>
                </a:cubicBezTo>
                <a:cubicBezTo>
                  <a:pt x="58" y="151"/>
                  <a:pt x="62" y="154"/>
                  <a:pt x="65" y="157"/>
                </a:cubicBezTo>
                <a:cubicBezTo>
                  <a:pt x="66" y="158"/>
                  <a:pt x="66" y="158"/>
                  <a:pt x="66" y="158"/>
                </a:cubicBezTo>
                <a:cubicBezTo>
                  <a:pt x="64" y="163"/>
                  <a:pt x="64" y="163"/>
                  <a:pt x="64" y="163"/>
                </a:cubicBezTo>
                <a:cubicBezTo>
                  <a:pt x="62" y="168"/>
                  <a:pt x="64" y="173"/>
                  <a:pt x="69" y="175"/>
                </a:cubicBezTo>
                <a:close/>
                <a:moveTo>
                  <a:pt x="59" y="140"/>
                </a:moveTo>
                <a:cubicBezTo>
                  <a:pt x="58" y="138"/>
                  <a:pt x="56" y="138"/>
                  <a:pt x="54" y="138"/>
                </a:cubicBezTo>
                <a:cubicBezTo>
                  <a:pt x="46" y="142"/>
                  <a:pt x="46" y="142"/>
                  <a:pt x="46" y="142"/>
                </a:cubicBezTo>
                <a:cubicBezTo>
                  <a:pt x="45" y="142"/>
                  <a:pt x="44" y="142"/>
                  <a:pt x="44" y="141"/>
                </a:cubicBezTo>
                <a:cubicBezTo>
                  <a:pt x="40" y="132"/>
                  <a:pt x="40" y="132"/>
                  <a:pt x="40" y="132"/>
                </a:cubicBezTo>
                <a:cubicBezTo>
                  <a:pt x="40" y="131"/>
                  <a:pt x="40" y="131"/>
                  <a:pt x="40" y="130"/>
                </a:cubicBezTo>
                <a:cubicBezTo>
                  <a:pt x="40" y="130"/>
                  <a:pt x="41" y="130"/>
                  <a:pt x="41" y="129"/>
                </a:cubicBezTo>
                <a:cubicBezTo>
                  <a:pt x="49" y="126"/>
                  <a:pt x="49" y="126"/>
                  <a:pt x="49" y="126"/>
                </a:cubicBezTo>
                <a:cubicBezTo>
                  <a:pt x="51" y="126"/>
                  <a:pt x="52" y="124"/>
                  <a:pt x="51" y="122"/>
                </a:cubicBezTo>
                <a:cubicBezTo>
                  <a:pt x="50" y="116"/>
                  <a:pt x="50" y="110"/>
                  <a:pt x="51" y="103"/>
                </a:cubicBezTo>
                <a:cubicBezTo>
                  <a:pt x="52" y="101"/>
                  <a:pt x="51" y="100"/>
                  <a:pt x="49" y="99"/>
                </a:cubicBezTo>
                <a:cubicBezTo>
                  <a:pt x="41" y="96"/>
                  <a:pt x="41" y="96"/>
                  <a:pt x="41" y="96"/>
                </a:cubicBezTo>
                <a:cubicBezTo>
                  <a:pt x="41" y="96"/>
                  <a:pt x="40" y="95"/>
                  <a:pt x="40" y="95"/>
                </a:cubicBezTo>
                <a:cubicBezTo>
                  <a:pt x="40" y="94"/>
                  <a:pt x="40" y="94"/>
                  <a:pt x="40" y="93"/>
                </a:cubicBezTo>
                <a:cubicBezTo>
                  <a:pt x="44" y="85"/>
                  <a:pt x="44" y="85"/>
                  <a:pt x="44" y="85"/>
                </a:cubicBezTo>
                <a:cubicBezTo>
                  <a:pt x="44" y="84"/>
                  <a:pt x="45" y="83"/>
                  <a:pt x="46" y="83"/>
                </a:cubicBezTo>
                <a:cubicBezTo>
                  <a:pt x="46" y="83"/>
                  <a:pt x="46" y="83"/>
                  <a:pt x="46" y="83"/>
                </a:cubicBezTo>
                <a:cubicBezTo>
                  <a:pt x="54" y="87"/>
                  <a:pt x="54" y="87"/>
                  <a:pt x="54" y="87"/>
                </a:cubicBezTo>
                <a:cubicBezTo>
                  <a:pt x="56" y="87"/>
                  <a:pt x="58" y="87"/>
                  <a:pt x="59" y="86"/>
                </a:cubicBezTo>
                <a:cubicBezTo>
                  <a:pt x="62" y="80"/>
                  <a:pt x="67" y="76"/>
                  <a:pt x="72" y="72"/>
                </a:cubicBezTo>
                <a:cubicBezTo>
                  <a:pt x="74" y="71"/>
                  <a:pt x="74" y="69"/>
                  <a:pt x="74" y="68"/>
                </a:cubicBezTo>
                <a:cubicBezTo>
                  <a:pt x="70" y="60"/>
                  <a:pt x="70" y="60"/>
                  <a:pt x="70" y="60"/>
                </a:cubicBezTo>
                <a:cubicBezTo>
                  <a:pt x="70" y="59"/>
                  <a:pt x="70" y="59"/>
                  <a:pt x="70" y="58"/>
                </a:cubicBezTo>
                <a:cubicBezTo>
                  <a:pt x="70" y="58"/>
                  <a:pt x="71" y="57"/>
                  <a:pt x="71" y="57"/>
                </a:cubicBezTo>
                <a:cubicBezTo>
                  <a:pt x="80" y="54"/>
                  <a:pt x="80" y="54"/>
                  <a:pt x="80" y="54"/>
                </a:cubicBezTo>
                <a:cubicBezTo>
                  <a:pt x="81" y="53"/>
                  <a:pt x="82" y="54"/>
                  <a:pt x="83" y="55"/>
                </a:cubicBezTo>
                <a:cubicBezTo>
                  <a:pt x="86" y="63"/>
                  <a:pt x="86" y="63"/>
                  <a:pt x="86" y="63"/>
                </a:cubicBezTo>
                <a:cubicBezTo>
                  <a:pt x="87" y="64"/>
                  <a:pt x="88" y="65"/>
                  <a:pt x="90" y="65"/>
                </a:cubicBezTo>
                <a:cubicBezTo>
                  <a:pt x="96" y="63"/>
                  <a:pt x="103" y="63"/>
                  <a:pt x="109" y="65"/>
                </a:cubicBezTo>
                <a:cubicBezTo>
                  <a:pt x="111" y="65"/>
                  <a:pt x="112" y="64"/>
                  <a:pt x="113" y="63"/>
                </a:cubicBezTo>
                <a:cubicBezTo>
                  <a:pt x="116" y="55"/>
                  <a:pt x="116" y="55"/>
                  <a:pt x="116" y="55"/>
                </a:cubicBezTo>
                <a:cubicBezTo>
                  <a:pt x="117" y="54"/>
                  <a:pt x="117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ubicBezTo>
                  <a:pt x="128" y="57"/>
                  <a:pt x="128" y="57"/>
                  <a:pt x="128" y="57"/>
                </a:cubicBezTo>
                <a:cubicBezTo>
                  <a:pt x="128" y="57"/>
                  <a:pt x="128" y="58"/>
                  <a:pt x="129" y="58"/>
                </a:cubicBezTo>
                <a:cubicBezTo>
                  <a:pt x="129" y="59"/>
                  <a:pt x="129" y="59"/>
                  <a:pt x="129" y="60"/>
                </a:cubicBezTo>
                <a:cubicBezTo>
                  <a:pt x="125" y="68"/>
                  <a:pt x="125" y="68"/>
                  <a:pt x="125" y="68"/>
                </a:cubicBezTo>
                <a:cubicBezTo>
                  <a:pt x="125" y="69"/>
                  <a:pt x="125" y="71"/>
                  <a:pt x="127" y="72"/>
                </a:cubicBezTo>
                <a:cubicBezTo>
                  <a:pt x="132" y="76"/>
                  <a:pt x="137" y="80"/>
                  <a:pt x="140" y="86"/>
                </a:cubicBezTo>
                <a:cubicBezTo>
                  <a:pt x="141" y="87"/>
                  <a:pt x="143" y="87"/>
                  <a:pt x="144" y="87"/>
                </a:cubicBezTo>
                <a:cubicBezTo>
                  <a:pt x="152" y="84"/>
                  <a:pt x="152" y="84"/>
                  <a:pt x="152" y="84"/>
                </a:cubicBezTo>
                <a:cubicBezTo>
                  <a:pt x="153" y="83"/>
                  <a:pt x="155" y="84"/>
                  <a:pt x="155" y="85"/>
                </a:cubicBezTo>
                <a:cubicBezTo>
                  <a:pt x="159" y="93"/>
                  <a:pt x="159" y="93"/>
                  <a:pt x="159" y="93"/>
                </a:cubicBezTo>
                <a:cubicBezTo>
                  <a:pt x="159" y="94"/>
                  <a:pt x="159" y="95"/>
                  <a:pt x="158" y="96"/>
                </a:cubicBezTo>
                <a:cubicBezTo>
                  <a:pt x="150" y="99"/>
                  <a:pt x="150" y="99"/>
                  <a:pt x="150" y="99"/>
                </a:cubicBezTo>
                <a:cubicBezTo>
                  <a:pt x="148" y="100"/>
                  <a:pt x="147" y="101"/>
                  <a:pt x="147" y="103"/>
                </a:cubicBezTo>
                <a:cubicBezTo>
                  <a:pt x="149" y="109"/>
                  <a:pt x="149" y="116"/>
                  <a:pt x="147" y="122"/>
                </a:cubicBezTo>
                <a:cubicBezTo>
                  <a:pt x="147" y="124"/>
                  <a:pt x="148" y="126"/>
                  <a:pt x="150" y="126"/>
                </a:cubicBezTo>
                <a:cubicBezTo>
                  <a:pt x="158" y="130"/>
                  <a:pt x="158" y="130"/>
                  <a:pt x="158" y="130"/>
                </a:cubicBezTo>
                <a:cubicBezTo>
                  <a:pt x="158" y="130"/>
                  <a:pt x="158" y="130"/>
                  <a:pt x="159" y="131"/>
                </a:cubicBezTo>
                <a:cubicBezTo>
                  <a:pt x="159" y="131"/>
                  <a:pt x="159" y="132"/>
                  <a:pt x="159" y="132"/>
                </a:cubicBezTo>
                <a:cubicBezTo>
                  <a:pt x="155" y="141"/>
                  <a:pt x="155" y="141"/>
                  <a:pt x="155" y="141"/>
                </a:cubicBezTo>
                <a:cubicBezTo>
                  <a:pt x="155" y="142"/>
                  <a:pt x="154" y="142"/>
                  <a:pt x="153" y="142"/>
                </a:cubicBezTo>
                <a:cubicBezTo>
                  <a:pt x="153" y="142"/>
                  <a:pt x="153" y="142"/>
                  <a:pt x="153" y="142"/>
                </a:cubicBezTo>
                <a:cubicBezTo>
                  <a:pt x="144" y="139"/>
                  <a:pt x="144" y="139"/>
                  <a:pt x="144" y="139"/>
                </a:cubicBezTo>
                <a:cubicBezTo>
                  <a:pt x="143" y="138"/>
                  <a:pt x="141" y="138"/>
                  <a:pt x="140" y="140"/>
                </a:cubicBezTo>
                <a:cubicBezTo>
                  <a:pt x="136" y="145"/>
                  <a:pt x="132" y="150"/>
                  <a:pt x="127" y="153"/>
                </a:cubicBezTo>
                <a:cubicBezTo>
                  <a:pt x="125" y="154"/>
                  <a:pt x="125" y="156"/>
                  <a:pt x="125" y="158"/>
                </a:cubicBezTo>
                <a:cubicBezTo>
                  <a:pt x="129" y="166"/>
                  <a:pt x="129" y="166"/>
                  <a:pt x="129" y="166"/>
                </a:cubicBezTo>
                <a:cubicBezTo>
                  <a:pt x="129" y="166"/>
                  <a:pt x="129" y="167"/>
                  <a:pt x="128" y="167"/>
                </a:cubicBezTo>
                <a:cubicBezTo>
                  <a:pt x="128" y="168"/>
                  <a:pt x="128" y="168"/>
                  <a:pt x="127" y="168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119" y="172"/>
                  <a:pt x="118" y="172"/>
                  <a:pt x="118" y="172"/>
                </a:cubicBezTo>
                <a:cubicBezTo>
                  <a:pt x="117" y="172"/>
                  <a:pt x="117" y="171"/>
                  <a:pt x="116" y="171"/>
                </a:cubicBezTo>
                <a:cubicBezTo>
                  <a:pt x="113" y="163"/>
                  <a:pt x="113" y="163"/>
                  <a:pt x="113" y="163"/>
                </a:cubicBezTo>
                <a:cubicBezTo>
                  <a:pt x="112" y="161"/>
                  <a:pt x="111" y="160"/>
                  <a:pt x="109" y="161"/>
                </a:cubicBezTo>
                <a:cubicBezTo>
                  <a:pt x="103" y="162"/>
                  <a:pt x="96" y="162"/>
                  <a:pt x="90" y="161"/>
                </a:cubicBezTo>
                <a:cubicBezTo>
                  <a:pt x="88" y="160"/>
                  <a:pt x="87" y="161"/>
                  <a:pt x="86" y="163"/>
                </a:cubicBezTo>
                <a:cubicBezTo>
                  <a:pt x="83" y="171"/>
                  <a:pt x="83" y="171"/>
                  <a:pt x="83" y="171"/>
                </a:cubicBezTo>
                <a:cubicBezTo>
                  <a:pt x="82" y="171"/>
                  <a:pt x="82" y="172"/>
                  <a:pt x="81" y="172"/>
                </a:cubicBezTo>
                <a:cubicBezTo>
                  <a:pt x="80" y="172"/>
                  <a:pt x="80" y="172"/>
                  <a:pt x="80" y="172"/>
                </a:cubicBezTo>
                <a:cubicBezTo>
                  <a:pt x="71" y="168"/>
                  <a:pt x="71" y="168"/>
                  <a:pt x="71" y="168"/>
                </a:cubicBezTo>
                <a:cubicBezTo>
                  <a:pt x="71" y="168"/>
                  <a:pt x="70" y="168"/>
                  <a:pt x="70" y="167"/>
                </a:cubicBezTo>
                <a:cubicBezTo>
                  <a:pt x="70" y="167"/>
                  <a:pt x="70" y="166"/>
                  <a:pt x="70" y="166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4" y="156"/>
                  <a:pt x="74" y="154"/>
                  <a:pt x="72" y="153"/>
                </a:cubicBezTo>
                <a:cubicBezTo>
                  <a:pt x="67" y="150"/>
                  <a:pt x="62" y="145"/>
                  <a:pt x="59" y="140"/>
                </a:cubicBezTo>
                <a:close/>
                <a:moveTo>
                  <a:pt x="0" y="113"/>
                </a:moveTo>
                <a:cubicBezTo>
                  <a:pt x="0" y="59"/>
                  <a:pt x="44" y="14"/>
                  <a:pt x="98" y="14"/>
                </a:cubicBezTo>
                <a:cubicBezTo>
                  <a:pt x="100" y="14"/>
                  <a:pt x="100" y="14"/>
                  <a:pt x="100" y="14"/>
                </a:cubicBezTo>
                <a:cubicBezTo>
                  <a:pt x="92" y="6"/>
                  <a:pt x="92" y="6"/>
                  <a:pt x="92" y="6"/>
                </a:cubicBezTo>
                <a:cubicBezTo>
                  <a:pt x="91" y="4"/>
                  <a:pt x="91" y="2"/>
                  <a:pt x="92" y="1"/>
                </a:cubicBezTo>
                <a:cubicBezTo>
                  <a:pt x="93" y="0"/>
                  <a:pt x="94" y="0"/>
                  <a:pt x="95" y="0"/>
                </a:cubicBezTo>
                <a:cubicBezTo>
                  <a:pt x="96" y="0"/>
                  <a:pt x="97" y="0"/>
                  <a:pt x="98" y="1"/>
                </a:cubicBezTo>
                <a:cubicBezTo>
                  <a:pt x="112" y="15"/>
                  <a:pt x="112" y="15"/>
                  <a:pt x="112" y="15"/>
                </a:cubicBezTo>
                <a:cubicBezTo>
                  <a:pt x="113" y="16"/>
                  <a:pt x="113" y="18"/>
                  <a:pt x="112" y="20"/>
                </a:cubicBezTo>
                <a:cubicBezTo>
                  <a:pt x="98" y="34"/>
                  <a:pt x="98" y="34"/>
                  <a:pt x="98" y="34"/>
                </a:cubicBezTo>
                <a:cubicBezTo>
                  <a:pt x="96" y="35"/>
                  <a:pt x="94" y="35"/>
                  <a:pt x="92" y="34"/>
                </a:cubicBezTo>
                <a:cubicBezTo>
                  <a:pt x="92" y="33"/>
                  <a:pt x="91" y="32"/>
                  <a:pt x="91" y="31"/>
                </a:cubicBezTo>
                <a:cubicBezTo>
                  <a:pt x="91" y="30"/>
                  <a:pt x="92" y="30"/>
                  <a:pt x="92" y="29"/>
                </a:cubicBezTo>
                <a:cubicBezTo>
                  <a:pt x="100" y="21"/>
                  <a:pt x="100" y="21"/>
                  <a:pt x="100" y="21"/>
                </a:cubicBezTo>
                <a:cubicBezTo>
                  <a:pt x="98" y="21"/>
                  <a:pt x="98" y="21"/>
                  <a:pt x="98" y="21"/>
                </a:cubicBezTo>
                <a:cubicBezTo>
                  <a:pt x="48" y="22"/>
                  <a:pt x="8" y="63"/>
                  <a:pt x="8" y="113"/>
                </a:cubicBezTo>
                <a:cubicBezTo>
                  <a:pt x="8" y="115"/>
                  <a:pt x="6" y="116"/>
                  <a:pt x="4" y="116"/>
                </a:cubicBezTo>
                <a:cubicBezTo>
                  <a:pt x="2" y="116"/>
                  <a:pt x="0" y="115"/>
                  <a:pt x="0" y="1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41">
            <a:extLst>
              <a:ext uri="{FF2B5EF4-FFF2-40B4-BE49-F238E27FC236}">
                <a16:creationId xmlns:a16="http://schemas.microsoft.com/office/drawing/2014/main" id="{43FCDAAC-C43B-433B-FF88-99DB933F49BF}"/>
              </a:ext>
            </a:extLst>
          </p:cNvPr>
          <p:cNvSpPr>
            <a:spLocks noEditPoints="1"/>
          </p:cNvSpPr>
          <p:nvPr/>
        </p:nvSpPr>
        <p:spPr bwMode="auto">
          <a:xfrm>
            <a:off x="8323055" y="4265371"/>
            <a:ext cx="231383" cy="220683"/>
          </a:xfrm>
          <a:custGeom>
            <a:avLst/>
            <a:gdLst>
              <a:gd name="T0" fmla="*/ 133 w 200"/>
              <a:gd name="T1" fmla="*/ 43 h 191"/>
              <a:gd name="T2" fmla="*/ 153 w 200"/>
              <a:gd name="T3" fmla="*/ 37 h 191"/>
              <a:gd name="T4" fmla="*/ 156 w 200"/>
              <a:gd name="T5" fmla="*/ 30 h 191"/>
              <a:gd name="T6" fmla="*/ 148 w 200"/>
              <a:gd name="T7" fmla="*/ 23 h 191"/>
              <a:gd name="T8" fmla="*/ 139 w 200"/>
              <a:gd name="T9" fmla="*/ 23 h 191"/>
              <a:gd name="T10" fmla="*/ 136 w 200"/>
              <a:gd name="T11" fmla="*/ 28 h 191"/>
              <a:gd name="T12" fmla="*/ 142 w 200"/>
              <a:gd name="T13" fmla="*/ 60 h 191"/>
              <a:gd name="T14" fmla="*/ 154 w 200"/>
              <a:gd name="T15" fmla="*/ 70 h 191"/>
              <a:gd name="T16" fmla="*/ 143 w 200"/>
              <a:gd name="T17" fmla="*/ 79 h 191"/>
              <a:gd name="T18" fmla="*/ 131 w 200"/>
              <a:gd name="T19" fmla="*/ 77 h 191"/>
              <a:gd name="T20" fmla="*/ 128 w 200"/>
              <a:gd name="T21" fmla="*/ 85 h 191"/>
              <a:gd name="T22" fmla="*/ 139 w 200"/>
              <a:gd name="T23" fmla="*/ 87 h 191"/>
              <a:gd name="T24" fmla="*/ 143 w 200"/>
              <a:gd name="T25" fmla="*/ 95 h 191"/>
              <a:gd name="T26" fmla="*/ 148 w 200"/>
              <a:gd name="T27" fmla="*/ 86 h 191"/>
              <a:gd name="T28" fmla="*/ 162 w 200"/>
              <a:gd name="T29" fmla="*/ 70 h 191"/>
              <a:gd name="T30" fmla="*/ 145 w 200"/>
              <a:gd name="T31" fmla="*/ 52 h 191"/>
              <a:gd name="T32" fmla="*/ 23 w 200"/>
              <a:gd name="T33" fmla="*/ 113 h 191"/>
              <a:gd name="T34" fmla="*/ 75 w 200"/>
              <a:gd name="T35" fmla="*/ 61 h 191"/>
              <a:gd name="T36" fmla="*/ 75 w 200"/>
              <a:gd name="T37" fmla="*/ 53 h 191"/>
              <a:gd name="T38" fmla="*/ 6 w 200"/>
              <a:gd name="T39" fmla="*/ 112 h 191"/>
              <a:gd name="T40" fmla="*/ 0 w 200"/>
              <a:gd name="T41" fmla="*/ 120 h 191"/>
              <a:gd name="T42" fmla="*/ 12 w 200"/>
              <a:gd name="T43" fmla="*/ 138 h 191"/>
              <a:gd name="T44" fmla="*/ 17 w 200"/>
              <a:gd name="T45" fmla="*/ 136 h 191"/>
              <a:gd name="T46" fmla="*/ 28 w 200"/>
              <a:gd name="T47" fmla="*/ 116 h 191"/>
              <a:gd name="T48" fmla="*/ 7 w 200"/>
              <a:gd name="T49" fmla="*/ 118 h 191"/>
              <a:gd name="T50" fmla="*/ 14 w 200"/>
              <a:gd name="T51" fmla="*/ 119 h 191"/>
              <a:gd name="T52" fmla="*/ 21 w 200"/>
              <a:gd name="T53" fmla="*/ 119 h 191"/>
              <a:gd name="T54" fmla="*/ 144 w 200"/>
              <a:gd name="T55" fmla="*/ 122 h 191"/>
              <a:gd name="T56" fmla="*/ 79 w 200"/>
              <a:gd name="T57" fmla="*/ 182 h 191"/>
              <a:gd name="T58" fmla="*/ 25 w 200"/>
              <a:gd name="T59" fmla="*/ 158 h 191"/>
              <a:gd name="T60" fmla="*/ 79 w 200"/>
              <a:gd name="T61" fmla="*/ 191 h 191"/>
              <a:gd name="T62" fmla="*/ 144 w 200"/>
              <a:gd name="T63" fmla="*/ 122 h 191"/>
              <a:gd name="T64" fmla="*/ 87 w 200"/>
              <a:gd name="T65" fmla="*/ 57 h 191"/>
              <a:gd name="T66" fmla="*/ 200 w 200"/>
              <a:gd name="T67" fmla="*/ 57 h 191"/>
              <a:gd name="T68" fmla="*/ 144 w 200"/>
              <a:gd name="T69" fmla="*/ 105 h 191"/>
              <a:gd name="T70" fmla="*/ 144 w 200"/>
              <a:gd name="T71" fmla="*/ 9 h 191"/>
              <a:gd name="T72" fmla="*/ 144 w 200"/>
              <a:gd name="T73" fmla="*/ 105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0" h="191">
                <a:moveTo>
                  <a:pt x="145" y="52"/>
                </a:moveTo>
                <a:cubicBezTo>
                  <a:pt x="138" y="50"/>
                  <a:pt x="134" y="48"/>
                  <a:pt x="133" y="43"/>
                </a:cubicBezTo>
                <a:cubicBezTo>
                  <a:pt x="133" y="40"/>
                  <a:pt x="135" y="37"/>
                  <a:pt x="139" y="36"/>
                </a:cubicBezTo>
                <a:cubicBezTo>
                  <a:pt x="143" y="35"/>
                  <a:pt x="148" y="35"/>
                  <a:pt x="153" y="37"/>
                </a:cubicBezTo>
                <a:cubicBezTo>
                  <a:pt x="155" y="38"/>
                  <a:pt x="158" y="37"/>
                  <a:pt x="158" y="35"/>
                </a:cubicBezTo>
                <a:cubicBezTo>
                  <a:pt x="159" y="33"/>
                  <a:pt x="158" y="30"/>
                  <a:pt x="156" y="30"/>
                </a:cubicBezTo>
                <a:cubicBezTo>
                  <a:pt x="153" y="29"/>
                  <a:pt x="150" y="28"/>
                  <a:pt x="148" y="27"/>
                </a:cubicBezTo>
                <a:cubicBezTo>
                  <a:pt x="148" y="23"/>
                  <a:pt x="148" y="23"/>
                  <a:pt x="148" y="23"/>
                </a:cubicBezTo>
                <a:cubicBezTo>
                  <a:pt x="148" y="21"/>
                  <a:pt x="146" y="19"/>
                  <a:pt x="143" y="19"/>
                </a:cubicBezTo>
                <a:cubicBezTo>
                  <a:pt x="141" y="19"/>
                  <a:pt x="139" y="21"/>
                  <a:pt x="139" y="23"/>
                </a:cubicBezTo>
                <a:cubicBezTo>
                  <a:pt x="139" y="27"/>
                  <a:pt x="139" y="27"/>
                  <a:pt x="139" y="27"/>
                </a:cubicBezTo>
                <a:cubicBezTo>
                  <a:pt x="138" y="27"/>
                  <a:pt x="137" y="28"/>
                  <a:pt x="136" y="28"/>
                </a:cubicBezTo>
                <a:cubicBezTo>
                  <a:pt x="129" y="30"/>
                  <a:pt x="124" y="37"/>
                  <a:pt x="125" y="45"/>
                </a:cubicBezTo>
                <a:cubicBezTo>
                  <a:pt x="127" y="54"/>
                  <a:pt x="135" y="57"/>
                  <a:pt x="142" y="60"/>
                </a:cubicBezTo>
                <a:cubicBezTo>
                  <a:pt x="146" y="61"/>
                  <a:pt x="150" y="63"/>
                  <a:pt x="151" y="65"/>
                </a:cubicBezTo>
                <a:cubicBezTo>
                  <a:pt x="153" y="66"/>
                  <a:pt x="154" y="68"/>
                  <a:pt x="154" y="70"/>
                </a:cubicBezTo>
                <a:cubicBezTo>
                  <a:pt x="154" y="72"/>
                  <a:pt x="153" y="74"/>
                  <a:pt x="151" y="76"/>
                </a:cubicBezTo>
                <a:cubicBezTo>
                  <a:pt x="150" y="77"/>
                  <a:pt x="147" y="78"/>
                  <a:pt x="143" y="79"/>
                </a:cubicBezTo>
                <a:cubicBezTo>
                  <a:pt x="141" y="79"/>
                  <a:pt x="137" y="79"/>
                  <a:pt x="133" y="78"/>
                </a:cubicBezTo>
                <a:cubicBezTo>
                  <a:pt x="132" y="77"/>
                  <a:pt x="132" y="77"/>
                  <a:pt x="131" y="77"/>
                </a:cubicBezTo>
                <a:cubicBezTo>
                  <a:pt x="128" y="76"/>
                  <a:pt x="126" y="78"/>
                  <a:pt x="125" y="80"/>
                </a:cubicBezTo>
                <a:cubicBezTo>
                  <a:pt x="125" y="82"/>
                  <a:pt x="126" y="84"/>
                  <a:pt x="128" y="85"/>
                </a:cubicBezTo>
                <a:cubicBezTo>
                  <a:pt x="129" y="85"/>
                  <a:pt x="130" y="86"/>
                  <a:pt x="132" y="86"/>
                </a:cubicBezTo>
                <a:cubicBezTo>
                  <a:pt x="134" y="87"/>
                  <a:pt x="137" y="87"/>
                  <a:pt x="139" y="87"/>
                </a:cubicBezTo>
                <a:cubicBezTo>
                  <a:pt x="139" y="91"/>
                  <a:pt x="139" y="91"/>
                  <a:pt x="139" y="91"/>
                </a:cubicBezTo>
                <a:cubicBezTo>
                  <a:pt x="139" y="93"/>
                  <a:pt x="141" y="95"/>
                  <a:pt x="143" y="95"/>
                </a:cubicBezTo>
                <a:cubicBezTo>
                  <a:pt x="146" y="95"/>
                  <a:pt x="148" y="93"/>
                  <a:pt x="148" y="91"/>
                </a:cubicBezTo>
                <a:cubicBezTo>
                  <a:pt x="148" y="86"/>
                  <a:pt x="148" y="86"/>
                  <a:pt x="148" y="86"/>
                </a:cubicBezTo>
                <a:cubicBezTo>
                  <a:pt x="151" y="86"/>
                  <a:pt x="154" y="84"/>
                  <a:pt x="157" y="82"/>
                </a:cubicBezTo>
                <a:cubicBezTo>
                  <a:pt x="160" y="79"/>
                  <a:pt x="162" y="74"/>
                  <a:pt x="162" y="70"/>
                </a:cubicBezTo>
                <a:cubicBezTo>
                  <a:pt x="162" y="66"/>
                  <a:pt x="160" y="62"/>
                  <a:pt x="157" y="58"/>
                </a:cubicBezTo>
                <a:cubicBezTo>
                  <a:pt x="154" y="55"/>
                  <a:pt x="150" y="53"/>
                  <a:pt x="145" y="52"/>
                </a:cubicBezTo>
                <a:close/>
                <a:moveTo>
                  <a:pt x="28" y="116"/>
                </a:moveTo>
                <a:cubicBezTo>
                  <a:pt x="27" y="114"/>
                  <a:pt x="25" y="113"/>
                  <a:pt x="23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23" y="85"/>
                  <a:pt x="46" y="63"/>
                  <a:pt x="75" y="61"/>
                </a:cubicBezTo>
                <a:cubicBezTo>
                  <a:pt x="77" y="61"/>
                  <a:pt x="79" y="59"/>
                  <a:pt x="79" y="57"/>
                </a:cubicBezTo>
                <a:cubicBezTo>
                  <a:pt x="79" y="54"/>
                  <a:pt x="77" y="53"/>
                  <a:pt x="75" y="53"/>
                </a:cubicBezTo>
                <a:cubicBezTo>
                  <a:pt x="42" y="55"/>
                  <a:pt x="15" y="80"/>
                  <a:pt x="11" y="112"/>
                </a:cubicBezTo>
                <a:cubicBezTo>
                  <a:pt x="6" y="112"/>
                  <a:pt x="6" y="112"/>
                  <a:pt x="6" y="112"/>
                </a:cubicBezTo>
                <a:cubicBezTo>
                  <a:pt x="4" y="111"/>
                  <a:pt x="2" y="112"/>
                  <a:pt x="1" y="114"/>
                </a:cubicBezTo>
                <a:cubicBezTo>
                  <a:pt x="0" y="116"/>
                  <a:pt x="0" y="118"/>
                  <a:pt x="0" y="120"/>
                </a:cubicBezTo>
                <a:cubicBezTo>
                  <a:pt x="7" y="135"/>
                  <a:pt x="7" y="135"/>
                  <a:pt x="7" y="135"/>
                </a:cubicBezTo>
                <a:cubicBezTo>
                  <a:pt x="8" y="137"/>
                  <a:pt x="10" y="138"/>
                  <a:pt x="12" y="138"/>
                </a:cubicBezTo>
                <a:cubicBezTo>
                  <a:pt x="12" y="138"/>
                  <a:pt x="12" y="138"/>
                  <a:pt x="12" y="138"/>
                </a:cubicBezTo>
                <a:cubicBezTo>
                  <a:pt x="14" y="138"/>
                  <a:pt x="16" y="137"/>
                  <a:pt x="17" y="136"/>
                </a:cubicBezTo>
                <a:cubicBezTo>
                  <a:pt x="27" y="122"/>
                  <a:pt x="27" y="122"/>
                  <a:pt x="27" y="122"/>
                </a:cubicBezTo>
                <a:cubicBezTo>
                  <a:pt x="28" y="121"/>
                  <a:pt x="28" y="118"/>
                  <a:pt x="28" y="116"/>
                </a:cubicBezTo>
                <a:close/>
                <a:moveTo>
                  <a:pt x="12" y="132"/>
                </a:moveTo>
                <a:cubicBezTo>
                  <a:pt x="7" y="118"/>
                  <a:pt x="7" y="118"/>
                  <a:pt x="7" y="118"/>
                </a:cubicBezTo>
                <a:cubicBezTo>
                  <a:pt x="14" y="119"/>
                  <a:pt x="14" y="119"/>
                  <a:pt x="14" y="119"/>
                </a:cubicBezTo>
                <a:cubicBezTo>
                  <a:pt x="14" y="119"/>
                  <a:pt x="14" y="119"/>
                  <a:pt x="14" y="119"/>
                </a:cubicBezTo>
                <a:cubicBezTo>
                  <a:pt x="14" y="119"/>
                  <a:pt x="14" y="119"/>
                  <a:pt x="14" y="119"/>
                </a:cubicBezTo>
                <a:cubicBezTo>
                  <a:pt x="21" y="119"/>
                  <a:pt x="21" y="119"/>
                  <a:pt x="21" y="119"/>
                </a:cubicBezTo>
                <a:lnTo>
                  <a:pt x="12" y="132"/>
                </a:lnTo>
                <a:close/>
                <a:moveTo>
                  <a:pt x="144" y="122"/>
                </a:moveTo>
                <a:cubicBezTo>
                  <a:pt x="142" y="122"/>
                  <a:pt x="140" y="123"/>
                  <a:pt x="140" y="125"/>
                </a:cubicBezTo>
                <a:cubicBezTo>
                  <a:pt x="138" y="157"/>
                  <a:pt x="111" y="182"/>
                  <a:pt x="79" y="182"/>
                </a:cubicBezTo>
                <a:cubicBezTo>
                  <a:pt x="60" y="182"/>
                  <a:pt x="43" y="174"/>
                  <a:pt x="31" y="158"/>
                </a:cubicBezTo>
                <a:cubicBezTo>
                  <a:pt x="29" y="157"/>
                  <a:pt x="26" y="156"/>
                  <a:pt x="25" y="158"/>
                </a:cubicBezTo>
                <a:cubicBezTo>
                  <a:pt x="23" y="159"/>
                  <a:pt x="23" y="161"/>
                  <a:pt x="24" y="163"/>
                </a:cubicBezTo>
                <a:cubicBezTo>
                  <a:pt x="37" y="181"/>
                  <a:pt x="57" y="191"/>
                  <a:pt x="79" y="191"/>
                </a:cubicBezTo>
                <a:cubicBezTo>
                  <a:pt x="115" y="191"/>
                  <a:pt x="146" y="162"/>
                  <a:pt x="148" y="126"/>
                </a:cubicBezTo>
                <a:cubicBezTo>
                  <a:pt x="148" y="123"/>
                  <a:pt x="146" y="122"/>
                  <a:pt x="144" y="122"/>
                </a:cubicBezTo>
                <a:close/>
                <a:moveTo>
                  <a:pt x="144" y="0"/>
                </a:moveTo>
                <a:cubicBezTo>
                  <a:pt x="113" y="0"/>
                  <a:pt x="87" y="26"/>
                  <a:pt x="87" y="57"/>
                </a:cubicBezTo>
                <a:cubicBezTo>
                  <a:pt x="87" y="88"/>
                  <a:pt x="113" y="113"/>
                  <a:pt x="144" y="113"/>
                </a:cubicBezTo>
                <a:cubicBezTo>
                  <a:pt x="175" y="113"/>
                  <a:pt x="200" y="88"/>
                  <a:pt x="200" y="57"/>
                </a:cubicBezTo>
                <a:cubicBezTo>
                  <a:pt x="200" y="26"/>
                  <a:pt x="175" y="0"/>
                  <a:pt x="144" y="0"/>
                </a:cubicBezTo>
                <a:close/>
                <a:moveTo>
                  <a:pt x="144" y="105"/>
                </a:moveTo>
                <a:cubicBezTo>
                  <a:pt x="117" y="105"/>
                  <a:pt x="96" y="83"/>
                  <a:pt x="96" y="57"/>
                </a:cubicBezTo>
                <a:cubicBezTo>
                  <a:pt x="96" y="30"/>
                  <a:pt x="117" y="9"/>
                  <a:pt x="144" y="9"/>
                </a:cubicBezTo>
                <a:cubicBezTo>
                  <a:pt x="170" y="9"/>
                  <a:pt x="192" y="30"/>
                  <a:pt x="192" y="57"/>
                </a:cubicBezTo>
                <a:cubicBezTo>
                  <a:pt x="192" y="83"/>
                  <a:pt x="170" y="105"/>
                  <a:pt x="144" y="105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F29892C-A72A-F6AD-F792-27DA612A9A7A}"/>
              </a:ext>
            </a:extLst>
          </p:cNvPr>
          <p:cNvSpPr txBox="1"/>
          <p:nvPr/>
        </p:nvSpPr>
        <p:spPr>
          <a:xfrm>
            <a:off x="726928" y="1418007"/>
            <a:ext cx="1998398" cy="261638"/>
          </a:xfrm>
          <a:prstGeom prst="roundRect">
            <a:avLst>
              <a:gd name="adj" fmla="val 24270"/>
            </a:avLst>
          </a:prstGeom>
          <a:solidFill>
            <a:srgbClr val="DFE3E6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vert="horz" wrap="square" rtlCol="0" anchor="ctr"/>
          <a:lstStyle>
            <a:defPPr>
              <a:defRPr lang="en-US"/>
            </a:defPPr>
            <a:lvl1pPr algn="ctr">
              <a:defRPr sz="1400">
                <a:solidFill>
                  <a:srgbClr val="20303D"/>
                </a:solidFill>
              </a:defRPr>
            </a:lvl1pPr>
          </a:lstStyle>
          <a:p>
            <a:pPr>
              <a:defRPr/>
            </a:pPr>
            <a:r>
              <a:rPr lang="en-US" sz="1200" b="1">
                <a:solidFill>
                  <a:srgbClr val="262626"/>
                </a:solidFill>
                <a:latin typeface="Arial" panose="020B0604020202020204" pitchFamily="34" charset="0"/>
                <a:cs typeface="Arial"/>
              </a:rPr>
              <a:t>Ltric 1 | 2021 - 2022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719C9E6-F53E-46B1-D464-B08ADCB7ED50}"/>
              </a:ext>
            </a:extLst>
          </p:cNvPr>
          <p:cNvSpPr txBox="1"/>
          <p:nvPr/>
        </p:nvSpPr>
        <p:spPr>
          <a:xfrm>
            <a:off x="4930768" y="1418007"/>
            <a:ext cx="2418062" cy="261638"/>
          </a:xfrm>
          <a:prstGeom prst="roundRect">
            <a:avLst>
              <a:gd name="adj" fmla="val 24270"/>
            </a:avLst>
          </a:prstGeom>
          <a:solidFill>
            <a:srgbClr val="B2E0FA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7ECAF8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rtlCol="0" anchor="ctr"/>
          <a:lstStyle>
            <a:defPPr>
              <a:defRPr lang="en-US"/>
            </a:defPPr>
            <a:lvl1pPr algn="ctr">
              <a:defRPr sz="1400">
                <a:solidFill>
                  <a:srgbClr val="20303D"/>
                </a:solidFill>
              </a:defRPr>
            </a:lvl1pPr>
          </a:lstStyle>
          <a:p>
            <a:pPr>
              <a:defRPr/>
            </a:pPr>
            <a:r>
              <a:rPr lang="en-US" sz="1200" b="1">
                <a:solidFill>
                  <a:srgbClr val="262626"/>
                </a:solidFill>
                <a:latin typeface="Arial" panose="020B0604020202020204" pitchFamily="34" charset="0"/>
                <a:cs typeface="Arial"/>
              </a:rPr>
              <a:t>Iesli 2 | 2022 - 2023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9CA3547-CF45-0A85-A526-0D5FAD2A6BEA}"/>
              </a:ext>
            </a:extLst>
          </p:cNvPr>
          <p:cNvSpPr txBox="1"/>
          <p:nvPr/>
        </p:nvSpPr>
        <p:spPr>
          <a:xfrm>
            <a:off x="8999345" y="1418007"/>
            <a:ext cx="2216400" cy="261638"/>
          </a:xfrm>
          <a:prstGeom prst="roundRect">
            <a:avLst>
              <a:gd name="adj" fmla="val 24270"/>
            </a:avLst>
          </a:prstGeom>
          <a:solidFill>
            <a:srgbClr val="D1F3E5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93CDBB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vert="horz" wrap="square" rtlCol="0" anchor="ctr"/>
          <a:lstStyle>
            <a:defPPr>
              <a:defRPr lang="en-US"/>
            </a:defPPr>
            <a:lvl1pPr algn="ctr">
              <a:defRPr sz="1400">
                <a:solidFill>
                  <a:srgbClr val="20303D"/>
                </a:solidFill>
              </a:defRPr>
            </a:lvl1pPr>
          </a:lstStyle>
          <a:p>
            <a:pPr>
              <a:defRPr/>
            </a:pPr>
            <a:r>
              <a:rPr lang="en-US" sz="1200" b="1">
                <a:solidFill>
                  <a:srgbClr val="262626"/>
                </a:solidFill>
                <a:latin typeface="Arial" panose="020B0604020202020204" pitchFamily="34" charset="0"/>
                <a:cs typeface="Arial"/>
              </a:rPr>
              <a:t>Gulas 3 | 2023 edm Agnadi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847D0D2-843E-C766-65F4-8C7128186D35}"/>
              </a:ext>
            </a:extLst>
          </p:cNvPr>
          <p:cNvGrpSpPr/>
          <p:nvPr/>
        </p:nvGrpSpPr>
        <p:grpSpPr>
          <a:xfrm>
            <a:off x="4722362" y="1694610"/>
            <a:ext cx="2747271" cy="1790308"/>
            <a:chOff x="4713645" y="1815727"/>
            <a:chExt cx="2764705" cy="1801672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F7DA483-3B6E-4513-760D-E6EA1A9CD4B0}"/>
                </a:ext>
              </a:extLst>
            </p:cNvPr>
            <p:cNvGrpSpPr/>
            <p:nvPr/>
          </p:nvGrpSpPr>
          <p:grpSpPr>
            <a:xfrm>
              <a:off x="4713645" y="1815727"/>
              <a:ext cx="2764705" cy="1801672"/>
              <a:chOff x="4873201" y="1357101"/>
              <a:chExt cx="3490989" cy="2274969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F28D35E2-D058-D1F6-93C0-621DED68994D}"/>
                  </a:ext>
                </a:extLst>
              </p:cNvPr>
              <p:cNvGrpSpPr/>
              <p:nvPr/>
            </p:nvGrpSpPr>
            <p:grpSpPr>
              <a:xfrm rot="20091546">
                <a:off x="5322771" y="1765268"/>
                <a:ext cx="799548" cy="432660"/>
                <a:chOff x="5340754" y="2032088"/>
                <a:chExt cx="799548" cy="432660"/>
              </a:xfrm>
            </p:grpSpPr>
            <p:sp>
              <p:nvSpPr>
                <p:cNvPr id="290" name="Freeform 48">
                  <a:extLst>
                    <a:ext uri="{FF2B5EF4-FFF2-40B4-BE49-F238E27FC236}">
                      <a16:creationId xmlns:a16="http://schemas.microsoft.com/office/drawing/2014/main" id="{06415203-0624-C95E-00F3-40A70BBF42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8906312" flipH="1">
                  <a:off x="5340754" y="2080016"/>
                  <a:ext cx="217325" cy="129874"/>
                </a:xfrm>
                <a:custGeom>
                  <a:avLst/>
                  <a:gdLst>
                    <a:gd name="T0" fmla="*/ 0 w 584"/>
                    <a:gd name="T1" fmla="*/ 225 h 349"/>
                    <a:gd name="T2" fmla="*/ 12 w 584"/>
                    <a:gd name="T3" fmla="*/ 256 h 349"/>
                    <a:gd name="T4" fmla="*/ 26 w 584"/>
                    <a:gd name="T5" fmla="*/ 287 h 349"/>
                    <a:gd name="T6" fmla="*/ 38 w 584"/>
                    <a:gd name="T7" fmla="*/ 318 h 349"/>
                    <a:gd name="T8" fmla="*/ 52 w 584"/>
                    <a:gd name="T9" fmla="*/ 349 h 349"/>
                    <a:gd name="T10" fmla="*/ 185 w 584"/>
                    <a:gd name="T11" fmla="*/ 292 h 349"/>
                    <a:gd name="T12" fmla="*/ 318 w 584"/>
                    <a:gd name="T13" fmla="*/ 235 h 349"/>
                    <a:gd name="T14" fmla="*/ 451 w 584"/>
                    <a:gd name="T15" fmla="*/ 180 h 349"/>
                    <a:gd name="T16" fmla="*/ 584 w 584"/>
                    <a:gd name="T17" fmla="*/ 123 h 349"/>
                    <a:gd name="T18" fmla="*/ 572 w 584"/>
                    <a:gd name="T19" fmla="*/ 92 h 349"/>
                    <a:gd name="T20" fmla="*/ 558 w 584"/>
                    <a:gd name="T21" fmla="*/ 61 h 349"/>
                    <a:gd name="T22" fmla="*/ 546 w 584"/>
                    <a:gd name="T23" fmla="*/ 31 h 349"/>
                    <a:gd name="T24" fmla="*/ 532 w 584"/>
                    <a:gd name="T25" fmla="*/ 0 h 349"/>
                    <a:gd name="T26" fmla="*/ 399 w 584"/>
                    <a:gd name="T27" fmla="*/ 57 h 349"/>
                    <a:gd name="T28" fmla="*/ 266 w 584"/>
                    <a:gd name="T29" fmla="*/ 114 h 349"/>
                    <a:gd name="T30" fmla="*/ 133 w 584"/>
                    <a:gd name="T31" fmla="*/ 168 h 349"/>
                    <a:gd name="T32" fmla="*/ 0 w 584"/>
                    <a:gd name="T33" fmla="*/ 225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84" h="349">
                      <a:moveTo>
                        <a:pt x="0" y="225"/>
                      </a:moveTo>
                      <a:lnTo>
                        <a:pt x="12" y="256"/>
                      </a:lnTo>
                      <a:lnTo>
                        <a:pt x="26" y="287"/>
                      </a:lnTo>
                      <a:lnTo>
                        <a:pt x="38" y="318"/>
                      </a:lnTo>
                      <a:lnTo>
                        <a:pt x="52" y="349"/>
                      </a:lnTo>
                      <a:lnTo>
                        <a:pt x="185" y="292"/>
                      </a:lnTo>
                      <a:lnTo>
                        <a:pt x="318" y="235"/>
                      </a:lnTo>
                      <a:lnTo>
                        <a:pt x="451" y="180"/>
                      </a:lnTo>
                      <a:lnTo>
                        <a:pt x="584" y="123"/>
                      </a:lnTo>
                      <a:lnTo>
                        <a:pt x="572" y="92"/>
                      </a:lnTo>
                      <a:lnTo>
                        <a:pt x="558" y="61"/>
                      </a:lnTo>
                      <a:lnTo>
                        <a:pt x="546" y="31"/>
                      </a:lnTo>
                      <a:lnTo>
                        <a:pt x="532" y="0"/>
                      </a:lnTo>
                      <a:lnTo>
                        <a:pt x="399" y="57"/>
                      </a:lnTo>
                      <a:lnTo>
                        <a:pt x="266" y="114"/>
                      </a:lnTo>
                      <a:lnTo>
                        <a:pt x="133" y="168"/>
                      </a:lnTo>
                      <a:lnTo>
                        <a:pt x="0" y="225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43515C"/>
                    </a:gs>
                    <a:gs pos="0">
                      <a:srgbClr val="A2ABB0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1" name="Freeform 55">
                  <a:extLst>
                    <a:ext uri="{FF2B5EF4-FFF2-40B4-BE49-F238E27FC236}">
                      <a16:creationId xmlns:a16="http://schemas.microsoft.com/office/drawing/2014/main" id="{07857800-5E11-668E-4AEF-BB3173E904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7953715" flipH="1">
                  <a:off x="5647527" y="2048454"/>
                  <a:ext cx="62517" cy="181972"/>
                </a:xfrm>
                <a:custGeom>
                  <a:avLst/>
                  <a:gdLst>
                    <a:gd name="T0" fmla="*/ 0 w 168"/>
                    <a:gd name="T1" fmla="*/ 489 h 489"/>
                    <a:gd name="T2" fmla="*/ 42 w 168"/>
                    <a:gd name="T3" fmla="*/ 489 h 489"/>
                    <a:gd name="T4" fmla="*/ 85 w 168"/>
                    <a:gd name="T5" fmla="*/ 489 h 489"/>
                    <a:gd name="T6" fmla="*/ 126 w 168"/>
                    <a:gd name="T7" fmla="*/ 489 h 489"/>
                    <a:gd name="T8" fmla="*/ 168 w 168"/>
                    <a:gd name="T9" fmla="*/ 489 h 489"/>
                    <a:gd name="T10" fmla="*/ 168 w 168"/>
                    <a:gd name="T11" fmla="*/ 366 h 489"/>
                    <a:gd name="T12" fmla="*/ 168 w 168"/>
                    <a:gd name="T13" fmla="*/ 245 h 489"/>
                    <a:gd name="T14" fmla="*/ 168 w 168"/>
                    <a:gd name="T15" fmla="*/ 121 h 489"/>
                    <a:gd name="T16" fmla="*/ 168 w 168"/>
                    <a:gd name="T17" fmla="*/ 0 h 489"/>
                    <a:gd name="T18" fmla="*/ 126 w 168"/>
                    <a:gd name="T19" fmla="*/ 0 h 489"/>
                    <a:gd name="T20" fmla="*/ 85 w 168"/>
                    <a:gd name="T21" fmla="*/ 0 h 489"/>
                    <a:gd name="T22" fmla="*/ 42 w 168"/>
                    <a:gd name="T23" fmla="*/ 0 h 489"/>
                    <a:gd name="T24" fmla="*/ 0 w 168"/>
                    <a:gd name="T25" fmla="*/ 0 h 489"/>
                    <a:gd name="T26" fmla="*/ 0 w 168"/>
                    <a:gd name="T27" fmla="*/ 121 h 489"/>
                    <a:gd name="T28" fmla="*/ 0 w 168"/>
                    <a:gd name="T29" fmla="*/ 245 h 489"/>
                    <a:gd name="T30" fmla="*/ 0 w 168"/>
                    <a:gd name="T31" fmla="*/ 366 h 489"/>
                    <a:gd name="T32" fmla="*/ 0 w 168"/>
                    <a:gd name="T33" fmla="*/ 489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68" h="489">
                      <a:moveTo>
                        <a:pt x="0" y="489"/>
                      </a:moveTo>
                      <a:lnTo>
                        <a:pt x="42" y="489"/>
                      </a:lnTo>
                      <a:lnTo>
                        <a:pt x="85" y="489"/>
                      </a:lnTo>
                      <a:lnTo>
                        <a:pt x="126" y="489"/>
                      </a:lnTo>
                      <a:lnTo>
                        <a:pt x="168" y="489"/>
                      </a:lnTo>
                      <a:lnTo>
                        <a:pt x="168" y="366"/>
                      </a:lnTo>
                      <a:lnTo>
                        <a:pt x="168" y="245"/>
                      </a:lnTo>
                      <a:lnTo>
                        <a:pt x="168" y="121"/>
                      </a:lnTo>
                      <a:lnTo>
                        <a:pt x="168" y="0"/>
                      </a:lnTo>
                      <a:lnTo>
                        <a:pt x="126" y="0"/>
                      </a:lnTo>
                      <a:lnTo>
                        <a:pt x="85" y="0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21"/>
                      </a:lnTo>
                      <a:lnTo>
                        <a:pt x="0" y="245"/>
                      </a:lnTo>
                      <a:lnTo>
                        <a:pt x="0" y="366"/>
                      </a:lnTo>
                      <a:lnTo>
                        <a:pt x="0" y="489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43515C"/>
                    </a:gs>
                    <a:gs pos="0">
                      <a:srgbClr val="A2ABB0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292" name="Group 291">
                  <a:extLst>
                    <a:ext uri="{FF2B5EF4-FFF2-40B4-BE49-F238E27FC236}">
                      <a16:creationId xmlns:a16="http://schemas.microsoft.com/office/drawing/2014/main" id="{A5974D96-17DE-BC91-1215-69A7E9F01A70}"/>
                    </a:ext>
                  </a:extLst>
                </p:cNvPr>
                <p:cNvGrpSpPr/>
                <p:nvPr/>
              </p:nvGrpSpPr>
              <p:grpSpPr>
                <a:xfrm>
                  <a:off x="5706103" y="2115467"/>
                  <a:ext cx="434199" cy="349281"/>
                  <a:chOff x="5538860" y="1802873"/>
                  <a:chExt cx="434199" cy="349281"/>
                </a:xfrm>
              </p:grpSpPr>
              <p:sp>
                <p:nvSpPr>
                  <p:cNvPr id="296" name="Freeform 49">
                    <a:extLst>
                      <a:ext uri="{FF2B5EF4-FFF2-40B4-BE49-F238E27FC236}">
                        <a16:creationId xmlns:a16="http://schemas.microsoft.com/office/drawing/2014/main" id="{C25219E3-3B0B-8E85-4632-55C25F8C6E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3747848" flipH="1">
                    <a:off x="5526867" y="1936726"/>
                    <a:ext cx="243001" cy="69216"/>
                  </a:xfrm>
                  <a:custGeom>
                    <a:avLst/>
                    <a:gdLst>
                      <a:gd name="T0" fmla="*/ 0 w 653"/>
                      <a:gd name="T1" fmla="*/ 186 h 186"/>
                      <a:gd name="T2" fmla="*/ 162 w 653"/>
                      <a:gd name="T3" fmla="*/ 186 h 186"/>
                      <a:gd name="T4" fmla="*/ 326 w 653"/>
                      <a:gd name="T5" fmla="*/ 186 h 186"/>
                      <a:gd name="T6" fmla="*/ 489 w 653"/>
                      <a:gd name="T7" fmla="*/ 186 h 186"/>
                      <a:gd name="T8" fmla="*/ 653 w 653"/>
                      <a:gd name="T9" fmla="*/ 186 h 186"/>
                      <a:gd name="T10" fmla="*/ 653 w 653"/>
                      <a:gd name="T11" fmla="*/ 164 h 186"/>
                      <a:gd name="T12" fmla="*/ 653 w 653"/>
                      <a:gd name="T13" fmla="*/ 141 h 186"/>
                      <a:gd name="T14" fmla="*/ 653 w 653"/>
                      <a:gd name="T15" fmla="*/ 117 h 186"/>
                      <a:gd name="T16" fmla="*/ 653 w 653"/>
                      <a:gd name="T17" fmla="*/ 95 h 186"/>
                      <a:gd name="T18" fmla="*/ 489 w 653"/>
                      <a:gd name="T19" fmla="*/ 72 h 186"/>
                      <a:gd name="T20" fmla="*/ 326 w 653"/>
                      <a:gd name="T21" fmla="*/ 48 h 186"/>
                      <a:gd name="T22" fmla="*/ 162 w 653"/>
                      <a:gd name="T23" fmla="*/ 24 h 186"/>
                      <a:gd name="T24" fmla="*/ 0 w 653"/>
                      <a:gd name="T25" fmla="*/ 0 h 186"/>
                      <a:gd name="T26" fmla="*/ 0 w 653"/>
                      <a:gd name="T27" fmla="*/ 46 h 186"/>
                      <a:gd name="T28" fmla="*/ 0 w 653"/>
                      <a:gd name="T29" fmla="*/ 93 h 186"/>
                      <a:gd name="T30" fmla="*/ 0 w 653"/>
                      <a:gd name="T31" fmla="*/ 141 h 186"/>
                      <a:gd name="T32" fmla="*/ 0 w 653"/>
                      <a:gd name="T33" fmla="*/ 186 h 1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53" h="186">
                        <a:moveTo>
                          <a:pt x="0" y="186"/>
                        </a:moveTo>
                        <a:lnTo>
                          <a:pt x="162" y="186"/>
                        </a:lnTo>
                        <a:lnTo>
                          <a:pt x="326" y="186"/>
                        </a:lnTo>
                        <a:lnTo>
                          <a:pt x="489" y="186"/>
                        </a:lnTo>
                        <a:lnTo>
                          <a:pt x="653" y="186"/>
                        </a:lnTo>
                        <a:lnTo>
                          <a:pt x="653" y="164"/>
                        </a:lnTo>
                        <a:lnTo>
                          <a:pt x="653" y="141"/>
                        </a:lnTo>
                        <a:lnTo>
                          <a:pt x="653" y="117"/>
                        </a:lnTo>
                        <a:lnTo>
                          <a:pt x="653" y="95"/>
                        </a:lnTo>
                        <a:lnTo>
                          <a:pt x="489" y="72"/>
                        </a:lnTo>
                        <a:lnTo>
                          <a:pt x="326" y="48"/>
                        </a:lnTo>
                        <a:lnTo>
                          <a:pt x="162" y="24"/>
                        </a:lnTo>
                        <a:lnTo>
                          <a:pt x="0" y="0"/>
                        </a:lnTo>
                        <a:lnTo>
                          <a:pt x="0" y="46"/>
                        </a:lnTo>
                        <a:lnTo>
                          <a:pt x="0" y="93"/>
                        </a:lnTo>
                        <a:lnTo>
                          <a:pt x="0" y="141"/>
                        </a:lnTo>
                        <a:lnTo>
                          <a:pt x="0" y="186"/>
                        </a:lnTo>
                        <a:close/>
                      </a:path>
                    </a:pathLst>
                  </a:custGeom>
                  <a:solidFill>
                    <a:srgbClr val="459F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97" name="Group 296">
                    <a:extLst>
                      <a:ext uri="{FF2B5EF4-FFF2-40B4-BE49-F238E27FC236}">
                        <a16:creationId xmlns:a16="http://schemas.microsoft.com/office/drawing/2014/main" id="{B627D84E-3533-6272-18C4-E0355F1BE1ED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715241" y="2017815"/>
                    <a:ext cx="149580" cy="134339"/>
                    <a:chOff x="7984047" y="2471465"/>
                    <a:chExt cx="119303" cy="107147"/>
                  </a:xfrm>
                </p:grpSpPr>
                <p:sp>
                  <p:nvSpPr>
                    <p:cNvPr id="305" name="Freeform 50">
                      <a:extLst>
                        <a:ext uri="{FF2B5EF4-FFF2-40B4-BE49-F238E27FC236}">
                          <a16:creationId xmlns:a16="http://schemas.microsoft.com/office/drawing/2014/main" id="{83E4CC7B-8E6C-CB9B-8883-96431D956DA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667891">
                      <a:off x="7984047" y="2471465"/>
                      <a:ext cx="85184" cy="107147"/>
                    </a:xfrm>
                    <a:custGeom>
                      <a:avLst/>
                      <a:gdLst>
                        <a:gd name="T0" fmla="*/ 192 w 287"/>
                        <a:gd name="T1" fmla="*/ 0 h 361"/>
                        <a:gd name="T2" fmla="*/ 142 w 287"/>
                        <a:gd name="T3" fmla="*/ 83 h 361"/>
                        <a:gd name="T4" fmla="*/ 95 w 287"/>
                        <a:gd name="T5" fmla="*/ 166 h 361"/>
                        <a:gd name="T6" fmla="*/ 47 w 287"/>
                        <a:gd name="T7" fmla="*/ 252 h 361"/>
                        <a:gd name="T8" fmla="*/ 0 w 287"/>
                        <a:gd name="T9" fmla="*/ 335 h 361"/>
                        <a:gd name="T10" fmla="*/ 9 w 287"/>
                        <a:gd name="T11" fmla="*/ 342 h 361"/>
                        <a:gd name="T12" fmla="*/ 21 w 287"/>
                        <a:gd name="T13" fmla="*/ 347 h 361"/>
                        <a:gd name="T14" fmla="*/ 33 w 287"/>
                        <a:gd name="T15" fmla="*/ 354 h 361"/>
                        <a:gd name="T16" fmla="*/ 45 w 287"/>
                        <a:gd name="T17" fmla="*/ 361 h 361"/>
                        <a:gd name="T18" fmla="*/ 107 w 287"/>
                        <a:gd name="T19" fmla="*/ 285 h 361"/>
                        <a:gd name="T20" fmla="*/ 166 w 287"/>
                        <a:gd name="T21" fmla="*/ 209 h 361"/>
                        <a:gd name="T22" fmla="*/ 228 w 287"/>
                        <a:gd name="T23" fmla="*/ 133 h 361"/>
                        <a:gd name="T24" fmla="*/ 287 w 287"/>
                        <a:gd name="T25" fmla="*/ 55 h 361"/>
                        <a:gd name="T26" fmla="*/ 264 w 287"/>
                        <a:gd name="T27" fmla="*/ 43 h 361"/>
                        <a:gd name="T28" fmla="*/ 240 w 287"/>
                        <a:gd name="T29" fmla="*/ 28 h 361"/>
                        <a:gd name="T30" fmla="*/ 216 w 287"/>
                        <a:gd name="T31" fmla="*/ 14 h 361"/>
                        <a:gd name="T32" fmla="*/ 192 w 287"/>
                        <a:gd name="T33" fmla="*/ 0 h 3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287" h="361">
                          <a:moveTo>
                            <a:pt x="192" y="0"/>
                          </a:moveTo>
                          <a:lnTo>
                            <a:pt x="142" y="83"/>
                          </a:lnTo>
                          <a:lnTo>
                            <a:pt x="95" y="166"/>
                          </a:lnTo>
                          <a:lnTo>
                            <a:pt x="47" y="252"/>
                          </a:lnTo>
                          <a:lnTo>
                            <a:pt x="0" y="335"/>
                          </a:lnTo>
                          <a:lnTo>
                            <a:pt x="9" y="342"/>
                          </a:lnTo>
                          <a:lnTo>
                            <a:pt x="21" y="347"/>
                          </a:lnTo>
                          <a:lnTo>
                            <a:pt x="33" y="354"/>
                          </a:lnTo>
                          <a:lnTo>
                            <a:pt x="45" y="361"/>
                          </a:lnTo>
                          <a:lnTo>
                            <a:pt x="107" y="285"/>
                          </a:lnTo>
                          <a:lnTo>
                            <a:pt x="166" y="209"/>
                          </a:lnTo>
                          <a:lnTo>
                            <a:pt x="228" y="133"/>
                          </a:lnTo>
                          <a:lnTo>
                            <a:pt x="287" y="55"/>
                          </a:lnTo>
                          <a:lnTo>
                            <a:pt x="264" y="43"/>
                          </a:lnTo>
                          <a:lnTo>
                            <a:pt x="240" y="28"/>
                          </a:lnTo>
                          <a:lnTo>
                            <a:pt x="216" y="14"/>
                          </a:lnTo>
                          <a:lnTo>
                            <a:pt x="192" y="0"/>
                          </a:lnTo>
                          <a:close/>
                        </a:path>
                      </a:pathLst>
                    </a:custGeom>
                    <a:solidFill>
                      <a:srgbClr val="459FED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6" name="Freeform 51">
                      <a:extLst>
                        <a:ext uri="{FF2B5EF4-FFF2-40B4-BE49-F238E27FC236}">
                          <a16:creationId xmlns:a16="http://schemas.microsoft.com/office/drawing/2014/main" id="{8C083E0F-1D47-6E45-0DC4-7CC97385EC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8059126" y="2473375"/>
                      <a:ext cx="43927" cy="44521"/>
                    </a:xfrm>
                    <a:custGeom>
                      <a:avLst/>
                      <a:gdLst>
                        <a:gd name="T0" fmla="*/ 0 w 62"/>
                        <a:gd name="T1" fmla="*/ 31 h 63"/>
                        <a:gd name="T2" fmla="*/ 2 w 62"/>
                        <a:gd name="T3" fmla="*/ 44 h 63"/>
                        <a:gd name="T4" fmla="*/ 9 w 62"/>
                        <a:gd name="T5" fmla="*/ 53 h 63"/>
                        <a:gd name="T6" fmla="*/ 19 w 62"/>
                        <a:gd name="T7" fmla="*/ 60 h 63"/>
                        <a:gd name="T8" fmla="*/ 31 w 62"/>
                        <a:gd name="T9" fmla="*/ 63 h 63"/>
                        <a:gd name="T10" fmla="*/ 43 w 62"/>
                        <a:gd name="T11" fmla="*/ 60 h 63"/>
                        <a:gd name="T12" fmla="*/ 53 w 62"/>
                        <a:gd name="T13" fmla="*/ 53 h 63"/>
                        <a:gd name="T14" fmla="*/ 59 w 62"/>
                        <a:gd name="T15" fmla="*/ 44 h 63"/>
                        <a:gd name="T16" fmla="*/ 62 w 62"/>
                        <a:gd name="T17" fmla="*/ 31 h 63"/>
                        <a:gd name="T18" fmla="*/ 59 w 62"/>
                        <a:gd name="T19" fmla="*/ 19 h 63"/>
                        <a:gd name="T20" fmla="*/ 53 w 62"/>
                        <a:gd name="T21" fmla="*/ 9 h 63"/>
                        <a:gd name="T22" fmla="*/ 43 w 62"/>
                        <a:gd name="T23" fmla="*/ 3 h 63"/>
                        <a:gd name="T24" fmla="*/ 31 w 62"/>
                        <a:gd name="T25" fmla="*/ 0 h 63"/>
                        <a:gd name="T26" fmla="*/ 19 w 62"/>
                        <a:gd name="T27" fmla="*/ 3 h 63"/>
                        <a:gd name="T28" fmla="*/ 9 w 62"/>
                        <a:gd name="T29" fmla="*/ 9 h 63"/>
                        <a:gd name="T30" fmla="*/ 2 w 62"/>
                        <a:gd name="T31" fmla="*/ 19 h 63"/>
                        <a:gd name="T32" fmla="*/ 0 w 62"/>
                        <a:gd name="T33" fmla="*/ 31 h 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62" h="63">
                          <a:moveTo>
                            <a:pt x="0" y="31"/>
                          </a:moveTo>
                          <a:cubicBezTo>
                            <a:pt x="0" y="36"/>
                            <a:pt x="1" y="40"/>
                            <a:pt x="2" y="44"/>
                          </a:cubicBezTo>
                          <a:cubicBezTo>
                            <a:pt x="4" y="47"/>
                            <a:pt x="6" y="51"/>
                            <a:pt x="9" y="53"/>
                          </a:cubicBezTo>
                          <a:cubicBezTo>
                            <a:pt x="12" y="56"/>
                            <a:pt x="15" y="59"/>
                            <a:pt x="19" y="60"/>
                          </a:cubicBezTo>
                          <a:cubicBezTo>
                            <a:pt x="22" y="62"/>
                            <a:pt x="26" y="63"/>
                            <a:pt x="31" y="63"/>
                          </a:cubicBezTo>
                          <a:cubicBezTo>
                            <a:pt x="35" y="63"/>
                            <a:pt x="39" y="62"/>
                            <a:pt x="43" y="60"/>
                          </a:cubicBezTo>
                          <a:cubicBezTo>
                            <a:pt x="47" y="59"/>
                            <a:pt x="50" y="56"/>
                            <a:pt x="53" y="53"/>
                          </a:cubicBezTo>
                          <a:cubicBezTo>
                            <a:pt x="56" y="51"/>
                            <a:pt x="58" y="47"/>
                            <a:pt x="59" y="44"/>
                          </a:cubicBezTo>
                          <a:cubicBezTo>
                            <a:pt x="61" y="40"/>
                            <a:pt x="62" y="36"/>
                            <a:pt x="62" y="31"/>
                          </a:cubicBezTo>
                          <a:cubicBezTo>
                            <a:pt x="62" y="27"/>
                            <a:pt x="61" y="23"/>
                            <a:pt x="59" y="19"/>
                          </a:cubicBezTo>
                          <a:cubicBezTo>
                            <a:pt x="58" y="16"/>
                            <a:pt x="56" y="12"/>
                            <a:pt x="53" y="9"/>
                          </a:cubicBezTo>
                          <a:cubicBezTo>
                            <a:pt x="50" y="7"/>
                            <a:pt x="47" y="4"/>
                            <a:pt x="43" y="3"/>
                          </a:cubicBezTo>
                          <a:cubicBezTo>
                            <a:pt x="39" y="1"/>
                            <a:pt x="35" y="0"/>
                            <a:pt x="31" y="0"/>
                          </a:cubicBezTo>
                          <a:cubicBezTo>
                            <a:pt x="26" y="0"/>
                            <a:pt x="22" y="1"/>
                            <a:pt x="19" y="3"/>
                          </a:cubicBezTo>
                          <a:cubicBezTo>
                            <a:pt x="15" y="4"/>
                            <a:pt x="12" y="7"/>
                            <a:pt x="9" y="9"/>
                          </a:cubicBezTo>
                          <a:cubicBezTo>
                            <a:pt x="6" y="12"/>
                            <a:pt x="4" y="16"/>
                            <a:pt x="2" y="19"/>
                          </a:cubicBezTo>
                          <a:cubicBezTo>
                            <a:pt x="1" y="23"/>
                            <a:pt x="0" y="27"/>
                            <a:pt x="0" y="31"/>
                          </a:cubicBezTo>
                          <a:close/>
                        </a:path>
                      </a:pathLst>
                    </a:custGeom>
                    <a:solidFill>
                      <a:srgbClr val="4FB7F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98" name="Freeform 52">
                    <a:extLst>
                      <a:ext uri="{FF2B5EF4-FFF2-40B4-BE49-F238E27FC236}">
                        <a16:creationId xmlns:a16="http://schemas.microsoft.com/office/drawing/2014/main" id="{5BB49996-1AC0-DF32-08C9-FF4C99CB7E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21575638" flipH="1">
                    <a:off x="5620653" y="1808885"/>
                    <a:ext cx="243746" cy="69216"/>
                  </a:xfrm>
                  <a:custGeom>
                    <a:avLst/>
                    <a:gdLst>
                      <a:gd name="T0" fmla="*/ 655 w 655"/>
                      <a:gd name="T1" fmla="*/ 186 h 186"/>
                      <a:gd name="T2" fmla="*/ 491 w 655"/>
                      <a:gd name="T3" fmla="*/ 186 h 186"/>
                      <a:gd name="T4" fmla="*/ 327 w 655"/>
                      <a:gd name="T5" fmla="*/ 186 h 186"/>
                      <a:gd name="T6" fmla="*/ 164 w 655"/>
                      <a:gd name="T7" fmla="*/ 186 h 186"/>
                      <a:gd name="T8" fmla="*/ 0 w 655"/>
                      <a:gd name="T9" fmla="*/ 186 h 186"/>
                      <a:gd name="T10" fmla="*/ 0 w 655"/>
                      <a:gd name="T11" fmla="*/ 164 h 186"/>
                      <a:gd name="T12" fmla="*/ 0 w 655"/>
                      <a:gd name="T13" fmla="*/ 141 h 186"/>
                      <a:gd name="T14" fmla="*/ 0 w 655"/>
                      <a:gd name="T15" fmla="*/ 117 h 186"/>
                      <a:gd name="T16" fmla="*/ 0 w 655"/>
                      <a:gd name="T17" fmla="*/ 95 h 186"/>
                      <a:gd name="T18" fmla="*/ 164 w 655"/>
                      <a:gd name="T19" fmla="*/ 72 h 186"/>
                      <a:gd name="T20" fmla="*/ 327 w 655"/>
                      <a:gd name="T21" fmla="*/ 48 h 186"/>
                      <a:gd name="T22" fmla="*/ 491 w 655"/>
                      <a:gd name="T23" fmla="*/ 24 h 186"/>
                      <a:gd name="T24" fmla="*/ 655 w 655"/>
                      <a:gd name="T25" fmla="*/ 0 h 186"/>
                      <a:gd name="T26" fmla="*/ 655 w 655"/>
                      <a:gd name="T27" fmla="*/ 46 h 186"/>
                      <a:gd name="T28" fmla="*/ 655 w 655"/>
                      <a:gd name="T29" fmla="*/ 93 h 186"/>
                      <a:gd name="T30" fmla="*/ 655 w 655"/>
                      <a:gd name="T31" fmla="*/ 141 h 186"/>
                      <a:gd name="T32" fmla="*/ 655 w 655"/>
                      <a:gd name="T33" fmla="*/ 186 h 1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55" h="186">
                        <a:moveTo>
                          <a:pt x="655" y="186"/>
                        </a:moveTo>
                        <a:lnTo>
                          <a:pt x="491" y="186"/>
                        </a:lnTo>
                        <a:lnTo>
                          <a:pt x="327" y="186"/>
                        </a:lnTo>
                        <a:lnTo>
                          <a:pt x="164" y="186"/>
                        </a:lnTo>
                        <a:lnTo>
                          <a:pt x="0" y="186"/>
                        </a:lnTo>
                        <a:lnTo>
                          <a:pt x="0" y="164"/>
                        </a:lnTo>
                        <a:lnTo>
                          <a:pt x="0" y="141"/>
                        </a:lnTo>
                        <a:lnTo>
                          <a:pt x="0" y="117"/>
                        </a:lnTo>
                        <a:lnTo>
                          <a:pt x="0" y="95"/>
                        </a:lnTo>
                        <a:lnTo>
                          <a:pt x="164" y="72"/>
                        </a:lnTo>
                        <a:lnTo>
                          <a:pt x="327" y="48"/>
                        </a:lnTo>
                        <a:lnTo>
                          <a:pt x="491" y="24"/>
                        </a:lnTo>
                        <a:lnTo>
                          <a:pt x="655" y="0"/>
                        </a:lnTo>
                        <a:lnTo>
                          <a:pt x="655" y="46"/>
                        </a:lnTo>
                        <a:lnTo>
                          <a:pt x="655" y="93"/>
                        </a:lnTo>
                        <a:lnTo>
                          <a:pt x="655" y="141"/>
                        </a:lnTo>
                        <a:lnTo>
                          <a:pt x="655" y="186"/>
                        </a:lnTo>
                        <a:close/>
                      </a:path>
                    </a:pathLst>
                  </a:custGeom>
                  <a:solidFill>
                    <a:srgbClr val="459F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99" name="Group 298">
                    <a:extLst>
                      <a:ext uri="{FF2B5EF4-FFF2-40B4-BE49-F238E27FC236}">
                        <a16:creationId xmlns:a16="http://schemas.microsoft.com/office/drawing/2014/main" id="{DCEAB507-0DAE-F328-9E53-9181E97795B7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830091" y="1839625"/>
                    <a:ext cx="142968" cy="137072"/>
                    <a:chOff x="7832358" y="2256295"/>
                    <a:chExt cx="114029" cy="109327"/>
                  </a:xfrm>
                </p:grpSpPr>
                <p:sp>
                  <p:nvSpPr>
                    <p:cNvPr id="303" name="Freeform 53">
                      <a:extLst>
                        <a:ext uri="{FF2B5EF4-FFF2-40B4-BE49-F238E27FC236}">
                          <a16:creationId xmlns:a16="http://schemas.microsoft.com/office/drawing/2014/main" id="{D0E3E01F-ABD7-5F8B-6142-B6C4DD659C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7853729" y="2274205"/>
                      <a:ext cx="70046" cy="112787"/>
                    </a:xfrm>
                    <a:custGeom>
                      <a:avLst/>
                      <a:gdLst>
                        <a:gd name="T0" fmla="*/ 103 w 236"/>
                        <a:gd name="T1" fmla="*/ 0 h 380"/>
                        <a:gd name="T2" fmla="*/ 136 w 236"/>
                        <a:gd name="T3" fmla="*/ 90 h 380"/>
                        <a:gd name="T4" fmla="*/ 169 w 236"/>
                        <a:gd name="T5" fmla="*/ 181 h 380"/>
                        <a:gd name="T6" fmla="*/ 202 w 236"/>
                        <a:gd name="T7" fmla="*/ 271 h 380"/>
                        <a:gd name="T8" fmla="*/ 236 w 236"/>
                        <a:gd name="T9" fmla="*/ 361 h 380"/>
                        <a:gd name="T10" fmla="*/ 221 w 236"/>
                        <a:gd name="T11" fmla="*/ 366 h 380"/>
                        <a:gd name="T12" fmla="*/ 209 w 236"/>
                        <a:gd name="T13" fmla="*/ 371 h 380"/>
                        <a:gd name="T14" fmla="*/ 198 w 236"/>
                        <a:gd name="T15" fmla="*/ 375 h 380"/>
                        <a:gd name="T16" fmla="*/ 183 w 236"/>
                        <a:gd name="T17" fmla="*/ 380 h 380"/>
                        <a:gd name="T18" fmla="*/ 138 w 236"/>
                        <a:gd name="T19" fmla="*/ 295 h 380"/>
                        <a:gd name="T20" fmla="*/ 93 w 236"/>
                        <a:gd name="T21" fmla="*/ 209 h 380"/>
                        <a:gd name="T22" fmla="*/ 46 w 236"/>
                        <a:gd name="T23" fmla="*/ 124 h 380"/>
                        <a:gd name="T24" fmla="*/ 0 w 236"/>
                        <a:gd name="T25" fmla="*/ 38 h 380"/>
                        <a:gd name="T26" fmla="*/ 27 w 236"/>
                        <a:gd name="T27" fmla="*/ 29 h 380"/>
                        <a:gd name="T28" fmla="*/ 50 w 236"/>
                        <a:gd name="T29" fmla="*/ 19 h 380"/>
                        <a:gd name="T30" fmla="*/ 76 w 236"/>
                        <a:gd name="T31" fmla="*/ 10 h 380"/>
                        <a:gd name="T32" fmla="*/ 103 w 236"/>
                        <a:gd name="T33" fmla="*/ 0 h 38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236" h="380">
                          <a:moveTo>
                            <a:pt x="103" y="0"/>
                          </a:moveTo>
                          <a:lnTo>
                            <a:pt x="136" y="90"/>
                          </a:lnTo>
                          <a:lnTo>
                            <a:pt x="169" y="181"/>
                          </a:lnTo>
                          <a:lnTo>
                            <a:pt x="202" y="271"/>
                          </a:lnTo>
                          <a:lnTo>
                            <a:pt x="236" y="361"/>
                          </a:lnTo>
                          <a:lnTo>
                            <a:pt x="221" y="366"/>
                          </a:lnTo>
                          <a:lnTo>
                            <a:pt x="209" y="371"/>
                          </a:lnTo>
                          <a:lnTo>
                            <a:pt x="198" y="375"/>
                          </a:lnTo>
                          <a:lnTo>
                            <a:pt x="183" y="380"/>
                          </a:lnTo>
                          <a:lnTo>
                            <a:pt x="138" y="295"/>
                          </a:lnTo>
                          <a:lnTo>
                            <a:pt x="93" y="209"/>
                          </a:lnTo>
                          <a:lnTo>
                            <a:pt x="46" y="124"/>
                          </a:lnTo>
                          <a:lnTo>
                            <a:pt x="0" y="38"/>
                          </a:lnTo>
                          <a:lnTo>
                            <a:pt x="27" y="29"/>
                          </a:lnTo>
                          <a:lnTo>
                            <a:pt x="50" y="19"/>
                          </a:lnTo>
                          <a:lnTo>
                            <a:pt x="76" y="10"/>
                          </a:lnTo>
                          <a:lnTo>
                            <a:pt x="103" y="0"/>
                          </a:lnTo>
                          <a:close/>
                        </a:path>
                      </a:pathLst>
                    </a:custGeom>
                    <a:solidFill>
                      <a:srgbClr val="459FED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4" name="Freeform 54">
                      <a:extLst>
                        <a:ext uri="{FF2B5EF4-FFF2-40B4-BE49-F238E27FC236}">
                          <a16:creationId xmlns:a16="http://schemas.microsoft.com/office/drawing/2014/main" id="{BD65BD54-5C91-F02D-621C-18C3397222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7901866" y="2256295"/>
                      <a:ext cx="44521" cy="44521"/>
                    </a:xfrm>
                    <a:custGeom>
                      <a:avLst/>
                      <a:gdLst>
                        <a:gd name="T0" fmla="*/ 63 w 63"/>
                        <a:gd name="T1" fmla="*/ 31 h 63"/>
                        <a:gd name="T2" fmla="*/ 60 w 63"/>
                        <a:gd name="T3" fmla="*/ 44 h 63"/>
                        <a:gd name="T4" fmla="*/ 54 w 63"/>
                        <a:gd name="T5" fmla="*/ 53 h 63"/>
                        <a:gd name="T6" fmla="*/ 44 w 63"/>
                        <a:gd name="T7" fmla="*/ 60 h 63"/>
                        <a:gd name="T8" fmla="*/ 32 w 63"/>
                        <a:gd name="T9" fmla="*/ 63 h 63"/>
                        <a:gd name="T10" fmla="*/ 19 w 63"/>
                        <a:gd name="T11" fmla="*/ 60 h 63"/>
                        <a:gd name="T12" fmla="*/ 10 w 63"/>
                        <a:gd name="T13" fmla="*/ 53 h 63"/>
                        <a:gd name="T14" fmla="*/ 3 w 63"/>
                        <a:gd name="T15" fmla="*/ 44 h 63"/>
                        <a:gd name="T16" fmla="*/ 0 w 63"/>
                        <a:gd name="T17" fmla="*/ 31 h 63"/>
                        <a:gd name="T18" fmla="*/ 3 w 63"/>
                        <a:gd name="T19" fmla="*/ 19 h 63"/>
                        <a:gd name="T20" fmla="*/ 10 w 63"/>
                        <a:gd name="T21" fmla="*/ 9 h 63"/>
                        <a:gd name="T22" fmla="*/ 19 w 63"/>
                        <a:gd name="T23" fmla="*/ 3 h 63"/>
                        <a:gd name="T24" fmla="*/ 32 w 63"/>
                        <a:gd name="T25" fmla="*/ 0 h 63"/>
                        <a:gd name="T26" fmla="*/ 44 w 63"/>
                        <a:gd name="T27" fmla="*/ 3 h 63"/>
                        <a:gd name="T28" fmla="*/ 54 w 63"/>
                        <a:gd name="T29" fmla="*/ 9 h 63"/>
                        <a:gd name="T30" fmla="*/ 60 w 63"/>
                        <a:gd name="T31" fmla="*/ 19 h 63"/>
                        <a:gd name="T32" fmla="*/ 63 w 63"/>
                        <a:gd name="T33" fmla="*/ 31 h 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63" h="63">
                          <a:moveTo>
                            <a:pt x="63" y="31"/>
                          </a:moveTo>
                          <a:cubicBezTo>
                            <a:pt x="63" y="36"/>
                            <a:pt x="62" y="40"/>
                            <a:pt x="60" y="44"/>
                          </a:cubicBezTo>
                          <a:cubicBezTo>
                            <a:pt x="59" y="47"/>
                            <a:pt x="56" y="51"/>
                            <a:pt x="54" y="53"/>
                          </a:cubicBezTo>
                          <a:cubicBezTo>
                            <a:pt x="51" y="56"/>
                            <a:pt x="47" y="59"/>
                            <a:pt x="44" y="60"/>
                          </a:cubicBezTo>
                          <a:cubicBezTo>
                            <a:pt x="40" y="62"/>
                            <a:pt x="36" y="63"/>
                            <a:pt x="32" y="63"/>
                          </a:cubicBezTo>
                          <a:cubicBezTo>
                            <a:pt x="27" y="63"/>
                            <a:pt x="23" y="62"/>
                            <a:pt x="19" y="60"/>
                          </a:cubicBezTo>
                          <a:cubicBezTo>
                            <a:pt x="16" y="59"/>
                            <a:pt x="12" y="56"/>
                            <a:pt x="10" y="53"/>
                          </a:cubicBezTo>
                          <a:cubicBezTo>
                            <a:pt x="7" y="51"/>
                            <a:pt x="4" y="47"/>
                            <a:pt x="3" y="44"/>
                          </a:cubicBezTo>
                          <a:cubicBezTo>
                            <a:pt x="1" y="40"/>
                            <a:pt x="0" y="36"/>
                            <a:pt x="0" y="31"/>
                          </a:cubicBezTo>
                          <a:cubicBezTo>
                            <a:pt x="0" y="27"/>
                            <a:pt x="1" y="23"/>
                            <a:pt x="3" y="19"/>
                          </a:cubicBezTo>
                          <a:cubicBezTo>
                            <a:pt x="4" y="16"/>
                            <a:pt x="7" y="12"/>
                            <a:pt x="10" y="9"/>
                          </a:cubicBezTo>
                          <a:cubicBezTo>
                            <a:pt x="12" y="7"/>
                            <a:pt x="16" y="4"/>
                            <a:pt x="19" y="3"/>
                          </a:cubicBezTo>
                          <a:cubicBezTo>
                            <a:pt x="23" y="1"/>
                            <a:pt x="27" y="0"/>
                            <a:pt x="32" y="0"/>
                          </a:cubicBezTo>
                          <a:cubicBezTo>
                            <a:pt x="36" y="0"/>
                            <a:pt x="40" y="1"/>
                            <a:pt x="44" y="3"/>
                          </a:cubicBezTo>
                          <a:cubicBezTo>
                            <a:pt x="47" y="4"/>
                            <a:pt x="51" y="7"/>
                            <a:pt x="54" y="9"/>
                          </a:cubicBezTo>
                          <a:cubicBezTo>
                            <a:pt x="56" y="12"/>
                            <a:pt x="59" y="16"/>
                            <a:pt x="60" y="19"/>
                          </a:cubicBezTo>
                          <a:cubicBezTo>
                            <a:pt x="62" y="23"/>
                            <a:pt x="63" y="27"/>
                            <a:pt x="63" y="31"/>
                          </a:cubicBezTo>
                          <a:close/>
                        </a:path>
                      </a:pathLst>
                    </a:custGeom>
                    <a:solidFill>
                      <a:srgbClr val="4FB7F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00" name="Group 299">
                    <a:extLst>
                      <a:ext uri="{FF2B5EF4-FFF2-40B4-BE49-F238E27FC236}">
                        <a16:creationId xmlns:a16="http://schemas.microsoft.com/office/drawing/2014/main" id="{9BB600EB-4C98-9D19-A9EB-09BF47BF236D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538860" y="1802873"/>
                    <a:ext cx="154062" cy="153690"/>
                    <a:chOff x="7993062" y="2322402"/>
                    <a:chExt cx="122878" cy="122581"/>
                  </a:xfrm>
                </p:grpSpPr>
                <p:sp>
                  <p:nvSpPr>
                    <p:cNvPr id="301" name="Freeform 57">
                      <a:extLst>
                        <a:ext uri="{FF2B5EF4-FFF2-40B4-BE49-F238E27FC236}">
                          <a16:creationId xmlns:a16="http://schemas.microsoft.com/office/drawing/2014/main" id="{3E809AE6-6C2E-0BAB-DE8F-7E238E973F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7993210" y="2322254"/>
                      <a:ext cx="122581" cy="122878"/>
                    </a:xfrm>
                    <a:custGeom>
                      <a:avLst/>
                      <a:gdLst>
                        <a:gd name="T0" fmla="*/ 0 w 174"/>
                        <a:gd name="T1" fmla="*/ 87 h 174"/>
                        <a:gd name="T2" fmla="*/ 6 w 174"/>
                        <a:gd name="T3" fmla="*/ 121 h 174"/>
                        <a:gd name="T4" fmla="*/ 25 w 174"/>
                        <a:gd name="T5" fmla="*/ 149 h 174"/>
                        <a:gd name="T6" fmla="*/ 53 w 174"/>
                        <a:gd name="T7" fmla="*/ 167 h 174"/>
                        <a:gd name="T8" fmla="*/ 87 w 174"/>
                        <a:gd name="T9" fmla="*/ 174 h 174"/>
                        <a:gd name="T10" fmla="*/ 121 w 174"/>
                        <a:gd name="T11" fmla="*/ 167 h 174"/>
                        <a:gd name="T12" fmla="*/ 148 w 174"/>
                        <a:gd name="T13" fmla="*/ 149 h 174"/>
                        <a:gd name="T14" fmla="*/ 167 w 174"/>
                        <a:gd name="T15" fmla="*/ 121 h 174"/>
                        <a:gd name="T16" fmla="*/ 174 w 174"/>
                        <a:gd name="T17" fmla="*/ 87 h 174"/>
                        <a:gd name="T18" fmla="*/ 167 w 174"/>
                        <a:gd name="T19" fmla="*/ 53 h 174"/>
                        <a:gd name="T20" fmla="*/ 148 w 174"/>
                        <a:gd name="T21" fmla="*/ 25 h 174"/>
                        <a:gd name="T22" fmla="*/ 121 w 174"/>
                        <a:gd name="T23" fmla="*/ 7 h 174"/>
                        <a:gd name="T24" fmla="*/ 87 w 174"/>
                        <a:gd name="T25" fmla="*/ 0 h 174"/>
                        <a:gd name="T26" fmla="*/ 53 w 174"/>
                        <a:gd name="T27" fmla="*/ 7 h 174"/>
                        <a:gd name="T28" fmla="*/ 25 w 174"/>
                        <a:gd name="T29" fmla="*/ 25 h 174"/>
                        <a:gd name="T30" fmla="*/ 6 w 174"/>
                        <a:gd name="T31" fmla="*/ 53 h 174"/>
                        <a:gd name="T32" fmla="*/ 0 w 174"/>
                        <a:gd name="T33" fmla="*/ 87 h 17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174" h="174">
                          <a:moveTo>
                            <a:pt x="0" y="87"/>
                          </a:moveTo>
                          <a:cubicBezTo>
                            <a:pt x="0" y="99"/>
                            <a:pt x="2" y="110"/>
                            <a:pt x="6" y="121"/>
                          </a:cubicBezTo>
                          <a:cubicBezTo>
                            <a:pt x="11" y="131"/>
                            <a:pt x="17" y="141"/>
                            <a:pt x="25" y="149"/>
                          </a:cubicBezTo>
                          <a:cubicBezTo>
                            <a:pt x="33" y="156"/>
                            <a:pt x="42" y="163"/>
                            <a:pt x="53" y="167"/>
                          </a:cubicBezTo>
                          <a:cubicBezTo>
                            <a:pt x="63" y="172"/>
                            <a:pt x="75" y="174"/>
                            <a:pt x="87" y="174"/>
                          </a:cubicBezTo>
                          <a:cubicBezTo>
                            <a:pt x="99" y="174"/>
                            <a:pt x="110" y="172"/>
                            <a:pt x="121" y="167"/>
                          </a:cubicBezTo>
                          <a:cubicBezTo>
                            <a:pt x="131" y="163"/>
                            <a:pt x="140" y="156"/>
                            <a:pt x="148" y="149"/>
                          </a:cubicBezTo>
                          <a:cubicBezTo>
                            <a:pt x="156" y="141"/>
                            <a:pt x="163" y="131"/>
                            <a:pt x="167" y="121"/>
                          </a:cubicBezTo>
                          <a:cubicBezTo>
                            <a:pt x="171" y="110"/>
                            <a:pt x="174" y="99"/>
                            <a:pt x="174" y="87"/>
                          </a:cubicBezTo>
                          <a:cubicBezTo>
                            <a:pt x="174" y="75"/>
                            <a:pt x="171" y="63"/>
                            <a:pt x="167" y="53"/>
                          </a:cubicBezTo>
                          <a:cubicBezTo>
                            <a:pt x="163" y="43"/>
                            <a:pt x="156" y="33"/>
                            <a:pt x="148" y="25"/>
                          </a:cubicBezTo>
                          <a:cubicBezTo>
                            <a:pt x="140" y="17"/>
                            <a:pt x="131" y="11"/>
                            <a:pt x="121" y="7"/>
                          </a:cubicBezTo>
                          <a:cubicBezTo>
                            <a:pt x="110" y="2"/>
                            <a:pt x="99" y="0"/>
                            <a:pt x="87" y="0"/>
                          </a:cubicBezTo>
                          <a:cubicBezTo>
                            <a:pt x="75" y="0"/>
                            <a:pt x="63" y="2"/>
                            <a:pt x="53" y="7"/>
                          </a:cubicBezTo>
                          <a:cubicBezTo>
                            <a:pt x="42" y="11"/>
                            <a:pt x="33" y="17"/>
                            <a:pt x="25" y="25"/>
                          </a:cubicBezTo>
                          <a:cubicBezTo>
                            <a:pt x="17" y="33"/>
                            <a:pt x="11" y="43"/>
                            <a:pt x="6" y="53"/>
                          </a:cubicBezTo>
                          <a:cubicBezTo>
                            <a:pt x="2" y="63"/>
                            <a:pt x="0" y="75"/>
                            <a:pt x="0" y="87"/>
                          </a:cubicBezTo>
                          <a:close/>
                        </a:path>
                      </a:pathLst>
                    </a:custGeom>
                    <a:solidFill>
                      <a:srgbClr val="4FB7F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2" name="Freeform 58">
                      <a:extLst>
                        <a:ext uri="{FF2B5EF4-FFF2-40B4-BE49-F238E27FC236}">
                          <a16:creationId xmlns:a16="http://schemas.microsoft.com/office/drawing/2014/main" id="{DD18F1FD-C15C-EA7E-AEE2-5377480CAEC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8031898" y="2363816"/>
                      <a:ext cx="40960" cy="40960"/>
                    </a:xfrm>
                    <a:custGeom>
                      <a:avLst/>
                      <a:gdLst>
                        <a:gd name="T0" fmla="*/ 0 w 58"/>
                        <a:gd name="T1" fmla="*/ 29 h 58"/>
                        <a:gd name="T2" fmla="*/ 2 w 58"/>
                        <a:gd name="T3" fmla="*/ 40 h 58"/>
                        <a:gd name="T4" fmla="*/ 9 w 58"/>
                        <a:gd name="T5" fmla="*/ 49 h 58"/>
                        <a:gd name="T6" fmla="*/ 18 w 58"/>
                        <a:gd name="T7" fmla="*/ 56 h 58"/>
                        <a:gd name="T8" fmla="*/ 29 w 58"/>
                        <a:gd name="T9" fmla="*/ 58 h 58"/>
                        <a:gd name="T10" fmla="*/ 40 w 58"/>
                        <a:gd name="T11" fmla="*/ 56 h 58"/>
                        <a:gd name="T12" fmla="*/ 49 w 58"/>
                        <a:gd name="T13" fmla="*/ 49 h 58"/>
                        <a:gd name="T14" fmla="*/ 56 w 58"/>
                        <a:gd name="T15" fmla="*/ 40 h 58"/>
                        <a:gd name="T16" fmla="*/ 58 w 58"/>
                        <a:gd name="T17" fmla="*/ 29 h 58"/>
                        <a:gd name="T18" fmla="*/ 56 w 58"/>
                        <a:gd name="T19" fmla="*/ 18 h 58"/>
                        <a:gd name="T20" fmla="*/ 49 w 58"/>
                        <a:gd name="T21" fmla="*/ 8 h 58"/>
                        <a:gd name="T22" fmla="*/ 40 w 58"/>
                        <a:gd name="T23" fmla="*/ 2 h 58"/>
                        <a:gd name="T24" fmla="*/ 29 w 58"/>
                        <a:gd name="T25" fmla="*/ 0 h 58"/>
                        <a:gd name="T26" fmla="*/ 18 w 58"/>
                        <a:gd name="T27" fmla="*/ 2 h 58"/>
                        <a:gd name="T28" fmla="*/ 9 w 58"/>
                        <a:gd name="T29" fmla="*/ 8 h 58"/>
                        <a:gd name="T30" fmla="*/ 2 w 58"/>
                        <a:gd name="T31" fmla="*/ 18 h 58"/>
                        <a:gd name="T32" fmla="*/ 0 w 58"/>
                        <a:gd name="T33" fmla="*/ 29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58" h="58">
                          <a:moveTo>
                            <a:pt x="0" y="29"/>
                          </a:moveTo>
                          <a:cubicBezTo>
                            <a:pt x="0" y="33"/>
                            <a:pt x="1" y="37"/>
                            <a:pt x="2" y="40"/>
                          </a:cubicBezTo>
                          <a:cubicBezTo>
                            <a:pt x="4" y="44"/>
                            <a:pt x="6" y="47"/>
                            <a:pt x="9" y="49"/>
                          </a:cubicBezTo>
                          <a:cubicBezTo>
                            <a:pt x="11" y="52"/>
                            <a:pt x="14" y="54"/>
                            <a:pt x="18" y="56"/>
                          </a:cubicBezTo>
                          <a:cubicBezTo>
                            <a:pt x="21" y="57"/>
                            <a:pt x="25" y="58"/>
                            <a:pt x="29" y="58"/>
                          </a:cubicBezTo>
                          <a:cubicBezTo>
                            <a:pt x="33" y="58"/>
                            <a:pt x="37" y="57"/>
                            <a:pt x="40" y="56"/>
                          </a:cubicBezTo>
                          <a:cubicBezTo>
                            <a:pt x="44" y="54"/>
                            <a:pt x="47" y="52"/>
                            <a:pt x="49" y="49"/>
                          </a:cubicBezTo>
                          <a:cubicBezTo>
                            <a:pt x="52" y="47"/>
                            <a:pt x="54" y="44"/>
                            <a:pt x="56" y="40"/>
                          </a:cubicBezTo>
                          <a:cubicBezTo>
                            <a:pt x="57" y="37"/>
                            <a:pt x="58" y="33"/>
                            <a:pt x="58" y="29"/>
                          </a:cubicBezTo>
                          <a:cubicBezTo>
                            <a:pt x="58" y="25"/>
                            <a:pt x="57" y="21"/>
                            <a:pt x="56" y="18"/>
                          </a:cubicBezTo>
                          <a:cubicBezTo>
                            <a:pt x="54" y="14"/>
                            <a:pt x="52" y="11"/>
                            <a:pt x="49" y="8"/>
                          </a:cubicBezTo>
                          <a:cubicBezTo>
                            <a:pt x="47" y="6"/>
                            <a:pt x="44" y="4"/>
                            <a:pt x="40" y="2"/>
                          </a:cubicBezTo>
                          <a:cubicBezTo>
                            <a:pt x="37" y="1"/>
                            <a:pt x="33" y="0"/>
                            <a:pt x="29" y="0"/>
                          </a:cubicBezTo>
                          <a:cubicBezTo>
                            <a:pt x="25" y="0"/>
                            <a:pt x="21" y="1"/>
                            <a:pt x="18" y="2"/>
                          </a:cubicBezTo>
                          <a:cubicBezTo>
                            <a:pt x="14" y="4"/>
                            <a:pt x="11" y="6"/>
                            <a:pt x="9" y="8"/>
                          </a:cubicBezTo>
                          <a:cubicBezTo>
                            <a:pt x="6" y="11"/>
                            <a:pt x="4" y="14"/>
                            <a:pt x="2" y="18"/>
                          </a:cubicBezTo>
                          <a:cubicBezTo>
                            <a:pt x="1" y="21"/>
                            <a:pt x="0" y="25"/>
                            <a:pt x="0" y="2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293" name="Group 292">
                  <a:extLst>
                    <a:ext uri="{FF2B5EF4-FFF2-40B4-BE49-F238E27FC236}">
                      <a16:creationId xmlns:a16="http://schemas.microsoft.com/office/drawing/2014/main" id="{F4DC106C-2723-54D5-0545-7AC25D2B99E1}"/>
                    </a:ext>
                  </a:extLst>
                </p:cNvPr>
                <p:cNvGrpSpPr/>
                <p:nvPr/>
              </p:nvGrpSpPr>
              <p:grpSpPr>
                <a:xfrm flipH="1">
                  <a:off x="5489289" y="2032088"/>
                  <a:ext cx="153690" cy="153690"/>
                  <a:chOff x="8151231" y="2430400"/>
                  <a:chExt cx="122581" cy="122581"/>
                </a:xfrm>
              </p:grpSpPr>
              <p:sp>
                <p:nvSpPr>
                  <p:cNvPr id="294" name="Freeform 56">
                    <a:extLst>
                      <a:ext uri="{FF2B5EF4-FFF2-40B4-BE49-F238E27FC236}">
                        <a16:creationId xmlns:a16="http://schemas.microsoft.com/office/drawing/2014/main" id="{0FABC3CE-6AF3-D2C7-B4E8-0165A150443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51231" y="2430400"/>
                    <a:ext cx="122581" cy="122581"/>
                  </a:xfrm>
                  <a:custGeom>
                    <a:avLst/>
                    <a:gdLst>
                      <a:gd name="T0" fmla="*/ 0 w 174"/>
                      <a:gd name="T1" fmla="*/ 87 h 174"/>
                      <a:gd name="T2" fmla="*/ 6 w 174"/>
                      <a:gd name="T3" fmla="*/ 121 h 174"/>
                      <a:gd name="T4" fmla="*/ 25 w 174"/>
                      <a:gd name="T5" fmla="*/ 148 h 174"/>
                      <a:gd name="T6" fmla="*/ 53 w 174"/>
                      <a:gd name="T7" fmla="*/ 167 h 174"/>
                      <a:gd name="T8" fmla="*/ 87 w 174"/>
                      <a:gd name="T9" fmla="*/ 174 h 174"/>
                      <a:gd name="T10" fmla="*/ 121 w 174"/>
                      <a:gd name="T11" fmla="*/ 167 h 174"/>
                      <a:gd name="T12" fmla="*/ 148 w 174"/>
                      <a:gd name="T13" fmla="*/ 148 h 174"/>
                      <a:gd name="T14" fmla="*/ 167 w 174"/>
                      <a:gd name="T15" fmla="*/ 121 h 174"/>
                      <a:gd name="T16" fmla="*/ 174 w 174"/>
                      <a:gd name="T17" fmla="*/ 87 h 174"/>
                      <a:gd name="T18" fmla="*/ 167 w 174"/>
                      <a:gd name="T19" fmla="*/ 53 h 174"/>
                      <a:gd name="T20" fmla="*/ 148 w 174"/>
                      <a:gd name="T21" fmla="*/ 25 h 174"/>
                      <a:gd name="T22" fmla="*/ 121 w 174"/>
                      <a:gd name="T23" fmla="*/ 6 h 174"/>
                      <a:gd name="T24" fmla="*/ 87 w 174"/>
                      <a:gd name="T25" fmla="*/ 0 h 174"/>
                      <a:gd name="T26" fmla="*/ 53 w 174"/>
                      <a:gd name="T27" fmla="*/ 6 h 174"/>
                      <a:gd name="T28" fmla="*/ 25 w 174"/>
                      <a:gd name="T29" fmla="*/ 25 h 174"/>
                      <a:gd name="T30" fmla="*/ 6 w 174"/>
                      <a:gd name="T31" fmla="*/ 53 h 174"/>
                      <a:gd name="T32" fmla="*/ 0 w 174"/>
                      <a:gd name="T33" fmla="*/ 87 h 17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74" h="174">
                        <a:moveTo>
                          <a:pt x="0" y="87"/>
                        </a:moveTo>
                        <a:cubicBezTo>
                          <a:pt x="0" y="99"/>
                          <a:pt x="2" y="110"/>
                          <a:pt x="6" y="121"/>
                        </a:cubicBezTo>
                        <a:cubicBezTo>
                          <a:pt x="11" y="131"/>
                          <a:pt x="17" y="140"/>
                          <a:pt x="25" y="148"/>
                        </a:cubicBezTo>
                        <a:cubicBezTo>
                          <a:pt x="33" y="156"/>
                          <a:pt x="42" y="162"/>
                          <a:pt x="53" y="167"/>
                        </a:cubicBezTo>
                        <a:cubicBezTo>
                          <a:pt x="63" y="171"/>
                          <a:pt x="75" y="174"/>
                          <a:pt x="87" y="174"/>
                        </a:cubicBezTo>
                        <a:cubicBezTo>
                          <a:pt x="99" y="174"/>
                          <a:pt x="110" y="171"/>
                          <a:pt x="121" y="167"/>
                        </a:cubicBezTo>
                        <a:cubicBezTo>
                          <a:pt x="131" y="162"/>
                          <a:pt x="140" y="156"/>
                          <a:pt x="148" y="148"/>
                        </a:cubicBezTo>
                        <a:cubicBezTo>
                          <a:pt x="156" y="140"/>
                          <a:pt x="163" y="131"/>
                          <a:pt x="167" y="121"/>
                        </a:cubicBezTo>
                        <a:cubicBezTo>
                          <a:pt x="171" y="110"/>
                          <a:pt x="174" y="99"/>
                          <a:pt x="174" y="87"/>
                        </a:cubicBezTo>
                        <a:cubicBezTo>
                          <a:pt x="174" y="75"/>
                          <a:pt x="171" y="63"/>
                          <a:pt x="167" y="53"/>
                        </a:cubicBezTo>
                        <a:cubicBezTo>
                          <a:pt x="163" y="42"/>
                          <a:pt x="156" y="33"/>
                          <a:pt x="148" y="25"/>
                        </a:cubicBezTo>
                        <a:cubicBezTo>
                          <a:pt x="140" y="17"/>
                          <a:pt x="131" y="11"/>
                          <a:pt x="121" y="6"/>
                        </a:cubicBezTo>
                        <a:cubicBezTo>
                          <a:pt x="110" y="2"/>
                          <a:pt x="99" y="0"/>
                          <a:pt x="87" y="0"/>
                        </a:cubicBezTo>
                        <a:cubicBezTo>
                          <a:pt x="75" y="0"/>
                          <a:pt x="63" y="2"/>
                          <a:pt x="53" y="6"/>
                        </a:cubicBezTo>
                        <a:cubicBezTo>
                          <a:pt x="42" y="11"/>
                          <a:pt x="33" y="17"/>
                          <a:pt x="25" y="25"/>
                        </a:cubicBezTo>
                        <a:cubicBezTo>
                          <a:pt x="17" y="33"/>
                          <a:pt x="11" y="42"/>
                          <a:pt x="6" y="53"/>
                        </a:cubicBezTo>
                        <a:cubicBezTo>
                          <a:pt x="2" y="63"/>
                          <a:pt x="0" y="75"/>
                          <a:pt x="0" y="87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5" name="Freeform 59">
                    <a:extLst>
                      <a:ext uri="{FF2B5EF4-FFF2-40B4-BE49-F238E27FC236}">
                        <a16:creationId xmlns:a16="http://schemas.microsoft.com/office/drawing/2014/main" id="{F767717E-6B06-B905-5AA1-C389E25775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91893" y="2471360"/>
                    <a:ext cx="40960" cy="40960"/>
                  </a:xfrm>
                  <a:custGeom>
                    <a:avLst/>
                    <a:gdLst>
                      <a:gd name="T0" fmla="*/ 0 w 58"/>
                      <a:gd name="T1" fmla="*/ 29 h 58"/>
                      <a:gd name="T2" fmla="*/ 2 w 58"/>
                      <a:gd name="T3" fmla="*/ 40 h 58"/>
                      <a:gd name="T4" fmla="*/ 8 w 58"/>
                      <a:gd name="T5" fmla="*/ 49 h 58"/>
                      <a:gd name="T6" fmla="*/ 17 w 58"/>
                      <a:gd name="T7" fmla="*/ 55 h 58"/>
                      <a:gd name="T8" fmla="*/ 29 w 58"/>
                      <a:gd name="T9" fmla="*/ 58 h 58"/>
                      <a:gd name="T10" fmla="*/ 40 w 58"/>
                      <a:gd name="T11" fmla="*/ 55 h 58"/>
                      <a:gd name="T12" fmla="*/ 49 w 58"/>
                      <a:gd name="T13" fmla="*/ 49 h 58"/>
                      <a:gd name="T14" fmla="*/ 55 w 58"/>
                      <a:gd name="T15" fmla="*/ 40 h 58"/>
                      <a:gd name="T16" fmla="*/ 58 w 58"/>
                      <a:gd name="T17" fmla="*/ 29 h 58"/>
                      <a:gd name="T18" fmla="*/ 55 w 58"/>
                      <a:gd name="T19" fmla="*/ 17 h 58"/>
                      <a:gd name="T20" fmla="*/ 49 w 58"/>
                      <a:gd name="T21" fmla="*/ 8 h 58"/>
                      <a:gd name="T22" fmla="*/ 40 w 58"/>
                      <a:gd name="T23" fmla="*/ 2 h 58"/>
                      <a:gd name="T24" fmla="*/ 29 w 58"/>
                      <a:gd name="T25" fmla="*/ 0 h 58"/>
                      <a:gd name="T26" fmla="*/ 17 w 58"/>
                      <a:gd name="T27" fmla="*/ 2 h 58"/>
                      <a:gd name="T28" fmla="*/ 8 w 58"/>
                      <a:gd name="T29" fmla="*/ 8 h 58"/>
                      <a:gd name="T30" fmla="*/ 2 w 58"/>
                      <a:gd name="T31" fmla="*/ 17 h 58"/>
                      <a:gd name="T32" fmla="*/ 0 w 58"/>
                      <a:gd name="T33" fmla="*/ 29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58" h="58">
                        <a:moveTo>
                          <a:pt x="0" y="29"/>
                        </a:moveTo>
                        <a:cubicBezTo>
                          <a:pt x="0" y="33"/>
                          <a:pt x="1" y="36"/>
                          <a:pt x="2" y="40"/>
                        </a:cubicBezTo>
                        <a:cubicBezTo>
                          <a:pt x="4" y="43"/>
                          <a:pt x="6" y="46"/>
                          <a:pt x="8" y="49"/>
                        </a:cubicBezTo>
                        <a:cubicBezTo>
                          <a:pt x="11" y="52"/>
                          <a:pt x="14" y="54"/>
                          <a:pt x="17" y="55"/>
                        </a:cubicBezTo>
                        <a:cubicBezTo>
                          <a:pt x="21" y="57"/>
                          <a:pt x="25" y="58"/>
                          <a:pt x="29" y="58"/>
                        </a:cubicBezTo>
                        <a:cubicBezTo>
                          <a:pt x="33" y="58"/>
                          <a:pt x="37" y="57"/>
                          <a:pt x="40" y="55"/>
                        </a:cubicBezTo>
                        <a:cubicBezTo>
                          <a:pt x="43" y="54"/>
                          <a:pt x="47" y="52"/>
                          <a:pt x="49" y="49"/>
                        </a:cubicBezTo>
                        <a:cubicBezTo>
                          <a:pt x="52" y="46"/>
                          <a:pt x="54" y="43"/>
                          <a:pt x="55" y="40"/>
                        </a:cubicBezTo>
                        <a:cubicBezTo>
                          <a:pt x="57" y="36"/>
                          <a:pt x="58" y="33"/>
                          <a:pt x="58" y="29"/>
                        </a:cubicBezTo>
                        <a:cubicBezTo>
                          <a:pt x="58" y="25"/>
                          <a:pt x="57" y="21"/>
                          <a:pt x="55" y="17"/>
                        </a:cubicBezTo>
                        <a:cubicBezTo>
                          <a:pt x="54" y="14"/>
                          <a:pt x="52" y="11"/>
                          <a:pt x="49" y="8"/>
                        </a:cubicBezTo>
                        <a:cubicBezTo>
                          <a:pt x="47" y="6"/>
                          <a:pt x="43" y="3"/>
                          <a:pt x="40" y="2"/>
                        </a:cubicBezTo>
                        <a:cubicBezTo>
                          <a:pt x="37" y="1"/>
                          <a:pt x="33" y="0"/>
                          <a:pt x="29" y="0"/>
                        </a:cubicBezTo>
                        <a:cubicBezTo>
                          <a:pt x="25" y="0"/>
                          <a:pt x="21" y="1"/>
                          <a:pt x="17" y="2"/>
                        </a:cubicBezTo>
                        <a:cubicBezTo>
                          <a:pt x="14" y="3"/>
                          <a:pt x="11" y="6"/>
                          <a:pt x="8" y="8"/>
                        </a:cubicBezTo>
                        <a:cubicBezTo>
                          <a:pt x="6" y="11"/>
                          <a:pt x="4" y="14"/>
                          <a:pt x="2" y="17"/>
                        </a:cubicBezTo>
                        <a:cubicBezTo>
                          <a:pt x="1" y="21"/>
                          <a:pt x="0" y="25"/>
                          <a:pt x="0" y="2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1" name="Group 120">
                <a:extLst>
                  <a:ext uri="{FF2B5EF4-FFF2-40B4-BE49-F238E27FC236}">
                    <a16:creationId xmlns:a16="http://schemas.microsoft.com/office/drawing/2014/main" id="{0ECEBC9C-A6FA-F938-00C3-C779169CE11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1250976">
                <a:off x="7326456" y="3341035"/>
                <a:ext cx="374793" cy="244878"/>
                <a:chOff x="4388" y="2256"/>
                <a:chExt cx="401" cy="262"/>
              </a:xfrm>
            </p:grpSpPr>
            <p:sp>
              <p:nvSpPr>
                <p:cNvPr id="288" name="Freeform 121">
                  <a:extLst>
                    <a:ext uri="{FF2B5EF4-FFF2-40B4-BE49-F238E27FC236}">
                      <a16:creationId xmlns:a16="http://schemas.microsoft.com/office/drawing/2014/main" id="{8D027750-8D09-905C-D2E3-FB725E3576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88" y="2256"/>
                  <a:ext cx="401" cy="262"/>
                </a:xfrm>
                <a:custGeom>
                  <a:avLst/>
                  <a:gdLst>
                    <a:gd name="T0" fmla="*/ 33 w 476"/>
                    <a:gd name="T1" fmla="*/ 247 h 309"/>
                    <a:gd name="T2" fmla="*/ 212 w 476"/>
                    <a:gd name="T3" fmla="*/ 62 h 309"/>
                    <a:gd name="T4" fmla="*/ 446 w 476"/>
                    <a:gd name="T5" fmla="*/ 64 h 309"/>
                    <a:gd name="T6" fmla="*/ 388 w 476"/>
                    <a:gd name="T7" fmla="*/ 207 h 309"/>
                    <a:gd name="T8" fmla="*/ 33 w 476"/>
                    <a:gd name="T9" fmla="*/ 247 h 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6" h="309">
                      <a:moveTo>
                        <a:pt x="33" y="247"/>
                      </a:moveTo>
                      <a:cubicBezTo>
                        <a:pt x="33" y="247"/>
                        <a:pt x="78" y="117"/>
                        <a:pt x="212" y="62"/>
                      </a:cubicBezTo>
                      <a:cubicBezTo>
                        <a:pt x="347" y="7"/>
                        <a:pt x="415" y="0"/>
                        <a:pt x="446" y="64"/>
                      </a:cubicBezTo>
                      <a:cubicBezTo>
                        <a:pt x="476" y="128"/>
                        <a:pt x="443" y="159"/>
                        <a:pt x="388" y="207"/>
                      </a:cubicBezTo>
                      <a:cubicBezTo>
                        <a:pt x="334" y="256"/>
                        <a:pt x="0" y="309"/>
                        <a:pt x="33" y="247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99746"/>
                    </a:gs>
                    <a:gs pos="0">
                      <a:srgbClr val="C76C2E"/>
                    </a:gs>
                  </a:gsLst>
                  <a:lin ang="0" scaled="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9" name="Freeform 122">
                  <a:extLst>
                    <a:ext uri="{FF2B5EF4-FFF2-40B4-BE49-F238E27FC236}">
                      <a16:creationId xmlns:a16="http://schemas.microsoft.com/office/drawing/2014/main" id="{931709F3-F158-6419-DF85-38A8D40EB2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414" y="2271"/>
                  <a:ext cx="357" cy="216"/>
                </a:xfrm>
                <a:custGeom>
                  <a:avLst/>
                  <a:gdLst>
                    <a:gd name="T0" fmla="*/ 0 w 424"/>
                    <a:gd name="T1" fmla="*/ 228 h 255"/>
                    <a:gd name="T2" fmla="*/ 114 w 424"/>
                    <a:gd name="T3" fmla="*/ 164 h 255"/>
                    <a:gd name="T4" fmla="*/ 201 w 424"/>
                    <a:gd name="T5" fmla="*/ 111 h 255"/>
                    <a:gd name="T6" fmla="*/ 347 w 424"/>
                    <a:gd name="T7" fmla="*/ 46 h 255"/>
                    <a:gd name="T8" fmla="*/ 406 w 424"/>
                    <a:gd name="T9" fmla="*/ 35 h 255"/>
                    <a:gd name="T10" fmla="*/ 280 w 424"/>
                    <a:gd name="T11" fmla="*/ 74 h 255"/>
                    <a:gd name="T12" fmla="*/ 161 w 424"/>
                    <a:gd name="T13" fmla="*/ 142 h 255"/>
                    <a:gd name="T14" fmla="*/ 73 w 424"/>
                    <a:gd name="T15" fmla="*/ 192 h 255"/>
                    <a:gd name="T16" fmla="*/ 90 w 424"/>
                    <a:gd name="T17" fmla="*/ 221 h 255"/>
                    <a:gd name="T18" fmla="*/ 181 w 424"/>
                    <a:gd name="T19" fmla="*/ 170 h 255"/>
                    <a:gd name="T20" fmla="*/ 263 w 424"/>
                    <a:gd name="T21" fmla="*/ 120 h 255"/>
                    <a:gd name="T22" fmla="*/ 367 w 424"/>
                    <a:gd name="T23" fmla="*/ 89 h 255"/>
                    <a:gd name="T24" fmla="*/ 422 w 424"/>
                    <a:gd name="T25" fmla="*/ 67 h 255"/>
                    <a:gd name="T26" fmla="*/ 323 w 424"/>
                    <a:gd name="T27" fmla="*/ 99 h 255"/>
                    <a:gd name="T28" fmla="*/ 213 w 424"/>
                    <a:gd name="T29" fmla="*/ 143 h 255"/>
                    <a:gd name="T30" fmla="*/ 146 w 424"/>
                    <a:gd name="T31" fmla="*/ 188 h 255"/>
                    <a:gd name="T32" fmla="*/ 4 w 424"/>
                    <a:gd name="T33" fmla="*/ 245 h 255"/>
                    <a:gd name="T34" fmla="*/ 90 w 424"/>
                    <a:gd name="T35" fmla="*/ 221 h 255"/>
                    <a:gd name="T36" fmla="*/ 198 w 424"/>
                    <a:gd name="T37" fmla="*/ 205 h 255"/>
                    <a:gd name="T38" fmla="*/ 282 w 424"/>
                    <a:gd name="T39" fmla="*/ 180 h 255"/>
                    <a:gd name="T40" fmla="*/ 353 w 424"/>
                    <a:gd name="T41" fmla="*/ 140 h 255"/>
                    <a:gd name="T42" fmla="*/ 423 w 424"/>
                    <a:gd name="T43" fmla="*/ 113 h 255"/>
                    <a:gd name="T44" fmla="*/ 382 w 424"/>
                    <a:gd name="T45" fmla="*/ 124 h 255"/>
                    <a:gd name="T46" fmla="*/ 290 w 424"/>
                    <a:gd name="T47" fmla="*/ 168 h 255"/>
                    <a:gd name="T48" fmla="*/ 239 w 424"/>
                    <a:gd name="T49" fmla="*/ 189 h 255"/>
                    <a:gd name="T50" fmla="*/ 181 w 424"/>
                    <a:gd name="T51" fmla="*/ 209 h 255"/>
                    <a:gd name="T52" fmla="*/ 18 w 424"/>
                    <a:gd name="T53" fmla="*/ 251 h 255"/>
                    <a:gd name="T54" fmla="*/ 91 w 424"/>
                    <a:gd name="T55" fmla="*/ 242 h 255"/>
                    <a:gd name="T56" fmla="*/ 183 w 424"/>
                    <a:gd name="T57" fmla="*/ 213 h 255"/>
                    <a:gd name="T58" fmla="*/ 61 w 424"/>
                    <a:gd name="T59" fmla="*/ 169 h 255"/>
                    <a:gd name="T60" fmla="*/ 117 w 424"/>
                    <a:gd name="T61" fmla="*/ 113 h 255"/>
                    <a:gd name="T62" fmla="*/ 220 w 424"/>
                    <a:gd name="T63" fmla="*/ 57 h 255"/>
                    <a:gd name="T64" fmla="*/ 360 w 424"/>
                    <a:gd name="T65" fmla="*/ 4 h 255"/>
                    <a:gd name="T66" fmla="*/ 285 w 424"/>
                    <a:gd name="T67" fmla="*/ 27 h 255"/>
                    <a:gd name="T68" fmla="*/ 161 w 424"/>
                    <a:gd name="T69" fmla="*/ 84 h 255"/>
                    <a:gd name="T70" fmla="*/ 76 w 424"/>
                    <a:gd name="T71" fmla="*/ 146 h 255"/>
                    <a:gd name="T72" fmla="*/ 13 w 424"/>
                    <a:gd name="T73" fmla="*/ 199 h 255"/>
                    <a:gd name="T74" fmla="*/ 60 w 424"/>
                    <a:gd name="T75" fmla="*/ 169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424" h="255">
                      <a:moveTo>
                        <a:pt x="3" y="231"/>
                      </a:moveTo>
                      <a:cubicBezTo>
                        <a:pt x="0" y="228"/>
                        <a:pt x="0" y="228"/>
                        <a:pt x="0" y="228"/>
                      </a:cubicBezTo>
                      <a:cubicBezTo>
                        <a:pt x="1" y="227"/>
                        <a:pt x="34" y="200"/>
                        <a:pt x="72" y="188"/>
                      </a:cubicBezTo>
                      <a:cubicBezTo>
                        <a:pt x="90" y="182"/>
                        <a:pt x="102" y="173"/>
                        <a:pt x="114" y="164"/>
                      </a:cubicBezTo>
                      <a:cubicBezTo>
                        <a:pt x="126" y="155"/>
                        <a:pt x="139" y="145"/>
                        <a:pt x="160" y="138"/>
                      </a:cubicBezTo>
                      <a:cubicBezTo>
                        <a:pt x="176" y="132"/>
                        <a:pt x="188" y="122"/>
                        <a:pt x="201" y="111"/>
                      </a:cubicBezTo>
                      <a:cubicBezTo>
                        <a:pt x="220" y="96"/>
                        <a:pt x="241" y="78"/>
                        <a:pt x="279" y="70"/>
                      </a:cubicBezTo>
                      <a:cubicBezTo>
                        <a:pt x="309" y="64"/>
                        <a:pt x="329" y="54"/>
                        <a:pt x="347" y="46"/>
                      </a:cubicBezTo>
                      <a:cubicBezTo>
                        <a:pt x="367" y="35"/>
                        <a:pt x="384" y="27"/>
                        <a:pt x="407" y="31"/>
                      </a:cubicBezTo>
                      <a:cubicBezTo>
                        <a:pt x="406" y="35"/>
                        <a:pt x="406" y="35"/>
                        <a:pt x="406" y="35"/>
                      </a:cubicBezTo>
                      <a:cubicBezTo>
                        <a:pt x="384" y="31"/>
                        <a:pt x="368" y="39"/>
                        <a:pt x="348" y="49"/>
                      </a:cubicBezTo>
                      <a:cubicBezTo>
                        <a:pt x="331" y="58"/>
                        <a:pt x="311" y="68"/>
                        <a:pt x="280" y="74"/>
                      </a:cubicBezTo>
                      <a:cubicBezTo>
                        <a:pt x="242" y="82"/>
                        <a:pt x="222" y="99"/>
                        <a:pt x="204" y="114"/>
                      </a:cubicBezTo>
                      <a:cubicBezTo>
                        <a:pt x="191" y="126"/>
                        <a:pt x="178" y="136"/>
                        <a:pt x="161" y="142"/>
                      </a:cubicBezTo>
                      <a:cubicBezTo>
                        <a:pt x="141" y="148"/>
                        <a:pt x="128" y="158"/>
                        <a:pt x="116" y="167"/>
                      </a:cubicBezTo>
                      <a:cubicBezTo>
                        <a:pt x="104" y="176"/>
                        <a:pt x="92" y="186"/>
                        <a:pt x="73" y="192"/>
                      </a:cubicBezTo>
                      <a:cubicBezTo>
                        <a:pt x="36" y="204"/>
                        <a:pt x="3" y="230"/>
                        <a:pt x="3" y="231"/>
                      </a:cubicBezTo>
                      <a:close/>
                      <a:moveTo>
                        <a:pt x="90" y="221"/>
                      </a:moveTo>
                      <a:cubicBezTo>
                        <a:pt x="124" y="218"/>
                        <a:pt x="138" y="204"/>
                        <a:pt x="149" y="191"/>
                      </a:cubicBezTo>
                      <a:cubicBezTo>
                        <a:pt x="158" y="182"/>
                        <a:pt x="166" y="174"/>
                        <a:pt x="181" y="170"/>
                      </a:cubicBezTo>
                      <a:cubicBezTo>
                        <a:pt x="198" y="165"/>
                        <a:pt x="207" y="155"/>
                        <a:pt x="216" y="146"/>
                      </a:cubicBezTo>
                      <a:cubicBezTo>
                        <a:pt x="227" y="133"/>
                        <a:pt x="237" y="122"/>
                        <a:pt x="263" y="120"/>
                      </a:cubicBezTo>
                      <a:cubicBezTo>
                        <a:pt x="289" y="119"/>
                        <a:pt x="308" y="110"/>
                        <a:pt x="325" y="103"/>
                      </a:cubicBezTo>
                      <a:cubicBezTo>
                        <a:pt x="339" y="96"/>
                        <a:pt x="352" y="90"/>
                        <a:pt x="367" y="89"/>
                      </a:cubicBezTo>
                      <a:cubicBezTo>
                        <a:pt x="401" y="87"/>
                        <a:pt x="423" y="71"/>
                        <a:pt x="424" y="70"/>
                      </a:cubicBezTo>
                      <a:cubicBezTo>
                        <a:pt x="422" y="67"/>
                        <a:pt x="422" y="67"/>
                        <a:pt x="422" y="67"/>
                      </a:cubicBezTo>
                      <a:cubicBezTo>
                        <a:pt x="422" y="67"/>
                        <a:pt x="399" y="83"/>
                        <a:pt x="366" y="85"/>
                      </a:cubicBezTo>
                      <a:cubicBezTo>
                        <a:pt x="350" y="86"/>
                        <a:pt x="337" y="92"/>
                        <a:pt x="323" y="99"/>
                      </a:cubicBezTo>
                      <a:cubicBezTo>
                        <a:pt x="306" y="107"/>
                        <a:pt x="288" y="115"/>
                        <a:pt x="263" y="116"/>
                      </a:cubicBezTo>
                      <a:cubicBezTo>
                        <a:pt x="235" y="118"/>
                        <a:pt x="224" y="130"/>
                        <a:pt x="213" y="143"/>
                      </a:cubicBezTo>
                      <a:cubicBezTo>
                        <a:pt x="204" y="152"/>
                        <a:pt x="196" y="162"/>
                        <a:pt x="180" y="166"/>
                      </a:cubicBezTo>
                      <a:cubicBezTo>
                        <a:pt x="164" y="170"/>
                        <a:pt x="155" y="179"/>
                        <a:pt x="146" y="188"/>
                      </a:cubicBezTo>
                      <a:cubicBezTo>
                        <a:pt x="134" y="201"/>
                        <a:pt x="122" y="214"/>
                        <a:pt x="90" y="217"/>
                      </a:cubicBezTo>
                      <a:cubicBezTo>
                        <a:pt x="33" y="224"/>
                        <a:pt x="5" y="244"/>
                        <a:pt x="4" y="245"/>
                      </a:cubicBezTo>
                      <a:cubicBezTo>
                        <a:pt x="6" y="249"/>
                        <a:pt x="6" y="249"/>
                        <a:pt x="6" y="249"/>
                      </a:cubicBezTo>
                      <a:cubicBezTo>
                        <a:pt x="6" y="248"/>
                        <a:pt x="35" y="228"/>
                        <a:pt x="90" y="221"/>
                      </a:cubicBezTo>
                      <a:close/>
                      <a:moveTo>
                        <a:pt x="183" y="213"/>
                      </a:moveTo>
                      <a:cubicBezTo>
                        <a:pt x="188" y="210"/>
                        <a:pt x="193" y="207"/>
                        <a:pt x="198" y="205"/>
                      </a:cubicBezTo>
                      <a:cubicBezTo>
                        <a:pt x="210" y="198"/>
                        <a:pt x="225" y="196"/>
                        <a:pt x="240" y="193"/>
                      </a:cubicBezTo>
                      <a:cubicBezTo>
                        <a:pt x="256" y="191"/>
                        <a:pt x="272" y="188"/>
                        <a:pt x="282" y="180"/>
                      </a:cubicBezTo>
                      <a:cubicBezTo>
                        <a:pt x="286" y="177"/>
                        <a:pt x="289" y="174"/>
                        <a:pt x="293" y="171"/>
                      </a:cubicBezTo>
                      <a:cubicBezTo>
                        <a:pt x="310" y="157"/>
                        <a:pt x="332" y="139"/>
                        <a:pt x="353" y="140"/>
                      </a:cubicBezTo>
                      <a:cubicBezTo>
                        <a:pt x="366" y="140"/>
                        <a:pt x="375" y="134"/>
                        <a:pt x="384" y="127"/>
                      </a:cubicBezTo>
                      <a:cubicBezTo>
                        <a:pt x="395" y="120"/>
                        <a:pt x="406" y="112"/>
                        <a:pt x="423" y="113"/>
                      </a:cubicBezTo>
                      <a:cubicBezTo>
                        <a:pt x="423" y="109"/>
                        <a:pt x="423" y="109"/>
                        <a:pt x="423" y="109"/>
                      </a:cubicBezTo>
                      <a:cubicBezTo>
                        <a:pt x="405" y="108"/>
                        <a:pt x="393" y="116"/>
                        <a:pt x="382" y="124"/>
                      </a:cubicBezTo>
                      <a:cubicBezTo>
                        <a:pt x="373" y="130"/>
                        <a:pt x="364" y="136"/>
                        <a:pt x="353" y="136"/>
                      </a:cubicBezTo>
                      <a:cubicBezTo>
                        <a:pt x="330" y="135"/>
                        <a:pt x="308" y="153"/>
                        <a:pt x="290" y="168"/>
                      </a:cubicBezTo>
                      <a:cubicBezTo>
                        <a:pt x="287" y="171"/>
                        <a:pt x="283" y="174"/>
                        <a:pt x="280" y="177"/>
                      </a:cubicBezTo>
                      <a:cubicBezTo>
                        <a:pt x="270" y="184"/>
                        <a:pt x="255" y="187"/>
                        <a:pt x="239" y="189"/>
                      </a:cubicBezTo>
                      <a:cubicBezTo>
                        <a:pt x="224" y="192"/>
                        <a:pt x="209" y="194"/>
                        <a:pt x="196" y="201"/>
                      </a:cubicBezTo>
                      <a:cubicBezTo>
                        <a:pt x="191" y="204"/>
                        <a:pt x="186" y="206"/>
                        <a:pt x="181" y="209"/>
                      </a:cubicBezTo>
                      <a:cubicBezTo>
                        <a:pt x="157" y="223"/>
                        <a:pt x="131" y="237"/>
                        <a:pt x="91" y="238"/>
                      </a:cubicBezTo>
                      <a:cubicBezTo>
                        <a:pt x="41" y="238"/>
                        <a:pt x="19" y="251"/>
                        <a:pt x="18" y="251"/>
                      </a:cubicBezTo>
                      <a:cubicBezTo>
                        <a:pt x="20" y="255"/>
                        <a:pt x="20" y="255"/>
                        <a:pt x="20" y="255"/>
                      </a:cubicBezTo>
                      <a:cubicBezTo>
                        <a:pt x="20" y="255"/>
                        <a:pt x="42" y="242"/>
                        <a:pt x="91" y="242"/>
                      </a:cubicBezTo>
                      <a:cubicBezTo>
                        <a:pt x="100" y="242"/>
                        <a:pt x="109" y="241"/>
                        <a:pt x="117" y="239"/>
                      </a:cubicBezTo>
                      <a:cubicBezTo>
                        <a:pt x="144" y="235"/>
                        <a:pt x="164" y="223"/>
                        <a:pt x="183" y="213"/>
                      </a:cubicBezTo>
                      <a:close/>
                      <a:moveTo>
                        <a:pt x="60" y="169"/>
                      </a:moveTo>
                      <a:cubicBezTo>
                        <a:pt x="61" y="169"/>
                        <a:pt x="61" y="169"/>
                        <a:pt x="61" y="169"/>
                      </a:cubicBezTo>
                      <a:cubicBezTo>
                        <a:pt x="70" y="167"/>
                        <a:pt x="75" y="158"/>
                        <a:pt x="80" y="147"/>
                      </a:cubicBezTo>
                      <a:cubicBezTo>
                        <a:pt x="87" y="133"/>
                        <a:pt x="95" y="117"/>
                        <a:pt x="117" y="113"/>
                      </a:cubicBezTo>
                      <a:cubicBezTo>
                        <a:pt x="136" y="110"/>
                        <a:pt x="149" y="99"/>
                        <a:pt x="163" y="87"/>
                      </a:cubicBezTo>
                      <a:cubicBezTo>
                        <a:pt x="179" y="74"/>
                        <a:pt x="195" y="60"/>
                        <a:pt x="220" y="57"/>
                      </a:cubicBezTo>
                      <a:cubicBezTo>
                        <a:pt x="244" y="55"/>
                        <a:pt x="266" y="43"/>
                        <a:pt x="287" y="31"/>
                      </a:cubicBezTo>
                      <a:cubicBezTo>
                        <a:pt x="310" y="19"/>
                        <a:pt x="334" y="6"/>
                        <a:pt x="360" y="4"/>
                      </a:cubicBezTo>
                      <a:cubicBezTo>
                        <a:pt x="359" y="0"/>
                        <a:pt x="359" y="0"/>
                        <a:pt x="359" y="0"/>
                      </a:cubicBezTo>
                      <a:cubicBezTo>
                        <a:pt x="333" y="2"/>
                        <a:pt x="309" y="15"/>
                        <a:pt x="285" y="27"/>
                      </a:cubicBezTo>
                      <a:cubicBezTo>
                        <a:pt x="264" y="39"/>
                        <a:pt x="242" y="51"/>
                        <a:pt x="220" y="53"/>
                      </a:cubicBezTo>
                      <a:cubicBezTo>
                        <a:pt x="193" y="56"/>
                        <a:pt x="177" y="70"/>
                        <a:pt x="161" y="84"/>
                      </a:cubicBezTo>
                      <a:cubicBezTo>
                        <a:pt x="147" y="95"/>
                        <a:pt x="134" y="106"/>
                        <a:pt x="116" y="109"/>
                      </a:cubicBezTo>
                      <a:cubicBezTo>
                        <a:pt x="92" y="113"/>
                        <a:pt x="83" y="131"/>
                        <a:pt x="76" y="146"/>
                      </a:cubicBezTo>
                      <a:cubicBezTo>
                        <a:pt x="71" y="156"/>
                        <a:pt x="67" y="164"/>
                        <a:pt x="60" y="165"/>
                      </a:cubicBezTo>
                      <a:cubicBezTo>
                        <a:pt x="39" y="168"/>
                        <a:pt x="14" y="197"/>
                        <a:pt x="13" y="199"/>
                      </a:cubicBezTo>
                      <a:cubicBezTo>
                        <a:pt x="17" y="201"/>
                        <a:pt x="17" y="201"/>
                        <a:pt x="17" y="201"/>
                      </a:cubicBezTo>
                      <a:cubicBezTo>
                        <a:pt x="17" y="201"/>
                        <a:pt x="41" y="172"/>
                        <a:pt x="60" y="169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C76C2E"/>
                    </a:gs>
                    <a:gs pos="0">
                      <a:srgbClr val="C76C2E">
                        <a:alpha val="28000"/>
                      </a:srgbClr>
                    </a:gs>
                  </a:gsLst>
                  <a:lin ang="0" scaled="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600EA87E-BD45-EFB5-6367-DC21A22660C0}"/>
                  </a:ext>
                </a:extLst>
              </p:cNvPr>
              <p:cNvGrpSpPr/>
              <p:nvPr/>
            </p:nvGrpSpPr>
            <p:grpSpPr>
              <a:xfrm>
                <a:off x="6097422" y="2050270"/>
                <a:ext cx="967845" cy="1237165"/>
                <a:chOff x="4484786" y="1875501"/>
                <a:chExt cx="1292998" cy="1652797"/>
              </a:xfrm>
            </p:grpSpPr>
            <p:sp>
              <p:nvSpPr>
                <p:cNvPr id="283" name="Rectangle 75">
                  <a:extLst>
                    <a:ext uri="{FF2B5EF4-FFF2-40B4-BE49-F238E27FC236}">
                      <a16:creationId xmlns:a16="http://schemas.microsoft.com/office/drawing/2014/main" id="{2887548B-CEB2-F075-36F8-0EBB1F78A6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9898" y="1895912"/>
                  <a:ext cx="322775" cy="470872"/>
                </a:xfrm>
                <a:prstGeom prst="rect">
                  <a:avLst/>
                </a:prstGeom>
                <a:gradFill>
                  <a:gsLst>
                    <a:gs pos="100000">
                      <a:srgbClr val="D3EDFE"/>
                    </a:gs>
                    <a:gs pos="0">
                      <a:srgbClr val="EFF9FF"/>
                    </a:gs>
                  </a:gsLst>
                  <a:lin ang="4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4" name="Oval 76">
                  <a:extLst>
                    <a:ext uri="{FF2B5EF4-FFF2-40B4-BE49-F238E27FC236}">
                      <a16:creationId xmlns:a16="http://schemas.microsoft.com/office/drawing/2014/main" id="{151361A8-320F-5B64-C92E-0871D4125C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4786" y="2235300"/>
                  <a:ext cx="1292998" cy="1292998"/>
                </a:xfrm>
                <a:prstGeom prst="ellipse">
                  <a:avLst/>
                </a:prstGeom>
                <a:gradFill>
                  <a:gsLst>
                    <a:gs pos="78000">
                      <a:srgbClr val="B2E0FA"/>
                    </a:gs>
                    <a:gs pos="0">
                      <a:srgbClr val="EFF9FF"/>
                    </a:gs>
                  </a:gsLst>
                  <a:lin ang="4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5" name="Freeform 77">
                  <a:extLst>
                    <a:ext uri="{FF2B5EF4-FFF2-40B4-BE49-F238E27FC236}">
                      <a16:creationId xmlns:a16="http://schemas.microsoft.com/office/drawing/2014/main" id="{7F5E119C-0CAA-D3A3-A44C-F0FC496339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40797" y="2776423"/>
                  <a:ext cx="1180501" cy="695390"/>
                </a:xfrm>
                <a:custGeom>
                  <a:avLst/>
                  <a:gdLst>
                    <a:gd name="T0" fmla="*/ 1046 w 1046"/>
                    <a:gd name="T1" fmla="*/ 94 h 617"/>
                    <a:gd name="T2" fmla="*/ 523 w 1046"/>
                    <a:gd name="T3" fmla="*/ 617 h 617"/>
                    <a:gd name="T4" fmla="*/ 0 w 1046"/>
                    <a:gd name="T5" fmla="*/ 94 h 617"/>
                    <a:gd name="T6" fmla="*/ 7 w 1046"/>
                    <a:gd name="T7" fmla="*/ 6 h 617"/>
                    <a:gd name="T8" fmla="*/ 126 w 1046"/>
                    <a:gd name="T9" fmla="*/ 49 h 617"/>
                    <a:gd name="T10" fmla="*/ 392 w 1046"/>
                    <a:gd name="T11" fmla="*/ 27 h 617"/>
                    <a:gd name="T12" fmla="*/ 618 w 1046"/>
                    <a:gd name="T13" fmla="*/ 74 h 617"/>
                    <a:gd name="T14" fmla="*/ 834 w 1046"/>
                    <a:gd name="T15" fmla="*/ 44 h 617"/>
                    <a:gd name="T16" fmla="*/ 1041 w 1046"/>
                    <a:gd name="T17" fmla="*/ 21 h 617"/>
                    <a:gd name="T18" fmla="*/ 1046 w 1046"/>
                    <a:gd name="T19" fmla="*/ 94 h 6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46" h="617">
                      <a:moveTo>
                        <a:pt x="1046" y="94"/>
                      </a:moveTo>
                      <a:cubicBezTo>
                        <a:pt x="1046" y="383"/>
                        <a:pt x="812" y="617"/>
                        <a:pt x="523" y="617"/>
                      </a:cubicBezTo>
                      <a:cubicBezTo>
                        <a:pt x="234" y="617"/>
                        <a:pt x="0" y="383"/>
                        <a:pt x="0" y="94"/>
                      </a:cubicBezTo>
                      <a:cubicBezTo>
                        <a:pt x="0" y="64"/>
                        <a:pt x="2" y="34"/>
                        <a:pt x="7" y="6"/>
                      </a:cubicBezTo>
                      <a:cubicBezTo>
                        <a:pt x="44" y="2"/>
                        <a:pt x="93" y="8"/>
                        <a:pt x="126" y="49"/>
                      </a:cubicBezTo>
                      <a:cubicBezTo>
                        <a:pt x="186" y="124"/>
                        <a:pt x="265" y="0"/>
                        <a:pt x="392" y="27"/>
                      </a:cubicBezTo>
                      <a:cubicBezTo>
                        <a:pt x="519" y="53"/>
                        <a:pt x="489" y="102"/>
                        <a:pt x="618" y="74"/>
                      </a:cubicBezTo>
                      <a:cubicBezTo>
                        <a:pt x="746" y="45"/>
                        <a:pt x="723" y="12"/>
                        <a:pt x="834" y="44"/>
                      </a:cubicBezTo>
                      <a:cubicBezTo>
                        <a:pt x="940" y="73"/>
                        <a:pt x="950" y="13"/>
                        <a:pt x="1041" y="21"/>
                      </a:cubicBezTo>
                      <a:cubicBezTo>
                        <a:pt x="1044" y="45"/>
                        <a:pt x="1046" y="69"/>
                        <a:pt x="1046" y="94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459FED"/>
                    </a:gs>
                    <a:gs pos="0">
                      <a:srgbClr val="B2E0FA"/>
                    </a:gs>
                  </a:gsLst>
                  <a:lin ang="42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6" name="Freeform 78">
                  <a:extLst>
                    <a:ext uri="{FF2B5EF4-FFF2-40B4-BE49-F238E27FC236}">
                      <a16:creationId xmlns:a16="http://schemas.microsoft.com/office/drawing/2014/main" id="{20B19CC5-58AE-4741-459D-6FE8A79004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9076" y="1875501"/>
                  <a:ext cx="403943" cy="69776"/>
                </a:xfrm>
                <a:custGeom>
                  <a:avLst/>
                  <a:gdLst>
                    <a:gd name="T0" fmla="*/ 327 w 358"/>
                    <a:gd name="T1" fmla="*/ 62 h 62"/>
                    <a:gd name="T2" fmla="*/ 30 w 358"/>
                    <a:gd name="T3" fmla="*/ 62 h 62"/>
                    <a:gd name="T4" fmla="*/ 0 w 358"/>
                    <a:gd name="T5" fmla="*/ 31 h 62"/>
                    <a:gd name="T6" fmla="*/ 0 w 358"/>
                    <a:gd name="T7" fmla="*/ 31 h 62"/>
                    <a:gd name="T8" fmla="*/ 30 w 358"/>
                    <a:gd name="T9" fmla="*/ 0 h 62"/>
                    <a:gd name="T10" fmla="*/ 327 w 358"/>
                    <a:gd name="T11" fmla="*/ 0 h 62"/>
                    <a:gd name="T12" fmla="*/ 358 w 358"/>
                    <a:gd name="T13" fmla="*/ 31 h 62"/>
                    <a:gd name="T14" fmla="*/ 358 w 358"/>
                    <a:gd name="T15" fmla="*/ 31 h 62"/>
                    <a:gd name="T16" fmla="*/ 327 w 358"/>
                    <a:gd name="T17" fmla="*/ 62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58" h="62">
                      <a:moveTo>
                        <a:pt x="327" y="62"/>
                      </a:moveTo>
                      <a:cubicBezTo>
                        <a:pt x="30" y="62"/>
                        <a:pt x="30" y="62"/>
                        <a:pt x="30" y="62"/>
                      </a:cubicBezTo>
                      <a:cubicBezTo>
                        <a:pt x="13" y="62"/>
                        <a:pt x="0" y="48"/>
                        <a:pt x="0" y="31"/>
                      </a:cubicBezTo>
                      <a:cubicBezTo>
                        <a:pt x="0" y="31"/>
                        <a:pt x="0" y="31"/>
                        <a:pt x="0" y="31"/>
                      </a:cubicBezTo>
                      <a:cubicBezTo>
                        <a:pt x="0" y="14"/>
                        <a:pt x="13" y="0"/>
                        <a:pt x="30" y="0"/>
                      </a:cubicBezTo>
                      <a:cubicBezTo>
                        <a:pt x="327" y="0"/>
                        <a:pt x="327" y="0"/>
                        <a:pt x="327" y="0"/>
                      </a:cubicBezTo>
                      <a:cubicBezTo>
                        <a:pt x="344" y="0"/>
                        <a:pt x="358" y="14"/>
                        <a:pt x="358" y="31"/>
                      </a:cubicBezTo>
                      <a:cubicBezTo>
                        <a:pt x="358" y="31"/>
                        <a:pt x="358" y="31"/>
                        <a:pt x="358" y="31"/>
                      </a:cubicBezTo>
                      <a:cubicBezTo>
                        <a:pt x="358" y="48"/>
                        <a:pt x="344" y="62"/>
                        <a:pt x="327" y="62"/>
                      </a:cubicBezTo>
                      <a:close/>
                    </a:path>
                  </a:pathLst>
                </a:custGeom>
                <a:solidFill>
                  <a:srgbClr val="D3EDFE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7" name="Oval 80">
                  <a:extLst>
                    <a:ext uri="{FF2B5EF4-FFF2-40B4-BE49-F238E27FC236}">
                      <a16:creationId xmlns:a16="http://schemas.microsoft.com/office/drawing/2014/main" id="{BF877373-ECE6-6A52-73C9-DD665B310D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9898" y="2222484"/>
                  <a:ext cx="322775" cy="66928"/>
                </a:xfrm>
                <a:prstGeom prst="ellipse">
                  <a:avLst/>
                </a:prstGeom>
                <a:solidFill>
                  <a:srgbClr val="B2E0F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555E9E3C-F808-D918-8808-139FFF327BD3}"/>
                  </a:ext>
                </a:extLst>
              </p:cNvPr>
              <p:cNvGrpSpPr/>
              <p:nvPr/>
            </p:nvGrpSpPr>
            <p:grpSpPr>
              <a:xfrm>
                <a:off x="6994928" y="1719494"/>
                <a:ext cx="1369262" cy="1835210"/>
                <a:chOff x="7124100" y="1719494"/>
                <a:chExt cx="1369262" cy="1835210"/>
              </a:xfrm>
            </p:grpSpPr>
            <p:sp>
              <p:nvSpPr>
                <p:cNvPr id="240" name="Freeform 48">
                  <a:extLst>
                    <a:ext uri="{FF2B5EF4-FFF2-40B4-BE49-F238E27FC236}">
                      <a16:creationId xmlns:a16="http://schemas.microsoft.com/office/drawing/2014/main" id="{1BF6AF2F-5636-3D26-CC15-25C0D46171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693688">
                  <a:off x="7746960" y="1767422"/>
                  <a:ext cx="217325" cy="129874"/>
                </a:xfrm>
                <a:custGeom>
                  <a:avLst/>
                  <a:gdLst>
                    <a:gd name="T0" fmla="*/ 0 w 584"/>
                    <a:gd name="T1" fmla="*/ 225 h 349"/>
                    <a:gd name="T2" fmla="*/ 12 w 584"/>
                    <a:gd name="T3" fmla="*/ 256 h 349"/>
                    <a:gd name="T4" fmla="*/ 26 w 584"/>
                    <a:gd name="T5" fmla="*/ 287 h 349"/>
                    <a:gd name="T6" fmla="*/ 38 w 584"/>
                    <a:gd name="T7" fmla="*/ 318 h 349"/>
                    <a:gd name="T8" fmla="*/ 52 w 584"/>
                    <a:gd name="T9" fmla="*/ 349 h 349"/>
                    <a:gd name="T10" fmla="*/ 185 w 584"/>
                    <a:gd name="T11" fmla="*/ 292 h 349"/>
                    <a:gd name="T12" fmla="*/ 318 w 584"/>
                    <a:gd name="T13" fmla="*/ 235 h 349"/>
                    <a:gd name="T14" fmla="*/ 451 w 584"/>
                    <a:gd name="T15" fmla="*/ 180 h 349"/>
                    <a:gd name="T16" fmla="*/ 584 w 584"/>
                    <a:gd name="T17" fmla="*/ 123 h 349"/>
                    <a:gd name="T18" fmla="*/ 572 w 584"/>
                    <a:gd name="T19" fmla="*/ 92 h 349"/>
                    <a:gd name="T20" fmla="*/ 558 w 584"/>
                    <a:gd name="T21" fmla="*/ 61 h 349"/>
                    <a:gd name="T22" fmla="*/ 546 w 584"/>
                    <a:gd name="T23" fmla="*/ 31 h 349"/>
                    <a:gd name="T24" fmla="*/ 532 w 584"/>
                    <a:gd name="T25" fmla="*/ 0 h 349"/>
                    <a:gd name="T26" fmla="*/ 399 w 584"/>
                    <a:gd name="T27" fmla="*/ 57 h 349"/>
                    <a:gd name="T28" fmla="*/ 266 w 584"/>
                    <a:gd name="T29" fmla="*/ 114 h 349"/>
                    <a:gd name="T30" fmla="*/ 133 w 584"/>
                    <a:gd name="T31" fmla="*/ 168 h 349"/>
                    <a:gd name="T32" fmla="*/ 0 w 584"/>
                    <a:gd name="T33" fmla="*/ 225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84" h="349">
                      <a:moveTo>
                        <a:pt x="0" y="225"/>
                      </a:moveTo>
                      <a:lnTo>
                        <a:pt x="12" y="256"/>
                      </a:lnTo>
                      <a:lnTo>
                        <a:pt x="26" y="287"/>
                      </a:lnTo>
                      <a:lnTo>
                        <a:pt x="38" y="318"/>
                      </a:lnTo>
                      <a:lnTo>
                        <a:pt x="52" y="349"/>
                      </a:lnTo>
                      <a:lnTo>
                        <a:pt x="185" y="292"/>
                      </a:lnTo>
                      <a:lnTo>
                        <a:pt x="318" y="235"/>
                      </a:lnTo>
                      <a:lnTo>
                        <a:pt x="451" y="180"/>
                      </a:lnTo>
                      <a:lnTo>
                        <a:pt x="584" y="123"/>
                      </a:lnTo>
                      <a:lnTo>
                        <a:pt x="572" y="92"/>
                      </a:lnTo>
                      <a:lnTo>
                        <a:pt x="558" y="61"/>
                      </a:lnTo>
                      <a:lnTo>
                        <a:pt x="546" y="31"/>
                      </a:lnTo>
                      <a:lnTo>
                        <a:pt x="532" y="0"/>
                      </a:lnTo>
                      <a:lnTo>
                        <a:pt x="399" y="57"/>
                      </a:lnTo>
                      <a:lnTo>
                        <a:pt x="266" y="114"/>
                      </a:lnTo>
                      <a:lnTo>
                        <a:pt x="133" y="168"/>
                      </a:lnTo>
                      <a:lnTo>
                        <a:pt x="0" y="225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43515C"/>
                    </a:gs>
                    <a:gs pos="0">
                      <a:srgbClr val="A2ABB0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1" name="Freeform 60">
                  <a:extLst>
                    <a:ext uri="{FF2B5EF4-FFF2-40B4-BE49-F238E27FC236}">
                      <a16:creationId xmlns:a16="http://schemas.microsoft.com/office/drawing/2014/main" id="{74049CA8-7723-741E-3287-0062974C52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919662">
                  <a:off x="8037508" y="2221169"/>
                  <a:ext cx="248583" cy="212115"/>
                </a:xfrm>
                <a:custGeom>
                  <a:avLst/>
                  <a:gdLst>
                    <a:gd name="T0" fmla="*/ 0 w 668"/>
                    <a:gd name="T1" fmla="*/ 195 h 570"/>
                    <a:gd name="T2" fmla="*/ 133 w 668"/>
                    <a:gd name="T3" fmla="*/ 287 h 570"/>
                    <a:gd name="T4" fmla="*/ 266 w 668"/>
                    <a:gd name="T5" fmla="*/ 382 h 570"/>
                    <a:gd name="T6" fmla="*/ 397 w 668"/>
                    <a:gd name="T7" fmla="*/ 475 h 570"/>
                    <a:gd name="T8" fmla="*/ 530 w 668"/>
                    <a:gd name="T9" fmla="*/ 570 h 570"/>
                    <a:gd name="T10" fmla="*/ 563 w 668"/>
                    <a:gd name="T11" fmla="*/ 522 h 570"/>
                    <a:gd name="T12" fmla="*/ 599 w 668"/>
                    <a:gd name="T13" fmla="*/ 473 h 570"/>
                    <a:gd name="T14" fmla="*/ 634 w 668"/>
                    <a:gd name="T15" fmla="*/ 425 h 570"/>
                    <a:gd name="T16" fmla="*/ 668 w 668"/>
                    <a:gd name="T17" fmla="*/ 375 h 570"/>
                    <a:gd name="T18" fmla="*/ 535 w 668"/>
                    <a:gd name="T19" fmla="*/ 283 h 570"/>
                    <a:gd name="T20" fmla="*/ 404 w 668"/>
                    <a:gd name="T21" fmla="*/ 188 h 570"/>
                    <a:gd name="T22" fmla="*/ 271 w 668"/>
                    <a:gd name="T23" fmla="*/ 93 h 570"/>
                    <a:gd name="T24" fmla="*/ 140 w 668"/>
                    <a:gd name="T25" fmla="*/ 0 h 570"/>
                    <a:gd name="T26" fmla="*/ 105 w 668"/>
                    <a:gd name="T27" fmla="*/ 47 h 570"/>
                    <a:gd name="T28" fmla="*/ 69 w 668"/>
                    <a:gd name="T29" fmla="*/ 97 h 570"/>
                    <a:gd name="T30" fmla="*/ 36 w 668"/>
                    <a:gd name="T31" fmla="*/ 145 h 570"/>
                    <a:gd name="T32" fmla="*/ 0 w 668"/>
                    <a:gd name="T33" fmla="*/ 195 h 5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68" h="570">
                      <a:moveTo>
                        <a:pt x="0" y="195"/>
                      </a:moveTo>
                      <a:lnTo>
                        <a:pt x="133" y="287"/>
                      </a:lnTo>
                      <a:lnTo>
                        <a:pt x="266" y="382"/>
                      </a:lnTo>
                      <a:lnTo>
                        <a:pt x="397" y="475"/>
                      </a:lnTo>
                      <a:lnTo>
                        <a:pt x="530" y="570"/>
                      </a:lnTo>
                      <a:lnTo>
                        <a:pt x="563" y="522"/>
                      </a:lnTo>
                      <a:lnTo>
                        <a:pt x="599" y="473"/>
                      </a:lnTo>
                      <a:lnTo>
                        <a:pt x="634" y="425"/>
                      </a:lnTo>
                      <a:lnTo>
                        <a:pt x="668" y="375"/>
                      </a:lnTo>
                      <a:lnTo>
                        <a:pt x="535" y="283"/>
                      </a:lnTo>
                      <a:lnTo>
                        <a:pt x="404" y="188"/>
                      </a:lnTo>
                      <a:lnTo>
                        <a:pt x="271" y="93"/>
                      </a:lnTo>
                      <a:lnTo>
                        <a:pt x="140" y="0"/>
                      </a:lnTo>
                      <a:lnTo>
                        <a:pt x="105" y="47"/>
                      </a:lnTo>
                      <a:lnTo>
                        <a:pt x="69" y="97"/>
                      </a:lnTo>
                      <a:lnTo>
                        <a:pt x="36" y="145"/>
                      </a:lnTo>
                      <a:lnTo>
                        <a:pt x="0" y="195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43515C"/>
                    </a:gs>
                    <a:gs pos="0">
                      <a:srgbClr val="A2ABB0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2" name="Freeform 61">
                  <a:extLst>
                    <a:ext uri="{FF2B5EF4-FFF2-40B4-BE49-F238E27FC236}">
                      <a16:creationId xmlns:a16="http://schemas.microsoft.com/office/drawing/2014/main" id="{BDB33DFA-91BA-5A19-4406-B77B7DFF6F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728535">
                  <a:off x="7811077" y="1871301"/>
                  <a:ext cx="442090" cy="366548"/>
                </a:xfrm>
                <a:custGeom>
                  <a:avLst/>
                  <a:gdLst>
                    <a:gd name="T0" fmla="*/ 328 w 500"/>
                    <a:gd name="T1" fmla="*/ 392 h 415"/>
                    <a:gd name="T2" fmla="*/ 259 w 500"/>
                    <a:gd name="T3" fmla="*/ 343 h 415"/>
                    <a:gd name="T4" fmla="*/ 189 w 500"/>
                    <a:gd name="T5" fmla="*/ 294 h 415"/>
                    <a:gd name="T6" fmla="*/ 120 w 500"/>
                    <a:gd name="T7" fmla="*/ 244 h 415"/>
                    <a:gd name="T8" fmla="*/ 50 w 500"/>
                    <a:gd name="T9" fmla="*/ 195 h 415"/>
                    <a:gd name="T10" fmla="*/ 20 w 500"/>
                    <a:gd name="T11" fmla="*/ 162 h 415"/>
                    <a:gd name="T12" fmla="*/ 3 w 500"/>
                    <a:gd name="T13" fmla="*/ 123 h 415"/>
                    <a:gd name="T14" fmla="*/ 2 w 500"/>
                    <a:gd name="T15" fmla="*/ 80 h 415"/>
                    <a:gd name="T16" fmla="*/ 2 w 500"/>
                    <a:gd name="T17" fmla="*/ 79 h 415"/>
                    <a:gd name="T18" fmla="*/ 50 w 500"/>
                    <a:gd name="T19" fmla="*/ 13 h 415"/>
                    <a:gd name="T20" fmla="*/ 51 w 500"/>
                    <a:gd name="T21" fmla="*/ 13 h 415"/>
                    <a:gd name="T22" fmla="*/ 91 w 500"/>
                    <a:gd name="T23" fmla="*/ 2 h 415"/>
                    <a:gd name="T24" fmla="*/ 132 w 500"/>
                    <a:gd name="T25" fmla="*/ 5 h 415"/>
                    <a:gd name="T26" fmla="*/ 172 w 500"/>
                    <a:gd name="T27" fmla="*/ 23 h 415"/>
                    <a:gd name="T28" fmla="*/ 241 w 500"/>
                    <a:gd name="T29" fmla="*/ 73 h 415"/>
                    <a:gd name="T30" fmla="*/ 311 w 500"/>
                    <a:gd name="T31" fmla="*/ 122 h 415"/>
                    <a:gd name="T32" fmla="*/ 380 w 500"/>
                    <a:gd name="T33" fmla="*/ 172 h 415"/>
                    <a:gd name="T34" fmla="*/ 450 w 500"/>
                    <a:gd name="T35" fmla="*/ 221 h 415"/>
                    <a:gd name="T36" fmla="*/ 480 w 500"/>
                    <a:gd name="T37" fmla="*/ 253 h 415"/>
                    <a:gd name="T38" fmla="*/ 497 w 500"/>
                    <a:gd name="T39" fmla="*/ 293 h 415"/>
                    <a:gd name="T40" fmla="*/ 498 w 500"/>
                    <a:gd name="T41" fmla="*/ 336 h 415"/>
                    <a:gd name="T42" fmla="*/ 498 w 500"/>
                    <a:gd name="T43" fmla="*/ 337 h 415"/>
                    <a:gd name="T44" fmla="*/ 450 w 500"/>
                    <a:gd name="T45" fmla="*/ 402 h 415"/>
                    <a:gd name="T46" fmla="*/ 449 w 500"/>
                    <a:gd name="T47" fmla="*/ 403 h 415"/>
                    <a:gd name="T48" fmla="*/ 409 w 500"/>
                    <a:gd name="T49" fmla="*/ 414 h 415"/>
                    <a:gd name="T50" fmla="*/ 368 w 500"/>
                    <a:gd name="T51" fmla="*/ 411 h 415"/>
                    <a:gd name="T52" fmla="*/ 328 w 500"/>
                    <a:gd name="T53" fmla="*/ 392 h 4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500" h="415">
                      <a:moveTo>
                        <a:pt x="328" y="392"/>
                      </a:moveTo>
                      <a:cubicBezTo>
                        <a:pt x="259" y="343"/>
                        <a:pt x="259" y="343"/>
                        <a:pt x="259" y="343"/>
                      </a:cubicBezTo>
                      <a:cubicBezTo>
                        <a:pt x="189" y="294"/>
                        <a:pt x="189" y="294"/>
                        <a:pt x="189" y="294"/>
                      </a:cubicBezTo>
                      <a:cubicBezTo>
                        <a:pt x="120" y="244"/>
                        <a:pt x="120" y="244"/>
                        <a:pt x="120" y="244"/>
                      </a:cubicBezTo>
                      <a:cubicBezTo>
                        <a:pt x="50" y="195"/>
                        <a:pt x="50" y="195"/>
                        <a:pt x="50" y="195"/>
                      </a:cubicBezTo>
                      <a:cubicBezTo>
                        <a:pt x="38" y="186"/>
                        <a:pt x="28" y="175"/>
                        <a:pt x="20" y="162"/>
                      </a:cubicBezTo>
                      <a:cubicBezTo>
                        <a:pt x="12" y="150"/>
                        <a:pt x="6" y="137"/>
                        <a:pt x="3" y="123"/>
                      </a:cubicBezTo>
                      <a:cubicBezTo>
                        <a:pt x="0" y="109"/>
                        <a:pt x="0" y="94"/>
                        <a:pt x="2" y="80"/>
                      </a:cubicBezTo>
                      <a:cubicBezTo>
                        <a:pt x="2" y="80"/>
                        <a:pt x="2" y="79"/>
                        <a:pt x="2" y="79"/>
                      </a:cubicBezTo>
                      <a:cubicBezTo>
                        <a:pt x="6" y="51"/>
                        <a:pt x="24" y="26"/>
                        <a:pt x="50" y="13"/>
                      </a:cubicBezTo>
                      <a:cubicBezTo>
                        <a:pt x="50" y="13"/>
                        <a:pt x="50" y="13"/>
                        <a:pt x="51" y="13"/>
                      </a:cubicBezTo>
                      <a:cubicBezTo>
                        <a:pt x="63" y="7"/>
                        <a:pt x="77" y="3"/>
                        <a:pt x="91" y="2"/>
                      </a:cubicBezTo>
                      <a:cubicBezTo>
                        <a:pt x="105" y="0"/>
                        <a:pt x="119" y="2"/>
                        <a:pt x="132" y="5"/>
                      </a:cubicBezTo>
                      <a:cubicBezTo>
                        <a:pt x="146" y="9"/>
                        <a:pt x="159" y="15"/>
                        <a:pt x="172" y="23"/>
                      </a:cubicBezTo>
                      <a:cubicBezTo>
                        <a:pt x="241" y="73"/>
                        <a:pt x="241" y="73"/>
                        <a:pt x="241" y="73"/>
                      </a:cubicBezTo>
                      <a:cubicBezTo>
                        <a:pt x="311" y="122"/>
                        <a:pt x="311" y="122"/>
                        <a:pt x="311" y="122"/>
                      </a:cubicBezTo>
                      <a:cubicBezTo>
                        <a:pt x="380" y="172"/>
                        <a:pt x="380" y="172"/>
                        <a:pt x="380" y="172"/>
                      </a:cubicBezTo>
                      <a:cubicBezTo>
                        <a:pt x="450" y="221"/>
                        <a:pt x="450" y="221"/>
                        <a:pt x="450" y="221"/>
                      </a:cubicBezTo>
                      <a:cubicBezTo>
                        <a:pt x="462" y="230"/>
                        <a:pt x="472" y="241"/>
                        <a:pt x="480" y="253"/>
                      </a:cubicBezTo>
                      <a:cubicBezTo>
                        <a:pt x="488" y="266"/>
                        <a:pt x="494" y="279"/>
                        <a:pt x="497" y="293"/>
                      </a:cubicBezTo>
                      <a:cubicBezTo>
                        <a:pt x="500" y="307"/>
                        <a:pt x="500" y="322"/>
                        <a:pt x="498" y="336"/>
                      </a:cubicBezTo>
                      <a:cubicBezTo>
                        <a:pt x="498" y="336"/>
                        <a:pt x="498" y="336"/>
                        <a:pt x="498" y="337"/>
                      </a:cubicBezTo>
                      <a:cubicBezTo>
                        <a:pt x="494" y="365"/>
                        <a:pt x="476" y="390"/>
                        <a:pt x="450" y="402"/>
                      </a:cubicBezTo>
                      <a:cubicBezTo>
                        <a:pt x="450" y="402"/>
                        <a:pt x="450" y="403"/>
                        <a:pt x="449" y="403"/>
                      </a:cubicBezTo>
                      <a:cubicBezTo>
                        <a:pt x="437" y="409"/>
                        <a:pt x="423" y="413"/>
                        <a:pt x="409" y="414"/>
                      </a:cubicBezTo>
                      <a:cubicBezTo>
                        <a:pt x="396" y="415"/>
                        <a:pt x="381" y="414"/>
                        <a:pt x="368" y="411"/>
                      </a:cubicBezTo>
                      <a:cubicBezTo>
                        <a:pt x="354" y="407"/>
                        <a:pt x="341" y="401"/>
                        <a:pt x="328" y="392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459FED"/>
                    </a:gs>
                    <a:gs pos="0">
                      <a:srgbClr val="7ECA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3" name="Freeform 62">
                  <a:extLst>
                    <a:ext uri="{FF2B5EF4-FFF2-40B4-BE49-F238E27FC236}">
                      <a16:creationId xmlns:a16="http://schemas.microsoft.com/office/drawing/2014/main" id="{F1D3CAE8-B31A-C34B-AD84-27B3341FED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2624" y="2359049"/>
                  <a:ext cx="249328" cy="578664"/>
                </a:xfrm>
                <a:custGeom>
                  <a:avLst/>
                  <a:gdLst>
                    <a:gd name="T0" fmla="*/ 0 w 282"/>
                    <a:gd name="T1" fmla="*/ 496 h 655"/>
                    <a:gd name="T2" fmla="*/ 0 w 282"/>
                    <a:gd name="T3" fmla="*/ 412 h 655"/>
                    <a:gd name="T4" fmla="*/ 0 w 282"/>
                    <a:gd name="T5" fmla="*/ 328 h 655"/>
                    <a:gd name="T6" fmla="*/ 0 w 282"/>
                    <a:gd name="T7" fmla="*/ 244 h 655"/>
                    <a:gd name="T8" fmla="*/ 0 w 282"/>
                    <a:gd name="T9" fmla="*/ 159 h 655"/>
                    <a:gd name="T10" fmla="*/ 11 w 282"/>
                    <a:gd name="T11" fmla="*/ 101 h 655"/>
                    <a:gd name="T12" fmla="*/ 41 w 282"/>
                    <a:gd name="T13" fmla="*/ 53 h 655"/>
                    <a:gd name="T14" fmla="*/ 86 w 282"/>
                    <a:gd name="T15" fmla="*/ 18 h 655"/>
                    <a:gd name="T16" fmla="*/ 93 w 282"/>
                    <a:gd name="T17" fmla="*/ 14 h 655"/>
                    <a:gd name="T18" fmla="*/ 189 w 282"/>
                    <a:gd name="T19" fmla="*/ 14 h 655"/>
                    <a:gd name="T20" fmla="*/ 197 w 282"/>
                    <a:gd name="T21" fmla="*/ 18 h 655"/>
                    <a:gd name="T22" fmla="*/ 241 w 282"/>
                    <a:gd name="T23" fmla="*/ 53 h 655"/>
                    <a:gd name="T24" fmla="*/ 271 w 282"/>
                    <a:gd name="T25" fmla="*/ 101 h 655"/>
                    <a:gd name="T26" fmla="*/ 282 w 282"/>
                    <a:gd name="T27" fmla="*/ 159 h 655"/>
                    <a:gd name="T28" fmla="*/ 282 w 282"/>
                    <a:gd name="T29" fmla="*/ 244 h 655"/>
                    <a:gd name="T30" fmla="*/ 282 w 282"/>
                    <a:gd name="T31" fmla="*/ 328 h 655"/>
                    <a:gd name="T32" fmla="*/ 282 w 282"/>
                    <a:gd name="T33" fmla="*/ 412 h 655"/>
                    <a:gd name="T34" fmla="*/ 282 w 282"/>
                    <a:gd name="T35" fmla="*/ 496 h 655"/>
                    <a:gd name="T36" fmla="*/ 271 w 282"/>
                    <a:gd name="T37" fmla="*/ 554 h 655"/>
                    <a:gd name="T38" fmla="*/ 241 w 282"/>
                    <a:gd name="T39" fmla="*/ 603 h 655"/>
                    <a:gd name="T40" fmla="*/ 197 w 282"/>
                    <a:gd name="T41" fmla="*/ 638 h 655"/>
                    <a:gd name="T42" fmla="*/ 189 w 282"/>
                    <a:gd name="T43" fmla="*/ 641 h 655"/>
                    <a:gd name="T44" fmla="*/ 93 w 282"/>
                    <a:gd name="T45" fmla="*/ 641 h 655"/>
                    <a:gd name="T46" fmla="*/ 86 w 282"/>
                    <a:gd name="T47" fmla="*/ 638 h 655"/>
                    <a:gd name="T48" fmla="*/ 41 w 282"/>
                    <a:gd name="T49" fmla="*/ 603 h 655"/>
                    <a:gd name="T50" fmla="*/ 11 w 282"/>
                    <a:gd name="T51" fmla="*/ 554 h 655"/>
                    <a:gd name="T52" fmla="*/ 0 w 282"/>
                    <a:gd name="T53" fmla="*/ 496 h 6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82" h="655">
                      <a:moveTo>
                        <a:pt x="0" y="496"/>
                      </a:moveTo>
                      <a:cubicBezTo>
                        <a:pt x="0" y="412"/>
                        <a:pt x="0" y="412"/>
                        <a:pt x="0" y="412"/>
                      </a:cubicBezTo>
                      <a:cubicBezTo>
                        <a:pt x="0" y="328"/>
                        <a:pt x="0" y="328"/>
                        <a:pt x="0" y="328"/>
                      </a:cubicBezTo>
                      <a:cubicBezTo>
                        <a:pt x="0" y="244"/>
                        <a:pt x="0" y="244"/>
                        <a:pt x="0" y="244"/>
                      </a:cubicBezTo>
                      <a:cubicBezTo>
                        <a:pt x="0" y="159"/>
                        <a:pt x="0" y="159"/>
                        <a:pt x="0" y="159"/>
                      </a:cubicBezTo>
                      <a:cubicBezTo>
                        <a:pt x="0" y="139"/>
                        <a:pt x="4" y="119"/>
                        <a:pt x="11" y="101"/>
                      </a:cubicBezTo>
                      <a:cubicBezTo>
                        <a:pt x="18" y="83"/>
                        <a:pt x="28" y="67"/>
                        <a:pt x="41" y="53"/>
                      </a:cubicBezTo>
                      <a:cubicBezTo>
                        <a:pt x="54" y="39"/>
                        <a:pt x="69" y="27"/>
                        <a:pt x="86" y="18"/>
                      </a:cubicBezTo>
                      <a:cubicBezTo>
                        <a:pt x="88" y="17"/>
                        <a:pt x="91" y="15"/>
                        <a:pt x="93" y="14"/>
                      </a:cubicBezTo>
                      <a:cubicBezTo>
                        <a:pt x="123" y="0"/>
                        <a:pt x="159" y="0"/>
                        <a:pt x="189" y="14"/>
                      </a:cubicBezTo>
                      <a:cubicBezTo>
                        <a:pt x="192" y="15"/>
                        <a:pt x="194" y="17"/>
                        <a:pt x="197" y="18"/>
                      </a:cubicBezTo>
                      <a:cubicBezTo>
                        <a:pt x="213" y="27"/>
                        <a:pt x="229" y="39"/>
                        <a:pt x="241" y="53"/>
                      </a:cubicBezTo>
                      <a:cubicBezTo>
                        <a:pt x="254" y="67"/>
                        <a:pt x="264" y="83"/>
                        <a:pt x="271" y="101"/>
                      </a:cubicBezTo>
                      <a:cubicBezTo>
                        <a:pt x="278" y="119"/>
                        <a:pt x="282" y="139"/>
                        <a:pt x="282" y="159"/>
                      </a:cubicBezTo>
                      <a:cubicBezTo>
                        <a:pt x="282" y="244"/>
                        <a:pt x="282" y="244"/>
                        <a:pt x="282" y="244"/>
                      </a:cubicBezTo>
                      <a:cubicBezTo>
                        <a:pt x="282" y="328"/>
                        <a:pt x="282" y="328"/>
                        <a:pt x="282" y="328"/>
                      </a:cubicBezTo>
                      <a:cubicBezTo>
                        <a:pt x="282" y="412"/>
                        <a:pt x="282" y="412"/>
                        <a:pt x="282" y="412"/>
                      </a:cubicBezTo>
                      <a:cubicBezTo>
                        <a:pt x="282" y="496"/>
                        <a:pt x="282" y="496"/>
                        <a:pt x="282" y="496"/>
                      </a:cubicBezTo>
                      <a:cubicBezTo>
                        <a:pt x="282" y="517"/>
                        <a:pt x="278" y="536"/>
                        <a:pt x="271" y="554"/>
                      </a:cubicBezTo>
                      <a:cubicBezTo>
                        <a:pt x="264" y="572"/>
                        <a:pt x="254" y="589"/>
                        <a:pt x="241" y="603"/>
                      </a:cubicBezTo>
                      <a:cubicBezTo>
                        <a:pt x="229" y="617"/>
                        <a:pt x="213" y="629"/>
                        <a:pt x="197" y="638"/>
                      </a:cubicBezTo>
                      <a:cubicBezTo>
                        <a:pt x="194" y="639"/>
                        <a:pt x="192" y="640"/>
                        <a:pt x="189" y="641"/>
                      </a:cubicBezTo>
                      <a:cubicBezTo>
                        <a:pt x="159" y="655"/>
                        <a:pt x="123" y="655"/>
                        <a:pt x="93" y="641"/>
                      </a:cubicBezTo>
                      <a:cubicBezTo>
                        <a:pt x="91" y="640"/>
                        <a:pt x="88" y="639"/>
                        <a:pt x="86" y="638"/>
                      </a:cubicBezTo>
                      <a:cubicBezTo>
                        <a:pt x="69" y="629"/>
                        <a:pt x="54" y="617"/>
                        <a:pt x="41" y="603"/>
                      </a:cubicBezTo>
                      <a:cubicBezTo>
                        <a:pt x="28" y="589"/>
                        <a:pt x="18" y="572"/>
                        <a:pt x="11" y="554"/>
                      </a:cubicBezTo>
                      <a:cubicBezTo>
                        <a:pt x="4" y="536"/>
                        <a:pt x="0" y="517"/>
                        <a:pt x="0" y="496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459FED"/>
                    </a:gs>
                    <a:gs pos="0">
                      <a:srgbClr val="7ECAF8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4" name="Freeform 63">
                  <a:extLst>
                    <a:ext uri="{FF2B5EF4-FFF2-40B4-BE49-F238E27FC236}">
                      <a16:creationId xmlns:a16="http://schemas.microsoft.com/office/drawing/2014/main" id="{8E0135E9-D706-D1EF-7D85-7F0B28D839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61961" y="3007672"/>
                  <a:ext cx="531401" cy="547032"/>
                </a:xfrm>
                <a:custGeom>
                  <a:avLst/>
                  <a:gdLst>
                    <a:gd name="T0" fmla="*/ 62 w 601"/>
                    <a:gd name="T1" fmla="*/ 0 h 619"/>
                    <a:gd name="T2" fmla="*/ 181 w 601"/>
                    <a:gd name="T3" fmla="*/ 0 h 619"/>
                    <a:gd name="T4" fmla="*/ 300 w 601"/>
                    <a:gd name="T5" fmla="*/ 0 h 619"/>
                    <a:gd name="T6" fmla="*/ 419 w 601"/>
                    <a:gd name="T7" fmla="*/ 0 h 619"/>
                    <a:gd name="T8" fmla="*/ 538 w 601"/>
                    <a:gd name="T9" fmla="*/ 0 h 619"/>
                    <a:gd name="T10" fmla="*/ 562 w 601"/>
                    <a:gd name="T11" fmla="*/ 5 h 619"/>
                    <a:gd name="T12" fmla="*/ 582 w 601"/>
                    <a:gd name="T13" fmla="*/ 18 h 619"/>
                    <a:gd name="T14" fmla="*/ 596 w 601"/>
                    <a:gd name="T15" fmla="*/ 38 h 619"/>
                    <a:gd name="T16" fmla="*/ 601 w 601"/>
                    <a:gd name="T17" fmla="*/ 62 h 619"/>
                    <a:gd name="T18" fmla="*/ 601 w 601"/>
                    <a:gd name="T19" fmla="*/ 202 h 619"/>
                    <a:gd name="T20" fmla="*/ 601 w 601"/>
                    <a:gd name="T21" fmla="*/ 341 h 619"/>
                    <a:gd name="T22" fmla="*/ 601 w 601"/>
                    <a:gd name="T23" fmla="*/ 480 h 619"/>
                    <a:gd name="T24" fmla="*/ 601 w 601"/>
                    <a:gd name="T25" fmla="*/ 619 h 619"/>
                    <a:gd name="T26" fmla="*/ 450 w 601"/>
                    <a:gd name="T27" fmla="*/ 619 h 619"/>
                    <a:gd name="T28" fmla="*/ 300 w 601"/>
                    <a:gd name="T29" fmla="*/ 619 h 619"/>
                    <a:gd name="T30" fmla="*/ 150 w 601"/>
                    <a:gd name="T31" fmla="*/ 619 h 619"/>
                    <a:gd name="T32" fmla="*/ 0 w 601"/>
                    <a:gd name="T33" fmla="*/ 619 h 619"/>
                    <a:gd name="T34" fmla="*/ 0 w 601"/>
                    <a:gd name="T35" fmla="*/ 480 h 619"/>
                    <a:gd name="T36" fmla="*/ 0 w 601"/>
                    <a:gd name="T37" fmla="*/ 341 h 619"/>
                    <a:gd name="T38" fmla="*/ 0 w 601"/>
                    <a:gd name="T39" fmla="*/ 202 h 619"/>
                    <a:gd name="T40" fmla="*/ 0 w 601"/>
                    <a:gd name="T41" fmla="*/ 62 h 619"/>
                    <a:gd name="T42" fmla="*/ 5 w 601"/>
                    <a:gd name="T43" fmla="*/ 38 h 619"/>
                    <a:gd name="T44" fmla="*/ 18 w 601"/>
                    <a:gd name="T45" fmla="*/ 18 h 619"/>
                    <a:gd name="T46" fmla="*/ 38 w 601"/>
                    <a:gd name="T47" fmla="*/ 5 h 619"/>
                    <a:gd name="T48" fmla="*/ 62 w 601"/>
                    <a:gd name="T49" fmla="*/ 0 h 6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601" h="619">
                      <a:moveTo>
                        <a:pt x="62" y="0"/>
                      </a:moveTo>
                      <a:cubicBezTo>
                        <a:pt x="181" y="0"/>
                        <a:pt x="181" y="0"/>
                        <a:pt x="181" y="0"/>
                      </a:cubicBezTo>
                      <a:cubicBezTo>
                        <a:pt x="300" y="0"/>
                        <a:pt x="300" y="0"/>
                        <a:pt x="300" y="0"/>
                      </a:cubicBezTo>
                      <a:cubicBezTo>
                        <a:pt x="419" y="0"/>
                        <a:pt x="419" y="0"/>
                        <a:pt x="419" y="0"/>
                      </a:cubicBezTo>
                      <a:cubicBezTo>
                        <a:pt x="538" y="0"/>
                        <a:pt x="538" y="0"/>
                        <a:pt x="538" y="0"/>
                      </a:cubicBezTo>
                      <a:cubicBezTo>
                        <a:pt x="547" y="0"/>
                        <a:pt x="555" y="2"/>
                        <a:pt x="562" y="5"/>
                      </a:cubicBezTo>
                      <a:cubicBezTo>
                        <a:pt x="570" y="8"/>
                        <a:pt x="577" y="13"/>
                        <a:pt x="582" y="18"/>
                      </a:cubicBezTo>
                      <a:cubicBezTo>
                        <a:pt x="588" y="24"/>
                        <a:pt x="592" y="31"/>
                        <a:pt x="596" y="38"/>
                      </a:cubicBezTo>
                      <a:cubicBezTo>
                        <a:pt x="599" y="46"/>
                        <a:pt x="601" y="54"/>
                        <a:pt x="601" y="62"/>
                      </a:cubicBezTo>
                      <a:cubicBezTo>
                        <a:pt x="601" y="202"/>
                        <a:pt x="601" y="202"/>
                        <a:pt x="601" y="202"/>
                      </a:cubicBezTo>
                      <a:cubicBezTo>
                        <a:pt x="601" y="341"/>
                        <a:pt x="601" y="341"/>
                        <a:pt x="601" y="341"/>
                      </a:cubicBezTo>
                      <a:cubicBezTo>
                        <a:pt x="601" y="480"/>
                        <a:pt x="601" y="480"/>
                        <a:pt x="601" y="480"/>
                      </a:cubicBezTo>
                      <a:cubicBezTo>
                        <a:pt x="601" y="619"/>
                        <a:pt x="601" y="619"/>
                        <a:pt x="601" y="619"/>
                      </a:cubicBezTo>
                      <a:cubicBezTo>
                        <a:pt x="450" y="619"/>
                        <a:pt x="450" y="619"/>
                        <a:pt x="450" y="619"/>
                      </a:cubicBezTo>
                      <a:cubicBezTo>
                        <a:pt x="300" y="619"/>
                        <a:pt x="300" y="619"/>
                        <a:pt x="300" y="619"/>
                      </a:cubicBezTo>
                      <a:cubicBezTo>
                        <a:pt x="150" y="619"/>
                        <a:pt x="150" y="619"/>
                        <a:pt x="150" y="619"/>
                      </a:cubicBezTo>
                      <a:cubicBezTo>
                        <a:pt x="0" y="619"/>
                        <a:pt x="0" y="619"/>
                        <a:pt x="0" y="619"/>
                      </a:cubicBezTo>
                      <a:cubicBezTo>
                        <a:pt x="0" y="480"/>
                        <a:pt x="0" y="480"/>
                        <a:pt x="0" y="480"/>
                      </a:cubicBezTo>
                      <a:cubicBezTo>
                        <a:pt x="0" y="341"/>
                        <a:pt x="0" y="341"/>
                        <a:pt x="0" y="341"/>
                      </a:cubicBezTo>
                      <a:cubicBezTo>
                        <a:pt x="0" y="202"/>
                        <a:pt x="0" y="202"/>
                        <a:pt x="0" y="202"/>
                      </a:cubicBezTo>
                      <a:cubicBezTo>
                        <a:pt x="0" y="62"/>
                        <a:pt x="0" y="62"/>
                        <a:pt x="0" y="62"/>
                      </a:cubicBezTo>
                      <a:cubicBezTo>
                        <a:pt x="0" y="54"/>
                        <a:pt x="1" y="46"/>
                        <a:pt x="5" y="38"/>
                      </a:cubicBezTo>
                      <a:cubicBezTo>
                        <a:pt x="8" y="31"/>
                        <a:pt x="12" y="24"/>
                        <a:pt x="18" y="18"/>
                      </a:cubicBezTo>
                      <a:cubicBezTo>
                        <a:pt x="24" y="13"/>
                        <a:pt x="30" y="8"/>
                        <a:pt x="38" y="5"/>
                      </a:cubicBezTo>
                      <a:cubicBezTo>
                        <a:pt x="45" y="2"/>
                        <a:pt x="53" y="0"/>
                        <a:pt x="62" y="0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459FED"/>
                    </a:gs>
                    <a:gs pos="0">
                      <a:srgbClr val="4FB7F6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5" name="Freeform 64">
                  <a:extLst>
                    <a:ext uri="{FF2B5EF4-FFF2-40B4-BE49-F238E27FC236}">
                      <a16:creationId xmlns:a16="http://schemas.microsoft.com/office/drawing/2014/main" id="{3FD5565B-FE91-30B3-8CB3-53320BFC5A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41596" y="2760205"/>
                  <a:ext cx="371014" cy="247466"/>
                </a:xfrm>
                <a:custGeom>
                  <a:avLst/>
                  <a:gdLst>
                    <a:gd name="T0" fmla="*/ 27 w 420"/>
                    <a:gd name="T1" fmla="*/ 232 h 280"/>
                    <a:gd name="T2" fmla="*/ 27 w 420"/>
                    <a:gd name="T3" fmla="*/ 220 h 280"/>
                    <a:gd name="T4" fmla="*/ 27 w 420"/>
                    <a:gd name="T5" fmla="*/ 208 h 280"/>
                    <a:gd name="T6" fmla="*/ 27 w 420"/>
                    <a:gd name="T7" fmla="*/ 195 h 280"/>
                    <a:gd name="T8" fmla="*/ 27 w 420"/>
                    <a:gd name="T9" fmla="*/ 183 h 280"/>
                    <a:gd name="T10" fmla="*/ 41 w 420"/>
                    <a:gd name="T11" fmla="*/ 112 h 280"/>
                    <a:gd name="T12" fmla="*/ 80 w 420"/>
                    <a:gd name="T13" fmla="*/ 53 h 280"/>
                    <a:gd name="T14" fmla="*/ 139 w 420"/>
                    <a:gd name="T15" fmla="*/ 14 h 280"/>
                    <a:gd name="T16" fmla="*/ 210 w 420"/>
                    <a:gd name="T17" fmla="*/ 0 h 280"/>
                    <a:gd name="T18" fmla="*/ 210 w 420"/>
                    <a:gd name="T19" fmla="*/ 0 h 280"/>
                    <a:gd name="T20" fmla="*/ 210 w 420"/>
                    <a:gd name="T21" fmla="*/ 0 h 280"/>
                    <a:gd name="T22" fmla="*/ 210 w 420"/>
                    <a:gd name="T23" fmla="*/ 0 h 280"/>
                    <a:gd name="T24" fmla="*/ 210 w 420"/>
                    <a:gd name="T25" fmla="*/ 0 h 280"/>
                    <a:gd name="T26" fmla="*/ 282 w 420"/>
                    <a:gd name="T27" fmla="*/ 14 h 280"/>
                    <a:gd name="T28" fmla="*/ 340 w 420"/>
                    <a:gd name="T29" fmla="*/ 53 h 280"/>
                    <a:gd name="T30" fmla="*/ 379 w 420"/>
                    <a:gd name="T31" fmla="*/ 112 h 280"/>
                    <a:gd name="T32" fmla="*/ 394 w 420"/>
                    <a:gd name="T33" fmla="*/ 183 h 280"/>
                    <a:gd name="T34" fmla="*/ 394 w 420"/>
                    <a:gd name="T35" fmla="*/ 195 h 280"/>
                    <a:gd name="T36" fmla="*/ 394 w 420"/>
                    <a:gd name="T37" fmla="*/ 208 h 280"/>
                    <a:gd name="T38" fmla="*/ 394 w 420"/>
                    <a:gd name="T39" fmla="*/ 220 h 280"/>
                    <a:gd name="T40" fmla="*/ 394 w 420"/>
                    <a:gd name="T41" fmla="*/ 232 h 280"/>
                    <a:gd name="T42" fmla="*/ 400 w 420"/>
                    <a:gd name="T43" fmla="*/ 232 h 280"/>
                    <a:gd name="T44" fmla="*/ 407 w 420"/>
                    <a:gd name="T45" fmla="*/ 232 h 280"/>
                    <a:gd name="T46" fmla="*/ 413 w 420"/>
                    <a:gd name="T47" fmla="*/ 232 h 280"/>
                    <a:gd name="T48" fmla="*/ 420 w 420"/>
                    <a:gd name="T49" fmla="*/ 232 h 280"/>
                    <a:gd name="T50" fmla="*/ 420 w 420"/>
                    <a:gd name="T51" fmla="*/ 244 h 280"/>
                    <a:gd name="T52" fmla="*/ 420 w 420"/>
                    <a:gd name="T53" fmla="*/ 256 h 280"/>
                    <a:gd name="T54" fmla="*/ 420 w 420"/>
                    <a:gd name="T55" fmla="*/ 268 h 280"/>
                    <a:gd name="T56" fmla="*/ 420 w 420"/>
                    <a:gd name="T57" fmla="*/ 280 h 280"/>
                    <a:gd name="T58" fmla="*/ 413 w 420"/>
                    <a:gd name="T59" fmla="*/ 280 h 280"/>
                    <a:gd name="T60" fmla="*/ 407 w 420"/>
                    <a:gd name="T61" fmla="*/ 280 h 280"/>
                    <a:gd name="T62" fmla="*/ 400 w 420"/>
                    <a:gd name="T63" fmla="*/ 280 h 280"/>
                    <a:gd name="T64" fmla="*/ 394 w 420"/>
                    <a:gd name="T65" fmla="*/ 280 h 280"/>
                    <a:gd name="T66" fmla="*/ 302 w 420"/>
                    <a:gd name="T67" fmla="*/ 280 h 280"/>
                    <a:gd name="T68" fmla="*/ 210 w 420"/>
                    <a:gd name="T69" fmla="*/ 280 h 280"/>
                    <a:gd name="T70" fmla="*/ 118 w 420"/>
                    <a:gd name="T71" fmla="*/ 280 h 280"/>
                    <a:gd name="T72" fmla="*/ 27 w 420"/>
                    <a:gd name="T73" fmla="*/ 280 h 280"/>
                    <a:gd name="T74" fmla="*/ 20 w 420"/>
                    <a:gd name="T75" fmla="*/ 280 h 280"/>
                    <a:gd name="T76" fmla="*/ 13 w 420"/>
                    <a:gd name="T77" fmla="*/ 280 h 280"/>
                    <a:gd name="T78" fmla="*/ 7 w 420"/>
                    <a:gd name="T79" fmla="*/ 280 h 280"/>
                    <a:gd name="T80" fmla="*/ 0 w 420"/>
                    <a:gd name="T81" fmla="*/ 280 h 280"/>
                    <a:gd name="T82" fmla="*/ 0 w 420"/>
                    <a:gd name="T83" fmla="*/ 268 h 280"/>
                    <a:gd name="T84" fmla="*/ 0 w 420"/>
                    <a:gd name="T85" fmla="*/ 256 h 280"/>
                    <a:gd name="T86" fmla="*/ 0 w 420"/>
                    <a:gd name="T87" fmla="*/ 244 h 280"/>
                    <a:gd name="T88" fmla="*/ 0 w 420"/>
                    <a:gd name="T89" fmla="*/ 232 h 280"/>
                    <a:gd name="T90" fmla="*/ 7 w 420"/>
                    <a:gd name="T91" fmla="*/ 232 h 280"/>
                    <a:gd name="T92" fmla="*/ 13 w 420"/>
                    <a:gd name="T93" fmla="*/ 232 h 280"/>
                    <a:gd name="T94" fmla="*/ 20 w 420"/>
                    <a:gd name="T95" fmla="*/ 232 h 280"/>
                    <a:gd name="T96" fmla="*/ 27 w 420"/>
                    <a:gd name="T97" fmla="*/ 232 h 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20" h="280">
                      <a:moveTo>
                        <a:pt x="27" y="232"/>
                      </a:moveTo>
                      <a:cubicBezTo>
                        <a:pt x="27" y="220"/>
                        <a:pt x="27" y="220"/>
                        <a:pt x="27" y="220"/>
                      </a:cubicBezTo>
                      <a:cubicBezTo>
                        <a:pt x="27" y="208"/>
                        <a:pt x="27" y="208"/>
                        <a:pt x="27" y="208"/>
                      </a:cubicBezTo>
                      <a:cubicBezTo>
                        <a:pt x="27" y="195"/>
                        <a:pt x="27" y="195"/>
                        <a:pt x="27" y="195"/>
                      </a:cubicBezTo>
                      <a:cubicBezTo>
                        <a:pt x="27" y="183"/>
                        <a:pt x="27" y="183"/>
                        <a:pt x="27" y="183"/>
                      </a:cubicBezTo>
                      <a:cubicBezTo>
                        <a:pt x="27" y="158"/>
                        <a:pt x="32" y="134"/>
                        <a:pt x="41" y="112"/>
                      </a:cubicBezTo>
                      <a:cubicBezTo>
                        <a:pt x="50" y="90"/>
                        <a:pt x="64" y="70"/>
                        <a:pt x="80" y="53"/>
                      </a:cubicBezTo>
                      <a:cubicBezTo>
                        <a:pt x="97" y="37"/>
                        <a:pt x="117" y="23"/>
                        <a:pt x="139" y="14"/>
                      </a:cubicBezTo>
                      <a:cubicBezTo>
                        <a:pt x="161" y="5"/>
                        <a:pt x="185" y="0"/>
                        <a:pt x="210" y="0"/>
                      </a:cubicBezTo>
                      <a:cubicBezTo>
                        <a:pt x="210" y="0"/>
                        <a:pt x="210" y="0"/>
                        <a:pt x="210" y="0"/>
                      </a:cubicBezTo>
                      <a:cubicBezTo>
                        <a:pt x="210" y="0"/>
                        <a:pt x="210" y="0"/>
                        <a:pt x="210" y="0"/>
                      </a:cubicBezTo>
                      <a:cubicBezTo>
                        <a:pt x="210" y="0"/>
                        <a:pt x="210" y="0"/>
                        <a:pt x="210" y="0"/>
                      </a:cubicBezTo>
                      <a:cubicBezTo>
                        <a:pt x="210" y="0"/>
                        <a:pt x="210" y="0"/>
                        <a:pt x="210" y="0"/>
                      </a:cubicBezTo>
                      <a:cubicBezTo>
                        <a:pt x="235" y="0"/>
                        <a:pt x="260" y="5"/>
                        <a:pt x="282" y="14"/>
                      </a:cubicBezTo>
                      <a:cubicBezTo>
                        <a:pt x="304" y="23"/>
                        <a:pt x="323" y="37"/>
                        <a:pt x="340" y="53"/>
                      </a:cubicBezTo>
                      <a:cubicBezTo>
                        <a:pt x="356" y="70"/>
                        <a:pt x="370" y="90"/>
                        <a:pt x="379" y="112"/>
                      </a:cubicBezTo>
                      <a:cubicBezTo>
                        <a:pt x="389" y="134"/>
                        <a:pt x="394" y="158"/>
                        <a:pt x="394" y="183"/>
                      </a:cubicBezTo>
                      <a:cubicBezTo>
                        <a:pt x="394" y="195"/>
                        <a:pt x="394" y="195"/>
                        <a:pt x="394" y="195"/>
                      </a:cubicBezTo>
                      <a:cubicBezTo>
                        <a:pt x="394" y="208"/>
                        <a:pt x="394" y="208"/>
                        <a:pt x="394" y="208"/>
                      </a:cubicBezTo>
                      <a:cubicBezTo>
                        <a:pt x="394" y="220"/>
                        <a:pt x="394" y="220"/>
                        <a:pt x="394" y="220"/>
                      </a:cubicBezTo>
                      <a:cubicBezTo>
                        <a:pt x="394" y="232"/>
                        <a:pt x="394" y="232"/>
                        <a:pt x="394" y="232"/>
                      </a:cubicBezTo>
                      <a:cubicBezTo>
                        <a:pt x="400" y="232"/>
                        <a:pt x="400" y="232"/>
                        <a:pt x="400" y="232"/>
                      </a:cubicBezTo>
                      <a:cubicBezTo>
                        <a:pt x="407" y="232"/>
                        <a:pt x="407" y="232"/>
                        <a:pt x="407" y="232"/>
                      </a:cubicBezTo>
                      <a:cubicBezTo>
                        <a:pt x="413" y="232"/>
                        <a:pt x="413" y="232"/>
                        <a:pt x="413" y="232"/>
                      </a:cubicBezTo>
                      <a:cubicBezTo>
                        <a:pt x="420" y="232"/>
                        <a:pt x="420" y="232"/>
                        <a:pt x="420" y="232"/>
                      </a:cubicBezTo>
                      <a:cubicBezTo>
                        <a:pt x="420" y="244"/>
                        <a:pt x="420" y="244"/>
                        <a:pt x="420" y="244"/>
                      </a:cubicBezTo>
                      <a:cubicBezTo>
                        <a:pt x="420" y="256"/>
                        <a:pt x="420" y="256"/>
                        <a:pt x="420" y="256"/>
                      </a:cubicBezTo>
                      <a:cubicBezTo>
                        <a:pt x="420" y="268"/>
                        <a:pt x="420" y="268"/>
                        <a:pt x="420" y="268"/>
                      </a:cubicBezTo>
                      <a:cubicBezTo>
                        <a:pt x="420" y="280"/>
                        <a:pt x="420" y="280"/>
                        <a:pt x="420" y="280"/>
                      </a:cubicBezTo>
                      <a:cubicBezTo>
                        <a:pt x="413" y="280"/>
                        <a:pt x="413" y="280"/>
                        <a:pt x="413" y="280"/>
                      </a:cubicBezTo>
                      <a:cubicBezTo>
                        <a:pt x="407" y="280"/>
                        <a:pt x="407" y="280"/>
                        <a:pt x="407" y="280"/>
                      </a:cubicBezTo>
                      <a:cubicBezTo>
                        <a:pt x="400" y="280"/>
                        <a:pt x="400" y="280"/>
                        <a:pt x="400" y="280"/>
                      </a:cubicBezTo>
                      <a:cubicBezTo>
                        <a:pt x="394" y="280"/>
                        <a:pt x="394" y="280"/>
                        <a:pt x="394" y="280"/>
                      </a:cubicBezTo>
                      <a:cubicBezTo>
                        <a:pt x="302" y="280"/>
                        <a:pt x="302" y="280"/>
                        <a:pt x="302" y="280"/>
                      </a:cubicBezTo>
                      <a:cubicBezTo>
                        <a:pt x="210" y="280"/>
                        <a:pt x="210" y="280"/>
                        <a:pt x="210" y="280"/>
                      </a:cubicBezTo>
                      <a:cubicBezTo>
                        <a:pt x="118" y="280"/>
                        <a:pt x="118" y="280"/>
                        <a:pt x="118" y="280"/>
                      </a:cubicBezTo>
                      <a:cubicBezTo>
                        <a:pt x="27" y="280"/>
                        <a:pt x="27" y="280"/>
                        <a:pt x="27" y="280"/>
                      </a:cubicBezTo>
                      <a:cubicBezTo>
                        <a:pt x="20" y="280"/>
                        <a:pt x="20" y="280"/>
                        <a:pt x="20" y="280"/>
                      </a:cubicBezTo>
                      <a:cubicBezTo>
                        <a:pt x="13" y="280"/>
                        <a:pt x="13" y="280"/>
                        <a:pt x="13" y="280"/>
                      </a:cubicBezTo>
                      <a:cubicBezTo>
                        <a:pt x="7" y="280"/>
                        <a:pt x="7" y="280"/>
                        <a:pt x="7" y="280"/>
                      </a:cubicBezTo>
                      <a:cubicBezTo>
                        <a:pt x="0" y="280"/>
                        <a:pt x="0" y="280"/>
                        <a:pt x="0" y="280"/>
                      </a:cubicBezTo>
                      <a:cubicBezTo>
                        <a:pt x="0" y="268"/>
                        <a:pt x="0" y="268"/>
                        <a:pt x="0" y="268"/>
                      </a:cubicBezTo>
                      <a:cubicBezTo>
                        <a:pt x="0" y="256"/>
                        <a:pt x="0" y="256"/>
                        <a:pt x="0" y="256"/>
                      </a:cubicBezTo>
                      <a:cubicBezTo>
                        <a:pt x="0" y="244"/>
                        <a:pt x="0" y="244"/>
                        <a:pt x="0" y="244"/>
                      </a:cubicBezTo>
                      <a:cubicBezTo>
                        <a:pt x="0" y="232"/>
                        <a:pt x="0" y="232"/>
                        <a:pt x="0" y="232"/>
                      </a:cubicBezTo>
                      <a:cubicBezTo>
                        <a:pt x="7" y="232"/>
                        <a:pt x="7" y="232"/>
                        <a:pt x="7" y="232"/>
                      </a:cubicBezTo>
                      <a:cubicBezTo>
                        <a:pt x="13" y="232"/>
                        <a:pt x="13" y="232"/>
                        <a:pt x="13" y="232"/>
                      </a:cubicBezTo>
                      <a:cubicBezTo>
                        <a:pt x="20" y="232"/>
                        <a:pt x="20" y="232"/>
                        <a:pt x="20" y="232"/>
                      </a:cubicBezTo>
                      <a:lnTo>
                        <a:pt x="27" y="232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43515C"/>
                    </a:gs>
                    <a:gs pos="0">
                      <a:srgbClr val="66737C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6" name="Freeform 65">
                  <a:extLst>
                    <a:ext uri="{FF2B5EF4-FFF2-40B4-BE49-F238E27FC236}">
                      <a16:creationId xmlns:a16="http://schemas.microsoft.com/office/drawing/2014/main" id="{6DE17247-DD62-E23B-8638-B8CFC9DEBD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54722" y="2811560"/>
                  <a:ext cx="144759" cy="144759"/>
                </a:xfrm>
                <a:custGeom>
                  <a:avLst/>
                  <a:gdLst>
                    <a:gd name="T0" fmla="*/ 0 w 164"/>
                    <a:gd name="T1" fmla="*/ 82 h 164"/>
                    <a:gd name="T2" fmla="*/ 6 w 164"/>
                    <a:gd name="T3" fmla="*/ 114 h 164"/>
                    <a:gd name="T4" fmla="*/ 24 w 164"/>
                    <a:gd name="T5" fmla="*/ 140 h 164"/>
                    <a:gd name="T6" fmla="*/ 50 w 164"/>
                    <a:gd name="T7" fmla="*/ 158 h 164"/>
                    <a:gd name="T8" fmla="*/ 82 w 164"/>
                    <a:gd name="T9" fmla="*/ 164 h 164"/>
                    <a:gd name="T10" fmla="*/ 114 w 164"/>
                    <a:gd name="T11" fmla="*/ 158 h 164"/>
                    <a:gd name="T12" fmla="*/ 140 w 164"/>
                    <a:gd name="T13" fmla="*/ 140 h 164"/>
                    <a:gd name="T14" fmla="*/ 158 w 164"/>
                    <a:gd name="T15" fmla="*/ 114 h 164"/>
                    <a:gd name="T16" fmla="*/ 164 w 164"/>
                    <a:gd name="T17" fmla="*/ 82 h 164"/>
                    <a:gd name="T18" fmla="*/ 158 w 164"/>
                    <a:gd name="T19" fmla="*/ 50 h 164"/>
                    <a:gd name="T20" fmla="*/ 140 w 164"/>
                    <a:gd name="T21" fmla="*/ 24 h 164"/>
                    <a:gd name="T22" fmla="*/ 114 w 164"/>
                    <a:gd name="T23" fmla="*/ 6 h 164"/>
                    <a:gd name="T24" fmla="*/ 82 w 164"/>
                    <a:gd name="T25" fmla="*/ 0 h 164"/>
                    <a:gd name="T26" fmla="*/ 50 w 164"/>
                    <a:gd name="T27" fmla="*/ 6 h 164"/>
                    <a:gd name="T28" fmla="*/ 24 w 164"/>
                    <a:gd name="T29" fmla="*/ 24 h 164"/>
                    <a:gd name="T30" fmla="*/ 6 w 164"/>
                    <a:gd name="T31" fmla="*/ 50 h 164"/>
                    <a:gd name="T32" fmla="*/ 0 w 164"/>
                    <a:gd name="T33" fmla="*/ 82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64" h="164">
                      <a:moveTo>
                        <a:pt x="0" y="82"/>
                      </a:moveTo>
                      <a:cubicBezTo>
                        <a:pt x="0" y="93"/>
                        <a:pt x="2" y="104"/>
                        <a:pt x="6" y="114"/>
                      </a:cubicBezTo>
                      <a:cubicBezTo>
                        <a:pt x="10" y="124"/>
                        <a:pt x="16" y="133"/>
                        <a:pt x="24" y="140"/>
                      </a:cubicBezTo>
                      <a:cubicBezTo>
                        <a:pt x="31" y="147"/>
                        <a:pt x="40" y="153"/>
                        <a:pt x="50" y="158"/>
                      </a:cubicBezTo>
                      <a:cubicBezTo>
                        <a:pt x="60" y="162"/>
                        <a:pt x="71" y="164"/>
                        <a:pt x="82" y="164"/>
                      </a:cubicBezTo>
                      <a:cubicBezTo>
                        <a:pt x="93" y="164"/>
                        <a:pt x="104" y="162"/>
                        <a:pt x="114" y="158"/>
                      </a:cubicBezTo>
                      <a:cubicBezTo>
                        <a:pt x="124" y="153"/>
                        <a:pt x="133" y="147"/>
                        <a:pt x="140" y="140"/>
                      </a:cubicBezTo>
                      <a:cubicBezTo>
                        <a:pt x="148" y="133"/>
                        <a:pt x="154" y="124"/>
                        <a:pt x="158" y="114"/>
                      </a:cubicBezTo>
                      <a:cubicBezTo>
                        <a:pt x="162" y="104"/>
                        <a:pt x="164" y="93"/>
                        <a:pt x="164" y="82"/>
                      </a:cubicBezTo>
                      <a:cubicBezTo>
                        <a:pt x="164" y="70"/>
                        <a:pt x="162" y="60"/>
                        <a:pt x="158" y="50"/>
                      </a:cubicBezTo>
                      <a:cubicBezTo>
                        <a:pt x="154" y="40"/>
                        <a:pt x="148" y="31"/>
                        <a:pt x="140" y="24"/>
                      </a:cubicBezTo>
                      <a:cubicBezTo>
                        <a:pt x="133" y="16"/>
                        <a:pt x="124" y="10"/>
                        <a:pt x="114" y="6"/>
                      </a:cubicBezTo>
                      <a:cubicBezTo>
                        <a:pt x="104" y="2"/>
                        <a:pt x="93" y="0"/>
                        <a:pt x="82" y="0"/>
                      </a:cubicBezTo>
                      <a:cubicBezTo>
                        <a:pt x="71" y="0"/>
                        <a:pt x="60" y="2"/>
                        <a:pt x="50" y="6"/>
                      </a:cubicBezTo>
                      <a:cubicBezTo>
                        <a:pt x="40" y="10"/>
                        <a:pt x="31" y="16"/>
                        <a:pt x="24" y="24"/>
                      </a:cubicBezTo>
                      <a:cubicBezTo>
                        <a:pt x="16" y="31"/>
                        <a:pt x="10" y="40"/>
                        <a:pt x="6" y="50"/>
                      </a:cubicBezTo>
                      <a:cubicBezTo>
                        <a:pt x="2" y="60"/>
                        <a:pt x="0" y="70"/>
                        <a:pt x="0" y="82"/>
                      </a:cubicBezTo>
                      <a:close/>
                    </a:path>
                  </a:pathLst>
                </a:custGeom>
                <a:solidFill>
                  <a:srgbClr val="7ECAF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7" name="Freeform 66">
                  <a:extLst>
                    <a:ext uri="{FF2B5EF4-FFF2-40B4-BE49-F238E27FC236}">
                      <a16:creationId xmlns:a16="http://schemas.microsoft.com/office/drawing/2014/main" id="{F4AD8485-1608-226B-AE3D-644DA70087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95285" y="2852122"/>
                  <a:ext cx="63634" cy="63634"/>
                </a:xfrm>
                <a:custGeom>
                  <a:avLst/>
                  <a:gdLst>
                    <a:gd name="T0" fmla="*/ 0 w 72"/>
                    <a:gd name="T1" fmla="*/ 36 h 72"/>
                    <a:gd name="T2" fmla="*/ 3 w 72"/>
                    <a:gd name="T3" fmla="*/ 50 h 72"/>
                    <a:gd name="T4" fmla="*/ 11 w 72"/>
                    <a:gd name="T5" fmla="*/ 61 h 72"/>
                    <a:gd name="T6" fmla="*/ 22 w 72"/>
                    <a:gd name="T7" fmla="*/ 69 h 72"/>
                    <a:gd name="T8" fmla="*/ 36 w 72"/>
                    <a:gd name="T9" fmla="*/ 72 h 72"/>
                    <a:gd name="T10" fmla="*/ 50 w 72"/>
                    <a:gd name="T11" fmla="*/ 69 h 72"/>
                    <a:gd name="T12" fmla="*/ 62 w 72"/>
                    <a:gd name="T13" fmla="*/ 61 h 72"/>
                    <a:gd name="T14" fmla="*/ 69 w 72"/>
                    <a:gd name="T15" fmla="*/ 50 h 72"/>
                    <a:gd name="T16" fmla="*/ 72 w 72"/>
                    <a:gd name="T17" fmla="*/ 36 h 72"/>
                    <a:gd name="T18" fmla="*/ 69 w 72"/>
                    <a:gd name="T19" fmla="*/ 22 h 72"/>
                    <a:gd name="T20" fmla="*/ 62 w 72"/>
                    <a:gd name="T21" fmla="*/ 10 h 72"/>
                    <a:gd name="T22" fmla="*/ 50 w 72"/>
                    <a:gd name="T23" fmla="*/ 3 h 72"/>
                    <a:gd name="T24" fmla="*/ 36 w 72"/>
                    <a:gd name="T25" fmla="*/ 0 h 72"/>
                    <a:gd name="T26" fmla="*/ 22 w 72"/>
                    <a:gd name="T27" fmla="*/ 3 h 72"/>
                    <a:gd name="T28" fmla="*/ 11 w 72"/>
                    <a:gd name="T29" fmla="*/ 10 h 72"/>
                    <a:gd name="T30" fmla="*/ 3 w 72"/>
                    <a:gd name="T31" fmla="*/ 22 h 72"/>
                    <a:gd name="T32" fmla="*/ 0 w 72"/>
                    <a:gd name="T33" fmla="*/ 36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2" h="72">
                      <a:moveTo>
                        <a:pt x="0" y="36"/>
                      </a:moveTo>
                      <a:cubicBezTo>
                        <a:pt x="0" y="41"/>
                        <a:pt x="1" y="46"/>
                        <a:pt x="3" y="50"/>
                      </a:cubicBezTo>
                      <a:cubicBezTo>
                        <a:pt x="5" y="54"/>
                        <a:pt x="7" y="58"/>
                        <a:pt x="11" y="61"/>
                      </a:cubicBezTo>
                      <a:cubicBezTo>
                        <a:pt x="14" y="65"/>
                        <a:pt x="18" y="67"/>
                        <a:pt x="22" y="69"/>
                      </a:cubicBezTo>
                      <a:cubicBezTo>
                        <a:pt x="26" y="71"/>
                        <a:pt x="31" y="72"/>
                        <a:pt x="36" y="72"/>
                      </a:cubicBezTo>
                      <a:cubicBezTo>
                        <a:pt x="41" y="72"/>
                        <a:pt x="46" y="71"/>
                        <a:pt x="50" y="69"/>
                      </a:cubicBezTo>
                      <a:cubicBezTo>
                        <a:pt x="54" y="67"/>
                        <a:pt x="58" y="65"/>
                        <a:pt x="62" y="61"/>
                      </a:cubicBezTo>
                      <a:cubicBezTo>
                        <a:pt x="65" y="58"/>
                        <a:pt x="67" y="54"/>
                        <a:pt x="69" y="50"/>
                      </a:cubicBezTo>
                      <a:cubicBezTo>
                        <a:pt x="71" y="46"/>
                        <a:pt x="72" y="41"/>
                        <a:pt x="72" y="36"/>
                      </a:cubicBezTo>
                      <a:cubicBezTo>
                        <a:pt x="72" y="31"/>
                        <a:pt x="71" y="26"/>
                        <a:pt x="69" y="22"/>
                      </a:cubicBezTo>
                      <a:cubicBezTo>
                        <a:pt x="67" y="18"/>
                        <a:pt x="65" y="14"/>
                        <a:pt x="62" y="10"/>
                      </a:cubicBezTo>
                      <a:cubicBezTo>
                        <a:pt x="58" y="7"/>
                        <a:pt x="54" y="4"/>
                        <a:pt x="50" y="3"/>
                      </a:cubicBezTo>
                      <a:cubicBezTo>
                        <a:pt x="46" y="1"/>
                        <a:pt x="41" y="0"/>
                        <a:pt x="36" y="0"/>
                      </a:cubicBezTo>
                      <a:cubicBezTo>
                        <a:pt x="31" y="0"/>
                        <a:pt x="26" y="1"/>
                        <a:pt x="22" y="3"/>
                      </a:cubicBezTo>
                      <a:cubicBezTo>
                        <a:pt x="18" y="4"/>
                        <a:pt x="14" y="7"/>
                        <a:pt x="11" y="10"/>
                      </a:cubicBezTo>
                      <a:cubicBezTo>
                        <a:pt x="7" y="14"/>
                        <a:pt x="5" y="18"/>
                        <a:pt x="3" y="22"/>
                      </a:cubicBezTo>
                      <a:cubicBezTo>
                        <a:pt x="1" y="26"/>
                        <a:pt x="0" y="31"/>
                        <a:pt x="0" y="3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8" name="Freeform 67">
                  <a:extLst>
                    <a:ext uri="{FF2B5EF4-FFF2-40B4-BE49-F238E27FC236}">
                      <a16:creationId xmlns:a16="http://schemas.microsoft.com/office/drawing/2014/main" id="{4189AF41-5B31-0CEF-9488-27BA56D6F5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54722" y="2414868"/>
                  <a:ext cx="144759" cy="145502"/>
                </a:xfrm>
                <a:custGeom>
                  <a:avLst/>
                  <a:gdLst>
                    <a:gd name="T0" fmla="*/ 0 w 164"/>
                    <a:gd name="T1" fmla="*/ 82 h 165"/>
                    <a:gd name="T2" fmla="*/ 6 w 164"/>
                    <a:gd name="T3" fmla="*/ 114 h 165"/>
                    <a:gd name="T4" fmla="*/ 24 w 164"/>
                    <a:gd name="T5" fmla="*/ 141 h 165"/>
                    <a:gd name="T6" fmla="*/ 50 w 164"/>
                    <a:gd name="T7" fmla="*/ 158 h 165"/>
                    <a:gd name="T8" fmla="*/ 82 w 164"/>
                    <a:gd name="T9" fmla="*/ 165 h 165"/>
                    <a:gd name="T10" fmla="*/ 114 w 164"/>
                    <a:gd name="T11" fmla="*/ 158 h 165"/>
                    <a:gd name="T12" fmla="*/ 140 w 164"/>
                    <a:gd name="T13" fmla="*/ 141 h 165"/>
                    <a:gd name="T14" fmla="*/ 158 w 164"/>
                    <a:gd name="T15" fmla="*/ 114 h 165"/>
                    <a:gd name="T16" fmla="*/ 164 w 164"/>
                    <a:gd name="T17" fmla="*/ 82 h 165"/>
                    <a:gd name="T18" fmla="*/ 158 w 164"/>
                    <a:gd name="T19" fmla="*/ 50 h 165"/>
                    <a:gd name="T20" fmla="*/ 140 w 164"/>
                    <a:gd name="T21" fmla="*/ 24 h 165"/>
                    <a:gd name="T22" fmla="*/ 114 w 164"/>
                    <a:gd name="T23" fmla="*/ 7 h 165"/>
                    <a:gd name="T24" fmla="*/ 82 w 164"/>
                    <a:gd name="T25" fmla="*/ 0 h 165"/>
                    <a:gd name="T26" fmla="*/ 50 w 164"/>
                    <a:gd name="T27" fmla="*/ 7 h 165"/>
                    <a:gd name="T28" fmla="*/ 24 w 164"/>
                    <a:gd name="T29" fmla="*/ 24 h 165"/>
                    <a:gd name="T30" fmla="*/ 6 w 164"/>
                    <a:gd name="T31" fmla="*/ 50 h 165"/>
                    <a:gd name="T32" fmla="*/ 0 w 164"/>
                    <a:gd name="T33" fmla="*/ 82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64" h="165">
                      <a:moveTo>
                        <a:pt x="0" y="82"/>
                      </a:moveTo>
                      <a:cubicBezTo>
                        <a:pt x="0" y="94"/>
                        <a:pt x="2" y="105"/>
                        <a:pt x="6" y="114"/>
                      </a:cubicBezTo>
                      <a:cubicBezTo>
                        <a:pt x="10" y="124"/>
                        <a:pt x="16" y="133"/>
                        <a:pt x="24" y="141"/>
                      </a:cubicBezTo>
                      <a:cubicBezTo>
                        <a:pt x="31" y="148"/>
                        <a:pt x="40" y="154"/>
                        <a:pt x="50" y="158"/>
                      </a:cubicBezTo>
                      <a:cubicBezTo>
                        <a:pt x="60" y="162"/>
                        <a:pt x="71" y="165"/>
                        <a:pt x="82" y="165"/>
                      </a:cubicBezTo>
                      <a:cubicBezTo>
                        <a:pt x="93" y="165"/>
                        <a:pt x="104" y="162"/>
                        <a:pt x="114" y="158"/>
                      </a:cubicBezTo>
                      <a:cubicBezTo>
                        <a:pt x="124" y="154"/>
                        <a:pt x="133" y="148"/>
                        <a:pt x="140" y="141"/>
                      </a:cubicBezTo>
                      <a:cubicBezTo>
                        <a:pt x="148" y="133"/>
                        <a:pt x="154" y="124"/>
                        <a:pt x="158" y="114"/>
                      </a:cubicBezTo>
                      <a:cubicBezTo>
                        <a:pt x="162" y="105"/>
                        <a:pt x="164" y="94"/>
                        <a:pt x="164" y="82"/>
                      </a:cubicBezTo>
                      <a:cubicBezTo>
                        <a:pt x="164" y="71"/>
                        <a:pt x="162" y="60"/>
                        <a:pt x="158" y="50"/>
                      </a:cubicBezTo>
                      <a:cubicBezTo>
                        <a:pt x="154" y="41"/>
                        <a:pt x="148" y="32"/>
                        <a:pt x="140" y="24"/>
                      </a:cubicBezTo>
                      <a:cubicBezTo>
                        <a:pt x="133" y="17"/>
                        <a:pt x="124" y="11"/>
                        <a:pt x="114" y="7"/>
                      </a:cubicBezTo>
                      <a:cubicBezTo>
                        <a:pt x="104" y="3"/>
                        <a:pt x="93" y="0"/>
                        <a:pt x="82" y="0"/>
                      </a:cubicBezTo>
                      <a:cubicBezTo>
                        <a:pt x="71" y="0"/>
                        <a:pt x="60" y="3"/>
                        <a:pt x="50" y="7"/>
                      </a:cubicBezTo>
                      <a:cubicBezTo>
                        <a:pt x="40" y="11"/>
                        <a:pt x="31" y="17"/>
                        <a:pt x="24" y="24"/>
                      </a:cubicBezTo>
                      <a:cubicBezTo>
                        <a:pt x="16" y="32"/>
                        <a:pt x="10" y="41"/>
                        <a:pt x="6" y="50"/>
                      </a:cubicBezTo>
                      <a:cubicBezTo>
                        <a:pt x="2" y="60"/>
                        <a:pt x="0" y="71"/>
                        <a:pt x="0" y="82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43515C"/>
                    </a:gs>
                    <a:gs pos="0">
                      <a:srgbClr val="66737C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9" name="Freeform 68">
                  <a:extLst>
                    <a:ext uri="{FF2B5EF4-FFF2-40B4-BE49-F238E27FC236}">
                      <a16:creationId xmlns:a16="http://schemas.microsoft.com/office/drawing/2014/main" id="{0713FC4D-6165-A631-3A8A-B69B98B993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99750" y="2456174"/>
                  <a:ext cx="54704" cy="55820"/>
                </a:xfrm>
                <a:custGeom>
                  <a:avLst/>
                  <a:gdLst>
                    <a:gd name="T0" fmla="*/ 0 w 62"/>
                    <a:gd name="T1" fmla="*/ 32 h 63"/>
                    <a:gd name="T2" fmla="*/ 2 w 62"/>
                    <a:gd name="T3" fmla="*/ 44 h 63"/>
                    <a:gd name="T4" fmla="*/ 9 w 62"/>
                    <a:gd name="T5" fmla="*/ 54 h 63"/>
                    <a:gd name="T6" fmla="*/ 19 w 62"/>
                    <a:gd name="T7" fmla="*/ 61 h 63"/>
                    <a:gd name="T8" fmla="*/ 31 w 62"/>
                    <a:gd name="T9" fmla="*/ 63 h 63"/>
                    <a:gd name="T10" fmla="*/ 43 w 62"/>
                    <a:gd name="T11" fmla="*/ 61 h 63"/>
                    <a:gd name="T12" fmla="*/ 53 w 62"/>
                    <a:gd name="T13" fmla="*/ 54 h 63"/>
                    <a:gd name="T14" fmla="*/ 60 w 62"/>
                    <a:gd name="T15" fmla="*/ 44 h 63"/>
                    <a:gd name="T16" fmla="*/ 62 w 62"/>
                    <a:gd name="T17" fmla="*/ 32 h 63"/>
                    <a:gd name="T18" fmla="*/ 60 w 62"/>
                    <a:gd name="T19" fmla="*/ 19 h 63"/>
                    <a:gd name="T20" fmla="*/ 53 w 62"/>
                    <a:gd name="T21" fmla="*/ 9 h 63"/>
                    <a:gd name="T22" fmla="*/ 43 w 62"/>
                    <a:gd name="T23" fmla="*/ 3 h 63"/>
                    <a:gd name="T24" fmla="*/ 31 w 62"/>
                    <a:gd name="T25" fmla="*/ 0 h 63"/>
                    <a:gd name="T26" fmla="*/ 19 w 62"/>
                    <a:gd name="T27" fmla="*/ 3 h 63"/>
                    <a:gd name="T28" fmla="*/ 9 w 62"/>
                    <a:gd name="T29" fmla="*/ 9 h 63"/>
                    <a:gd name="T30" fmla="*/ 2 w 62"/>
                    <a:gd name="T31" fmla="*/ 19 h 63"/>
                    <a:gd name="T32" fmla="*/ 0 w 62"/>
                    <a:gd name="T33" fmla="*/ 32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2" h="63">
                      <a:moveTo>
                        <a:pt x="0" y="32"/>
                      </a:moveTo>
                      <a:cubicBezTo>
                        <a:pt x="0" y="36"/>
                        <a:pt x="1" y="40"/>
                        <a:pt x="2" y="44"/>
                      </a:cubicBezTo>
                      <a:cubicBezTo>
                        <a:pt x="4" y="48"/>
                        <a:pt x="6" y="51"/>
                        <a:pt x="9" y="54"/>
                      </a:cubicBezTo>
                      <a:cubicBezTo>
                        <a:pt x="12" y="57"/>
                        <a:pt x="15" y="59"/>
                        <a:pt x="19" y="61"/>
                      </a:cubicBezTo>
                      <a:cubicBezTo>
                        <a:pt x="23" y="62"/>
                        <a:pt x="27" y="63"/>
                        <a:pt x="31" y="63"/>
                      </a:cubicBezTo>
                      <a:cubicBezTo>
                        <a:pt x="35" y="63"/>
                        <a:pt x="40" y="62"/>
                        <a:pt x="43" y="61"/>
                      </a:cubicBezTo>
                      <a:cubicBezTo>
                        <a:pt x="47" y="59"/>
                        <a:pt x="50" y="57"/>
                        <a:pt x="53" y="54"/>
                      </a:cubicBezTo>
                      <a:cubicBezTo>
                        <a:pt x="56" y="51"/>
                        <a:pt x="58" y="48"/>
                        <a:pt x="60" y="44"/>
                      </a:cubicBezTo>
                      <a:cubicBezTo>
                        <a:pt x="62" y="40"/>
                        <a:pt x="62" y="36"/>
                        <a:pt x="62" y="32"/>
                      </a:cubicBezTo>
                      <a:cubicBezTo>
                        <a:pt x="62" y="27"/>
                        <a:pt x="62" y="23"/>
                        <a:pt x="60" y="19"/>
                      </a:cubicBezTo>
                      <a:cubicBezTo>
                        <a:pt x="58" y="16"/>
                        <a:pt x="56" y="12"/>
                        <a:pt x="53" y="9"/>
                      </a:cubicBezTo>
                      <a:cubicBezTo>
                        <a:pt x="50" y="7"/>
                        <a:pt x="47" y="4"/>
                        <a:pt x="43" y="3"/>
                      </a:cubicBezTo>
                      <a:cubicBezTo>
                        <a:pt x="40" y="1"/>
                        <a:pt x="35" y="0"/>
                        <a:pt x="31" y="0"/>
                      </a:cubicBezTo>
                      <a:cubicBezTo>
                        <a:pt x="27" y="0"/>
                        <a:pt x="23" y="1"/>
                        <a:pt x="19" y="3"/>
                      </a:cubicBezTo>
                      <a:cubicBezTo>
                        <a:pt x="15" y="4"/>
                        <a:pt x="12" y="7"/>
                        <a:pt x="9" y="9"/>
                      </a:cubicBezTo>
                      <a:cubicBezTo>
                        <a:pt x="6" y="12"/>
                        <a:pt x="4" y="16"/>
                        <a:pt x="2" y="19"/>
                      </a:cubicBezTo>
                      <a:cubicBezTo>
                        <a:pt x="1" y="23"/>
                        <a:pt x="0" y="27"/>
                        <a:pt x="0" y="3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0" name="Freeform 69">
                  <a:extLst>
                    <a:ext uri="{FF2B5EF4-FFF2-40B4-BE49-F238E27FC236}">
                      <a16:creationId xmlns:a16="http://schemas.microsoft.com/office/drawing/2014/main" id="{FCBE5A04-0104-7201-26C6-7497AE44CD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49410" y="3127871"/>
                  <a:ext cx="359105" cy="26421"/>
                </a:xfrm>
                <a:custGeom>
                  <a:avLst/>
                  <a:gdLst>
                    <a:gd name="T0" fmla="*/ 15 w 406"/>
                    <a:gd name="T1" fmla="*/ 30 h 30"/>
                    <a:gd name="T2" fmla="*/ 109 w 406"/>
                    <a:gd name="T3" fmla="*/ 30 h 30"/>
                    <a:gd name="T4" fmla="*/ 203 w 406"/>
                    <a:gd name="T5" fmla="*/ 30 h 30"/>
                    <a:gd name="T6" fmla="*/ 297 w 406"/>
                    <a:gd name="T7" fmla="*/ 30 h 30"/>
                    <a:gd name="T8" fmla="*/ 391 w 406"/>
                    <a:gd name="T9" fmla="*/ 30 h 30"/>
                    <a:gd name="T10" fmla="*/ 397 w 406"/>
                    <a:gd name="T11" fmla="*/ 29 h 30"/>
                    <a:gd name="T12" fmla="*/ 402 w 406"/>
                    <a:gd name="T13" fmla="*/ 26 h 30"/>
                    <a:gd name="T14" fmla="*/ 405 w 406"/>
                    <a:gd name="T15" fmla="*/ 21 h 30"/>
                    <a:gd name="T16" fmla="*/ 406 w 406"/>
                    <a:gd name="T17" fmla="*/ 15 h 30"/>
                    <a:gd name="T18" fmla="*/ 406 w 406"/>
                    <a:gd name="T19" fmla="*/ 15 h 30"/>
                    <a:gd name="T20" fmla="*/ 406 w 406"/>
                    <a:gd name="T21" fmla="*/ 15 h 30"/>
                    <a:gd name="T22" fmla="*/ 406 w 406"/>
                    <a:gd name="T23" fmla="*/ 15 h 30"/>
                    <a:gd name="T24" fmla="*/ 406 w 406"/>
                    <a:gd name="T25" fmla="*/ 15 h 30"/>
                    <a:gd name="T26" fmla="*/ 405 w 406"/>
                    <a:gd name="T27" fmla="*/ 9 h 30"/>
                    <a:gd name="T28" fmla="*/ 402 w 406"/>
                    <a:gd name="T29" fmla="*/ 4 h 30"/>
                    <a:gd name="T30" fmla="*/ 397 w 406"/>
                    <a:gd name="T31" fmla="*/ 1 h 30"/>
                    <a:gd name="T32" fmla="*/ 391 w 406"/>
                    <a:gd name="T33" fmla="*/ 0 h 30"/>
                    <a:gd name="T34" fmla="*/ 297 w 406"/>
                    <a:gd name="T35" fmla="*/ 0 h 30"/>
                    <a:gd name="T36" fmla="*/ 203 w 406"/>
                    <a:gd name="T37" fmla="*/ 0 h 30"/>
                    <a:gd name="T38" fmla="*/ 109 w 406"/>
                    <a:gd name="T39" fmla="*/ 0 h 30"/>
                    <a:gd name="T40" fmla="*/ 15 w 406"/>
                    <a:gd name="T41" fmla="*/ 0 h 30"/>
                    <a:gd name="T42" fmla="*/ 9 w 406"/>
                    <a:gd name="T43" fmla="*/ 1 h 30"/>
                    <a:gd name="T44" fmla="*/ 4 w 406"/>
                    <a:gd name="T45" fmla="*/ 4 h 30"/>
                    <a:gd name="T46" fmla="*/ 1 w 406"/>
                    <a:gd name="T47" fmla="*/ 9 h 30"/>
                    <a:gd name="T48" fmla="*/ 0 w 406"/>
                    <a:gd name="T49" fmla="*/ 15 h 30"/>
                    <a:gd name="T50" fmla="*/ 0 w 406"/>
                    <a:gd name="T51" fmla="*/ 15 h 30"/>
                    <a:gd name="T52" fmla="*/ 0 w 406"/>
                    <a:gd name="T53" fmla="*/ 15 h 30"/>
                    <a:gd name="T54" fmla="*/ 0 w 406"/>
                    <a:gd name="T55" fmla="*/ 15 h 30"/>
                    <a:gd name="T56" fmla="*/ 0 w 406"/>
                    <a:gd name="T57" fmla="*/ 15 h 30"/>
                    <a:gd name="T58" fmla="*/ 1 w 406"/>
                    <a:gd name="T59" fmla="*/ 21 h 30"/>
                    <a:gd name="T60" fmla="*/ 4 w 406"/>
                    <a:gd name="T61" fmla="*/ 26 h 30"/>
                    <a:gd name="T62" fmla="*/ 9 w 406"/>
                    <a:gd name="T63" fmla="*/ 29 h 30"/>
                    <a:gd name="T64" fmla="*/ 15 w 406"/>
                    <a:gd name="T65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406" h="30">
                      <a:moveTo>
                        <a:pt x="15" y="30"/>
                      </a:moveTo>
                      <a:cubicBezTo>
                        <a:pt x="109" y="30"/>
                        <a:pt x="109" y="30"/>
                        <a:pt x="109" y="30"/>
                      </a:cubicBezTo>
                      <a:cubicBezTo>
                        <a:pt x="203" y="30"/>
                        <a:pt x="203" y="30"/>
                        <a:pt x="203" y="30"/>
                      </a:cubicBezTo>
                      <a:cubicBezTo>
                        <a:pt x="297" y="30"/>
                        <a:pt x="297" y="30"/>
                        <a:pt x="297" y="30"/>
                      </a:cubicBezTo>
                      <a:cubicBezTo>
                        <a:pt x="391" y="30"/>
                        <a:pt x="391" y="30"/>
                        <a:pt x="391" y="30"/>
                      </a:cubicBezTo>
                      <a:cubicBezTo>
                        <a:pt x="393" y="30"/>
                        <a:pt x="395" y="30"/>
                        <a:pt x="397" y="29"/>
                      </a:cubicBezTo>
                      <a:cubicBezTo>
                        <a:pt x="399" y="28"/>
                        <a:pt x="400" y="27"/>
                        <a:pt x="402" y="26"/>
                      </a:cubicBezTo>
                      <a:cubicBezTo>
                        <a:pt x="403" y="24"/>
                        <a:pt x="404" y="23"/>
                        <a:pt x="405" y="21"/>
                      </a:cubicBezTo>
                      <a:cubicBezTo>
                        <a:pt x="406" y="19"/>
                        <a:pt x="406" y="17"/>
                        <a:pt x="406" y="15"/>
                      </a:cubicBezTo>
                      <a:cubicBezTo>
                        <a:pt x="406" y="15"/>
                        <a:pt x="406" y="15"/>
                        <a:pt x="406" y="15"/>
                      </a:cubicBezTo>
                      <a:cubicBezTo>
                        <a:pt x="406" y="15"/>
                        <a:pt x="406" y="15"/>
                        <a:pt x="406" y="15"/>
                      </a:cubicBezTo>
                      <a:cubicBezTo>
                        <a:pt x="406" y="15"/>
                        <a:pt x="406" y="15"/>
                        <a:pt x="406" y="15"/>
                      </a:cubicBezTo>
                      <a:cubicBezTo>
                        <a:pt x="406" y="15"/>
                        <a:pt x="406" y="15"/>
                        <a:pt x="406" y="15"/>
                      </a:cubicBezTo>
                      <a:cubicBezTo>
                        <a:pt x="406" y="13"/>
                        <a:pt x="406" y="11"/>
                        <a:pt x="405" y="9"/>
                      </a:cubicBezTo>
                      <a:cubicBezTo>
                        <a:pt x="404" y="7"/>
                        <a:pt x="403" y="6"/>
                        <a:pt x="402" y="4"/>
                      </a:cubicBezTo>
                      <a:cubicBezTo>
                        <a:pt x="400" y="3"/>
                        <a:pt x="399" y="2"/>
                        <a:pt x="397" y="1"/>
                      </a:cubicBezTo>
                      <a:cubicBezTo>
                        <a:pt x="395" y="0"/>
                        <a:pt x="393" y="0"/>
                        <a:pt x="391" y="0"/>
                      </a:cubicBezTo>
                      <a:cubicBezTo>
                        <a:pt x="297" y="0"/>
                        <a:pt x="297" y="0"/>
                        <a:pt x="297" y="0"/>
                      </a:cubicBezTo>
                      <a:cubicBezTo>
                        <a:pt x="203" y="0"/>
                        <a:pt x="203" y="0"/>
                        <a:pt x="203" y="0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3" y="0"/>
                        <a:pt x="11" y="0"/>
                        <a:pt x="9" y="1"/>
                      </a:cubicBezTo>
                      <a:cubicBezTo>
                        <a:pt x="7" y="2"/>
                        <a:pt x="5" y="3"/>
                        <a:pt x="4" y="4"/>
                      </a:cubicBezTo>
                      <a:cubicBezTo>
                        <a:pt x="3" y="6"/>
                        <a:pt x="2" y="7"/>
                        <a:pt x="1" y="9"/>
                      </a:cubicBezTo>
                      <a:cubicBezTo>
                        <a:pt x="0" y="11"/>
                        <a:pt x="0" y="13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7"/>
                        <a:pt x="0" y="19"/>
                        <a:pt x="1" y="21"/>
                      </a:cubicBezTo>
                      <a:cubicBezTo>
                        <a:pt x="2" y="23"/>
                        <a:pt x="3" y="24"/>
                        <a:pt x="4" y="26"/>
                      </a:cubicBezTo>
                      <a:cubicBezTo>
                        <a:pt x="5" y="27"/>
                        <a:pt x="7" y="28"/>
                        <a:pt x="9" y="29"/>
                      </a:cubicBezTo>
                      <a:cubicBezTo>
                        <a:pt x="11" y="30"/>
                        <a:pt x="13" y="30"/>
                        <a:pt x="15" y="30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DFE3E6"/>
                    </a:gs>
                    <a:gs pos="0">
                      <a:schemeClr val="bg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1" name="Freeform 70">
                  <a:extLst>
                    <a:ext uri="{FF2B5EF4-FFF2-40B4-BE49-F238E27FC236}">
                      <a16:creationId xmlns:a16="http://schemas.microsoft.com/office/drawing/2014/main" id="{8362E410-6EE0-1A97-D4CC-8802409691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47549" y="3194109"/>
                  <a:ext cx="359105" cy="26421"/>
                </a:xfrm>
                <a:custGeom>
                  <a:avLst/>
                  <a:gdLst>
                    <a:gd name="T0" fmla="*/ 15 w 406"/>
                    <a:gd name="T1" fmla="*/ 30 h 30"/>
                    <a:gd name="T2" fmla="*/ 109 w 406"/>
                    <a:gd name="T3" fmla="*/ 30 h 30"/>
                    <a:gd name="T4" fmla="*/ 203 w 406"/>
                    <a:gd name="T5" fmla="*/ 30 h 30"/>
                    <a:gd name="T6" fmla="*/ 297 w 406"/>
                    <a:gd name="T7" fmla="*/ 30 h 30"/>
                    <a:gd name="T8" fmla="*/ 391 w 406"/>
                    <a:gd name="T9" fmla="*/ 30 h 30"/>
                    <a:gd name="T10" fmla="*/ 397 w 406"/>
                    <a:gd name="T11" fmla="*/ 29 h 30"/>
                    <a:gd name="T12" fmla="*/ 402 w 406"/>
                    <a:gd name="T13" fmla="*/ 26 h 30"/>
                    <a:gd name="T14" fmla="*/ 405 w 406"/>
                    <a:gd name="T15" fmla="*/ 21 h 30"/>
                    <a:gd name="T16" fmla="*/ 406 w 406"/>
                    <a:gd name="T17" fmla="*/ 15 h 30"/>
                    <a:gd name="T18" fmla="*/ 406 w 406"/>
                    <a:gd name="T19" fmla="*/ 15 h 30"/>
                    <a:gd name="T20" fmla="*/ 406 w 406"/>
                    <a:gd name="T21" fmla="*/ 15 h 30"/>
                    <a:gd name="T22" fmla="*/ 406 w 406"/>
                    <a:gd name="T23" fmla="*/ 15 h 30"/>
                    <a:gd name="T24" fmla="*/ 406 w 406"/>
                    <a:gd name="T25" fmla="*/ 15 h 30"/>
                    <a:gd name="T26" fmla="*/ 405 w 406"/>
                    <a:gd name="T27" fmla="*/ 10 h 30"/>
                    <a:gd name="T28" fmla="*/ 402 w 406"/>
                    <a:gd name="T29" fmla="*/ 5 h 30"/>
                    <a:gd name="T30" fmla="*/ 397 w 406"/>
                    <a:gd name="T31" fmla="*/ 2 h 30"/>
                    <a:gd name="T32" fmla="*/ 391 w 406"/>
                    <a:gd name="T33" fmla="*/ 0 h 30"/>
                    <a:gd name="T34" fmla="*/ 297 w 406"/>
                    <a:gd name="T35" fmla="*/ 0 h 30"/>
                    <a:gd name="T36" fmla="*/ 203 w 406"/>
                    <a:gd name="T37" fmla="*/ 0 h 30"/>
                    <a:gd name="T38" fmla="*/ 109 w 406"/>
                    <a:gd name="T39" fmla="*/ 0 h 30"/>
                    <a:gd name="T40" fmla="*/ 15 w 406"/>
                    <a:gd name="T41" fmla="*/ 0 h 30"/>
                    <a:gd name="T42" fmla="*/ 9 w 406"/>
                    <a:gd name="T43" fmla="*/ 2 h 30"/>
                    <a:gd name="T44" fmla="*/ 4 w 406"/>
                    <a:gd name="T45" fmla="*/ 5 h 30"/>
                    <a:gd name="T46" fmla="*/ 1 w 406"/>
                    <a:gd name="T47" fmla="*/ 10 h 30"/>
                    <a:gd name="T48" fmla="*/ 0 w 406"/>
                    <a:gd name="T49" fmla="*/ 15 h 30"/>
                    <a:gd name="T50" fmla="*/ 0 w 406"/>
                    <a:gd name="T51" fmla="*/ 15 h 30"/>
                    <a:gd name="T52" fmla="*/ 0 w 406"/>
                    <a:gd name="T53" fmla="*/ 15 h 30"/>
                    <a:gd name="T54" fmla="*/ 0 w 406"/>
                    <a:gd name="T55" fmla="*/ 15 h 30"/>
                    <a:gd name="T56" fmla="*/ 0 w 406"/>
                    <a:gd name="T57" fmla="*/ 15 h 30"/>
                    <a:gd name="T58" fmla="*/ 1 w 406"/>
                    <a:gd name="T59" fmla="*/ 21 h 30"/>
                    <a:gd name="T60" fmla="*/ 4 w 406"/>
                    <a:gd name="T61" fmla="*/ 26 h 30"/>
                    <a:gd name="T62" fmla="*/ 9 w 406"/>
                    <a:gd name="T63" fmla="*/ 29 h 30"/>
                    <a:gd name="T64" fmla="*/ 15 w 406"/>
                    <a:gd name="T65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406" h="30">
                      <a:moveTo>
                        <a:pt x="15" y="30"/>
                      </a:moveTo>
                      <a:cubicBezTo>
                        <a:pt x="109" y="30"/>
                        <a:pt x="109" y="30"/>
                        <a:pt x="109" y="30"/>
                      </a:cubicBezTo>
                      <a:cubicBezTo>
                        <a:pt x="203" y="30"/>
                        <a:pt x="203" y="30"/>
                        <a:pt x="203" y="30"/>
                      </a:cubicBezTo>
                      <a:cubicBezTo>
                        <a:pt x="297" y="30"/>
                        <a:pt x="297" y="30"/>
                        <a:pt x="297" y="30"/>
                      </a:cubicBezTo>
                      <a:cubicBezTo>
                        <a:pt x="391" y="30"/>
                        <a:pt x="391" y="30"/>
                        <a:pt x="391" y="30"/>
                      </a:cubicBezTo>
                      <a:cubicBezTo>
                        <a:pt x="393" y="30"/>
                        <a:pt x="395" y="30"/>
                        <a:pt x="397" y="29"/>
                      </a:cubicBezTo>
                      <a:cubicBezTo>
                        <a:pt x="399" y="28"/>
                        <a:pt x="400" y="27"/>
                        <a:pt x="402" y="26"/>
                      </a:cubicBezTo>
                      <a:cubicBezTo>
                        <a:pt x="403" y="25"/>
                        <a:pt x="404" y="23"/>
                        <a:pt x="405" y="21"/>
                      </a:cubicBezTo>
                      <a:cubicBezTo>
                        <a:pt x="406" y="19"/>
                        <a:pt x="406" y="17"/>
                        <a:pt x="406" y="15"/>
                      </a:cubicBezTo>
                      <a:cubicBezTo>
                        <a:pt x="406" y="15"/>
                        <a:pt x="406" y="15"/>
                        <a:pt x="406" y="15"/>
                      </a:cubicBezTo>
                      <a:cubicBezTo>
                        <a:pt x="406" y="15"/>
                        <a:pt x="406" y="15"/>
                        <a:pt x="406" y="15"/>
                      </a:cubicBezTo>
                      <a:cubicBezTo>
                        <a:pt x="406" y="15"/>
                        <a:pt x="406" y="15"/>
                        <a:pt x="406" y="15"/>
                      </a:cubicBezTo>
                      <a:cubicBezTo>
                        <a:pt x="406" y="15"/>
                        <a:pt x="406" y="15"/>
                        <a:pt x="406" y="15"/>
                      </a:cubicBezTo>
                      <a:cubicBezTo>
                        <a:pt x="406" y="13"/>
                        <a:pt x="406" y="11"/>
                        <a:pt x="405" y="10"/>
                      </a:cubicBezTo>
                      <a:cubicBezTo>
                        <a:pt x="404" y="8"/>
                        <a:pt x="403" y="6"/>
                        <a:pt x="402" y="5"/>
                      </a:cubicBezTo>
                      <a:cubicBezTo>
                        <a:pt x="400" y="3"/>
                        <a:pt x="399" y="2"/>
                        <a:pt x="397" y="2"/>
                      </a:cubicBezTo>
                      <a:cubicBezTo>
                        <a:pt x="395" y="1"/>
                        <a:pt x="393" y="0"/>
                        <a:pt x="391" y="0"/>
                      </a:cubicBezTo>
                      <a:cubicBezTo>
                        <a:pt x="297" y="0"/>
                        <a:pt x="297" y="0"/>
                        <a:pt x="297" y="0"/>
                      </a:cubicBezTo>
                      <a:cubicBezTo>
                        <a:pt x="203" y="0"/>
                        <a:pt x="203" y="0"/>
                        <a:pt x="203" y="0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3" y="0"/>
                        <a:pt x="11" y="1"/>
                        <a:pt x="9" y="2"/>
                      </a:cubicBezTo>
                      <a:cubicBezTo>
                        <a:pt x="7" y="2"/>
                        <a:pt x="6" y="3"/>
                        <a:pt x="4" y="5"/>
                      </a:cubicBezTo>
                      <a:cubicBezTo>
                        <a:pt x="3" y="6"/>
                        <a:pt x="2" y="8"/>
                        <a:pt x="1" y="10"/>
                      </a:cubicBezTo>
                      <a:cubicBezTo>
                        <a:pt x="0" y="11"/>
                        <a:pt x="0" y="13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7"/>
                        <a:pt x="0" y="19"/>
                        <a:pt x="1" y="21"/>
                      </a:cubicBezTo>
                      <a:cubicBezTo>
                        <a:pt x="2" y="23"/>
                        <a:pt x="3" y="25"/>
                        <a:pt x="4" y="26"/>
                      </a:cubicBezTo>
                      <a:cubicBezTo>
                        <a:pt x="6" y="27"/>
                        <a:pt x="7" y="28"/>
                        <a:pt x="9" y="29"/>
                      </a:cubicBezTo>
                      <a:cubicBezTo>
                        <a:pt x="11" y="30"/>
                        <a:pt x="13" y="30"/>
                        <a:pt x="15" y="30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DFE3E6"/>
                    </a:gs>
                    <a:gs pos="0">
                      <a:schemeClr val="bg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2" name="Freeform 71">
                  <a:extLst>
                    <a:ext uri="{FF2B5EF4-FFF2-40B4-BE49-F238E27FC236}">
                      <a16:creationId xmlns:a16="http://schemas.microsoft.com/office/drawing/2014/main" id="{42133DB4-B760-50D7-1623-F5612FD6BC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46061" y="3261465"/>
                  <a:ext cx="359478" cy="26421"/>
                </a:xfrm>
                <a:custGeom>
                  <a:avLst/>
                  <a:gdLst>
                    <a:gd name="T0" fmla="*/ 15 w 407"/>
                    <a:gd name="T1" fmla="*/ 30 h 30"/>
                    <a:gd name="T2" fmla="*/ 109 w 407"/>
                    <a:gd name="T3" fmla="*/ 30 h 30"/>
                    <a:gd name="T4" fmla="*/ 203 w 407"/>
                    <a:gd name="T5" fmla="*/ 30 h 30"/>
                    <a:gd name="T6" fmla="*/ 297 w 407"/>
                    <a:gd name="T7" fmla="*/ 30 h 30"/>
                    <a:gd name="T8" fmla="*/ 391 w 407"/>
                    <a:gd name="T9" fmla="*/ 30 h 30"/>
                    <a:gd name="T10" fmla="*/ 397 w 407"/>
                    <a:gd name="T11" fmla="*/ 28 h 30"/>
                    <a:gd name="T12" fmla="*/ 402 w 407"/>
                    <a:gd name="T13" fmla="*/ 25 h 30"/>
                    <a:gd name="T14" fmla="*/ 405 w 407"/>
                    <a:gd name="T15" fmla="*/ 20 h 30"/>
                    <a:gd name="T16" fmla="*/ 407 w 407"/>
                    <a:gd name="T17" fmla="*/ 15 h 30"/>
                    <a:gd name="T18" fmla="*/ 407 w 407"/>
                    <a:gd name="T19" fmla="*/ 15 h 30"/>
                    <a:gd name="T20" fmla="*/ 407 w 407"/>
                    <a:gd name="T21" fmla="*/ 15 h 30"/>
                    <a:gd name="T22" fmla="*/ 407 w 407"/>
                    <a:gd name="T23" fmla="*/ 15 h 30"/>
                    <a:gd name="T24" fmla="*/ 407 w 407"/>
                    <a:gd name="T25" fmla="*/ 15 h 30"/>
                    <a:gd name="T26" fmla="*/ 405 w 407"/>
                    <a:gd name="T27" fmla="*/ 9 h 30"/>
                    <a:gd name="T28" fmla="*/ 402 w 407"/>
                    <a:gd name="T29" fmla="*/ 4 h 30"/>
                    <a:gd name="T30" fmla="*/ 397 w 407"/>
                    <a:gd name="T31" fmla="*/ 1 h 30"/>
                    <a:gd name="T32" fmla="*/ 391 w 407"/>
                    <a:gd name="T33" fmla="*/ 0 h 30"/>
                    <a:gd name="T34" fmla="*/ 297 w 407"/>
                    <a:gd name="T35" fmla="*/ 0 h 30"/>
                    <a:gd name="T36" fmla="*/ 203 w 407"/>
                    <a:gd name="T37" fmla="*/ 0 h 30"/>
                    <a:gd name="T38" fmla="*/ 109 w 407"/>
                    <a:gd name="T39" fmla="*/ 0 h 30"/>
                    <a:gd name="T40" fmla="*/ 15 w 407"/>
                    <a:gd name="T41" fmla="*/ 0 h 30"/>
                    <a:gd name="T42" fmla="*/ 9 w 407"/>
                    <a:gd name="T43" fmla="*/ 1 h 30"/>
                    <a:gd name="T44" fmla="*/ 5 w 407"/>
                    <a:gd name="T45" fmla="*/ 4 h 30"/>
                    <a:gd name="T46" fmla="*/ 1 w 407"/>
                    <a:gd name="T47" fmla="*/ 9 h 30"/>
                    <a:gd name="T48" fmla="*/ 0 w 407"/>
                    <a:gd name="T49" fmla="*/ 15 h 30"/>
                    <a:gd name="T50" fmla="*/ 0 w 407"/>
                    <a:gd name="T51" fmla="*/ 15 h 30"/>
                    <a:gd name="T52" fmla="*/ 0 w 407"/>
                    <a:gd name="T53" fmla="*/ 15 h 30"/>
                    <a:gd name="T54" fmla="*/ 0 w 407"/>
                    <a:gd name="T55" fmla="*/ 15 h 30"/>
                    <a:gd name="T56" fmla="*/ 0 w 407"/>
                    <a:gd name="T57" fmla="*/ 15 h 30"/>
                    <a:gd name="T58" fmla="*/ 1 w 407"/>
                    <a:gd name="T59" fmla="*/ 20 h 30"/>
                    <a:gd name="T60" fmla="*/ 5 w 407"/>
                    <a:gd name="T61" fmla="*/ 25 h 30"/>
                    <a:gd name="T62" fmla="*/ 9 w 407"/>
                    <a:gd name="T63" fmla="*/ 28 h 30"/>
                    <a:gd name="T64" fmla="*/ 15 w 407"/>
                    <a:gd name="T65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407" h="30">
                      <a:moveTo>
                        <a:pt x="15" y="30"/>
                      </a:moveTo>
                      <a:cubicBezTo>
                        <a:pt x="109" y="30"/>
                        <a:pt x="109" y="30"/>
                        <a:pt x="109" y="30"/>
                      </a:cubicBezTo>
                      <a:cubicBezTo>
                        <a:pt x="203" y="30"/>
                        <a:pt x="203" y="30"/>
                        <a:pt x="203" y="30"/>
                      </a:cubicBezTo>
                      <a:cubicBezTo>
                        <a:pt x="297" y="30"/>
                        <a:pt x="297" y="30"/>
                        <a:pt x="297" y="30"/>
                      </a:cubicBezTo>
                      <a:cubicBezTo>
                        <a:pt x="391" y="30"/>
                        <a:pt x="391" y="30"/>
                        <a:pt x="391" y="30"/>
                      </a:cubicBezTo>
                      <a:cubicBezTo>
                        <a:pt x="394" y="30"/>
                        <a:pt x="396" y="29"/>
                        <a:pt x="397" y="28"/>
                      </a:cubicBezTo>
                      <a:cubicBezTo>
                        <a:pt x="399" y="28"/>
                        <a:pt x="401" y="27"/>
                        <a:pt x="402" y="25"/>
                      </a:cubicBezTo>
                      <a:cubicBezTo>
                        <a:pt x="403" y="24"/>
                        <a:pt x="405" y="22"/>
                        <a:pt x="405" y="20"/>
                      </a:cubicBezTo>
                      <a:cubicBezTo>
                        <a:pt x="406" y="19"/>
                        <a:pt x="407" y="17"/>
                        <a:pt x="407" y="15"/>
                      </a:cubicBezTo>
                      <a:cubicBezTo>
                        <a:pt x="407" y="15"/>
                        <a:pt x="407" y="15"/>
                        <a:pt x="407" y="15"/>
                      </a:cubicBezTo>
                      <a:cubicBezTo>
                        <a:pt x="407" y="15"/>
                        <a:pt x="407" y="15"/>
                        <a:pt x="407" y="15"/>
                      </a:cubicBezTo>
                      <a:cubicBezTo>
                        <a:pt x="407" y="15"/>
                        <a:pt x="407" y="15"/>
                        <a:pt x="407" y="15"/>
                      </a:cubicBezTo>
                      <a:cubicBezTo>
                        <a:pt x="407" y="15"/>
                        <a:pt x="407" y="15"/>
                        <a:pt x="407" y="15"/>
                      </a:cubicBezTo>
                      <a:cubicBezTo>
                        <a:pt x="407" y="13"/>
                        <a:pt x="406" y="11"/>
                        <a:pt x="405" y="9"/>
                      </a:cubicBezTo>
                      <a:cubicBezTo>
                        <a:pt x="405" y="7"/>
                        <a:pt x="403" y="5"/>
                        <a:pt x="402" y="4"/>
                      </a:cubicBezTo>
                      <a:cubicBezTo>
                        <a:pt x="401" y="3"/>
                        <a:pt x="399" y="2"/>
                        <a:pt x="397" y="1"/>
                      </a:cubicBezTo>
                      <a:cubicBezTo>
                        <a:pt x="396" y="0"/>
                        <a:pt x="394" y="0"/>
                        <a:pt x="391" y="0"/>
                      </a:cubicBezTo>
                      <a:cubicBezTo>
                        <a:pt x="297" y="0"/>
                        <a:pt x="297" y="0"/>
                        <a:pt x="297" y="0"/>
                      </a:cubicBezTo>
                      <a:cubicBezTo>
                        <a:pt x="203" y="0"/>
                        <a:pt x="203" y="0"/>
                        <a:pt x="203" y="0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3" y="0"/>
                        <a:pt x="11" y="0"/>
                        <a:pt x="9" y="1"/>
                      </a:cubicBezTo>
                      <a:cubicBezTo>
                        <a:pt x="8" y="2"/>
                        <a:pt x="6" y="3"/>
                        <a:pt x="5" y="4"/>
                      </a:cubicBezTo>
                      <a:cubicBezTo>
                        <a:pt x="3" y="5"/>
                        <a:pt x="2" y="7"/>
                        <a:pt x="1" y="9"/>
                      </a:cubicBezTo>
                      <a:cubicBezTo>
                        <a:pt x="1" y="11"/>
                        <a:pt x="0" y="13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7"/>
                        <a:pt x="1" y="19"/>
                        <a:pt x="1" y="20"/>
                      </a:cubicBezTo>
                      <a:cubicBezTo>
                        <a:pt x="2" y="22"/>
                        <a:pt x="3" y="24"/>
                        <a:pt x="5" y="25"/>
                      </a:cubicBezTo>
                      <a:cubicBezTo>
                        <a:pt x="6" y="27"/>
                        <a:pt x="8" y="28"/>
                        <a:pt x="9" y="28"/>
                      </a:cubicBezTo>
                      <a:cubicBezTo>
                        <a:pt x="11" y="29"/>
                        <a:pt x="13" y="30"/>
                        <a:pt x="15" y="30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DFE3E6"/>
                    </a:gs>
                    <a:gs pos="0">
                      <a:schemeClr val="bg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253" name="Group 252">
                  <a:extLst>
                    <a:ext uri="{FF2B5EF4-FFF2-40B4-BE49-F238E27FC236}">
                      <a16:creationId xmlns:a16="http://schemas.microsoft.com/office/drawing/2014/main" id="{D6A1A569-CA84-6FAF-7D75-449A321E6D43}"/>
                    </a:ext>
                  </a:extLst>
                </p:cNvPr>
                <p:cNvGrpSpPr/>
                <p:nvPr/>
              </p:nvGrpSpPr>
              <p:grpSpPr>
                <a:xfrm>
                  <a:off x="7124100" y="1719494"/>
                  <a:ext cx="691650" cy="511784"/>
                  <a:chOff x="6859748" y="1926289"/>
                  <a:chExt cx="691650" cy="511784"/>
                </a:xfrm>
              </p:grpSpPr>
              <p:sp>
                <p:nvSpPr>
                  <p:cNvPr id="254" name="Freeform 55">
                    <a:extLst>
                      <a:ext uri="{FF2B5EF4-FFF2-40B4-BE49-F238E27FC236}">
                        <a16:creationId xmlns:a16="http://schemas.microsoft.com/office/drawing/2014/main" id="{C480EFBE-534E-BCA2-1F71-548CAFE393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646285">
                    <a:off x="7330643" y="1942655"/>
                    <a:ext cx="62517" cy="181972"/>
                  </a:xfrm>
                  <a:custGeom>
                    <a:avLst/>
                    <a:gdLst>
                      <a:gd name="T0" fmla="*/ 0 w 168"/>
                      <a:gd name="T1" fmla="*/ 489 h 489"/>
                      <a:gd name="T2" fmla="*/ 42 w 168"/>
                      <a:gd name="T3" fmla="*/ 489 h 489"/>
                      <a:gd name="T4" fmla="*/ 85 w 168"/>
                      <a:gd name="T5" fmla="*/ 489 h 489"/>
                      <a:gd name="T6" fmla="*/ 126 w 168"/>
                      <a:gd name="T7" fmla="*/ 489 h 489"/>
                      <a:gd name="T8" fmla="*/ 168 w 168"/>
                      <a:gd name="T9" fmla="*/ 489 h 489"/>
                      <a:gd name="T10" fmla="*/ 168 w 168"/>
                      <a:gd name="T11" fmla="*/ 366 h 489"/>
                      <a:gd name="T12" fmla="*/ 168 w 168"/>
                      <a:gd name="T13" fmla="*/ 245 h 489"/>
                      <a:gd name="T14" fmla="*/ 168 w 168"/>
                      <a:gd name="T15" fmla="*/ 121 h 489"/>
                      <a:gd name="T16" fmla="*/ 168 w 168"/>
                      <a:gd name="T17" fmla="*/ 0 h 489"/>
                      <a:gd name="T18" fmla="*/ 126 w 168"/>
                      <a:gd name="T19" fmla="*/ 0 h 489"/>
                      <a:gd name="T20" fmla="*/ 85 w 168"/>
                      <a:gd name="T21" fmla="*/ 0 h 489"/>
                      <a:gd name="T22" fmla="*/ 42 w 168"/>
                      <a:gd name="T23" fmla="*/ 0 h 489"/>
                      <a:gd name="T24" fmla="*/ 0 w 168"/>
                      <a:gd name="T25" fmla="*/ 0 h 489"/>
                      <a:gd name="T26" fmla="*/ 0 w 168"/>
                      <a:gd name="T27" fmla="*/ 121 h 489"/>
                      <a:gd name="T28" fmla="*/ 0 w 168"/>
                      <a:gd name="T29" fmla="*/ 245 h 489"/>
                      <a:gd name="T30" fmla="*/ 0 w 168"/>
                      <a:gd name="T31" fmla="*/ 366 h 489"/>
                      <a:gd name="T32" fmla="*/ 0 w 168"/>
                      <a:gd name="T33" fmla="*/ 489 h 4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68" h="489">
                        <a:moveTo>
                          <a:pt x="0" y="489"/>
                        </a:moveTo>
                        <a:lnTo>
                          <a:pt x="42" y="489"/>
                        </a:lnTo>
                        <a:lnTo>
                          <a:pt x="85" y="489"/>
                        </a:lnTo>
                        <a:lnTo>
                          <a:pt x="126" y="489"/>
                        </a:lnTo>
                        <a:lnTo>
                          <a:pt x="168" y="489"/>
                        </a:lnTo>
                        <a:lnTo>
                          <a:pt x="168" y="366"/>
                        </a:lnTo>
                        <a:lnTo>
                          <a:pt x="168" y="245"/>
                        </a:lnTo>
                        <a:lnTo>
                          <a:pt x="168" y="121"/>
                        </a:lnTo>
                        <a:lnTo>
                          <a:pt x="168" y="0"/>
                        </a:lnTo>
                        <a:lnTo>
                          <a:pt x="126" y="0"/>
                        </a:lnTo>
                        <a:lnTo>
                          <a:pt x="85" y="0"/>
                        </a:lnTo>
                        <a:lnTo>
                          <a:pt x="42" y="0"/>
                        </a:lnTo>
                        <a:lnTo>
                          <a:pt x="0" y="0"/>
                        </a:lnTo>
                        <a:lnTo>
                          <a:pt x="0" y="121"/>
                        </a:lnTo>
                        <a:lnTo>
                          <a:pt x="0" y="245"/>
                        </a:lnTo>
                        <a:lnTo>
                          <a:pt x="0" y="366"/>
                        </a:lnTo>
                        <a:lnTo>
                          <a:pt x="0" y="489"/>
                        </a:lnTo>
                        <a:close/>
                      </a:path>
                    </a:pathLst>
                  </a:custGeom>
                  <a:gradFill>
                    <a:gsLst>
                      <a:gs pos="100000">
                        <a:srgbClr val="43515C"/>
                      </a:gs>
                      <a:gs pos="0">
                        <a:srgbClr val="A2ABB0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" name="Freeform 49">
                    <a:extLst>
                      <a:ext uri="{FF2B5EF4-FFF2-40B4-BE49-F238E27FC236}">
                        <a16:creationId xmlns:a16="http://schemas.microsoft.com/office/drawing/2014/main" id="{87602F21-01C1-E99D-A620-D30A3F501F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5957992">
                    <a:off x="7137856" y="2179223"/>
                    <a:ext cx="243001" cy="69216"/>
                  </a:xfrm>
                  <a:custGeom>
                    <a:avLst/>
                    <a:gdLst>
                      <a:gd name="T0" fmla="*/ 0 w 653"/>
                      <a:gd name="T1" fmla="*/ 186 h 186"/>
                      <a:gd name="T2" fmla="*/ 162 w 653"/>
                      <a:gd name="T3" fmla="*/ 186 h 186"/>
                      <a:gd name="T4" fmla="*/ 326 w 653"/>
                      <a:gd name="T5" fmla="*/ 186 h 186"/>
                      <a:gd name="T6" fmla="*/ 489 w 653"/>
                      <a:gd name="T7" fmla="*/ 186 h 186"/>
                      <a:gd name="T8" fmla="*/ 653 w 653"/>
                      <a:gd name="T9" fmla="*/ 186 h 186"/>
                      <a:gd name="T10" fmla="*/ 653 w 653"/>
                      <a:gd name="T11" fmla="*/ 164 h 186"/>
                      <a:gd name="T12" fmla="*/ 653 w 653"/>
                      <a:gd name="T13" fmla="*/ 141 h 186"/>
                      <a:gd name="T14" fmla="*/ 653 w 653"/>
                      <a:gd name="T15" fmla="*/ 117 h 186"/>
                      <a:gd name="T16" fmla="*/ 653 w 653"/>
                      <a:gd name="T17" fmla="*/ 95 h 186"/>
                      <a:gd name="T18" fmla="*/ 489 w 653"/>
                      <a:gd name="T19" fmla="*/ 72 h 186"/>
                      <a:gd name="T20" fmla="*/ 326 w 653"/>
                      <a:gd name="T21" fmla="*/ 48 h 186"/>
                      <a:gd name="T22" fmla="*/ 162 w 653"/>
                      <a:gd name="T23" fmla="*/ 24 h 186"/>
                      <a:gd name="T24" fmla="*/ 0 w 653"/>
                      <a:gd name="T25" fmla="*/ 0 h 186"/>
                      <a:gd name="T26" fmla="*/ 0 w 653"/>
                      <a:gd name="T27" fmla="*/ 46 h 186"/>
                      <a:gd name="T28" fmla="*/ 0 w 653"/>
                      <a:gd name="T29" fmla="*/ 93 h 186"/>
                      <a:gd name="T30" fmla="*/ 0 w 653"/>
                      <a:gd name="T31" fmla="*/ 141 h 186"/>
                      <a:gd name="T32" fmla="*/ 0 w 653"/>
                      <a:gd name="T33" fmla="*/ 186 h 1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53" h="186">
                        <a:moveTo>
                          <a:pt x="0" y="186"/>
                        </a:moveTo>
                        <a:lnTo>
                          <a:pt x="162" y="186"/>
                        </a:lnTo>
                        <a:lnTo>
                          <a:pt x="326" y="186"/>
                        </a:lnTo>
                        <a:lnTo>
                          <a:pt x="489" y="186"/>
                        </a:lnTo>
                        <a:lnTo>
                          <a:pt x="653" y="186"/>
                        </a:lnTo>
                        <a:lnTo>
                          <a:pt x="653" y="164"/>
                        </a:lnTo>
                        <a:lnTo>
                          <a:pt x="653" y="141"/>
                        </a:lnTo>
                        <a:lnTo>
                          <a:pt x="653" y="117"/>
                        </a:lnTo>
                        <a:lnTo>
                          <a:pt x="653" y="95"/>
                        </a:lnTo>
                        <a:lnTo>
                          <a:pt x="489" y="72"/>
                        </a:lnTo>
                        <a:lnTo>
                          <a:pt x="326" y="48"/>
                        </a:lnTo>
                        <a:lnTo>
                          <a:pt x="162" y="24"/>
                        </a:lnTo>
                        <a:lnTo>
                          <a:pt x="0" y="0"/>
                        </a:lnTo>
                        <a:lnTo>
                          <a:pt x="0" y="46"/>
                        </a:lnTo>
                        <a:lnTo>
                          <a:pt x="0" y="93"/>
                        </a:lnTo>
                        <a:lnTo>
                          <a:pt x="0" y="141"/>
                        </a:lnTo>
                        <a:lnTo>
                          <a:pt x="0" y="186"/>
                        </a:lnTo>
                        <a:close/>
                      </a:path>
                    </a:pathLst>
                  </a:custGeom>
                  <a:solidFill>
                    <a:srgbClr val="459F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56" name="Group 255">
                    <a:extLst>
                      <a:ext uri="{FF2B5EF4-FFF2-40B4-BE49-F238E27FC236}">
                        <a16:creationId xmlns:a16="http://schemas.microsoft.com/office/drawing/2014/main" id="{5643D083-07F5-7712-C05B-FEF0805C7460}"/>
                      </a:ext>
                    </a:extLst>
                  </p:cNvPr>
                  <p:cNvGrpSpPr/>
                  <p:nvPr/>
                </p:nvGrpSpPr>
                <p:grpSpPr>
                  <a:xfrm>
                    <a:off x="7070043" y="2265152"/>
                    <a:ext cx="178052" cy="106802"/>
                    <a:chOff x="8033041" y="2503805"/>
                    <a:chExt cx="142012" cy="85184"/>
                  </a:xfrm>
                </p:grpSpPr>
                <p:sp>
                  <p:nvSpPr>
                    <p:cNvPr id="281" name="Freeform 50">
                      <a:extLst>
                        <a:ext uri="{FF2B5EF4-FFF2-40B4-BE49-F238E27FC236}">
                          <a16:creationId xmlns:a16="http://schemas.microsoft.com/office/drawing/2014/main" id="{E6C4A7B0-3D4D-6C3D-152F-3EE4B216F50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8044023" y="2492823"/>
                      <a:ext cx="85184" cy="107147"/>
                    </a:xfrm>
                    <a:custGeom>
                      <a:avLst/>
                      <a:gdLst>
                        <a:gd name="T0" fmla="*/ 192 w 287"/>
                        <a:gd name="T1" fmla="*/ 0 h 361"/>
                        <a:gd name="T2" fmla="*/ 142 w 287"/>
                        <a:gd name="T3" fmla="*/ 83 h 361"/>
                        <a:gd name="T4" fmla="*/ 95 w 287"/>
                        <a:gd name="T5" fmla="*/ 166 h 361"/>
                        <a:gd name="T6" fmla="*/ 47 w 287"/>
                        <a:gd name="T7" fmla="*/ 252 h 361"/>
                        <a:gd name="T8" fmla="*/ 0 w 287"/>
                        <a:gd name="T9" fmla="*/ 335 h 361"/>
                        <a:gd name="T10" fmla="*/ 9 w 287"/>
                        <a:gd name="T11" fmla="*/ 342 h 361"/>
                        <a:gd name="T12" fmla="*/ 21 w 287"/>
                        <a:gd name="T13" fmla="*/ 347 h 361"/>
                        <a:gd name="T14" fmla="*/ 33 w 287"/>
                        <a:gd name="T15" fmla="*/ 354 h 361"/>
                        <a:gd name="T16" fmla="*/ 45 w 287"/>
                        <a:gd name="T17" fmla="*/ 361 h 361"/>
                        <a:gd name="T18" fmla="*/ 107 w 287"/>
                        <a:gd name="T19" fmla="*/ 285 h 361"/>
                        <a:gd name="T20" fmla="*/ 166 w 287"/>
                        <a:gd name="T21" fmla="*/ 209 h 361"/>
                        <a:gd name="T22" fmla="*/ 228 w 287"/>
                        <a:gd name="T23" fmla="*/ 133 h 361"/>
                        <a:gd name="T24" fmla="*/ 287 w 287"/>
                        <a:gd name="T25" fmla="*/ 55 h 361"/>
                        <a:gd name="T26" fmla="*/ 264 w 287"/>
                        <a:gd name="T27" fmla="*/ 43 h 361"/>
                        <a:gd name="T28" fmla="*/ 240 w 287"/>
                        <a:gd name="T29" fmla="*/ 28 h 361"/>
                        <a:gd name="T30" fmla="*/ 216 w 287"/>
                        <a:gd name="T31" fmla="*/ 14 h 361"/>
                        <a:gd name="T32" fmla="*/ 192 w 287"/>
                        <a:gd name="T33" fmla="*/ 0 h 3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287" h="361">
                          <a:moveTo>
                            <a:pt x="192" y="0"/>
                          </a:moveTo>
                          <a:lnTo>
                            <a:pt x="142" y="83"/>
                          </a:lnTo>
                          <a:lnTo>
                            <a:pt x="95" y="166"/>
                          </a:lnTo>
                          <a:lnTo>
                            <a:pt x="47" y="252"/>
                          </a:lnTo>
                          <a:lnTo>
                            <a:pt x="0" y="335"/>
                          </a:lnTo>
                          <a:lnTo>
                            <a:pt x="9" y="342"/>
                          </a:lnTo>
                          <a:lnTo>
                            <a:pt x="21" y="347"/>
                          </a:lnTo>
                          <a:lnTo>
                            <a:pt x="33" y="354"/>
                          </a:lnTo>
                          <a:lnTo>
                            <a:pt x="45" y="361"/>
                          </a:lnTo>
                          <a:lnTo>
                            <a:pt x="107" y="285"/>
                          </a:lnTo>
                          <a:lnTo>
                            <a:pt x="166" y="209"/>
                          </a:lnTo>
                          <a:lnTo>
                            <a:pt x="228" y="133"/>
                          </a:lnTo>
                          <a:lnTo>
                            <a:pt x="287" y="55"/>
                          </a:lnTo>
                          <a:lnTo>
                            <a:pt x="264" y="43"/>
                          </a:lnTo>
                          <a:lnTo>
                            <a:pt x="240" y="28"/>
                          </a:lnTo>
                          <a:lnTo>
                            <a:pt x="216" y="14"/>
                          </a:lnTo>
                          <a:lnTo>
                            <a:pt x="192" y="0"/>
                          </a:lnTo>
                          <a:close/>
                        </a:path>
                      </a:pathLst>
                    </a:custGeom>
                    <a:solidFill>
                      <a:srgbClr val="459FED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2" name="Freeform 51">
                      <a:extLst>
                        <a:ext uri="{FF2B5EF4-FFF2-40B4-BE49-F238E27FC236}">
                          <a16:creationId xmlns:a16="http://schemas.microsoft.com/office/drawing/2014/main" id="{A974D2CE-3350-BFEB-BAD0-F00C216A722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8130829" y="2521558"/>
                      <a:ext cx="43927" cy="44521"/>
                    </a:xfrm>
                    <a:custGeom>
                      <a:avLst/>
                      <a:gdLst>
                        <a:gd name="T0" fmla="*/ 0 w 62"/>
                        <a:gd name="T1" fmla="*/ 31 h 63"/>
                        <a:gd name="T2" fmla="*/ 2 w 62"/>
                        <a:gd name="T3" fmla="*/ 44 h 63"/>
                        <a:gd name="T4" fmla="*/ 9 w 62"/>
                        <a:gd name="T5" fmla="*/ 53 h 63"/>
                        <a:gd name="T6" fmla="*/ 19 w 62"/>
                        <a:gd name="T7" fmla="*/ 60 h 63"/>
                        <a:gd name="T8" fmla="*/ 31 w 62"/>
                        <a:gd name="T9" fmla="*/ 63 h 63"/>
                        <a:gd name="T10" fmla="*/ 43 w 62"/>
                        <a:gd name="T11" fmla="*/ 60 h 63"/>
                        <a:gd name="T12" fmla="*/ 53 w 62"/>
                        <a:gd name="T13" fmla="*/ 53 h 63"/>
                        <a:gd name="T14" fmla="*/ 59 w 62"/>
                        <a:gd name="T15" fmla="*/ 44 h 63"/>
                        <a:gd name="T16" fmla="*/ 62 w 62"/>
                        <a:gd name="T17" fmla="*/ 31 h 63"/>
                        <a:gd name="T18" fmla="*/ 59 w 62"/>
                        <a:gd name="T19" fmla="*/ 19 h 63"/>
                        <a:gd name="T20" fmla="*/ 53 w 62"/>
                        <a:gd name="T21" fmla="*/ 9 h 63"/>
                        <a:gd name="T22" fmla="*/ 43 w 62"/>
                        <a:gd name="T23" fmla="*/ 3 h 63"/>
                        <a:gd name="T24" fmla="*/ 31 w 62"/>
                        <a:gd name="T25" fmla="*/ 0 h 63"/>
                        <a:gd name="T26" fmla="*/ 19 w 62"/>
                        <a:gd name="T27" fmla="*/ 3 h 63"/>
                        <a:gd name="T28" fmla="*/ 9 w 62"/>
                        <a:gd name="T29" fmla="*/ 9 h 63"/>
                        <a:gd name="T30" fmla="*/ 2 w 62"/>
                        <a:gd name="T31" fmla="*/ 19 h 63"/>
                        <a:gd name="T32" fmla="*/ 0 w 62"/>
                        <a:gd name="T33" fmla="*/ 31 h 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62" h="63">
                          <a:moveTo>
                            <a:pt x="0" y="31"/>
                          </a:moveTo>
                          <a:cubicBezTo>
                            <a:pt x="0" y="36"/>
                            <a:pt x="1" y="40"/>
                            <a:pt x="2" y="44"/>
                          </a:cubicBezTo>
                          <a:cubicBezTo>
                            <a:pt x="4" y="47"/>
                            <a:pt x="6" y="51"/>
                            <a:pt x="9" y="53"/>
                          </a:cubicBezTo>
                          <a:cubicBezTo>
                            <a:pt x="12" y="56"/>
                            <a:pt x="15" y="59"/>
                            <a:pt x="19" y="60"/>
                          </a:cubicBezTo>
                          <a:cubicBezTo>
                            <a:pt x="22" y="62"/>
                            <a:pt x="26" y="63"/>
                            <a:pt x="31" y="63"/>
                          </a:cubicBezTo>
                          <a:cubicBezTo>
                            <a:pt x="35" y="63"/>
                            <a:pt x="39" y="62"/>
                            <a:pt x="43" y="60"/>
                          </a:cubicBezTo>
                          <a:cubicBezTo>
                            <a:pt x="47" y="59"/>
                            <a:pt x="50" y="56"/>
                            <a:pt x="53" y="53"/>
                          </a:cubicBezTo>
                          <a:cubicBezTo>
                            <a:pt x="56" y="51"/>
                            <a:pt x="58" y="47"/>
                            <a:pt x="59" y="44"/>
                          </a:cubicBezTo>
                          <a:cubicBezTo>
                            <a:pt x="61" y="40"/>
                            <a:pt x="62" y="36"/>
                            <a:pt x="62" y="31"/>
                          </a:cubicBezTo>
                          <a:cubicBezTo>
                            <a:pt x="62" y="27"/>
                            <a:pt x="61" y="23"/>
                            <a:pt x="59" y="19"/>
                          </a:cubicBezTo>
                          <a:cubicBezTo>
                            <a:pt x="58" y="16"/>
                            <a:pt x="56" y="12"/>
                            <a:pt x="53" y="9"/>
                          </a:cubicBezTo>
                          <a:cubicBezTo>
                            <a:pt x="50" y="7"/>
                            <a:pt x="47" y="4"/>
                            <a:pt x="43" y="3"/>
                          </a:cubicBezTo>
                          <a:cubicBezTo>
                            <a:pt x="39" y="1"/>
                            <a:pt x="35" y="0"/>
                            <a:pt x="31" y="0"/>
                          </a:cubicBezTo>
                          <a:cubicBezTo>
                            <a:pt x="26" y="0"/>
                            <a:pt x="22" y="1"/>
                            <a:pt x="19" y="3"/>
                          </a:cubicBezTo>
                          <a:cubicBezTo>
                            <a:pt x="15" y="4"/>
                            <a:pt x="12" y="7"/>
                            <a:pt x="9" y="9"/>
                          </a:cubicBezTo>
                          <a:cubicBezTo>
                            <a:pt x="6" y="12"/>
                            <a:pt x="4" y="16"/>
                            <a:pt x="2" y="19"/>
                          </a:cubicBezTo>
                          <a:cubicBezTo>
                            <a:pt x="1" y="23"/>
                            <a:pt x="0" y="27"/>
                            <a:pt x="0" y="31"/>
                          </a:cubicBezTo>
                          <a:close/>
                        </a:path>
                      </a:pathLst>
                    </a:custGeom>
                    <a:solidFill>
                      <a:srgbClr val="4FB7F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57" name="Freeform 52">
                    <a:extLst>
                      <a:ext uri="{FF2B5EF4-FFF2-40B4-BE49-F238E27FC236}">
                        <a16:creationId xmlns:a16="http://schemas.microsoft.com/office/drawing/2014/main" id="{4EB31D5B-1674-2A4E-DB74-D6A30D4770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816025">
                    <a:off x="7015514" y="1987591"/>
                    <a:ext cx="243746" cy="69216"/>
                  </a:xfrm>
                  <a:custGeom>
                    <a:avLst/>
                    <a:gdLst>
                      <a:gd name="T0" fmla="*/ 655 w 655"/>
                      <a:gd name="T1" fmla="*/ 186 h 186"/>
                      <a:gd name="T2" fmla="*/ 491 w 655"/>
                      <a:gd name="T3" fmla="*/ 186 h 186"/>
                      <a:gd name="T4" fmla="*/ 327 w 655"/>
                      <a:gd name="T5" fmla="*/ 186 h 186"/>
                      <a:gd name="T6" fmla="*/ 164 w 655"/>
                      <a:gd name="T7" fmla="*/ 186 h 186"/>
                      <a:gd name="T8" fmla="*/ 0 w 655"/>
                      <a:gd name="T9" fmla="*/ 186 h 186"/>
                      <a:gd name="T10" fmla="*/ 0 w 655"/>
                      <a:gd name="T11" fmla="*/ 164 h 186"/>
                      <a:gd name="T12" fmla="*/ 0 w 655"/>
                      <a:gd name="T13" fmla="*/ 141 h 186"/>
                      <a:gd name="T14" fmla="*/ 0 w 655"/>
                      <a:gd name="T15" fmla="*/ 117 h 186"/>
                      <a:gd name="T16" fmla="*/ 0 w 655"/>
                      <a:gd name="T17" fmla="*/ 95 h 186"/>
                      <a:gd name="T18" fmla="*/ 164 w 655"/>
                      <a:gd name="T19" fmla="*/ 72 h 186"/>
                      <a:gd name="T20" fmla="*/ 327 w 655"/>
                      <a:gd name="T21" fmla="*/ 48 h 186"/>
                      <a:gd name="T22" fmla="*/ 491 w 655"/>
                      <a:gd name="T23" fmla="*/ 24 h 186"/>
                      <a:gd name="T24" fmla="*/ 655 w 655"/>
                      <a:gd name="T25" fmla="*/ 0 h 186"/>
                      <a:gd name="T26" fmla="*/ 655 w 655"/>
                      <a:gd name="T27" fmla="*/ 46 h 186"/>
                      <a:gd name="T28" fmla="*/ 655 w 655"/>
                      <a:gd name="T29" fmla="*/ 93 h 186"/>
                      <a:gd name="T30" fmla="*/ 655 w 655"/>
                      <a:gd name="T31" fmla="*/ 141 h 186"/>
                      <a:gd name="T32" fmla="*/ 655 w 655"/>
                      <a:gd name="T33" fmla="*/ 186 h 1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55" h="186">
                        <a:moveTo>
                          <a:pt x="655" y="186"/>
                        </a:moveTo>
                        <a:lnTo>
                          <a:pt x="491" y="186"/>
                        </a:lnTo>
                        <a:lnTo>
                          <a:pt x="327" y="186"/>
                        </a:lnTo>
                        <a:lnTo>
                          <a:pt x="164" y="186"/>
                        </a:lnTo>
                        <a:lnTo>
                          <a:pt x="0" y="186"/>
                        </a:lnTo>
                        <a:lnTo>
                          <a:pt x="0" y="164"/>
                        </a:lnTo>
                        <a:lnTo>
                          <a:pt x="0" y="141"/>
                        </a:lnTo>
                        <a:lnTo>
                          <a:pt x="0" y="117"/>
                        </a:lnTo>
                        <a:lnTo>
                          <a:pt x="0" y="95"/>
                        </a:lnTo>
                        <a:lnTo>
                          <a:pt x="164" y="72"/>
                        </a:lnTo>
                        <a:lnTo>
                          <a:pt x="327" y="48"/>
                        </a:lnTo>
                        <a:lnTo>
                          <a:pt x="491" y="24"/>
                        </a:lnTo>
                        <a:lnTo>
                          <a:pt x="655" y="0"/>
                        </a:lnTo>
                        <a:lnTo>
                          <a:pt x="655" y="46"/>
                        </a:lnTo>
                        <a:lnTo>
                          <a:pt x="655" y="93"/>
                        </a:lnTo>
                        <a:lnTo>
                          <a:pt x="655" y="141"/>
                        </a:lnTo>
                        <a:lnTo>
                          <a:pt x="655" y="186"/>
                        </a:lnTo>
                        <a:close/>
                      </a:path>
                    </a:pathLst>
                  </a:custGeom>
                  <a:solidFill>
                    <a:srgbClr val="459F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58" name="Group 257">
                    <a:extLst>
                      <a:ext uri="{FF2B5EF4-FFF2-40B4-BE49-F238E27FC236}">
                        <a16:creationId xmlns:a16="http://schemas.microsoft.com/office/drawing/2014/main" id="{E0256784-3FE8-BB3C-C87E-01C06DB054E0}"/>
                      </a:ext>
                    </a:extLst>
                  </p:cNvPr>
                  <p:cNvGrpSpPr/>
                  <p:nvPr/>
                </p:nvGrpSpPr>
                <p:grpSpPr>
                  <a:xfrm>
                    <a:off x="6907671" y="1990127"/>
                    <a:ext cx="144698" cy="141764"/>
                    <a:chOff x="7838181" y="2211411"/>
                    <a:chExt cx="115409" cy="113070"/>
                  </a:xfrm>
                </p:grpSpPr>
                <p:sp>
                  <p:nvSpPr>
                    <p:cNvPr id="279" name="Freeform 53">
                      <a:extLst>
                        <a:ext uri="{FF2B5EF4-FFF2-40B4-BE49-F238E27FC236}">
                          <a16:creationId xmlns:a16="http://schemas.microsoft.com/office/drawing/2014/main" id="{A4CD8B31-0C88-5986-1A0A-F4859639F5E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7859552" y="2233064"/>
                      <a:ext cx="70046" cy="112787"/>
                    </a:xfrm>
                    <a:custGeom>
                      <a:avLst/>
                      <a:gdLst>
                        <a:gd name="T0" fmla="*/ 103 w 236"/>
                        <a:gd name="T1" fmla="*/ 0 h 380"/>
                        <a:gd name="T2" fmla="*/ 136 w 236"/>
                        <a:gd name="T3" fmla="*/ 90 h 380"/>
                        <a:gd name="T4" fmla="*/ 169 w 236"/>
                        <a:gd name="T5" fmla="*/ 181 h 380"/>
                        <a:gd name="T6" fmla="*/ 202 w 236"/>
                        <a:gd name="T7" fmla="*/ 271 h 380"/>
                        <a:gd name="T8" fmla="*/ 236 w 236"/>
                        <a:gd name="T9" fmla="*/ 361 h 380"/>
                        <a:gd name="T10" fmla="*/ 221 w 236"/>
                        <a:gd name="T11" fmla="*/ 366 h 380"/>
                        <a:gd name="T12" fmla="*/ 209 w 236"/>
                        <a:gd name="T13" fmla="*/ 371 h 380"/>
                        <a:gd name="T14" fmla="*/ 198 w 236"/>
                        <a:gd name="T15" fmla="*/ 375 h 380"/>
                        <a:gd name="T16" fmla="*/ 183 w 236"/>
                        <a:gd name="T17" fmla="*/ 380 h 380"/>
                        <a:gd name="T18" fmla="*/ 138 w 236"/>
                        <a:gd name="T19" fmla="*/ 295 h 380"/>
                        <a:gd name="T20" fmla="*/ 93 w 236"/>
                        <a:gd name="T21" fmla="*/ 209 h 380"/>
                        <a:gd name="T22" fmla="*/ 46 w 236"/>
                        <a:gd name="T23" fmla="*/ 124 h 380"/>
                        <a:gd name="T24" fmla="*/ 0 w 236"/>
                        <a:gd name="T25" fmla="*/ 38 h 380"/>
                        <a:gd name="T26" fmla="*/ 27 w 236"/>
                        <a:gd name="T27" fmla="*/ 29 h 380"/>
                        <a:gd name="T28" fmla="*/ 50 w 236"/>
                        <a:gd name="T29" fmla="*/ 19 h 380"/>
                        <a:gd name="T30" fmla="*/ 76 w 236"/>
                        <a:gd name="T31" fmla="*/ 10 h 380"/>
                        <a:gd name="T32" fmla="*/ 103 w 236"/>
                        <a:gd name="T33" fmla="*/ 0 h 38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236" h="380">
                          <a:moveTo>
                            <a:pt x="103" y="0"/>
                          </a:moveTo>
                          <a:lnTo>
                            <a:pt x="136" y="90"/>
                          </a:lnTo>
                          <a:lnTo>
                            <a:pt x="169" y="181"/>
                          </a:lnTo>
                          <a:lnTo>
                            <a:pt x="202" y="271"/>
                          </a:lnTo>
                          <a:lnTo>
                            <a:pt x="236" y="361"/>
                          </a:lnTo>
                          <a:lnTo>
                            <a:pt x="221" y="366"/>
                          </a:lnTo>
                          <a:lnTo>
                            <a:pt x="209" y="371"/>
                          </a:lnTo>
                          <a:lnTo>
                            <a:pt x="198" y="375"/>
                          </a:lnTo>
                          <a:lnTo>
                            <a:pt x="183" y="380"/>
                          </a:lnTo>
                          <a:lnTo>
                            <a:pt x="138" y="295"/>
                          </a:lnTo>
                          <a:lnTo>
                            <a:pt x="93" y="209"/>
                          </a:lnTo>
                          <a:lnTo>
                            <a:pt x="46" y="124"/>
                          </a:lnTo>
                          <a:lnTo>
                            <a:pt x="0" y="38"/>
                          </a:lnTo>
                          <a:lnTo>
                            <a:pt x="27" y="29"/>
                          </a:lnTo>
                          <a:lnTo>
                            <a:pt x="50" y="19"/>
                          </a:lnTo>
                          <a:lnTo>
                            <a:pt x="76" y="10"/>
                          </a:lnTo>
                          <a:lnTo>
                            <a:pt x="103" y="0"/>
                          </a:lnTo>
                          <a:close/>
                        </a:path>
                      </a:pathLst>
                    </a:custGeom>
                    <a:solidFill>
                      <a:srgbClr val="459FED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0" name="Freeform 54">
                      <a:extLst>
                        <a:ext uri="{FF2B5EF4-FFF2-40B4-BE49-F238E27FC236}">
                          <a16:creationId xmlns:a16="http://schemas.microsoft.com/office/drawing/2014/main" id="{0F6C883D-F743-EF0D-DD8F-DCD8D3093F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7909069" y="2211411"/>
                      <a:ext cx="44521" cy="44521"/>
                    </a:xfrm>
                    <a:custGeom>
                      <a:avLst/>
                      <a:gdLst>
                        <a:gd name="T0" fmla="*/ 63 w 63"/>
                        <a:gd name="T1" fmla="*/ 31 h 63"/>
                        <a:gd name="T2" fmla="*/ 60 w 63"/>
                        <a:gd name="T3" fmla="*/ 44 h 63"/>
                        <a:gd name="T4" fmla="*/ 54 w 63"/>
                        <a:gd name="T5" fmla="*/ 53 h 63"/>
                        <a:gd name="T6" fmla="*/ 44 w 63"/>
                        <a:gd name="T7" fmla="*/ 60 h 63"/>
                        <a:gd name="T8" fmla="*/ 32 w 63"/>
                        <a:gd name="T9" fmla="*/ 63 h 63"/>
                        <a:gd name="T10" fmla="*/ 19 w 63"/>
                        <a:gd name="T11" fmla="*/ 60 h 63"/>
                        <a:gd name="T12" fmla="*/ 10 w 63"/>
                        <a:gd name="T13" fmla="*/ 53 h 63"/>
                        <a:gd name="T14" fmla="*/ 3 w 63"/>
                        <a:gd name="T15" fmla="*/ 44 h 63"/>
                        <a:gd name="T16" fmla="*/ 0 w 63"/>
                        <a:gd name="T17" fmla="*/ 31 h 63"/>
                        <a:gd name="T18" fmla="*/ 3 w 63"/>
                        <a:gd name="T19" fmla="*/ 19 h 63"/>
                        <a:gd name="T20" fmla="*/ 10 w 63"/>
                        <a:gd name="T21" fmla="*/ 9 h 63"/>
                        <a:gd name="T22" fmla="*/ 19 w 63"/>
                        <a:gd name="T23" fmla="*/ 3 h 63"/>
                        <a:gd name="T24" fmla="*/ 32 w 63"/>
                        <a:gd name="T25" fmla="*/ 0 h 63"/>
                        <a:gd name="T26" fmla="*/ 44 w 63"/>
                        <a:gd name="T27" fmla="*/ 3 h 63"/>
                        <a:gd name="T28" fmla="*/ 54 w 63"/>
                        <a:gd name="T29" fmla="*/ 9 h 63"/>
                        <a:gd name="T30" fmla="*/ 60 w 63"/>
                        <a:gd name="T31" fmla="*/ 19 h 63"/>
                        <a:gd name="T32" fmla="*/ 63 w 63"/>
                        <a:gd name="T33" fmla="*/ 31 h 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63" h="63">
                          <a:moveTo>
                            <a:pt x="63" y="31"/>
                          </a:moveTo>
                          <a:cubicBezTo>
                            <a:pt x="63" y="36"/>
                            <a:pt x="62" y="40"/>
                            <a:pt x="60" y="44"/>
                          </a:cubicBezTo>
                          <a:cubicBezTo>
                            <a:pt x="59" y="47"/>
                            <a:pt x="56" y="51"/>
                            <a:pt x="54" y="53"/>
                          </a:cubicBezTo>
                          <a:cubicBezTo>
                            <a:pt x="51" y="56"/>
                            <a:pt x="47" y="59"/>
                            <a:pt x="44" y="60"/>
                          </a:cubicBezTo>
                          <a:cubicBezTo>
                            <a:pt x="40" y="62"/>
                            <a:pt x="36" y="63"/>
                            <a:pt x="32" y="63"/>
                          </a:cubicBezTo>
                          <a:cubicBezTo>
                            <a:pt x="27" y="63"/>
                            <a:pt x="23" y="62"/>
                            <a:pt x="19" y="60"/>
                          </a:cubicBezTo>
                          <a:cubicBezTo>
                            <a:pt x="16" y="59"/>
                            <a:pt x="12" y="56"/>
                            <a:pt x="10" y="53"/>
                          </a:cubicBezTo>
                          <a:cubicBezTo>
                            <a:pt x="7" y="51"/>
                            <a:pt x="4" y="47"/>
                            <a:pt x="3" y="44"/>
                          </a:cubicBezTo>
                          <a:cubicBezTo>
                            <a:pt x="1" y="40"/>
                            <a:pt x="0" y="36"/>
                            <a:pt x="0" y="31"/>
                          </a:cubicBezTo>
                          <a:cubicBezTo>
                            <a:pt x="0" y="27"/>
                            <a:pt x="1" y="23"/>
                            <a:pt x="3" y="19"/>
                          </a:cubicBezTo>
                          <a:cubicBezTo>
                            <a:pt x="4" y="16"/>
                            <a:pt x="7" y="12"/>
                            <a:pt x="10" y="9"/>
                          </a:cubicBezTo>
                          <a:cubicBezTo>
                            <a:pt x="12" y="7"/>
                            <a:pt x="16" y="4"/>
                            <a:pt x="19" y="3"/>
                          </a:cubicBezTo>
                          <a:cubicBezTo>
                            <a:pt x="23" y="1"/>
                            <a:pt x="27" y="0"/>
                            <a:pt x="32" y="0"/>
                          </a:cubicBezTo>
                          <a:cubicBezTo>
                            <a:pt x="36" y="0"/>
                            <a:pt x="40" y="1"/>
                            <a:pt x="44" y="3"/>
                          </a:cubicBezTo>
                          <a:cubicBezTo>
                            <a:pt x="47" y="4"/>
                            <a:pt x="51" y="7"/>
                            <a:pt x="54" y="9"/>
                          </a:cubicBezTo>
                          <a:cubicBezTo>
                            <a:pt x="56" y="12"/>
                            <a:pt x="59" y="16"/>
                            <a:pt x="60" y="19"/>
                          </a:cubicBezTo>
                          <a:cubicBezTo>
                            <a:pt x="62" y="23"/>
                            <a:pt x="63" y="27"/>
                            <a:pt x="63" y="31"/>
                          </a:cubicBezTo>
                          <a:close/>
                        </a:path>
                      </a:pathLst>
                    </a:custGeom>
                    <a:solidFill>
                      <a:srgbClr val="4FB7F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59" name="Group 258">
                    <a:extLst>
                      <a:ext uri="{FF2B5EF4-FFF2-40B4-BE49-F238E27FC236}">
                        <a16:creationId xmlns:a16="http://schemas.microsoft.com/office/drawing/2014/main" id="{E8DBEF94-87A0-7A96-0235-3B31E5F8CE66}"/>
                      </a:ext>
                    </a:extLst>
                  </p:cNvPr>
                  <p:cNvGrpSpPr/>
                  <p:nvPr/>
                </p:nvGrpSpPr>
                <p:grpSpPr>
                  <a:xfrm>
                    <a:off x="7180522" y="2009668"/>
                    <a:ext cx="154062" cy="153690"/>
                    <a:chOff x="7993062" y="2322402"/>
                    <a:chExt cx="122878" cy="122581"/>
                  </a:xfrm>
                </p:grpSpPr>
                <p:sp>
                  <p:nvSpPr>
                    <p:cNvPr id="277" name="Freeform 57">
                      <a:extLst>
                        <a:ext uri="{FF2B5EF4-FFF2-40B4-BE49-F238E27FC236}">
                          <a16:creationId xmlns:a16="http://schemas.microsoft.com/office/drawing/2014/main" id="{CAF875D4-55B9-64FF-F9B1-71E5C6895D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7993210" y="2322254"/>
                      <a:ext cx="122581" cy="122878"/>
                    </a:xfrm>
                    <a:custGeom>
                      <a:avLst/>
                      <a:gdLst>
                        <a:gd name="T0" fmla="*/ 0 w 174"/>
                        <a:gd name="T1" fmla="*/ 87 h 174"/>
                        <a:gd name="T2" fmla="*/ 6 w 174"/>
                        <a:gd name="T3" fmla="*/ 121 h 174"/>
                        <a:gd name="T4" fmla="*/ 25 w 174"/>
                        <a:gd name="T5" fmla="*/ 149 h 174"/>
                        <a:gd name="T6" fmla="*/ 53 w 174"/>
                        <a:gd name="T7" fmla="*/ 167 h 174"/>
                        <a:gd name="T8" fmla="*/ 87 w 174"/>
                        <a:gd name="T9" fmla="*/ 174 h 174"/>
                        <a:gd name="T10" fmla="*/ 121 w 174"/>
                        <a:gd name="T11" fmla="*/ 167 h 174"/>
                        <a:gd name="T12" fmla="*/ 148 w 174"/>
                        <a:gd name="T13" fmla="*/ 149 h 174"/>
                        <a:gd name="T14" fmla="*/ 167 w 174"/>
                        <a:gd name="T15" fmla="*/ 121 h 174"/>
                        <a:gd name="T16" fmla="*/ 174 w 174"/>
                        <a:gd name="T17" fmla="*/ 87 h 174"/>
                        <a:gd name="T18" fmla="*/ 167 w 174"/>
                        <a:gd name="T19" fmla="*/ 53 h 174"/>
                        <a:gd name="T20" fmla="*/ 148 w 174"/>
                        <a:gd name="T21" fmla="*/ 25 h 174"/>
                        <a:gd name="T22" fmla="*/ 121 w 174"/>
                        <a:gd name="T23" fmla="*/ 7 h 174"/>
                        <a:gd name="T24" fmla="*/ 87 w 174"/>
                        <a:gd name="T25" fmla="*/ 0 h 174"/>
                        <a:gd name="T26" fmla="*/ 53 w 174"/>
                        <a:gd name="T27" fmla="*/ 7 h 174"/>
                        <a:gd name="T28" fmla="*/ 25 w 174"/>
                        <a:gd name="T29" fmla="*/ 25 h 174"/>
                        <a:gd name="T30" fmla="*/ 6 w 174"/>
                        <a:gd name="T31" fmla="*/ 53 h 174"/>
                        <a:gd name="T32" fmla="*/ 0 w 174"/>
                        <a:gd name="T33" fmla="*/ 87 h 17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174" h="174">
                          <a:moveTo>
                            <a:pt x="0" y="87"/>
                          </a:moveTo>
                          <a:cubicBezTo>
                            <a:pt x="0" y="99"/>
                            <a:pt x="2" y="110"/>
                            <a:pt x="6" y="121"/>
                          </a:cubicBezTo>
                          <a:cubicBezTo>
                            <a:pt x="11" y="131"/>
                            <a:pt x="17" y="141"/>
                            <a:pt x="25" y="149"/>
                          </a:cubicBezTo>
                          <a:cubicBezTo>
                            <a:pt x="33" y="156"/>
                            <a:pt x="42" y="163"/>
                            <a:pt x="53" y="167"/>
                          </a:cubicBezTo>
                          <a:cubicBezTo>
                            <a:pt x="63" y="172"/>
                            <a:pt x="75" y="174"/>
                            <a:pt x="87" y="174"/>
                          </a:cubicBezTo>
                          <a:cubicBezTo>
                            <a:pt x="99" y="174"/>
                            <a:pt x="110" y="172"/>
                            <a:pt x="121" y="167"/>
                          </a:cubicBezTo>
                          <a:cubicBezTo>
                            <a:pt x="131" y="163"/>
                            <a:pt x="140" y="156"/>
                            <a:pt x="148" y="149"/>
                          </a:cubicBezTo>
                          <a:cubicBezTo>
                            <a:pt x="156" y="141"/>
                            <a:pt x="163" y="131"/>
                            <a:pt x="167" y="121"/>
                          </a:cubicBezTo>
                          <a:cubicBezTo>
                            <a:pt x="171" y="110"/>
                            <a:pt x="174" y="99"/>
                            <a:pt x="174" y="87"/>
                          </a:cubicBezTo>
                          <a:cubicBezTo>
                            <a:pt x="174" y="75"/>
                            <a:pt x="171" y="63"/>
                            <a:pt x="167" y="53"/>
                          </a:cubicBezTo>
                          <a:cubicBezTo>
                            <a:pt x="163" y="43"/>
                            <a:pt x="156" y="33"/>
                            <a:pt x="148" y="25"/>
                          </a:cubicBezTo>
                          <a:cubicBezTo>
                            <a:pt x="140" y="17"/>
                            <a:pt x="131" y="11"/>
                            <a:pt x="121" y="7"/>
                          </a:cubicBezTo>
                          <a:cubicBezTo>
                            <a:pt x="110" y="2"/>
                            <a:pt x="99" y="0"/>
                            <a:pt x="87" y="0"/>
                          </a:cubicBezTo>
                          <a:cubicBezTo>
                            <a:pt x="75" y="0"/>
                            <a:pt x="63" y="2"/>
                            <a:pt x="53" y="7"/>
                          </a:cubicBezTo>
                          <a:cubicBezTo>
                            <a:pt x="42" y="11"/>
                            <a:pt x="33" y="17"/>
                            <a:pt x="25" y="25"/>
                          </a:cubicBezTo>
                          <a:cubicBezTo>
                            <a:pt x="17" y="33"/>
                            <a:pt x="11" y="43"/>
                            <a:pt x="6" y="53"/>
                          </a:cubicBezTo>
                          <a:cubicBezTo>
                            <a:pt x="2" y="63"/>
                            <a:pt x="0" y="75"/>
                            <a:pt x="0" y="87"/>
                          </a:cubicBezTo>
                          <a:close/>
                        </a:path>
                      </a:pathLst>
                    </a:custGeom>
                    <a:solidFill>
                      <a:srgbClr val="4FB7F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8" name="Freeform 58">
                      <a:extLst>
                        <a:ext uri="{FF2B5EF4-FFF2-40B4-BE49-F238E27FC236}">
                          <a16:creationId xmlns:a16="http://schemas.microsoft.com/office/drawing/2014/main" id="{B57A4B85-26C7-EB80-3454-903934B7D1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8031898" y="2363816"/>
                      <a:ext cx="40960" cy="40960"/>
                    </a:xfrm>
                    <a:custGeom>
                      <a:avLst/>
                      <a:gdLst>
                        <a:gd name="T0" fmla="*/ 0 w 58"/>
                        <a:gd name="T1" fmla="*/ 29 h 58"/>
                        <a:gd name="T2" fmla="*/ 2 w 58"/>
                        <a:gd name="T3" fmla="*/ 40 h 58"/>
                        <a:gd name="T4" fmla="*/ 9 w 58"/>
                        <a:gd name="T5" fmla="*/ 49 h 58"/>
                        <a:gd name="T6" fmla="*/ 18 w 58"/>
                        <a:gd name="T7" fmla="*/ 56 h 58"/>
                        <a:gd name="T8" fmla="*/ 29 w 58"/>
                        <a:gd name="T9" fmla="*/ 58 h 58"/>
                        <a:gd name="T10" fmla="*/ 40 w 58"/>
                        <a:gd name="T11" fmla="*/ 56 h 58"/>
                        <a:gd name="T12" fmla="*/ 49 w 58"/>
                        <a:gd name="T13" fmla="*/ 49 h 58"/>
                        <a:gd name="T14" fmla="*/ 56 w 58"/>
                        <a:gd name="T15" fmla="*/ 40 h 58"/>
                        <a:gd name="T16" fmla="*/ 58 w 58"/>
                        <a:gd name="T17" fmla="*/ 29 h 58"/>
                        <a:gd name="T18" fmla="*/ 56 w 58"/>
                        <a:gd name="T19" fmla="*/ 18 h 58"/>
                        <a:gd name="T20" fmla="*/ 49 w 58"/>
                        <a:gd name="T21" fmla="*/ 8 h 58"/>
                        <a:gd name="T22" fmla="*/ 40 w 58"/>
                        <a:gd name="T23" fmla="*/ 2 h 58"/>
                        <a:gd name="T24" fmla="*/ 29 w 58"/>
                        <a:gd name="T25" fmla="*/ 0 h 58"/>
                        <a:gd name="T26" fmla="*/ 18 w 58"/>
                        <a:gd name="T27" fmla="*/ 2 h 58"/>
                        <a:gd name="T28" fmla="*/ 9 w 58"/>
                        <a:gd name="T29" fmla="*/ 8 h 58"/>
                        <a:gd name="T30" fmla="*/ 2 w 58"/>
                        <a:gd name="T31" fmla="*/ 18 h 58"/>
                        <a:gd name="T32" fmla="*/ 0 w 58"/>
                        <a:gd name="T33" fmla="*/ 29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58" h="58">
                          <a:moveTo>
                            <a:pt x="0" y="29"/>
                          </a:moveTo>
                          <a:cubicBezTo>
                            <a:pt x="0" y="33"/>
                            <a:pt x="1" y="37"/>
                            <a:pt x="2" y="40"/>
                          </a:cubicBezTo>
                          <a:cubicBezTo>
                            <a:pt x="4" y="44"/>
                            <a:pt x="6" y="47"/>
                            <a:pt x="9" y="49"/>
                          </a:cubicBezTo>
                          <a:cubicBezTo>
                            <a:pt x="11" y="52"/>
                            <a:pt x="14" y="54"/>
                            <a:pt x="18" y="56"/>
                          </a:cubicBezTo>
                          <a:cubicBezTo>
                            <a:pt x="21" y="57"/>
                            <a:pt x="25" y="58"/>
                            <a:pt x="29" y="58"/>
                          </a:cubicBezTo>
                          <a:cubicBezTo>
                            <a:pt x="33" y="58"/>
                            <a:pt x="37" y="57"/>
                            <a:pt x="40" y="56"/>
                          </a:cubicBezTo>
                          <a:cubicBezTo>
                            <a:pt x="44" y="54"/>
                            <a:pt x="47" y="52"/>
                            <a:pt x="49" y="49"/>
                          </a:cubicBezTo>
                          <a:cubicBezTo>
                            <a:pt x="52" y="47"/>
                            <a:pt x="54" y="44"/>
                            <a:pt x="56" y="40"/>
                          </a:cubicBezTo>
                          <a:cubicBezTo>
                            <a:pt x="57" y="37"/>
                            <a:pt x="58" y="33"/>
                            <a:pt x="58" y="29"/>
                          </a:cubicBezTo>
                          <a:cubicBezTo>
                            <a:pt x="58" y="25"/>
                            <a:pt x="57" y="21"/>
                            <a:pt x="56" y="18"/>
                          </a:cubicBezTo>
                          <a:cubicBezTo>
                            <a:pt x="54" y="14"/>
                            <a:pt x="52" y="11"/>
                            <a:pt x="49" y="8"/>
                          </a:cubicBezTo>
                          <a:cubicBezTo>
                            <a:pt x="47" y="6"/>
                            <a:pt x="44" y="4"/>
                            <a:pt x="40" y="2"/>
                          </a:cubicBezTo>
                          <a:cubicBezTo>
                            <a:pt x="37" y="1"/>
                            <a:pt x="33" y="0"/>
                            <a:pt x="29" y="0"/>
                          </a:cubicBezTo>
                          <a:cubicBezTo>
                            <a:pt x="25" y="0"/>
                            <a:pt x="21" y="1"/>
                            <a:pt x="18" y="2"/>
                          </a:cubicBezTo>
                          <a:cubicBezTo>
                            <a:pt x="14" y="4"/>
                            <a:pt x="11" y="6"/>
                            <a:pt x="9" y="8"/>
                          </a:cubicBezTo>
                          <a:cubicBezTo>
                            <a:pt x="6" y="11"/>
                            <a:pt x="4" y="14"/>
                            <a:pt x="2" y="18"/>
                          </a:cubicBezTo>
                          <a:cubicBezTo>
                            <a:pt x="1" y="21"/>
                            <a:pt x="0" y="25"/>
                            <a:pt x="0" y="2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60" name="Group 259">
                    <a:extLst>
                      <a:ext uri="{FF2B5EF4-FFF2-40B4-BE49-F238E27FC236}">
                        <a16:creationId xmlns:a16="http://schemas.microsoft.com/office/drawing/2014/main" id="{4E8EA0FB-5240-4704-0083-CE1E63D47809}"/>
                      </a:ext>
                    </a:extLst>
                  </p:cNvPr>
                  <p:cNvGrpSpPr/>
                  <p:nvPr/>
                </p:nvGrpSpPr>
                <p:grpSpPr>
                  <a:xfrm>
                    <a:off x="7397708" y="1926289"/>
                    <a:ext cx="153690" cy="153690"/>
                    <a:chOff x="8151231" y="2430400"/>
                    <a:chExt cx="122581" cy="122581"/>
                  </a:xfrm>
                </p:grpSpPr>
                <p:sp>
                  <p:nvSpPr>
                    <p:cNvPr id="275" name="Freeform 56">
                      <a:extLst>
                        <a:ext uri="{FF2B5EF4-FFF2-40B4-BE49-F238E27FC236}">
                          <a16:creationId xmlns:a16="http://schemas.microsoft.com/office/drawing/2014/main" id="{3D3520F8-E216-87F9-2767-82D8104077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151231" y="2430400"/>
                      <a:ext cx="122581" cy="122581"/>
                    </a:xfrm>
                    <a:custGeom>
                      <a:avLst/>
                      <a:gdLst>
                        <a:gd name="T0" fmla="*/ 0 w 174"/>
                        <a:gd name="T1" fmla="*/ 87 h 174"/>
                        <a:gd name="T2" fmla="*/ 6 w 174"/>
                        <a:gd name="T3" fmla="*/ 121 h 174"/>
                        <a:gd name="T4" fmla="*/ 25 w 174"/>
                        <a:gd name="T5" fmla="*/ 148 h 174"/>
                        <a:gd name="T6" fmla="*/ 53 w 174"/>
                        <a:gd name="T7" fmla="*/ 167 h 174"/>
                        <a:gd name="T8" fmla="*/ 87 w 174"/>
                        <a:gd name="T9" fmla="*/ 174 h 174"/>
                        <a:gd name="T10" fmla="*/ 121 w 174"/>
                        <a:gd name="T11" fmla="*/ 167 h 174"/>
                        <a:gd name="T12" fmla="*/ 148 w 174"/>
                        <a:gd name="T13" fmla="*/ 148 h 174"/>
                        <a:gd name="T14" fmla="*/ 167 w 174"/>
                        <a:gd name="T15" fmla="*/ 121 h 174"/>
                        <a:gd name="T16" fmla="*/ 174 w 174"/>
                        <a:gd name="T17" fmla="*/ 87 h 174"/>
                        <a:gd name="T18" fmla="*/ 167 w 174"/>
                        <a:gd name="T19" fmla="*/ 53 h 174"/>
                        <a:gd name="T20" fmla="*/ 148 w 174"/>
                        <a:gd name="T21" fmla="*/ 25 h 174"/>
                        <a:gd name="T22" fmla="*/ 121 w 174"/>
                        <a:gd name="T23" fmla="*/ 6 h 174"/>
                        <a:gd name="T24" fmla="*/ 87 w 174"/>
                        <a:gd name="T25" fmla="*/ 0 h 174"/>
                        <a:gd name="T26" fmla="*/ 53 w 174"/>
                        <a:gd name="T27" fmla="*/ 6 h 174"/>
                        <a:gd name="T28" fmla="*/ 25 w 174"/>
                        <a:gd name="T29" fmla="*/ 25 h 174"/>
                        <a:gd name="T30" fmla="*/ 6 w 174"/>
                        <a:gd name="T31" fmla="*/ 53 h 174"/>
                        <a:gd name="T32" fmla="*/ 0 w 174"/>
                        <a:gd name="T33" fmla="*/ 87 h 17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174" h="174">
                          <a:moveTo>
                            <a:pt x="0" y="87"/>
                          </a:moveTo>
                          <a:cubicBezTo>
                            <a:pt x="0" y="99"/>
                            <a:pt x="2" y="110"/>
                            <a:pt x="6" y="121"/>
                          </a:cubicBezTo>
                          <a:cubicBezTo>
                            <a:pt x="11" y="131"/>
                            <a:pt x="17" y="140"/>
                            <a:pt x="25" y="148"/>
                          </a:cubicBezTo>
                          <a:cubicBezTo>
                            <a:pt x="33" y="156"/>
                            <a:pt x="42" y="162"/>
                            <a:pt x="53" y="167"/>
                          </a:cubicBezTo>
                          <a:cubicBezTo>
                            <a:pt x="63" y="171"/>
                            <a:pt x="75" y="174"/>
                            <a:pt x="87" y="174"/>
                          </a:cubicBezTo>
                          <a:cubicBezTo>
                            <a:pt x="99" y="174"/>
                            <a:pt x="110" y="171"/>
                            <a:pt x="121" y="167"/>
                          </a:cubicBezTo>
                          <a:cubicBezTo>
                            <a:pt x="131" y="162"/>
                            <a:pt x="140" y="156"/>
                            <a:pt x="148" y="148"/>
                          </a:cubicBezTo>
                          <a:cubicBezTo>
                            <a:pt x="156" y="140"/>
                            <a:pt x="163" y="131"/>
                            <a:pt x="167" y="121"/>
                          </a:cubicBezTo>
                          <a:cubicBezTo>
                            <a:pt x="171" y="110"/>
                            <a:pt x="174" y="99"/>
                            <a:pt x="174" y="87"/>
                          </a:cubicBezTo>
                          <a:cubicBezTo>
                            <a:pt x="174" y="75"/>
                            <a:pt x="171" y="63"/>
                            <a:pt x="167" y="53"/>
                          </a:cubicBezTo>
                          <a:cubicBezTo>
                            <a:pt x="163" y="42"/>
                            <a:pt x="156" y="33"/>
                            <a:pt x="148" y="25"/>
                          </a:cubicBezTo>
                          <a:cubicBezTo>
                            <a:pt x="140" y="17"/>
                            <a:pt x="131" y="11"/>
                            <a:pt x="121" y="6"/>
                          </a:cubicBezTo>
                          <a:cubicBezTo>
                            <a:pt x="110" y="2"/>
                            <a:pt x="99" y="0"/>
                            <a:pt x="87" y="0"/>
                          </a:cubicBezTo>
                          <a:cubicBezTo>
                            <a:pt x="75" y="0"/>
                            <a:pt x="63" y="2"/>
                            <a:pt x="53" y="6"/>
                          </a:cubicBezTo>
                          <a:cubicBezTo>
                            <a:pt x="42" y="11"/>
                            <a:pt x="33" y="17"/>
                            <a:pt x="25" y="25"/>
                          </a:cubicBezTo>
                          <a:cubicBezTo>
                            <a:pt x="17" y="33"/>
                            <a:pt x="11" y="42"/>
                            <a:pt x="6" y="53"/>
                          </a:cubicBezTo>
                          <a:cubicBezTo>
                            <a:pt x="2" y="63"/>
                            <a:pt x="0" y="75"/>
                            <a:pt x="0" y="87"/>
                          </a:cubicBezTo>
                          <a:close/>
                        </a:path>
                      </a:pathLst>
                    </a:custGeom>
                    <a:solidFill>
                      <a:srgbClr val="4FB7F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6" name="Freeform 59">
                      <a:extLst>
                        <a:ext uri="{FF2B5EF4-FFF2-40B4-BE49-F238E27FC236}">
                          <a16:creationId xmlns:a16="http://schemas.microsoft.com/office/drawing/2014/main" id="{49B91948-0FAA-28D4-F1B8-FF23C5A3C5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191893" y="2471360"/>
                      <a:ext cx="40960" cy="40960"/>
                    </a:xfrm>
                    <a:custGeom>
                      <a:avLst/>
                      <a:gdLst>
                        <a:gd name="T0" fmla="*/ 0 w 58"/>
                        <a:gd name="T1" fmla="*/ 29 h 58"/>
                        <a:gd name="T2" fmla="*/ 2 w 58"/>
                        <a:gd name="T3" fmla="*/ 40 h 58"/>
                        <a:gd name="T4" fmla="*/ 8 w 58"/>
                        <a:gd name="T5" fmla="*/ 49 h 58"/>
                        <a:gd name="T6" fmla="*/ 17 w 58"/>
                        <a:gd name="T7" fmla="*/ 55 h 58"/>
                        <a:gd name="T8" fmla="*/ 29 w 58"/>
                        <a:gd name="T9" fmla="*/ 58 h 58"/>
                        <a:gd name="T10" fmla="*/ 40 w 58"/>
                        <a:gd name="T11" fmla="*/ 55 h 58"/>
                        <a:gd name="T12" fmla="*/ 49 w 58"/>
                        <a:gd name="T13" fmla="*/ 49 h 58"/>
                        <a:gd name="T14" fmla="*/ 55 w 58"/>
                        <a:gd name="T15" fmla="*/ 40 h 58"/>
                        <a:gd name="T16" fmla="*/ 58 w 58"/>
                        <a:gd name="T17" fmla="*/ 29 h 58"/>
                        <a:gd name="T18" fmla="*/ 55 w 58"/>
                        <a:gd name="T19" fmla="*/ 17 h 58"/>
                        <a:gd name="T20" fmla="*/ 49 w 58"/>
                        <a:gd name="T21" fmla="*/ 8 h 58"/>
                        <a:gd name="T22" fmla="*/ 40 w 58"/>
                        <a:gd name="T23" fmla="*/ 2 h 58"/>
                        <a:gd name="T24" fmla="*/ 29 w 58"/>
                        <a:gd name="T25" fmla="*/ 0 h 58"/>
                        <a:gd name="T26" fmla="*/ 17 w 58"/>
                        <a:gd name="T27" fmla="*/ 2 h 58"/>
                        <a:gd name="T28" fmla="*/ 8 w 58"/>
                        <a:gd name="T29" fmla="*/ 8 h 58"/>
                        <a:gd name="T30" fmla="*/ 2 w 58"/>
                        <a:gd name="T31" fmla="*/ 17 h 58"/>
                        <a:gd name="T32" fmla="*/ 0 w 58"/>
                        <a:gd name="T33" fmla="*/ 29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58" h="58">
                          <a:moveTo>
                            <a:pt x="0" y="29"/>
                          </a:moveTo>
                          <a:cubicBezTo>
                            <a:pt x="0" y="33"/>
                            <a:pt x="1" y="36"/>
                            <a:pt x="2" y="40"/>
                          </a:cubicBezTo>
                          <a:cubicBezTo>
                            <a:pt x="4" y="43"/>
                            <a:pt x="6" y="46"/>
                            <a:pt x="8" y="49"/>
                          </a:cubicBezTo>
                          <a:cubicBezTo>
                            <a:pt x="11" y="52"/>
                            <a:pt x="14" y="54"/>
                            <a:pt x="17" y="55"/>
                          </a:cubicBezTo>
                          <a:cubicBezTo>
                            <a:pt x="21" y="57"/>
                            <a:pt x="25" y="58"/>
                            <a:pt x="29" y="58"/>
                          </a:cubicBezTo>
                          <a:cubicBezTo>
                            <a:pt x="33" y="58"/>
                            <a:pt x="37" y="57"/>
                            <a:pt x="40" y="55"/>
                          </a:cubicBezTo>
                          <a:cubicBezTo>
                            <a:pt x="43" y="54"/>
                            <a:pt x="47" y="52"/>
                            <a:pt x="49" y="49"/>
                          </a:cubicBezTo>
                          <a:cubicBezTo>
                            <a:pt x="52" y="46"/>
                            <a:pt x="54" y="43"/>
                            <a:pt x="55" y="40"/>
                          </a:cubicBezTo>
                          <a:cubicBezTo>
                            <a:pt x="57" y="36"/>
                            <a:pt x="58" y="33"/>
                            <a:pt x="58" y="29"/>
                          </a:cubicBezTo>
                          <a:cubicBezTo>
                            <a:pt x="58" y="25"/>
                            <a:pt x="57" y="21"/>
                            <a:pt x="55" y="17"/>
                          </a:cubicBezTo>
                          <a:cubicBezTo>
                            <a:pt x="54" y="14"/>
                            <a:pt x="52" y="11"/>
                            <a:pt x="49" y="8"/>
                          </a:cubicBezTo>
                          <a:cubicBezTo>
                            <a:pt x="47" y="6"/>
                            <a:pt x="43" y="3"/>
                            <a:pt x="40" y="2"/>
                          </a:cubicBezTo>
                          <a:cubicBezTo>
                            <a:pt x="37" y="1"/>
                            <a:pt x="33" y="0"/>
                            <a:pt x="29" y="0"/>
                          </a:cubicBezTo>
                          <a:cubicBezTo>
                            <a:pt x="25" y="0"/>
                            <a:pt x="21" y="1"/>
                            <a:pt x="17" y="2"/>
                          </a:cubicBezTo>
                          <a:cubicBezTo>
                            <a:pt x="14" y="3"/>
                            <a:pt x="11" y="6"/>
                            <a:pt x="8" y="8"/>
                          </a:cubicBezTo>
                          <a:cubicBezTo>
                            <a:pt x="6" y="11"/>
                            <a:pt x="4" y="14"/>
                            <a:pt x="2" y="17"/>
                          </a:cubicBezTo>
                          <a:cubicBezTo>
                            <a:pt x="1" y="21"/>
                            <a:pt x="0" y="25"/>
                            <a:pt x="0" y="2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61" name="Group 31">
                    <a:extLst>
                      <a:ext uri="{FF2B5EF4-FFF2-40B4-BE49-F238E27FC236}">
                        <a16:creationId xmlns:a16="http://schemas.microsoft.com/office/drawing/2014/main" id="{0DDDF7BB-7346-F8DD-62A3-F6482028511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rot="21370946">
                    <a:off x="6859748" y="2056263"/>
                    <a:ext cx="381810" cy="381810"/>
                    <a:chOff x="3547" y="1602"/>
                    <a:chExt cx="601" cy="601"/>
                  </a:xfrm>
                </p:grpSpPr>
                <p:sp>
                  <p:nvSpPr>
                    <p:cNvPr id="262" name="Freeform 32">
                      <a:extLst>
                        <a:ext uri="{FF2B5EF4-FFF2-40B4-BE49-F238E27FC236}">
                          <a16:creationId xmlns:a16="http://schemas.microsoft.com/office/drawing/2014/main" id="{2E3C46B4-0E83-5142-EB9B-9E1DC8B4463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547" y="1874"/>
                      <a:ext cx="305" cy="295"/>
                    </a:xfrm>
                    <a:custGeom>
                      <a:avLst/>
                      <a:gdLst>
                        <a:gd name="T0" fmla="*/ 120 w 127"/>
                        <a:gd name="T1" fmla="*/ 16 h 123"/>
                        <a:gd name="T2" fmla="*/ 73 w 127"/>
                        <a:gd name="T3" fmla="*/ 93 h 123"/>
                        <a:gd name="T4" fmla="*/ 9 w 127"/>
                        <a:gd name="T5" fmla="*/ 123 h 123"/>
                        <a:gd name="T6" fmla="*/ 5 w 127"/>
                        <a:gd name="T7" fmla="*/ 122 h 123"/>
                        <a:gd name="T8" fmla="*/ 17 w 127"/>
                        <a:gd name="T9" fmla="*/ 61 h 123"/>
                        <a:gd name="T10" fmla="*/ 113 w 127"/>
                        <a:gd name="T11" fmla="*/ 0 h 123"/>
                        <a:gd name="T12" fmla="*/ 126 w 127"/>
                        <a:gd name="T13" fmla="*/ 8 h 123"/>
                        <a:gd name="T14" fmla="*/ 120 w 127"/>
                        <a:gd name="T15" fmla="*/ 16 h 1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27" h="123">
                          <a:moveTo>
                            <a:pt x="120" y="16"/>
                          </a:moveTo>
                          <a:cubicBezTo>
                            <a:pt x="104" y="23"/>
                            <a:pt x="78" y="80"/>
                            <a:pt x="73" y="93"/>
                          </a:cubicBezTo>
                          <a:cubicBezTo>
                            <a:pt x="67" y="105"/>
                            <a:pt x="17" y="121"/>
                            <a:pt x="9" y="123"/>
                          </a:cubicBezTo>
                          <a:cubicBezTo>
                            <a:pt x="7" y="123"/>
                            <a:pt x="6" y="123"/>
                            <a:pt x="5" y="122"/>
                          </a:cubicBezTo>
                          <a:cubicBezTo>
                            <a:pt x="0" y="115"/>
                            <a:pt x="1" y="91"/>
                            <a:pt x="17" y="61"/>
                          </a:cubicBezTo>
                          <a:cubicBezTo>
                            <a:pt x="36" y="27"/>
                            <a:pt x="113" y="0"/>
                            <a:pt x="113" y="0"/>
                          </a:cubicBezTo>
                          <a:cubicBezTo>
                            <a:pt x="113" y="0"/>
                            <a:pt x="123" y="4"/>
                            <a:pt x="126" y="8"/>
                          </a:cubicBezTo>
                          <a:cubicBezTo>
                            <a:pt x="127" y="11"/>
                            <a:pt x="127" y="13"/>
                            <a:pt x="120" y="16"/>
                          </a:cubicBezTo>
                          <a:close/>
                        </a:path>
                      </a:pathLst>
                    </a:custGeom>
                    <a:solidFill>
                      <a:srgbClr val="17B28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3" name="Freeform 33">
                      <a:extLst>
                        <a:ext uri="{FF2B5EF4-FFF2-40B4-BE49-F238E27FC236}">
                          <a16:creationId xmlns:a16="http://schemas.microsoft.com/office/drawing/2014/main" id="{E85723AD-F1E8-41F6-D89E-81A81B4BD7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547" y="1874"/>
                      <a:ext cx="303" cy="295"/>
                    </a:xfrm>
                    <a:custGeom>
                      <a:avLst/>
                      <a:gdLst>
                        <a:gd name="T0" fmla="*/ 126 w 126"/>
                        <a:gd name="T1" fmla="*/ 8 h 123"/>
                        <a:gd name="T2" fmla="*/ 118 w 126"/>
                        <a:gd name="T3" fmla="*/ 10 h 123"/>
                        <a:gd name="T4" fmla="*/ 9 w 126"/>
                        <a:gd name="T5" fmla="*/ 123 h 123"/>
                        <a:gd name="T6" fmla="*/ 5 w 126"/>
                        <a:gd name="T7" fmla="*/ 122 h 123"/>
                        <a:gd name="T8" fmla="*/ 17 w 126"/>
                        <a:gd name="T9" fmla="*/ 61 h 123"/>
                        <a:gd name="T10" fmla="*/ 113 w 126"/>
                        <a:gd name="T11" fmla="*/ 0 h 123"/>
                        <a:gd name="T12" fmla="*/ 126 w 126"/>
                        <a:gd name="T13" fmla="*/ 8 h 1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26" h="123">
                          <a:moveTo>
                            <a:pt x="126" y="8"/>
                          </a:moveTo>
                          <a:cubicBezTo>
                            <a:pt x="124" y="9"/>
                            <a:pt x="121" y="10"/>
                            <a:pt x="118" y="10"/>
                          </a:cubicBezTo>
                          <a:cubicBezTo>
                            <a:pt x="41" y="29"/>
                            <a:pt x="9" y="123"/>
                            <a:pt x="9" y="123"/>
                          </a:cubicBezTo>
                          <a:cubicBezTo>
                            <a:pt x="5" y="122"/>
                            <a:pt x="5" y="122"/>
                            <a:pt x="5" y="122"/>
                          </a:cubicBezTo>
                          <a:cubicBezTo>
                            <a:pt x="0" y="115"/>
                            <a:pt x="1" y="91"/>
                            <a:pt x="17" y="61"/>
                          </a:cubicBezTo>
                          <a:cubicBezTo>
                            <a:pt x="36" y="27"/>
                            <a:pt x="113" y="0"/>
                            <a:pt x="113" y="0"/>
                          </a:cubicBezTo>
                          <a:cubicBezTo>
                            <a:pt x="113" y="0"/>
                            <a:pt x="123" y="4"/>
                            <a:pt x="126" y="8"/>
                          </a:cubicBezTo>
                          <a:close/>
                        </a:path>
                      </a:pathLst>
                    </a:custGeom>
                    <a:solidFill>
                      <a:srgbClr val="1BCF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4" name="Freeform 34">
                      <a:extLst>
                        <a:ext uri="{FF2B5EF4-FFF2-40B4-BE49-F238E27FC236}">
                          <a16:creationId xmlns:a16="http://schemas.microsoft.com/office/drawing/2014/main" id="{12E3DA63-D3D3-086C-25F4-2A082F2E060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564" y="1701"/>
                      <a:ext cx="279" cy="122"/>
                    </a:xfrm>
                    <a:custGeom>
                      <a:avLst/>
                      <a:gdLst>
                        <a:gd name="T0" fmla="*/ 108 w 116"/>
                        <a:gd name="T1" fmla="*/ 41 h 51"/>
                        <a:gd name="T2" fmla="*/ 45 w 116"/>
                        <a:gd name="T3" fmla="*/ 48 h 51"/>
                        <a:gd name="T4" fmla="*/ 1 w 116"/>
                        <a:gd name="T5" fmla="*/ 27 h 51"/>
                        <a:gd name="T6" fmla="*/ 0 w 116"/>
                        <a:gd name="T7" fmla="*/ 25 h 51"/>
                        <a:gd name="T8" fmla="*/ 38 w 116"/>
                        <a:gd name="T9" fmla="*/ 5 h 51"/>
                        <a:gd name="T10" fmla="*/ 113 w 116"/>
                        <a:gd name="T11" fmla="*/ 30 h 51"/>
                        <a:gd name="T12" fmla="*/ 114 w 116"/>
                        <a:gd name="T13" fmla="*/ 40 h 51"/>
                        <a:gd name="T14" fmla="*/ 108 w 116"/>
                        <a:gd name="T15" fmla="*/ 41 h 5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16" h="51">
                          <a:moveTo>
                            <a:pt x="108" y="41"/>
                          </a:moveTo>
                          <a:cubicBezTo>
                            <a:pt x="96" y="35"/>
                            <a:pt x="54" y="46"/>
                            <a:pt x="45" y="48"/>
                          </a:cubicBezTo>
                          <a:cubicBezTo>
                            <a:pt x="36" y="51"/>
                            <a:pt x="6" y="31"/>
                            <a:pt x="1" y="27"/>
                          </a:cubicBezTo>
                          <a:cubicBezTo>
                            <a:pt x="0" y="26"/>
                            <a:pt x="0" y="26"/>
                            <a:pt x="0" y="25"/>
                          </a:cubicBezTo>
                          <a:cubicBezTo>
                            <a:pt x="1" y="19"/>
                            <a:pt x="15" y="9"/>
                            <a:pt x="38" y="5"/>
                          </a:cubicBezTo>
                          <a:cubicBezTo>
                            <a:pt x="65" y="0"/>
                            <a:pt x="113" y="30"/>
                            <a:pt x="113" y="30"/>
                          </a:cubicBezTo>
                          <a:cubicBezTo>
                            <a:pt x="113" y="30"/>
                            <a:pt x="116" y="37"/>
                            <a:pt x="114" y="40"/>
                          </a:cubicBezTo>
                          <a:cubicBezTo>
                            <a:pt x="114" y="42"/>
                            <a:pt x="112" y="43"/>
                            <a:pt x="108" y="41"/>
                          </a:cubicBezTo>
                          <a:close/>
                        </a:path>
                      </a:pathLst>
                    </a:custGeom>
                    <a:solidFill>
                      <a:srgbClr val="17B28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5" name="Freeform 35">
                      <a:extLst>
                        <a:ext uri="{FF2B5EF4-FFF2-40B4-BE49-F238E27FC236}">
                          <a16:creationId xmlns:a16="http://schemas.microsoft.com/office/drawing/2014/main" id="{AB4D037B-458D-7855-5583-049C4ADC1F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564" y="1701"/>
                      <a:ext cx="279" cy="96"/>
                    </a:xfrm>
                    <a:custGeom>
                      <a:avLst/>
                      <a:gdLst>
                        <a:gd name="T0" fmla="*/ 114 w 116"/>
                        <a:gd name="T1" fmla="*/ 40 h 40"/>
                        <a:gd name="T2" fmla="*/ 110 w 116"/>
                        <a:gd name="T3" fmla="*/ 37 h 40"/>
                        <a:gd name="T4" fmla="*/ 1 w 116"/>
                        <a:gd name="T5" fmla="*/ 27 h 40"/>
                        <a:gd name="T6" fmla="*/ 0 w 116"/>
                        <a:gd name="T7" fmla="*/ 25 h 40"/>
                        <a:gd name="T8" fmla="*/ 38 w 116"/>
                        <a:gd name="T9" fmla="*/ 5 h 40"/>
                        <a:gd name="T10" fmla="*/ 113 w 116"/>
                        <a:gd name="T11" fmla="*/ 30 h 40"/>
                        <a:gd name="T12" fmla="*/ 114 w 116"/>
                        <a:gd name="T13" fmla="*/ 40 h 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16" h="40">
                          <a:moveTo>
                            <a:pt x="114" y="40"/>
                          </a:moveTo>
                          <a:cubicBezTo>
                            <a:pt x="113" y="39"/>
                            <a:pt x="112" y="38"/>
                            <a:pt x="110" y="37"/>
                          </a:cubicBezTo>
                          <a:cubicBezTo>
                            <a:pt x="66" y="4"/>
                            <a:pt x="1" y="27"/>
                            <a:pt x="1" y="27"/>
                          </a:cubicBezTo>
                          <a:cubicBezTo>
                            <a:pt x="0" y="25"/>
                            <a:pt x="0" y="25"/>
                            <a:pt x="0" y="25"/>
                          </a:cubicBezTo>
                          <a:cubicBezTo>
                            <a:pt x="1" y="19"/>
                            <a:pt x="15" y="9"/>
                            <a:pt x="38" y="5"/>
                          </a:cubicBezTo>
                          <a:cubicBezTo>
                            <a:pt x="65" y="0"/>
                            <a:pt x="113" y="30"/>
                            <a:pt x="113" y="30"/>
                          </a:cubicBezTo>
                          <a:cubicBezTo>
                            <a:pt x="113" y="30"/>
                            <a:pt x="116" y="37"/>
                            <a:pt x="114" y="40"/>
                          </a:cubicBezTo>
                          <a:close/>
                        </a:path>
                      </a:pathLst>
                    </a:custGeom>
                    <a:solidFill>
                      <a:srgbClr val="1BCF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6" name="Freeform 36">
                      <a:extLst>
                        <a:ext uri="{FF2B5EF4-FFF2-40B4-BE49-F238E27FC236}">
                          <a16:creationId xmlns:a16="http://schemas.microsoft.com/office/drawing/2014/main" id="{7B17D592-68DE-E7E5-8B5C-E2F108FFE77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09" y="1864"/>
                      <a:ext cx="154" cy="339"/>
                    </a:xfrm>
                    <a:custGeom>
                      <a:avLst/>
                      <a:gdLst>
                        <a:gd name="T0" fmla="*/ 44 w 64"/>
                        <a:gd name="T1" fmla="*/ 8 h 141"/>
                        <a:gd name="T2" fmla="*/ 62 w 64"/>
                        <a:gd name="T3" fmla="*/ 83 h 141"/>
                        <a:gd name="T4" fmla="*/ 42 w 64"/>
                        <a:gd name="T5" fmla="*/ 140 h 141"/>
                        <a:gd name="T6" fmla="*/ 40 w 64"/>
                        <a:gd name="T7" fmla="*/ 141 h 141"/>
                        <a:gd name="T8" fmla="*/ 10 w 64"/>
                        <a:gd name="T9" fmla="*/ 98 h 141"/>
                        <a:gd name="T10" fmla="*/ 30 w 64"/>
                        <a:gd name="T11" fmla="*/ 4 h 141"/>
                        <a:gd name="T12" fmla="*/ 42 w 64"/>
                        <a:gd name="T13" fmla="*/ 1 h 141"/>
                        <a:gd name="T14" fmla="*/ 44 w 64"/>
                        <a:gd name="T15" fmla="*/ 8 h 1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64" h="141">
                          <a:moveTo>
                            <a:pt x="44" y="8"/>
                          </a:moveTo>
                          <a:cubicBezTo>
                            <a:pt x="64" y="52"/>
                            <a:pt x="64" y="64"/>
                            <a:pt x="62" y="83"/>
                          </a:cubicBezTo>
                          <a:cubicBezTo>
                            <a:pt x="61" y="95"/>
                            <a:pt x="46" y="134"/>
                            <a:pt x="42" y="140"/>
                          </a:cubicBezTo>
                          <a:cubicBezTo>
                            <a:pt x="42" y="141"/>
                            <a:pt x="41" y="141"/>
                            <a:pt x="40" y="141"/>
                          </a:cubicBezTo>
                          <a:cubicBezTo>
                            <a:pt x="33" y="141"/>
                            <a:pt x="18" y="125"/>
                            <a:pt x="10" y="98"/>
                          </a:cubicBezTo>
                          <a:cubicBezTo>
                            <a:pt x="0" y="66"/>
                            <a:pt x="30" y="4"/>
                            <a:pt x="30" y="4"/>
                          </a:cubicBezTo>
                          <a:cubicBezTo>
                            <a:pt x="30" y="4"/>
                            <a:pt x="38" y="0"/>
                            <a:pt x="42" y="1"/>
                          </a:cubicBezTo>
                          <a:cubicBezTo>
                            <a:pt x="45" y="1"/>
                            <a:pt x="41" y="3"/>
                            <a:pt x="44" y="8"/>
                          </a:cubicBezTo>
                          <a:close/>
                        </a:path>
                      </a:pathLst>
                    </a:custGeom>
                    <a:solidFill>
                      <a:srgbClr val="17B28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7" name="Freeform 37">
                      <a:extLst>
                        <a:ext uri="{FF2B5EF4-FFF2-40B4-BE49-F238E27FC236}">
                          <a16:creationId xmlns:a16="http://schemas.microsoft.com/office/drawing/2014/main" id="{C9C9645F-8857-1D1A-5128-567CCFF0976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09" y="1864"/>
                      <a:ext cx="101" cy="339"/>
                    </a:xfrm>
                    <a:custGeom>
                      <a:avLst/>
                      <a:gdLst>
                        <a:gd name="T0" fmla="*/ 42 w 42"/>
                        <a:gd name="T1" fmla="*/ 1 h 141"/>
                        <a:gd name="T2" fmla="*/ 39 w 42"/>
                        <a:gd name="T3" fmla="*/ 6 h 141"/>
                        <a:gd name="T4" fmla="*/ 42 w 42"/>
                        <a:gd name="T5" fmla="*/ 140 h 141"/>
                        <a:gd name="T6" fmla="*/ 40 w 42"/>
                        <a:gd name="T7" fmla="*/ 141 h 141"/>
                        <a:gd name="T8" fmla="*/ 10 w 42"/>
                        <a:gd name="T9" fmla="*/ 98 h 141"/>
                        <a:gd name="T10" fmla="*/ 30 w 42"/>
                        <a:gd name="T11" fmla="*/ 4 h 141"/>
                        <a:gd name="T12" fmla="*/ 42 w 42"/>
                        <a:gd name="T13" fmla="*/ 1 h 1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2" h="141">
                          <a:moveTo>
                            <a:pt x="42" y="1"/>
                          </a:moveTo>
                          <a:cubicBezTo>
                            <a:pt x="41" y="2"/>
                            <a:pt x="40" y="4"/>
                            <a:pt x="39" y="6"/>
                          </a:cubicBezTo>
                          <a:cubicBezTo>
                            <a:pt x="5" y="64"/>
                            <a:pt x="42" y="140"/>
                            <a:pt x="42" y="140"/>
                          </a:cubicBezTo>
                          <a:cubicBezTo>
                            <a:pt x="40" y="141"/>
                            <a:pt x="40" y="141"/>
                            <a:pt x="40" y="141"/>
                          </a:cubicBezTo>
                          <a:cubicBezTo>
                            <a:pt x="33" y="141"/>
                            <a:pt x="18" y="125"/>
                            <a:pt x="10" y="98"/>
                          </a:cubicBezTo>
                          <a:cubicBezTo>
                            <a:pt x="0" y="66"/>
                            <a:pt x="30" y="4"/>
                            <a:pt x="30" y="4"/>
                          </a:cubicBezTo>
                          <a:cubicBezTo>
                            <a:pt x="30" y="4"/>
                            <a:pt x="38" y="0"/>
                            <a:pt x="42" y="1"/>
                          </a:cubicBezTo>
                          <a:close/>
                        </a:path>
                      </a:pathLst>
                    </a:custGeom>
                    <a:solidFill>
                      <a:srgbClr val="1BCF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8" name="Freeform 38">
                      <a:extLst>
                        <a:ext uri="{FF2B5EF4-FFF2-40B4-BE49-F238E27FC236}">
                          <a16:creationId xmlns:a16="http://schemas.microsoft.com/office/drawing/2014/main" id="{85160D85-F941-44BF-8314-F32EEBF078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586" y="1742"/>
                      <a:ext cx="266" cy="177"/>
                    </a:xfrm>
                    <a:custGeom>
                      <a:avLst/>
                      <a:gdLst>
                        <a:gd name="T0" fmla="*/ 110 w 111"/>
                        <a:gd name="T1" fmla="*/ 30 h 74"/>
                        <a:gd name="T2" fmla="*/ 51 w 111"/>
                        <a:gd name="T3" fmla="*/ 4 h 74"/>
                        <a:gd name="T4" fmla="*/ 13 w 111"/>
                        <a:gd name="T5" fmla="*/ 57 h 74"/>
                        <a:gd name="T6" fmla="*/ 98 w 111"/>
                        <a:gd name="T7" fmla="*/ 52 h 74"/>
                        <a:gd name="T8" fmla="*/ 110 w 111"/>
                        <a:gd name="T9" fmla="*/ 30 h 7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1" h="74">
                          <a:moveTo>
                            <a:pt x="110" y="30"/>
                          </a:moveTo>
                          <a:cubicBezTo>
                            <a:pt x="111" y="27"/>
                            <a:pt x="71" y="0"/>
                            <a:pt x="51" y="4"/>
                          </a:cubicBezTo>
                          <a:cubicBezTo>
                            <a:pt x="28" y="9"/>
                            <a:pt x="0" y="29"/>
                            <a:pt x="13" y="57"/>
                          </a:cubicBezTo>
                          <a:cubicBezTo>
                            <a:pt x="21" y="74"/>
                            <a:pt x="92" y="57"/>
                            <a:pt x="98" y="52"/>
                          </a:cubicBezTo>
                          <a:cubicBezTo>
                            <a:pt x="104" y="46"/>
                            <a:pt x="110" y="30"/>
                            <a:pt x="110" y="3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CA523"/>
                        </a:gs>
                        <a:gs pos="100000">
                          <a:srgbClr val="FFE39E"/>
                        </a:gs>
                      </a:gsLst>
                      <a:lin ang="10200000" scaled="0"/>
                      <a:tileRect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9" name="Freeform 39">
                      <a:extLst>
                        <a:ext uri="{FF2B5EF4-FFF2-40B4-BE49-F238E27FC236}">
                          <a16:creationId xmlns:a16="http://schemas.microsoft.com/office/drawing/2014/main" id="{2E993A77-0961-F6BB-932A-E188DCDFDC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92" y="1602"/>
                      <a:ext cx="214" cy="222"/>
                    </a:xfrm>
                    <a:custGeom>
                      <a:avLst/>
                      <a:gdLst>
                        <a:gd name="T0" fmla="*/ 14 w 89"/>
                        <a:gd name="T1" fmla="*/ 83 h 84"/>
                        <a:gd name="T2" fmla="*/ 26 w 89"/>
                        <a:gd name="T3" fmla="*/ 23 h 84"/>
                        <a:gd name="T4" fmla="*/ 77 w 89"/>
                        <a:gd name="T5" fmla="*/ 9 h 84"/>
                        <a:gd name="T6" fmla="*/ 81 w 89"/>
                        <a:gd name="T7" fmla="*/ 49 h 84"/>
                        <a:gd name="T8" fmla="*/ 45 w 89"/>
                        <a:gd name="T9" fmla="*/ 84 h 84"/>
                        <a:gd name="T10" fmla="*/ 14 w 89"/>
                        <a:gd name="T11" fmla="*/ 83 h 8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89" h="84">
                          <a:moveTo>
                            <a:pt x="14" y="83"/>
                          </a:moveTo>
                          <a:cubicBezTo>
                            <a:pt x="14" y="83"/>
                            <a:pt x="0" y="41"/>
                            <a:pt x="26" y="23"/>
                          </a:cubicBezTo>
                          <a:cubicBezTo>
                            <a:pt x="52" y="6"/>
                            <a:pt x="68" y="0"/>
                            <a:pt x="77" y="9"/>
                          </a:cubicBezTo>
                          <a:cubicBezTo>
                            <a:pt x="85" y="18"/>
                            <a:pt x="89" y="37"/>
                            <a:pt x="81" y="49"/>
                          </a:cubicBezTo>
                          <a:cubicBezTo>
                            <a:pt x="73" y="61"/>
                            <a:pt x="45" y="84"/>
                            <a:pt x="45" y="84"/>
                          </a:cubicBezTo>
                          <a:lnTo>
                            <a:pt x="14" y="8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CA523"/>
                        </a:gs>
                        <a:gs pos="100000">
                          <a:srgbClr val="FFE39E"/>
                        </a:gs>
                      </a:gsLst>
                      <a:lin ang="14400000" scaled="0"/>
                      <a:tileRect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0" name="Freeform 40">
                      <a:extLst>
                        <a:ext uri="{FF2B5EF4-FFF2-40B4-BE49-F238E27FC236}">
                          <a16:creationId xmlns:a16="http://schemas.microsoft.com/office/drawing/2014/main" id="{A1BF0A36-4685-0F1D-35E4-07587B5188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62" y="1759"/>
                      <a:ext cx="286" cy="216"/>
                    </a:xfrm>
                    <a:custGeom>
                      <a:avLst/>
                      <a:gdLst>
                        <a:gd name="T0" fmla="*/ 1 w 119"/>
                        <a:gd name="T1" fmla="*/ 48 h 90"/>
                        <a:gd name="T2" fmla="*/ 69 w 119"/>
                        <a:gd name="T3" fmla="*/ 86 h 90"/>
                        <a:gd name="T4" fmla="*/ 99 w 119"/>
                        <a:gd name="T5" fmla="*/ 22 h 90"/>
                        <a:gd name="T6" fmla="*/ 9 w 119"/>
                        <a:gd name="T7" fmla="*/ 21 h 90"/>
                        <a:gd name="T8" fmla="*/ 1 w 119"/>
                        <a:gd name="T9" fmla="*/ 48 h 9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9" h="90">
                          <a:moveTo>
                            <a:pt x="1" y="48"/>
                          </a:moveTo>
                          <a:cubicBezTo>
                            <a:pt x="0" y="52"/>
                            <a:pt x="48" y="90"/>
                            <a:pt x="69" y="86"/>
                          </a:cubicBezTo>
                          <a:cubicBezTo>
                            <a:pt x="92" y="82"/>
                            <a:pt x="119" y="60"/>
                            <a:pt x="99" y="22"/>
                          </a:cubicBezTo>
                          <a:cubicBezTo>
                            <a:pt x="87" y="0"/>
                            <a:pt x="15" y="15"/>
                            <a:pt x="9" y="21"/>
                          </a:cubicBezTo>
                          <a:cubicBezTo>
                            <a:pt x="4" y="28"/>
                            <a:pt x="1" y="48"/>
                            <a:pt x="1" y="48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CA523"/>
                        </a:gs>
                        <a:gs pos="100000">
                          <a:srgbClr val="FFE39E"/>
                        </a:gs>
                      </a:gsLst>
                      <a:lin ang="2400000" scaled="0"/>
                      <a:tileRect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1" name="Freeform 41">
                      <a:extLst>
                        <a:ext uri="{FF2B5EF4-FFF2-40B4-BE49-F238E27FC236}">
                          <a16:creationId xmlns:a16="http://schemas.microsoft.com/office/drawing/2014/main" id="{F8E95770-6174-F89B-BBE5-22DD36CFCB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94" y="1847"/>
                      <a:ext cx="218" cy="243"/>
                    </a:xfrm>
                    <a:custGeom>
                      <a:avLst/>
                      <a:gdLst>
                        <a:gd name="T0" fmla="*/ 82 w 91"/>
                        <a:gd name="T1" fmla="*/ 12 h 101"/>
                        <a:gd name="T2" fmla="*/ 63 w 91"/>
                        <a:gd name="T3" fmla="*/ 85 h 101"/>
                        <a:gd name="T4" fmla="*/ 10 w 91"/>
                        <a:gd name="T5" fmla="*/ 86 h 101"/>
                        <a:gd name="T6" fmla="*/ 10 w 91"/>
                        <a:gd name="T7" fmla="*/ 34 h 101"/>
                        <a:gd name="T8" fmla="*/ 50 w 91"/>
                        <a:gd name="T9" fmla="*/ 0 h 101"/>
                        <a:gd name="T10" fmla="*/ 82 w 91"/>
                        <a:gd name="T11" fmla="*/ 12 h 10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91" h="101">
                          <a:moveTo>
                            <a:pt x="82" y="12"/>
                          </a:moveTo>
                          <a:cubicBezTo>
                            <a:pt x="82" y="12"/>
                            <a:pt x="91" y="71"/>
                            <a:pt x="63" y="85"/>
                          </a:cubicBezTo>
                          <a:cubicBezTo>
                            <a:pt x="35" y="99"/>
                            <a:pt x="18" y="101"/>
                            <a:pt x="10" y="86"/>
                          </a:cubicBezTo>
                          <a:cubicBezTo>
                            <a:pt x="2" y="72"/>
                            <a:pt x="0" y="46"/>
                            <a:pt x="10" y="34"/>
                          </a:cubicBezTo>
                          <a:cubicBezTo>
                            <a:pt x="19" y="21"/>
                            <a:pt x="50" y="0"/>
                            <a:pt x="50" y="0"/>
                          </a:cubicBezTo>
                          <a:lnTo>
                            <a:pt x="82" y="12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CA523"/>
                        </a:gs>
                        <a:gs pos="100000">
                          <a:srgbClr val="FFE39E"/>
                        </a:gs>
                      </a:gsLst>
                      <a:lin ang="6600000" scaled="0"/>
                      <a:tileRect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2" name="Freeform 42">
                      <a:extLst>
                        <a:ext uri="{FF2B5EF4-FFF2-40B4-BE49-F238E27FC236}">
                          <a16:creationId xmlns:a16="http://schemas.microsoft.com/office/drawing/2014/main" id="{7F766659-F125-C293-29E8-BF97D3F43E9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97" y="1776"/>
                      <a:ext cx="106" cy="107"/>
                    </a:xfrm>
                    <a:custGeom>
                      <a:avLst/>
                      <a:gdLst>
                        <a:gd name="T0" fmla="*/ 33 w 44"/>
                        <a:gd name="T1" fmla="*/ 39 h 45"/>
                        <a:gd name="T2" fmla="*/ 28 w 44"/>
                        <a:gd name="T3" fmla="*/ 42 h 45"/>
                        <a:gd name="T4" fmla="*/ 8 w 44"/>
                        <a:gd name="T5" fmla="*/ 35 h 45"/>
                        <a:gd name="T6" fmla="*/ 4 w 44"/>
                        <a:gd name="T7" fmla="*/ 26 h 45"/>
                        <a:gd name="T8" fmla="*/ 11 w 44"/>
                        <a:gd name="T9" fmla="*/ 6 h 45"/>
                        <a:gd name="T10" fmla="*/ 17 w 44"/>
                        <a:gd name="T11" fmla="*/ 4 h 45"/>
                        <a:gd name="T12" fmla="*/ 36 w 44"/>
                        <a:gd name="T13" fmla="*/ 11 h 45"/>
                        <a:gd name="T14" fmla="*/ 40 w 44"/>
                        <a:gd name="T15" fmla="*/ 19 h 45"/>
                        <a:gd name="T16" fmla="*/ 33 w 44"/>
                        <a:gd name="T17" fmla="*/ 39 h 4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44" h="45">
                          <a:moveTo>
                            <a:pt x="33" y="39"/>
                          </a:moveTo>
                          <a:cubicBezTo>
                            <a:pt x="28" y="42"/>
                            <a:pt x="28" y="42"/>
                            <a:pt x="28" y="42"/>
                          </a:cubicBezTo>
                          <a:cubicBezTo>
                            <a:pt x="20" y="45"/>
                            <a:pt x="11" y="42"/>
                            <a:pt x="8" y="35"/>
                          </a:cubicBezTo>
                          <a:cubicBezTo>
                            <a:pt x="4" y="26"/>
                            <a:pt x="4" y="26"/>
                            <a:pt x="4" y="26"/>
                          </a:cubicBezTo>
                          <a:cubicBezTo>
                            <a:pt x="0" y="19"/>
                            <a:pt x="4" y="10"/>
                            <a:pt x="11" y="6"/>
                          </a:cubicBezTo>
                          <a:cubicBezTo>
                            <a:pt x="17" y="4"/>
                            <a:pt x="17" y="4"/>
                            <a:pt x="17" y="4"/>
                          </a:cubicBezTo>
                          <a:cubicBezTo>
                            <a:pt x="24" y="0"/>
                            <a:pt x="33" y="4"/>
                            <a:pt x="36" y="11"/>
                          </a:cubicBezTo>
                          <a:cubicBezTo>
                            <a:pt x="40" y="19"/>
                            <a:pt x="40" y="19"/>
                            <a:pt x="40" y="19"/>
                          </a:cubicBezTo>
                          <a:cubicBezTo>
                            <a:pt x="44" y="27"/>
                            <a:pt x="41" y="36"/>
                            <a:pt x="33" y="39"/>
                          </a:cubicBezTo>
                          <a:close/>
                        </a:path>
                      </a:pathLst>
                    </a:custGeom>
                    <a:solidFill>
                      <a:srgbClr val="FCA52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3" name="Freeform 43">
                      <a:extLst>
                        <a:ext uri="{FF2B5EF4-FFF2-40B4-BE49-F238E27FC236}">
                          <a16:creationId xmlns:a16="http://schemas.microsoft.com/office/drawing/2014/main" id="{6181A765-247E-ECD1-2E32-AFCC4163634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56" y="1732"/>
                      <a:ext cx="151" cy="132"/>
                    </a:xfrm>
                    <a:custGeom>
                      <a:avLst/>
                      <a:gdLst>
                        <a:gd name="T0" fmla="*/ 48 w 63"/>
                        <a:gd name="T1" fmla="*/ 44 h 55"/>
                        <a:gd name="T2" fmla="*/ 63 w 63"/>
                        <a:gd name="T3" fmla="*/ 19 h 55"/>
                        <a:gd name="T4" fmla="*/ 61 w 63"/>
                        <a:gd name="T5" fmla="*/ 18 h 55"/>
                        <a:gd name="T6" fmla="*/ 45 w 63"/>
                        <a:gd name="T7" fmla="*/ 43 h 55"/>
                        <a:gd name="T8" fmla="*/ 42 w 63"/>
                        <a:gd name="T9" fmla="*/ 43 h 55"/>
                        <a:gd name="T10" fmla="*/ 47 w 63"/>
                        <a:gd name="T11" fmla="*/ 1 h 55"/>
                        <a:gd name="T12" fmla="*/ 44 w 63"/>
                        <a:gd name="T13" fmla="*/ 0 h 55"/>
                        <a:gd name="T14" fmla="*/ 40 w 63"/>
                        <a:gd name="T15" fmla="*/ 43 h 55"/>
                        <a:gd name="T16" fmla="*/ 39 w 63"/>
                        <a:gd name="T17" fmla="*/ 44 h 55"/>
                        <a:gd name="T18" fmla="*/ 6 w 63"/>
                        <a:gd name="T19" fmla="*/ 5 h 55"/>
                        <a:gd name="T20" fmla="*/ 5 w 63"/>
                        <a:gd name="T21" fmla="*/ 7 h 55"/>
                        <a:gd name="T22" fmla="*/ 37 w 63"/>
                        <a:gd name="T23" fmla="*/ 46 h 55"/>
                        <a:gd name="T24" fmla="*/ 36 w 63"/>
                        <a:gd name="T25" fmla="*/ 47 h 55"/>
                        <a:gd name="T26" fmla="*/ 31 w 63"/>
                        <a:gd name="T27" fmla="*/ 45 h 55"/>
                        <a:gd name="T28" fmla="*/ 0 w 63"/>
                        <a:gd name="T29" fmla="*/ 23 h 55"/>
                        <a:gd name="T30" fmla="*/ 0 w 63"/>
                        <a:gd name="T31" fmla="*/ 25 h 55"/>
                        <a:gd name="T32" fmla="*/ 27 w 63"/>
                        <a:gd name="T33" fmla="*/ 44 h 55"/>
                        <a:gd name="T34" fmla="*/ 6 w 63"/>
                        <a:gd name="T35" fmla="*/ 41 h 55"/>
                        <a:gd name="T36" fmla="*/ 6 w 63"/>
                        <a:gd name="T37" fmla="*/ 44 h 55"/>
                        <a:gd name="T38" fmla="*/ 29 w 63"/>
                        <a:gd name="T39" fmla="*/ 47 h 55"/>
                        <a:gd name="T40" fmla="*/ 29 w 63"/>
                        <a:gd name="T41" fmla="*/ 47 h 55"/>
                        <a:gd name="T42" fmla="*/ 29 w 63"/>
                        <a:gd name="T43" fmla="*/ 47 h 55"/>
                        <a:gd name="T44" fmla="*/ 36 w 63"/>
                        <a:gd name="T45" fmla="*/ 50 h 55"/>
                        <a:gd name="T46" fmla="*/ 36 w 63"/>
                        <a:gd name="T47" fmla="*/ 51 h 55"/>
                        <a:gd name="T48" fmla="*/ 45 w 63"/>
                        <a:gd name="T49" fmla="*/ 53 h 55"/>
                        <a:gd name="T50" fmla="*/ 48 w 63"/>
                        <a:gd name="T51" fmla="*/ 45 h 55"/>
                        <a:gd name="T52" fmla="*/ 48 w 63"/>
                        <a:gd name="T53" fmla="*/ 44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</a:cxnLst>
                      <a:rect l="0" t="0" r="r" b="b"/>
                      <a:pathLst>
                        <a:path w="63" h="55">
                          <a:moveTo>
                            <a:pt x="48" y="44"/>
                          </a:moveTo>
                          <a:cubicBezTo>
                            <a:pt x="51" y="32"/>
                            <a:pt x="62" y="20"/>
                            <a:pt x="63" y="19"/>
                          </a:cubicBezTo>
                          <a:cubicBezTo>
                            <a:pt x="61" y="18"/>
                            <a:pt x="61" y="18"/>
                            <a:pt x="61" y="18"/>
                          </a:cubicBezTo>
                          <a:cubicBezTo>
                            <a:pt x="60" y="18"/>
                            <a:pt x="49" y="31"/>
                            <a:pt x="45" y="43"/>
                          </a:cubicBezTo>
                          <a:cubicBezTo>
                            <a:pt x="45" y="43"/>
                            <a:pt x="43" y="43"/>
                            <a:pt x="42" y="43"/>
                          </a:cubicBezTo>
                          <a:cubicBezTo>
                            <a:pt x="41" y="36"/>
                            <a:pt x="40" y="18"/>
                            <a:pt x="47" y="1"/>
                          </a:cubicBezTo>
                          <a:cubicBezTo>
                            <a:pt x="44" y="0"/>
                            <a:pt x="44" y="0"/>
                            <a:pt x="44" y="0"/>
                          </a:cubicBezTo>
                          <a:cubicBezTo>
                            <a:pt x="37" y="18"/>
                            <a:pt x="39" y="36"/>
                            <a:pt x="40" y="43"/>
                          </a:cubicBezTo>
                          <a:cubicBezTo>
                            <a:pt x="40" y="44"/>
                            <a:pt x="39" y="44"/>
                            <a:pt x="39" y="44"/>
                          </a:cubicBezTo>
                          <a:cubicBezTo>
                            <a:pt x="30" y="23"/>
                            <a:pt x="7" y="6"/>
                            <a:pt x="6" y="5"/>
                          </a:cubicBezTo>
                          <a:cubicBezTo>
                            <a:pt x="5" y="7"/>
                            <a:pt x="5" y="7"/>
                            <a:pt x="5" y="7"/>
                          </a:cubicBezTo>
                          <a:cubicBezTo>
                            <a:pt x="5" y="7"/>
                            <a:pt x="29" y="25"/>
                            <a:pt x="37" y="46"/>
                          </a:cubicBezTo>
                          <a:cubicBezTo>
                            <a:pt x="37" y="46"/>
                            <a:pt x="36" y="47"/>
                            <a:pt x="36" y="47"/>
                          </a:cubicBezTo>
                          <a:cubicBezTo>
                            <a:pt x="34" y="46"/>
                            <a:pt x="33" y="45"/>
                            <a:pt x="31" y="45"/>
                          </a:cubicBezTo>
                          <a:cubicBezTo>
                            <a:pt x="22" y="31"/>
                            <a:pt x="1" y="23"/>
                            <a:pt x="0" y="23"/>
                          </a:cubicBezTo>
                          <a:cubicBezTo>
                            <a:pt x="0" y="25"/>
                            <a:pt x="0" y="25"/>
                            <a:pt x="0" y="25"/>
                          </a:cubicBezTo>
                          <a:cubicBezTo>
                            <a:pt x="0" y="25"/>
                            <a:pt x="18" y="32"/>
                            <a:pt x="27" y="44"/>
                          </a:cubicBezTo>
                          <a:cubicBezTo>
                            <a:pt x="17" y="41"/>
                            <a:pt x="7" y="41"/>
                            <a:pt x="6" y="41"/>
                          </a:cubicBezTo>
                          <a:cubicBezTo>
                            <a:pt x="6" y="44"/>
                            <a:pt x="6" y="44"/>
                            <a:pt x="6" y="44"/>
                          </a:cubicBezTo>
                          <a:cubicBezTo>
                            <a:pt x="7" y="44"/>
                            <a:pt x="18" y="44"/>
                            <a:pt x="29" y="47"/>
                          </a:cubicBezTo>
                          <a:cubicBezTo>
                            <a:pt x="29" y="47"/>
                            <a:pt x="29" y="47"/>
                            <a:pt x="29" y="47"/>
                          </a:cubicBezTo>
                          <a:cubicBezTo>
                            <a:pt x="29" y="47"/>
                            <a:pt x="29" y="47"/>
                            <a:pt x="29" y="47"/>
                          </a:cubicBezTo>
                          <a:cubicBezTo>
                            <a:pt x="31" y="48"/>
                            <a:pt x="34" y="49"/>
                            <a:pt x="36" y="50"/>
                          </a:cubicBezTo>
                          <a:cubicBezTo>
                            <a:pt x="36" y="50"/>
                            <a:pt x="36" y="51"/>
                            <a:pt x="36" y="51"/>
                          </a:cubicBezTo>
                          <a:cubicBezTo>
                            <a:pt x="37" y="54"/>
                            <a:pt x="41" y="55"/>
                            <a:pt x="45" y="53"/>
                          </a:cubicBezTo>
                          <a:cubicBezTo>
                            <a:pt x="48" y="51"/>
                            <a:pt x="50" y="48"/>
                            <a:pt x="48" y="45"/>
                          </a:cubicBezTo>
                          <a:cubicBezTo>
                            <a:pt x="48" y="45"/>
                            <a:pt x="48" y="45"/>
                            <a:pt x="48" y="44"/>
                          </a:cubicBezTo>
                          <a:close/>
                        </a:path>
                      </a:pathLst>
                    </a:custGeom>
                    <a:solidFill>
                      <a:srgbClr val="FFE39E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4" name="Freeform 44">
                      <a:extLst>
                        <a:ext uri="{FF2B5EF4-FFF2-40B4-BE49-F238E27FC236}">
                          <a16:creationId xmlns:a16="http://schemas.microsoft.com/office/drawing/2014/main" id="{3974326A-D9C0-A89D-A5FD-FAA9D76F749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3747" y="1725"/>
                      <a:ext cx="168" cy="115"/>
                    </a:xfrm>
                    <a:custGeom>
                      <a:avLst/>
                      <a:gdLst>
                        <a:gd name="T0" fmla="*/ 14 w 70"/>
                        <a:gd name="T1" fmla="*/ 12 h 48"/>
                        <a:gd name="T2" fmla="*/ 14 w 70"/>
                        <a:gd name="T3" fmla="*/ 12 h 48"/>
                        <a:gd name="T4" fmla="*/ 10 w 70"/>
                        <a:gd name="T5" fmla="*/ 12 h 48"/>
                        <a:gd name="T6" fmla="*/ 7 w 70"/>
                        <a:gd name="T7" fmla="*/ 10 h 48"/>
                        <a:gd name="T8" fmla="*/ 6 w 70"/>
                        <a:gd name="T9" fmla="*/ 6 h 48"/>
                        <a:gd name="T10" fmla="*/ 6 w 70"/>
                        <a:gd name="T11" fmla="*/ 6 h 48"/>
                        <a:gd name="T12" fmla="*/ 10 w 70"/>
                        <a:gd name="T13" fmla="*/ 5 h 48"/>
                        <a:gd name="T14" fmla="*/ 13 w 70"/>
                        <a:gd name="T15" fmla="*/ 8 h 48"/>
                        <a:gd name="T16" fmla="*/ 14 w 70"/>
                        <a:gd name="T17" fmla="*/ 12 h 48"/>
                        <a:gd name="T18" fmla="*/ 8 w 70"/>
                        <a:gd name="T19" fmla="*/ 25 h 48"/>
                        <a:gd name="T20" fmla="*/ 4 w 70"/>
                        <a:gd name="T21" fmla="*/ 24 h 48"/>
                        <a:gd name="T22" fmla="*/ 0 w 70"/>
                        <a:gd name="T23" fmla="*/ 25 h 48"/>
                        <a:gd name="T24" fmla="*/ 0 w 70"/>
                        <a:gd name="T25" fmla="*/ 25 h 48"/>
                        <a:gd name="T26" fmla="*/ 2 w 70"/>
                        <a:gd name="T27" fmla="*/ 29 h 48"/>
                        <a:gd name="T28" fmla="*/ 6 w 70"/>
                        <a:gd name="T29" fmla="*/ 30 h 48"/>
                        <a:gd name="T30" fmla="*/ 9 w 70"/>
                        <a:gd name="T31" fmla="*/ 29 h 48"/>
                        <a:gd name="T32" fmla="*/ 9 w 70"/>
                        <a:gd name="T33" fmla="*/ 29 h 48"/>
                        <a:gd name="T34" fmla="*/ 8 w 70"/>
                        <a:gd name="T35" fmla="*/ 25 h 48"/>
                        <a:gd name="T36" fmla="*/ 13 w 70"/>
                        <a:gd name="T37" fmla="*/ 42 h 48"/>
                        <a:gd name="T38" fmla="*/ 9 w 70"/>
                        <a:gd name="T39" fmla="*/ 42 h 48"/>
                        <a:gd name="T40" fmla="*/ 6 w 70"/>
                        <a:gd name="T41" fmla="*/ 45 h 48"/>
                        <a:gd name="T42" fmla="*/ 6 w 70"/>
                        <a:gd name="T43" fmla="*/ 45 h 48"/>
                        <a:gd name="T44" fmla="*/ 9 w 70"/>
                        <a:gd name="T45" fmla="*/ 48 h 48"/>
                        <a:gd name="T46" fmla="*/ 13 w 70"/>
                        <a:gd name="T47" fmla="*/ 48 h 48"/>
                        <a:gd name="T48" fmla="*/ 16 w 70"/>
                        <a:gd name="T49" fmla="*/ 45 h 48"/>
                        <a:gd name="T50" fmla="*/ 16 w 70"/>
                        <a:gd name="T51" fmla="*/ 45 h 48"/>
                        <a:gd name="T52" fmla="*/ 13 w 70"/>
                        <a:gd name="T53" fmla="*/ 42 h 48"/>
                        <a:gd name="T54" fmla="*/ 47 w 70"/>
                        <a:gd name="T55" fmla="*/ 2 h 48"/>
                        <a:gd name="T56" fmla="*/ 46 w 70"/>
                        <a:gd name="T57" fmla="*/ 6 h 48"/>
                        <a:gd name="T58" fmla="*/ 48 w 70"/>
                        <a:gd name="T59" fmla="*/ 10 h 48"/>
                        <a:gd name="T60" fmla="*/ 48 w 70"/>
                        <a:gd name="T61" fmla="*/ 10 h 48"/>
                        <a:gd name="T62" fmla="*/ 51 w 70"/>
                        <a:gd name="T63" fmla="*/ 8 h 48"/>
                        <a:gd name="T64" fmla="*/ 53 w 70"/>
                        <a:gd name="T65" fmla="*/ 4 h 48"/>
                        <a:gd name="T66" fmla="*/ 51 w 70"/>
                        <a:gd name="T67" fmla="*/ 0 h 48"/>
                        <a:gd name="T68" fmla="*/ 51 w 70"/>
                        <a:gd name="T69" fmla="*/ 0 h 48"/>
                        <a:gd name="T70" fmla="*/ 47 w 70"/>
                        <a:gd name="T71" fmla="*/ 2 h 48"/>
                        <a:gd name="T72" fmla="*/ 65 w 70"/>
                        <a:gd name="T73" fmla="*/ 18 h 48"/>
                        <a:gd name="T74" fmla="*/ 62 w 70"/>
                        <a:gd name="T75" fmla="*/ 21 h 48"/>
                        <a:gd name="T76" fmla="*/ 62 w 70"/>
                        <a:gd name="T77" fmla="*/ 25 h 48"/>
                        <a:gd name="T78" fmla="*/ 62 w 70"/>
                        <a:gd name="T79" fmla="*/ 25 h 48"/>
                        <a:gd name="T80" fmla="*/ 67 w 70"/>
                        <a:gd name="T81" fmla="*/ 25 h 48"/>
                        <a:gd name="T82" fmla="*/ 69 w 70"/>
                        <a:gd name="T83" fmla="*/ 22 h 48"/>
                        <a:gd name="T84" fmla="*/ 69 w 70"/>
                        <a:gd name="T85" fmla="*/ 18 h 48"/>
                        <a:gd name="T86" fmla="*/ 69 w 70"/>
                        <a:gd name="T87" fmla="*/ 18 h 48"/>
                        <a:gd name="T88" fmla="*/ 65 w 70"/>
                        <a:gd name="T89" fmla="*/ 18 h 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</a:cxnLst>
                      <a:rect l="0" t="0" r="r" b="b"/>
                      <a:pathLst>
                        <a:path w="70" h="48">
                          <a:moveTo>
                            <a:pt x="14" y="12"/>
                          </a:moveTo>
                          <a:cubicBezTo>
                            <a:pt x="14" y="12"/>
                            <a:pt x="14" y="12"/>
                            <a:pt x="14" y="12"/>
                          </a:cubicBezTo>
                          <a:cubicBezTo>
                            <a:pt x="13" y="13"/>
                            <a:pt x="11" y="13"/>
                            <a:pt x="10" y="12"/>
                          </a:cubicBezTo>
                          <a:cubicBezTo>
                            <a:pt x="7" y="10"/>
                            <a:pt x="7" y="10"/>
                            <a:pt x="7" y="10"/>
                          </a:cubicBezTo>
                          <a:cubicBezTo>
                            <a:pt x="5" y="9"/>
                            <a:pt x="5" y="7"/>
                            <a:pt x="6" y="6"/>
                          </a:cubicBezTo>
                          <a:cubicBezTo>
                            <a:pt x="6" y="6"/>
                            <a:pt x="6" y="6"/>
                            <a:pt x="6" y="6"/>
                          </a:cubicBezTo>
                          <a:cubicBezTo>
                            <a:pt x="7" y="5"/>
                            <a:pt x="9" y="4"/>
                            <a:pt x="10" y="5"/>
                          </a:cubicBezTo>
                          <a:cubicBezTo>
                            <a:pt x="13" y="8"/>
                            <a:pt x="13" y="8"/>
                            <a:pt x="13" y="8"/>
                          </a:cubicBezTo>
                          <a:cubicBezTo>
                            <a:pt x="15" y="9"/>
                            <a:pt x="15" y="11"/>
                            <a:pt x="14" y="12"/>
                          </a:cubicBezTo>
                          <a:close/>
                          <a:moveTo>
                            <a:pt x="8" y="25"/>
                          </a:moveTo>
                          <a:cubicBezTo>
                            <a:pt x="4" y="24"/>
                            <a:pt x="4" y="24"/>
                            <a:pt x="4" y="24"/>
                          </a:cubicBezTo>
                          <a:cubicBezTo>
                            <a:pt x="3" y="23"/>
                            <a:pt x="1" y="24"/>
                            <a:pt x="0" y="25"/>
                          </a:cubicBezTo>
                          <a:cubicBezTo>
                            <a:pt x="0" y="25"/>
                            <a:pt x="0" y="25"/>
                            <a:pt x="0" y="25"/>
                          </a:cubicBezTo>
                          <a:cubicBezTo>
                            <a:pt x="0" y="27"/>
                            <a:pt x="1" y="28"/>
                            <a:pt x="2" y="29"/>
                          </a:cubicBezTo>
                          <a:cubicBezTo>
                            <a:pt x="6" y="30"/>
                            <a:pt x="6" y="30"/>
                            <a:pt x="6" y="30"/>
                          </a:cubicBezTo>
                          <a:cubicBezTo>
                            <a:pt x="7" y="31"/>
                            <a:pt x="9" y="30"/>
                            <a:pt x="9" y="29"/>
                          </a:cubicBezTo>
                          <a:cubicBezTo>
                            <a:pt x="9" y="29"/>
                            <a:pt x="9" y="29"/>
                            <a:pt x="9" y="29"/>
                          </a:cubicBezTo>
                          <a:cubicBezTo>
                            <a:pt x="10" y="27"/>
                            <a:pt x="9" y="26"/>
                            <a:pt x="8" y="25"/>
                          </a:cubicBezTo>
                          <a:close/>
                          <a:moveTo>
                            <a:pt x="13" y="42"/>
                          </a:moveTo>
                          <a:cubicBezTo>
                            <a:pt x="9" y="42"/>
                            <a:pt x="9" y="42"/>
                            <a:pt x="9" y="42"/>
                          </a:cubicBezTo>
                          <a:cubicBezTo>
                            <a:pt x="8" y="42"/>
                            <a:pt x="6" y="44"/>
                            <a:pt x="6" y="45"/>
                          </a:cubicBezTo>
                          <a:cubicBezTo>
                            <a:pt x="6" y="45"/>
                            <a:pt x="6" y="45"/>
                            <a:pt x="6" y="45"/>
                          </a:cubicBezTo>
                          <a:cubicBezTo>
                            <a:pt x="6" y="47"/>
                            <a:pt x="8" y="48"/>
                            <a:pt x="9" y="48"/>
                          </a:cubicBezTo>
                          <a:cubicBezTo>
                            <a:pt x="13" y="48"/>
                            <a:pt x="13" y="48"/>
                            <a:pt x="13" y="48"/>
                          </a:cubicBezTo>
                          <a:cubicBezTo>
                            <a:pt x="15" y="48"/>
                            <a:pt x="16" y="47"/>
                            <a:pt x="16" y="45"/>
                          </a:cubicBezTo>
                          <a:cubicBezTo>
                            <a:pt x="16" y="45"/>
                            <a:pt x="16" y="45"/>
                            <a:pt x="16" y="45"/>
                          </a:cubicBezTo>
                          <a:cubicBezTo>
                            <a:pt x="16" y="44"/>
                            <a:pt x="15" y="42"/>
                            <a:pt x="13" y="42"/>
                          </a:cubicBezTo>
                          <a:close/>
                          <a:moveTo>
                            <a:pt x="47" y="2"/>
                          </a:moveTo>
                          <a:cubicBezTo>
                            <a:pt x="46" y="6"/>
                            <a:pt x="46" y="6"/>
                            <a:pt x="46" y="6"/>
                          </a:cubicBezTo>
                          <a:cubicBezTo>
                            <a:pt x="45" y="7"/>
                            <a:pt x="46" y="9"/>
                            <a:pt x="48" y="10"/>
                          </a:cubicBezTo>
                          <a:cubicBezTo>
                            <a:pt x="48" y="10"/>
                            <a:pt x="48" y="10"/>
                            <a:pt x="48" y="10"/>
                          </a:cubicBezTo>
                          <a:cubicBezTo>
                            <a:pt x="49" y="10"/>
                            <a:pt x="51" y="9"/>
                            <a:pt x="51" y="8"/>
                          </a:cubicBezTo>
                          <a:cubicBezTo>
                            <a:pt x="53" y="4"/>
                            <a:pt x="53" y="4"/>
                            <a:pt x="53" y="4"/>
                          </a:cubicBezTo>
                          <a:cubicBezTo>
                            <a:pt x="53" y="3"/>
                            <a:pt x="52" y="1"/>
                            <a:pt x="51" y="0"/>
                          </a:cubicBezTo>
                          <a:cubicBezTo>
                            <a:pt x="51" y="0"/>
                            <a:pt x="51" y="0"/>
                            <a:pt x="51" y="0"/>
                          </a:cubicBezTo>
                          <a:cubicBezTo>
                            <a:pt x="49" y="0"/>
                            <a:pt x="48" y="1"/>
                            <a:pt x="47" y="2"/>
                          </a:cubicBezTo>
                          <a:close/>
                          <a:moveTo>
                            <a:pt x="65" y="18"/>
                          </a:moveTo>
                          <a:cubicBezTo>
                            <a:pt x="62" y="21"/>
                            <a:pt x="62" y="21"/>
                            <a:pt x="62" y="21"/>
                          </a:cubicBezTo>
                          <a:cubicBezTo>
                            <a:pt x="61" y="22"/>
                            <a:pt x="61" y="24"/>
                            <a:pt x="62" y="25"/>
                          </a:cubicBezTo>
                          <a:cubicBezTo>
                            <a:pt x="62" y="25"/>
                            <a:pt x="62" y="25"/>
                            <a:pt x="62" y="25"/>
                          </a:cubicBezTo>
                          <a:cubicBezTo>
                            <a:pt x="64" y="26"/>
                            <a:pt x="65" y="26"/>
                            <a:pt x="67" y="25"/>
                          </a:cubicBezTo>
                          <a:cubicBezTo>
                            <a:pt x="69" y="22"/>
                            <a:pt x="69" y="22"/>
                            <a:pt x="69" y="22"/>
                          </a:cubicBezTo>
                          <a:cubicBezTo>
                            <a:pt x="70" y="21"/>
                            <a:pt x="70" y="19"/>
                            <a:pt x="69" y="18"/>
                          </a:cubicBezTo>
                          <a:cubicBezTo>
                            <a:pt x="69" y="18"/>
                            <a:pt x="69" y="18"/>
                            <a:pt x="69" y="18"/>
                          </a:cubicBezTo>
                          <a:cubicBezTo>
                            <a:pt x="68" y="17"/>
                            <a:pt x="66" y="17"/>
                            <a:pt x="65" y="18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769B4F7B-CD81-90A3-BFF6-F15918E36ACD}"/>
                  </a:ext>
                </a:extLst>
              </p:cNvPr>
              <p:cNvGrpSpPr/>
              <p:nvPr/>
            </p:nvGrpSpPr>
            <p:grpSpPr>
              <a:xfrm>
                <a:off x="5979674" y="2864765"/>
                <a:ext cx="1203350" cy="690772"/>
                <a:chOff x="6113128" y="2864765"/>
                <a:chExt cx="1203350" cy="690772"/>
              </a:xfrm>
            </p:grpSpPr>
            <p:grpSp>
              <p:nvGrpSpPr>
                <p:cNvPr id="231" name="Group 83">
                  <a:extLst>
                    <a:ext uri="{FF2B5EF4-FFF2-40B4-BE49-F238E27FC236}">
                      <a16:creationId xmlns:a16="http://schemas.microsoft.com/office/drawing/2014/main" id="{B79AB2ED-B28A-72D5-474A-5141994C6F9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113128" y="2864765"/>
                  <a:ext cx="1203350" cy="690772"/>
                  <a:chOff x="3520" y="2006"/>
                  <a:chExt cx="1154" cy="737"/>
                </a:xfrm>
                <a:gradFill>
                  <a:gsLst>
                    <a:gs pos="100000">
                      <a:srgbClr val="43515C"/>
                    </a:gs>
                    <a:gs pos="0">
                      <a:srgbClr val="66737C"/>
                    </a:gs>
                  </a:gsLst>
                  <a:lin ang="5400000" scaled="0"/>
                </a:gradFill>
              </p:grpSpPr>
              <p:sp>
                <p:nvSpPr>
                  <p:cNvPr id="236" name="Freeform 84">
                    <a:extLst>
                      <a:ext uri="{FF2B5EF4-FFF2-40B4-BE49-F238E27FC236}">
                        <a16:creationId xmlns:a16="http://schemas.microsoft.com/office/drawing/2014/main" id="{2DA46A62-5077-C794-431C-01845F4EAB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20" y="2006"/>
                    <a:ext cx="1154" cy="29"/>
                  </a:xfrm>
                  <a:custGeom>
                    <a:avLst/>
                    <a:gdLst>
                      <a:gd name="T0" fmla="*/ 1227 w 1227"/>
                      <a:gd name="T1" fmla="*/ 15 h 31"/>
                      <a:gd name="T2" fmla="*/ 1223 w 1227"/>
                      <a:gd name="T3" fmla="*/ 26 h 31"/>
                      <a:gd name="T4" fmla="*/ 1212 w 1227"/>
                      <a:gd name="T5" fmla="*/ 31 h 31"/>
                      <a:gd name="T6" fmla="*/ 16 w 1227"/>
                      <a:gd name="T7" fmla="*/ 31 h 31"/>
                      <a:gd name="T8" fmla="*/ 0 w 1227"/>
                      <a:gd name="T9" fmla="*/ 15 h 31"/>
                      <a:gd name="T10" fmla="*/ 5 w 1227"/>
                      <a:gd name="T11" fmla="*/ 4 h 31"/>
                      <a:gd name="T12" fmla="*/ 16 w 1227"/>
                      <a:gd name="T13" fmla="*/ 0 h 31"/>
                      <a:gd name="T14" fmla="*/ 1212 w 1227"/>
                      <a:gd name="T15" fmla="*/ 0 h 31"/>
                      <a:gd name="T16" fmla="*/ 1227 w 1227"/>
                      <a:gd name="T17" fmla="*/ 15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227" h="31">
                        <a:moveTo>
                          <a:pt x="1227" y="15"/>
                        </a:moveTo>
                        <a:cubicBezTo>
                          <a:pt x="1227" y="20"/>
                          <a:pt x="1226" y="24"/>
                          <a:pt x="1223" y="26"/>
                        </a:cubicBezTo>
                        <a:cubicBezTo>
                          <a:pt x="1220" y="29"/>
                          <a:pt x="1216" y="31"/>
                          <a:pt x="1212" y="31"/>
                        </a:cubicBezTo>
                        <a:cubicBezTo>
                          <a:pt x="16" y="31"/>
                          <a:pt x="16" y="31"/>
                          <a:pt x="16" y="31"/>
                        </a:cubicBezTo>
                        <a:cubicBezTo>
                          <a:pt x="7" y="31"/>
                          <a:pt x="0" y="24"/>
                          <a:pt x="0" y="15"/>
                        </a:cubicBezTo>
                        <a:cubicBezTo>
                          <a:pt x="0" y="11"/>
                          <a:pt x="2" y="7"/>
                          <a:pt x="5" y="4"/>
                        </a:cubicBezTo>
                        <a:cubicBezTo>
                          <a:pt x="8" y="2"/>
                          <a:pt x="12" y="0"/>
                          <a:pt x="16" y="0"/>
                        </a:cubicBezTo>
                        <a:cubicBezTo>
                          <a:pt x="1212" y="0"/>
                          <a:pt x="1212" y="0"/>
                          <a:pt x="1212" y="0"/>
                        </a:cubicBezTo>
                        <a:cubicBezTo>
                          <a:pt x="1220" y="0"/>
                          <a:pt x="1227" y="7"/>
                          <a:pt x="1227" y="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37" name="Freeform 85">
                    <a:extLst>
                      <a:ext uri="{FF2B5EF4-FFF2-40B4-BE49-F238E27FC236}">
                        <a16:creationId xmlns:a16="http://schemas.microsoft.com/office/drawing/2014/main" id="{D838A441-5DD9-289E-D0D5-4D2F6DF3FB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62" y="2006"/>
                    <a:ext cx="1067" cy="578"/>
                  </a:xfrm>
                  <a:custGeom>
                    <a:avLst/>
                    <a:gdLst>
                      <a:gd name="T0" fmla="*/ 1134 w 1134"/>
                      <a:gd name="T1" fmla="*/ 31 h 614"/>
                      <a:gd name="T2" fmla="*/ 1132 w 1134"/>
                      <a:gd name="T3" fmla="*/ 0 h 614"/>
                      <a:gd name="T4" fmla="*/ 1110 w 1134"/>
                      <a:gd name="T5" fmla="*/ 0 h 614"/>
                      <a:gd name="T6" fmla="*/ 1112 w 1134"/>
                      <a:gd name="T7" fmla="*/ 31 h 614"/>
                      <a:gd name="T8" fmla="*/ 1112 w 1134"/>
                      <a:gd name="T9" fmla="*/ 47 h 614"/>
                      <a:gd name="T10" fmla="*/ 567 w 1134"/>
                      <a:gd name="T11" fmla="*/ 592 h 614"/>
                      <a:gd name="T12" fmla="*/ 22 w 1134"/>
                      <a:gd name="T13" fmla="*/ 47 h 614"/>
                      <a:gd name="T14" fmla="*/ 22 w 1134"/>
                      <a:gd name="T15" fmla="*/ 31 h 614"/>
                      <a:gd name="T16" fmla="*/ 24 w 1134"/>
                      <a:gd name="T17" fmla="*/ 0 h 614"/>
                      <a:gd name="T18" fmla="*/ 2 w 1134"/>
                      <a:gd name="T19" fmla="*/ 0 h 614"/>
                      <a:gd name="T20" fmla="*/ 0 w 1134"/>
                      <a:gd name="T21" fmla="*/ 31 h 614"/>
                      <a:gd name="T22" fmla="*/ 0 w 1134"/>
                      <a:gd name="T23" fmla="*/ 47 h 614"/>
                      <a:gd name="T24" fmla="*/ 166 w 1134"/>
                      <a:gd name="T25" fmla="*/ 448 h 614"/>
                      <a:gd name="T26" fmla="*/ 567 w 1134"/>
                      <a:gd name="T27" fmla="*/ 614 h 614"/>
                      <a:gd name="T28" fmla="*/ 968 w 1134"/>
                      <a:gd name="T29" fmla="*/ 448 h 614"/>
                      <a:gd name="T30" fmla="*/ 1134 w 1134"/>
                      <a:gd name="T31" fmla="*/ 47 h 614"/>
                      <a:gd name="T32" fmla="*/ 1134 w 1134"/>
                      <a:gd name="T33" fmla="*/ 31 h 6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134" h="614">
                        <a:moveTo>
                          <a:pt x="1134" y="31"/>
                        </a:moveTo>
                        <a:cubicBezTo>
                          <a:pt x="1133" y="21"/>
                          <a:pt x="1133" y="10"/>
                          <a:pt x="1132" y="0"/>
                        </a:cubicBezTo>
                        <a:cubicBezTo>
                          <a:pt x="1110" y="0"/>
                          <a:pt x="1110" y="0"/>
                          <a:pt x="1110" y="0"/>
                        </a:cubicBezTo>
                        <a:cubicBezTo>
                          <a:pt x="1111" y="10"/>
                          <a:pt x="1112" y="21"/>
                          <a:pt x="1112" y="31"/>
                        </a:cubicBezTo>
                        <a:cubicBezTo>
                          <a:pt x="1112" y="36"/>
                          <a:pt x="1112" y="41"/>
                          <a:pt x="1112" y="47"/>
                        </a:cubicBezTo>
                        <a:cubicBezTo>
                          <a:pt x="1112" y="347"/>
                          <a:pt x="868" y="592"/>
                          <a:pt x="567" y="592"/>
                        </a:cubicBezTo>
                        <a:cubicBezTo>
                          <a:pt x="266" y="592"/>
                          <a:pt x="22" y="347"/>
                          <a:pt x="22" y="47"/>
                        </a:cubicBezTo>
                        <a:cubicBezTo>
                          <a:pt x="22" y="41"/>
                          <a:pt x="22" y="36"/>
                          <a:pt x="22" y="31"/>
                        </a:cubicBezTo>
                        <a:cubicBezTo>
                          <a:pt x="22" y="21"/>
                          <a:pt x="23" y="10"/>
                          <a:pt x="24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10"/>
                          <a:pt x="1" y="21"/>
                          <a:pt x="0" y="31"/>
                        </a:cubicBezTo>
                        <a:cubicBezTo>
                          <a:pt x="0" y="36"/>
                          <a:pt x="0" y="41"/>
                          <a:pt x="0" y="47"/>
                        </a:cubicBezTo>
                        <a:cubicBezTo>
                          <a:pt x="0" y="198"/>
                          <a:pt x="59" y="340"/>
                          <a:pt x="166" y="448"/>
                        </a:cubicBezTo>
                        <a:cubicBezTo>
                          <a:pt x="273" y="555"/>
                          <a:pt x="416" y="614"/>
                          <a:pt x="567" y="614"/>
                        </a:cubicBezTo>
                        <a:cubicBezTo>
                          <a:pt x="718" y="614"/>
                          <a:pt x="861" y="555"/>
                          <a:pt x="968" y="448"/>
                        </a:cubicBezTo>
                        <a:cubicBezTo>
                          <a:pt x="1075" y="340"/>
                          <a:pt x="1134" y="198"/>
                          <a:pt x="1134" y="47"/>
                        </a:cubicBezTo>
                        <a:cubicBezTo>
                          <a:pt x="1134" y="41"/>
                          <a:pt x="1134" y="36"/>
                          <a:pt x="1134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38" name="Freeform 86">
                    <a:extLst>
                      <a:ext uri="{FF2B5EF4-FFF2-40B4-BE49-F238E27FC236}">
                        <a16:creationId xmlns:a16="http://schemas.microsoft.com/office/drawing/2014/main" id="{DC17107E-A857-11ED-AB11-712FEAA030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19" y="2441"/>
                    <a:ext cx="154" cy="302"/>
                  </a:xfrm>
                  <a:custGeom>
                    <a:avLst/>
                    <a:gdLst>
                      <a:gd name="T0" fmla="*/ 12 w 164"/>
                      <a:gd name="T1" fmla="*/ 321 h 321"/>
                      <a:gd name="T2" fmla="*/ 7 w 164"/>
                      <a:gd name="T3" fmla="*/ 320 h 321"/>
                      <a:gd name="T4" fmla="*/ 2 w 164"/>
                      <a:gd name="T5" fmla="*/ 306 h 321"/>
                      <a:gd name="T6" fmla="*/ 141 w 164"/>
                      <a:gd name="T7" fmla="*/ 7 h 321"/>
                      <a:gd name="T8" fmla="*/ 156 w 164"/>
                      <a:gd name="T9" fmla="*/ 2 h 321"/>
                      <a:gd name="T10" fmla="*/ 161 w 164"/>
                      <a:gd name="T11" fmla="*/ 17 h 321"/>
                      <a:gd name="T12" fmla="*/ 22 w 164"/>
                      <a:gd name="T13" fmla="*/ 315 h 321"/>
                      <a:gd name="T14" fmla="*/ 12 w 164"/>
                      <a:gd name="T15" fmla="*/ 321 h 3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64" h="321">
                        <a:moveTo>
                          <a:pt x="12" y="321"/>
                        </a:moveTo>
                        <a:cubicBezTo>
                          <a:pt x="10" y="321"/>
                          <a:pt x="9" y="321"/>
                          <a:pt x="7" y="320"/>
                        </a:cubicBezTo>
                        <a:cubicBezTo>
                          <a:pt x="2" y="318"/>
                          <a:pt x="0" y="311"/>
                          <a:pt x="2" y="306"/>
                        </a:cubicBezTo>
                        <a:cubicBezTo>
                          <a:pt x="141" y="7"/>
                          <a:pt x="141" y="7"/>
                          <a:pt x="141" y="7"/>
                        </a:cubicBezTo>
                        <a:cubicBezTo>
                          <a:pt x="144" y="2"/>
                          <a:pt x="150" y="0"/>
                          <a:pt x="156" y="2"/>
                        </a:cubicBezTo>
                        <a:cubicBezTo>
                          <a:pt x="161" y="5"/>
                          <a:pt x="164" y="11"/>
                          <a:pt x="161" y="17"/>
                        </a:cubicBezTo>
                        <a:cubicBezTo>
                          <a:pt x="22" y="315"/>
                          <a:pt x="22" y="315"/>
                          <a:pt x="22" y="315"/>
                        </a:cubicBezTo>
                        <a:cubicBezTo>
                          <a:pt x="20" y="319"/>
                          <a:pt x="16" y="321"/>
                          <a:pt x="12" y="32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39" name="Freeform 87">
                    <a:extLst>
                      <a:ext uri="{FF2B5EF4-FFF2-40B4-BE49-F238E27FC236}">
                        <a16:creationId xmlns:a16="http://schemas.microsoft.com/office/drawing/2014/main" id="{07191C2C-E319-5267-F550-CCB75228C7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25" y="2441"/>
                    <a:ext cx="154" cy="302"/>
                  </a:xfrm>
                  <a:custGeom>
                    <a:avLst/>
                    <a:gdLst>
                      <a:gd name="T0" fmla="*/ 152 w 164"/>
                      <a:gd name="T1" fmla="*/ 321 h 321"/>
                      <a:gd name="T2" fmla="*/ 142 w 164"/>
                      <a:gd name="T3" fmla="*/ 315 h 321"/>
                      <a:gd name="T4" fmla="*/ 2 w 164"/>
                      <a:gd name="T5" fmla="*/ 17 h 321"/>
                      <a:gd name="T6" fmla="*/ 8 w 164"/>
                      <a:gd name="T7" fmla="*/ 2 h 321"/>
                      <a:gd name="T8" fmla="*/ 22 w 164"/>
                      <a:gd name="T9" fmla="*/ 7 h 321"/>
                      <a:gd name="T10" fmla="*/ 161 w 164"/>
                      <a:gd name="T11" fmla="*/ 306 h 321"/>
                      <a:gd name="T12" fmla="*/ 156 w 164"/>
                      <a:gd name="T13" fmla="*/ 320 h 321"/>
                      <a:gd name="T14" fmla="*/ 152 w 164"/>
                      <a:gd name="T15" fmla="*/ 321 h 3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64" h="321">
                        <a:moveTo>
                          <a:pt x="152" y="321"/>
                        </a:moveTo>
                        <a:cubicBezTo>
                          <a:pt x="148" y="321"/>
                          <a:pt x="144" y="319"/>
                          <a:pt x="142" y="315"/>
                        </a:cubicBezTo>
                        <a:cubicBezTo>
                          <a:pt x="2" y="17"/>
                          <a:pt x="2" y="17"/>
                          <a:pt x="2" y="17"/>
                        </a:cubicBezTo>
                        <a:cubicBezTo>
                          <a:pt x="0" y="11"/>
                          <a:pt x="2" y="5"/>
                          <a:pt x="8" y="2"/>
                        </a:cubicBezTo>
                        <a:cubicBezTo>
                          <a:pt x="13" y="0"/>
                          <a:pt x="19" y="2"/>
                          <a:pt x="22" y="7"/>
                        </a:cubicBezTo>
                        <a:cubicBezTo>
                          <a:pt x="161" y="306"/>
                          <a:pt x="161" y="306"/>
                          <a:pt x="161" y="306"/>
                        </a:cubicBezTo>
                        <a:cubicBezTo>
                          <a:pt x="164" y="311"/>
                          <a:pt x="162" y="318"/>
                          <a:pt x="156" y="320"/>
                        </a:cubicBezTo>
                        <a:cubicBezTo>
                          <a:pt x="155" y="321"/>
                          <a:pt x="153" y="321"/>
                          <a:pt x="152" y="32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32" name="Group 231">
                  <a:extLst>
                    <a:ext uri="{FF2B5EF4-FFF2-40B4-BE49-F238E27FC236}">
                      <a16:creationId xmlns:a16="http://schemas.microsoft.com/office/drawing/2014/main" id="{72749A72-4BEF-D2D7-CC10-D393D73BD1F7}"/>
                    </a:ext>
                  </a:extLst>
                </p:cNvPr>
                <p:cNvGrpSpPr/>
                <p:nvPr/>
              </p:nvGrpSpPr>
              <p:grpSpPr>
                <a:xfrm>
                  <a:off x="6645516" y="3287004"/>
                  <a:ext cx="116473" cy="118414"/>
                  <a:chOff x="6645516" y="3287004"/>
                  <a:chExt cx="116473" cy="118414"/>
                </a:xfrm>
              </p:grpSpPr>
              <p:sp>
                <p:nvSpPr>
                  <p:cNvPr id="233" name="Freeform 91">
                    <a:extLst>
                      <a:ext uri="{FF2B5EF4-FFF2-40B4-BE49-F238E27FC236}">
                        <a16:creationId xmlns:a16="http://schemas.microsoft.com/office/drawing/2014/main" id="{68D7F3E4-09CD-B714-DE25-C38AB81937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45516" y="3332484"/>
                    <a:ext cx="116473" cy="72934"/>
                  </a:xfrm>
                  <a:custGeom>
                    <a:avLst/>
                    <a:gdLst>
                      <a:gd name="T0" fmla="*/ 174 w 174"/>
                      <a:gd name="T1" fmla="*/ 91 h 109"/>
                      <a:gd name="T2" fmla="*/ 103 w 174"/>
                      <a:gd name="T3" fmla="*/ 109 h 109"/>
                      <a:gd name="T4" fmla="*/ 72 w 174"/>
                      <a:gd name="T5" fmla="*/ 109 h 109"/>
                      <a:gd name="T6" fmla="*/ 0 w 174"/>
                      <a:gd name="T7" fmla="*/ 91 h 109"/>
                      <a:gd name="T8" fmla="*/ 0 w 174"/>
                      <a:gd name="T9" fmla="*/ 0 h 109"/>
                      <a:gd name="T10" fmla="*/ 174 w 174"/>
                      <a:gd name="T11" fmla="*/ 0 h 109"/>
                      <a:gd name="T12" fmla="*/ 174 w 174"/>
                      <a:gd name="T13" fmla="*/ 91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74" h="109">
                        <a:moveTo>
                          <a:pt x="174" y="91"/>
                        </a:moveTo>
                        <a:cubicBezTo>
                          <a:pt x="174" y="91"/>
                          <a:pt x="123" y="109"/>
                          <a:pt x="103" y="109"/>
                        </a:cubicBezTo>
                        <a:cubicBezTo>
                          <a:pt x="98" y="109"/>
                          <a:pt x="77" y="109"/>
                          <a:pt x="72" y="109"/>
                        </a:cubicBezTo>
                        <a:cubicBezTo>
                          <a:pt x="53" y="109"/>
                          <a:pt x="0" y="91"/>
                          <a:pt x="0" y="9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74" y="0"/>
                          <a:pt x="174" y="0"/>
                          <a:pt x="174" y="0"/>
                        </a:cubicBezTo>
                        <a:lnTo>
                          <a:pt x="174" y="91"/>
                        </a:lnTo>
                        <a:close/>
                      </a:path>
                    </a:pathLst>
                  </a:custGeom>
                  <a:solidFill>
                    <a:srgbClr val="515F69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34" name="Freeform 92">
                    <a:extLst>
                      <a:ext uri="{FF2B5EF4-FFF2-40B4-BE49-F238E27FC236}">
                        <a16:creationId xmlns:a16="http://schemas.microsoft.com/office/drawing/2014/main" id="{9B9C6A2B-1FCF-8EB8-5557-15571CCAE1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76298" y="3287004"/>
                    <a:ext cx="50194" cy="62119"/>
                  </a:xfrm>
                  <a:custGeom>
                    <a:avLst/>
                    <a:gdLst>
                      <a:gd name="T0" fmla="*/ 29 w 75"/>
                      <a:gd name="T1" fmla="*/ 85 h 93"/>
                      <a:gd name="T2" fmla="*/ 7 w 75"/>
                      <a:gd name="T3" fmla="*/ 53 h 93"/>
                      <a:gd name="T4" fmla="*/ 19 w 75"/>
                      <a:gd name="T5" fmla="*/ 0 h 93"/>
                      <a:gd name="T6" fmla="*/ 72 w 75"/>
                      <a:gd name="T7" fmla="*/ 61 h 93"/>
                      <a:gd name="T8" fmla="*/ 29 w 75"/>
                      <a:gd name="T9" fmla="*/ 85 h 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5" h="93">
                        <a:moveTo>
                          <a:pt x="29" y="85"/>
                        </a:moveTo>
                        <a:cubicBezTo>
                          <a:pt x="23" y="84"/>
                          <a:pt x="0" y="79"/>
                          <a:pt x="7" y="53"/>
                        </a:cubicBezTo>
                        <a:cubicBezTo>
                          <a:pt x="13" y="27"/>
                          <a:pt x="34" y="15"/>
                          <a:pt x="19" y="0"/>
                        </a:cubicBezTo>
                        <a:cubicBezTo>
                          <a:pt x="19" y="0"/>
                          <a:pt x="75" y="10"/>
                          <a:pt x="72" y="61"/>
                        </a:cubicBezTo>
                        <a:cubicBezTo>
                          <a:pt x="70" y="93"/>
                          <a:pt x="37" y="87"/>
                          <a:pt x="29" y="85"/>
                        </a:cubicBezTo>
                        <a:close/>
                      </a:path>
                    </a:pathLst>
                  </a:custGeom>
                  <a:solidFill>
                    <a:srgbClr val="F46262"/>
                  </a:solidFill>
                  <a:ln>
                    <a:noFill/>
                  </a:ln>
                  <a:effectLst>
                    <a:outerShdw blurRad="190500" dist="38100" dir="5400000" rotWithShape="0">
                      <a:srgbClr val="F34B4B">
                        <a:alpha val="20000"/>
                      </a:srgbClr>
                    </a:outerShdw>
                  </a:effec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5" name="Freeform 93">
                    <a:extLst>
                      <a:ext uri="{FF2B5EF4-FFF2-40B4-BE49-F238E27FC236}">
                        <a16:creationId xmlns:a16="http://schemas.microsoft.com/office/drawing/2014/main" id="{1F393C81-695A-A66C-A6D0-9D0330A21C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86282" y="3305030"/>
                    <a:ext cx="31614" cy="35496"/>
                  </a:xfrm>
                  <a:custGeom>
                    <a:avLst/>
                    <a:gdLst>
                      <a:gd name="T0" fmla="*/ 18 w 47"/>
                      <a:gd name="T1" fmla="*/ 49 h 53"/>
                      <a:gd name="T2" fmla="*/ 4 w 47"/>
                      <a:gd name="T3" fmla="*/ 28 h 53"/>
                      <a:gd name="T4" fmla="*/ 21 w 47"/>
                      <a:gd name="T5" fmla="*/ 0 h 53"/>
                      <a:gd name="T6" fmla="*/ 45 w 47"/>
                      <a:gd name="T7" fmla="*/ 33 h 53"/>
                      <a:gd name="T8" fmla="*/ 18 w 47"/>
                      <a:gd name="T9" fmla="*/ 49 h 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53">
                        <a:moveTo>
                          <a:pt x="18" y="49"/>
                        </a:moveTo>
                        <a:cubicBezTo>
                          <a:pt x="14" y="48"/>
                          <a:pt x="0" y="45"/>
                          <a:pt x="4" y="28"/>
                        </a:cubicBezTo>
                        <a:cubicBezTo>
                          <a:pt x="8" y="12"/>
                          <a:pt x="31" y="18"/>
                          <a:pt x="21" y="0"/>
                        </a:cubicBezTo>
                        <a:cubicBezTo>
                          <a:pt x="21" y="0"/>
                          <a:pt x="47" y="2"/>
                          <a:pt x="45" y="33"/>
                        </a:cubicBezTo>
                        <a:cubicBezTo>
                          <a:pt x="44" y="53"/>
                          <a:pt x="23" y="50"/>
                          <a:pt x="18" y="49"/>
                        </a:cubicBezTo>
                        <a:close/>
                      </a:path>
                    </a:pathLst>
                  </a:custGeom>
                  <a:solidFill>
                    <a:srgbClr val="F89696"/>
                  </a:solidFill>
                  <a:ln>
                    <a:noFill/>
                  </a:ln>
                  <a:effectLst>
                    <a:outerShdw blurRad="190500" dist="38100" dir="5400000" rotWithShape="0">
                      <a:srgbClr val="F67676">
                        <a:alpha val="20000"/>
                      </a:srgbClr>
                    </a:outerShdw>
                  </a:effec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727B7AC-93BB-5E74-ACEF-C307A96BD51D}"/>
                  </a:ext>
                </a:extLst>
              </p:cNvPr>
              <p:cNvGrpSpPr/>
              <p:nvPr/>
            </p:nvGrpSpPr>
            <p:grpSpPr>
              <a:xfrm>
                <a:off x="6860100" y="3043014"/>
                <a:ext cx="567585" cy="515171"/>
                <a:chOff x="2838719" y="4348421"/>
                <a:chExt cx="1771901" cy="1608270"/>
              </a:xfrm>
            </p:grpSpPr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4801365C-95F9-3303-D713-46E43FE709D0}"/>
                    </a:ext>
                  </a:extLst>
                </p:cNvPr>
                <p:cNvSpPr/>
                <p:nvPr/>
              </p:nvSpPr>
              <p:spPr>
                <a:xfrm>
                  <a:off x="2890177" y="4382406"/>
                  <a:ext cx="1669314" cy="1574285"/>
                </a:xfrm>
                <a:custGeom>
                  <a:avLst/>
                  <a:gdLst>
                    <a:gd name="connsiteX0" fmla="*/ 13629 w 1669314"/>
                    <a:gd name="connsiteY0" fmla="*/ 749908 h 1574285"/>
                    <a:gd name="connsiteX1" fmla="*/ 573604 w 1669314"/>
                    <a:gd name="connsiteY1" fmla="*/ 1557438 h 1574285"/>
                    <a:gd name="connsiteX2" fmla="*/ 1580301 w 1669314"/>
                    <a:gd name="connsiteY2" fmla="*/ 1321504 h 1574285"/>
                    <a:gd name="connsiteX3" fmla="*/ 1095860 w 1669314"/>
                    <a:gd name="connsiteY3" fmla="*/ 20293 h 1574285"/>
                    <a:gd name="connsiteX4" fmla="*/ 13629 w 1669314"/>
                    <a:gd name="connsiteY4" fmla="*/ 749908 h 1574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9314" h="1574285">
                      <a:moveTo>
                        <a:pt x="13629" y="749908"/>
                      </a:moveTo>
                      <a:cubicBezTo>
                        <a:pt x="-61428" y="1150720"/>
                        <a:pt x="180221" y="1525720"/>
                        <a:pt x="573604" y="1557438"/>
                      </a:cubicBezTo>
                      <a:cubicBezTo>
                        <a:pt x="1019945" y="1593347"/>
                        <a:pt x="1335604" y="1594966"/>
                        <a:pt x="1580301" y="1321504"/>
                      </a:cubicBezTo>
                      <a:cubicBezTo>
                        <a:pt x="1816426" y="1057661"/>
                        <a:pt x="1558108" y="109638"/>
                        <a:pt x="1095860" y="20293"/>
                      </a:cubicBezTo>
                      <a:cubicBezTo>
                        <a:pt x="465209" y="-101627"/>
                        <a:pt x="88686" y="349096"/>
                        <a:pt x="13629" y="749908"/>
                      </a:cubicBezTo>
                      <a:close/>
                    </a:path>
                  </a:pathLst>
                </a:custGeom>
                <a:gradFill>
                  <a:gsLst>
                    <a:gs pos="73000">
                      <a:srgbClr val="C66A2C"/>
                    </a:gs>
                    <a:gs pos="0">
                      <a:srgbClr val="FFE39E"/>
                    </a:gs>
                  </a:gsLst>
                  <a:lin ang="60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BCBA2CA5-7782-4175-AE72-786E9020EA1A}"/>
                    </a:ext>
                  </a:extLst>
                </p:cNvPr>
                <p:cNvSpPr/>
                <p:nvPr/>
              </p:nvSpPr>
              <p:spPr>
                <a:xfrm>
                  <a:off x="3149822" y="4427690"/>
                  <a:ext cx="1393963" cy="1442228"/>
                </a:xfrm>
                <a:custGeom>
                  <a:avLst/>
                  <a:gdLst>
                    <a:gd name="connsiteX0" fmla="*/ 13159 w 1393963"/>
                    <a:gd name="connsiteY0" fmla="*/ 569845 h 1442228"/>
                    <a:gd name="connsiteX1" fmla="*/ 579611 w 1393963"/>
                    <a:gd name="connsiteY1" fmla="*/ 1427095 h 1442228"/>
                    <a:gd name="connsiteX2" fmla="*/ 1367709 w 1393963"/>
                    <a:gd name="connsiteY2" fmla="*/ 907316 h 1442228"/>
                    <a:gd name="connsiteX3" fmla="*/ 873171 w 1393963"/>
                    <a:gd name="connsiteY3" fmla="*/ 27111 h 1442228"/>
                    <a:gd name="connsiteX4" fmla="*/ 13159 w 1393963"/>
                    <a:gd name="connsiteY4" fmla="*/ 569845 h 1442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93963" h="1442228">
                      <a:moveTo>
                        <a:pt x="13159" y="569845"/>
                      </a:moveTo>
                      <a:cubicBezTo>
                        <a:pt x="-61898" y="970657"/>
                        <a:pt x="191753" y="1354420"/>
                        <a:pt x="579611" y="1427095"/>
                      </a:cubicBezTo>
                      <a:cubicBezTo>
                        <a:pt x="967564" y="1499771"/>
                        <a:pt x="1292748" y="1308128"/>
                        <a:pt x="1367709" y="907316"/>
                      </a:cubicBezTo>
                      <a:cubicBezTo>
                        <a:pt x="1442766" y="506504"/>
                        <a:pt x="1379901" y="179511"/>
                        <a:pt x="873171" y="27111"/>
                      </a:cubicBezTo>
                      <a:cubicBezTo>
                        <a:pt x="495410" y="-86522"/>
                        <a:pt x="88216" y="169033"/>
                        <a:pt x="13159" y="569845"/>
                      </a:cubicBezTo>
                      <a:close/>
                    </a:path>
                  </a:pathLst>
                </a:custGeom>
                <a:gradFill>
                  <a:gsLst>
                    <a:gs pos="80000">
                      <a:srgbClr val="FFEEDE"/>
                    </a:gs>
                    <a:gs pos="0">
                      <a:srgbClr val="FFE39E"/>
                    </a:gs>
                  </a:gsLst>
                  <a:lin ang="168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7" name="Freeform: Shape 216">
                  <a:extLst>
                    <a:ext uri="{FF2B5EF4-FFF2-40B4-BE49-F238E27FC236}">
                      <a16:creationId xmlns:a16="http://schemas.microsoft.com/office/drawing/2014/main" id="{8C1988CC-74D8-824C-EBF2-35DB2C0B47C8}"/>
                    </a:ext>
                  </a:extLst>
                </p:cNvPr>
                <p:cNvSpPr/>
                <p:nvPr/>
              </p:nvSpPr>
              <p:spPr>
                <a:xfrm>
                  <a:off x="3107408" y="4384667"/>
                  <a:ext cx="1503212" cy="1524505"/>
                </a:xfrm>
                <a:custGeom>
                  <a:avLst/>
                  <a:gdLst>
                    <a:gd name="connsiteX0" fmla="*/ 754614 w 1503212"/>
                    <a:gd name="connsiteY0" fmla="*/ 1524506 h 1524505"/>
                    <a:gd name="connsiteX1" fmla="*/ 614310 w 1503212"/>
                    <a:gd name="connsiteY1" fmla="*/ 1511647 h 1524505"/>
                    <a:gd name="connsiteX2" fmla="*/ 129869 w 1503212"/>
                    <a:gd name="connsiteY2" fmla="*/ 1187797 h 1524505"/>
                    <a:gd name="connsiteX3" fmla="*/ 13950 w 1503212"/>
                    <a:gd name="connsiteY3" fmla="*/ 604962 h 1524505"/>
                    <a:gd name="connsiteX4" fmla="*/ 334847 w 1503212"/>
                    <a:gd name="connsiteY4" fmla="*/ 116139 h 1524505"/>
                    <a:gd name="connsiteX5" fmla="*/ 898060 w 1503212"/>
                    <a:gd name="connsiteY5" fmla="*/ 20127 h 1524505"/>
                    <a:gd name="connsiteX6" fmla="*/ 1346211 w 1503212"/>
                    <a:gd name="connsiteY6" fmla="*/ 314640 h 1524505"/>
                    <a:gd name="connsiteX7" fmla="*/ 1502707 w 1503212"/>
                    <a:gd name="connsiteY7" fmla="*/ 877187 h 1524505"/>
                    <a:gd name="connsiteX8" fmla="*/ 1259629 w 1503212"/>
                    <a:gd name="connsiteY8" fmla="*/ 1348674 h 1524505"/>
                    <a:gd name="connsiteX9" fmla="*/ 957020 w 1503212"/>
                    <a:gd name="connsiteY9" fmla="*/ 1498789 h 1524505"/>
                    <a:gd name="connsiteX10" fmla="*/ 754614 w 1503212"/>
                    <a:gd name="connsiteY10" fmla="*/ 1524506 h 1524505"/>
                    <a:gd name="connsiteX11" fmla="*/ 726420 w 1503212"/>
                    <a:gd name="connsiteY11" fmla="*/ 84707 h 1524505"/>
                    <a:gd name="connsiteX12" fmla="*/ 381138 w 1503212"/>
                    <a:gd name="connsiteY12" fmla="*/ 187101 h 1524505"/>
                    <a:gd name="connsiteX13" fmla="*/ 97198 w 1503212"/>
                    <a:gd name="connsiteY13" fmla="*/ 620583 h 1524505"/>
                    <a:gd name="connsiteX14" fmla="*/ 97198 w 1503212"/>
                    <a:gd name="connsiteY14" fmla="*/ 620583 h 1524505"/>
                    <a:gd name="connsiteX15" fmla="*/ 200544 w 1503212"/>
                    <a:gd name="connsiteY15" fmla="*/ 1141125 h 1524505"/>
                    <a:gd name="connsiteX16" fmla="*/ 629836 w 1503212"/>
                    <a:gd name="connsiteY16" fmla="*/ 1428399 h 1524505"/>
                    <a:gd name="connsiteX17" fmla="*/ 1206480 w 1503212"/>
                    <a:gd name="connsiteY17" fmla="*/ 1282666 h 1524505"/>
                    <a:gd name="connsiteX18" fmla="*/ 1418030 w 1503212"/>
                    <a:gd name="connsiteY18" fmla="*/ 874615 h 1524505"/>
                    <a:gd name="connsiteX19" fmla="*/ 878724 w 1503212"/>
                    <a:gd name="connsiteY19" fmla="*/ 102519 h 1524505"/>
                    <a:gd name="connsiteX20" fmla="*/ 726420 w 1503212"/>
                    <a:gd name="connsiteY20" fmla="*/ 84707 h 1524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03212" h="1524505">
                      <a:moveTo>
                        <a:pt x="754614" y="1524506"/>
                      </a:moveTo>
                      <a:cubicBezTo>
                        <a:pt x="707084" y="1524506"/>
                        <a:pt x="660030" y="1520220"/>
                        <a:pt x="614310" y="1511647"/>
                      </a:cubicBezTo>
                      <a:cubicBezTo>
                        <a:pt x="415333" y="1474405"/>
                        <a:pt x="243312" y="1359343"/>
                        <a:pt x="129869" y="1187797"/>
                      </a:cubicBezTo>
                      <a:cubicBezTo>
                        <a:pt x="16807" y="1016633"/>
                        <a:pt x="-24341" y="809655"/>
                        <a:pt x="13950" y="604962"/>
                      </a:cubicBezTo>
                      <a:cubicBezTo>
                        <a:pt x="52431" y="399603"/>
                        <a:pt x="166350" y="225963"/>
                        <a:pt x="334847" y="116139"/>
                      </a:cubicBezTo>
                      <a:cubicBezTo>
                        <a:pt x="500963" y="8031"/>
                        <a:pt x="700988" y="-26164"/>
                        <a:pt x="898060" y="20127"/>
                      </a:cubicBezTo>
                      <a:cubicBezTo>
                        <a:pt x="1084274" y="63847"/>
                        <a:pt x="1239246" y="165669"/>
                        <a:pt x="1346211" y="314640"/>
                      </a:cubicBezTo>
                      <a:cubicBezTo>
                        <a:pt x="1454987" y="466183"/>
                        <a:pt x="1509089" y="660684"/>
                        <a:pt x="1502707" y="877187"/>
                      </a:cubicBezTo>
                      <a:cubicBezTo>
                        <a:pt x="1497278" y="1059305"/>
                        <a:pt x="1410981" y="1226755"/>
                        <a:pt x="1259629" y="1348674"/>
                      </a:cubicBezTo>
                      <a:cubicBezTo>
                        <a:pt x="1173333" y="1418207"/>
                        <a:pt x="1068653" y="1470118"/>
                        <a:pt x="957020" y="1498789"/>
                      </a:cubicBezTo>
                      <a:cubicBezTo>
                        <a:pt x="890440" y="1515934"/>
                        <a:pt x="822051" y="1524506"/>
                        <a:pt x="754614" y="1524506"/>
                      </a:cubicBezTo>
                      <a:close/>
                      <a:moveTo>
                        <a:pt x="726420" y="84707"/>
                      </a:moveTo>
                      <a:cubicBezTo>
                        <a:pt x="603833" y="84707"/>
                        <a:pt x="484961" y="119473"/>
                        <a:pt x="381138" y="187101"/>
                      </a:cubicBezTo>
                      <a:cubicBezTo>
                        <a:pt x="232167" y="284160"/>
                        <a:pt x="131393" y="438084"/>
                        <a:pt x="97198" y="620583"/>
                      </a:cubicBezTo>
                      <a:lnTo>
                        <a:pt x="97198" y="620583"/>
                      </a:lnTo>
                      <a:cubicBezTo>
                        <a:pt x="62908" y="803559"/>
                        <a:pt x="99675" y="988439"/>
                        <a:pt x="200544" y="1141125"/>
                      </a:cubicBezTo>
                      <a:cubicBezTo>
                        <a:pt x="301128" y="1293430"/>
                        <a:pt x="453624" y="1395442"/>
                        <a:pt x="629836" y="1428399"/>
                      </a:cubicBezTo>
                      <a:cubicBezTo>
                        <a:pt x="827861" y="1465451"/>
                        <a:pt x="1048841" y="1409635"/>
                        <a:pt x="1206480" y="1282666"/>
                      </a:cubicBezTo>
                      <a:cubicBezTo>
                        <a:pt x="1338210" y="1176558"/>
                        <a:pt x="1413363" y="1031587"/>
                        <a:pt x="1418030" y="874615"/>
                      </a:cubicBezTo>
                      <a:cubicBezTo>
                        <a:pt x="1429746" y="479137"/>
                        <a:pt x="1223053" y="183291"/>
                        <a:pt x="878724" y="102519"/>
                      </a:cubicBezTo>
                      <a:cubicBezTo>
                        <a:pt x="827861" y="90612"/>
                        <a:pt x="776807" y="84707"/>
                        <a:pt x="726420" y="84707"/>
                      </a:cubicBezTo>
                      <a:close/>
                    </a:path>
                  </a:pathLst>
                </a:custGeom>
                <a:solidFill>
                  <a:srgbClr val="FFF6E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8" name="Freeform: Shape 217">
                  <a:extLst>
                    <a:ext uri="{FF2B5EF4-FFF2-40B4-BE49-F238E27FC236}">
                      <a16:creationId xmlns:a16="http://schemas.microsoft.com/office/drawing/2014/main" id="{183A0ECE-B0F0-3CB8-774F-DDC83C6386D6}"/>
                    </a:ext>
                  </a:extLst>
                </p:cNvPr>
                <p:cNvSpPr/>
                <p:nvPr/>
              </p:nvSpPr>
              <p:spPr>
                <a:xfrm>
                  <a:off x="3357037" y="4693112"/>
                  <a:ext cx="1038392" cy="900721"/>
                </a:xfrm>
                <a:custGeom>
                  <a:avLst/>
                  <a:gdLst>
                    <a:gd name="connsiteX0" fmla="*/ 728060 w 1038392"/>
                    <a:gd name="connsiteY0" fmla="*/ 45629 h 900721"/>
                    <a:gd name="connsiteX1" fmla="*/ 845599 w 1038392"/>
                    <a:gd name="connsiteY1" fmla="*/ 153548 h 900721"/>
                    <a:gd name="connsiteX2" fmla="*/ 981902 w 1038392"/>
                    <a:gd name="connsiteY2" fmla="*/ 346143 h 900721"/>
                    <a:gd name="connsiteX3" fmla="*/ 910750 w 1038392"/>
                    <a:gd name="connsiteY3" fmla="*/ 723238 h 900721"/>
                    <a:gd name="connsiteX4" fmla="*/ 563278 w 1038392"/>
                    <a:gd name="connsiteY4" fmla="*/ 895831 h 900721"/>
                    <a:gd name="connsiteX5" fmla="*/ 137034 w 1038392"/>
                    <a:gd name="connsiteY5" fmla="*/ 761243 h 900721"/>
                    <a:gd name="connsiteX6" fmla="*/ 17210 w 1038392"/>
                    <a:gd name="connsiteY6" fmla="*/ 499686 h 900721"/>
                    <a:gd name="connsiteX7" fmla="*/ 144178 w 1038392"/>
                    <a:gd name="connsiteY7" fmla="*/ 97636 h 900721"/>
                    <a:gd name="connsiteX8" fmla="*/ 526607 w 1038392"/>
                    <a:gd name="connsiteY8" fmla="*/ 5 h 900721"/>
                    <a:gd name="connsiteX9" fmla="*/ 728251 w 1038392"/>
                    <a:gd name="connsiteY9" fmla="*/ 45725 h 9007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38392" h="900721">
                      <a:moveTo>
                        <a:pt x="728060" y="45629"/>
                      </a:moveTo>
                      <a:cubicBezTo>
                        <a:pt x="778352" y="67156"/>
                        <a:pt x="819405" y="105446"/>
                        <a:pt x="845599" y="153548"/>
                      </a:cubicBezTo>
                      <a:cubicBezTo>
                        <a:pt x="869316" y="197172"/>
                        <a:pt x="911036" y="262799"/>
                        <a:pt x="981902" y="346143"/>
                      </a:cubicBezTo>
                      <a:cubicBezTo>
                        <a:pt x="1117823" y="506258"/>
                        <a:pt x="973805" y="641894"/>
                        <a:pt x="910750" y="723238"/>
                      </a:cubicBezTo>
                      <a:cubicBezTo>
                        <a:pt x="847790" y="804581"/>
                        <a:pt x="745301" y="926692"/>
                        <a:pt x="563278" y="895831"/>
                      </a:cubicBezTo>
                      <a:cubicBezTo>
                        <a:pt x="381255" y="864970"/>
                        <a:pt x="189517" y="831061"/>
                        <a:pt x="137034" y="761243"/>
                      </a:cubicBezTo>
                      <a:cubicBezTo>
                        <a:pt x="84551" y="691424"/>
                        <a:pt x="65120" y="584078"/>
                        <a:pt x="17210" y="499686"/>
                      </a:cubicBezTo>
                      <a:cubicBezTo>
                        <a:pt x="-30701" y="415295"/>
                        <a:pt x="24544" y="155738"/>
                        <a:pt x="144178" y="97636"/>
                      </a:cubicBezTo>
                      <a:cubicBezTo>
                        <a:pt x="263716" y="39533"/>
                        <a:pt x="377159" y="767"/>
                        <a:pt x="526607" y="5"/>
                      </a:cubicBezTo>
                      <a:cubicBezTo>
                        <a:pt x="601473" y="-376"/>
                        <a:pt x="674244" y="22674"/>
                        <a:pt x="728251" y="45725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0000">
                      <a:srgbClr val="F2DBC9"/>
                    </a:gs>
                    <a:gs pos="0">
                      <a:srgbClr val="F2DBC9">
                        <a:alpha val="36000"/>
                      </a:srgbClr>
                    </a:gs>
                  </a:gsLst>
                  <a:lin ang="4200000" scaled="0"/>
                  <a:tileRect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9" name="Freeform: Shape 218">
                  <a:extLst>
                    <a:ext uri="{FF2B5EF4-FFF2-40B4-BE49-F238E27FC236}">
                      <a16:creationId xmlns:a16="http://schemas.microsoft.com/office/drawing/2014/main" id="{88099A31-0A1B-A12C-B3FB-D35C91DF67C8}"/>
                    </a:ext>
                  </a:extLst>
                </p:cNvPr>
                <p:cNvSpPr/>
                <p:nvPr/>
              </p:nvSpPr>
              <p:spPr>
                <a:xfrm>
                  <a:off x="3418903" y="4378205"/>
                  <a:ext cx="65657" cy="99551"/>
                </a:xfrm>
                <a:custGeom>
                  <a:avLst/>
                  <a:gdLst>
                    <a:gd name="connsiteX0" fmla="*/ 4111 w 65657"/>
                    <a:gd name="connsiteY0" fmla="*/ 99551 h 99551"/>
                    <a:gd name="connsiteX1" fmla="*/ 1920 w 65657"/>
                    <a:gd name="connsiteY1" fmla="*/ 98884 h 99551"/>
                    <a:gd name="connsiteX2" fmla="*/ 586 w 65657"/>
                    <a:gd name="connsiteY2" fmla="*/ 93169 h 99551"/>
                    <a:gd name="connsiteX3" fmla="*/ 58022 w 65657"/>
                    <a:gd name="connsiteY3" fmla="*/ 1920 h 99551"/>
                    <a:gd name="connsiteX4" fmla="*/ 63737 w 65657"/>
                    <a:gd name="connsiteY4" fmla="*/ 586 h 99551"/>
                    <a:gd name="connsiteX5" fmla="*/ 65071 w 65657"/>
                    <a:gd name="connsiteY5" fmla="*/ 6301 h 99551"/>
                    <a:gd name="connsiteX6" fmla="*/ 7635 w 65657"/>
                    <a:gd name="connsiteY6" fmla="*/ 97456 h 99551"/>
                    <a:gd name="connsiteX7" fmla="*/ 4111 w 65657"/>
                    <a:gd name="connsiteY7" fmla="*/ 99361 h 99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5657" h="99551">
                      <a:moveTo>
                        <a:pt x="4111" y="99551"/>
                      </a:moveTo>
                      <a:cubicBezTo>
                        <a:pt x="3349" y="99551"/>
                        <a:pt x="2587" y="99361"/>
                        <a:pt x="1920" y="98884"/>
                      </a:cubicBezTo>
                      <a:cubicBezTo>
                        <a:pt x="15" y="97646"/>
                        <a:pt x="-557" y="95074"/>
                        <a:pt x="586" y="93169"/>
                      </a:cubicBezTo>
                      <a:lnTo>
                        <a:pt x="58022" y="1920"/>
                      </a:lnTo>
                      <a:cubicBezTo>
                        <a:pt x="59260" y="15"/>
                        <a:pt x="61832" y="-557"/>
                        <a:pt x="63737" y="586"/>
                      </a:cubicBezTo>
                      <a:cubicBezTo>
                        <a:pt x="65642" y="1825"/>
                        <a:pt x="66214" y="4396"/>
                        <a:pt x="65071" y="6301"/>
                      </a:cubicBezTo>
                      <a:lnTo>
                        <a:pt x="7635" y="97456"/>
                      </a:lnTo>
                      <a:cubicBezTo>
                        <a:pt x="6873" y="98694"/>
                        <a:pt x="5539" y="99361"/>
                        <a:pt x="4111" y="99361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0" name="Freeform: Shape 219">
                  <a:extLst>
                    <a:ext uri="{FF2B5EF4-FFF2-40B4-BE49-F238E27FC236}">
                      <a16:creationId xmlns:a16="http://schemas.microsoft.com/office/drawing/2014/main" id="{61F94FA6-CBB7-97CA-CA7E-7B4E59107537}"/>
                    </a:ext>
                  </a:extLst>
                </p:cNvPr>
                <p:cNvSpPr/>
                <p:nvPr/>
              </p:nvSpPr>
              <p:spPr>
                <a:xfrm>
                  <a:off x="3012586" y="4751223"/>
                  <a:ext cx="88289" cy="24761"/>
                </a:xfrm>
                <a:custGeom>
                  <a:avLst/>
                  <a:gdLst>
                    <a:gd name="connsiteX0" fmla="*/ 4092 w 88289"/>
                    <a:gd name="connsiteY0" fmla="*/ 24761 h 24761"/>
                    <a:gd name="connsiteX1" fmla="*/ 91 w 88289"/>
                    <a:gd name="connsiteY1" fmla="*/ 21427 h 24761"/>
                    <a:gd name="connsiteX2" fmla="*/ 3330 w 88289"/>
                    <a:gd name="connsiteY2" fmla="*/ 16570 h 24761"/>
                    <a:gd name="connsiteX3" fmla="*/ 83340 w 88289"/>
                    <a:gd name="connsiteY3" fmla="*/ 91 h 24761"/>
                    <a:gd name="connsiteX4" fmla="*/ 88198 w 88289"/>
                    <a:gd name="connsiteY4" fmla="*/ 3330 h 24761"/>
                    <a:gd name="connsiteX5" fmla="*/ 84959 w 88289"/>
                    <a:gd name="connsiteY5" fmla="*/ 8188 h 24761"/>
                    <a:gd name="connsiteX6" fmla="*/ 4949 w 88289"/>
                    <a:gd name="connsiteY6" fmla="*/ 24666 h 24761"/>
                    <a:gd name="connsiteX7" fmla="*/ 4092 w 88289"/>
                    <a:gd name="connsiteY7" fmla="*/ 24666 h 24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289" h="24761">
                      <a:moveTo>
                        <a:pt x="4092" y="24761"/>
                      </a:moveTo>
                      <a:cubicBezTo>
                        <a:pt x="2187" y="24761"/>
                        <a:pt x="472" y="23428"/>
                        <a:pt x="91" y="21427"/>
                      </a:cubicBezTo>
                      <a:cubicBezTo>
                        <a:pt x="-385" y="19141"/>
                        <a:pt x="1044" y="16951"/>
                        <a:pt x="3330" y="16570"/>
                      </a:cubicBezTo>
                      <a:lnTo>
                        <a:pt x="83340" y="91"/>
                      </a:lnTo>
                      <a:cubicBezTo>
                        <a:pt x="85531" y="-385"/>
                        <a:pt x="87721" y="1044"/>
                        <a:pt x="88198" y="3330"/>
                      </a:cubicBezTo>
                      <a:cubicBezTo>
                        <a:pt x="88674" y="5616"/>
                        <a:pt x="87245" y="7711"/>
                        <a:pt x="84959" y="8188"/>
                      </a:cubicBezTo>
                      <a:lnTo>
                        <a:pt x="4949" y="24666"/>
                      </a:lnTo>
                      <a:cubicBezTo>
                        <a:pt x="4949" y="24666"/>
                        <a:pt x="4378" y="24666"/>
                        <a:pt x="4092" y="24666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1" name="Freeform: Shape 220">
                  <a:extLst>
                    <a:ext uri="{FF2B5EF4-FFF2-40B4-BE49-F238E27FC236}">
                      <a16:creationId xmlns:a16="http://schemas.microsoft.com/office/drawing/2014/main" id="{D5FC2CDC-0AB2-E43A-808F-26286696A58C}"/>
                    </a:ext>
                  </a:extLst>
                </p:cNvPr>
                <p:cNvSpPr/>
                <p:nvPr/>
              </p:nvSpPr>
              <p:spPr>
                <a:xfrm>
                  <a:off x="3120156" y="4625811"/>
                  <a:ext cx="88318" cy="20822"/>
                </a:xfrm>
                <a:custGeom>
                  <a:avLst/>
                  <a:gdLst>
                    <a:gd name="connsiteX0" fmla="*/ 84164 w 88318"/>
                    <a:gd name="connsiteY0" fmla="*/ 20728 h 20822"/>
                    <a:gd name="connsiteX1" fmla="*/ 83497 w 88318"/>
                    <a:gd name="connsiteY1" fmla="*/ 20728 h 20822"/>
                    <a:gd name="connsiteX2" fmla="*/ 3487 w 88318"/>
                    <a:gd name="connsiteY2" fmla="*/ 8250 h 20822"/>
                    <a:gd name="connsiteX3" fmla="*/ 58 w 88318"/>
                    <a:gd name="connsiteY3" fmla="*/ 3487 h 20822"/>
                    <a:gd name="connsiteX4" fmla="*/ 4821 w 88318"/>
                    <a:gd name="connsiteY4" fmla="*/ 58 h 20822"/>
                    <a:gd name="connsiteX5" fmla="*/ 84831 w 88318"/>
                    <a:gd name="connsiteY5" fmla="*/ 12536 h 20822"/>
                    <a:gd name="connsiteX6" fmla="*/ 88260 w 88318"/>
                    <a:gd name="connsiteY6" fmla="*/ 17299 h 20822"/>
                    <a:gd name="connsiteX7" fmla="*/ 84164 w 88318"/>
                    <a:gd name="connsiteY7" fmla="*/ 20823 h 20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318" h="20822">
                      <a:moveTo>
                        <a:pt x="84164" y="20728"/>
                      </a:moveTo>
                      <a:cubicBezTo>
                        <a:pt x="84164" y="20728"/>
                        <a:pt x="83688" y="20728"/>
                        <a:pt x="83497" y="20728"/>
                      </a:cubicBezTo>
                      <a:lnTo>
                        <a:pt x="3487" y="8250"/>
                      </a:lnTo>
                      <a:cubicBezTo>
                        <a:pt x="1201" y="7869"/>
                        <a:pt x="-323" y="5773"/>
                        <a:pt x="58" y="3487"/>
                      </a:cubicBezTo>
                      <a:cubicBezTo>
                        <a:pt x="439" y="1201"/>
                        <a:pt x="2535" y="-323"/>
                        <a:pt x="4821" y="58"/>
                      </a:cubicBezTo>
                      <a:lnTo>
                        <a:pt x="84831" y="12536"/>
                      </a:lnTo>
                      <a:cubicBezTo>
                        <a:pt x="87117" y="12917"/>
                        <a:pt x="88641" y="15013"/>
                        <a:pt x="88260" y="17299"/>
                      </a:cubicBezTo>
                      <a:cubicBezTo>
                        <a:pt x="87974" y="19299"/>
                        <a:pt x="86164" y="20823"/>
                        <a:pt x="84164" y="20823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2" name="Freeform: Shape 221">
                  <a:extLst>
                    <a:ext uri="{FF2B5EF4-FFF2-40B4-BE49-F238E27FC236}">
                      <a16:creationId xmlns:a16="http://schemas.microsoft.com/office/drawing/2014/main" id="{27408A14-8DE2-5329-004C-FB07BD016A1D}"/>
                    </a:ext>
                  </a:extLst>
                </p:cNvPr>
                <p:cNvSpPr/>
                <p:nvPr/>
              </p:nvSpPr>
              <p:spPr>
                <a:xfrm>
                  <a:off x="3280234" y="4486328"/>
                  <a:ext cx="8191" cy="75057"/>
                </a:xfrm>
                <a:custGeom>
                  <a:avLst/>
                  <a:gdLst>
                    <a:gd name="connsiteX0" fmla="*/ 4096 w 8191"/>
                    <a:gd name="connsiteY0" fmla="*/ 75057 h 75057"/>
                    <a:gd name="connsiteX1" fmla="*/ 0 w 8191"/>
                    <a:gd name="connsiteY1" fmla="*/ 70961 h 75057"/>
                    <a:gd name="connsiteX2" fmla="*/ 0 w 8191"/>
                    <a:gd name="connsiteY2" fmla="*/ 4191 h 75057"/>
                    <a:gd name="connsiteX3" fmla="*/ 4096 w 8191"/>
                    <a:gd name="connsiteY3" fmla="*/ 0 h 75057"/>
                    <a:gd name="connsiteX4" fmla="*/ 8192 w 8191"/>
                    <a:gd name="connsiteY4" fmla="*/ 4191 h 75057"/>
                    <a:gd name="connsiteX5" fmla="*/ 8192 w 8191"/>
                    <a:gd name="connsiteY5" fmla="*/ 70961 h 75057"/>
                    <a:gd name="connsiteX6" fmla="*/ 4096 w 8191"/>
                    <a:gd name="connsiteY6" fmla="*/ 75057 h 75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91" h="75057">
                      <a:moveTo>
                        <a:pt x="4096" y="75057"/>
                      </a:moveTo>
                      <a:cubicBezTo>
                        <a:pt x="1810" y="75057"/>
                        <a:pt x="0" y="73247"/>
                        <a:pt x="0" y="70961"/>
                      </a:cubicBezTo>
                      <a:lnTo>
                        <a:pt x="0" y="4191"/>
                      </a:lnTo>
                      <a:cubicBezTo>
                        <a:pt x="0" y="1905"/>
                        <a:pt x="1810" y="0"/>
                        <a:pt x="4096" y="0"/>
                      </a:cubicBezTo>
                      <a:cubicBezTo>
                        <a:pt x="6382" y="0"/>
                        <a:pt x="8192" y="1810"/>
                        <a:pt x="8192" y="4191"/>
                      </a:cubicBezTo>
                      <a:lnTo>
                        <a:pt x="8192" y="70961"/>
                      </a:lnTo>
                      <a:cubicBezTo>
                        <a:pt x="8192" y="73247"/>
                        <a:pt x="6382" y="75057"/>
                        <a:pt x="4096" y="75057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3" name="Freeform: Shape 222">
                  <a:extLst>
                    <a:ext uri="{FF2B5EF4-FFF2-40B4-BE49-F238E27FC236}">
                      <a16:creationId xmlns:a16="http://schemas.microsoft.com/office/drawing/2014/main" id="{ED7A30E4-7401-7FBE-420E-810140434582}"/>
                    </a:ext>
                  </a:extLst>
                </p:cNvPr>
                <p:cNvSpPr/>
                <p:nvPr/>
              </p:nvSpPr>
              <p:spPr>
                <a:xfrm>
                  <a:off x="3649342" y="4348421"/>
                  <a:ext cx="80648" cy="49706"/>
                </a:xfrm>
                <a:custGeom>
                  <a:avLst/>
                  <a:gdLst>
                    <a:gd name="connsiteX0" fmla="*/ 4177 w 80648"/>
                    <a:gd name="connsiteY0" fmla="*/ 49706 h 49706"/>
                    <a:gd name="connsiteX1" fmla="*/ 557 w 80648"/>
                    <a:gd name="connsiteY1" fmla="*/ 47611 h 49706"/>
                    <a:gd name="connsiteX2" fmla="*/ 2081 w 80648"/>
                    <a:gd name="connsiteY2" fmla="*/ 41991 h 49706"/>
                    <a:gd name="connsiteX3" fmla="*/ 74471 w 80648"/>
                    <a:gd name="connsiteY3" fmla="*/ 557 h 49706"/>
                    <a:gd name="connsiteX4" fmla="*/ 80091 w 80648"/>
                    <a:gd name="connsiteY4" fmla="*/ 2081 h 49706"/>
                    <a:gd name="connsiteX5" fmla="*/ 78567 w 80648"/>
                    <a:gd name="connsiteY5" fmla="*/ 7701 h 49706"/>
                    <a:gd name="connsiteX6" fmla="*/ 6272 w 80648"/>
                    <a:gd name="connsiteY6" fmla="*/ 49135 h 49706"/>
                    <a:gd name="connsiteX7" fmla="*/ 4177 w 80648"/>
                    <a:gd name="connsiteY7" fmla="*/ 49706 h 49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648" h="49706">
                      <a:moveTo>
                        <a:pt x="4177" y="49706"/>
                      </a:moveTo>
                      <a:cubicBezTo>
                        <a:pt x="2748" y="49706"/>
                        <a:pt x="1319" y="48944"/>
                        <a:pt x="557" y="47611"/>
                      </a:cubicBezTo>
                      <a:cubicBezTo>
                        <a:pt x="-586" y="45611"/>
                        <a:pt x="81" y="43134"/>
                        <a:pt x="2081" y="41991"/>
                      </a:cubicBezTo>
                      <a:lnTo>
                        <a:pt x="74471" y="557"/>
                      </a:lnTo>
                      <a:cubicBezTo>
                        <a:pt x="76472" y="-586"/>
                        <a:pt x="78948" y="81"/>
                        <a:pt x="80091" y="2081"/>
                      </a:cubicBezTo>
                      <a:cubicBezTo>
                        <a:pt x="81234" y="4082"/>
                        <a:pt x="80567" y="6558"/>
                        <a:pt x="78567" y="7701"/>
                      </a:cubicBezTo>
                      <a:lnTo>
                        <a:pt x="6272" y="49135"/>
                      </a:lnTo>
                      <a:cubicBezTo>
                        <a:pt x="5606" y="49516"/>
                        <a:pt x="4939" y="49706"/>
                        <a:pt x="4177" y="49706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4" name="Freeform: Shape 223">
                  <a:extLst>
                    <a:ext uri="{FF2B5EF4-FFF2-40B4-BE49-F238E27FC236}">
                      <a16:creationId xmlns:a16="http://schemas.microsoft.com/office/drawing/2014/main" id="{C2EF3BC3-8701-FB6D-4E41-91AC44019F99}"/>
                    </a:ext>
                  </a:extLst>
                </p:cNvPr>
                <p:cNvSpPr/>
                <p:nvPr/>
              </p:nvSpPr>
              <p:spPr>
                <a:xfrm>
                  <a:off x="2882956" y="5057474"/>
                  <a:ext cx="93803" cy="52265"/>
                </a:xfrm>
                <a:custGeom>
                  <a:avLst/>
                  <a:gdLst>
                    <a:gd name="connsiteX0" fmla="*/ 4182 w 93803"/>
                    <a:gd name="connsiteY0" fmla="*/ 52266 h 52265"/>
                    <a:gd name="connsiteX1" fmla="*/ 467 w 93803"/>
                    <a:gd name="connsiteY1" fmla="*/ 49980 h 52265"/>
                    <a:gd name="connsiteX2" fmla="*/ 2277 w 93803"/>
                    <a:gd name="connsiteY2" fmla="*/ 44360 h 52265"/>
                    <a:gd name="connsiteX3" fmla="*/ 87716 w 93803"/>
                    <a:gd name="connsiteY3" fmla="*/ 450 h 52265"/>
                    <a:gd name="connsiteX4" fmla="*/ 93336 w 93803"/>
                    <a:gd name="connsiteY4" fmla="*/ 2259 h 52265"/>
                    <a:gd name="connsiteX5" fmla="*/ 91526 w 93803"/>
                    <a:gd name="connsiteY5" fmla="*/ 7879 h 52265"/>
                    <a:gd name="connsiteX6" fmla="*/ 6087 w 93803"/>
                    <a:gd name="connsiteY6" fmla="*/ 51789 h 52265"/>
                    <a:gd name="connsiteX7" fmla="*/ 4182 w 93803"/>
                    <a:gd name="connsiteY7" fmla="*/ 52266 h 52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3803" h="52265">
                      <a:moveTo>
                        <a:pt x="4182" y="52266"/>
                      </a:moveTo>
                      <a:cubicBezTo>
                        <a:pt x="2658" y="52266"/>
                        <a:pt x="1229" y="51408"/>
                        <a:pt x="467" y="49980"/>
                      </a:cubicBezTo>
                      <a:cubicBezTo>
                        <a:pt x="-581" y="47979"/>
                        <a:pt x="181" y="45408"/>
                        <a:pt x="2277" y="44360"/>
                      </a:cubicBezTo>
                      <a:lnTo>
                        <a:pt x="87716" y="450"/>
                      </a:lnTo>
                      <a:cubicBezTo>
                        <a:pt x="89812" y="-598"/>
                        <a:pt x="92288" y="259"/>
                        <a:pt x="93336" y="2259"/>
                      </a:cubicBezTo>
                      <a:cubicBezTo>
                        <a:pt x="94384" y="4260"/>
                        <a:pt x="93622" y="6831"/>
                        <a:pt x="91526" y="7879"/>
                      </a:cubicBezTo>
                      <a:lnTo>
                        <a:pt x="6087" y="51789"/>
                      </a:lnTo>
                      <a:cubicBezTo>
                        <a:pt x="5515" y="52075"/>
                        <a:pt x="4849" y="52266"/>
                        <a:pt x="4182" y="52266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5" name="Freeform: Shape 224">
                  <a:extLst>
                    <a:ext uri="{FF2B5EF4-FFF2-40B4-BE49-F238E27FC236}">
                      <a16:creationId xmlns:a16="http://schemas.microsoft.com/office/drawing/2014/main" id="{AFA4C414-410F-FA88-461D-9E3E3CBC9152}"/>
                    </a:ext>
                  </a:extLst>
                </p:cNvPr>
                <p:cNvSpPr/>
                <p:nvPr/>
              </p:nvSpPr>
              <p:spPr>
                <a:xfrm>
                  <a:off x="2852562" y="5195560"/>
                  <a:ext cx="68865" cy="8191"/>
                </a:xfrm>
                <a:custGeom>
                  <a:avLst/>
                  <a:gdLst>
                    <a:gd name="connsiteX0" fmla="*/ 64865 w 68865"/>
                    <a:gd name="connsiteY0" fmla="*/ 8192 h 8191"/>
                    <a:gd name="connsiteX1" fmla="*/ 4096 w 68865"/>
                    <a:gd name="connsiteY1" fmla="*/ 8192 h 8191"/>
                    <a:gd name="connsiteX2" fmla="*/ 0 w 68865"/>
                    <a:gd name="connsiteY2" fmla="*/ 4096 h 8191"/>
                    <a:gd name="connsiteX3" fmla="*/ 4096 w 68865"/>
                    <a:gd name="connsiteY3" fmla="*/ 0 h 8191"/>
                    <a:gd name="connsiteX4" fmla="*/ 64770 w 68865"/>
                    <a:gd name="connsiteY4" fmla="*/ 0 h 8191"/>
                    <a:gd name="connsiteX5" fmla="*/ 68866 w 68865"/>
                    <a:gd name="connsiteY5" fmla="*/ 4096 h 8191"/>
                    <a:gd name="connsiteX6" fmla="*/ 64770 w 68865"/>
                    <a:gd name="connsiteY6" fmla="*/ 8192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8865" h="8191">
                      <a:moveTo>
                        <a:pt x="64865" y="8192"/>
                      </a:moveTo>
                      <a:lnTo>
                        <a:pt x="4096" y="8192"/>
                      </a:lnTo>
                      <a:cubicBezTo>
                        <a:pt x="1810" y="8192"/>
                        <a:pt x="0" y="6382"/>
                        <a:pt x="0" y="4096"/>
                      </a:cubicBezTo>
                      <a:cubicBezTo>
                        <a:pt x="0" y="1810"/>
                        <a:pt x="1810" y="0"/>
                        <a:pt x="4096" y="0"/>
                      </a:cubicBezTo>
                      <a:lnTo>
                        <a:pt x="64770" y="0"/>
                      </a:lnTo>
                      <a:cubicBezTo>
                        <a:pt x="67056" y="0"/>
                        <a:pt x="68866" y="1810"/>
                        <a:pt x="68866" y="4096"/>
                      </a:cubicBezTo>
                      <a:cubicBezTo>
                        <a:pt x="68866" y="6382"/>
                        <a:pt x="67056" y="8192"/>
                        <a:pt x="64770" y="8192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C94C418E-DF7A-4A42-2D47-F4A6C8B61F5F}"/>
                    </a:ext>
                  </a:extLst>
                </p:cNvPr>
                <p:cNvSpPr/>
                <p:nvPr/>
              </p:nvSpPr>
              <p:spPr>
                <a:xfrm>
                  <a:off x="2852568" y="5283768"/>
                  <a:ext cx="50660" cy="88385"/>
                </a:xfrm>
                <a:custGeom>
                  <a:avLst/>
                  <a:gdLst>
                    <a:gd name="connsiteX0" fmla="*/ 4089 w 50660"/>
                    <a:gd name="connsiteY0" fmla="*/ 88386 h 88385"/>
                    <a:gd name="connsiteX1" fmla="*/ 2184 w 50660"/>
                    <a:gd name="connsiteY1" fmla="*/ 87909 h 88385"/>
                    <a:gd name="connsiteX2" fmla="*/ 470 w 50660"/>
                    <a:gd name="connsiteY2" fmla="*/ 82290 h 88385"/>
                    <a:gd name="connsiteX3" fmla="*/ 42856 w 50660"/>
                    <a:gd name="connsiteY3" fmla="*/ 2184 h 88385"/>
                    <a:gd name="connsiteX4" fmla="*/ 48476 w 50660"/>
                    <a:gd name="connsiteY4" fmla="*/ 470 h 88385"/>
                    <a:gd name="connsiteX5" fmla="*/ 50190 w 50660"/>
                    <a:gd name="connsiteY5" fmla="*/ 6090 h 88385"/>
                    <a:gd name="connsiteX6" fmla="*/ 7804 w 50660"/>
                    <a:gd name="connsiteY6" fmla="*/ 86195 h 88385"/>
                    <a:gd name="connsiteX7" fmla="*/ 4185 w 50660"/>
                    <a:gd name="connsiteY7" fmla="*/ 88386 h 88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660" h="88385">
                      <a:moveTo>
                        <a:pt x="4089" y="88386"/>
                      </a:moveTo>
                      <a:cubicBezTo>
                        <a:pt x="3423" y="88386"/>
                        <a:pt x="2756" y="88195"/>
                        <a:pt x="2184" y="87909"/>
                      </a:cubicBezTo>
                      <a:cubicBezTo>
                        <a:pt x="184" y="86862"/>
                        <a:pt x="-578" y="84385"/>
                        <a:pt x="470" y="82290"/>
                      </a:cubicBezTo>
                      <a:lnTo>
                        <a:pt x="42856" y="2184"/>
                      </a:lnTo>
                      <a:cubicBezTo>
                        <a:pt x="43904" y="184"/>
                        <a:pt x="46476" y="-578"/>
                        <a:pt x="48476" y="470"/>
                      </a:cubicBezTo>
                      <a:cubicBezTo>
                        <a:pt x="50476" y="1518"/>
                        <a:pt x="51238" y="3994"/>
                        <a:pt x="50190" y="6090"/>
                      </a:cubicBezTo>
                      <a:lnTo>
                        <a:pt x="7804" y="86195"/>
                      </a:lnTo>
                      <a:cubicBezTo>
                        <a:pt x="7042" y="87624"/>
                        <a:pt x="5613" y="88386"/>
                        <a:pt x="4185" y="88386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2626E8AD-EFCE-C887-AE09-E91A0B5A1D3E}"/>
                    </a:ext>
                  </a:extLst>
                </p:cNvPr>
                <p:cNvSpPr/>
                <p:nvPr/>
              </p:nvSpPr>
              <p:spPr>
                <a:xfrm>
                  <a:off x="2946348" y="5641807"/>
                  <a:ext cx="114560" cy="43432"/>
                </a:xfrm>
                <a:custGeom>
                  <a:avLst/>
                  <a:gdLst>
                    <a:gd name="connsiteX0" fmla="*/ 4131 w 114560"/>
                    <a:gd name="connsiteY0" fmla="*/ 43433 h 43432"/>
                    <a:gd name="connsiteX1" fmla="*/ 226 w 114560"/>
                    <a:gd name="connsiteY1" fmla="*/ 40575 h 43432"/>
                    <a:gd name="connsiteX2" fmla="*/ 2893 w 114560"/>
                    <a:gd name="connsiteY2" fmla="*/ 35337 h 43432"/>
                    <a:gd name="connsiteX3" fmla="*/ 109096 w 114560"/>
                    <a:gd name="connsiteY3" fmla="*/ 189 h 43432"/>
                    <a:gd name="connsiteX4" fmla="*/ 114335 w 114560"/>
                    <a:gd name="connsiteY4" fmla="*/ 2856 h 43432"/>
                    <a:gd name="connsiteX5" fmla="*/ 111668 w 114560"/>
                    <a:gd name="connsiteY5" fmla="*/ 8095 h 43432"/>
                    <a:gd name="connsiteX6" fmla="*/ 5464 w 114560"/>
                    <a:gd name="connsiteY6" fmla="*/ 43242 h 43432"/>
                    <a:gd name="connsiteX7" fmla="*/ 4131 w 114560"/>
                    <a:gd name="connsiteY7" fmla="*/ 43433 h 43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4560" h="43432">
                      <a:moveTo>
                        <a:pt x="4131" y="43433"/>
                      </a:moveTo>
                      <a:cubicBezTo>
                        <a:pt x="2416" y="43433"/>
                        <a:pt x="797" y="42290"/>
                        <a:pt x="226" y="40575"/>
                      </a:cubicBezTo>
                      <a:cubicBezTo>
                        <a:pt x="-536" y="38385"/>
                        <a:pt x="702" y="36099"/>
                        <a:pt x="2893" y="35337"/>
                      </a:cubicBezTo>
                      <a:lnTo>
                        <a:pt x="109096" y="189"/>
                      </a:lnTo>
                      <a:cubicBezTo>
                        <a:pt x="111287" y="-477"/>
                        <a:pt x="113573" y="666"/>
                        <a:pt x="114335" y="2856"/>
                      </a:cubicBezTo>
                      <a:cubicBezTo>
                        <a:pt x="115097" y="5047"/>
                        <a:pt x="113859" y="7333"/>
                        <a:pt x="111668" y="8095"/>
                      </a:cubicBezTo>
                      <a:lnTo>
                        <a:pt x="5464" y="43242"/>
                      </a:lnTo>
                      <a:cubicBezTo>
                        <a:pt x="5464" y="43242"/>
                        <a:pt x="4607" y="43433"/>
                        <a:pt x="4131" y="43433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ED64A690-5680-EF50-8E8B-C27E5895538E}"/>
                    </a:ext>
                  </a:extLst>
                </p:cNvPr>
                <p:cNvSpPr/>
                <p:nvPr/>
              </p:nvSpPr>
              <p:spPr>
                <a:xfrm>
                  <a:off x="2894863" y="5554186"/>
                  <a:ext cx="125900" cy="43709"/>
                </a:xfrm>
                <a:custGeom>
                  <a:avLst/>
                  <a:gdLst>
                    <a:gd name="connsiteX0" fmla="*/ 121815 w 125900"/>
                    <a:gd name="connsiteY0" fmla="*/ 43710 h 43709"/>
                    <a:gd name="connsiteX1" fmla="*/ 120576 w 125900"/>
                    <a:gd name="connsiteY1" fmla="*/ 43519 h 43709"/>
                    <a:gd name="connsiteX2" fmla="*/ 2943 w 125900"/>
                    <a:gd name="connsiteY2" fmla="*/ 8086 h 43709"/>
                    <a:gd name="connsiteX3" fmla="*/ 180 w 125900"/>
                    <a:gd name="connsiteY3" fmla="*/ 2943 h 43709"/>
                    <a:gd name="connsiteX4" fmla="*/ 5324 w 125900"/>
                    <a:gd name="connsiteY4" fmla="*/ 180 h 43709"/>
                    <a:gd name="connsiteX5" fmla="*/ 122958 w 125900"/>
                    <a:gd name="connsiteY5" fmla="*/ 35614 h 43709"/>
                    <a:gd name="connsiteX6" fmla="*/ 125720 w 125900"/>
                    <a:gd name="connsiteY6" fmla="*/ 40757 h 43709"/>
                    <a:gd name="connsiteX7" fmla="*/ 121719 w 125900"/>
                    <a:gd name="connsiteY7" fmla="*/ 43710 h 43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5900" h="43709">
                      <a:moveTo>
                        <a:pt x="121815" y="43710"/>
                      </a:moveTo>
                      <a:cubicBezTo>
                        <a:pt x="121815" y="43710"/>
                        <a:pt x="121053" y="43710"/>
                        <a:pt x="120576" y="43519"/>
                      </a:cubicBezTo>
                      <a:lnTo>
                        <a:pt x="2943" y="8086"/>
                      </a:lnTo>
                      <a:cubicBezTo>
                        <a:pt x="752" y="7420"/>
                        <a:pt x="-486" y="5133"/>
                        <a:pt x="180" y="2943"/>
                      </a:cubicBezTo>
                      <a:cubicBezTo>
                        <a:pt x="847" y="752"/>
                        <a:pt x="3133" y="-486"/>
                        <a:pt x="5324" y="180"/>
                      </a:cubicBezTo>
                      <a:lnTo>
                        <a:pt x="122958" y="35614"/>
                      </a:lnTo>
                      <a:cubicBezTo>
                        <a:pt x="125149" y="36280"/>
                        <a:pt x="126387" y="38566"/>
                        <a:pt x="125720" y="40757"/>
                      </a:cubicBezTo>
                      <a:cubicBezTo>
                        <a:pt x="125149" y="42567"/>
                        <a:pt x="123529" y="43710"/>
                        <a:pt x="121719" y="43710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19AB8D27-8B68-A920-6316-4FB8582B979C}"/>
                    </a:ext>
                  </a:extLst>
                </p:cNvPr>
                <p:cNvSpPr/>
                <p:nvPr/>
              </p:nvSpPr>
              <p:spPr>
                <a:xfrm>
                  <a:off x="3187175" y="5799826"/>
                  <a:ext cx="8191" cy="96488"/>
                </a:xfrm>
                <a:custGeom>
                  <a:avLst/>
                  <a:gdLst>
                    <a:gd name="connsiteX0" fmla="*/ 4096 w 8191"/>
                    <a:gd name="connsiteY0" fmla="*/ 96488 h 96488"/>
                    <a:gd name="connsiteX1" fmla="*/ 0 w 8191"/>
                    <a:gd name="connsiteY1" fmla="*/ 92392 h 96488"/>
                    <a:gd name="connsiteX2" fmla="*/ 0 w 8191"/>
                    <a:gd name="connsiteY2" fmla="*/ 4096 h 96488"/>
                    <a:gd name="connsiteX3" fmla="*/ 4096 w 8191"/>
                    <a:gd name="connsiteY3" fmla="*/ 0 h 96488"/>
                    <a:gd name="connsiteX4" fmla="*/ 8191 w 8191"/>
                    <a:gd name="connsiteY4" fmla="*/ 4096 h 96488"/>
                    <a:gd name="connsiteX5" fmla="*/ 8191 w 8191"/>
                    <a:gd name="connsiteY5" fmla="*/ 92392 h 96488"/>
                    <a:gd name="connsiteX6" fmla="*/ 4096 w 8191"/>
                    <a:gd name="connsiteY6" fmla="*/ 96488 h 96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91" h="96488">
                      <a:moveTo>
                        <a:pt x="4096" y="96488"/>
                      </a:moveTo>
                      <a:cubicBezTo>
                        <a:pt x="1810" y="96488"/>
                        <a:pt x="0" y="94679"/>
                        <a:pt x="0" y="92392"/>
                      </a:cubicBezTo>
                      <a:lnTo>
                        <a:pt x="0" y="4096"/>
                      </a:lnTo>
                      <a:cubicBezTo>
                        <a:pt x="0" y="1810"/>
                        <a:pt x="1810" y="0"/>
                        <a:pt x="4096" y="0"/>
                      </a:cubicBezTo>
                      <a:cubicBezTo>
                        <a:pt x="6382" y="0"/>
                        <a:pt x="8191" y="1810"/>
                        <a:pt x="8191" y="4096"/>
                      </a:cubicBezTo>
                      <a:lnTo>
                        <a:pt x="8191" y="92392"/>
                      </a:lnTo>
                      <a:cubicBezTo>
                        <a:pt x="8191" y="94679"/>
                        <a:pt x="6382" y="96488"/>
                        <a:pt x="4096" y="96488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F112CBC9-A62D-2329-5EAE-99A73CADD033}"/>
                    </a:ext>
                  </a:extLst>
                </p:cNvPr>
                <p:cNvSpPr/>
                <p:nvPr/>
              </p:nvSpPr>
              <p:spPr>
                <a:xfrm>
                  <a:off x="2838719" y="5447114"/>
                  <a:ext cx="123220" cy="35338"/>
                </a:xfrm>
                <a:custGeom>
                  <a:avLst/>
                  <a:gdLst>
                    <a:gd name="connsiteX0" fmla="*/ 4127 w 123220"/>
                    <a:gd name="connsiteY0" fmla="*/ 35339 h 35338"/>
                    <a:gd name="connsiteX1" fmla="*/ 126 w 123220"/>
                    <a:gd name="connsiteY1" fmla="*/ 32100 h 35338"/>
                    <a:gd name="connsiteX2" fmla="*/ 3174 w 123220"/>
                    <a:gd name="connsiteY2" fmla="*/ 27147 h 35338"/>
                    <a:gd name="connsiteX3" fmla="*/ 118141 w 123220"/>
                    <a:gd name="connsiteY3" fmla="*/ 96 h 35338"/>
                    <a:gd name="connsiteX4" fmla="*/ 123094 w 123220"/>
                    <a:gd name="connsiteY4" fmla="*/ 3144 h 35338"/>
                    <a:gd name="connsiteX5" fmla="*/ 120046 w 123220"/>
                    <a:gd name="connsiteY5" fmla="*/ 8097 h 35338"/>
                    <a:gd name="connsiteX6" fmla="*/ 5079 w 123220"/>
                    <a:gd name="connsiteY6" fmla="*/ 35148 h 35338"/>
                    <a:gd name="connsiteX7" fmla="*/ 4127 w 123220"/>
                    <a:gd name="connsiteY7" fmla="*/ 35244 h 35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3220" h="35338">
                      <a:moveTo>
                        <a:pt x="4127" y="35339"/>
                      </a:moveTo>
                      <a:cubicBezTo>
                        <a:pt x="2222" y="35339"/>
                        <a:pt x="507" y="34005"/>
                        <a:pt x="126" y="32100"/>
                      </a:cubicBezTo>
                      <a:cubicBezTo>
                        <a:pt x="-445" y="29910"/>
                        <a:pt x="984" y="27624"/>
                        <a:pt x="3174" y="27147"/>
                      </a:cubicBezTo>
                      <a:lnTo>
                        <a:pt x="118141" y="96"/>
                      </a:lnTo>
                      <a:cubicBezTo>
                        <a:pt x="120332" y="-380"/>
                        <a:pt x="122618" y="954"/>
                        <a:pt x="123094" y="3144"/>
                      </a:cubicBezTo>
                      <a:cubicBezTo>
                        <a:pt x="123666" y="5335"/>
                        <a:pt x="122237" y="7621"/>
                        <a:pt x="120046" y="8097"/>
                      </a:cubicBezTo>
                      <a:lnTo>
                        <a:pt x="5079" y="35148"/>
                      </a:lnTo>
                      <a:cubicBezTo>
                        <a:pt x="5079" y="35148"/>
                        <a:pt x="4413" y="35244"/>
                        <a:pt x="4127" y="35244"/>
                      </a:cubicBezTo>
                      <a:close/>
                    </a:path>
                  </a:pathLst>
                </a:custGeom>
                <a:solidFill>
                  <a:srgbClr val="C66A2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5325526B-846B-4F38-330E-F64063D2812C}"/>
                  </a:ext>
                </a:extLst>
              </p:cNvPr>
              <p:cNvGrpSpPr/>
              <p:nvPr/>
            </p:nvGrpSpPr>
            <p:grpSpPr>
              <a:xfrm>
                <a:off x="6288889" y="2420100"/>
                <a:ext cx="608110" cy="341536"/>
                <a:chOff x="6288889" y="2420100"/>
                <a:chExt cx="608110" cy="341536"/>
              </a:xfrm>
            </p:grpSpPr>
            <p:sp>
              <p:nvSpPr>
                <p:cNvPr id="165" name="Freeform 97">
                  <a:extLst>
                    <a:ext uri="{FF2B5EF4-FFF2-40B4-BE49-F238E27FC236}">
                      <a16:creationId xmlns:a16="http://schemas.microsoft.com/office/drawing/2014/main" id="{E6FEBE4B-6E34-3B03-C310-71906B8C3C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88889" y="2555849"/>
                  <a:ext cx="160529" cy="123484"/>
                </a:xfrm>
                <a:custGeom>
                  <a:avLst/>
                  <a:gdLst>
                    <a:gd name="T0" fmla="*/ 202 w 202"/>
                    <a:gd name="T1" fmla="*/ 137 h 154"/>
                    <a:gd name="T2" fmla="*/ 6 w 202"/>
                    <a:gd name="T3" fmla="*/ 77 h 154"/>
                    <a:gd name="T4" fmla="*/ 202 w 202"/>
                    <a:gd name="T5" fmla="*/ 137 h 154"/>
                    <a:gd name="T6" fmla="*/ 202 w 202"/>
                    <a:gd name="T7" fmla="*/ 137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2" h="154">
                      <a:moveTo>
                        <a:pt x="202" y="137"/>
                      </a:moveTo>
                      <a:cubicBezTo>
                        <a:pt x="202" y="137"/>
                        <a:pt x="11" y="154"/>
                        <a:pt x="6" y="77"/>
                      </a:cubicBezTo>
                      <a:cubicBezTo>
                        <a:pt x="0" y="0"/>
                        <a:pt x="202" y="137"/>
                        <a:pt x="202" y="137"/>
                      </a:cubicBezTo>
                      <a:cubicBezTo>
                        <a:pt x="202" y="137"/>
                        <a:pt x="202" y="125"/>
                        <a:pt x="202" y="137"/>
                      </a:cubicBezTo>
                      <a:close/>
                    </a:path>
                  </a:pathLst>
                </a:custGeom>
                <a:solidFill>
                  <a:srgbClr val="17B28A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Freeform 98">
                  <a:extLst>
                    <a:ext uri="{FF2B5EF4-FFF2-40B4-BE49-F238E27FC236}">
                      <a16:creationId xmlns:a16="http://schemas.microsoft.com/office/drawing/2014/main" id="{86503A4C-216C-4AED-665F-7D40F214C1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7937" y="2510461"/>
                  <a:ext cx="122149" cy="155189"/>
                </a:xfrm>
                <a:custGeom>
                  <a:avLst/>
                  <a:gdLst>
                    <a:gd name="T0" fmla="*/ 42 w 154"/>
                    <a:gd name="T1" fmla="*/ 53 h 194"/>
                    <a:gd name="T2" fmla="*/ 154 w 154"/>
                    <a:gd name="T3" fmla="*/ 194 h 194"/>
                    <a:gd name="T4" fmla="*/ 42 w 154"/>
                    <a:gd name="T5" fmla="*/ 53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4" h="194">
                      <a:moveTo>
                        <a:pt x="42" y="53"/>
                      </a:moveTo>
                      <a:cubicBezTo>
                        <a:pt x="84" y="0"/>
                        <a:pt x="154" y="194"/>
                        <a:pt x="154" y="194"/>
                      </a:cubicBezTo>
                      <a:cubicBezTo>
                        <a:pt x="154" y="194"/>
                        <a:pt x="0" y="106"/>
                        <a:pt x="42" y="53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" name="Freeform 99">
                  <a:extLst>
                    <a:ext uri="{FF2B5EF4-FFF2-40B4-BE49-F238E27FC236}">
                      <a16:creationId xmlns:a16="http://schemas.microsoft.com/office/drawing/2014/main" id="{CF5348AF-85E3-1660-4429-1A402B9D65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056" y="2430363"/>
                  <a:ext cx="126154" cy="113472"/>
                </a:xfrm>
                <a:custGeom>
                  <a:avLst/>
                  <a:gdLst>
                    <a:gd name="T0" fmla="*/ 0 w 159"/>
                    <a:gd name="T1" fmla="*/ 139 h 142"/>
                    <a:gd name="T2" fmla="*/ 103 w 159"/>
                    <a:gd name="T3" fmla="*/ 21 h 142"/>
                    <a:gd name="T4" fmla="*/ 0 w 159"/>
                    <a:gd name="T5" fmla="*/ 139 h 142"/>
                    <a:gd name="T6" fmla="*/ 0 w 159"/>
                    <a:gd name="T7" fmla="*/ 139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9" h="142">
                      <a:moveTo>
                        <a:pt x="0" y="139"/>
                      </a:moveTo>
                      <a:cubicBezTo>
                        <a:pt x="0" y="139"/>
                        <a:pt x="48" y="0"/>
                        <a:pt x="103" y="21"/>
                      </a:cubicBezTo>
                      <a:cubicBezTo>
                        <a:pt x="159" y="42"/>
                        <a:pt x="0" y="139"/>
                        <a:pt x="0" y="139"/>
                      </a:cubicBezTo>
                      <a:cubicBezTo>
                        <a:pt x="0" y="139"/>
                        <a:pt x="8" y="142"/>
                        <a:pt x="0" y="139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3" name="Freeform 100">
                  <a:extLst>
                    <a:ext uri="{FF2B5EF4-FFF2-40B4-BE49-F238E27FC236}">
                      <a16:creationId xmlns:a16="http://schemas.microsoft.com/office/drawing/2014/main" id="{BD9C3066-FE44-90CD-8857-413A6B656B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056" y="2478422"/>
                  <a:ext cx="123818" cy="73423"/>
                </a:xfrm>
                <a:custGeom>
                  <a:avLst/>
                  <a:gdLst>
                    <a:gd name="T0" fmla="*/ 133 w 156"/>
                    <a:gd name="T1" fmla="*/ 46 h 92"/>
                    <a:gd name="T2" fmla="*/ 0 w 156"/>
                    <a:gd name="T3" fmla="*/ 79 h 92"/>
                    <a:gd name="T4" fmla="*/ 133 w 156"/>
                    <a:gd name="T5" fmla="*/ 46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6" h="92">
                      <a:moveTo>
                        <a:pt x="133" y="46"/>
                      </a:moveTo>
                      <a:cubicBezTo>
                        <a:pt x="156" y="92"/>
                        <a:pt x="0" y="79"/>
                        <a:pt x="0" y="79"/>
                      </a:cubicBezTo>
                      <a:cubicBezTo>
                        <a:pt x="0" y="79"/>
                        <a:pt x="109" y="0"/>
                        <a:pt x="133" y="46"/>
                      </a:cubicBezTo>
                      <a:close/>
                    </a:path>
                  </a:pathLst>
                </a:custGeom>
                <a:solidFill>
                  <a:srgbClr val="17B28A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94" name="Group 103">
                  <a:extLst>
                    <a:ext uri="{FF2B5EF4-FFF2-40B4-BE49-F238E27FC236}">
                      <a16:creationId xmlns:a16="http://schemas.microsoft.com/office/drawing/2014/main" id="{08F954F3-A87A-A0B4-9E68-86384CE342D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492269" y="2594069"/>
                  <a:ext cx="180084" cy="167567"/>
                  <a:chOff x="4101" y="1443"/>
                  <a:chExt cx="446" cy="415"/>
                </a:xfr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0"/>
                </a:gradFill>
              </p:grpSpPr>
              <p:sp>
                <p:nvSpPr>
                  <p:cNvPr id="209" name="Freeform 104">
                    <a:extLst>
                      <a:ext uri="{FF2B5EF4-FFF2-40B4-BE49-F238E27FC236}">
                        <a16:creationId xmlns:a16="http://schemas.microsoft.com/office/drawing/2014/main" id="{B15D1522-03D7-D8D9-92DF-2B8017358C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47" y="1453"/>
                    <a:ext cx="183" cy="200"/>
                  </a:xfrm>
                  <a:custGeom>
                    <a:avLst/>
                    <a:gdLst>
                      <a:gd name="T0" fmla="*/ 10 w 76"/>
                      <a:gd name="T1" fmla="*/ 51 h 83"/>
                      <a:gd name="T2" fmla="*/ 73 w 76"/>
                      <a:gd name="T3" fmla="*/ 80 h 83"/>
                      <a:gd name="T4" fmla="*/ 54 w 76"/>
                      <a:gd name="T5" fmla="*/ 14 h 83"/>
                      <a:gd name="T6" fmla="*/ 13 w 76"/>
                      <a:gd name="T7" fmla="*/ 10 h 83"/>
                      <a:gd name="T8" fmla="*/ 10 w 76"/>
                      <a:gd name="T9" fmla="*/ 51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" h="83">
                        <a:moveTo>
                          <a:pt x="10" y="51"/>
                        </a:moveTo>
                        <a:cubicBezTo>
                          <a:pt x="20" y="63"/>
                          <a:pt x="69" y="83"/>
                          <a:pt x="73" y="80"/>
                        </a:cubicBezTo>
                        <a:cubicBezTo>
                          <a:pt x="76" y="77"/>
                          <a:pt x="64" y="26"/>
                          <a:pt x="54" y="14"/>
                        </a:cubicBezTo>
                        <a:cubicBezTo>
                          <a:pt x="44" y="2"/>
                          <a:pt x="26" y="0"/>
                          <a:pt x="13" y="10"/>
                        </a:cubicBezTo>
                        <a:cubicBezTo>
                          <a:pt x="1" y="21"/>
                          <a:pt x="0" y="39"/>
                          <a:pt x="10" y="5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10" name="Freeform 105">
                    <a:extLst>
                      <a:ext uri="{FF2B5EF4-FFF2-40B4-BE49-F238E27FC236}">
                        <a16:creationId xmlns:a16="http://schemas.microsoft.com/office/drawing/2014/main" id="{BB99D823-185B-52A4-3DF2-A6BC5C84EEE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08" y="1443"/>
                    <a:ext cx="181" cy="205"/>
                  </a:xfrm>
                  <a:custGeom>
                    <a:avLst/>
                    <a:gdLst>
                      <a:gd name="T0" fmla="*/ 19 w 75"/>
                      <a:gd name="T1" fmla="*/ 15 h 85"/>
                      <a:gd name="T2" fmla="*/ 3 w 75"/>
                      <a:gd name="T3" fmla="*/ 82 h 85"/>
                      <a:gd name="T4" fmla="*/ 65 w 75"/>
                      <a:gd name="T5" fmla="*/ 50 h 85"/>
                      <a:gd name="T6" fmla="*/ 60 w 75"/>
                      <a:gd name="T7" fmla="*/ 10 h 85"/>
                      <a:gd name="T8" fmla="*/ 19 w 75"/>
                      <a:gd name="T9" fmla="*/ 15 h 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5" h="85">
                        <a:moveTo>
                          <a:pt x="19" y="15"/>
                        </a:moveTo>
                        <a:cubicBezTo>
                          <a:pt x="10" y="28"/>
                          <a:pt x="0" y="79"/>
                          <a:pt x="3" y="82"/>
                        </a:cubicBezTo>
                        <a:cubicBezTo>
                          <a:pt x="7" y="85"/>
                          <a:pt x="55" y="63"/>
                          <a:pt x="65" y="50"/>
                        </a:cubicBezTo>
                        <a:cubicBezTo>
                          <a:pt x="75" y="38"/>
                          <a:pt x="72" y="20"/>
                          <a:pt x="60" y="10"/>
                        </a:cubicBezTo>
                        <a:cubicBezTo>
                          <a:pt x="47" y="0"/>
                          <a:pt x="29" y="2"/>
                          <a:pt x="19" y="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11" name="Freeform 106">
                    <a:extLst>
                      <a:ext uri="{FF2B5EF4-FFF2-40B4-BE49-F238E27FC236}">
                        <a16:creationId xmlns:a16="http://schemas.microsoft.com/office/drawing/2014/main" id="{A7E75412-14B0-E476-0ABF-549E2CE7CA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20" y="1605"/>
                    <a:ext cx="227" cy="154"/>
                  </a:xfrm>
                  <a:custGeom>
                    <a:avLst/>
                    <a:gdLst>
                      <a:gd name="T0" fmla="*/ 70 w 94"/>
                      <a:gd name="T1" fmla="*/ 5 h 64"/>
                      <a:gd name="T2" fmla="*/ 1 w 94"/>
                      <a:gd name="T3" fmla="*/ 14 h 64"/>
                      <a:gd name="T4" fmla="*/ 54 w 94"/>
                      <a:gd name="T5" fmla="*/ 60 h 64"/>
                      <a:gd name="T6" fmla="*/ 89 w 94"/>
                      <a:gd name="T7" fmla="*/ 40 h 64"/>
                      <a:gd name="T8" fmla="*/ 70 w 94"/>
                      <a:gd name="T9" fmla="*/ 5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4" h="64">
                        <a:moveTo>
                          <a:pt x="70" y="5"/>
                        </a:moveTo>
                        <a:cubicBezTo>
                          <a:pt x="55" y="0"/>
                          <a:pt x="3" y="10"/>
                          <a:pt x="1" y="14"/>
                        </a:cubicBezTo>
                        <a:cubicBezTo>
                          <a:pt x="0" y="19"/>
                          <a:pt x="38" y="55"/>
                          <a:pt x="54" y="60"/>
                        </a:cubicBezTo>
                        <a:cubicBezTo>
                          <a:pt x="69" y="64"/>
                          <a:pt x="85" y="56"/>
                          <a:pt x="89" y="40"/>
                        </a:cubicBezTo>
                        <a:cubicBezTo>
                          <a:pt x="94" y="25"/>
                          <a:pt x="85" y="9"/>
                          <a:pt x="70" y="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12" name="Freeform 107">
                    <a:extLst>
                      <a:ext uri="{FF2B5EF4-FFF2-40B4-BE49-F238E27FC236}">
                        <a16:creationId xmlns:a16="http://schemas.microsoft.com/office/drawing/2014/main" id="{4DB3F243-6C1F-9E5B-5AFB-9526372876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0" y="1634"/>
                    <a:ext cx="144" cy="224"/>
                  </a:xfrm>
                  <a:custGeom>
                    <a:avLst/>
                    <a:gdLst>
                      <a:gd name="T0" fmla="*/ 58 w 60"/>
                      <a:gd name="T1" fmla="*/ 61 h 93"/>
                      <a:gd name="T2" fmla="*/ 25 w 60"/>
                      <a:gd name="T3" fmla="*/ 0 h 93"/>
                      <a:gd name="T4" fmla="*/ 1 w 60"/>
                      <a:gd name="T5" fmla="*/ 65 h 93"/>
                      <a:gd name="T6" fmla="*/ 32 w 60"/>
                      <a:gd name="T7" fmla="*/ 92 h 93"/>
                      <a:gd name="T8" fmla="*/ 58 w 60"/>
                      <a:gd name="T9" fmla="*/ 61 h 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0" h="93">
                        <a:moveTo>
                          <a:pt x="58" y="61"/>
                        </a:moveTo>
                        <a:cubicBezTo>
                          <a:pt x="57" y="45"/>
                          <a:pt x="30" y="0"/>
                          <a:pt x="25" y="0"/>
                        </a:cubicBezTo>
                        <a:cubicBezTo>
                          <a:pt x="21" y="1"/>
                          <a:pt x="0" y="50"/>
                          <a:pt x="1" y="65"/>
                        </a:cubicBezTo>
                        <a:cubicBezTo>
                          <a:pt x="2" y="81"/>
                          <a:pt x="16" y="93"/>
                          <a:pt x="32" y="92"/>
                        </a:cubicBezTo>
                        <a:cubicBezTo>
                          <a:pt x="48" y="91"/>
                          <a:pt x="60" y="77"/>
                          <a:pt x="58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13" name="Freeform 108">
                    <a:extLst>
                      <a:ext uri="{FF2B5EF4-FFF2-40B4-BE49-F238E27FC236}">
                        <a16:creationId xmlns:a16="http://schemas.microsoft.com/office/drawing/2014/main" id="{2818ECC1-77BB-F2FA-2A86-38A1440489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01" y="1627"/>
                    <a:ext cx="222" cy="159"/>
                  </a:xfrm>
                  <a:custGeom>
                    <a:avLst/>
                    <a:gdLst>
                      <a:gd name="T0" fmla="*/ 46 w 92"/>
                      <a:gd name="T1" fmla="*/ 59 h 66"/>
                      <a:gd name="T2" fmla="*/ 90 w 92"/>
                      <a:gd name="T3" fmla="*/ 5 h 66"/>
                      <a:gd name="T4" fmla="*/ 20 w 92"/>
                      <a:gd name="T5" fmla="*/ 7 h 66"/>
                      <a:gd name="T6" fmla="*/ 7 w 92"/>
                      <a:gd name="T7" fmla="*/ 46 h 66"/>
                      <a:gd name="T8" fmla="*/ 46 w 92"/>
                      <a:gd name="T9" fmla="*/ 59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2" h="66">
                        <a:moveTo>
                          <a:pt x="46" y="59"/>
                        </a:moveTo>
                        <a:cubicBezTo>
                          <a:pt x="60" y="52"/>
                          <a:pt x="92" y="9"/>
                          <a:pt x="90" y="5"/>
                        </a:cubicBezTo>
                        <a:cubicBezTo>
                          <a:pt x="88" y="1"/>
                          <a:pt x="35" y="0"/>
                          <a:pt x="20" y="7"/>
                        </a:cubicBezTo>
                        <a:cubicBezTo>
                          <a:pt x="6" y="14"/>
                          <a:pt x="0" y="32"/>
                          <a:pt x="7" y="46"/>
                        </a:cubicBezTo>
                        <a:cubicBezTo>
                          <a:pt x="15" y="60"/>
                          <a:pt x="32" y="66"/>
                          <a:pt x="46" y="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14" name="Freeform 109">
                    <a:extLst>
                      <a:ext uri="{FF2B5EF4-FFF2-40B4-BE49-F238E27FC236}">
                        <a16:creationId xmlns:a16="http://schemas.microsoft.com/office/drawing/2014/main" id="{9A50C7A0-D9B8-888E-F725-0568B52297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91" y="1615"/>
                    <a:ext cx="51" cy="48"/>
                  </a:xfrm>
                  <a:custGeom>
                    <a:avLst/>
                    <a:gdLst>
                      <a:gd name="T0" fmla="*/ 1 w 21"/>
                      <a:gd name="T1" fmla="*/ 8 h 20"/>
                      <a:gd name="T2" fmla="*/ 12 w 21"/>
                      <a:gd name="T3" fmla="*/ 1 h 20"/>
                      <a:gd name="T4" fmla="*/ 20 w 21"/>
                      <a:gd name="T5" fmla="*/ 12 h 20"/>
                      <a:gd name="T6" fmla="*/ 9 w 21"/>
                      <a:gd name="T7" fmla="*/ 19 h 20"/>
                      <a:gd name="T8" fmla="*/ 1 w 21"/>
                      <a:gd name="T9" fmla="*/ 8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" h="20">
                        <a:moveTo>
                          <a:pt x="1" y="8"/>
                        </a:moveTo>
                        <a:cubicBezTo>
                          <a:pt x="2" y="3"/>
                          <a:pt x="7" y="0"/>
                          <a:pt x="12" y="1"/>
                        </a:cubicBezTo>
                        <a:cubicBezTo>
                          <a:pt x="17" y="2"/>
                          <a:pt x="21" y="7"/>
                          <a:pt x="20" y="12"/>
                        </a:cubicBezTo>
                        <a:cubicBezTo>
                          <a:pt x="19" y="17"/>
                          <a:pt x="14" y="20"/>
                          <a:pt x="9" y="19"/>
                        </a:cubicBezTo>
                        <a:cubicBezTo>
                          <a:pt x="4" y="19"/>
                          <a:pt x="0" y="14"/>
                          <a:pt x="1" y="8"/>
                        </a:cubicBezTo>
                        <a:close/>
                      </a:path>
                    </a:pathLst>
                  </a:custGeom>
                  <a:solidFill>
                    <a:srgbClr val="66737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5" name="Group 103">
                  <a:extLst>
                    <a:ext uri="{FF2B5EF4-FFF2-40B4-BE49-F238E27FC236}">
                      <a16:creationId xmlns:a16="http://schemas.microsoft.com/office/drawing/2014/main" id="{440DA81C-0D7E-C481-D223-2A561467B78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rot="20154673">
                  <a:off x="6466797" y="2420100"/>
                  <a:ext cx="107334" cy="99877"/>
                  <a:chOff x="4101" y="1443"/>
                  <a:chExt cx="446" cy="415"/>
                </a:xfr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0"/>
                </a:gradFill>
              </p:grpSpPr>
              <p:sp>
                <p:nvSpPr>
                  <p:cNvPr id="203" name="Freeform 104">
                    <a:extLst>
                      <a:ext uri="{FF2B5EF4-FFF2-40B4-BE49-F238E27FC236}">
                        <a16:creationId xmlns:a16="http://schemas.microsoft.com/office/drawing/2014/main" id="{1112099A-A7E3-6567-2E1F-3A735D5AD3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47" y="1453"/>
                    <a:ext cx="183" cy="200"/>
                  </a:xfrm>
                  <a:custGeom>
                    <a:avLst/>
                    <a:gdLst>
                      <a:gd name="T0" fmla="*/ 10 w 76"/>
                      <a:gd name="T1" fmla="*/ 51 h 83"/>
                      <a:gd name="T2" fmla="*/ 73 w 76"/>
                      <a:gd name="T3" fmla="*/ 80 h 83"/>
                      <a:gd name="T4" fmla="*/ 54 w 76"/>
                      <a:gd name="T5" fmla="*/ 14 h 83"/>
                      <a:gd name="T6" fmla="*/ 13 w 76"/>
                      <a:gd name="T7" fmla="*/ 10 h 83"/>
                      <a:gd name="T8" fmla="*/ 10 w 76"/>
                      <a:gd name="T9" fmla="*/ 51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" h="83">
                        <a:moveTo>
                          <a:pt x="10" y="51"/>
                        </a:moveTo>
                        <a:cubicBezTo>
                          <a:pt x="20" y="63"/>
                          <a:pt x="69" y="83"/>
                          <a:pt x="73" y="80"/>
                        </a:cubicBezTo>
                        <a:cubicBezTo>
                          <a:pt x="76" y="77"/>
                          <a:pt x="64" y="26"/>
                          <a:pt x="54" y="14"/>
                        </a:cubicBezTo>
                        <a:cubicBezTo>
                          <a:pt x="44" y="2"/>
                          <a:pt x="26" y="0"/>
                          <a:pt x="13" y="10"/>
                        </a:cubicBezTo>
                        <a:cubicBezTo>
                          <a:pt x="1" y="21"/>
                          <a:pt x="0" y="39"/>
                          <a:pt x="10" y="5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04" name="Freeform 105">
                    <a:extLst>
                      <a:ext uri="{FF2B5EF4-FFF2-40B4-BE49-F238E27FC236}">
                        <a16:creationId xmlns:a16="http://schemas.microsoft.com/office/drawing/2014/main" id="{66A1AB81-1817-8A29-D71D-6A67392C4F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08" y="1443"/>
                    <a:ext cx="181" cy="205"/>
                  </a:xfrm>
                  <a:custGeom>
                    <a:avLst/>
                    <a:gdLst>
                      <a:gd name="T0" fmla="*/ 19 w 75"/>
                      <a:gd name="T1" fmla="*/ 15 h 85"/>
                      <a:gd name="T2" fmla="*/ 3 w 75"/>
                      <a:gd name="T3" fmla="*/ 82 h 85"/>
                      <a:gd name="T4" fmla="*/ 65 w 75"/>
                      <a:gd name="T5" fmla="*/ 50 h 85"/>
                      <a:gd name="T6" fmla="*/ 60 w 75"/>
                      <a:gd name="T7" fmla="*/ 10 h 85"/>
                      <a:gd name="T8" fmla="*/ 19 w 75"/>
                      <a:gd name="T9" fmla="*/ 15 h 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5" h="85">
                        <a:moveTo>
                          <a:pt x="19" y="15"/>
                        </a:moveTo>
                        <a:cubicBezTo>
                          <a:pt x="10" y="28"/>
                          <a:pt x="0" y="79"/>
                          <a:pt x="3" y="82"/>
                        </a:cubicBezTo>
                        <a:cubicBezTo>
                          <a:pt x="7" y="85"/>
                          <a:pt x="55" y="63"/>
                          <a:pt x="65" y="50"/>
                        </a:cubicBezTo>
                        <a:cubicBezTo>
                          <a:pt x="75" y="38"/>
                          <a:pt x="72" y="20"/>
                          <a:pt x="60" y="10"/>
                        </a:cubicBezTo>
                        <a:cubicBezTo>
                          <a:pt x="47" y="0"/>
                          <a:pt x="29" y="2"/>
                          <a:pt x="19" y="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05" name="Freeform 106">
                    <a:extLst>
                      <a:ext uri="{FF2B5EF4-FFF2-40B4-BE49-F238E27FC236}">
                        <a16:creationId xmlns:a16="http://schemas.microsoft.com/office/drawing/2014/main" id="{F99604F7-B51B-272F-CB35-4AA5A2E681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20" y="1605"/>
                    <a:ext cx="227" cy="154"/>
                  </a:xfrm>
                  <a:custGeom>
                    <a:avLst/>
                    <a:gdLst>
                      <a:gd name="T0" fmla="*/ 70 w 94"/>
                      <a:gd name="T1" fmla="*/ 5 h 64"/>
                      <a:gd name="T2" fmla="*/ 1 w 94"/>
                      <a:gd name="T3" fmla="*/ 14 h 64"/>
                      <a:gd name="T4" fmla="*/ 54 w 94"/>
                      <a:gd name="T5" fmla="*/ 60 h 64"/>
                      <a:gd name="T6" fmla="*/ 89 w 94"/>
                      <a:gd name="T7" fmla="*/ 40 h 64"/>
                      <a:gd name="T8" fmla="*/ 70 w 94"/>
                      <a:gd name="T9" fmla="*/ 5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4" h="64">
                        <a:moveTo>
                          <a:pt x="70" y="5"/>
                        </a:moveTo>
                        <a:cubicBezTo>
                          <a:pt x="55" y="0"/>
                          <a:pt x="3" y="10"/>
                          <a:pt x="1" y="14"/>
                        </a:cubicBezTo>
                        <a:cubicBezTo>
                          <a:pt x="0" y="19"/>
                          <a:pt x="38" y="55"/>
                          <a:pt x="54" y="60"/>
                        </a:cubicBezTo>
                        <a:cubicBezTo>
                          <a:pt x="69" y="64"/>
                          <a:pt x="85" y="56"/>
                          <a:pt x="89" y="40"/>
                        </a:cubicBezTo>
                        <a:cubicBezTo>
                          <a:pt x="94" y="25"/>
                          <a:pt x="85" y="9"/>
                          <a:pt x="70" y="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06" name="Freeform 107">
                    <a:extLst>
                      <a:ext uri="{FF2B5EF4-FFF2-40B4-BE49-F238E27FC236}">
                        <a16:creationId xmlns:a16="http://schemas.microsoft.com/office/drawing/2014/main" id="{35D9FB3B-970F-806C-A69A-36E6701087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0" y="1634"/>
                    <a:ext cx="144" cy="224"/>
                  </a:xfrm>
                  <a:custGeom>
                    <a:avLst/>
                    <a:gdLst>
                      <a:gd name="T0" fmla="*/ 58 w 60"/>
                      <a:gd name="T1" fmla="*/ 61 h 93"/>
                      <a:gd name="T2" fmla="*/ 25 w 60"/>
                      <a:gd name="T3" fmla="*/ 0 h 93"/>
                      <a:gd name="T4" fmla="*/ 1 w 60"/>
                      <a:gd name="T5" fmla="*/ 65 h 93"/>
                      <a:gd name="T6" fmla="*/ 32 w 60"/>
                      <a:gd name="T7" fmla="*/ 92 h 93"/>
                      <a:gd name="T8" fmla="*/ 58 w 60"/>
                      <a:gd name="T9" fmla="*/ 61 h 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0" h="93">
                        <a:moveTo>
                          <a:pt x="58" y="61"/>
                        </a:moveTo>
                        <a:cubicBezTo>
                          <a:pt x="57" y="45"/>
                          <a:pt x="30" y="0"/>
                          <a:pt x="25" y="0"/>
                        </a:cubicBezTo>
                        <a:cubicBezTo>
                          <a:pt x="21" y="1"/>
                          <a:pt x="0" y="50"/>
                          <a:pt x="1" y="65"/>
                        </a:cubicBezTo>
                        <a:cubicBezTo>
                          <a:pt x="2" y="81"/>
                          <a:pt x="16" y="93"/>
                          <a:pt x="32" y="92"/>
                        </a:cubicBezTo>
                        <a:cubicBezTo>
                          <a:pt x="48" y="91"/>
                          <a:pt x="60" y="77"/>
                          <a:pt x="58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07" name="Freeform 108">
                    <a:extLst>
                      <a:ext uri="{FF2B5EF4-FFF2-40B4-BE49-F238E27FC236}">
                        <a16:creationId xmlns:a16="http://schemas.microsoft.com/office/drawing/2014/main" id="{1D3C049A-C639-ED67-1D19-A30210BF85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01" y="1627"/>
                    <a:ext cx="222" cy="159"/>
                  </a:xfrm>
                  <a:custGeom>
                    <a:avLst/>
                    <a:gdLst>
                      <a:gd name="T0" fmla="*/ 46 w 92"/>
                      <a:gd name="T1" fmla="*/ 59 h 66"/>
                      <a:gd name="T2" fmla="*/ 90 w 92"/>
                      <a:gd name="T3" fmla="*/ 5 h 66"/>
                      <a:gd name="T4" fmla="*/ 20 w 92"/>
                      <a:gd name="T5" fmla="*/ 7 h 66"/>
                      <a:gd name="T6" fmla="*/ 7 w 92"/>
                      <a:gd name="T7" fmla="*/ 46 h 66"/>
                      <a:gd name="T8" fmla="*/ 46 w 92"/>
                      <a:gd name="T9" fmla="*/ 59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2" h="66">
                        <a:moveTo>
                          <a:pt x="46" y="59"/>
                        </a:moveTo>
                        <a:cubicBezTo>
                          <a:pt x="60" y="52"/>
                          <a:pt x="92" y="9"/>
                          <a:pt x="90" y="5"/>
                        </a:cubicBezTo>
                        <a:cubicBezTo>
                          <a:pt x="88" y="1"/>
                          <a:pt x="35" y="0"/>
                          <a:pt x="20" y="7"/>
                        </a:cubicBezTo>
                        <a:cubicBezTo>
                          <a:pt x="6" y="14"/>
                          <a:pt x="0" y="32"/>
                          <a:pt x="7" y="46"/>
                        </a:cubicBezTo>
                        <a:cubicBezTo>
                          <a:pt x="15" y="60"/>
                          <a:pt x="32" y="66"/>
                          <a:pt x="46" y="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08" name="Freeform 109">
                    <a:extLst>
                      <a:ext uri="{FF2B5EF4-FFF2-40B4-BE49-F238E27FC236}">
                        <a16:creationId xmlns:a16="http://schemas.microsoft.com/office/drawing/2014/main" id="{F186654D-5850-1B79-082B-7C9E4E3C4A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91" y="1615"/>
                    <a:ext cx="51" cy="48"/>
                  </a:xfrm>
                  <a:custGeom>
                    <a:avLst/>
                    <a:gdLst>
                      <a:gd name="T0" fmla="*/ 1 w 21"/>
                      <a:gd name="T1" fmla="*/ 8 h 20"/>
                      <a:gd name="T2" fmla="*/ 12 w 21"/>
                      <a:gd name="T3" fmla="*/ 1 h 20"/>
                      <a:gd name="T4" fmla="*/ 20 w 21"/>
                      <a:gd name="T5" fmla="*/ 12 h 20"/>
                      <a:gd name="T6" fmla="*/ 9 w 21"/>
                      <a:gd name="T7" fmla="*/ 19 h 20"/>
                      <a:gd name="T8" fmla="*/ 1 w 21"/>
                      <a:gd name="T9" fmla="*/ 8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" h="20">
                        <a:moveTo>
                          <a:pt x="1" y="8"/>
                        </a:moveTo>
                        <a:cubicBezTo>
                          <a:pt x="2" y="3"/>
                          <a:pt x="7" y="0"/>
                          <a:pt x="12" y="1"/>
                        </a:cubicBezTo>
                        <a:cubicBezTo>
                          <a:pt x="17" y="2"/>
                          <a:pt x="21" y="7"/>
                          <a:pt x="20" y="12"/>
                        </a:cubicBezTo>
                        <a:cubicBezTo>
                          <a:pt x="19" y="17"/>
                          <a:pt x="14" y="20"/>
                          <a:pt x="9" y="19"/>
                        </a:cubicBezTo>
                        <a:cubicBezTo>
                          <a:pt x="4" y="19"/>
                          <a:pt x="0" y="14"/>
                          <a:pt x="1" y="8"/>
                        </a:cubicBezTo>
                        <a:close/>
                      </a:path>
                    </a:pathLst>
                  </a:custGeom>
                  <a:solidFill>
                    <a:srgbClr val="66737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6" name="Group 103">
                  <a:extLst>
                    <a:ext uri="{FF2B5EF4-FFF2-40B4-BE49-F238E27FC236}">
                      <a16:creationId xmlns:a16="http://schemas.microsoft.com/office/drawing/2014/main" id="{484FAF40-371C-BB2C-F995-FA71B87A818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rot="20154673">
                  <a:off x="6807943" y="2584711"/>
                  <a:ext cx="89056" cy="82867"/>
                  <a:chOff x="4101" y="1443"/>
                  <a:chExt cx="446" cy="415"/>
                </a:xfr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0"/>
                </a:gradFill>
              </p:grpSpPr>
              <p:sp>
                <p:nvSpPr>
                  <p:cNvPr id="197" name="Freeform 104">
                    <a:extLst>
                      <a:ext uri="{FF2B5EF4-FFF2-40B4-BE49-F238E27FC236}">
                        <a16:creationId xmlns:a16="http://schemas.microsoft.com/office/drawing/2014/main" id="{3CB0DB7C-AD19-D5FD-F804-3C61E9179A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47" y="1453"/>
                    <a:ext cx="183" cy="200"/>
                  </a:xfrm>
                  <a:custGeom>
                    <a:avLst/>
                    <a:gdLst>
                      <a:gd name="T0" fmla="*/ 10 w 76"/>
                      <a:gd name="T1" fmla="*/ 51 h 83"/>
                      <a:gd name="T2" fmla="*/ 73 w 76"/>
                      <a:gd name="T3" fmla="*/ 80 h 83"/>
                      <a:gd name="T4" fmla="*/ 54 w 76"/>
                      <a:gd name="T5" fmla="*/ 14 h 83"/>
                      <a:gd name="T6" fmla="*/ 13 w 76"/>
                      <a:gd name="T7" fmla="*/ 10 h 83"/>
                      <a:gd name="T8" fmla="*/ 10 w 76"/>
                      <a:gd name="T9" fmla="*/ 51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" h="83">
                        <a:moveTo>
                          <a:pt x="10" y="51"/>
                        </a:moveTo>
                        <a:cubicBezTo>
                          <a:pt x="20" y="63"/>
                          <a:pt x="69" y="83"/>
                          <a:pt x="73" y="80"/>
                        </a:cubicBezTo>
                        <a:cubicBezTo>
                          <a:pt x="76" y="77"/>
                          <a:pt x="64" y="26"/>
                          <a:pt x="54" y="14"/>
                        </a:cubicBezTo>
                        <a:cubicBezTo>
                          <a:pt x="44" y="2"/>
                          <a:pt x="26" y="0"/>
                          <a:pt x="13" y="10"/>
                        </a:cubicBezTo>
                        <a:cubicBezTo>
                          <a:pt x="1" y="21"/>
                          <a:pt x="0" y="39"/>
                          <a:pt x="10" y="5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8" name="Freeform 105">
                    <a:extLst>
                      <a:ext uri="{FF2B5EF4-FFF2-40B4-BE49-F238E27FC236}">
                        <a16:creationId xmlns:a16="http://schemas.microsoft.com/office/drawing/2014/main" id="{534092AC-4C12-7812-159F-B00FB5D11D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08" y="1443"/>
                    <a:ext cx="181" cy="205"/>
                  </a:xfrm>
                  <a:custGeom>
                    <a:avLst/>
                    <a:gdLst>
                      <a:gd name="T0" fmla="*/ 19 w 75"/>
                      <a:gd name="T1" fmla="*/ 15 h 85"/>
                      <a:gd name="T2" fmla="*/ 3 w 75"/>
                      <a:gd name="T3" fmla="*/ 82 h 85"/>
                      <a:gd name="T4" fmla="*/ 65 w 75"/>
                      <a:gd name="T5" fmla="*/ 50 h 85"/>
                      <a:gd name="T6" fmla="*/ 60 w 75"/>
                      <a:gd name="T7" fmla="*/ 10 h 85"/>
                      <a:gd name="T8" fmla="*/ 19 w 75"/>
                      <a:gd name="T9" fmla="*/ 15 h 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5" h="85">
                        <a:moveTo>
                          <a:pt x="19" y="15"/>
                        </a:moveTo>
                        <a:cubicBezTo>
                          <a:pt x="10" y="28"/>
                          <a:pt x="0" y="79"/>
                          <a:pt x="3" y="82"/>
                        </a:cubicBezTo>
                        <a:cubicBezTo>
                          <a:pt x="7" y="85"/>
                          <a:pt x="55" y="63"/>
                          <a:pt x="65" y="50"/>
                        </a:cubicBezTo>
                        <a:cubicBezTo>
                          <a:pt x="75" y="38"/>
                          <a:pt x="72" y="20"/>
                          <a:pt x="60" y="10"/>
                        </a:cubicBezTo>
                        <a:cubicBezTo>
                          <a:pt x="47" y="0"/>
                          <a:pt x="29" y="2"/>
                          <a:pt x="19" y="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9" name="Freeform 106">
                    <a:extLst>
                      <a:ext uri="{FF2B5EF4-FFF2-40B4-BE49-F238E27FC236}">
                        <a16:creationId xmlns:a16="http://schemas.microsoft.com/office/drawing/2014/main" id="{EA317277-DC8F-588D-1E8F-6112E96F42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20" y="1605"/>
                    <a:ext cx="227" cy="154"/>
                  </a:xfrm>
                  <a:custGeom>
                    <a:avLst/>
                    <a:gdLst>
                      <a:gd name="T0" fmla="*/ 70 w 94"/>
                      <a:gd name="T1" fmla="*/ 5 h 64"/>
                      <a:gd name="T2" fmla="*/ 1 w 94"/>
                      <a:gd name="T3" fmla="*/ 14 h 64"/>
                      <a:gd name="T4" fmla="*/ 54 w 94"/>
                      <a:gd name="T5" fmla="*/ 60 h 64"/>
                      <a:gd name="T6" fmla="*/ 89 w 94"/>
                      <a:gd name="T7" fmla="*/ 40 h 64"/>
                      <a:gd name="T8" fmla="*/ 70 w 94"/>
                      <a:gd name="T9" fmla="*/ 5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4" h="64">
                        <a:moveTo>
                          <a:pt x="70" y="5"/>
                        </a:moveTo>
                        <a:cubicBezTo>
                          <a:pt x="55" y="0"/>
                          <a:pt x="3" y="10"/>
                          <a:pt x="1" y="14"/>
                        </a:cubicBezTo>
                        <a:cubicBezTo>
                          <a:pt x="0" y="19"/>
                          <a:pt x="38" y="55"/>
                          <a:pt x="54" y="60"/>
                        </a:cubicBezTo>
                        <a:cubicBezTo>
                          <a:pt x="69" y="64"/>
                          <a:pt x="85" y="56"/>
                          <a:pt x="89" y="40"/>
                        </a:cubicBezTo>
                        <a:cubicBezTo>
                          <a:pt x="94" y="25"/>
                          <a:pt x="85" y="9"/>
                          <a:pt x="70" y="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00" name="Freeform 107">
                    <a:extLst>
                      <a:ext uri="{FF2B5EF4-FFF2-40B4-BE49-F238E27FC236}">
                        <a16:creationId xmlns:a16="http://schemas.microsoft.com/office/drawing/2014/main" id="{31EBACDC-4779-3BEC-B0A9-7C20BA693C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0" y="1634"/>
                    <a:ext cx="144" cy="224"/>
                  </a:xfrm>
                  <a:custGeom>
                    <a:avLst/>
                    <a:gdLst>
                      <a:gd name="T0" fmla="*/ 58 w 60"/>
                      <a:gd name="T1" fmla="*/ 61 h 93"/>
                      <a:gd name="T2" fmla="*/ 25 w 60"/>
                      <a:gd name="T3" fmla="*/ 0 h 93"/>
                      <a:gd name="T4" fmla="*/ 1 w 60"/>
                      <a:gd name="T5" fmla="*/ 65 h 93"/>
                      <a:gd name="T6" fmla="*/ 32 w 60"/>
                      <a:gd name="T7" fmla="*/ 92 h 93"/>
                      <a:gd name="T8" fmla="*/ 58 w 60"/>
                      <a:gd name="T9" fmla="*/ 61 h 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0" h="93">
                        <a:moveTo>
                          <a:pt x="58" y="61"/>
                        </a:moveTo>
                        <a:cubicBezTo>
                          <a:pt x="57" y="45"/>
                          <a:pt x="30" y="0"/>
                          <a:pt x="25" y="0"/>
                        </a:cubicBezTo>
                        <a:cubicBezTo>
                          <a:pt x="21" y="1"/>
                          <a:pt x="0" y="50"/>
                          <a:pt x="1" y="65"/>
                        </a:cubicBezTo>
                        <a:cubicBezTo>
                          <a:pt x="2" y="81"/>
                          <a:pt x="16" y="93"/>
                          <a:pt x="32" y="92"/>
                        </a:cubicBezTo>
                        <a:cubicBezTo>
                          <a:pt x="48" y="91"/>
                          <a:pt x="60" y="77"/>
                          <a:pt x="58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01" name="Freeform 108">
                    <a:extLst>
                      <a:ext uri="{FF2B5EF4-FFF2-40B4-BE49-F238E27FC236}">
                        <a16:creationId xmlns:a16="http://schemas.microsoft.com/office/drawing/2014/main" id="{99B614C0-ABA0-B8E8-95E5-C8B497BF7A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01" y="1627"/>
                    <a:ext cx="222" cy="159"/>
                  </a:xfrm>
                  <a:custGeom>
                    <a:avLst/>
                    <a:gdLst>
                      <a:gd name="T0" fmla="*/ 46 w 92"/>
                      <a:gd name="T1" fmla="*/ 59 h 66"/>
                      <a:gd name="T2" fmla="*/ 90 w 92"/>
                      <a:gd name="T3" fmla="*/ 5 h 66"/>
                      <a:gd name="T4" fmla="*/ 20 w 92"/>
                      <a:gd name="T5" fmla="*/ 7 h 66"/>
                      <a:gd name="T6" fmla="*/ 7 w 92"/>
                      <a:gd name="T7" fmla="*/ 46 h 66"/>
                      <a:gd name="T8" fmla="*/ 46 w 92"/>
                      <a:gd name="T9" fmla="*/ 59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2" h="66">
                        <a:moveTo>
                          <a:pt x="46" y="59"/>
                        </a:moveTo>
                        <a:cubicBezTo>
                          <a:pt x="60" y="52"/>
                          <a:pt x="92" y="9"/>
                          <a:pt x="90" y="5"/>
                        </a:cubicBezTo>
                        <a:cubicBezTo>
                          <a:pt x="88" y="1"/>
                          <a:pt x="35" y="0"/>
                          <a:pt x="20" y="7"/>
                        </a:cubicBezTo>
                        <a:cubicBezTo>
                          <a:pt x="6" y="14"/>
                          <a:pt x="0" y="32"/>
                          <a:pt x="7" y="46"/>
                        </a:cubicBezTo>
                        <a:cubicBezTo>
                          <a:pt x="15" y="60"/>
                          <a:pt x="32" y="66"/>
                          <a:pt x="46" y="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02" name="Freeform 109">
                    <a:extLst>
                      <a:ext uri="{FF2B5EF4-FFF2-40B4-BE49-F238E27FC236}">
                        <a16:creationId xmlns:a16="http://schemas.microsoft.com/office/drawing/2014/main" id="{FB4E230B-C258-2587-84CF-486E38D08B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91" y="1615"/>
                    <a:ext cx="51" cy="48"/>
                  </a:xfrm>
                  <a:custGeom>
                    <a:avLst/>
                    <a:gdLst>
                      <a:gd name="T0" fmla="*/ 1 w 21"/>
                      <a:gd name="T1" fmla="*/ 8 h 20"/>
                      <a:gd name="T2" fmla="*/ 12 w 21"/>
                      <a:gd name="T3" fmla="*/ 1 h 20"/>
                      <a:gd name="T4" fmla="*/ 20 w 21"/>
                      <a:gd name="T5" fmla="*/ 12 h 20"/>
                      <a:gd name="T6" fmla="*/ 9 w 21"/>
                      <a:gd name="T7" fmla="*/ 19 h 20"/>
                      <a:gd name="T8" fmla="*/ 1 w 21"/>
                      <a:gd name="T9" fmla="*/ 8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" h="20">
                        <a:moveTo>
                          <a:pt x="1" y="8"/>
                        </a:moveTo>
                        <a:cubicBezTo>
                          <a:pt x="2" y="3"/>
                          <a:pt x="7" y="0"/>
                          <a:pt x="12" y="1"/>
                        </a:cubicBezTo>
                        <a:cubicBezTo>
                          <a:pt x="17" y="2"/>
                          <a:pt x="21" y="7"/>
                          <a:pt x="20" y="12"/>
                        </a:cubicBezTo>
                        <a:cubicBezTo>
                          <a:pt x="19" y="17"/>
                          <a:pt x="14" y="20"/>
                          <a:pt x="9" y="19"/>
                        </a:cubicBezTo>
                        <a:cubicBezTo>
                          <a:pt x="4" y="19"/>
                          <a:pt x="0" y="14"/>
                          <a:pt x="1" y="8"/>
                        </a:cubicBezTo>
                        <a:close/>
                      </a:path>
                    </a:pathLst>
                  </a:custGeom>
                  <a:solidFill>
                    <a:srgbClr val="66737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7" name="Group 31">
                <a:extLst>
                  <a:ext uri="{FF2B5EF4-FFF2-40B4-BE49-F238E27FC236}">
                    <a16:creationId xmlns:a16="http://schemas.microsoft.com/office/drawing/2014/main" id="{B3066266-09A1-6D86-6B48-CF17BD9E262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1439620">
                <a:off x="6660338" y="3224849"/>
                <a:ext cx="418657" cy="407221"/>
                <a:chOff x="3564" y="1505"/>
                <a:chExt cx="659" cy="641"/>
              </a:xfrm>
            </p:grpSpPr>
            <p:sp>
              <p:nvSpPr>
                <p:cNvPr id="152" name="Freeform 32">
                  <a:extLst>
                    <a:ext uri="{FF2B5EF4-FFF2-40B4-BE49-F238E27FC236}">
                      <a16:creationId xmlns:a16="http://schemas.microsoft.com/office/drawing/2014/main" id="{9DBA5AD4-4131-7B20-FCE6-42DDFC17E2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7" y="1851"/>
                  <a:ext cx="305" cy="295"/>
                </a:xfrm>
                <a:custGeom>
                  <a:avLst/>
                  <a:gdLst>
                    <a:gd name="T0" fmla="*/ 120 w 127"/>
                    <a:gd name="T1" fmla="*/ 16 h 123"/>
                    <a:gd name="T2" fmla="*/ 73 w 127"/>
                    <a:gd name="T3" fmla="*/ 93 h 123"/>
                    <a:gd name="T4" fmla="*/ 9 w 127"/>
                    <a:gd name="T5" fmla="*/ 123 h 123"/>
                    <a:gd name="T6" fmla="*/ 5 w 127"/>
                    <a:gd name="T7" fmla="*/ 122 h 123"/>
                    <a:gd name="T8" fmla="*/ 17 w 127"/>
                    <a:gd name="T9" fmla="*/ 61 h 123"/>
                    <a:gd name="T10" fmla="*/ 113 w 127"/>
                    <a:gd name="T11" fmla="*/ 0 h 123"/>
                    <a:gd name="T12" fmla="*/ 126 w 127"/>
                    <a:gd name="T13" fmla="*/ 8 h 123"/>
                    <a:gd name="T14" fmla="*/ 120 w 127"/>
                    <a:gd name="T15" fmla="*/ 16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7" h="123">
                      <a:moveTo>
                        <a:pt x="120" y="16"/>
                      </a:moveTo>
                      <a:cubicBezTo>
                        <a:pt x="104" y="23"/>
                        <a:pt x="78" y="80"/>
                        <a:pt x="73" y="93"/>
                      </a:cubicBezTo>
                      <a:cubicBezTo>
                        <a:pt x="67" y="105"/>
                        <a:pt x="17" y="121"/>
                        <a:pt x="9" y="123"/>
                      </a:cubicBezTo>
                      <a:cubicBezTo>
                        <a:pt x="7" y="123"/>
                        <a:pt x="6" y="123"/>
                        <a:pt x="5" y="122"/>
                      </a:cubicBezTo>
                      <a:cubicBezTo>
                        <a:pt x="0" y="115"/>
                        <a:pt x="1" y="91"/>
                        <a:pt x="17" y="61"/>
                      </a:cubicBezTo>
                      <a:cubicBezTo>
                        <a:pt x="36" y="27"/>
                        <a:pt x="113" y="0"/>
                        <a:pt x="113" y="0"/>
                      </a:cubicBezTo>
                      <a:cubicBezTo>
                        <a:pt x="113" y="0"/>
                        <a:pt x="123" y="4"/>
                        <a:pt x="126" y="8"/>
                      </a:cubicBezTo>
                      <a:cubicBezTo>
                        <a:pt x="127" y="11"/>
                        <a:pt x="127" y="13"/>
                        <a:pt x="120" y="16"/>
                      </a:cubicBezTo>
                      <a:close/>
                    </a:path>
                  </a:pathLst>
                </a:custGeom>
                <a:solidFill>
                  <a:srgbClr val="17B28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" name="Freeform 33">
                  <a:extLst>
                    <a:ext uri="{FF2B5EF4-FFF2-40B4-BE49-F238E27FC236}">
                      <a16:creationId xmlns:a16="http://schemas.microsoft.com/office/drawing/2014/main" id="{932564EF-6A5E-85DC-F939-E31D7417A6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3" y="1846"/>
                  <a:ext cx="303" cy="295"/>
                </a:xfrm>
                <a:custGeom>
                  <a:avLst/>
                  <a:gdLst>
                    <a:gd name="T0" fmla="*/ 126 w 126"/>
                    <a:gd name="T1" fmla="*/ 8 h 123"/>
                    <a:gd name="T2" fmla="*/ 118 w 126"/>
                    <a:gd name="T3" fmla="*/ 10 h 123"/>
                    <a:gd name="T4" fmla="*/ 9 w 126"/>
                    <a:gd name="T5" fmla="*/ 123 h 123"/>
                    <a:gd name="T6" fmla="*/ 5 w 126"/>
                    <a:gd name="T7" fmla="*/ 122 h 123"/>
                    <a:gd name="T8" fmla="*/ 17 w 126"/>
                    <a:gd name="T9" fmla="*/ 61 h 123"/>
                    <a:gd name="T10" fmla="*/ 113 w 126"/>
                    <a:gd name="T11" fmla="*/ 0 h 123"/>
                    <a:gd name="T12" fmla="*/ 126 w 126"/>
                    <a:gd name="T13" fmla="*/ 8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6" h="123">
                      <a:moveTo>
                        <a:pt x="126" y="8"/>
                      </a:moveTo>
                      <a:cubicBezTo>
                        <a:pt x="124" y="9"/>
                        <a:pt x="121" y="10"/>
                        <a:pt x="118" y="10"/>
                      </a:cubicBezTo>
                      <a:cubicBezTo>
                        <a:pt x="41" y="29"/>
                        <a:pt x="9" y="123"/>
                        <a:pt x="9" y="123"/>
                      </a:cubicBezTo>
                      <a:cubicBezTo>
                        <a:pt x="5" y="122"/>
                        <a:pt x="5" y="122"/>
                        <a:pt x="5" y="122"/>
                      </a:cubicBezTo>
                      <a:cubicBezTo>
                        <a:pt x="0" y="115"/>
                        <a:pt x="1" y="91"/>
                        <a:pt x="17" y="61"/>
                      </a:cubicBezTo>
                      <a:cubicBezTo>
                        <a:pt x="36" y="27"/>
                        <a:pt x="113" y="0"/>
                        <a:pt x="113" y="0"/>
                      </a:cubicBezTo>
                      <a:cubicBezTo>
                        <a:pt x="113" y="0"/>
                        <a:pt x="123" y="4"/>
                        <a:pt x="126" y="8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" name="Freeform 34">
                  <a:extLst>
                    <a:ext uri="{FF2B5EF4-FFF2-40B4-BE49-F238E27FC236}">
                      <a16:creationId xmlns:a16="http://schemas.microsoft.com/office/drawing/2014/main" id="{35D6D66F-E6C9-00EF-74EA-DC44D612DA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7185450">
                  <a:off x="3871" y="1584"/>
                  <a:ext cx="279" cy="122"/>
                </a:xfrm>
                <a:custGeom>
                  <a:avLst/>
                  <a:gdLst>
                    <a:gd name="T0" fmla="*/ 108 w 116"/>
                    <a:gd name="T1" fmla="*/ 41 h 51"/>
                    <a:gd name="T2" fmla="*/ 45 w 116"/>
                    <a:gd name="T3" fmla="*/ 48 h 51"/>
                    <a:gd name="T4" fmla="*/ 1 w 116"/>
                    <a:gd name="T5" fmla="*/ 27 h 51"/>
                    <a:gd name="T6" fmla="*/ 0 w 116"/>
                    <a:gd name="T7" fmla="*/ 25 h 51"/>
                    <a:gd name="T8" fmla="*/ 38 w 116"/>
                    <a:gd name="T9" fmla="*/ 5 h 51"/>
                    <a:gd name="T10" fmla="*/ 113 w 116"/>
                    <a:gd name="T11" fmla="*/ 30 h 51"/>
                    <a:gd name="T12" fmla="*/ 114 w 116"/>
                    <a:gd name="T13" fmla="*/ 40 h 51"/>
                    <a:gd name="T14" fmla="*/ 108 w 116"/>
                    <a:gd name="T15" fmla="*/ 41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6" h="51">
                      <a:moveTo>
                        <a:pt x="108" y="41"/>
                      </a:moveTo>
                      <a:cubicBezTo>
                        <a:pt x="96" y="35"/>
                        <a:pt x="54" y="46"/>
                        <a:pt x="45" y="48"/>
                      </a:cubicBezTo>
                      <a:cubicBezTo>
                        <a:pt x="36" y="51"/>
                        <a:pt x="6" y="31"/>
                        <a:pt x="1" y="27"/>
                      </a:cubicBezTo>
                      <a:cubicBezTo>
                        <a:pt x="0" y="26"/>
                        <a:pt x="0" y="26"/>
                        <a:pt x="0" y="25"/>
                      </a:cubicBezTo>
                      <a:cubicBezTo>
                        <a:pt x="1" y="19"/>
                        <a:pt x="15" y="9"/>
                        <a:pt x="38" y="5"/>
                      </a:cubicBezTo>
                      <a:cubicBezTo>
                        <a:pt x="65" y="0"/>
                        <a:pt x="113" y="30"/>
                        <a:pt x="113" y="30"/>
                      </a:cubicBezTo>
                      <a:cubicBezTo>
                        <a:pt x="113" y="30"/>
                        <a:pt x="116" y="37"/>
                        <a:pt x="114" y="40"/>
                      </a:cubicBezTo>
                      <a:cubicBezTo>
                        <a:pt x="114" y="42"/>
                        <a:pt x="112" y="43"/>
                        <a:pt x="108" y="41"/>
                      </a:cubicBezTo>
                      <a:close/>
                    </a:path>
                  </a:pathLst>
                </a:custGeom>
                <a:solidFill>
                  <a:srgbClr val="17B28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" name="Freeform 35">
                  <a:extLst>
                    <a:ext uri="{FF2B5EF4-FFF2-40B4-BE49-F238E27FC236}">
                      <a16:creationId xmlns:a16="http://schemas.microsoft.com/office/drawing/2014/main" id="{159B19D0-C073-9682-02F4-0007267519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4" y="1701"/>
                  <a:ext cx="279" cy="96"/>
                </a:xfrm>
                <a:custGeom>
                  <a:avLst/>
                  <a:gdLst>
                    <a:gd name="T0" fmla="*/ 114 w 116"/>
                    <a:gd name="T1" fmla="*/ 40 h 40"/>
                    <a:gd name="T2" fmla="*/ 110 w 116"/>
                    <a:gd name="T3" fmla="*/ 37 h 40"/>
                    <a:gd name="T4" fmla="*/ 1 w 116"/>
                    <a:gd name="T5" fmla="*/ 27 h 40"/>
                    <a:gd name="T6" fmla="*/ 0 w 116"/>
                    <a:gd name="T7" fmla="*/ 25 h 40"/>
                    <a:gd name="T8" fmla="*/ 38 w 116"/>
                    <a:gd name="T9" fmla="*/ 5 h 40"/>
                    <a:gd name="T10" fmla="*/ 113 w 116"/>
                    <a:gd name="T11" fmla="*/ 30 h 40"/>
                    <a:gd name="T12" fmla="*/ 114 w 116"/>
                    <a:gd name="T1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6" h="40">
                      <a:moveTo>
                        <a:pt x="114" y="40"/>
                      </a:moveTo>
                      <a:cubicBezTo>
                        <a:pt x="113" y="39"/>
                        <a:pt x="112" y="38"/>
                        <a:pt x="110" y="37"/>
                      </a:cubicBezTo>
                      <a:cubicBezTo>
                        <a:pt x="66" y="4"/>
                        <a:pt x="1" y="27"/>
                        <a:pt x="1" y="27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1" y="19"/>
                        <a:pt x="15" y="9"/>
                        <a:pt x="38" y="5"/>
                      </a:cubicBezTo>
                      <a:cubicBezTo>
                        <a:pt x="65" y="0"/>
                        <a:pt x="113" y="30"/>
                        <a:pt x="113" y="30"/>
                      </a:cubicBezTo>
                      <a:cubicBezTo>
                        <a:pt x="113" y="30"/>
                        <a:pt x="116" y="37"/>
                        <a:pt x="114" y="40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" name="Freeform 36">
                  <a:extLst>
                    <a:ext uri="{FF2B5EF4-FFF2-40B4-BE49-F238E27FC236}">
                      <a16:creationId xmlns:a16="http://schemas.microsoft.com/office/drawing/2014/main" id="{77C48429-1E3D-F0E4-7ADC-29518F2E96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5010185">
                  <a:off x="3977" y="1594"/>
                  <a:ext cx="154" cy="339"/>
                </a:xfrm>
                <a:custGeom>
                  <a:avLst/>
                  <a:gdLst>
                    <a:gd name="T0" fmla="*/ 44 w 64"/>
                    <a:gd name="T1" fmla="*/ 8 h 141"/>
                    <a:gd name="T2" fmla="*/ 62 w 64"/>
                    <a:gd name="T3" fmla="*/ 83 h 141"/>
                    <a:gd name="T4" fmla="*/ 42 w 64"/>
                    <a:gd name="T5" fmla="*/ 140 h 141"/>
                    <a:gd name="T6" fmla="*/ 40 w 64"/>
                    <a:gd name="T7" fmla="*/ 141 h 141"/>
                    <a:gd name="T8" fmla="*/ 10 w 64"/>
                    <a:gd name="T9" fmla="*/ 98 h 141"/>
                    <a:gd name="T10" fmla="*/ 30 w 64"/>
                    <a:gd name="T11" fmla="*/ 4 h 141"/>
                    <a:gd name="T12" fmla="*/ 42 w 64"/>
                    <a:gd name="T13" fmla="*/ 1 h 141"/>
                    <a:gd name="T14" fmla="*/ 44 w 64"/>
                    <a:gd name="T15" fmla="*/ 8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4" h="141">
                      <a:moveTo>
                        <a:pt x="44" y="8"/>
                      </a:moveTo>
                      <a:cubicBezTo>
                        <a:pt x="64" y="52"/>
                        <a:pt x="64" y="64"/>
                        <a:pt x="62" y="83"/>
                      </a:cubicBezTo>
                      <a:cubicBezTo>
                        <a:pt x="61" y="95"/>
                        <a:pt x="46" y="134"/>
                        <a:pt x="42" y="140"/>
                      </a:cubicBezTo>
                      <a:cubicBezTo>
                        <a:pt x="42" y="141"/>
                        <a:pt x="41" y="141"/>
                        <a:pt x="40" y="141"/>
                      </a:cubicBezTo>
                      <a:cubicBezTo>
                        <a:pt x="33" y="141"/>
                        <a:pt x="18" y="125"/>
                        <a:pt x="10" y="98"/>
                      </a:cubicBezTo>
                      <a:cubicBezTo>
                        <a:pt x="0" y="66"/>
                        <a:pt x="30" y="4"/>
                        <a:pt x="30" y="4"/>
                      </a:cubicBezTo>
                      <a:cubicBezTo>
                        <a:pt x="30" y="4"/>
                        <a:pt x="38" y="0"/>
                        <a:pt x="42" y="1"/>
                      </a:cubicBezTo>
                      <a:cubicBezTo>
                        <a:pt x="45" y="1"/>
                        <a:pt x="41" y="3"/>
                        <a:pt x="44" y="8"/>
                      </a:cubicBezTo>
                      <a:close/>
                    </a:path>
                  </a:pathLst>
                </a:custGeom>
                <a:solidFill>
                  <a:srgbClr val="17B28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" name="Freeform 37">
                  <a:extLst>
                    <a:ext uri="{FF2B5EF4-FFF2-40B4-BE49-F238E27FC236}">
                      <a16:creationId xmlns:a16="http://schemas.microsoft.com/office/drawing/2014/main" id="{A6FCE564-7479-5F3B-AE01-CA851788D3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5354412">
                  <a:off x="4002" y="1616"/>
                  <a:ext cx="101" cy="339"/>
                </a:xfrm>
                <a:custGeom>
                  <a:avLst/>
                  <a:gdLst>
                    <a:gd name="T0" fmla="*/ 42 w 42"/>
                    <a:gd name="T1" fmla="*/ 1 h 141"/>
                    <a:gd name="T2" fmla="*/ 39 w 42"/>
                    <a:gd name="T3" fmla="*/ 6 h 141"/>
                    <a:gd name="T4" fmla="*/ 42 w 42"/>
                    <a:gd name="T5" fmla="*/ 140 h 141"/>
                    <a:gd name="T6" fmla="*/ 40 w 42"/>
                    <a:gd name="T7" fmla="*/ 141 h 141"/>
                    <a:gd name="T8" fmla="*/ 10 w 42"/>
                    <a:gd name="T9" fmla="*/ 98 h 141"/>
                    <a:gd name="T10" fmla="*/ 30 w 42"/>
                    <a:gd name="T11" fmla="*/ 4 h 141"/>
                    <a:gd name="T12" fmla="*/ 42 w 42"/>
                    <a:gd name="T13" fmla="*/ 1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141">
                      <a:moveTo>
                        <a:pt x="42" y="1"/>
                      </a:moveTo>
                      <a:cubicBezTo>
                        <a:pt x="41" y="2"/>
                        <a:pt x="40" y="4"/>
                        <a:pt x="39" y="6"/>
                      </a:cubicBezTo>
                      <a:cubicBezTo>
                        <a:pt x="5" y="64"/>
                        <a:pt x="42" y="140"/>
                        <a:pt x="42" y="140"/>
                      </a:cubicBezTo>
                      <a:cubicBezTo>
                        <a:pt x="40" y="141"/>
                        <a:pt x="40" y="141"/>
                        <a:pt x="40" y="141"/>
                      </a:cubicBezTo>
                      <a:cubicBezTo>
                        <a:pt x="33" y="141"/>
                        <a:pt x="18" y="125"/>
                        <a:pt x="10" y="98"/>
                      </a:cubicBezTo>
                      <a:cubicBezTo>
                        <a:pt x="0" y="66"/>
                        <a:pt x="30" y="4"/>
                        <a:pt x="30" y="4"/>
                      </a:cubicBezTo>
                      <a:cubicBezTo>
                        <a:pt x="30" y="4"/>
                        <a:pt x="38" y="0"/>
                        <a:pt x="42" y="1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" name="Freeform 38">
                  <a:extLst>
                    <a:ext uri="{FF2B5EF4-FFF2-40B4-BE49-F238E27FC236}">
                      <a16:creationId xmlns:a16="http://schemas.microsoft.com/office/drawing/2014/main" id="{5597A5B2-45E8-63EA-DC28-797E9E33EB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6" y="1742"/>
                  <a:ext cx="266" cy="177"/>
                </a:xfrm>
                <a:custGeom>
                  <a:avLst/>
                  <a:gdLst>
                    <a:gd name="T0" fmla="*/ 110 w 111"/>
                    <a:gd name="T1" fmla="*/ 30 h 74"/>
                    <a:gd name="T2" fmla="*/ 51 w 111"/>
                    <a:gd name="T3" fmla="*/ 4 h 74"/>
                    <a:gd name="T4" fmla="*/ 13 w 111"/>
                    <a:gd name="T5" fmla="*/ 57 h 74"/>
                    <a:gd name="T6" fmla="*/ 98 w 111"/>
                    <a:gd name="T7" fmla="*/ 52 h 74"/>
                    <a:gd name="T8" fmla="*/ 110 w 111"/>
                    <a:gd name="T9" fmla="*/ 30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1" h="74">
                      <a:moveTo>
                        <a:pt x="110" y="30"/>
                      </a:moveTo>
                      <a:cubicBezTo>
                        <a:pt x="111" y="27"/>
                        <a:pt x="71" y="0"/>
                        <a:pt x="51" y="4"/>
                      </a:cubicBezTo>
                      <a:cubicBezTo>
                        <a:pt x="28" y="9"/>
                        <a:pt x="0" y="29"/>
                        <a:pt x="13" y="57"/>
                      </a:cubicBezTo>
                      <a:cubicBezTo>
                        <a:pt x="21" y="74"/>
                        <a:pt x="92" y="57"/>
                        <a:pt x="98" y="52"/>
                      </a:cubicBezTo>
                      <a:cubicBezTo>
                        <a:pt x="104" y="46"/>
                        <a:pt x="110" y="30"/>
                        <a:pt x="110" y="3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CA523"/>
                    </a:gs>
                    <a:gs pos="100000">
                      <a:srgbClr val="FFE39E"/>
                    </a:gs>
                  </a:gsLst>
                  <a:lin ang="10200000" scaled="0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Freeform 39">
                  <a:extLst>
                    <a:ext uri="{FF2B5EF4-FFF2-40B4-BE49-F238E27FC236}">
                      <a16:creationId xmlns:a16="http://schemas.microsoft.com/office/drawing/2014/main" id="{1024EB07-473B-E28D-12EE-AA2D31C7F1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" y="1602"/>
                  <a:ext cx="214" cy="222"/>
                </a:xfrm>
                <a:custGeom>
                  <a:avLst/>
                  <a:gdLst>
                    <a:gd name="T0" fmla="*/ 14 w 89"/>
                    <a:gd name="T1" fmla="*/ 83 h 84"/>
                    <a:gd name="T2" fmla="*/ 26 w 89"/>
                    <a:gd name="T3" fmla="*/ 23 h 84"/>
                    <a:gd name="T4" fmla="*/ 77 w 89"/>
                    <a:gd name="T5" fmla="*/ 9 h 84"/>
                    <a:gd name="T6" fmla="*/ 81 w 89"/>
                    <a:gd name="T7" fmla="*/ 49 h 84"/>
                    <a:gd name="T8" fmla="*/ 45 w 89"/>
                    <a:gd name="T9" fmla="*/ 84 h 84"/>
                    <a:gd name="T10" fmla="*/ 14 w 89"/>
                    <a:gd name="T11" fmla="*/ 83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9" h="84">
                      <a:moveTo>
                        <a:pt x="14" y="83"/>
                      </a:moveTo>
                      <a:cubicBezTo>
                        <a:pt x="14" y="83"/>
                        <a:pt x="0" y="41"/>
                        <a:pt x="26" y="23"/>
                      </a:cubicBezTo>
                      <a:cubicBezTo>
                        <a:pt x="52" y="6"/>
                        <a:pt x="68" y="0"/>
                        <a:pt x="77" y="9"/>
                      </a:cubicBezTo>
                      <a:cubicBezTo>
                        <a:pt x="85" y="18"/>
                        <a:pt x="89" y="37"/>
                        <a:pt x="81" y="49"/>
                      </a:cubicBezTo>
                      <a:cubicBezTo>
                        <a:pt x="73" y="61"/>
                        <a:pt x="45" y="84"/>
                        <a:pt x="45" y="84"/>
                      </a:cubicBezTo>
                      <a:lnTo>
                        <a:pt x="14" y="8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CA523"/>
                    </a:gs>
                    <a:gs pos="100000">
                      <a:srgbClr val="FFE39E"/>
                    </a:gs>
                  </a:gsLst>
                  <a:lin ang="14400000" scaled="0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Freeform 40">
                  <a:extLst>
                    <a:ext uri="{FF2B5EF4-FFF2-40B4-BE49-F238E27FC236}">
                      <a16:creationId xmlns:a16="http://schemas.microsoft.com/office/drawing/2014/main" id="{04414EAC-D8DF-4FB3-C653-DCAEDC871C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62" y="1759"/>
                  <a:ext cx="286" cy="216"/>
                </a:xfrm>
                <a:custGeom>
                  <a:avLst/>
                  <a:gdLst>
                    <a:gd name="T0" fmla="*/ 1 w 119"/>
                    <a:gd name="T1" fmla="*/ 48 h 90"/>
                    <a:gd name="T2" fmla="*/ 69 w 119"/>
                    <a:gd name="T3" fmla="*/ 86 h 90"/>
                    <a:gd name="T4" fmla="*/ 99 w 119"/>
                    <a:gd name="T5" fmla="*/ 22 h 90"/>
                    <a:gd name="T6" fmla="*/ 9 w 119"/>
                    <a:gd name="T7" fmla="*/ 21 h 90"/>
                    <a:gd name="T8" fmla="*/ 1 w 119"/>
                    <a:gd name="T9" fmla="*/ 48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9" h="90">
                      <a:moveTo>
                        <a:pt x="1" y="48"/>
                      </a:moveTo>
                      <a:cubicBezTo>
                        <a:pt x="0" y="52"/>
                        <a:pt x="48" y="90"/>
                        <a:pt x="69" y="86"/>
                      </a:cubicBezTo>
                      <a:cubicBezTo>
                        <a:pt x="92" y="82"/>
                        <a:pt x="119" y="60"/>
                        <a:pt x="99" y="22"/>
                      </a:cubicBezTo>
                      <a:cubicBezTo>
                        <a:pt x="87" y="0"/>
                        <a:pt x="15" y="15"/>
                        <a:pt x="9" y="21"/>
                      </a:cubicBezTo>
                      <a:cubicBezTo>
                        <a:pt x="4" y="28"/>
                        <a:pt x="1" y="48"/>
                        <a:pt x="1" y="4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CA523"/>
                    </a:gs>
                    <a:gs pos="100000">
                      <a:srgbClr val="FFE39E"/>
                    </a:gs>
                  </a:gsLst>
                  <a:lin ang="2400000" scaled="0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" name="Freeform 41">
                  <a:extLst>
                    <a:ext uri="{FF2B5EF4-FFF2-40B4-BE49-F238E27FC236}">
                      <a16:creationId xmlns:a16="http://schemas.microsoft.com/office/drawing/2014/main" id="{A7C68CF7-D390-9124-1947-27B4E1F018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94" y="1847"/>
                  <a:ext cx="218" cy="243"/>
                </a:xfrm>
                <a:custGeom>
                  <a:avLst/>
                  <a:gdLst>
                    <a:gd name="T0" fmla="*/ 82 w 91"/>
                    <a:gd name="T1" fmla="*/ 12 h 101"/>
                    <a:gd name="T2" fmla="*/ 63 w 91"/>
                    <a:gd name="T3" fmla="*/ 85 h 101"/>
                    <a:gd name="T4" fmla="*/ 10 w 91"/>
                    <a:gd name="T5" fmla="*/ 86 h 101"/>
                    <a:gd name="T6" fmla="*/ 10 w 91"/>
                    <a:gd name="T7" fmla="*/ 34 h 101"/>
                    <a:gd name="T8" fmla="*/ 50 w 91"/>
                    <a:gd name="T9" fmla="*/ 0 h 101"/>
                    <a:gd name="T10" fmla="*/ 82 w 91"/>
                    <a:gd name="T11" fmla="*/ 12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1" h="101">
                      <a:moveTo>
                        <a:pt x="82" y="12"/>
                      </a:moveTo>
                      <a:cubicBezTo>
                        <a:pt x="82" y="12"/>
                        <a:pt x="91" y="71"/>
                        <a:pt x="63" y="85"/>
                      </a:cubicBezTo>
                      <a:cubicBezTo>
                        <a:pt x="35" y="99"/>
                        <a:pt x="18" y="101"/>
                        <a:pt x="10" y="86"/>
                      </a:cubicBezTo>
                      <a:cubicBezTo>
                        <a:pt x="2" y="72"/>
                        <a:pt x="0" y="46"/>
                        <a:pt x="10" y="34"/>
                      </a:cubicBezTo>
                      <a:cubicBezTo>
                        <a:pt x="19" y="21"/>
                        <a:pt x="50" y="0"/>
                        <a:pt x="50" y="0"/>
                      </a:cubicBezTo>
                      <a:lnTo>
                        <a:pt x="82" y="12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CA523"/>
                    </a:gs>
                    <a:gs pos="100000">
                      <a:srgbClr val="FFE39E"/>
                    </a:gs>
                  </a:gsLst>
                  <a:lin ang="6600000" scaled="0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" name="Freeform 42">
                  <a:extLst>
                    <a:ext uri="{FF2B5EF4-FFF2-40B4-BE49-F238E27FC236}">
                      <a16:creationId xmlns:a16="http://schemas.microsoft.com/office/drawing/2014/main" id="{5BCC6E5E-3AA3-949E-C24D-A60E7C31E7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7" y="1776"/>
                  <a:ext cx="106" cy="107"/>
                </a:xfrm>
                <a:custGeom>
                  <a:avLst/>
                  <a:gdLst>
                    <a:gd name="T0" fmla="*/ 33 w 44"/>
                    <a:gd name="T1" fmla="*/ 39 h 45"/>
                    <a:gd name="T2" fmla="*/ 28 w 44"/>
                    <a:gd name="T3" fmla="*/ 42 h 45"/>
                    <a:gd name="T4" fmla="*/ 8 w 44"/>
                    <a:gd name="T5" fmla="*/ 35 h 45"/>
                    <a:gd name="T6" fmla="*/ 4 w 44"/>
                    <a:gd name="T7" fmla="*/ 26 h 45"/>
                    <a:gd name="T8" fmla="*/ 11 w 44"/>
                    <a:gd name="T9" fmla="*/ 6 h 45"/>
                    <a:gd name="T10" fmla="*/ 17 w 44"/>
                    <a:gd name="T11" fmla="*/ 4 h 45"/>
                    <a:gd name="T12" fmla="*/ 36 w 44"/>
                    <a:gd name="T13" fmla="*/ 11 h 45"/>
                    <a:gd name="T14" fmla="*/ 40 w 44"/>
                    <a:gd name="T15" fmla="*/ 19 h 45"/>
                    <a:gd name="T16" fmla="*/ 33 w 44"/>
                    <a:gd name="T17" fmla="*/ 39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4" h="45">
                      <a:moveTo>
                        <a:pt x="33" y="39"/>
                      </a:moveTo>
                      <a:cubicBezTo>
                        <a:pt x="28" y="42"/>
                        <a:pt x="28" y="42"/>
                        <a:pt x="28" y="42"/>
                      </a:cubicBezTo>
                      <a:cubicBezTo>
                        <a:pt x="20" y="45"/>
                        <a:pt x="11" y="42"/>
                        <a:pt x="8" y="35"/>
                      </a:cubicBezTo>
                      <a:cubicBezTo>
                        <a:pt x="4" y="26"/>
                        <a:pt x="4" y="26"/>
                        <a:pt x="4" y="26"/>
                      </a:cubicBezTo>
                      <a:cubicBezTo>
                        <a:pt x="0" y="19"/>
                        <a:pt x="4" y="10"/>
                        <a:pt x="11" y="6"/>
                      </a:cubicBezTo>
                      <a:cubicBezTo>
                        <a:pt x="17" y="4"/>
                        <a:pt x="17" y="4"/>
                        <a:pt x="17" y="4"/>
                      </a:cubicBezTo>
                      <a:cubicBezTo>
                        <a:pt x="24" y="0"/>
                        <a:pt x="33" y="4"/>
                        <a:pt x="36" y="11"/>
                      </a:cubicBezTo>
                      <a:cubicBezTo>
                        <a:pt x="40" y="19"/>
                        <a:pt x="40" y="19"/>
                        <a:pt x="40" y="19"/>
                      </a:cubicBezTo>
                      <a:cubicBezTo>
                        <a:pt x="44" y="27"/>
                        <a:pt x="41" y="36"/>
                        <a:pt x="33" y="39"/>
                      </a:cubicBezTo>
                      <a:close/>
                    </a:path>
                  </a:pathLst>
                </a:custGeom>
                <a:solidFill>
                  <a:srgbClr val="FCA52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" name="Freeform 43">
                  <a:extLst>
                    <a:ext uri="{FF2B5EF4-FFF2-40B4-BE49-F238E27FC236}">
                      <a16:creationId xmlns:a16="http://schemas.microsoft.com/office/drawing/2014/main" id="{88615C17-8563-BDAC-DBF8-DAC1A48DFF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56" y="1732"/>
                  <a:ext cx="151" cy="132"/>
                </a:xfrm>
                <a:custGeom>
                  <a:avLst/>
                  <a:gdLst>
                    <a:gd name="T0" fmla="*/ 48 w 63"/>
                    <a:gd name="T1" fmla="*/ 44 h 55"/>
                    <a:gd name="T2" fmla="*/ 63 w 63"/>
                    <a:gd name="T3" fmla="*/ 19 h 55"/>
                    <a:gd name="T4" fmla="*/ 61 w 63"/>
                    <a:gd name="T5" fmla="*/ 18 h 55"/>
                    <a:gd name="T6" fmla="*/ 45 w 63"/>
                    <a:gd name="T7" fmla="*/ 43 h 55"/>
                    <a:gd name="T8" fmla="*/ 42 w 63"/>
                    <a:gd name="T9" fmla="*/ 43 h 55"/>
                    <a:gd name="T10" fmla="*/ 47 w 63"/>
                    <a:gd name="T11" fmla="*/ 1 h 55"/>
                    <a:gd name="T12" fmla="*/ 44 w 63"/>
                    <a:gd name="T13" fmla="*/ 0 h 55"/>
                    <a:gd name="T14" fmla="*/ 40 w 63"/>
                    <a:gd name="T15" fmla="*/ 43 h 55"/>
                    <a:gd name="T16" fmla="*/ 39 w 63"/>
                    <a:gd name="T17" fmla="*/ 44 h 55"/>
                    <a:gd name="T18" fmla="*/ 6 w 63"/>
                    <a:gd name="T19" fmla="*/ 5 h 55"/>
                    <a:gd name="T20" fmla="*/ 5 w 63"/>
                    <a:gd name="T21" fmla="*/ 7 h 55"/>
                    <a:gd name="T22" fmla="*/ 37 w 63"/>
                    <a:gd name="T23" fmla="*/ 46 h 55"/>
                    <a:gd name="T24" fmla="*/ 36 w 63"/>
                    <a:gd name="T25" fmla="*/ 47 h 55"/>
                    <a:gd name="T26" fmla="*/ 31 w 63"/>
                    <a:gd name="T27" fmla="*/ 45 h 55"/>
                    <a:gd name="T28" fmla="*/ 0 w 63"/>
                    <a:gd name="T29" fmla="*/ 23 h 55"/>
                    <a:gd name="T30" fmla="*/ 0 w 63"/>
                    <a:gd name="T31" fmla="*/ 25 h 55"/>
                    <a:gd name="T32" fmla="*/ 27 w 63"/>
                    <a:gd name="T33" fmla="*/ 44 h 55"/>
                    <a:gd name="T34" fmla="*/ 6 w 63"/>
                    <a:gd name="T35" fmla="*/ 41 h 55"/>
                    <a:gd name="T36" fmla="*/ 6 w 63"/>
                    <a:gd name="T37" fmla="*/ 44 h 55"/>
                    <a:gd name="T38" fmla="*/ 29 w 63"/>
                    <a:gd name="T39" fmla="*/ 47 h 55"/>
                    <a:gd name="T40" fmla="*/ 29 w 63"/>
                    <a:gd name="T41" fmla="*/ 47 h 55"/>
                    <a:gd name="T42" fmla="*/ 29 w 63"/>
                    <a:gd name="T43" fmla="*/ 47 h 55"/>
                    <a:gd name="T44" fmla="*/ 36 w 63"/>
                    <a:gd name="T45" fmla="*/ 50 h 55"/>
                    <a:gd name="T46" fmla="*/ 36 w 63"/>
                    <a:gd name="T47" fmla="*/ 51 h 55"/>
                    <a:gd name="T48" fmla="*/ 45 w 63"/>
                    <a:gd name="T49" fmla="*/ 53 h 55"/>
                    <a:gd name="T50" fmla="*/ 48 w 63"/>
                    <a:gd name="T51" fmla="*/ 45 h 55"/>
                    <a:gd name="T52" fmla="*/ 48 w 63"/>
                    <a:gd name="T53" fmla="*/ 44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63" h="55">
                      <a:moveTo>
                        <a:pt x="48" y="44"/>
                      </a:moveTo>
                      <a:cubicBezTo>
                        <a:pt x="51" y="32"/>
                        <a:pt x="62" y="20"/>
                        <a:pt x="63" y="19"/>
                      </a:cubicBezTo>
                      <a:cubicBezTo>
                        <a:pt x="61" y="18"/>
                        <a:pt x="61" y="18"/>
                        <a:pt x="61" y="18"/>
                      </a:cubicBezTo>
                      <a:cubicBezTo>
                        <a:pt x="60" y="18"/>
                        <a:pt x="49" y="31"/>
                        <a:pt x="45" y="43"/>
                      </a:cubicBezTo>
                      <a:cubicBezTo>
                        <a:pt x="45" y="43"/>
                        <a:pt x="43" y="43"/>
                        <a:pt x="42" y="43"/>
                      </a:cubicBezTo>
                      <a:cubicBezTo>
                        <a:pt x="41" y="36"/>
                        <a:pt x="40" y="18"/>
                        <a:pt x="47" y="1"/>
                      </a:cubicBezTo>
                      <a:cubicBezTo>
                        <a:pt x="44" y="0"/>
                        <a:pt x="44" y="0"/>
                        <a:pt x="44" y="0"/>
                      </a:cubicBezTo>
                      <a:cubicBezTo>
                        <a:pt x="37" y="18"/>
                        <a:pt x="39" y="36"/>
                        <a:pt x="40" y="43"/>
                      </a:cubicBezTo>
                      <a:cubicBezTo>
                        <a:pt x="40" y="44"/>
                        <a:pt x="39" y="44"/>
                        <a:pt x="39" y="44"/>
                      </a:cubicBezTo>
                      <a:cubicBezTo>
                        <a:pt x="30" y="23"/>
                        <a:pt x="7" y="6"/>
                        <a:pt x="6" y="5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29" y="25"/>
                        <a:pt x="37" y="46"/>
                      </a:cubicBezTo>
                      <a:cubicBezTo>
                        <a:pt x="37" y="46"/>
                        <a:pt x="36" y="47"/>
                        <a:pt x="36" y="47"/>
                      </a:cubicBezTo>
                      <a:cubicBezTo>
                        <a:pt x="34" y="46"/>
                        <a:pt x="33" y="45"/>
                        <a:pt x="31" y="45"/>
                      </a:cubicBezTo>
                      <a:cubicBezTo>
                        <a:pt x="22" y="31"/>
                        <a:pt x="1" y="23"/>
                        <a:pt x="0" y="23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5"/>
                        <a:pt x="18" y="32"/>
                        <a:pt x="27" y="44"/>
                      </a:cubicBezTo>
                      <a:cubicBezTo>
                        <a:pt x="17" y="41"/>
                        <a:pt x="7" y="41"/>
                        <a:pt x="6" y="41"/>
                      </a:cubicBezTo>
                      <a:cubicBezTo>
                        <a:pt x="6" y="44"/>
                        <a:pt x="6" y="44"/>
                        <a:pt x="6" y="44"/>
                      </a:cubicBezTo>
                      <a:cubicBezTo>
                        <a:pt x="7" y="44"/>
                        <a:pt x="18" y="44"/>
                        <a:pt x="29" y="47"/>
                      </a:cubicBezTo>
                      <a:cubicBezTo>
                        <a:pt x="29" y="47"/>
                        <a:pt x="29" y="47"/>
                        <a:pt x="29" y="47"/>
                      </a:cubicBezTo>
                      <a:cubicBezTo>
                        <a:pt x="29" y="47"/>
                        <a:pt x="29" y="47"/>
                        <a:pt x="29" y="47"/>
                      </a:cubicBezTo>
                      <a:cubicBezTo>
                        <a:pt x="31" y="48"/>
                        <a:pt x="34" y="49"/>
                        <a:pt x="36" y="50"/>
                      </a:cubicBezTo>
                      <a:cubicBezTo>
                        <a:pt x="36" y="50"/>
                        <a:pt x="36" y="51"/>
                        <a:pt x="36" y="51"/>
                      </a:cubicBezTo>
                      <a:cubicBezTo>
                        <a:pt x="37" y="54"/>
                        <a:pt x="41" y="55"/>
                        <a:pt x="45" y="53"/>
                      </a:cubicBezTo>
                      <a:cubicBezTo>
                        <a:pt x="48" y="51"/>
                        <a:pt x="50" y="48"/>
                        <a:pt x="48" y="45"/>
                      </a:cubicBezTo>
                      <a:cubicBezTo>
                        <a:pt x="48" y="45"/>
                        <a:pt x="48" y="45"/>
                        <a:pt x="48" y="44"/>
                      </a:cubicBezTo>
                      <a:close/>
                    </a:path>
                  </a:pathLst>
                </a:custGeom>
                <a:solidFill>
                  <a:srgbClr val="FFE39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" name="Freeform 44">
                  <a:extLst>
                    <a:ext uri="{FF2B5EF4-FFF2-40B4-BE49-F238E27FC236}">
                      <a16:creationId xmlns:a16="http://schemas.microsoft.com/office/drawing/2014/main" id="{6D1C0696-BCB7-AA3B-073C-59992068BBB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47" y="1725"/>
                  <a:ext cx="168" cy="115"/>
                </a:xfrm>
                <a:custGeom>
                  <a:avLst/>
                  <a:gdLst>
                    <a:gd name="T0" fmla="*/ 14 w 70"/>
                    <a:gd name="T1" fmla="*/ 12 h 48"/>
                    <a:gd name="T2" fmla="*/ 14 w 70"/>
                    <a:gd name="T3" fmla="*/ 12 h 48"/>
                    <a:gd name="T4" fmla="*/ 10 w 70"/>
                    <a:gd name="T5" fmla="*/ 12 h 48"/>
                    <a:gd name="T6" fmla="*/ 7 w 70"/>
                    <a:gd name="T7" fmla="*/ 10 h 48"/>
                    <a:gd name="T8" fmla="*/ 6 w 70"/>
                    <a:gd name="T9" fmla="*/ 6 h 48"/>
                    <a:gd name="T10" fmla="*/ 6 w 70"/>
                    <a:gd name="T11" fmla="*/ 6 h 48"/>
                    <a:gd name="T12" fmla="*/ 10 w 70"/>
                    <a:gd name="T13" fmla="*/ 5 h 48"/>
                    <a:gd name="T14" fmla="*/ 13 w 70"/>
                    <a:gd name="T15" fmla="*/ 8 h 48"/>
                    <a:gd name="T16" fmla="*/ 14 w 70"/>
                    <a:gd name="T17" fmla="*/ 12 h 48"/>
                    <a:gd name="T18" fmla="*/ 8 w 70"/>
                    <a:gd name="T19" fmla="*/ 25 h 48"/>
                    <a:gd name="T20" fmla="*/ 4 w 70"/>
                    <a:gd name="T21" fmla="*/ 24 h 48"/>
                    <a:gd name="T22" fmla="*/ 0 w 70"/>
                    <a:gd name="T23" fmla="*/ 25 h 48"/>
                    <a:gd name="T24" fmla="*/ 0 w 70"/>
                    <a:gd name="T25" fmla="*/ 25 h 48"/>
                    <a:gd name="T26" fmla="*/ 2 w 70"/>
                    <a:gd name="T27" fmla="*/ 29 h 48"/>
                    <a:gd name="T28" fmla="*/ 6 w 70"/>
                    <a:gd name="T29" fmla="*/ 30 h 48"/>
                    <a:gd name="T30" fmla="*/ 9 w 70"/>
                    <a:gd name="T31" fmla="*/ 29 h 48"/>
                    <a:gd name="T32" fmla="*/ 9 w 70"/>
                    <a:gd name="T33" fmla="*/ 29 h 48"/>
                    <a:gd name="T34" fmla="*/ 8 w 70"/>
                    <a:gd name="T35" fmla="*/ 25 h 48"/>
                    <a:gd name="T36" fmla="*/ 13 w 70"/>
                    <a:gd name="T37" fmla="*/ 42 h 48"/>
                    <a:gd name="T38" fmla="*/ 9 w 70"/>
                    <a:gd name="T39" fmla="*/ 42 h 48"/>
                    <a:gd name="T40" fmla="*/ 6 w 70"/>
                    <a:gd name="T41" fmla="*/ 45 h 48"/>
                    <a:gd name="T42" fmla="*/ 6 w 70"/>
                    <a:gd name="T43" fmla="*/ 45 h 48"/>
                    <a:gd name="T44" fmla="*/ 9 w 70"/>
                    <a:gd name="T45" fmla="*/ 48 h 48"/>
                    <a:gd name="T46" fmla="*/ 13 w 70"/>
                    <a:gd name="T47" fmla="*/ 48 h 48"/>
                    <a:gd name="T48" fmla="*/ 16 w 70"/>
                    <a:gd name="T49" fmla="*/ 45 h 48"/>
                    <a:gd name="T50" fmla="*/ 16 w 70"/>
                    <a:gd name="T51" fmla="*/ 45 h 48"/>
                    <a:gd name="T52" fmla="*/ 13 w 70"/>
                    <a:gd name="T53" fmla="*/ 42 h 48"/>
                    <a:gd name="T54" fmla="*/ 47 w 70"/>
                    <a:gd name="T55" fmla="*/ 2 h 48"/>
                    <a:gd name="T56" fmla="*/ 46 w 70"/>
                    <a:gd name="T57" fmla="*/ 6 h 48"/>
                    <a:gd name="T58" fmla="*/ 48 w 70"/>
                    <a:gd name="T59" fmla="*/ 10 h 48"/>
                    <a:gd name="T60" fmla="*/ 48 w 70"/>
                    <a:gd name="T61" fmla="*/ 10 h 48"/>
                    <a:gd name="T62" fmla="*/ 51 w 70"/>
                    <a:gd name="T63" fmla="*/ 8 h 48"/>
                    <a:gd name="T64" fmla="*/ 53 w 70"/>
                    <a:gd name="T65" fmla="*/ 4 h 48"/>
                    <a:gd name="T66" fmla="*/ 51 w 70"/>
                    <a:gd name="T67" fmla="*/ 0 h 48"/>
                    <a:gd name="T68" fmla="*/ 51 w 70"/>
                    <a:gd name="T69" fmla="*/ 0 h 48"/>
                    <a:gd name="T70" fmla="*/ 47 w 70"/>
                    <a:gd name="T71" fmla="*/ 2 h 48"/>
                    <a:gd name="T72" fmla="*/ 65 w 70"/>
                    <a:gd name="T73" fmla="*/ 18 h 48"/>
                    <a:gd name="T74" fmla="*/ 62 w 70"/>
                    <a:gd name="T75" fmla="*/ 21 h 48"/>
                    <a:gd name="T76" fmla="*/ 62 w 70"/>
                    <a:gd name="T77" fmla="*/ 25 h 48"/>
                    <a:gd name="T78" fmla="*/ 62 w 70"/>
                    <a:gd name="T79" fmla="*/ 25 h 48"/>
                    <a:gd name="T80" fmla="*/ 67 w 70"/>
                    <a:gd name="T81" fmla="*/ 25 h 48"/>
                    <a:gd name="T82" fmla="*/ 69 w 70"/>
                    <a:gd name="T83" fmla="*/ 22 h 48"/>
                    <a:gd name="T84" fmla="*/ 69 w 70"/>
                    <a:gd name="T85" fmla="*/ 18 h 48"/>
                    <a:gd name="T86" fmla="*/ 69 w 70"/>
                    <a:gd name="T87" fmla="*/ 18 h 48"/>
                    <a:gd name="T88" fmla="*/ 65 w 70"/>
                    <a:gd name="T89" fmla="*/ 1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" h="48">
                      <a:moveTo>
                        <a:pt x="14" y="12"/>
                      </a:move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3" y="13"/>
                        <a:pt x="11" y="13"/>
                        <a:pt x="10" y="12"/>
                      </a:cubicBezTo>
                      <a:cubicBezTo>
                        <a:pt x="7" y="10"/>
                        <a:pt x="7" y="10"/>
                        <a:pt x="7" y="10"/>
                      </a:cubicBezTo>
                      <a:cubicBezTo>
                        <a:pt x="5" y="9"/>
                        <a:pt x="5" y="7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7" y="5"/>
                        <a:pt x="9" y="4"/>
                        <a:pt x="10" y="5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5" y="9"/>
                        <a:pt x="15" y="11"/>
                        <a:pt x="14" y="12"/>
                      </a:cubicBezTo>
                      <a:close/>
                      <a:moveTo>
                        <a:pt x="8" y="25"/>
                      </a:moveTo>
                      <a:cubicBezTo>
                        <a:pt x="4" y="24"/>
                        <a:pt x="4" y="24"/>
                        <a:pt x="4" y="24"/>
                      </a:cubicBezTo>
                      <a:cubicBezTo>
                        <a:pt x="3" y="23"/>
                        <a:pt x="1" y="24"/>
                        <a:pt x="0" y="25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7"/>
                        <a:pt x="1" y="28"/>
                        <a:pt x="2" y="29"/>
                      </a:cubicBezTo>
                      <a:cubicBezTo>
                        <a:pt x="6" y="30"/>
                        <a:pt x="6" y="30"/>
                        <a:pt x="6" y="30"/>
                      </a:cubicBezTo>
                      <a:cubicBezTo>
                        <a:pt x="7" y="31"/>
                        <a:pt x="9" y="30"/>
                        <a:pt x="9" y="29"/>
                      </a:cubicBezTo>
                      <a:cubicBezTo>
                        <a:pt x="9" y="29"/>
                        <a:pt x="9" y="29"/>
                        <a:pt x="9" y="29"/>
                      </a:cubicBezTo>
                      <a:cubicBezTo>
                        <a:pt x="10" y="27"/>
                        <a:pt x="9" y="26"/>
                        <a:pt x="8" y="25"/>
                      </a:cubicBezTo>
                      <a:close/>
                      <a:moveTo>
                        <a:pt x="13" y="42"/>
                      </a:moveTo>
                      <a:cubicBezTo>
                        <a:pt x="9" y="42"/>
                        <a:pt x="9" y="42"/>
                        <a:pt x="9" y="42"/>
                      </a:cubicBezTo>
                      <a:cubicBezTo>
                        <a:pt x="8" y="42"/>
                        <a:pt x="6" y="44"/>
                        <a:pt x="6" y="45"/>
                      </a:cubicBezTo>
                      <a:cubicBezTo>
                        <a:pt x="6" y="45"/>
                        <a:pt x="6" y="45"/>
                        <a:pt x="6" y="45"/>
                      </a:cubicBezTo>
                      <a:cubicBezTo>
                        <a:pt x="6" y="47"/>
                        <a:pt x="8" y="48"/>
                        <a:pt x="9" y="48"/>
                      </a:cubicBezTo>
                      <a:cubicBezTo>
                        <a:pt x="13" y="48"/>
                        <a:pt x="13" y="48"/>
                        <a:pt x="13" y="48"/>
                      </a:cubicBezTo>
                      <a:cubicBezTo>
                        <a:pt x="15" y="48"/>
                        <a:pt x="16" y="47"/>
                        <a:pt x="16" y="45"/>
                      </a:cubicBezTo>
                      <a:cubicBezTo>
                        <a:pt x="16" y="45"/>
                        <a:pt x="16" y="45"/>
                        <a:pt x="16" y="45"/>
                      </a:cubicBezTo>
                      <a:cubicBezTo>
                        <a:pt x="16" y="44"/>
                        <a:pt x="15" y="42"/>
                        <a:pt x="13" y="42"/>
                      </a:cubicBezTo>
                      <a:close/>
                      <a:moveTo>
                        <a:pt x="47" y="2"/>
                      </a:move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5" y="7"/>
                        <a:pt x="46" y="9"/>
                        <a:pt x="48" y="10"/>
                      </a:cubicBezTo>
                      <a:cubicBezTo>
                        <a:pt x="48" y="10"/>
                        <a:pt x="48" y="10"/>
                        <a:pt x="48" y="10"/>
                      </a:cubicBezTo>
                      <a:cubicBezTo>
                        <a:pt x="49" y="10"/>
                        <a:pt x="51" y="9"/>
                        <a:pt x="51" y="8"/>
                      </a:cubicBezTo>
                      <a:cubicBezTo>
                        <a:pt x="53" y="4"/>
                        <a:pt x="53" y="4"/>
                        <a:pt x="53" y="4"/>
                      </a:cubicBezTo>
                      <a:cubicBezTo>
                        <a:pt x="53" y="3"/>
                        <a:pt x="52" y="1"/>
                        <a:pt x="51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49" y="0"/>
                        <a:pt x="48" y="1"/>
                        <a:pt x="47" y="2"/>
                      </a:cubicBezTo>
                      <a:close/>
                      <a:moveTo>
                        <a:pt x="65" y="18"/>
                      </a:moveTo>
                      <a:cubicBezTo>
                        <a:pt x="62" y="21"/>
                        <a:pt x="62" y="21"/>
                        <a:pt x="62" y="21"/>
                      </a:cubicBezTo>
                      <a:cubicBezTo>
                        <a:pt x="61" y="22"/>
                        <a:pt x="61" y="24"/>
                        <a:pt x="62" y="25"/>
                      </a:cubicBezTo>
                      <a:cubicBezTo>
                        <a:pt x="62" y="25"/>
                        <a:pt x="62" y="25"/>
                        <a:pt x="62" y="25"/>
                      </a:cubicBezTo>
                      <a:cubicBezTo>
                        <a:pt x="64" y="26"/>
                        <a:pt x="65" y="26"/>
                        <a:pt x="67" y="25"/>
                      </a:cubicBezTo>
                      <a:cubicBezTo>
                        <a:pt x="69" y="22"/>
                        <a:pt x="69" y="22"/>
                        <a:pt x="69" y="22"/>
                      </a:cubicBezTo>
                      <a:cubicBezTo>
                        <a:pt x="70" y="21"/>
                        <a:pt x="70" y="19"/>
                        <a:pt x="69" y="18"/>
                      </a:cubicBezTo>
                      <a:cubicBezTo>
                        <a:pt x="69" y="18"/>
                        <a:pt x="69" y="18"/>
                        <a:pt x="69" y="18"/>
                      </a:cubicBezTo>
                      <a:cubicBezTo>
                        <a:pt x="68" y="17"/>
                        <a:pt x="66" y="17"/>
                        <a:pt x="65" y="1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8" name="Group 120">
                <a:extLst>
                  <a:ext uri="{FF2B5EF4-FFF2-40B4-BE49-F238E27FC236}">
                    <a16:creationId xmlns:a16="http://schemas.microsoft.com/office/drawing/2014/main" id="{A2B139CC-7900-F817-671E-B5C32BFB482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7218879" y="3341035"/>
                <a:ext cx="374793" cy="244878"/>
                <a:chOff x="4388" y="2256"/>
                <a:chExt cx="401" cy="262"/>
              </a:xfrm>
            </p:grpSpPr>
            <p:sp>
              <p:nvSpPr>
                <p:cNvPr id="150" name="Freeform 121">
                  <a:extLst>
                    <a:ext uri="{FF2B5EF4-FFF2-40B4-BE49-F238E27FC236}">
                      <a16:creationId xmlns:a16="http://schemas.microsoft.com/office/drawing/2014/main" id="{C025DDCF-4EB5-EE2F-750A-E97146A8FD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88" y="2256"/>
                  <a:ext cx="401" cy="262"/>
                </a:xfrm>
                <a:custGeom>
                  <a:avLst/>
                  <a:gdLst>
                    <a:gd name="T0" fmla="*/ 33 w 476"/>
                    <a:gd name="T1" fmla="*/ 247 h 309"/>
                    <a:gd name="T2" fmla="*/ 212 w 476"/>
                    <a:gd name="T3" fmla="*/ 62 h 309"/>
                    <a:gd name="T4" fmla="*/ 446 w 476"/>
                    <a:gd name="T5" fmla="*/ 64 h 309"/>
                    <a:gd name="T6" fmla="*/ 388 w 476"/>
                    <a:gd name="T7" fmla="*/ 207 h 309"/>
                    <a:gd name="T8" fmla="*/ 33 w 476"/>
                    <a:gd name="T9" fmla="*/ 247 h 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6" h="309">
                      <a:moveTo>
                        <a:pt x="33" y="247"/>
                      </a:moveTo>
                      <a:cubicBezTo>
                        <a:pt x="33" y="247"/>
                        <a:pt x="78" y="117"/>
                        <a:pt x="212" y="62"/>
                      </a:cubicBezTo>
                      <a:cubicBezTo>
                        <a:pt x="347" y="7"/>
                        <a:pt x="415" y="0"/>
                        <a:pt x="446" y="64"/>
                      </a:cubicBezTo>
                      <a:cubicBezTo>
                        <a:pt x="476" y="128"/>
                        <a:pt x="443" y="159"/>
                        <a:pt x="388" y="207"/>
                      </a:cubicBezTo>
                      <a:cubicBezTo>
                        <a:pt x="334" y="256"/>
                        <a:pt x="0" y="309"/>
                        <a:pt x="33" y="247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99746"/>
                    </a:gs>
                    <a:gs pos="0">
                      <a:srgbClr val="FBB275"/>
                    </a:gs>
                  </a:gsLst>
                  <a:lin ang="0" scaled="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" name="Freeform 122">
                  <a:extLst>
                    <a:ext uri="{FF2B5EF4-FFF2-40B4-BE49-F238E27FC236}">
                      <a16:creationId xmlns:a16="http://schemas.microsoft.com/office/drawing/2014/main" id="{8856866C-2DA4-3348-E067-D89FF6DEB21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414" y="2271"/>
                  <a:ext cx="357" cy="216"/>
                </a:xfrm>
                <a:custGeom>
                  <a:avLst/>
                  <a:gdLst>
                    <a:gd name="T0" fmla="*/ 0 w 424"/>
                    <a:gd name="T1" fmla="*/ 228 h 255"/>
                    <a:gd name="T2" fmla="*/ 114 w 424"/>
                    <a:gd name="T3" fmla="*/ 164 h 255"/>
                    <a:gd name="T4" fmla="*/ 201 w 424"/>
                    <a:gd name="T5" fmla="*/ 111 h 255"/>
                    <a:gd name="T6" fmla="*/ 347 w 424"/>
                    <a:gd name="T7" fmla="*/ 46 h 255"/>
                    <a:gd name="T8" fmla="*/ 406 w 424"/>
                    <a:gd name="T9" fmla="*/ 35 h 255"/>
                    <a:gd name="T10" fmla="*/ 280 w 424"/>
                    <a:gd name="T11" fmla="*/ 74 h 255"/>
                    <a:gd name="T12" fmla="*/ 161 w 424"/>
                    <a:gd name="T13" fmla="*/ 142 h 255"/>
                    <a:gd name="T14" fmla="*/ 73 w 424"/>
                    <a:gd name="T15" fmla="*/ 192 h 255"/>
                    <a:gd name="T16" fmla="*/ 90 w 424"/>
                    <a:gd name="T17" fmla="*/ 221 h 255"/>
                    <a:gd name="T18" fmla="*/ 181 w 424"/>
                    <a:gd name="T19" fmla="*/ 170 h 255"/>
                    <a:gd name="T20" fmla="*/ 263 w 424"/>
                    <a:gd name="T21" fmla="*/ 120 h 255"/>
                    <a:gd name="T22" fmla="*/ 367 w 424"/>
                    <a:gd name="T23" fmla="*/ 89 h 255"/>
                    <a:gd name="T24" fmla="*/ 422 w 424"/>
                    <a:gd name="T25" fmla="*/ 67 h 255"/>
                    <a:gd name="T26" fmla="*/ 323 w 424"/>
                    <a:gd name="T27" fmla="*/ 99 h 255"/>
                    <a:gd name="T28" fmla="*/ 213 w 424"/>
                    <a:gd name="T29" fmla="*/ 143 h 255"/>
                    <a:gd name="T30" fmla="*/ 146 w 424"/>
                    <a:gd name="T31" fmla="*/ 188 h 255"/>
                    <a:gd name="T32" fmla="*/ 4 w 424"/>
                    <a:gd name="T33" fmla="*/ 245 h 255"/>
                    <a:gd name="T34" fmla="*/ 90 w 424"/>
                    <a:gd name="T35" fmla="*/ 221 h 255"/>
                    <a:gd name="T36" fmla="*/ 198 w 424"/>
                    <a:gd name="T37" fmla="*/ 205 h 255"/>
                    <a:gd name="T38" fmla="*/ 282 w 424"/>
                    <a:gd name="T39" fmla="*/ 180 h 255"/>
                    <a:gd name="T40" fmla="*/ 353 w 424"/>
                    <a:gd name="T41" fmla="*/ 140 h 255"/>
                    <a:gd name="T42" fmla="*/ 423 w 424"/>
                    <a:gd name="T43" fmla="*/ 113 h 255"/>
                    <a:gd name="T44" fmla="*/ 382 w 424"/>
                    <a:gd name="T45" fmla="*/ 124 h 255"/>
                    <a:gd name="T46" fmla="*/ 290 w 424"/>
                    <a:gd name="T47" fmla="*/ 168 h 255"/>
                    <a:gd name="T48" fmla="*/ 239 w 424"/>
                    <a:gd name="T49" fmla="*/ 189 h 255"/>
                    <a:gd name="T50" fmla="*/ 181 w 424"/>
                    <a:gd name="T51" fmla="*/ 209 h 255"/>
                    <a:gd name="T52" fmla="*/ 18 w 424"/>
                    <a:gd name="T53" fmla="*/ 251 h 255"/>
                    <a:gd name="T54" fmla="*/ 91 w 424"/>
                    <a:gd name="T55" fmla="*/ 242 h 255"/>
                    <a:gd name="T56" fmla="*/ 183 w 424"/>
                    <a:gd name="T57" fmla="*/ 213 h 255"/>
                    <a:gd name="T58" fmla="*/ 61 w 424"/>
                    <a:gd name="T59" fmla="*/ 169 h 255"/>
                    <a:gd name="T60" fmla="*/ 117 w 424"/>
                    <a:gd name="T61" fmla="*/ 113 h 255"/>
                    <a:gd name="T62" fmla="*/ 220 w 424"/>
                    <a:gd name="T63" fmla="*/ 57 h 255"/>
                    <a:gd name="T64" fmla="*/ 360 w 424"/>
                    <a:gd name="T65" fmla="*/ 4 h 255"/>
                    <a:gd name="T66" fmla="*/ 285 w 424"/>
                    <a:gd name="T67" fmla="*/ 27 h 255"/>
                    <a:gd name="T68" fmla="*/ 161 w 424"/>
                    <a:gd name="T69" fmla="*/ 84 h 255"/>
                    <a:gd name="T70" fmla="*/ 76 w 424"/>
                    <a:gd name="T71" fmla="*/ 146 h 255"/>
                    <a:gd name="T72" fmla="*/ 13 w 424"/>
                    <a:gd name="T73" fmla="*/ 199 h 255"/>
                    <a:gd name="T74" fmla="*/ 60 w 424"/>
                    <a:gd name="T75" fmla="*/ 169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424" h="255">
                      <a:moveTo>
                        <a:pt x="3" y="231"/>
                      </a:moveTo>
                      <a:cubicBezTo>
                        <a:pt x="0" y="228"/>
                        <a:pt x="0" y="228"/>
                        <a:pt x="0" y="228"/>
                      </a:cubicBezTo>
                      <a:cubicBezTo>
                        <a:pt x="1" y="227"/>
                        <a:pt x="34" y="200"/>
                        <a:pt x="72" y="188"/>
                      </a:cubicBezTo>
                      <a:cubicBezTo>
                        <a:pt x="90" y="182"/>
                        <a:pt x="102" y="173"/>
                        <a:pt x="114" y="164"/>
                      </a:cubicBezTo>
                      <a:cubicBezTo>
                        <a:pt x="126" y="155"/>
                        <a:pt x="139" y="145"/>
                        <a:pt x="160" y="138"/>
                      </a:cubicBezTo>
                      <a:cubicBezTo>
                        <a:pt x="176" y="132"/>
                        <a:pt x="188" y="122"/>
                        <a:pt x="201" y="111"/>
                      </a:cubicBezTo>
                      <a:cubicBezTo>
                        <a:pt x="220" y="96"/>
                        <a:pt x="241" y="78"/>
                        <a:pt x="279" y="70"/>
                      </a:cubicBezTo>
                      <a:cubicBezTo>
                        <a:pt x="309" y="64"/>
                        <a:pt x="329" y="54"/>
                        <a:pt x="347" y="46"/>
                      </a:cubicBezTo>
                      <a:cubicBezTo>
                        <a:pt x="367" y="35"/>
                        <a:pt x="384" y="27"/>
                        <a:pt x="407" y="31"/>
                      </a:cubicBezTo>
                      <a:cubicBezTo>
                        <a:pt x="406" y="35"/>
                        <a:pt x="406" y="35"/>
                        <a:pt x="406" y="35"/>
                      </a:cubicBezTo>
                      <a:cubicBezTo>
                        <a:pt x="384" y="31"/>
                        <a:pt x="368" y="39"/>
                        <a:pt x="348" y="49"/>
                      </a:cubicBezTo>
                      <a:cubicBezTo>
                        <a:pt x="331" y="58"/>
                        <a:pt x="311" y="68"/>
                        <a:pt x="280" y="74"/>
                      </a:cubicBezTo>
                      <a:cubicBezTo>
                        <a:pt x="242" y="82"/>
                        <a:pt x="222" y="99"/>
                        <a:pt x="204" y="114"/>
                      </a:cubicBezTo>
                      <a:cubicBezTo>
                        <a:pt x="191" y="126"/>
                        <a:pt x="178" y="136"/>
                        <a:pt x="161" y="142"/>
                      </a:cubicBezTo>
                      <a:cubicBezTo>
                        <a:pt x="141" y="148"/>
                        <a:pt x="128" y="158"/>
                        <a:pt x="116" y="167"/>
                      </a:cubicBezTo>
                      <a:cubicBezTo>
                        <a:pt x="104" y="176"/>
                        <a:pt x="92" y="186"/>
                        <a:pt x="73" y="192"/>
                      </a:cubicBezTo>
                      <a:cubicBezTo>
                        <a:pt x="36" y="204"/>
                        <a:pt x="3" y="230"/>
                        <a:pt x="3" y="231"/>
                      </a:cubicBezTo>
                      <a:close/>
                      <a:moveTo>
                        <a:pt x="90" y="221"/>
                      </a:moveTo>
                      <a:cubicBezTo>
                        <a:pt x="124" y="218"/>
                        <a:pt x="138" y="204"/>
                        <a:pt x="149" y="191"/>
                      </a:cubicBezTo>
                      <a:cubicBezTo>
                        <a:pt x="158" y="182"/>
                        <a:pt x="166" y="174"/>
                        <a:pt x="181" y="170"/>
                      </a:cubicBezTo>
                      <a:cubicBezTo>
                        <a:pt x="198" y="165"/>
                        <a:pt x="207" y="155"/>
                        <a:pt x="216" y="146"/>
                      </a:cubicBezTo>
                      <a:cubicBezTo>
                        <a:pt x="227" y="133"/>
                        <a:pt x="237" y="122"/>
                        <a:pt x="263" y="120"/>
                      </a:cubicBezTo>
                      <a:cubicBezTo>
                        <a:pt x="289" y="119"/>
                        <a:pt x="308" y="110"/>
                        <a:pt x="325" y="103"/>
                      </a:cubicBezTo>
                      <a:cubicBezTo>
                        <a:pt x="339" y="96"/>
                        <a:pt x="352" y="90"/>
                        <a:pt x="367" y="89"/>
                      </a:cubicBezTo>
                      <a:cubicBezTo>
                        <a:pt x="401" y="87"/>
                        <a:pt x="423" y="71"/>
                        <a:pt x="424" y="70"/>
                      </a:cubicBezTo>
                      <a:cubicBezTo>
                        <a:pt x="422" y="67"/>
                        <a:pt x="422" y="67"/>
                        <a:pt x="422" y="67"/>
                      </a:cubicBezTo>
                      <a:cubicBezTo>
                        <a:pt x="422" y="67"/>
                        <a:pt x="399" y="83"/>
                        <a:pt x="366" y="85"/>
                      </a:cubicBezTo>
                      <a:cubicBezTo>
                        <a:pt x="350" y="86"/>
                        <a:pt x="337" y="92"/>
                        <a:pt x="323" y="99"/>
                      </a:cubicBezTo>
                      <a:cubicBezTo>
                        <a:pt x="306" y="107"/>
                        <a:pt x="288" y="115"/>
                        <a:pt x="263" y="116"/>
                      </a:cubicBezTo>
                      <a:cubicBezTo>
                        <a:pt x="235" y="118"/>
                        <a:pt x="224" y="130"/>
                        <a:pt x="213" y="143"/>
                      </a:cubicBezTo>
                      <a:cubicBezTo>
                        <a:pt x="204" y="152"/>
                        <a:pt x="196" y="162"/>
                        <a:pt x="180" y="166"/>
                      </a:cubicBezTo>
                      <a:cubicBezTo>
                        <a:pt x="164" y="170"/>
                        <a:pt x="155" y="179"/>
                        <a:pt x="146" y="188"/>
                      </a:cubicBezTo>
                      <a:cubicBezTo>
                        <a:pt x="134" y="201"/>
                        <a:pt x="122" y="214"/>
                        <a:pt x="90" y="217"/>
                      </a:cubicBezTo>
                      <a:cubicBezTo>
                        <a:pt x="33" y="224"/>
                        <a:pt x="5" y="244"/>
                        <a:pt x="4" y="245"/>
                      </a:cubicBezTo>
                      <a:cubicBezTo>
                        <a:pt x="6" y="249"/>
                        <a:pt x="6" y="249"/>
                        <a:pt x="6" y="249"/>
                      </a:cubicBezTo>
                      <a:cubicBezTo>
                        <a:pt x="6" y="248"/>
                        <a:pt x="35" y="228"/>
                        <a:pt x="90" y="221"/>
                      </a:cubicBezTo>
                      <a:close/>
                      <a:moveTo>
                        <a:pt x="183" y="213"/>
                      </a:moveTo>
                      <a:cubicBezTo>
                        <a:pt x="188" y="210"/>
                        <a:pt x="193" y="207"/>
                        <a:pt x="198" y="205"/>
                      </a:cubicBezTo>
                      <a:cubicBezTo>
                        <a:pt x="210" y="198"/>
                        <a:pt x="225" y="196"/>
                        <a:pt x="240" y="193"/>
                      </a:cubicBezTo>
                      <a:cubicBezTo>
                        <a:pt x="256" y="191"/>
                        <a:pt x="272" y="188"/>
                        <a:pt x="282" y="180"/>
                      </a:cubicBezTo>
                      <a:cubicBezTo>
                        <a:pt x="286" y="177"/>
                        <a:pt x="289" y="174"/>
                        <a:pt x="293" y="171"/>
                      </a:cubicBezTo>
                      <a:cubicBezTo>
                        <a:pt x="310" y="157"/>
                        <a:pt x="332" y="139"/>
                        <a:pt x="353" y="140"/>
                      </a:cubicBezTo>
                      <a:cubicBezTo>
                        <a:pt x="366" y="140"/>
                        <a:pt x="375" y="134"/>
                        <a:pt x="384" y="127"/>
                      </a:cubicBezTo>
                      <a:cubicBezTo>
                        <a:pt x="395" y="120"/>
                        <a:pt x="406" y="112"/>
                        <a:pt x="423" y="113"/>
                      </a:cubicBezTo>
                      <a:cubicBezTo>
                        <a:pt x="423" y="109"/>
                        <a:pt x="423" y="109"/>
                        <a:pt x="423" y="109"/>
                      </a:cubicBezTo>
                      <a:cubicBezTo>
                        <a:pt x="405" y="108"/>
                        <a:pt x="393" y="116"/>
                        <a:pt x="382" y="124"/>
                      </a:cubicBezTo>
                      <a:cubicBezTo>
                        <a:pt x="373" y="130"/>
                        <a:pt x="364" y="136"/>
                        <a:pt x="353" y="136"/>
                      </a:cubicBezTo>
                      <a:cubicBezTo>
                        <a:pt x="330" y="135"/>
                        <a:pt x="308" y="153"/>
                        <a:pt x="290" y="168"/>
                      </a:cubicBezTo>
                      <a:cubicBezTo>
                        <a:pt x="287" y="171"/>
                        <a:pt x="283" y="174"/>
                        <a:pt x="280" y="177"/>
                      </a:cubicBezTo>
                      <a:cubicBezTo>
                        <a:pt x="270" y="184"/>
                        <a:pt x="255" y="187"/>
                        <a:pt x="239" y="189"/>
                      </a:cubicBezTo>
                      <a:cubicBezTo>
                        <a:pt x="224" y="192"/>
                        <a:pt x="209" y="194"/>
                        <a:pt x="196" y="201"/>
                      </a:cubicBezTo>
                      <a:cubicBezTo>
                        <a:pt x="191" y="204"/>
                        <a:pt x="186" y="206"/>
                        <a:pt x="181" y="209"/>
                      </a:cubicBezTo>
                      <a:cubicBezTo>
                        <a:pt x="157" y="223"/>
                        <a:pt x="131" y="237"/>
                        <a:pt x="91" y="238"/>
                      </a:cubicBezTo>
                      <a:cubicBezTo>
                        <a:pt x="41" y="238"/>
                        <a:pt x="19" y="251"/>
                        <a:pt x="18" y="251"/>
                      </a:cubicBezTo>
                      <a:cubicBezTo>
                        <a:pt x="20" y="255"/>
                        <a:pt x="20" y="255"/>
                        <a:pt x="20" y="255"/>
                      </a:cubicBezTo>
                      <a:cubicBezTo>
                        <a:pt x="20" y="255"/>
                        <a:pt x="42" y="242"/>
                        <a:pt x="91" y="242"/>
                      </a:cubicBezTo>
                      <a:cubicBezTo>
                        <a:pt x="100" y="242"/>
                        <a:pt x="109" y="241"/>
                        <a:pt x="117" y="239"/>
                      </a:cubicBezTo>
                      <a:cubicBezTo>
                        <a:pt x="144" y="235"/>
                        <a:pt x="164" y="223"/>
                        <a:pt x="183" y="213"/>
                      </a:cubicBezTo>
                      <a:close/>
                      <a:moveTo>
                        <a:pt x="60" y="169"/>
                      </a:moveTo>
                      <a:cubicBezTo>
                        <a:pt x="61" y="169"/>
                        <a:pt x="61" y="169"/>
                        <a:pt x="61" y="169"/>
                      </a:cubicBezTo>
                      <a:cubicBezTo>
                        <a:pt x="70" y="167"/>
                        <a:pt x="75" y="158"/>
                        <a:pt x="80" y="147"/>
                      </a:cubicBezTo>
                      <a:cubicBezTo>
                        <a:pt x="87" y="133"/>
                        <a:pt x="95" y="117"/>
                        <a:pt x="117" y="113"/>
                      </a:cubicBezTo>
                      <a:cubicBezTo>
                        <a:pt x="136" y="110"/>
                        <a:pt x="149" y="99"/>
                        <a:pt x="163" y="87"/>
                      </a:cubicBezTo>
                      <a:cubicBezTo>
                        <a:pt x="179" y="74"/>
                        <a:pt x="195" y="60"/>
                        <a:pt x="220" y="57"/>
                      </a:cubicBezTo>
                      <a:cubicBezTo>
                        <a:pt x="244" y="55"/>
                        <a:pt x="266" y="43"/>
                        <a:pt x="287" y="31"/>
                      </a:cubicBezTo>
                      <a:cubicBezTo>
                        <a:pt x="310" y="19"/>
                        <a:pt x="334" y="6"/>
                        <a:pt x="360" y="4"/>
                      </a:cubicBezTo>
                      <a:cubicBezTo>
                        <a:pt x="359" y="0"/>
                        <a:pt x="359" y="0"/>
                        <a:pt x="359" y="0"/>
                      </a:cubicBezTo>
                      <a:cubicBezTo>
                        <a:pt x="333" y="2"/>
                        <a:pt x="309" y="15"/>
                        <a:pt x="285" y="27"/>
                      </a:cubicBezTo>
                      <a:cubicBezTo>
                        <a:pt x="264" y="39"/>
                        <a:pt x="242" y="51"/>
                        <a:pt x="220" y="53"/>
                      </a:cubicBezTo>
                      <a:cubicBezTo>
                        <a:pt x="193" y="56"/>
                        <a:pt x="177" y="70"/>
                        <a:pt x="161" y="84"/>
                      </a:cubicBezTo>
                      <a:cubicBezTo>
                        <a:pt x="147" y="95"/>
                        <a:pt x="134" y="106"/>
                        <a:pt x="116" y="109"/>
                      </a:cubicBezTo>
                      <a:cubicBezTo>
                        <a:pt x="92" y="113"/>
                        <a:pt x="83" y="131"/>
                        <a:pt x="76" y="146"/>
                      </a:cubicBezTo>
                      <a:cubicBezTo>
                        <a:pt x="71" y="156"/>
                        <a:pt x="67" y="164"/>
                        <a:pt x="60" y="165"/>
                      </a:cubicBezTo>
                      <a:cubicBezTo>
                        <a:pt x="39" y="168"/>
                        <a:pt x="14" y="197"/>
                        <a:pt x="13" y="199"/>
                      </a:cubicBezTo>
                      <a:cubicBezTo>
                        <a:pt x="17" y="201"/>
                        <a:pt x="17" y="201"/>
                        <a:pt x="17" y="201"/>
                      </a:cubicBezTo>
                      <a:cubicBezTo>
                        <a:pt x="17" y="201"/>
                        <a:pt x="41" y="172"/>
                        <a:pt x="60" y="169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C76C2E"/>
                    </a:gs>
                    <a:gs pos="0">
                      <a:srgbClr val="C76C2E">
                        <a:alpha val="28000"/>
                      </a:srgbClr>
                    </a:gs>
                  </a:gsLst>
                  <a:lin ang="0" scaled="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09" name="Freeform 60">
                <a:extLst>
                  <a:ext uri="{FF2B5EF4-FFF2-40B4-BE49-F238E27FC236}">
                    <a16:creationId xmlns:a16="http://schemas.microsoft.com/office/drawing/2014/main" id="{D8515B22-A82C-515E-55B3-F772CE6B9458}"/>
                  </a:ext>
                </a:extLst>
              </p:cNvPr>
              <p:cNvSpPr>
                <a:spLocks/>
              </p:cNvSpPr>
              <p:nvPr/>
            </p:nvSpPr>
            <p:spPr bwMode="auto">
              <a:xfrm rot="18797561" flipH="1">
                <a:off x="5038585" y="2400852"/>
                <a:ext cx="248583" cy="212115"/>
              </a:xfrm>
              <a:custGeom>
                <a:avLst/>
                <a:gdLst>
                  <a:gd name="T0" fmla="*/ 0 w 668"/>
                  <a:gd name="T1" fmla="*/ 195 h 570"/>
                  <a:gd name="T2" fmla="*/ 133 w 668"/>
                  <a:gd name="T3" fmla="*/ 287 h 570"/>
                  <a:gd name="T4" fmla="*/ 266 w 668"/>
                  <a:gd name="T5" fmla="*/ 382 h 570"/>
                  <a:gd name="T6" fmla="*/ 397 w 668"/>
                  <a:gd name="T7" fmla="*/ 475 h 570"/>
                  <a:gd name="T8" fmla="*/ 530 w 668"/>
                  <a:gd name="T9" fmla="*/ 570 h 570"/>
                  <a:gd name="T10" fmla="*/ 563 w 668"/>
                  <a:gd name="T11" fmla="*/ 522 h 570"/>
                  <a:gd name="T12" fmla="*/ 599 w 668"/>
                  <a:gd name="T13" fmla="*/ 473 h 570"/>
                  <a:gd name="T14" fmla="*/ 634 w 668"/>
                  <a:gd name="T15" fmla="*/ 425 h 570"/>
                  <a:gd name="T16" fmla="*/ 668 w 668"/>
                  <a:gd name="T17" fmla="*/ 375 h 570"/>
                  <a:gd name="T18" fmla="*/ 535 w 668"/>
                  <a:gd name="T19" fmla="*/ 283 h 570"/>
                  <a:gd name="T20" fmla="*/ 404 w 668"/>
                  <a:gd name="T21" fmla="*/ 188 h 570"/>
                  <a:gd name="T22" fmla="*/ 271 w 668"/>
                  <a:gd name="T23" fmla="*/ 93 h 570"/>
                  <a:gd name="T24" fmla="*/ 140 w 668"/>
                  <a:gd name="T25" fmla="*/ 0 h 570"/>
                  <a:gd name="T26" fmla="*/ 105 w 668"/>
                  <a:gd name="T27" fmla="*/ 47 h 570"/>
                  <a:gd name="T28" fmla="*/ 69 w 668"/>
                  <a:gd name="T29" fmla="*/ 97 h 570"/>
                  <a:gd name="T30" fmla="*/ 36 w 668"/>
                  <a:gd name="T31" fmla="*/ 145 h 570"/>
                  <a:gd name="T32" fmla="*/ 0 w 668"/>
                  <a:gd name="T33" fmla="*/ 195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68" h="570">
                    <a:moveTo>
                      <a:pt x="0" y="195"/>
                    </a:moveTo>
                    <a:lnTo>
                      <a:pt x="133" y="287"/>
                    </a:lnTo>
                    <a:lnTo>
                      <a:pt x="266" y="382"/>
                    </a:lnTo>
                    <a:lnTo>
                      <a:pt x="397" y="475"/>
                    </a:lnTo>
                    <a:lnTo>
                      <a:pt x="530" y="570"/>
                    </a:lnTo>
                    <a:lnTo>
                      <a:pt x="563" y="522"/>
                    </a:lnTo>
                    <a:lnTo>
                      <a:pt x="599" y="473"/>
                    </a:lnTo>
                    <a:lnTo>
                      <a:pt x="634" y="425"/>
                    </a:lnTo>
                    <a:lnTo>
                      <a:pt x="668" y="375"/>
                    </a:lnTo>
                    <a:lnTo>
                      <a:pt x="535" y="283"/>
                    </a:lnTo>
                    <a:lnTo>
                      <a:pt x="404" y="188"/>
                    </a:lnTo>
                    <a:lnTo>
                      <a:pt x="271" y="93"/>
                    </a:lnTo>
                    <a:lnTo>
                      <a:pt x="140" y="0"/>
                    </a:lnTo>
                    <a:lnTo>
                      <a:pt x="105" y="47"/>
                    </a:lnTo>
                    <a:lnTo>
                      <a:pt x="69" y="97"/>
                    </a:lnTo>
                    <a:lnTo>
                      <a:pt x="36" y="145"/>
                    </a:lnTo>
                    <a:lnTo>
                      <a:pt x="0" y="195"/>
                    </a:ln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A2ABB0"/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61">
                <a:extLst>
                  <a:ext uri="{FF2B5EF4-FFF2-40B4-BE49-F238E27FC236}">
                    <a16:creationId xmlns:a16="http://schemas.microsoft.com/office/drawing/2014/main" id="{11261D53-9073-8884-3128-DD3F34CE018E}"/>
                  </a:ext>
                </a:extLst>
              </p:cNvPr>
              <p:cNvSpPr>
                <a:spLocks/>
              </p:cNvSpPr>
              <p:nvPr/>
            </p:nvSpPr>
            <p:spPr bwMode="auto">
              <a:xfrm rot="20110873" flipH="1">
                <a:off x="5049478" y="2061354"/>
                <a:ext cx="442090" cy="366548"/>
              </a:xfrm>
              <a:custGeom>
                <a:avLst/>
                <a:gdLst>
                  <a:gd name="T0" fmla="*/ 328 w 500"/>
                  <a:gd name="T1" fmla="*/ 392 h 415"/>
                  <a:gd name="T2" fmla="*/ 259 w 500"/>
                  <a:gd name="T3" fmla="*/ 343 h 415"/>
                  <a:gd name="T4" fmla="*/ 189 w 500"/>
                  <a:gd name="T5" fmla="*/ 294 h 415"/>
                  <a:gd name="T6" fmla="*/ 120 w 500"/>
                  <a:gd name="T7" fmla="*/ 244 h 415"/>
                  <a:gd name="T8" fmla="*/ 50 w 500"/>
                  <a:gd name="T9" fmla="*/ 195 h 415"/>
                  <a:gd name="T10" fmla="*/ 20 w 500"/>
                  <a:gd name="T11" fmla="*/ 162 h 415"/>
                  <a:gd name="T12" fmla="*/ 3 w 500"/>
                  <a:gd name="T13" fmla="*/ 123 h 415"/>
                  <a:gd name="T14" fmla="*/ 2 w 500"/>
                  <a:gd name="T15" fmla="*/ 80 h 415"/>
                  <a:gd name="T16" fmla="*/ 2 w 500"/>
                  <a:gd name="T17" fmla="*/ 79 h 415"/>
                  <a:gd name="T18" fmla="*/ 50 w 500"/>
                  <a:gd name="T19" fmla="*/ 13 h 415"/>
                  <a:gd name="T20" fmla="*/ 51 w 500"/>
                  <a:gd name="T21" fmla="*/ 13 h 415"/>
                  <a:gd name="T22" fmla="*/ 91 w 500"/>
                  <a:gd name="T23" fmla="*/ 2 h 415"/>
                  <a:gd name="T24" fmla="*/ 132 w 500"/>
                  <a:gd name="T25" fmla="*/ 5 h 415"/>
                  <a:gd name="T26" fmla="*/ 172 w 500"/>
                  <a:gd name="T27" fmla="*/ 23 h 415"/>
                  <a:gd name="T28" fmla="*/ 241 w 500"/>
                  <a:gd name="T29" fmla="*/ 73 h 415"/>
                  <a:gd name="T30" fmla="*/ 311 w 500"/>
                  <a:gd name="T31" fmla="*/ 122 h 415"/>
                  <a:gd name="T32" fmla="*/ 380 w 500"/>
                  <a:gd name="T33" fmla="*/ 172 h 415"/>
                  <a:gd name="T34" fmla="*/ 450 w 500"/>
                  <a:gd name="T35" fmla="*/ 221 h 415"/>
                  <a:gd name="T36" fmla="*/ 480 w 500"/>
                  <a:gd name="T37" fmla="*/ 253 h 415"/>
                  <a:gd name="T38" fmla="*/ 497 w 500"/>
                  <a:gd name="T39" fmla="*/ 293 h 415"/>
                  <a:gd name="T40" fmla="*/ 498 w 500"/>
                  <a:gd name="T41" fmla="*/ 336 h 415"/>
                  <a:gd name="T42" fmla="*/ 498 w 500"/>
                  <a:gd name="T43" fmla="*/ 337 h 415"/>
                  <a:gd name="T44" fmla="*/ 450 w 500"/>
                  <a:gd name="T45" fmla="*/ 402 h 415"/>
                  <a:gd name="T46" fmla="*/ 449 w 500"/>
                  <a:gd name="T47" fmla="*/ 403 h 415"/>
                  <a:gd name="T48" fmla="*/ 409 w 500"/>
                  <a:gd name="T49" fmla="*/ 414 h 415"/>
                  <a:gd name="T50" fmla="*/ 368 w 500"/>
                  <a:gd name="T51" fmla="*/ 411 h 415"/>
                  <a:gd name="T52" fmla="*/ 328 w 500"/>
                  <a:gd name="T53" fmla="*/ 392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00" h="415">
                    <a:moveTo>
                      <a:pt x="328" y="392"/>
                    </a:moveTo>
                    <a:cubicBezTo>
                      <a:pt x="259" y="343"/>
                      <a:pt x="259" y="343"/>
                      <a:pt x="259" y="343"/>
                    </a:cubicBezTo>
                    <a:cubicBezTo>
                      <a:pt x="189" y="294"/>
                      <a:pt x="189" y="294"/>
                      <a:pt x="189" y="294"/>
                    </a:cubicBezTo>
                    <a:cubicBezTo>
                      <a:pt x="120" y="244"/>
                      <a:pt x="120" y="244"/>
                      <a:pt x="120" y="244"/>
                    </a:cubicBezTo>
                    <a:cubicBezTo>
                      <a:pt x="50" y="195"/>
                      <a:pt x="50" y="195"/>
                      <a:pt x="50" y="195"/>
                    </a:cubicBezTo>
                    <a:cubicBezTo>
                      <a:pt x="38" y="186"/>
                      <a:pt x="28" y="175"/>
                      <a:pt x="20" y="162"/>
                    </a:cubicBezTo>
                    <a:cubicBezTo>
                      <a:pt x="12" y="150"/>
                      <a:pt x="6" y="137"/>
                      <a:pt x="3" y="123"/>
                    </a:cubicBezTo>
                    <a:cubicBezTo>
                      <a:pt x="0" y="109"/>
                      <a:pt x="0" y="94"/>
                      <a:pt x="2" y="80"/>
                    </a:cubicBezTo>
                    <a:cubicBezTo>
                      <a:pt x="2" y="80"/>
                      <a:pt x="2" y="79"/>
                      <a:pt x="2" y="79"/>
                    </a:cubicBezTo>
                    <a:cubicBezTo>
                      <a:pt x="6" y="51"/>
                      <a:pt x="24" y="26"/>
                      <a:pt x="50" y="13"/>
                    </a:cubicBezTo>
                    <a:cubicBezTo>
                      <a:pt x="50" y="13"/>
                      <a:pt x="50" y="13"/>
                      <a:pt x="51" y="13"/>
                    </a:cubicBezTo>
                    <a:cubicBezTo>
                      <a:pt x="63" y="7"/>
                      <a:pt x="77" y="3"/>
                      <a:pt x="91" y="2"/>
                    </a:cubicBezTo>
                    <a:cubicBezTo>
                      <a:pt x="105" y="0"/>
                      <a:pt x="119" y="2"/>
                      <a:pt x="132" y="5"/>
                    </a:cubicBezTo>
                    <a:cubicBezTo>
                      <a:pt x="146" y="9"/>
                      <a:pt x="159" y="15"/>
                      <a:pt x="172" y="23"/>
                    </a:cubicBezTo>
                    <a:cubicBezTo>
                      <a:pt x="241" y="73"/>
                      <a:pt x="241" y="73"/>
                      <a:pt x="241" y="73"/>
                    </a:cubicBezTo>
                    <a:cubicBezTo>
                      <a:pt x="311" y="122"/>
                      <a:pt x="311" y="122"/>
                      <a:pt x="311" y="122"/>
                    </a:cubicBezTo>
                    <a:cubicBezTo>
                      <a:pt x="380" y="172"/>
                      <a:pt x="380" y="172"/>
                      <a:pt x="380" y="172"/>
                    </a:cubicBezTo>
                    <a:cubicBezTo>
                      <a:pt x="450" y="221"/>
                      <a:pt x="450" y="221"/>
                      <a:pt x="450" y="221"/>
                    </a:cubicBezTo>
                    <a:cubicBezTo>
                      <a:pt x="462" y="230"/>
                      <a:pt x="472" y="241"/>
                      <a:pt x="480" y="253"/>
                    </a:cubicBezTo>
                    <a:cubicBezTo>
                      <a:pt x="488" y="266"/>
                      <a:pt x="494" y="279"/>
                      <a:pt x="497" y="293"/>
                    </a:cubicBezTo>
                    <a:cubicBezTo>
                      <a:pt x="500" y="307"/>
                      <a:pt x="500" y="322"/>
                      <a:pt x="498" y="336"/>
                    </a:cubicBezTo>
                    <a:cubicBezTo>
                      <a:pt x="498" y="336"/>
                      <a:pt x="498" y="336"/>
                      <a:pt x="498" y="337"/>
                    </a:cubicBezTo>
                    <a:cubicBezTo>
                      <a:pt x="494" y="365"/>
                      <a:pt x="476" y="390"/>
                      <a:pt x="450" y="402"/>
                    </a:cubicBezTo>
                    <a:cubicBezTo>
                      <a:pt x="450" y="402"/>
                      <a:pt x="450" y="403"/>
                      <a:pt x="449" y="403"/>
                    </a:cubicBezTo>
                    <a:cubicBezTo>
                      <a:pt x="437" y="409"/>
                      <a:pt x="423" y="413"/>
                      <a:pt x="409" y="414"/>
                    </a:cubicBezTo>
                    <a:cubicBezTo>
                      <a:pt x="396" y="415"/>
                      <a:pt x="381" y="414"/>
                      <a:pt x="368" y="411"/>
                    </a:cubicBezTo>
                    <a:cubicBezTo>
                      <a:pt x="354" y="407"/>
                      <a:pt x="341" y="401"/>
                      <a:pt x="328" y="392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459FED"/>
                  </a:gs>
                  <a:gs pos="0">
                    <a:srgbClr val="7ECAF8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62">
                <a:extLst>
                  <a:ext uri="{FF2B5EF4-FFF2-40B4-BE49-F238E27FC236}">
                    <a16:creationId xmlns:a16="http://schemas.microsoft.com/office/drawing/2014/main" id="{D2598603-F0C4-B1BA-31BB-3A1940348E0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014845" y="2533461"/>
                <a:ext cx="249328" cy="578664"/>
              </a:xfrm>
              <a:custGeom>
                <a:avLst/>
                <a:gdLst>
                  <a:gd name="T0" fmla="*/ 0 w 282"/>
                  <a:gd name="T1" fmla="*/ 496 h 655"/>
                  <a:gd name="T2" fmla="*/ 0 w 282"/>
                  <a:gd name="T3" fmla="*/ 412 h 655"/>
                  <a:gd name="T4" fmla="*/ 0 w 282"/>
                  <a:gd name="T5" fmla="*/ 328 h 655"/>
                  <a:gd name="T6" fmla="*/ 0 w 282"/>
                  <a:gd name="T7" fmla="*/ 244 h 655"/>
                  <a:gd name="T8" fmla="*/ 0 w 282"/>
                  <a:gd name="T9" fmla="*/ 159 h 655"/>
                  <a:gd name="T10" fmla="*/ 11 w 282"/>
                  <a:gd name="T11" fmla="*/ 101 h 655"/>
                  <a:gd name="T12" fmla="*/ 41 w 282"/>
                  <a:gd name="T13" fmla="*/ 53 h 655"/>
                  <a:gd name="T14" fmla="*/ 86 w 282"/>
                  <a:gd name="T15" fmla="*/ 18 h 655"/>
                  <a:gd name="T16" fmla="*/ 93 w 282"/>
                  <a:gd name="T17" fmla="*/ 14 h 655"/>
                  <a:gd name="T18" fmla="*/ 189 w 282"/>
                  <a:gd name="T19" fmla="*/ 14 h 655"/>
                  <a:gd name="T20" fmla="*/ 197 w 282"/>
                  <a:gd name="T21" fmla="*/ 18 h 655"/>
                  <a:gd name="T22" fmla="*/ 241 w 282"/>
                  <a:gd name="T23" fmla="*/ 53 h 655"/>
                  <a:gd name="T24" fmla="*/ 271 w 282"/>
                  <a:gd name="T25" fmla="*/ 101 h 655"/>
                  <a:gd name="T26" fmla="*/ 282 w 282"/>
                  <a:gd name="T27" fmla="*/ 159 h 655"/>
                  <a:gd name="T28" fmla="*/ 282 w 282"/>
                  <a:gd name="T29" fmla="*/ 244 h 655"/>
                  <a:gd name="T30" fmla="*/ 282 w 282"/>
                  <a:gd name="T31" fmla="*/ 328 h 655"/>
                  <a:gd name="T32" fmla="*/ 282 w 282"/>
                  <a:gd name="T33" fmla="*/ 412 h 655"/>
                  <a:gd name="T34" fmla="*/ 282 w 282"/>
                  <a:gd name="T35" fmla="*/ 496 h 655"/>
                  <a:gd name="T36" fmla="*/ 271 w 282"/>
                  <a:gd name="T37" fmla="*/ 554 h 655"/>
                  <a:gd name="T38" fmla="*/ 241 w 282"/>
                  <a:gd name="T39" fmla="*/ 603 h 655"/>
                  <a:gd name="T40" fmla="*/ 197 w 282"/>
                  <a:gd name="T41" fmla="*/ 638 h 655"/>
                  <a:gd name="T42" fmla="*/ 189 w 282"/>
                  <a:gd name="T43" fmla="*/ 641 h 655"/>
                  <a:gd name="T44" fmla="*/ 93 w 282"/>
                  <a:gd name="T45" fmla="*/ 641 h 655"/>
                  <a:gd name="T46" fmla="*/ 86 w 282"/>
                  <a:gd name="T47" fmla="*/ 638 h 655"/>
                  <a:gd name="T48" fmla="*/ 41 w 282"/>
                  <a:gd name="T49" fmla="*/ 603 h 655"/>
                  <a:gd name="T50" fmla="*/ 11 w 282"/>
                  <a:gd name="T51" fmla="*/ 554 h 655"/>
                  <a:gd name="T52" fmla="*/ 0 w 282"/>
                  <a:gd name="T53" fmla="*/ 496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82" h="655">
                    <a:moveTo>
                      <a:pt x="0" y="496"/>
                    </a:moveTo>
                    <a:cubicBezTo>
                      <a:pt x="0" y="412"/>
                      <a:pt x="0" y="412"/>
                      <a:pt x="0" y="412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0" y="159"/>
                      <a:pt x="0" y="159"/>
                      <a:pt x="0" y="159"/>
                    </a:cubicBezTo>
                    <a:cubicBezTo>
                      <a:pt x="0" y="139"/>
                      <a:pt x="4" y="119"/>
                      <a:pt x="11" y="101"/>
                    </a:cubicBezTo>
                    <a:cubicBezTo>
                      <a:pt x="18" y="83"/>
                      <a:pt x="28" y="67"/>
                      <a:pt x="41" y="53"/>
                    </a:cubicBezTo>
                    <a:cubicBezTo>
                      <a:pt x="54" y="39"/>
                      <a:pt x="69" y="27"/>
                      <a:pt x="86" y="18"/>
                    </a:cubicBezTo>
                    <a:cubicBezTo>
                      <a:pt x="88" y="17"/>
                      <a:pt x="91" y="15"/>
                      <a:pt x="93" y="14"/>
                    </a:cubicBezTo>
                    <a:cubicBezTo>
                      <a:pt x="123" y="0"/>
                      <a:pt x="159" y="0"/>
                      <a:pt x="189" y="14"/>
                    </a:cubicBezTo>
                    <a:cubicBezTo>
                      <a:pt x="192" y="15"/>
                      <a:pt x="194" y="17"/>
                      <a:pt x="197" y="18"/>
                    </a:cubicBezTo>
                    <a:cubicBezTo>
                      <a:pt x="213" y="27"/>
                      <a:pt x="229" y="39"/>
                      <a:pt x="241" y="53"/>
                    </a:cubicBezTo>
                    <a:cubicBezTo>
                      <a:pt x="254" y="67"/>
                      <a:pt x="264" y="83"/>
                      <a:pt x="271" y="101"/>
                    </a:cubicBezTo>
                    <a:cubicBezTo>
                      <a:pt x="278" y="119"/>
                      <a:pt x="282" y="139"/>
                      <a:pt x="282" y="159"/>
                    </a:cubicBezTo>
                    <a:cubicBezTo>
                      <a:pt x="282" y="244"/>
                      <a:pt x="282" y="244"/>
                      <a:pt x="282" y="244"/>
                    </a:cubicBezTo>
                    <a:cubicBezTo>
                      <a:pt x="282" y="328"/>
                      <a:pt x="282" y="328"/>
                      <a:pt x="282" y="328"/>
                    </a:cubicBezTo>
                    <a:cubicBezTo>
                      <a:pt x="282" y="412"/>
                      <a:pt x="282" y="412"/>
                      <a:pt x="282" y="412"/>
                    </a:cubicBezTo>
                    <a:cubicBezTo>
                      <a:pt x="282" y="496"/>
                      <a:pt x="282" y="496"/>
                      <a:pt x="282" y="496"/>
                    </a:cubicBezTo>
                    <a:cubicBezTo>
                      <a:pt x="282" y="517"/>
                      <a:pt x="278" y="536"/>
                      <a:pt x="271" y="554"/>
                    </a:cubicBezTo>
                    <a:cubicBezTo>
                      <a:pt x="264" y="572"/>
                      <a:pt x="254" y="589"/>
                      <a:pt x="241" y="603"/>
                    </a:cubicBezTo>
                    <a:cubicBezTo>
                      <a:pt x="229" y="617"/>
                      <a:pt x="213" y="629"/>
                      <a:pt x="197" y="638"/>
                    </a:cubicBezTo>
                    <a:cubicBezTo>
                      <a:pt x="194" y="639"/>
                      <a:pt x="192" y="640"/>
                      <a:pt x="189" y="641"/>
                    </a:cubicBezTo>
                    <a:cubicBezTo>
                      <a:pt x="159" y="655"/>
                      <a:pt x="123" y="655"/>
                      <a:pt x="93" y="641"/>
                    </a:cubicBezTo>
                    <a:cubicBezTo>
                      <a:pt x="91" y="640"/>
                      <a:pt x="88" y="639"/>
                      <a:pt x="86" y="638"/>
                    </a:cubicBezTo>
                    <a:cubicBezTo>
                      <a:pt x="69" y="629"/>
                      <a:pt x="54" y="617"/>
                      <a:pt x="41" y="603"/>
                    </a:cubicBezTo>
                    <a:cubicBezTo>
                      <a:pt x="28" y="589"/>
                      <a:pt x="18" y="572"/>
                      <a:pt x="11" y="554"/>
                    </a:cubicBezTo>
                    <a:cubicBezTo>
                      <a:pt x="4" y="536"/>
                      <a:pt x="0" y="517"/>
                      <a:pt x="0" y="496"/>
                    </a:cubicBezTo>
                    <a:close/>
                  </a:path>
                </a:pathLst>
              </a:custGeom>
              <a:gradFill>
                <a:gsLst>
                  <a:gs pos="88000">
                    <a:srgbClr val="459FED"/>
                  </a:gs>
                  <a:gs pos="0">
                    <a:srgbClr val="7ECAF8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64">
                <a:extLst>
                  <a:ext uri="{FF2B5EF4-FFF2-40B4-BE49-F238E27FC236}">
                    <a16:creationId xmlns:a16="http://schemas.microsoft.com/office/drawing/2014/main" id="{73DC2B87-BB86-63C3-025D-901A311C191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954187" y="2934617"/>
                <a:ext cx="371014" cy="247466"/>
              </a:xfrm>
              <a:custGeom>
                <a:avLst/>
                <a:gdLst>
                  <a:gd name="T0" fmla="*/ 27 w 420"/>
                  <a:gd name="T1" fmla="*/ 232 h 280"/>
                  <a:gd name="T2" fmla="*/ 27 w 420"/>
                  <a:gd name="T3" fmla="*/ 220 h 280"/>
                  <a:gd name="T4" fmla="*/ 27 w 420"/>
                  <a:gd name="T5" fmla="*/ 208 h 280"/>
                  <a:gd name="T6" fmla="*/ 27 w 420"/>
                  <a:gd name="T7" fmla="*/ 195 h 280"/>
                  <a:gd name="T8" fmla="*/ 27 w 420"/>
                  <a:gd name="T9" fmla="*/ 183 h 280"/>
                  <a:gd name="T10" fmla="*/ 41 w 420"/>
                  <a:gd name="T11" fmla="*/ 112 h 280"/>
                  <a:gd name="T12" fmla="*/ 80 w 420"/>
                  <a:gd name="T13" fmla="*/ 53 h 280"/>
                  <a:gd name="T14" fmla="*/ 139 w 420"/>
                  <a:gd name="T15" fmla="*/ 14 h 280"/>
                  <a:gd name="T16" fmla="*/ 210 w 420"/>
                  <a:gd name="T17" fmla="*/ 0 h 280"/>
                  <a:gd name="T18" fmla="*/ 210 w 420"/>
                  <a:gd name="T19" fmla="*/ 0 h 280"/>
                  <a:gd name="T20" fmla="*/ 210 w 420"/>
                  <a:gd name="T21" fmla="*/ 0 h 280"/>
                  <a:gd name="T22" fmla="*/ 210 w 420"/>
                  <a:gd name="T23" fmla="*/ 0 h 280"/>
                  <a:gd name="T24" fmla="*/ 210 w 420"/>
                  <a:gd name="T25" fmla="*/ 0 h 280"/>
                  <a:gd name="T26" fmla="*/ 282 w 420"/>
                  <a:gd name="T27" fmla="*/ 14 h 280"/>
                  <a:gd name="T28" fmla="*/ 340 w 420"/>
                  <a:gd name="T29" fmla="*/ 53 h 280"/>
                  <a:gd name="T30" fmla="*/ 379 w 420"/>
                  <a:gd name="T31" fmla="*/ 112 h 280"/>
                  <a:gd name="T32" fmla="*/ 394 w 420"/>
                  <a:gd name="T33" fmla="*/ 183 h 280"/>
                  <a:gd name="T34" fmla="*/ 394 w 420"/>
                  <a:gd name="T35" fmla="*/ 195 h 280"/>
                  <a:gd name="T36" fmla="*/ 394 w 420"/>
                  <a:gd name="T37" fmla="*/ 208 h 280"/>
                  <a:gd name="T38" fmla="*/ 394 w 420"/>
                  <a:gd name="T39" fmla="*/ 220 h 280"/>
                  <a:gd name="T40" fmla="*/ 394 w 420"/>
                  <a:gd name="T41" fmla="*/ 232 h 280"/>
                  <a:gd name="T42" fmla="*/ 400 w 420"/>
                  <a:gd name="T43" fmla="*/ 232 h 280"/>
                  <a:gd name="T44" fmla="*/ 407 w 420"/>
                  <a:gd name="T45" fmla="*/ 232 h 280"/>
                  <a:gd name="T46" fmla="*/ 413 w 420"/>
                  <a:gd name="T47" fmla="*/ 232 h 280"/>
                  <a:gd name="T48" fmla="*/ 420 w 420"/>
                  <a:gd name="T49" fmla="*/ 232 h 280"/>
                  <a:gd name="T50" fmla="*/ 420 w 420"/>
                  <a:gd name="T51" fmla="*/ 244 h 280"/>
                  <a:gd name="T52" fmla="*/ 420 w 420"/>
                  <a:gd name="T53" fmla="*/ 256 h 280"/>
                  <a:gd name="T54" fmla="*/ 420 w 420"/>
                  <a:gd name="T55" fmla="*/ 268 h 280"/>
                  <a:gd name="T56" fmla="*/ 420 w 420"/>
                  <a:gd name="T57" fmla="*/ 280 h 280"/>
                  <a:gd name="T58" fmla="*/ 413 w 420"/>
                  <a:gd name="T59" fmla="*/ 280 h 280"/>
                  <a:gd name="T60" fmla="*/ 407 w 420"/>
                  <a:gd name="T61" fmla="*/ 280 h 280"/>
                  <a:gd name="T62" fmla="*/ 400 w 420"/>
                  <a:gd name="T63" fmla="*/ 280 h 280"/>
                  <a:gd name="T64" fmla="*/ 394 w 420"/>
                  <a:gd name="T65" fmla="*/ 280 h 280"/>
                  <a:gd name="T66" fmla="*/ 302 w 420"/>
                  <a:gd name="T67" fmla="*/ 280 h 280"/>
                  <a:gd name="T68" fmla="*/ 210 w 420"/>
                  <a:gd name="T69" fmla="*/ 280 h 280"/>
                  <a:gd name="T70" fmla="*/ 118 w 420"/>
                  <a:gd name="T71" fmla="*/ 280 h 280"/>
                  <a:gd name="T72" fmla="*/ 27 w 420"/>
                  <a:gd name="T73" fmla="*/ 280 h 280"/>
                  <a:gd name="T74" fmla="*/ 20 w 420"/>
                  <a:gd name="T75" fmla="*/ 280 h 280"/>
                  <a:gd name="T76" fmla="*/ 13 w 420"/>
                  <a:gd name="T77" fmla="*/ 280 h 280"/>
                  <a:gd name="T78" fmla="*/ 7 w 420"/>
                  <a:gd name="T79" fmla="*/ 280 h 280"/>
                  <a:gd name="T80" fmla="*/ 0 w 420"/>
                  <a:gd name="T81" fmla="*/ 280 h 280"/>
                  <a:gd name="T82" fmla="*/ 0 w 420"/>
                  <a:gd name="T83" fmla="*/ 268 h 280"/>
                  <a:gd name="T84" fmla="*/ 0 w 420"/>
                  <a:gd name="T85" fmla="*/ 256 h 280"/>
                  <a:gd name="T86" fmla="*/ 0 w 420"/>
                  <a:gd name="T87" fmla="*/ 244 h 280"/>
                  <a:gd name="T88" fmla="*/ 0 w 420"/>
                  <a:gd name="T89" fmla="*/ 232 h 280"/>
                  <a:gd name="T90" fmla="*/ 7 w 420"/>
                  <a:gd name="T91" fmla="*/ 232 h 280"/>
                  <a:gd name="T92" fmla="*/ 13 w 420"/>
                  <a:gd name="T93" fmla="*/ 232 h 280"/>
                  <a:gd name="T94" fmla="*/ 20 w 420"/>
                  <a:gd name="T95" fmla="*/ 232 h 280"/>
                  <a:gd name="T96" fmla="*/ 27 w 420"/>
                  <a:gd name="T97" fmla="*/ 232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20" h="280">
                    <a:moveTo>
                      <a:pt x="27" y="232"/>
                    </a:moveTo>
                    <a:cubicBezTo>
                      <a:pt x="27" y="220"/>
                      <a:pt x="27" y="220"/>
                      <a:pt x="27" y="220"/>
                    </a:cubicBezTo>
                    <a:cubicBezTo>
                      <a:pt x="27" y="208"/>
                      <a:pt x="27" y="208"/>
                      <a:pt x="27" y="208"/>
                    </a:cubicBezTo>
                    <a:cubicBezTo>
                      <a:pt x="27" y="195"/>
                      <a:pt x="27" y="195"/>
                      <a:pt x="27" y="195"/>
                    </a:cubicBezTo>
                    <a:cubicBezTo>
                      <a:pt x="27" y="183"/>
                      <a:pt x="27" y="183"/>
                      <a:pt x="27" y="183"/>
                    </a:cubicBezTo>
                    <a:cubicBezTo>
                      <a:pt x="27" y="158"/>
                      <a:pt x="32" y="134"/>
                      <a:pt x="41" y="112"/>
                    </a:cubicBezTo>
                    <a:cubicBezTo>
                      <a:pt x="50" y="90"/>
                      <a:pt x="64" y="70"/>
                      <a:pt x="80" y="53"/>
                    </a:cubicBezTo>
                    <a:cubicBezTo>
                      <a:pt x="97" y="37"/>
                      <a:pt x="117" y="23"/>
                      <a:pt x="139" y="14"/>
                    </a:cubicBezTo>
                    <a:cubicBezTo>
                      <a:pt x="161" y="5"/>
                      <a:pt x="185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35" y="0"/>
                      <a:pt x="260" y="5"/>
                      <a:pt x="282" y="14"/>
                    </a:cubicBezTo>
                    <a:cubicBezTo>
                      <a:pt x="304" y="23"/>
                      <a:pt x="323" y="37"/>
                      <a:pt x="340" y="53"/>
                    </a:cubicBezTo>
                    <a:cubicBezTo>
                      <a:pt x="356" y="70"/>
                      <a:pt x="370" y="90"/>
                      <a:pt x="379" y="112"/>
                    </a:cubicBezTo>
                    <a:cubicBezTo>
                      <a:pt x="389" y="134"/>
                      <a:pt x="394" y="158"/>
                      <a:pt x="394" y="183"/>
                    </a:cubicBezTo>
                    <a:cubicBezTo>
                      <a:pt x="394" y="195"/>
                      <a:pt x="394" y="195"/>
                      <a:pt x="394" y="195"/>
                    </a:cubicBezTo>
                    <a:cubicBezTo>
                      <a:pt x="394" y="208"/>
                      <a:pt x="394" y="208"/>
                      <a:pt x="394" y="208"/>
                    </a:cubicBezTo>
                    <a:cubicBezTo>
                      <a:pt x="394" y="220"/>
                      <a:pt x="394" y="220"/>
                      <a:pt x="394" y="220"/>
                    </a:cubicBezTo>
                    <a:cubicBezTo>
                      <a:pt x="394" y="232"/>
                      <a:pt x="394" y="232"/>
                      <a:pt x="394" y="232"/>
                    </a:cubicBezTo>
                    <a:cubicBezTo>
                      <a:pt x="400" y="232"/>
                      <a:pt x="400" y="232"/>
                      <a:pt x="400" y="232"/>
                    </a:cubicBezTo>
                    <a:cubicBezTo>
                      <a:pt x="407" y="232"/>
                      <a:pt x="407" y="232"/>
                      <a:pt x="407" y="232"/>
                    </a:cubicBezTo>
                    <a:cubicBezTo>
                      <a:pt x="413" y="232"/>
                      <a:pt x="413" y="232"/>
                      <a:pt x="413" y="232"/>
                    </a:cubicBezTo>
                    <a:cubicBezTo>
                      <a:pt x="420" y="232"/>
                      <a:pt x="420" y="232"/>
                      <a:pt x="420" y="232"/>
                    </a:cubicBezTo>
                    <a:cubicBezTo>
                      <a:pt x="420" y="244"/>
                      <a:pt x="420" y="244"/>
                      <a:pt x="420" y="244"/>
                    </a:cubicBezTo>
                    <a:cubicBezTo>
                      <a:pt x="420" y="256"/>
                      <a:pt x="420" y="256"/>
                      <a:pt x="420" y="256"/>
                    </a:cubicBezTo>
                    <a:cubicBezTo>
                      <a:pt x="420" y="268"/>
                      <a:pt x="420" y="268"/>
                      <a:pt x="420" y="268"/>
                    </a:cubicBezTo>
                    <a:cubicBezTo>
                      <a:pt x="420" y="280"/>
                      <a:pt x="420" y="280"/>
                      <a:pt x="420" y="280"/>
                    </a:cubicBezTo>
                    <a:cubicBezTo>
                      <a:pt x="413" y="280"/>
                      <a:pt x="413" y="280"/>
                      <a:pt x="413" y="280"/>
                    </a:cubicBezTo>
                    <a:cubicBezTo>
                      <a:pt x="407" y="280"/>
                      <a:pt x="407" y="280"/>
                      <a:pt x="407" y="280"/>
                    </a:cubicBezTo>
                    <a:cubicBezTo>
                      <a:pt x="400" y="280"/>
                      <a:pt x="400" y="280"/>
                      <a:pt x="400" y="280"/>
                    </a:cubicBezTo>
                    <a:cubicBezTo>
                      <a:pt x="394" y="280"/>
                      <a:pt x="394" y="280"/>
                      <a:pt x="394" y="280"/>
                    </a:cubicBezTo>
                    <a:cubicBezTo>
                      <a:pt x="302" y="280"/>
                      <a:pt x="302" y="280"/>
                      <a:pt x="302" y="280"/>
                    </a:cubicBezTo>
                    <a:cubicBezTo>
                      <a:pt x="210" y="280"/>
                      <a:pt x="210" y="280"/>
                      <a:pt x="210" y="280"/>
                    </a:cubicBezTo>
                    <a:cubicBezTo>
                      <a:pt x="118" y="280"/>
                      <a:pt x="118" y="280"/>
                      <a:pt x="118" y="280"/>
                    </a:cubicBezTo>
                    <a:cubicBezTo>
                      <a:pt x="27" y="280"/>
                      <a:pt x="27" y="280"/>
                      <a:pt x="27" y="280"/>
                    </a:cubicBezTo>
                    <a:cubicBezTo>
                      <a:pt x="20" y="280"/>
                      <a:pt x="20" y="280"/>
                      <a:pt x="20" y="280"/>
                    </a:cubicBezTo>
                    <a:cubicBezTo>
                      <a:pt x="13" y="280"/>
                      <a:pt x="13" y="280"/>
                      <a:pt x="13" y="280"/>
                    </a:cubicBezTo>
                    <a:cubicBezTo>
                      <a:pt x="7" y="280"/>
                      <a:pt x="7" y="280"/>
                      <a:pt x="7" y="280"/>
                    </a:cubicBezTo>
                    <a:cubicBezTo>
                      <a:pt x="0" y="280"/>
                      <a:pt x="0" y="280"/>
                      <a:pt x="0" y="280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0" y="232"/>
                      <a:pt x="0" y="232"/>
                      <a:pt x="0" y="232"/>
                    </a:cubicBezTo>
                    <a:cubicBezTo>
                      <a:pt x="7" y="232"/>
                      <a:pt x="7" y="232"/>
                      <a:pt x="7" y="232"/>
                    </a:cubicBezTo>
                    <a:cubicBezTo>
                      <a:pt x="13" y="232"/>
                      <a:pt x="13" y="232"/>
                      <a:pt x="13" y="232"/>
                    </a:cubicBezTo>
                    <a:cubicBezTo>
                      <a:pt x="20" y="232"/>
                      <a:pt x="20" y="232"/>
                      <a:pt x="20" y="232"/>
                    </a:cubicBezTo>
                    <a:lnTo>
                      <a:pt x="27" y="232"/>
                    </a:ln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66737C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65">
                <a:extLst>
                  <a:ext uri="{FF2B5EF4-FFF2-40B4-BE49-F238E27FC236}">
                    <a16:creationId xmlns:a16="http://schemas.microsoft.com/office/drawing/2014/main" id="{DB47F0BD-CA04-9556-A4A9-D79EAE07A8E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067316" y="2985972"/>
                <a:ext cx="144759" cy="144759"/>
              </a:xfrm>
              <a:custGeom>
                <a:avLst/>
                <a:gdLst>
                  <a:gd name="T0" fmla="*/ 0 w 164"/>
                  <a:gd name="T1" fmla="*/ 82 h 164"/>
                  <a:gd name="T2" fmla="*/ 6 w 164"/>
                  <a:gd name="T3" fmla="*/ 114 h 164"/>
                  <a:gd name="T4" fmla="*/ 24 w 164"/>
                  <a:gd name="T5" fmla="*/ 140 h 164"/>
                  <a:gd name="T6" fmla="*/ 50 w 164"/>
                  <a:gd name="T7" fmla="*/ 158 h 164"/>
                  <a:gd name="T8" fmla="*/ 82 w 164"/>
                  <a:gd name="T9" fmla="*/ 164 h 164"/>
                  <a:gd name="T10" fmla="*/ 114 w 164"/>
                  <a:gd name="T11" fmla="*/ 158 h 164"/>
                  <a:gd name="T12" fmla="*/ 140 w 164"/>
                  <a:gd name="T13" fmla="*/ 140 h 164"/>
                  <a:gd name="T14" fmla="*/ 158 w 164"/>
                  <a:gd name="T15" fmla="*/ 114 h 164"/>
                  <a:gd name="T16" fmla="*/ 164 w 164"/>
                  <a:gd name="T17" fmla="*/ 82 h 164"/>
                  <a:gd name="T18" fmla="*/ 158 w 164"/>
                  <a:gd name="T19" fmla="*/ 50 h 164"/>
                  <a:gd name="T20" fmla="*/ 140 w 164"/>
                  <a:gd name="T21" fmla="*/ 24 h 164"/>
                  <a:gd name="T22" fmla="*/ 114 w 164"/>
                  <a:gd name="T23" fmla="*/ 6 h 164"/>
                  <a:gd name="T24" fmla="*/ 82 w 164"/>
                  <a:gd name="T25" fmla="*/ 0 h 164"/>
                  <a:gd name="T26" fmla="*/ 50 w 164"/>
                  <a:gd name="T27" fmla="*/ 6 h 164"/>
                  <a:gd name="T28" fmla="*/ 24 w 164"/>
                  <a:gd name="T29" fmla="*/ 24 h 164"/>
                  <a:gd name="T30" fmla="*/ 6 w 164"/>
                  <a:gd name="T31" fmla="*/ 50 h 164"/>
                  <a:gd name="T32" fmla="*/ 0 w 164"/>
                  <a:gd name="T33" fmla="*/ 82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4" h="164">
                    <a:moveTo>
                      <a:pt x="0" y="82"/>
                    </a:moveTo>
                    <a:cubicBezTo>
                      <a:pt x="0" y="93"/>
                      <a:pt x="2" y="104"/>
                      <a:pt x="6" y="114"/>
                    </a:cubicBezTo>
                    <a:cubicBezTo>
                      <a:pt x="10" y="124"/>
                      <a:pt x="16" y="133"/>
                      <a:pt x="24" y="140"/>
                    </a:cubicBezTo>
                    <a:cubicBezTo>
                      <a:pt x="31" y="147"/>
                      <a:pt x="40" y="153"/>
                      <a:pt x="50" y="158"/>
                    </a:cubicBezTo>
                    <a:cubicBezTo>
                      <a:pt x="60" y="162"/>
                      <a:pt x="71" y="164"/>
                      <a:pt x="82" y="164"/>
                    </a:cubicBezTo>
                    <a:cubicBezTo>
                      <a:pt x="93" y="164"/>
                      <a:pt x="104" y="162"/>
                      <a:pt x="114" y="158"/>
                    </a:cubicBezTo>
                    <a:cubicBezTo>
                      <a:pt x="124" y="153"/>
                      <a:pt x="133" y="147"/>
                      <a:pt x="140" y="140"/>
                    </a:cubicBezTo>
                    <a:cubicBezTo>
                      <a:pt x="148" y="133"/>
                      <a:pt x="154" y="124"/>
                      <a:pt x="158" y="114"/>
                    </a:cubicBezTo>
                    <a:cubicBezTo>
                      <a:pt x="162" y="104"/>
                      <a:pt x="164" y="93"/>
                      <a:pt x="164" y="82"/>
                    </a:cubicBezTo>
                    <a:cubicBezTo>
                      <a:pt x="164" y="70"/>
                      <a:pt x="162" y="60"/>
                      <a:pt x="158" y="50"/>
                    </a:cubicBezTo>
                    <a:cubicBezTo>
                      <a:pt x="154" y="40"/>
                      <a:pt x="148" y="31"/>
                      <a:pt x="140" y="24"/>
                    </a:cubicBezTo>
                    <a:cubicBezTo>
                      <a:pt x="133" y="16"/>
                      <a:pt x="124" y="10"/>
                      <a:pt x="114" y="6"/>
                    </a:cubicBezTo>
                    <a:cubicBezTo>
                      <a:pt x="104" y="2"/>
                      <a:pt x="93" y="0"/>
                      <a:pt x="82" y="0"/>
                    </a:cubicBezTo>
                    <a:cubicBezTo>
                      <a:pt x="71" y="0"/>
                      <a:pt x="60" y="2"/>
                      <a:pt x="50" y="6"/>
                    </a:cubicBezTo>
                    <a:cubicBezTo>
                      <a:pt x="40" y="10"/>
                      <a:pt x="31" y="16"/>
                      <a:pt x="24" y="24"/>
                    </a:cubicBezTo>
                    <a:cubicBezTo>
                      <a:pt x="16" y="31"/>
                      <a:pt x="10" y="40"/>
                      <a:pt x="6" y="50"/>
                    </a:cubicBezTo>
                    <a:cubicBezTo>
                      <a:pt x="2" y="60"/>
                      <a:pt x="0" y="70"/>
                      <a:pt x="0" y="82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66">
                <a:extLst>
                  <a:ext uri="{FF2B5EF4-FFF2-40B4-BE49-F238E27FC236}">
                    <a16:creationId xmlns:a16="http://schemas.microsoft.com/office/drawing/2014/main" id="{1FC53C13-5F20-3284-C32C-A2C31879647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107878" y="3026534"/>
                <a:ext cx="63634" cy="63634"/>
              </a:xfrm>
              <a:custGeom>
                <a:avLst/>
                <a:gdLst>
                  <a:gd name="T0" fmla="*/ 0 w 72"/>
                  <a:gd name="T1" fmla="*/ 36 h 72"/>
                  <a:gd name="T2" fmla="*/ 3 w 72"/>
                  <a:gd name="T3" fmla="*/ 50 h 72"/>
                  <a:gd name="T4" fmla="*/ 11 w 72"/>
                  <a:gd name="T5" fmla="*/ 61 h 72"/>
                  <a:gd name="T6" fmla="*/ 22 w 72"/>
                  <a:gd name="T7" fmla="*/ 69 h 72"/>
                  <a:gd name="T8" fmla="*/ 36 w 72"/>
                  <a:gd name="T9" fmla="*/ 72 h 72"/>
                  <a:gd name="T10" fmla="*/ 50 w 72"/>
                  <a:gd name="T11" fmla="*/ 69 h 72"/>
                  <a:gd name="T12" fmla="*/ 62 w 72"/>
                  <a:gd name="T13" fmla="*/ 61 h 72"/>
                  <a:gd name="T14" fmla="*/ 69 w 72"/>
                  <a:gd name="T15" fmla="*/ 50 h 72"/>
                  <a:gd name="T16" fmla="*/ 72 w 72"/>
                  <a:gd name="T17" fmla="*/ 36 h 72"/>
                  <a:gd name="T18" fmla="*/ 69 w 72"/>
                  <a:gd name="T19" fmla="*/ 22 h 72"/>
                  <a:gd name="T20" fmla="*/ 62 w 72"/>
                  <a:gd name="T21" fmla="*/ 10 h 72"/>
                  <a:gd name="T22" fmla="*/ 50 w 72"/>
                  <a:gd name="T23" fmla="*/ 3 h 72"/>
                  <a:gd name="T24" fmla="*/ 36 w 72"/>
                  <a:gd name="T25" fmla="*/ 0 h 72"/>
                  <a:gd name="T26" fmla="*/ 22 w 72"/>
                  <a:gd name="T27" fmla="*/ 3 h 72"/>
                  <a:gd name="T28" fmla="*/ 11 w 72"/>
                  <a:gd name="T29" fmla="*/ 10 h 72"/>
                  <a:gd name="T30" fmla="*/ 3 w 72"/>
                  <a:gd name="T31" fmla="*/ 22 h 72"/>
                  <a:gd name="T32" fmla="*/ 0 w 72"/>
                  <a:gd name="T33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2" h="72">
                    <a:moveTo>
                      <a:pt x="0" y="36"/>
                    </a:moveTo>
                    <a:cubicBezTo>
                      <a:pt x="0" y="41"/>
                      <a:pt x="1" y="46"/>
                      <a:pt x="3" y="50"/>
                    </a:cubicBezTo>
                    <a:cubicBezTo>
                      <a:pt x="5" y="54"/>
                      <a:pt x="7" y="58"/>
                      <a:pt x="11" y="61"/>
                    </a:cubicBezTo>
                    <a:cubicBezTo>
                      <a:pt x="14" y="65"/>
                      <a:pt x="18" y="67"/>
                      <a:pt x="22" y="69"/>
                    </a:cubicBezTo>
                    <a:cubicBezTo>
                      <a:pt x="26" y="71"/>
                      <a:pt x="31" y="72"/>
                      <a:pt x="36" y="72"/>
                    </a:cubicBezTo>
                    <a:cubicBezTo>
                      <a:pt x="41" y="72"/>
                      <a:pt x="46" y="71"/>
                      <a:pt x="50" y="69"/>
                    </a:cubicBezTo>
                    <a:cubicBezTo>
                      <a:pt x="54" y="67"/>
                      <a:pt x="58" y="65"/>
                      <a:pt x="62" y="61"/>
                    </a:cubicBezTo>
                    <a:cubicBezTo>
                      <a:pt x="65" y="58"/>
                      <a:pt x="67" y="54"/>
                      <a:pt x="69" y="50"/>
                    </a:cubicBezTo>
                    <a:cubicBezTo>
                      <a:pt x="71" y="46"/>
                      <a:pt x="72" y="41"/>
                      <a:pt x="72" y="36"/>
                    </a:cubicBezTo>
                    <a:cubicBezTo>
                      <a:pt x="72" y="31"/>
                      <a:pt x="71" y="26"/>
                      <a:pt x="69" y="22"/>
                    </a:cubicBezTo>
                    <a:cubicBezTo>
                      <a:pt x="67" y="18"/>
                      <a:pt x="65" y="14"/>
                      <a:pt x="62" y="10"/>
                    </a:cubicBezTo>
                    <a:cubicBezTo>
                      <a:pt x="58" y="7"/>
                      <a:pt x="54" y="4"/>
                      <a:pt x="50" y="3"/>
                    </a:cubicBezTo>
                    <a:cubicBezTo>
                      <a:pt x="46" y="1"/>
                      <a:pt x="41" y="0"/>
                      <a:pt x="36" y="0"/>
                    </a:cubicBezTo>
                    <a:cubicBezTo>
                      <a:pt x="31" y="0"/>
                      <a:pt x="26" y="1"/>
                      <a:pt x="22" y="3"/>
                    </a:cubicBezTo>
                    <a:cubicBezTo>
                      <a:pt x="18" y="4"/>
                      <a:pt x="14" y="7"/>
                      <a:pt x="11" y="10"/>
                    </a:cubicBezTo>
                    <a:cubicBezTo>
                      <a:pt x="7" y="14"/>
                      <a:pt x="5" y="18"/>
                      <a:pt x="3" y="22"/>
                    </a:cubicBezTo>
                    <a:cubicBezTo>
                      <a:pt x="1" y="26"/>
                      <a:pt x="0" y="31"/>
                      <a:pt x="0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67">
                <a:extLst>
                  <a:ext uri="{FF2B5EF4-FFF2-40B4-BE49-F238E27FC236}">
                    <a16:creationId xmlns:a16="http://schemas.microsoft.com/office/drawing/2014/main" id="{41B43D9A-67EC-2A8F-0873-F04D21E2099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067316" y="2589280"/>
                <a:ext cx="144759" cy="145502"/>
              </a:xfrm>
              <a:custGeom>
                <a:avLst/>
                <a:gdLst>
                  <a:gd name="T0" fmla="*/ 0 w 164"/>
                  <a:gd name="T1" fmla="*/ 82 h 165"/>
                  <a:gd name="T2" fmla="*/ 6 w 164"/>
                  <a:gd name="T3" fmla="*/ 114 h 165"/>
                  <a:gd name="T4" fmla="*/ 24 w 164"/>
                  <a:gd name="T5" fmla="*/ 141 h 165"/>
                  <a:gd name="T6" fmla="*/ 50 w 164"/>
                  <a:gd name="T7" fmla="*/ 158 h 165"/>
                  <a:gd name="T8" fmla="*/ 82 w 164"/>
                  <a:gd name="T9" fmla="*/ 165 h 165"/>
                  <a:gd name="T10" fmla="*/ 114 w 164"/>
                  <a:gd name="T11" fmla="*/ 158 h 165"/>
                  <a:gd name="T12" fmla="*/ 140 w 164"/>
                  <a:gd name="T13" fmla="*/ 141 h 165"/>
                  <a:gd name="T14" fmla="*/ 158 w 164"/>
                  <a:gd name="T15" fmla="*/ 114 h 165"/>
                  <a:gd name="T16" fmla="*/ 164 w 164"/>
                  <a:gd name="T17" fmla="*/ 82 h 165"/>
                  <a:gd name="T18" fmla="*/ 158 w 164"/>
                  <a:gd name="T19" fmla="*/ 50 h 165"/>
                  <a:gd name="T20" fmla="*/ 140 w 164"/>
                  <a:gd name="T21" fmla="*/ 24 h 165"/>
                  <a:gd name="T22" fmla="*/ 114 w 164"/>
                  <a:gd name="T23" fmla="*/ 7 h 165"/>
                  <a:gd name="T24" fmla="*/ 82 w 164"/>
                  <a:gd name="T25" fmla="*/ 0 h 165"/>
                  <a:gd name="T26" fmla="*/ 50 w 164"/>
                  <a:gd name="T27" fmla="*/ 7 h 165"/>
                  <a:gd name="T28" fmla="*/ 24 w 164"/>
                  <a:gd name="T29" fmla="*/ 24 h 165"/>
                  <a:gd name="T30" fmla="*/ 6 w 164"/>
                  <a:gd name="T31" fmla="*/ 50 h 165"/>
                  <a:gd name="T32" fmla="*/ 0 w 164"/>
                  <a:gd name="T33" fmla="*/ 82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4" h="165">
                    <a:moveTo>
                      <a:pt x="0" y="82"/>
                    </a:moveTo>
                    <a:cubicBezTo>
                      <a:pt x="0" y="94"/>
                      <a:pt x="2" y="105"/>
                      <a:pt x="6" y="114"/>
                    </a:cubicBezTo>
                    <a:cubicBezTo>
                      <a:pt x="10" y="124"/>
                      <a:pt x="16" y="133"/>
                      <a:pt x="24" y="141"/>
                    </a:cubicBezTo>
                    <a:cubicBezTo>
                      <a:pt x="31" y="148"/>
                      <a:pt x="40" y="154"/>
                      <a:pt x="50" y="158"/>
                    </a:cubicBezTo>
                    <a:cubicBezTo>
                      <a:pt x="60" y="162"/>
                      <a:pt x="71" y="165"/>
                      <a:pt x="82" y="165"/>
                    </a:cubicBezTo>
                    <a:cubicBezTo>
                      <a:pt x="93" y="165"/>
                      <a:pt x="104" y="162"/>
                      <a:pt x="114" y="158"/>
                    </a:cubicBezTo>
                    <a:cubicBezTo>
                      <a:pt x="124" y="154"/>
                      <a:pt x="133" y="148"/>
                      <a:pt x="140" y="141"/>
                    </a:cubicBezTo>
                    <a:cubicBezTo>
                      <a:pt x="148" y="133"/>
                      <a:pt x="154" y="124"/>
                      <a:pt x="158" y="114"/>
                    </a:cubicBezTo>
                    <a:cubicBezTo>
                      <a:pt x="162" y="105"/>
                      <a:pt x="164" y="94"/>
                      <a:pt x="164" y="82"/>
                    </a:cubicBezTo>
                    <a:cubicBezTo>
                      <a:pt x="164" y="71"/>
                      <a:pt x="162" y="60"/>
                      <a:pt x="158" y="50"/>
                    </a:cubicBezTo>
                    <a:cubicBezTo>
                      <a:pt x="154" y="41"/>
                      <a:pt x="148" y="32"/>
                      <a:pt x="140" y="24"/>
                    </a:cubicBezTo>
                    <a:cubicBezTo>
                      <a:pt x="133" y="17"/>
                      <a:pt x="124" y="11"/>
                      <a:pt x="114" y="7"/>
                    </a:cubicBezTo>
                    <a:cubicBezTo>
                      <a:pt x="104" y="3"/>
                      <a:pt x="93" y="0"/>
                      <a:pt x="82" y="0"/>
                    </a:cubicBezTo>
                    <a:cubicBezTo>
                      <a:pt x="71" y="0"/>
                      <a:pt x="60" y="3"/>
                      <a:pt x="50" y="7"/>
                    </a:cubicBezTo>
                    <a:cubicBezTo>
                      <a:pt x="40" y="11"/>
                      <a:pt x="31" y="17"/>
                      <a:pt x="24" y="24"/>
                    </a:cubicBezTo>
                    <a:cubicBezTo>
                      <a:pt x="16" y="32"/>
                      <a:pt x="10" y="41"/>
                      <a:pt x="6" y="50"/>
                    </a:cubicBezTo>
                    <a:cubicBezTo>
                      <a:pt x="2" y="60"/>
                      <a:pt x="0" y="71"/>
                      <a:pt x="0" y="82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66737C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68">
                <a:extLst>
                  <a:ext uri="{FF2B5EF4-FFF2-40B4-BE49-F238E27FC236}">
                    <a16:creationId xmlns:a16="http://schemas.microsoft.com/office/drawing/2014/main" id="{AD753EBF-1F75-61E3-DBBC-61393D1BD26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112343" y="2630586"/>
                <a:ext cx="54704" cy="55820"/>
              </a:xfrm>
              <a:custGeom>
                <a:avLst/>
                <a:gdLst>
                  <a:gd name="T0" fmla="*/ 0 w 62"/>
                  <a:gd name="T1" fmla="*/ 32 h 63"/>
                  <a:gd name="T2" fmla="*/ 2 w 62"/>
                  <a:gd name="T3" fmla="*/ 44 h 63"/>
                  <a:gd name="T4" fmla="*/ 9 w 62"/>
                  <a:gd name="T5" fmla="*/ 54 h 63"/>
                  <a:gd name="T6" fmla="*/ 19 w 62"/>
                  <a:gd name="T7" fmla="*/ 61 h 63"/>
                  <a:gd name="T8" fmla="*/ 31 w 62"/>
                  <a:gd name="T9" fmla="*/ 63 h 63"/>
                  <a:gd name="T10" fmla="*/ 43 w 62"/>
                  <a:gd name="T11" fmla="*/ 61 h 63"/>
                  <a:gd name="T12" fmla="*/ 53 w 62"/>
                  <a:gd name="T13" fmla="*/ 54 h 63"/>
                  <a:gd name="T14" fmla="*/ 60 w 62"/>
                  <a:gd name="T15" fmla="*/ 44 h 63"/>
                  <a:gd name="T16" fmla="*/ 62 w 62"/>
                  <a:gd name="T17" fmla="*/ 32 h 63"/>
                  <a:gd name="T18" fmla="*/ 60 w 62"/>
                  <a:gd name="T19" fmla="*/ 19 h 63"/>
                  <a:gd name="T20" fmla="*/ 53 w 62"/>
                  <a:gd name="T21" fmla="*/ 9 h 63"/>
                  <a:gd name="T22" fmla="*/ 43 w 62"/>
                  <a:gd name="T23" fmla="*/ 3 h 63"/>
                  <a:gd name="T24" fmla="*/ 31 w 62"/>
                  <a:gd name="T25" fmla="*/ 0 h 63"/>
                  <a:gd name="T26" fmla="*/ 19 w 62"/>
                  <a:gd name="T27" fmla="*/ 3 h 63"/>
                  <a:gd name="T28" fmla="*/ 9 w 62"/>
                  <a:gd name="T29" fmla="*/ 9 h 63"/>
                  <a:gd name="T30" fmla="*/ 2 w 62"/>
                  <a:gd name="T31" fmla="*/ 19 h 63"/>
                  <a:gd name="T32" fmla="*/ 0 w 62"/>
                  <a:gd name="T33" fmla="*/ 3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" h="63">
                    <a:moveTo>
                      <a:pt x="0" y="32"/>
                    </a:moveTo>
                    <a:cubicBezTo>
                      <a:pt x="0" y="36"/>
                      <a:pt x="1" y="40"/>
                      <a:pt x="2" y="44"/>
                    </a:cubicBezTo>
                    <a:cubicBezTo>
                      <a:pt x="4" y="48"/>
                      <a:pt x="6" y="51"/>
                      <a:pt x="9" y="54"/>
                    </a:cubicBezTo>
                    <a:cubicBezTo>
                      <a:pt x="12" y="57"/>
                      <a:pt x="15" y="59"/>
                      <a:pt x="19" y="61"/>
                    </a:cubicBezTo>
                    <a:cubicBezTo>
                      <a:pt x="23" y="62"/>
                      <a:pt x="27" y="63"/>
                      <a:pt x="31" y="63"/>
                    </a:cubicBezTo>
                    <a:cubicBezTo>
                      <a:pt x="35" y="63"/>
                      <a:pt x="40" y="62"/>
                      <a:pt x="43" y="61"/>
                    </a:cubicBezTo>
                    <a:cubicBezTo>
                      <a:pt x="47" y="59"/>
                      <a:pt x="50" y="57"/>
                      <a:pt x="53" y="54"/>
                    </a:cubicBezTo>
                    <a:cubicBezTo>
                      <a:pt x="56" y="51"/>
                      <a:pt x="58" y="48"/>
                      <a:pt x="60" y="44"/>
                    </a:cubicBezTo>
                    <a:cubicBezTo>
                      <a:pt x="62" y="40"/>
                      <a:pt x="62" y="36"/>
                      <a:pt x="62" y="32"/>
                    </a:cubicBezTo>
                    <a:cubicBezTo>
                      <a:pt x="62" y="27"/>
                      <a:pt x="62" y="23"/>
                      <a:pt x="60" y="19"/>
                    </a:cubicBezTo>
                    <a:cubicBezTo>
                      <a:pt x="58" y="16"/>
                      <a:pt x="56" y="12"/>
                      <a:pt x="53" y="9"/>
                    </a:cubicBezTo>
                    <a:cubicBezTo>
                      <a:pt x="50" y="7"/>
                      <a:pt x="47" y="4"/>
                      <a:pt x="43" y="3"/>
                    </a:cubicBezTo>
                    <a:cubicBezTo>
                      <a:pt x="40" y="1"/>
                      <a:pt x="35" y="0"/>
                      <a:pt x="31" y="0"/>
                    </a:cubicBezTo>
                    <a:cubicBezTo>
                      <a:pt x="27" y="0"/>
                      <a:pt x="23" y="1"/>
                      <a:pt x="19" y="3"/>
                    </a:cubicBezTo>
                    <a:cubicBezTo>
                      <a:pt x="15" y="4"/>
                      <a:pt x="12" y="7"/>
                      <a:pt x="9" y="9"/>
                    </a:cubicBezTo>
                    <a:cubicBezTo>
                      <a:pt x="6" y="12"/>
                      <a:pt x="4" y="16"/>
                      <a:pt x="2" y="19"/>
                    </a:cubicBezTo>
                    <a:cubicBezTo>
                      <a:pt x="1" y="23"/>
                      <a:pt x="0" y="27"/>
                      <a:pt x="0" y="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Rectangle: Top Corners Rounded 116">
                <a:extLst>
                  <a:ext uri="{FF2B5EF4-FFF2-40B4-BE49-F238E27FC236}">
                    <a16:creationId xmlns:a16="http://schemas.microsoft.com/office/drawing/2014/main" id="{6A66B1B2-5F8D-D6F1-3DEA-DEC518F4DBF4}"/>
                  </a:ext>
                </a:extLst>
              </p:cNvPr>
              <p:cNvSpPr/>
              <p:nvPr/>
            </p:nvSpPr>
            <p:spPr bwMode="auto">
              <a:xfrm>
                <a:off x="4873201" y="3182111"/>
                <a:ext cx="529919" cy="369633"/>
              </a:xfrm>
              <a:prstGeom prst="round2SameRect">
                <a:avLst/>
              </a:prstGeom>
              <a:gradFill>
                <a:gsLst>
                  <a:gs pos="88000">
                    <a:srgbClr val="459FED"/>
                  </a:gs>
                  <a:gs pos="0">
                    <a:srgbClr val="4FB7F6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69">
                <a:extLst>
                  <a:ext uri="{FF2B5EF4-FFF2-40B4-BE49-F238E27FC236}">
                    <a16:creationId xmlns:a16="http://schemas.microsoft.com/office/drawing/2014/main" id="{11BB081B-8FD6-2A3C-C8FA-15882231E6A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956933" y="3302282"/>
                <a:ext cx="359105" cy="26421"/>
              </a:xfrm>
              <a:custGeom>
                <a:avLst/>
                <a:gdLst>
                  <a:gd name="T0" fmla="*/ 15 w 406"/>
                  <a:gd name="T1" fmla="*/ 30 h 30"/>
                  <a:gd name="T2" fmla="*/ 109 w 406"/>
                  <a:gd name="T3" fmla="*/ 30 h 30"/>
                  <a:gd name="T4" fmla="*/ 203 w 406"/>
                  <a:gd name="T5" fmla="*/ 30 h 30"/>
                  <a:gd name="T6" fmla="*/ 297 w 406"/>
                  <a:gd name="T7" fmla="*/ 30 h 30"/>
                  <a:gd name="T8" fmla="*/ 391 w 406"/>
                  <a:gd name="T9" fmla="*/ 30 h 30"/>
                  <a:gd name="T10" fmla="*/ 397 w 406"/>
                  <a:gd name="T11" fmla="*/ 29 h 30"/>
                  <a:gd name="T12" fmla="*/ 402 w 406"/>
                  <a:gd name="T13" fmla="*/ 26 h 30"/>
                  <a:gd name="T14" fmla="*/ 405 w 406"/>
                  <a:gd name="T15" fmla="*/ 21 h 30"/>
                  <a:gd name="T16" fmla="*/ 406 w 406"/>
                  <a:gd name="T17" fmla="*/ 15 h 30"/>
                  <a:gd name="T18" fmla="*/ 406 w 406"/>
                  <a:gd name="T19" fmla="*/ 15 h 30"/>
                  <a:gd name="T20" fmla="*/ 406 w 406"/>
                  <a:gd name="T21" fmla="*/ 15 h 30"/>
                  <a:gd name="T22" fmla="*/ 406 w 406"/>
                  <a:gd name="T23" fmla="*/ 15 h 30"/>
                  <a:gd name="T24" fmla="*/ 406 w 406"/>
                  <a:gd name="T25" fmla="*/ 15 h 30"/>
                  <a:gd name="T26" fmla="*/ 405 w 406"/>
                  <a:gd name="T27" fmla="*/ 9 h 30"/>
                  <a:gd name="T28" fmla="*/ 402 w 406"/>
                  <a:gd name="T29" fmla="*/ 4 h 30"/>
                  <a:gd name="T30" fmla="*/ 397 w 406"/>
                  <a:gd name="T31" fmla="*/ 1 h 30"/>
                  <a:gd name="T32" fmla="*/ 391 w 406"/>
                  <a:gd name="T33" fmla="*/ 0 h 30"/>
                  <a:gd name="T34" fmla="*/ 297 w 406"/>
                  <a:gd name="T35" fmla="*/ 0 h 30"/>
                  <a:gd name="T36" fmla="*/ 203 w 406"/>
                  <a:gd name="T37" fmla="*/ 0 h 30"/>
                  <a:gd name="T38" fmla="*/ 109 w 406"/>
                  <a:gd name="T39" fmla="*/ 0 h 30"/>
                  <a:gd name="T40" fmla="*/ 15 w 406"/>
                  <a:gd name="T41" fmla="*/ 0 h 30"/>
                  <a:gd name="T42" fmla="*/ 9 w 406"/>
                  <a:gd name="T43" fmla="*/ 1 h 30"/>
                  <a:gd name="T44" fmla="*/ 4 w 406"/>
                  <a:gd name="T45" fmla="*/ 4 h 30"/>
                  <a:gd name="T46" fmla="*/ 1 w 406"/>
                  <a:gd name="T47" fmla="*/ 9 h 30"/>
                  <a:gd name="T48" fmla="*/ 0 w 406"/>
                  <a:gd name="T49" fmla="*/ 15 h 30"/>
                  <a:gd name="T50" fmla="*/ 0 w 406"/>
                  <a:gd name="T51" fmla="*/ 15 h 30"/>
                  <a:gd name="T52" fmla="*/ 0 w 406"/>
                  <a:gd name="T53" fmla="*/ 15 h 30"/>
                  <a:gd name="T54" fmla="*/ 0 w 406"/>
                  <a:gd name="T55" fmla="*/ 15 h 30"/>
                  <a:gd name="T56" fmla="*/ 0 w 406"/>
                  <a:gd name="T57" fmla="*/ 15 h 30"/>
                  <a:gd name="T58" fmla="*/ 1 w 406"/>
                  <a:gd name="T59" fmla="*/ 21 h 30"/>
                  <a:gd name="T60" fmla="*/ 4 w 406"/>
                  <a:gd name="T61" fmla="*/ 26 h 30"/>
                  <a:gd name="T62" fmla="*/ 9 w 406"/>
                  <a:gd name="T63" fmla="*/ 29 h 30"/>
                  <a:gd name="T64" fmla="*/ 15 w 406"/>
                  <a:gd name="T65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6" h="30">
                    <a:moveTo>
                      <a:pt x="15" y="30"/>
                    </a:moveTo>
                    <a:cubicBezTo>
                      <a:pt x="109" y="30"/>
                      <a:pt x="109" y="30"/>
                      <a:pt x="109" y="30"/>
                    </a:cubicBezTo>
                    <a:cubicBezTo>
                      <a:pt x="203" y="30"/>
                      <a:pt x="203" y="30"/>
                      <a:pt x="203" y="30"/>
                    </a:cubicBezTo>
                    <a:cubicBezTo>
                      <a:pt x="297" y="30"/>
                      <a:pt x="297" y="30"/>
                      <a:pt x="297" y="30"/>
                    </a:cubicBezTo>
                    <a:cubicBezTo>
                      <a:pt x="391" y="30"/>
                      <a:pt x="391" y="30"/>
                      <a:pt x="391" y="30"/>
                    </a:cubicBezTo>
                    <a:cubicBezTo>
                      <a:pt x="393" y="30"/>
                      <a:pt x="395" y="30"/>
                      <a:pt x="397" y="29"/>
                    </a:cubicBezTo>
                    <a:cubicBezTo>
                      <a:pt x="399" y="28"/>
                      <a:pt x="400" y="27"/>
                      <a:pt x="402" y="26"/>
                    </a:cubicBezTo>
                    <a:cubicBezTo>
                      <a:pt x="403" y="24"/>
                      <a:pt x="404" y="23"/>
                      <a:pt x="405" y="21"/>
                    </a:cubicBezTo>
                    <a:cubicBezTo>
                      <a:pt x="406" y="19"/>
                      <a:pt x="406" y="17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3"/>
                      <a:pt x="406" y="11"/>
                      <a:pt x="405" y="9"/>
                    </a:cubicBezTo>
                    <a:cubicBezTo>
                      <a:pt x="404" y="7"/>
                      <a:pt x="403" y="6"/>
                      <a:pt x="402" y="4"/>
                    </a:cubicBezTo>
                    <a:cubicBezTo>
                      <a:pt x="400" y="3"/>
                      <a:pt x="399" y="2"/>
                      <a:pt x="397" y="1"/>
                    </a:cubicBezTo>
                    <a:cubicBezTo>
                      <a:pt x="395" y="0"/>
                      <a:pt x="393" y="0"/>
                      <a:pt x="391" y="0"/>
                    </a:cubicBezTo>
                    <a:cubicBezTo>
                      <a:pt x="297" y="0"/>
                      <a:pt x="297" y="0"/>
                      <a:pt x="297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3" y="0"/>
                      <a:pt x="11" y="0"/>
                      <a:pt x="9" y="1"/>
                    </a:cubicBezTo>
                    <a:cubicBezTo>
                      <a:pt x="7" y="2"/>
                      <a:pt x="5" y="3"/>
                      <a:pt x="4" y="4"/>
                    </a:cubicBezTo>
                    <a:cubicBezTo>
                      <a:pt x="3" y="6"/>
                      <a:pt x="2" y="7"/>
                      <a:pt x="1" y="9"/>
                    </a:cubicBezTo>
                    <a:cubicBezTo>
                      <a:pt x="0" y="11"/>
                      <a:pt x="0" y="13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0" y="19"/>
                      <a:pt x="1" y="21"/>
                    </a:cubicBezTo>
                    <a:cubicBezTo>
                      <a:pt x="2" y="23"/>
                      <a:pt x="3" y="24"/>
                      <a:pt x="4" y="26"/>
                    </a:cubicBezTo>
                    <a:cubicBezTo>
                      <a:pt x="5" y="27"/>
                      <a:pt x="7" y="28"/>
                      <a:pt x="9" y="29"/>
                    </a:cubicBezTo>
                    <a:cubicBezTo>
                      <a:pt x="11" y="30"/>
                      <a:pt x="13" y="30"/>
                      <a:pt x="15" y="3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DFE3E6"/>
                  </a:gs>
                  <a:gs pos="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4A2B743-F915-2DC8-11EB-485E59F1F492}"/>
                  </a:ext>
                </a:extLst>
              </p:cNvPr>
              <p:cNvGrpSpPr/>
              <p:nvPr/>
            </p:nvGrpSpPr>
            <p:grpSpPr>
              <a:xfrm>
                <a:off x="5882266" y="1357101"/>
                <a:ext cx="627062" cy="739775"/>
                <a:chOff x="5845176" y="1306513"/>
                <a:chExt cx="627062" cy="739775"/>
              </a:xfrm>
            </p:grpSpPr>
            <p:sp>
              <p:nvSpPr>
                <p:cNvPr id="123" name="Freeform 126">
                  <a:extLst>
                    <a:ext uri="{FF2B5EF4-FFF2-40B4-BE49-F238E27FC236}">
                      <a16:creationId xmlns:a16="http://schemas.microsoft.com/office/drawing/2014/main" id="{90FCBEFA-BC19-FEBF-8850-6A00188103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62663" y="1546226"/>
                  <a:ext cx="231775" cy="325438"/>
                </a:xfrm>
                <a:custGeom>
                  <a:avLst/>
                  <a:gdLst>
                    <a:gd name="T0" fmla="*/ 209 w 209"/>
                    <a:gd name="T1" fmla="*/ 3 h 293"/>
                    <a:gd name="T2" fmla="*/ 208 w 209"/>
                    <a:gd name="T3" fmla="*/ 4 h 293"/>
                    <a:gd name="T4" fmla="*/ 207 w 209"/>
                    <a:gd name="T5" fmla="*/ 5 h 293"/>
                    <a:gd name="T6" fmla="*/ 205 w 209"/>
                    <a:gd name="T7" fmla="*/ 7 h 293"/>
                    <a:gd name="T8" fmla="*/ 164 w 209"/>
                    <a:gd name="T9" fmla="*/ 53 h 293"/>
                    <a:gd name="T10" fmla="*/ 96 w 209"/>
                    <a:gd name="T11" fmla="*/ 141 h 293"/>
                    <a:gd name="T12" fmla="*/ 96 w 209"/>
                    <a:gd name="T13" fmla="*/ 141 h 293"/>
                    <a:gd name="T14" fmla="*/ 96 w 209"/>
                    <a:gd name="T15" fmla="*/ 142 h 293"/>
                    <a:gd name="T16" fmla="*/ 96 w 209"/>
                    <a:gd name="T17" fmla="*/ 142 h 293"/>
                    <a:gd name="T18" fmla="*/ 53 w 209"/>
                    <a:gd name="T19" fmla="*/ 206 h 293"/>
                    <a:gd name="T20" fmla="*/ 4 w 209"/>
                    <a:gd name="T21" fmla="*/ 293 h 293"/>
                    <a:gd name="T22" fmla="*/ 0 w 209"/>
                    <a:gd name="T23" fmla="*/ 291 h 293"/>
                    <a:gd name="T24" fmla="*/ 49 w 209"/>
                    <a:gd name="T25" fmla="*/ 205 h 293"/>
                    <a:gd name="T26" fmla="*/ 120 w 209"/>
                    <a:gd name="T27" fmla="*/ 101 h 293"/>
                    <a:gd name="T28" fmla="*/ 125 w 209"/>
                    <a:gd name="T29" fmla="*/ 95 h 293"/>
                    <a:gd name="T30" fmla="*/ 162 w 209"/>
                    <a:gd name="T31" fmla="*/ 48 h 293"/>
                    <a:gd name="T32" fmla="*/ 201 w 209"/>
                    <a:gd name="T33" fmla="*/ 5 h 293"/>
                    <a:gd name="T34" fmla="*/ 205 w 209"/>
                    <a:gd name="T35" fmla="*/ 1 h 293"/>
                    <a:gd name="T36" fmla="*/ 205 w 209"/>
                    <a:gd name="T37" fmla="*/ 0 h 293"/>
                    <a:gd name="T38" fmla="*/ 206 w 209"/>
                    <a:gd name="T39" fmla="*/ 0 h 293"/>
                    <a:gd name="T40" fmla="*/ 206 w 209"/>
                    <a:gd name="T41" fmla="*/ 1 h 293"/>
                    <a:gd name="T42" fmla="*/ 207 w 209"/>
                    <a:gd name="T43" fmla="*/ 1 h 293"/>
                    <a:gd name="T44" fmla="*/ 208 w 209"/>
                    <a:gd name="T45" fmla="*/ 3 h 293"/>
                    <a:gd name="T46" fmla="*/ 208 w 209"/>
                    <a:gd name="T47" fmla="*/ 3 h 293"/>
                    <a:gd name="T48" fmla="*/ 209 w 209"/>
                    <a:gd name="T49" fmla="*/ 3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09" h="293">
                      <a:moveTo>
                        <a:pt x="209" y="3"/>
                      </a:moveTo>
                      <a:cubicBezTo>
                        <a:pt x="208" y="3"/>
                        <a:pt x="208" y="3"/>
                        <a:pt x="208" y="4"/>
                      </a:cubicBezTo>
                      <a:cubicBezTo>
                        <a:pt x="208" y="4"/>
                        <a:pt x="207" y="4"/>
                        <a:pt x="207" y="5"/>
                      </a:cubicBezTo>
                      <a:cubicBezTo>
                        <a:pt x="206" y="6"/>
                        <a:pt x="206" y="6"/>
                        <a:pt x="205" y="7"/>
                      </a:cubicBezTo>
                      <a:cubicBezTo>
                        <a:pt x="198" y="14"/>
                        <a:pt x="184" y="29"/>
                        <a:pt x="164" y="53"/>
                      </a:cubicBezTo>
                      <a:cubicBezTo>
                        <a:pt x="145" y="75"/>
                        <a:pt x="122" y="105"/>
                        <a:pt x="96" y="141"/>
                      </a:cubicBezTo>
                      <a:cubicBezTo>
                        <a:pt x="96" y="141"/>
                        <a:pt x="96" y="141"/>
                        <a:pt x="96" y="141"/>
                      </a:cubicBezTo>
                      <a:cubicBezTo>
                        <a:pt x="96" y="141"/>
                        <a:pt x="96" y="142"/>
                        <a:pt x="96" y="142"/>
                      </a:cubicBezTo>
                      <a:cubicBezTo>
                        <a:pt x="96" y="142"/>
                        <a:pt x="96" y="142"/>
                        <a:pt x="96" y="142"/>
                      </a:cubicBezTo>
                      <a:cubicBezTo>
                        <a:pt x="82" y="162"/>
                        <a:pt x="68" y="183"/>
                        <a:pt x="53" y="206"/>
                      </a:cubicBezTo>
                      <a:cubicBezTo>
                        <a:pt x="37" y="233"/>
                        <a:pt x="20" y="262"/>
                        <a:pt x="4" y="293"/>
                      </a:cubicBezTo>
                      <a:cubicBezTo>
                        <a:pt x="2" y="292"/>
                        <a:pt x="1" y="292"/>
                        <a:pt x="0" y="291"/>
                      </a:cubicBezTo>
                      <a:cubicBezTo>
                        <a:pt x="16" y="260"/>
                        <a:pt x="33" y="231"/>
                        <a:pt x="49" y="205"/>
                      </a:cubicBezTo>
                      <a:cubicBezTo>
                        <a:pt x="74" y="165"/>
                        <a:pt x="98" y="130"/>
                        <a:pt x="120" y="101"/>
                      </a:cubicBezTo>
                      <a:cubicBezTo>
                        <a:pt x="122" y="99"/>
                        <a:pt x="123" y="97"/>
                        <a:pt x="125" y="95"/>
                      </a:cubicBezTo>
                      <a:cubicBezTo>
                        <a:pt x="138" y="77"/>
                        <a:pt x="151" y="61"/>
                        <a:pt x="162" y="48"/>
                      </a:cubicBezTo>
                      <a:cubicBezTo>
                        <a:pt x="181" y="26"/>
                        <a:pt x="195" y="11"/>
                        <a:pt x="201" y="5"/>
                      </a:cubicBezTo>
                      <a:cubicBezTo>
                        <a:pt x="203" y="3"/>
                        <a:pt x="204" y="2"/>
                        <a:pt x="205" y="1"/>
                      </a:cubicBezTo>
                      <a:cubicBezTo>
                        <a:pt x="205" y="1"/>
                        <a:pt x="205" y="1"/>
                        <a:pt x="205" y="0"/>
                      </a:cubicBezTo>
                      <a:cubicBezTo>
                        <a:pt x="205" y="0"/>
                        <a:pt x="206" y="0"/>
                        <a:pt x="206" y="0"/>
                      </a:cubicBezTo>
                      <a:cubicBezTo>
                        <a:pt x="206" y="1"/>
                        <a:pt x="206" y="1"/>
                        <a:pt x="206" y="1"/>
                      </a:cubicBezTo>
                      <a:cubicBezTo>
                        <a:pt x="207" y="1"/>
                        <a:pt x="207" y="1"/>
                        <a:pt x="207" y="1"/>
                      </a:cubicBezTo>
                      <a:cubicBezTo>
                        <a:pt x="208" y="3"/>
                        <a:pt x="208" y="3"/>
                        <a:pt x="208" y="3"/>
                      </a:cubicBezTo>
                      <a:cubicBezTo>
                        <a:pt x="208" y="3"/>
                        <a:pt x="208" y="3"/>
                        <a:pt x="208" y="3"/>
                      </a:cubicBezTo>
                      <a:lnTo>
                        <a:pt x="209" y="3"/>
                      </a:lnTo>
                      <a:close/>
                    </a:path>
                  </a:pathLst>
                </a:custGeom>
                <a:solidFill>
                  <a:srgbClr val="A8D29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16A025E1-9AD2-DBCA-4E6B-F78C0B85D81E}"/>
                    </a:ext>
                  </a:extLst>
                </p:cNvPr>
                <p:cNvGrpSpPr/>
                <p:nvPr/>
              </p:nvGrpSpPr>
              <p:grpSpPr>
                <a:xfrm>
                  <a:off x="6216333" y="1468438"/>
                  <a:ext cx="149542" cy="152401"/>
                  <a:chOff x="6216333" y="1468438"/>
                  <a:chExt cx="149542" cy="152401"/>
                </a:xfrm>
              </p:grpSpPr>
              <p:sp>
                <p:nvSpPr>
                  <p:cNvPr id="144" name="Freeform 127">
                    <a:extLst>
                      <a:ext uri="{FF2B5EF4-FFF2-40B4-BE49-F238E27FC236}">
                        <a16:creationId xmlns:a16="http://schemas.microsoft.com/office/drawing/2014/main" id="{14D62198-D76C-601F-A6BD-F02F1B4788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88088" y="1495426"/>
                    <a:ext cx="77787" cy="57150"/>
                  </a:xfrm>
                  <a:custGeom>
                    <a:avLst/>
                    <a:gdLst>
                      <a:gd name="T0" fmla="*/ 56 w 71"/>
                      <a:gd name="T1" fmla="*/ 46 h 51"/>
                      <a:gd name="T2" fmla="*/ 2 w 71"/>
                      <a:gd name="T3" fmla="*/ 48 h 51"/>
                      <a:gd name="T4" fmla="*/ 36 w 71"/>
                      <a:gd name="T5" fmla="*/ 6 h 51"/>
                      <a:gd name="T6" fmla="*/ 66 w 71"/>
                      <a:gd name="T7" fmla="*/ 16 h 51"/>
                      <a:gd name="T8" fmla="*/ 56 w 71"/>
                      <a:gd name="T9" fmla="*/ 46 h 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1" h="51">
                        <a:moveTo>
                          <a:pt x="56" y="46"/>
                        </a:moveTo>
                        <a:cubicBezTo>
                          <a:pt x="45" y="51"/>
                          <a:pt x="3" y="51"/>
                          <a:pt x="2" y="48"/>
                        </a:cubicBezTo>
                        <a:cubicBezTo>
                          <a:pt x="0" y="44"/>
                          <a:pt x="24" y="11"/>
                          <a:pt x="36" y="6"/>
                        </a:cubicBezTo>
                        <a:cubicBezTo>
                          <a:pt x="47" y="0"/>
                          <a:pt x="60" y="5"/>
                          <a:pt x="66" y="16"/>
                        </a:cubicBezTo>
                        <a:cubicBezTo>
                          <a:pt x="71" y="27"/>
                          <a:pt x="67" y="40"/>
                          <a:pt x="56" y="46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CA523"/>
                      </a:gs>
                      <a:gs pos="100000">
                        <a:srgbClr val="FFE39E"/>
                      </a:gs>
                    </a:gsLst>
                    <a:lin ang="2400000" scaled="0"/>
                    <a:tileRect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5" name="Freeform 128">
                    <a:extLst>
                      <a:ext uri="{FF2B5EF4-FFF2-40B4-BE49-F238E27FC236}">
                        <a16:creationId xmlns:a16="http://schemas.microsoft.com/office/drawing/2014/main" id="{3544121D-DF9D-1019-17C4-891128ACBB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51576" y="1468438"/>
                    <a:ext cx="53975" cy="80963"/>
                  </a:xfrm>
                  <a:custGeom>
                    <a:avLst/>
                    <a:gdLst>
                      <a:gd name="T0" fmla="*/ 46 w 49"/>
                      <a:gd name="T1" fmla="*/ 19 h 73"/>
                      <a:gd name="T2" fmla="*/ 37 w 49"/>
                      <a:gd name="T3" fmla="*/ 72 h 73"/>
                      <a:gd name="T4" fmla="*/ 3 w 49"/>
                      <a:gd name="T5" fmla="*/ 30 h 73"/>
                      <a:gd name="T6" fmla="*/ 19 w 49"/>
                      <a:gd name="T7" fmla="*/ 3 h 73"/>
                      <a:gd name="T8" fmla="*/ 46 w 49"/>
                      <a:gd name="T9" fmla="*/ 19 h 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9" h="73">
                        <a:moveTo>
                          <a:pt x="46" y="19"/>
                        </a:moveTo>
                        <a:cubicBezTo>
                          <a:pt x="49" y="31"/>
                          <a:pt x="40" y="71"/>
                          <a:pt x="37" y="72"/>
                        </a:cubicBezTo>
                        <a:cubicBezTo>
                          <a:pt x="33" y="73"/>
                          <a:pt x="6" y="42"/>
                          <a:pt x="3" y="30"/>
                        </a:cubicBezTo>
                        <a:cubicBezTo>
                          <a:pt x="0" y="18"/>
                          <a:pt x="7" y="6"/>
                          <a:pt x="19" y="3"/>
                        </a:cubicBezTo>
                        <a:cubicBezTo>
                          <a:pt x="31" y="0"/>
                          <a:pt x="43" y="7"/>
                          <a:pt x="46" y="1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CA523"/>
                      </a:gs>
                      <a:gs pos="100000">
                        <a:srgbClr val="FFE39E"/>
                      </a:gs>
                    </a:gsLst>
                    <a:lin ang="120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6" name="Freeform 129">
                    <a:extLst>
                      <a:ext uri="{FF2B5EF4-FFF2-40B4-BE49-F238E27FC236}">
                        <a16:creationId xmlns:a16="http://schemas.microsoft.com/office/drawing/2014/main" id="{8C0C452E-F012-09D9-1D47-41F5555639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16333" y="1516379"/>
                    <a:ext cx="79375" cy="50800"/>
                  </a:xfrm>
                  <a:custGeom>
                    <a:avLst/>
                    <a:gdLst>
                      <a:gd name="T0" fmla="*/ 26 w 72"/>
                      <a:gd name="T1" fmla="*/ 1 h 47"/>
                      <a:gd name="T2" fmla="*/ 72 w 72"/>
                      <a:gd name="T3" fmla="*/ 29 h 47"/>
                      <a:gd name="T4" fmla="*/ 21 w 72"/>
                      <a:gd name="T5" fmla="*/ 46 h 47"/>
                      <a:gd name="T6" fmla="*/ 1 w 72"/>
                      <a:gd name="T7" fmla="*/ 21 h 47"/>
                      <a:gd name="T8" fmla="*/ 26 w 72"/>
                      <a:gd name="T9" fmla="*/ 1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2" h="47">
                        <a:moveTo>
                          <a:pt x="26" y="1"/>
                        </a:moveTo>
                        <a:cubicBezTo>
                          <a:pt x="38" y="3"/>
                          <a:pt x="72" y="26"/>
                          <a:pt x="72" y="29"/>
                        </a:cubicBezTo>
                        <a:cubicBezTo>
                          <a:pt x="72" y="33"/>
                          <a:pt x="33" y="47"/>
                          <a:pt x="21" y="46"/>
                        </a:cubicBezTo>
                        <a:cubicBezTo>
                          <a:pt x="8" y="44"/>
                          <a:pt x="0" y="33"/>
                          <a:pt x="1" y="21"/>
                        </a:cubicBezTo>
                        <a:cubicBezTo>
                          <a:pt x="2" y="9"/>
                          <a:pt x="14" y="0"/>
                          <a:pt x="26" y="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CA523"/>
                      </a:gs>
                      <a:gs pos="100000">
                        <a:srgbClr val="FFE39E"/>
                      </a:gs>
                    </a:gsLst>
                    <a:lin ang="90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7" name="Freeform 130">
                    <a:extLst>
                      <a:ext uri="{FF2B5EF4-FFF2-40B4-BE49-F238E27FC236}">
                        <a16:creationId xmlns:a16="http://schemas.microsoft.com/office/drawing/2014/main" id="{06CDA2EE-3307-25BC-1981-B4AAA9A59F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37288" y="1543051"/>
                    <a:ext cx="58737" cy="77788"/>
                  </a:xfrm>
                  <a:custGeom>
                    <a:avLst/>
                    <a:gdLst>
                      <a:gd name="T0" fmla="*/ 6 w 52"/>
                      <a:gd name="T1" fmla="*/ 34 h 70"/>
                      <a:gd name="T2" fmla="*/ 49 w 52"/>
                      <a:gd name="T3" fmla="*/ 1 h 70"/>
                      <a:gd name="T4" fmla="*/ 46 w 52"/>
                      <a:gd name="T5" fmla="*/ 55 h 70"/>
                      <a:gd name="T6" fmla="*/ 16 w 52"/>
                      <a:gd name="T7" fmla="*/ 65 h 70"/>
                      <a:gd name="T8" fmla="*/ 6 w 52"/>
                      <a:gd name="T9" fmla="*/ 34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2" h="70">
                        <a:moveTo>
                          <a:pt x="6" y="34"/>
                        </a:moveTo>
                        <a:cubicBezTo>
                          <a:pt x="12" y="23"/>
                          <a:pt x="45" y="0"/>
                          <a:pt x="49" y="1"/>
                        </a:cubicBezTo>
                        <a:cubicBezTo>
                          <a:pt x="52" y="3"/>
                          <a:pt x="52" y="44"/>
                          <a:pt x="46" y="55"/>
                        </a:cubicBezTo>
                        <a:cubicBezTo>
                          <a:pt x="40" y="66"/>
                          <a:pt x="27" y="70"/>
                          <a:pt x="16" y="65"/>
                        </a:cubicBezTo>
                        <a:cubicBezTo>
                          <a:pt x="5" y="59"/>
                          <a:pt x="0" y="45"/>
                          <a:pt x="6" y="34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CA523"/>
                      </a:gs>
                      <a:gs pos="100000">
                        <a:srgbClr val="FFE39E"/>
                      </a:gs>
                    </a:gsLst>
                    <a:lin ang="90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8" name="Freeform 131">
                    <a:extLst>
                      <a:ext uri="{FF2B5EF4-FFF2-40B4-BE49-F238E27FC236}">
                        <a16:creationId xmlns:a16="http://schemas.microsoft.com/office/drawing/2014/main" id="{749AB1D8-7F40-7CD0-7BD1-F4D623123F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89676" y="1544638"/>
                    <a:ext cx="65087" cy="71438"/>
                  </a:xfrm>
                  <a:custGeom>
                    <a:avLst/>
                    <a:gdLst>
                      <a:gd name="T0" fmla="*/ 18 w 60"/>
                      <a:gd name="T1" fmla="*/ 54 h 65"/>
                      <a:gd name="T2" fmla="*/ 3 w 60"/>
                      <a:gd name="T3" fmla="*/ 2 h 65"/>
                      <a:gd name="T4" fmla="*/ 52 w 60"/>
                      <a:gd name="T5" fmla="*/ 25 h 65"/>
                      <a:gd name="T6" fmla="*/ 49 w 60"/>
                      <a:gd name="T7" fmla="*/ 57 h 65"/>
                      <a:gd name="T8" fmla="*/ 18 w 60"/>
                      <a:gd name="T9" fmla="*/ 54 h 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0" h="65">
                        <a:moveTo>
                          <a:pt x="18" y="54"/>
                        </a:moveTo>
                        <a:cubicBezTo>
                          <a:pt x="10" y="44"/>
                          <a:pt x="0" y="4"/>
                          <a:pt x="3" y="2"/>
                        </a:cubicBezTo>
                        <a:cubicBezTo>
                          <a:pt x="6" y="0"/>
                          <a:pt x="44" y="15"/>
                          <a:pt x="52" y="25"/>
                        </a:cubicBezTo>
                        <a:cubicBezTo>
                          <a:pt x="60" y="34"/>
                          <a:pt x="59" y="49"/>
                          <a:pt x="49" y="57"/>
                        </a:cubicBezTo>
                        <a:cubicBezTo>
                          <a:pt x="40" y="65"/>
                          <a:pt x="26" y="63"/>
                          <a:pt x="18" y="54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CA523"/>
                      </a:gs>
                      <a:gs pos="100000">
                        <a:srgbClr val="FFE39E"/>
                      </a:gs>
                    </a:gsLst>
                    <a:lin ang="2400000" scaled="0"/>
                    <a:tileRect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9" name="Freeform 132">
                    <a:extLst>
                      <a:ext uri="{FF2B5EF4-FFF2-40B4-BE49-F238E27FC236}">
                        <a16:creationId xmlns:a16="http://schemas.microsoft.com/office/drawing/2014/main" id="{DB2B4784-C998-1C78-C30D-A2247FF0D9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83326" y="1538288"/>
                    <a:ext cx="17462" cy="17463"/>
                  </a:xfrm>
                  <a:custGeom>
                    <a:avLst/>
                    <a:gdLst>
                      <a:gd name="T0" fmla="*/ 15 w 16"/>
                      <a:gd name="T1" fmla="*/ 10 h 16"/>
                      <a:gd name="T2" fmla="*/ 10 w 16"/>
                      <a:gd name="T3" fmla="*/ 1 h 16"/>
                      <a:gd name="T4" fmla="*/ 1 w 16"/>
                      <a:gd name="T5" fmla="*/ 6 h 16"/>
                      <a:gd name="T6" fmla="*/ 6 w 16"/>
                      <a:gd name="T7" fmla="*/ 15 h 16"/>
                      <a:gd name="T8" fmla="*/ 15 w 16"/>
                      <a:gd name="T9" fmla="*/ 10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6" h="16">
                        <a:moveTo>
                          <a:pt x="15" y="10"/>
                        </a:moveTo>
                        <a:cubicBezTo>
                          <a:pt x="16" y="6"/>
                          <a:pt x="14" y="2"/>
                          <a:pt x="10" y="1"/>
                        </a:cubicBezTo>
                        <a:cubicBezTo>
                          <a:pt x="6" y="0"/>
                          <a:pt x="2" y="2"/>
                          <a:pt x="1" y="6"/>
                        </a:cubicBezTo>
                        <a:cubicBezTo>
                          <a:pt x="0" y="10"/>
                          <a:pt x="2" y="14"/>
                          <a:pt x="6" y="15"/>
                        </a:cubicBezTo>
                        <a:cubicBezTo>
                          <a:pt x="10" y="16"/>
                          <a:pt x="14" y="14"/>
                          <a:pt x="15" y="1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5" name="Freeform 133">
                  <a:extLst>
                    <a:ext uri="{FF2B5EF4-FFF2-40B4-BE49-F238E27FC236}">
                      <a16:creationId xmlns:a16="http://schemas.microsoft.com/office/drawing/2014/main" id="{F58FE925-7191-D301-42B9-FEA69A7C04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49976" y="1562101"/>
                  <a:ext cx="63500" cy="90488"/>
                </a:xfrm>
                <a:custGeom>
                  <a:avLst/>
                  <a:gdLst>
                    <a:gd name="T0" fmla="*/ 5 w 58"/>
                    <a:gd name="T1" fmla="*/ 38 h 82"/>
                    <a:gd name="T2" fmla="*/ 49 w 58"/>
                    <a:gd name="T3" fmla="*/ 80 h 82"/>
                    <a:gd name="T4" fmla="*/ 53 w 58"/>
                    <a:gd name="T5" fmla="*/ 19 h 82"/>
                    <a:gd name="T6" fmla="*/ 19 w 58"/>
                    <a:gd name="T7" fmla="*/ 5 h 82"/>
                    <a:gd name="T8" fmla="*/ 5 w 58"/>
                    <a:gd name="T9" fmla="*/ 38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" h="82">
                      <a:moveTo>
                        <a:pt x="5" y="38"/>
                      </a:moveTo>
                      <a:cubicBezTo>
                        <a:pt x="10" y="51"/>
                        <a:pt x="46" y="82"/>
                        <a:pt x="49" y="80"/>
                      </a:cubicBezTo>
                      <a:cubicBezTo>
                        <a:pt x="53" y="79"/>
                        <a:pt x="58" y="32"/>
                        <a:pt x="53" y="19"/>
                      </a:cubicBezTo>
                      <a:cubicBezTo>
                        <a:pt x="47" y="6"/>
                        <a:pt x="32" y="0"/>
                        <a:pt x="19" y="5"/>
                      </a:cubicBezTo>
                      <a:cubicBezTo>
                        <a:pt x="6" y="10"/>
                        <a:pt x="0" y="25"/>
                        <a:pt x="5" y="38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Freeform 134">
                  <a:extLst>
                    <a:ext uri="{FF2B5EF4-FFF2-40B4-BE49-F238E27FC236}">
                      <a16:creationId xmlns:a16="http://schemas.microsoft.com/office/drawing/2014/main" id="{1B17C8BB-F010-A15A-BDB9-790501F004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02326" y="1503363"/>
                  <a:ext cx="141287" cy="255588"/>
                </a:xfrm>
                <a:custGeom>
                  <a:avLst/>
                  <a:gdLst>
                    <a:gd name="T0" fmla="*/ 127 w 127"/>
                    <a:gd name="T1" fmla="*/ 232 h 232"/>
                    <a:gd name="T2" fmla="*/ 71 w 127"/>
                    <a:gd name="T3" fmla="*/ 57 h 232"/>
                    <a:gd name="T4" fmla="*/ 0 w 127"/>
                    <a:gd name="T5" fmla="*/ 0 h 232"/>
                    <a:gd name="T6" fmla="*/ 49 w 127"/>
                    <a:gd name="T7" fmla="*/ 80 h 232"/>
                    <a:gd name="T8" fmla="*/ 127 w 127"/>
                    <a:gd name="T9" fmla="*/ 232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7" h="232">
                      <a:moveTo>
                        <a:pt x="127" y="232"/>
                      </a:moveTo>
                      <a:cubicBezTo>
                        <a:pt x="127" y="232"/>
                        <a:pt x="107" y="94"/>
                        <a:pt x="71" y="57"/>
                      </a:cubicBezTo>
                      <a:cubicBezTo>
                        <a:pt x="35" y="20"/>
                        <a:pt x="0" y="0"/>
                        <a:pt x="0" y="0"/>
                      </a:cubicBezTo>
                      <a:cubicBezTo>
                        <a:pt x="0" y="0"/>
                        <a:pt x="20" y="53"/>
                        <a:pt x="49" y="80"/>
                      </a:cubicBezTo>
                      <a:cubicBezTo>
                        <a:pt x="77" y="106"/>
                        <a:pt x="127" y="232"/>
                        <a:pt x="127" y="232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F16E86E-9D64-8687-C5EB-DE9F26B77E7C}"/>
                    </a:ext>
                  </a:extLst>
                </p:cNvPr>
                <p:cNvGrpSpPr/>
                <p:nvPr/>
              </p:nvGrpSpPr>
              <p:grpSpPr>
                <a:xfrm>
                  <a:off x="5845176" y="1635126"/>
                  <a:ext cx="247650" cy="141288"/>
                  <a:chOff x="5845176" y="1635126"/>
                  <a:chExt cx="247650" cy="141288"/>
                </a:xfrm>
              </p:grpSpPr>
              <p:sp>
                <p:nvSpPr>
                  <p:cNvPr id="138" name="Freeform 135">
                    <a:extLst>
                      <a:ext uri="{FF2B5EF4-FFF2-40B4-BE49-F238E27FC236}">
                        <a16:creationId xmlns:a16="http://schemas.microsoft.com/office/drawing/2014/main" id="{D8DF3FAD-904A-BA31-9138-B373589F14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845176" y="1635126"/>
                    <a:ext cx="247650" cy="141288"/>
                  </a:xfrm>
                  <a:custGeom>
                    <a:avLst/>
                    <a:gdLst>
                      <a:gd name="T0" fmla="*/ 29 w 223"/>
                      <a:gd name="T1" fmla="*/ 26 h 127"/>
                      <a:gd name="T2" fmla="*/ 142 w 223"/>
                      <a:gd name="T3" fmla="*/ 25 h 127"/>
                      <a:gd name="T4" fmla="*/ 212 w 223"/>
                      <a:gd name="T5" fmla="*/ 98 h 127"/>
                      <a:gd name="T6" fmla="*/ 150 w 223"/>
                      <a:gd name="T7" fmla="*/ 124 h 127"/>
                      <a:gd name="T8" fmla="*/ 29 w 223"/>
                      <a:gd name="T9" fmla="*/ 26 h 1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3" h="127">
                        <a:moveTo>
                          <a:pt x="29" y="26"/>
                        </a:moveTo>
                        <a:cubicBezTo>
                          <a:pt x="29" y="26"/>
                          <a:pt x="83" y="0"/>
                          <a:pt x="142" y="25"/>
                        </a:cubicBezTo>
                        <a:cubicBezTo>
                          <a:pt x="200" y="50"/>
                          <a:pt x="223" y="69"/>
                          <a:pt x="212" y="98"/>
                        </a:cubicBezTo>
                        <a:cubicBezTo>
                          <a:pt x="202" y="127"/>
                          <a:pt x="182" y="127"/>
                          <a:pt x="150" y="124"/>
                        </a:cubicBezTo>
                        <a:cubicBezTo>
                          <a:pt x="119" y="122"/>
                          <a:pt x="0" y="35"/>
                          <a:pt x="29" y="26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F99746"/>
                      </a:gs>
                      <a:gs pos="0">
                        <a:srgbClr val="FBB275"/>
                      </a:gs>
                    </a:gsLst>
                    <a:lin ang="0" scaled="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0" name="Freeform 136">
                    <a:extLst>
                      <a:ext uri="{FF2B5EF4-FFF2-40B4-BE49-F238E27FC236}">
                        <a16:creationId xmlns:a16="http://schemas.microsoft.com/office/drawing/2014/main" id="{EEB3E64F-C324-37F5-A49D-F5DE2C719B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876926" y="1663701"/>
                    <a:ext cx="206375" cy="73025"/>
                  </a:xfrm>
                  <a:custGeom>
                    <a:avLst/>
                    <a:gdLst>
                      <a:gd name="T0" fmla="*/ 0 w 186"/>
                      <a:gd name="T1" fmla="*/ 2 h 67"/>
                      <a:gd name="T2" fmla="*/ 0 w 186"/>
                      <a:gd name="T3" fmla="*/ 0 h 67"/>
                      <a:gd name="T4" fmla="*/ 34 w 186"/>
                      <a:gd name="T5" fmla="*/ 11 h 67"/>
                      <a:gd name="T6" fmla="*/ 55 w 186"/>
                      <a:gd name="T7" fmla="*/ 16 h 67"/>
                      <a:gd name="T8" fmla="*/ 77 w 186"/>
                      <a:gd name="T9" fmla="*/ 22 h 67"/>
                      <a:gd name="T10" fmla="*/ 98 w 186"/>
                      <a:gd name="T11" fmla="*/ 27 h 67"/>
                      <a:gd name="T12" fmla="*/ 135 w 186"/>
                      <a:gd name="T13" fmla="*/ 39 h 67"/>
                      <a:gd name="T14" fmla="*/ 163 w 186"/>
                      <a:gd name="T15" fmla="*/ 52 h 67"/>
                      <a:gd name="T16" fmla="*/ 186 w 186"/>
                      <a:gd name="T17" fmla="*/ 66 h 67"/>
                      <a:gd name="T18" fmla="*/ 185 w 186"/>
                      <a:gd name="T19" fmla="*/ 67 h 67"/>
                      <a:gd name="T20" fmla="*/ 162 w 186"/>
                      <a:gd name="T21" fmla="*/ 54 h 67"/>
                      <a:gd name="T22" fmla="*/ 134 w 186"/>
                      <a:gd name="T23" fmla="*/ 40 h 67"/>
                      <a:gd name="T24" fmla="*/ 98 w 186"/>
                      <a:gd name="T25" fmla="*/ 29 h 67"/>
                      <a:gd name="T26" fmla="*/ 76 w 186"/>
                      <a:gd name="T27" fmla="*/ 24 h 67"/>
                      <a:gd name="T28" fmla="*/ 54 w 186"/>
                      <a:gd name="T29" fmla="*/ 18 h 67"/>
                      <a:gd name="T30" fmla="*/ 34 w 186"/>
                      <a:gd name="T31" fmla="*/ 12 h 67"/>
                      <a:gd name="T32" fmla="*/ 0 w 186"/>
                      <a:gd name="T33" fmla="*/ 2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86" h="67">
                        <a:moveTo>
                          <a:pt x="0" y="2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9" y="3"/>
                          <a:pt x="34" y="11"/>
                        </a:cubicBezTo>
                        <a:cubicBezTo>
                          <a:pt x="42" y="14"/>
                          <a:pt x="48" y="15"/>
                          <a:pt x="55" y="16"/>
                        </a:cubicBezTo>
                        <a:cubicBezTo>
                          <a:pt x="61" y="17"/>
                          <a:pt x="68" y="18"/>
                          <a:pt x="77" y="22"/>
                        </a:cubicBezTo>
                        <a:cubicBezTo>
                          <a:pt x="84" y="26"/>
                          <a:pt x="91" y="26"/>
                          <a:pt x="98" y="27"/>
                        </a:cubicBezTo>
                        <a:cubicBezTo>
                          <a:pt x="108" y="28"/>
                          <a:pt x="120" y="29"/>
                          <a:pt x="135" y="39"/>
                        </a:cubicBezTo>
                        <a:cubicBezTo>
                          <a:pt x="146" y="46"/>
                          <a:pt x="155" y="49"/>
                          <a:pt x="163" y="52"/>
                        </a:cubicBezTo>
                        <a:cubicBezTo>
                          <a:pt x="172" y="55"/>
                          <a:pt x="180" y="58"/>
                          <a:pt x="186" y="66"/>
                        </a:cubicBezTo>
                        <a:cubicBezTo>
                          <a:pt x="185" y="67"/>
                          <a:pt x="185" y="67"/>
                          <a:pt x="185" y="67"/>
                        </a:cubicBezTo>
                        <a:cubicBezTo>
                          <a:pt x="179" y="59"/>
                          <a:pt x="171" y="57"/>
                          <a:pt x="162" y="54"/>
                        </a:cubicBezTo>
                        <a:cubicBezTo>
                          <a:pt x="154" y="51"/>
                          <a:pt x="145" y="48"/>
                          <a:pt x="134" y="40"/>
                        </a:cubicBezTo>
                        <a:cubicBezTo>
                          <a:pt x="120" y="31"/>
                          <a:pt x="108" y="30"/>
                          <a:pt x="98" y="29"/>
                        </a:cubicBezTo>
                        <a:cubicBezTo>
                          <a:pt x="90" y="28"/>
                          <a:pt x="83" y="28"/>
                          <a:pt x="76" y="24"/>
                        </a:cubicBezTo>
                        <a:cubicBezTo>
                          <a:pt x="68" y="20"/>
                          <a:pt x="61" y="19"/>
                          <a:pt x="54" y="18"/>
                        </a:cubicBezTo>
                        <a:cubicBezTo>
                          <a:pt x="48" y="17"/>
                          <a:pt x="41" y="16"/>
                          <a:pt x="34" y="12"/>
                        </a:cubicBezTo>
                        <a:cubicBezTo>
                          <a:pt x="18" y="4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DD772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1" name="Freeform 137">
                    <a:extLst>
                      <a:ext uri="{FF2B5EF4-FFF2-40B4-BE49-F238E27FC236}">
                        <a16:creationId xmlns:a16="http://schemas.microsoft.com/office/drawing/2014/main" id="{0851FF7D-FDCA-BFEF-A6F1-A7D2A7E003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872163" y="1671638"/>
                    <a:ext cx="203200" cy="84138"/>
                  </a:xfrm>
                  <a:custGeom>
                    <a:avLst/>
                    <a:gdLst>
                      <a:gd name="T0" fmla="*/ 0 w 184"/>
                      <a:gd name="T1" fmla="*/ 2 h 77"/>
                      <a:gd name="T2" fmla="*/ 1 w 184"/>
                      <a:gd name="T3" fmla="*/ 0 h 77"/>
                      <a:gd name="T4" fmla="*/ 36 w 184"/>
                      <a:gd name="T5" fmla="*/ 18 h 77"/>
                      <a:gd name="T6" fmla="*/ 62 w 184"/>
                      <a:gd name="T7" fmla="*/ 27 h 77"/>
                      <a:gd name="T8" fmla="*/ 79 w 184"/>
                      <a:gd name="T9" fmla="*/ 30 h 77"/>
                      <a:gd name="T10" fmla="*/ 97 w 184"/>
                      <a:gd name="T11" fmla="*/ 33 h 77"/>
                      <a:gd name="T12" fmla="*/ 120 w 184"/>
                      <a:gd name="T13" fmla="*/ 41 h 77"/>
                      <a:gd name="T14" fmla="*/ 144 w 184"/>
                      <a:gd name="T15" fmla="*/ 54 h 77"/>
                      <a:gd name="T16" fmla="*/ 162 w 184"/>
                      <a:gd name="T17" fmla="*/ 63 h 77"/>
                      <a:gd name="T18" fmla="*/ 184 w 184"/>
                      <a:gd name="T19" fmla="*/ 75 h 77"/>
                      <a:gd name="T20" fmla="*/ 184 w 184"/>
                      <a:gd name="T21" fmla="*/ 77 h 77"/>
                      <a:gd name="T22" fmla="*/ 160 w 184"/>
                      <a:gd name="T23" fmla="*/ 65 h 77"/>
                      <a:gd name="T24" fmla="*/ 143 w 184"/>
                      <a:gd name="T25" fmla="*/ 56 h 77"/>
                      <a:gd name="T26" fmla="*/ 119 w 184"/>
                      <a:gd name="T27" fmla="*/ 42 h 77"/>
                      <a:gd name="T28" fmla="*/ 97 w 184"/>
                      <a:gd name="T29" fmla="*/ 35 h 77"/>
                      <a:gd name="T30" fmla="*/ 79 w 184"/>
                      <a:gd name="T31" fmla="*/ 32 h 77"/>
                      <a:gd name="T32" fmla="*/ 62 w 184"/>
                      <a:gd name="T33" fmla="*/ 28 h 77"/>
                      <a:gd name="T34" fmla="*/ 35 w 184"/>
                      <a:gd name="T35" fmla="*/ 19 h 77"/>
                      <a:gd name="T36" fmla="*/ 0 w 184"/>
                      <a:gd name="T37" fmla="*/ 2 h 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184" h="77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6" y="2"/>
                          <a:pt x="36" y="18"/>
                        </a:cubicBezTo>
                        <a:cubicBezTo>
                          <a:pt x="47" y="27"/>
                          <a:pt x="55" y="27"/>
                          <a:pt x="62" y="27"/>
                        </a:cubicBezTo>
                        <a:cubicBezTo>
                          <a:pt x="68" y="27"/>
                          <a:pt x="73" y="26"/>
                          <a:pt x="79" y="30"/>
                        </a:cubicBezTo>
                        <a:cubicBezTo>
                          <a:pt x="85" y="34"/>
                          <a:pt x="91" y="33"/>
                          <a:pt x="97" y="33"/>
                        </a:cubicBezTo>
                        <a:cubicBezTo>
                          <a:pt x="104" y="33"/>
                          <a:pt x="111" y="33"/>
                          <a:pt x="120" y="41"/>
                        </a:cubicBezTo>
                        <a:cubicBezTo>
                          <a:pt x="128" y="48"/>
                          <a:pt x="136" y="51"/>
                          <a:pt x="144" y="54"/>
                        </a:cubicBezTo>
                        <a:cubicBezTo>
                          <a:pt x="150" y="56"/>
                          <a:pt x="156" y="59"/>
                          <a:pt x="162" y="63"/>
                        </a:cubicBezTo>
                        <a:cubicBezTo>
                          <a:pt x="172" y="73"/>
                          <a:pt x="184" y="75"/>
                          <a:pt x="184" y="75"/>
                        </a:cubicBezTo>
                        <a:cubicBezTo>
                          <a:pt x="184" y="77"/>
                          <a:pt x="184" y="77"/>
                          <a:pt x="184" y="77"/>
                        </a:cubicBezTo>
                        <a:cubicBezTo>
                          <a:pt x="184" y="77"/>
                          <a:pt x="172" y="75"/>
                          <a:pt x="160" y="65"/>
                        </a:cubicBezTo>
                        <a:cubicBezTo>
                          <a:pt x="156" y="60"/>
                          <a:pt x="150" y="58"/>
                          <a:pt x="143" y="56"/>
                        </a:cubicBezTo>
                        <a:cubicBezTo>
                          <a:pt x="136" y="53"/>
                          <a:pt x="127" y="50"/>
                          <a:pt x="119" y="42"/>
                        </a:cubicBezTo>
                        <a:cubicBezTo>
                          <a:pt x="111" y="34"/>
                          <a:pt x="104" y="35"/>
                          <a:pt x="97" y="35"/>
                        </a:cubicBezTo>
                        <a:cubicBezTo>
                          <a:pt x="91" y="35"/>
                          <a:pt x="85" y="35"/>
                          <a:pt x="79" y="32"/>
                        </a:cubicBezTo>
                        <a:cubicBezTo>
                          <a:pt x="73" y="28"/>
                          <a:pt x="68" y="28"/>
                          <a:pt x="62" y="28"/>
                        </a:cubicBezTo>
                        <a:cubicBezTo>
                          <a:pt x="55" y="29"/>
                          <a:pt x="46" y="29"/>
                          <a:pt x="35" y="19"/>
                        </a:cubicBezTo>
                        <a:cubicBezTo>
                          <a:pt x="16" y="4"/>
                          <a:pt x="1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DD772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2" name="Freeform 138">
                    <a:extLst>
                      <a:ext uri="{FF2B5EF4-FFF2-40B4-BE49-F238E27FC236}">
                        <a16:creationId xmlns:a16="http://schemas.microsoft.com/office/drawing/2014/main" id="{D891B270-4AAB-4592-271C-1887D3D267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875338" y="1677988"/>
                    <a:ext cx="187325" cy="92075"/>
                  </a:xfrm>
                  <a:custGeom>
                    <a:avLst/>
                    <a:gdLst>
                      <a:gd name="T0" fmla="*/ 34 w 169"/>
                      <a:gd name="T1" fmla="*/ 27 h 83"/>
                      <a:gd name="T2" fmla="*/ 25 w 169"/>
                      <a:gd name="T3" fmla="*/ 20 h 83"/>
                      <a:gd name="T4" fmla="*/ 0 w 169"/>
                      <a:gd name="T5" fmla="*/ 2 h 83"/>
                      <a:gd name="T6" fmla="*/ 0 w 169"/>
                      <a:gd name="T7" fmla="*/ 0 h 83"/>
                      <a:gd name="T8" fmla="*/ 27 w 169"/>
                      <a:gd name="T9" fmla="*/ 19 h 83"/>
                      <a:gd name="T10" fmla="*/ 63 w 169"/>
                      <a:gd name="T11" fmla="*/ 38 h 83"/>
                      <a:gd name="T12" fmla="*/ 70 w 169"/>
                      <a:gd name="T13" fmla="*/ 40 h 83"/>
                      <a:gd name="T14" fmla="*/ 87 w 169"/>
                      <a:gd name="T15" fmla="*/ 50 h 83"/>
                      <a:gd name="T16" fmla="*/ 104 w 169"/>
                      <a:gd name="T17" fmla="*/ 59 h 83"/>
                      <a:gd name="T18" fmla="*/ 110 w 169"/>
                      <a:gd name="T19" fmla="*/ 59 h 83"/>
                      <a:gd name="T20" fmla="*/ 139 w 169"/>
                      <a:gd name="T21" fmla="*/ 69 h 83"/>
                      <a:gd name="T22" fmla="*/ 151 w 169"/>
                      <a:gd name="T23" fmla="*/ 74 h 83"/>
                      <a:gd name="T24" fmla="*/ 169 w 169"/>
                      <a:gd name="T25" fmla="*/ 82 h 83"/>
                      <a:gd name="T26" fmla="*/ 167 w 169"/>
                      <a:gd name="T27" fmla="*/ 83 h 83"/>
                      <a:gd name="T28" fmla="*/ 151 w 169"/>
                      <a:gd name="T29" fmla="*/ 76 h 83"/>
                      <a:gd name="T30" fmla="*/ 137 w 169"/>
                      <a:gd name="T31" fmla="*/ 70 h 83"/>
                      <a:gd name="T32" fmla="*/ 109 w 169"/>
                      <a:gd name="T33" fmla="*/ 61 h 83"/>
                      <a:gd name="T34" fmla="*/ 103 w 169"/>
                      <a:gd name="T35" fmla="*/ 60 h 83"/>
                      <a:gd name="T36" fmla="*/ 86 w 169"/>
                      <a:gd name="T37" fmla="*/ 51 h 83"/>
                      <a:gd name="T38" fmla="*/ 70 w 169"/>
                      <a:gd name="T39" fmla="*/ 42 h 83"/>
                      <a:gd name="T40" fmla="*/ 63 w 169"/>
                      <a:gd name="T41" fmla="*/ 39 h 83"/>
                      <a:gd name="T42" fmla="*/ 34 w 169"/>
                      <a:gd name="T43" fmla="*/ 27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169" h="83">
                        <a:moveTo>
                          <a:pt x="34" y="27"/>
                        </a:moveTo>
                        <a:cubicBezTo>
                          <a:pt x="31" y="25"/>
                          <a:pt x="28" y="23"/>
                          <a:pt x="25" y="20"/>
                        </a:cubicBezTo>
                        <a:cubicBezTo>
                          <a:pt x="10" y="5"/>
                          <a:pt x="0" y="2"/>
                          <a:pt x="0" y="2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1" y="3"/>
                          <a:pt x="27" y="19"/>
                        </a:cubicBezTo>
                        <a:cubicBezTo>
                          <a:pt x="39" y="31"/>
                          <a:pt x="52" y="35"/>
                          <a:pt x="63" y="38"/>
                        </a:cubicBezTo>
                        <a:cubicBezTo>
                          <a:pt x="66" y="38"/>
                          <a:pt x="68" y="39"/>
                          <a:pt x="70" y="40"/>
                        </a:cubicBezTo>
                        <a:cubicBezTo>
                          <a:pt x="77" y="42"/>
                          <a:pt x="82" y="46"/>
                          <a:pt x="87" y="50"/>
                        </a:cubicBezTo>
                        <a:cubicBezTo>
                          <a:pt x="93" y="54"/>
                          <a:pt x="98" y="58"/>
                          <a:pt x="104" y="59"/>
                        </a:cubicBezTo>
                        <a:cubicBezTo>
                          <a:pt x="105" y="59"/>
                          <a:pt x="107" y="59"/>
                          <a:pt x="110" y="59"/>
                        </a:cubicBezTo>
                        <a:cubicBezTo>
                          <a:pt x="120" y="60"/>
                          <a:pt x="132" y="61"/>
                          <a:pt x="139" y="69"/>
                        </a:cubicBezTo>
                        <a:cubicBezTo>
                          <a:pt x="142" y="72"/>
                          <a:pt x="147" y="73"/>
                          <a:pt x="151" y="74"/>
                        </a:cubicBezTo>
                        <a:cubicBezTo>
                          <a:pt x="157" y="75"/>
                          <a:pt x="163" y="76"/>
                          <a:pt x="169" y="82"/>
                        </a:cubicBezTo>
                        <a:cubicBezTo>
                          <a:pt x="167" y="83"/>
                          <a:pt x="167" y="83"/>
                          <a:pt x="167" y="83"/>
                        </a:cubicBezTo>
                        <a:cubicBezTo>
                          <a:pt x="162" y="78"/>
                          <a:pt x="157" y="77"/>
                          <a:pt x="151" y="76"/>
                        </a:cubicBezTo>
                        <a:cubicBezTo>
                          <a:pt x="146" y="75"/>
                          <a:pt x="141" y="74"/>
                          <a:pt x="137" y="70"/>
                        </a:cubicBezTo>
                        <a:cubicBezTo>
                          <a:pt x="131" y="63"/>
                          <a:pt x="119" y="62"/>
                          <a:pt x="109" y="61"/>
                        </a:cubicBezTo>
                        <a:cubicBezTo>
                          <a:pt x="107" y="61"/>
                          <a:pt x="105" y="61"/>
                          <a:pt x="103" y="60"/>
                        </a:cubicBezTo>
                        <a:cubicBezTo>
                          <a:pt x="98" y="60"/>
                          <a:pt x="92" y="55"/>
                          <a:pt x="86" y="51"/>
                        </a:cubicBezTo>
                        <a:cubicBezTo>
                          <a:pt x="81" y="47"/>
                          <a:pt x="76" y="44"/>
                          <a:pt x="70" y="42"/>
                        </a:cubicBezTo>
                        <a:cubicBezTo>
                          <a:pt x="68" y="41"/>
                          <a:pt x="65" y="40"/>
                          <a:pt x="63" y="39"/>
                        </a:cubicBezTo>
                        <a:cubicBezTo>
                          <a:pt x="54" y="37"/>
                          <a:pt x="44" y="34"/>
                          <a:pt x="34" y="27"/>
                        </a:cubicBezTo>
                        <a:close/>
                      </a:path>
                    </a:pathLst>
                  </a:custGeom>
                  <a:solidFill>
                    <a:srgbClr val="DD772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3" name="Freeform 139">
                    <a:extLst>
                      <a:ext uri="{FF2B5EF4-FFF2-40B4-BE49-F238E27FC236}">
                        <a16:creationId xmlns:a16="http://schemas.microsoft.com/office/drawing/2014/main" id="{BD029F06-2D7C-A452-85D4-6CB08A7968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892801" y="1655763"/>
                    <a:ext cx="185737" cy="55563"/>
                  </a:xfrm>
                  <a:custGeom>
                    <a:avLst/>
                    <a:gdLst>
                      <a:gd name="T0" fmla="*/ 0 w 168"/>
                      <a:gd name="T1" fmla="*/ 3 h 49"/>
                      <a:gd name="T2" fmla="*/ 0 w 168"/>
                      <a:gd name="T3" fmla="*/ 2 h 49"/>
                      <a:gd name="T4" fmla="*/ 25 w 168"/>
                      <a:gd name="T5" fmla="*/ 6 h 49"/>
                      <a:gd name="T6" fmla="*/ 36 w 168"/>
                      <a:gd name="T7" fmla="*/ 5 h 49"/>
                      <a:gd name="T8" fmla="*/ 59 w 168"/>
                      <a:gd name="T9" fmla="*/ 6 h 49"/>
                      <a:gd name="T10" fmla="*/ 81 w 168"/>
                      <a:gd name="T11" fmla="*/ 12 h 49"/>
                      <a:gd name="T12" fmla="*/ 109 w 168"/>
                      <a:gd name="T13" fmla="*/ 21 h 49"/>
                      <a:gd name="T14" fmla="*/ 137 w 168"/>
                      <a:gd name="T15" fmla="*/ 33 h 49"/>
                      <a:gd name="T16" fmla="*/ 168 w 168"/>
                      <a:gd name="T17" fmla="*/ 48 h 49"/>
                      <a:gd name="T18" fmla="*/ 167 w 168"/>
                      <a:gd name="T19" fmla="*/ 49 h 49"/>
                      <a:gd name="T20" fmla="*/ 136 w 168"/>
                      <a:gd name="T21" fmla="*/ 35 h 49"/>
                      <a:gd name="T22" fmla="*/ 107 w 168"/>
                      <a:gd name="T23" fmla="*/ 22 h 49"/>
                      <a:gd name="T24" fmla="*/ 81 w 168"/>
                      <a:gd name="T25" fmla="*/ 14 h 49"/>
                      <a:gd name="T26" fmla="*/ 58 w 168"/>
                      <a:gd name="T27" fmla="*/ 8 h 49"/>
                      <a:gd name="T28" fmla="*/ 36 w 168"/>
                      <a:gd name="T29" fmla="*/ 6 h 49"/>
                      <a:gd name="T30" fmla="*/ 24 w 168"/>
                      <a:gd name="T31" fmla="*/ 7 h 49"/>
                      <a:gd name="T32" fmla="*/ 24 w 168"/>
                      <a:gd name="T33" fmla="*/ 7 h 49"/>
                      <a:gd name="T34" fmla="*/ 0 w 168"/>
                      <a:gd name="T35" fmla="*/ 3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168" h="49">
                        <a:moveTo>
                          <a:pt x="0" y="3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1"/>
                          <a:pt x="18" y="0"/>
                          <a:pt x="25" y="6"/>
                        </a:cubicBezTo>
                        <a:cubicBezTo>
                          <a:pt x="27" y="7"/>
                          <a:pt x="31" y="6"/>
                          <a:pt x="36" y="5"/>
                        </a:cubicBezTo>
                        <a:cubicBezTo>
                          <a:pt x="42" y="3"/>
                          <a:pt x="51" y="0"/>
                          <a:pt x="59" y="6"/>
                        </a:cubicBezTo>
                        <a:cubicBezTo>
                          <a:pt x="66" y="11"/>
                          <a:pt x="73" y="11"/>
                          <a:pt x="81" y="12"/>
                        </a:cubicBezTo>
                        <a:cubicBezTo>
                          <a:pt x="90" y="13"/>
                          <a:pt x="100" y="14"/>
                          <a:pt x="109" y="21"/>
                        </a:cubicBezTo>
                        <a:cubicBezTo>
                          <a:pt x="116" y="27"/>
                          <a:pt x="127" y="30"/>
                          <a:pt x="137" y="33"/>
                        </a:cubicBezTo>
                        <a:cubicBezTo>
                          <a:pt x="148" y="37"/>
                          <a:pt x="159" y="40"/>
                          <a:pt x="168" y="48"/>
                        </a:cubicBezTo>
                        <a:cubicBezTo>
                          <a:pt x="167" y="49"/>
                          <a:pt x="167" y="49"/>
                          <a:pt x="167" y="49"/>
                        </a:cubicBezTo>
                        <a:cubicBezTo>
                          <a:pt x="158" y="42"/>
                          <a:pt x="147" y="38"/>
                          <a:pt x="136" y="35"/>
                        </a:cubicBezTo>
                        <a:cubicBezTo>
                          <a:pt x="126" y="32"/>
                          <a:pt x="115" y="29"/>
                          <a:pt x="107" y="22"/>
                        </a:cubicBezTo>
                        <a:cubicBezTo>
                          <a:pt x="99" y="15"/>
                          <a:pt x="90" y="15"/>
                          <a:pt x="81" y="14"/>
                        </a:cubicBezTo>
                        <a:cubicBezTo>
                          <a:pt x="73" y="13"/>
                          <a:pt x="65" y="12"/>
                          <a:pt x="58" y="8"/>
                        </a:cubicBezTo>
                        <a:cubicBezTo>
                          <a:pt x="50" y="2"/>
                          <a:pt x="43" y="4"/>
                          <a:pt x="36" y="6"/>
                        </a:cubicBezTo>
                        <a:cubicBezTo>
                          <a:pt x="32" y="8"/>
                          <a:pt x="27" y="9"/>
                          <a:pt x="24" y="7"/>
                        </a:cubicBezTo>
                        <a:cubicBezTo>
                          <a:pt x="24" y="7"/>
                          <a:pt x="24" y="7"/>
                          <a:pt x="24" y="7"/>
                        </a:cubicBezTo>
                        <a:cubicBezTo>
                          <a:pt x="17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DD772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8" name="Freeform 140">
                  <a:extLst>
                    <a:ext uri="{FF2B5EF4-FFF2-40B4-BE49-F238E27FC236}">
                      <a16:creationId xmlns:a16="http://schemas.microsoft.com/office/drawing/2014/main" id="{BA92E008-12E9-04B9-0612-6F4EE148E5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27751" y="1624013"/>
                  <a:ext cx="344487" cy="192088"/>
                </a:xfrm>
                <a:custGeom>
                  <a:avLst/>
                  <a:gdLst>
                    <a:gd name="T0" fmla="*/ 310 w 310"/>
                    <a:gd name="T1" fmla="*/ 151 h 173"/>
                    <a:gd name="T2" fmla="*/ 189 w 310"/>
                    <a:gd name="T3" fmla="*/ 128 h 173"/>
                    <a:gd name="T4" fmla="*/ 93 w 310"/>
                    <a:gd name="T5" fmla="*/ 47 h 173"/>
                    <a:gd name="T6" fmla="*/ 74 w 310"/>
                    <a:gd name="T7" fmla="*/ 72 h 173"/>
                    <a:gd name="T8" fmla="*/ 32 w 310"/>
                    <a:gd name="T9" fmla="*/ 138 h 173"/>
                    <a:gd name="T10" fmla="*/ 10 w 310"/>
                    <a:gd name="T11" fmla="*/ 173 h 173"/>
                    <a:gd name="T12" fmla="*/ 0 w 310"/>
                    <a:gd name="T13" fmla="*/ 165 h 173"/>
                    <a:gd name="T14" fmla="*/ 12 w 310"/>
                    <a:gd name="T15" fmla="*/ 144 h 173"/>
                    <a:gd name="T16" fmla="*/ 68 w 310"/>
                    <a:gd name="T17" fmla="*/ 57 h 173"/>
                    <a:gd name="T18" fmla="*/ 100 w 310"/>
                    <a:gd name="T19" fmla="*/ 23 h 173"/>
                    <a:gd name="T20" fmla="*/ 242 w 310"/>
                    <a:gd name="T21" fmla="*/ 37 h 173"/>
                    <a:gd name="T22" fmla="*/ 310 w 310"/>
                    <a:gd name="T23" fmla="*/ 151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0" h="173">
                      <a:moveTo>
                        <a:pt x="310" y="151"/>
                      </a:moveTo>
                      <a:cubicBezTo>
                        <a:pt x="310" y="151"/>
                        <a:pt x="270" y="161"/>
                        <a:pt x="189" y="128"/>
                      </a:cubicBezTo>
                      <a:cubicBezTo>
                        <a:pt x="108" y="96"/>
                        <a:pt x="101" y="43"/>
                        <a:pt x="93" y="47"/>
                      </a:cubicBezTo>
                      <a:cubicBezTo>
                        <a:pt x="91" y="48"/>
                        <a:pt x="84" y="58"/>
                        <a:pt x="74" y="72"/>
                      </a:cubicBezTo>
                      <a:cubicBezTo>
                        <a:pt x="62" y="90"/>
                        <a:pt x="47" y="115"/>
                        <a:pt x="32" y="138"/>
                      </a:cubicBezTo>
                      <a:cubicBezTo>
                        <a:pt x="24" y="151"/>
                        <a:pt x="17" y="163"/>
                        <a:pt x="10" y="173"/>
                      </a:cubicBezTo>
                      <a:cubicBezTo>
                        <a:pt x="7" y="171"/>
                        <a:pt x="3" y="168"/>
                        <a:pt x="0" y="165"/>
                      </a:cubicBezTo>
                      <a:cubicBezTo>
                        <a:pt x="3" y="158"/>
                        <a:pt x="8" y="151"/>
                        <a:pt x="12" y="144"/>
                      </a:cubicBezTo>
                      <a:cubicBezTo>
                        <a:pt x="29" y="115"/>
                        <a:pt x="50" y="81"/>
                        <a:pt x="68" y="57"/>
                      </a:cubicBezTo>
                      <a:cubicBezTo>
                        <a:pt x="81" y="39"/>
                        <a:pt x="93" y="26"/>
                        <a:pt x="100" y="23"/>
                      </a:cubicBezTo>
                      <a:cubicBezTo>
                        <a:pt x="129" y="14"/>
                        <a:pt x="195" y="0"/>
                        <a:pt x="242" y="37"/>
                      </a:cubicBezTo>
                      <a:cubicBezTo>
                        <a:pt x="289" y="74"/>
                        <a:pt x="310" y="151"/>
                        <a:pt x="310" y="151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Freeform 141">
                  <a:extLst>
                    <a:ext uri="{FF2B5EF4-FFF2-40B4-BE49-F238E27FC236}">
                      <a16:creationId xmlns:a16="http://schemas.microsoft.com/office/drawing/2014/main" id="{411F5C39-87F4-4F8A-93D6-EE297C5D1A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32501" y="1327151"/>
                  <a:ext cx="212725" cy="457200"/>
                </a:xfrm>
                <a:custGeom>
                  <a:avLst/>
                  <a:gdLst>
                    <a:gd name="T0" fmla="*/ 119 w 192"/>
                    <a:gd name="T1" fmla="*/ 133 h 413"/>
                    <a:gd name="T2" fmla="*/ 16 w 192"/>
                    <a:gd name="T3" fmla="*/ 208 h 413"/>
                    <a:gd name="T4" fmla="*/ 13 w 192"/>
                    <a:gd name="T5" fmla="*/ 234 h 413"/>
                    <a:gd name="T6" fmla="*/ 13 w 192"/>
                    <a:gd name="T7" fmla="*/ 237 h 413"/>
                    <a:gd name="T8" fmla="*/ 9 w 192"/>
                    <a:gd name="T9" fmla="*/ 311 h 413"/>
                    <a:gd name="T10" fmla="*/ 13 w 192"/>
                    <a:gd name="T11" fmla="*/ 413 h 413"/>
                    <a:gd name="T12" fmla="*/ 1 w 192"/>
                    <a:gd name="T13" fmla="*/ 412 h 413"/>
                    <a:gd name="T14" fmla="*/ 1 w 192"/>
                    <a:gd name="T15" fmla="*/ 287 h 413"/>
                    <a:gd name="T16" fmla="*/ 3 w 192"/>
                    <a:gd name="T17" fmla="*/ 237 h 413"/>
                    <a:gd name="T18" fmla="*/ 3 w 192"/>
                    <a:gd name="T19" fmla="*/ 235 h 413"/>
                    <a:gd name="T20" fmla="*/ 37 w 192"/>
                    <a:gd name="T21" fmla="*/ 83 h 413"/>
                    <a:gd name="T22" fmla="*/ 188 w 192"/>
                    <a:gd name="T23" fmla="*/ 1 h 413"/>
                    <a:gd name="T24" fmla="*/ 119 w 192"/>
                    <a:gd name="T25" fmla="*/ 133 h 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92" h="413">
                      <a:moveTo>
                        <a:pt x="119" y="133"/>
                      </a:moveTo>
                      <a:cubicBezTo>
                        <a:pt x="69" y="193"/>
                        <a:pt x="18" y="197"/>
                        <a:pt x="16" y="208"/>
                      </a:cubicBezTo>
                      <a:cubicBezTo>
                        <a:pt x="15" y="217"/>
                        <a:pt x="14" y="225"/>
                        <a:pt x="13" y="234"/>
                      </a:cubicBezTo>
                      <a:cubicBezTo>
                        <a:pt x="13" y="235"/>
                        <a:pt x="13" y="236"/>
                        <a:pt x="13" y="237"/>
                      </a:cubicBezTo>
                      <a:cubicBezTo>
                        <a:pt x="10" y="261"/>
                        <a:pt x="9" y="287"/>
                        <a:pt x="9" y="311"/>
                      </a:cubicBezTo>
                      <a:cubicBezTo>
                        <a:pt x="9" y="350"/>
                        <a:pt x="11" y="387"/>
                        <a:pt x="13" y="413"/>
                      </a:cubicBezTo>
                      <a:cubicBezTo>
                        <a:pt x="9" y="413"/>
                        <a:pt x="5" y="413"/>
                        <a:pt x="1" y="412"/>
                      </a:cubicBezTo>
                      <a:cubicBezTo>
                        <a:pt x="0" y="380"/>
                        <a:pt x="0" y="335"/>
                        <a:pt x="1" y="287"/>
                      </a:cubicBezTo>
                      <a:cubicBezTo>
                        <a:pt x="2" y="271"/>
                        <a:pt x="2" y="254"/>
                        <a:pt x="3" y="237"/>
                      </a:cubicBezTo>
                      <a:cubicBezTo>
                        <a:pt x="3" y="236"/>
                        <a:pt x="3" y="236"/>
                        <a:pt x="3" y="235"/>
                      </a:cubicBezTo>
                      <a:cubicBezTo>
                        <a:pt x="8" y="168"/>
                        <a:pt x="17" y="106"/>
                        <a:pt x="37" y="83"/>
                      </a:cubicBezTo>
                      <a:cubicBezTo>
                        <a:pt x="88" y="25"/>
                        <a:pt x="185" y="1"/>
                        <a:pt x="188" y="1"/>
                      </a:cubicBezTo>
                      <a:cubicBezTo>
                        <a:pt x="192" y="0"/>
                        <a:pt x="170" y="73"/>
                        <a:pt x="119" y="133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Freeform 142">
                  <a:extLst>
                    <a:ext uri="{FF2B5EF4-FFF2-40B4-BE49-F238E27FC236}">
                      <a16:creationId xmlns:a16="http://schemas.microsoft.com/office/drawing/2014/main" id="{488D5DB5-39E1-873A-DF9A-30BC436D75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86463" y="1690688"/>
                  <a:ext cx="236537" cy="355600"/>
                </a:xfrm>
                <a:custGeom>
                  <a:avLst/>
                  <a:gdLst>
                    <a:gd name="T0" fmla="*/ 0 w 149"/>
                    <a:gd name="T1" fmla="*/ 31 h 224"/>
                    <a:gd name="T2" fmla="*/ 5 w 149"/>
                    <a:gd name="T3" fmla="*/ 224 h 224"/>
                    <a:gd name="T4" fmla="*/ 149 w 149"/>
                    <a:gd name="T5" fmla="*/ 180 h 224"/>
                    <a:gd name="T6" fmla="*/ 149 w 149"/>
                    <a:gd name="T7" fmla="*/ 0 h 224"/>
                    <a:gd name="T8" fmla="*/ 0 w 149"/>
                    <a:gd name="T9" fmla="*/ 31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9" h="224">
                      <a:moveTo>
                        <a:pt x="0" y="31"/>
                      </a:moveTo>
                      <a:lnTo>
                        <a:pt x="5" y="224"/>
                      </a:lnTo>
                      <a:lnTo>
                        <a:pt x="149" y="180"/>
                      </a:lnTo>
                      <a:lnTo>
                        <a:pt x="149" y="0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D3EDFE"/>
                    </a:gs>
                    <a:gs pos="0">
                      <a:srgbClr val="7ECA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Freeform 143">
                  <a:extLst>
                    <a:ext uri="{FF2B5EF4-FFF2-40B4-BE49-F238E27FC236}">
                      <a16:creationId xmlns:a16="http://schemas.microsoft.com/office/drawing/2014/main" id="{3AC92ED2-CC45-EF57-BB33-82C75F244C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26138" y="1731963"/>
                  <a:ext cx="68262" cy="314325"/>
                </a:xfrm>
                <a:custGeom>
                  <a:avLst/>
                  <a:gdLst>
                    <a:gd name="T0" fmla="*/ 4 w 43"/>
                    <a:gd name="T1" fmla="*/ 0 h 198"/>
                    <a:gd name="T2" fmla="*/ 38 w 43"/>
                    <a:gd name="T3" fmla="*/ 5 h 198"/>
                    <a:gd name="T4" fmla="*/ 43 w 43"/>
                    <a:gd name="T5" fmla="*/ 198 h 198"/>
                    <a:gd name="T6" fmla="*/ 0 w 43"/>
                    <a:gd name="T7" fmla="*/ 186 h 198"/>
                    <a:gd name="T8" fmla="*/ 4 w 43"/>
                    <a:gd name="T9" fmla="*/ 0 h 1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198">
                      <a:moveTo>
                        <a:pt x="4" y="0"/>
                      </a:moveTo>
                      <a:lnTo>
                        <a:pt x="38" y="5"/>
                      </a:lnTo>
                      <a:lnTo>
                        <a:pt x="43" y="198"/>
                      </a:lnTo>
                      <a:lnTo>
                        <a:pt x="0" y="18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7ECAF8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" name="Freeform 144">
                  <a:extLst>
                    <a:ext uri="{FF2B5EF4-FFF2-40B4-BE49-F238E27FC236}">
                      <a16:creationId xmlns:a16="http://schemas.microsoft.com/office/drawing/2014/main" id="{291DD93C-074F-E363-A5C3-E6D831A497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54726" y="1495426"/>
                  <a:ext cx="131762" cy="139700"/>
                </a:xfrm>
                <a:custGeom>
                  <a:avLst/>
                  <a:gdLst>
                    <a:gd name="T0" fmla="*/ 7 w 118"/>
                    <a:gd name="T1" fmla="*/ 127 h 127"/>
                    <a:gd name="T2" fmla="*/ 39 w 118"/>
                    <a:gd name="T3" fmla="*/ 48 h 127"/>
                    <a:gd name="T4" fmla="*/ 117 w 118"/>
                    <a:gd name="T5" fmla="*/ 0 h 127"/>
                    <a:gd name="T6" fmla="*/ 78 w 118"/>
                    <a:gd name="T7" fmla="*/ 64 h 127"/>
                    <a:gd name="T8" fmla="*/ 7 w 118"/>
                    <a:gd name="T9" fmla="*/ 127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8" h="127">
                      <a:moveTo>
                        <a:pt x="7" y="127"/>
                      </a:moveTo>
                      <a:cubicBezTo>
                        <a:pt x="7" y="127"/>
                        <a:pt x="0" y="67"/>
                        <a:pt x="39" y="48"/>
                      </a:cubicBezTo>
                      <a:cubicBezTo>
                        <a:pt x="78" y="30"/>
                        <a:pt x="111" y="21"/>
                        <a:pt x="117" y="0"/>
                      </a:cubicBezTo>
                      <a:cubicBezTo>
                        <a:pt x="117" y="0"/>
                        <a:pt x="118" y="49"/>
                        <a:pt x="78" y="64"/>
                      </a:cubicBezTo>
                      <a:cubicBezTo>
                        <a:pt x="38" y="79"/>
                        <a:pt x="7" y="127"/>
                        <a:pt x="7" y="12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CA523"/>
                    </a:gs>
                    <a:gs pos="100000">
                      <a:srgbClr val="FFE39E"/>
                    </a:gs>
                  </a:gsLst>
                  <a:lin ang="2400000" scaled="0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" name="Freeform 146">
                  <a:extLst>
                    <a:ext uri="{FF2B5EF4-FFF2-40B4-BE49-F238E27FC236}">
                      <a16:creationId xmlns:a16="http://schemas.microsoft.com/office/drawing/2014/main" id="{5A573C48-5E6F-734D-007F-DCE697665C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30926" y="1366838"/>
                  <a:ext cx="242887" cy="285750"/>
                </a:xfrm>
                <a:custGeom>
                  <a:avLst/>
                  <a:gdLst>
                    <a:gd name="T0" fmla="*/ 4 w 220"/>
                    <a:gd name="T1" fmla="*/ 259 h 259"/>
                    <a:gd name="T2" fmla="*/ 0 w 220"/>
                    <a:gd name="T3" fmla="*/ 257 h 259"/>
                    <a:gd name="T4" fmla="*/ 218 w 220"/>
                    <a:gd name="T5" fmla="*/ 0 h 259"/>
                    <a:gd name="T6" fmla="*/ 220 w 220"/>
                    <a:gd name="T7" fmla="*/ 4 h 259"/>
                    <a:gd name="T8" fmla="*/ 4 w 220"/>
                    <a:gd name="T9" fmla="*/ 259 h 2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0" h="259">
                      <a:moveTo>
                        <a:pt x="4" y="259"/>
                      </a:moveTo>
                      <a:cubicBezTo>
                        <a:pt x="0" y="257"/>
                        <a:pt x="0" y="257"/>
                        <a:pt x="0" y="257"/>
                      </a:cubicBezTo>
                      <a:cubicBezTo>
                        <a:pt x="0" y="256"/>
                        <a:pt x="63" y="75"/>
                        <a:pt x="218" y="0"/>
                      </a:cubicBezTo>
                      <a:cubicBezTo>
                        <a:pt x="220" y="4"/>
                        <a:pt x="220" y="4"/>
                        <a:pt x="220" y="4"/>
                      </a:cubicBezTo>
                      <a:cubicBezTo>
                        <a:pt x="67" y="78"/>
                        <a:pt x="4" y="257"/>
                        <a:pt x="4" y="259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Freeform 147">
                  <a:extLst>
                    <a:ext uri="{FF2B5EF4-FFF2-40B4-BE49-F238E27FC236}">
                      <a16:creationId xmlns:a16="http://schemas.microsoft.com/office/drawing/2014/main" id="{CE7B2C70-477A-6CB9-ABF8-713A50B55C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54763" y="1306513"/>
                  <a:ext cx="85725" cy="71438"/>
                </a:xfrm>
                <a:custGeom>
                  <a:avLst/>
                  <a:gdLst>
                    <a:gd name="T0" fmla="*/ 33 w 77"/>
                    <a:gd name="T1" fmla="*/ 8 h 65"/>
                    <a:gd name="T2" fmla="*/ 3 w 77"/>
                    <a:gd name="T3" fmla="*/ 62 h 65"/>
                    <a:gd name="T4" fmla="*/ 63 w 77"/>
                    <a:gd name="T5" fmla="*/ 50 h 65"/>
                    <a:gd name="T6" fmla="*/ 68 w 77"/>
                    <a:gd name="T7" fmla="*/ 14 h 65"/>
                    <a:gd name="T8" fmla="*/ 33 w 77"/>
                    <a:gd name="T9" fmla="*/ 8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7" h="65">
                      <a:moveTo>
                        <a:pt x="33" y="8"/>
                      </a:moveTo>
                      <a:cubicBezTo>
                        <a:pt x="21" y="17"/>
                        <a:pt x="0" y="58"/>
                        <a:pt x="3" y="62"/>
                      </a:cubicBezTo>
                      <a:cubicBezTo>
                        <a:pt x="5" y="65"/>
                        <a:pt x="51" y="58"/>
                        <a:pt x="63" y="50"/>
                      </a:cubicBezTo>
                      <a:cubicBezTo>
                        <a:pt x="74" y="41"/>
                        <a:pt x="77" y="25"/>
                        <a:pt x="68" y="14"/>
                      </a:cubicBezTo>
                      <a:cubicBezTo>
                        <a:pt x="60" y="3"/>
                        <a:pt x="44" y="0"/>
                        <a:pt x="33" y="8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" name="Freeform 148">
                  <a:extLst>
                    <a:ext uri="{FF2B5EF4-FFF2-40B4-BE49-F238E27FC236}">
                      <a16:creationId xmlns:a16="http://schemas.microsoft.com/office/drawing/2014/main" id="{B2529483-71DD-9365-184F-A88F8BE092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02376" y="1398588"/>
                  <a:ext cx="92075" cy="63500"/>
                </a:xfrm>
                <a:custGeom>
                  <a:avLst/>
                  <a:gdLst>
                    <a:gd name="T0" fmla="*/ 61 w 83"/>
                    <a:gd name="T1" fmla="*/ 4 h 57"/>
                    <a:gd name="T2" fmla="*/ 1 w 83"/>
                    <a:gd name="T3" fmla="*/ 14 h 57"/>
                    <a:gd name="T4" fmla="*/ 48 w 83"/>
                    <a:gd name="T5" fmla="*/ 53 h 57"/>
                    <a:gd name="T6" fmla="*/ 79 w 83"/>
                    <a:gd name="T7" fmla="*/ 35 h 57"/>
                    <a:gd name="T8" fmla="*/ 61 w 83"/>
                    <a:gd name="T9" fmla="*/ 4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3" h="57">
                      <a:moveTo>
                        <a:pt x="61" y="4"/>
                      </a:moveTo>
                      <a:cubicBezTo>
                        <a:pt x="48" y="0"/>
                        <a:pt x="2" y="10"/>
                        <a:pt x="1" y="14"/>
                      </a:cubicBezTo>
                      <a:cubicBezTo>
                        <a:pt x="0" y="17"/>
                        <a:pt x="34" y="49"/>
                        <a:pt x="48" y="53"/>
                      </a:cubicBezTo>
                      <a:cubicBezTo>
                        <a:pt x="61" y="57"/>
                        <a:pt x="75" y="49"/>
                        <a:pt x="79" y="35"/>
                      </a:cubicBezTo>
                      <a:cubicBezTo>
                        <a:pt x="83" y="22"/>
                        <a:pt x="75" y="8"/>
                        <a:pt x="61" y="4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Freeform 149">
                  <a:extLst>
                    <a:ext uri="{FF2B5EF4-FFF2-40B4-BE49-F238E27FC236}">
                      <a16:creationId xmlns:a16="http://schemas.microsoft.com/office/drawing/2014/main" id="{416CB7CD-612E-7547-2A66-F377F72EB6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73801" y="1323976"/>
                  <a:ext cx="58737" cy="88900"/>
                </a:xfrm>
                <a:custGeom>
                  <a:avLst/>
                  <a:gdLst>
                    <a:gd name="T0" fmla="*/ 0 w 52"/>
                    <a:gd name="T1" fmla="*/ 25 h 81"/>
                    <a:gd name="T2" fmla="*/ 24 w 52"/>
                    <a:gd name="T3" fmla="*/ 81 h 81"/>
                    <a:gd name="T4" fmla="*/ 51 w 52"/>
                    <a:gd name="T5" fmla="*/ 27 h 81"/>
                    <a:gd name="T6" fmla="*/ 27 w 52"/>
                    <a:gd name="T7" fmla="*/ 0 h 81"/>
                    <a:gd name="T8" fmla="*/ 0 w 52"/>
                    <a:gd name="T9" fmla="*/ 25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" h="81">
                      <a:moveTo>
                        <a:pt x="0" y="25"/>
                      </a:moveTo>
                      <a:cubicBezTo>
                        <a:pt x="0" y="39"/>
                        <a:pt x="20" y="81"/>
                        <a:pt x="24" y="81"/>
                      </a:cubicBezTo>
                      <a:cubicBezTo>
                        <a:pt x="28" y="81"/>
                        <a:pt x="51" y="41"/>
                        <a:pt x="51" y="27"/>
                      </a:cubicBezTo>
                      <a:cubicBezTo>
                        <a:pt x="52" y="12"/>
                        <a:pt x="41" y="1"/>
                        <a:pt x="27" y="0"/>
                      </a:cubicBezTo>
                      <a:cubicBezTo>
                        <a:pt x="13" y="0"/>
                        <a:pt x="1" y="11"/>
                        <a:pt x="0" y="25"/>
                      </a:cubicBezTo>
                      <a:close/>
                    </a:path>
                  </a:pathLst>
                </a:custGeom>
                <a:solidFill>
                  <a:srgbClr val="1BCFA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Freeform 145">
                  <a:extLst>
                    <a:ext uri="{FF2B5EF4-FFF2-40B4-BE49-F238E27FC236}">
                      <a16:creationId xmlns:a16="http://schemas.microsoft.com/office/drawing/2014/main" id="{B91E5741-5A20-807B-4150-282BE9E5A5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2813" y="1590676"/>
                  <a:ext cx="250825" cy="193675"/>
                </a:xfrm>
                <a:custGeom>
                  <a:avLst/>
                  <a:gdLst>
                    <a:gd name="T0" fmla="*/ 226 w 226"/>
                    <a:gd name="T1" fmla="*/ 151 h 174"/>
                    <a:gd name="T2" fmla="*/ 225 w 226"/>
                    <a:gd name="T3" fmla="*/ 152 h 174"/>
                    <a:gd name="T4" fmla="*/ 154 w 226"/>
                    <a:gd name="T5" fmla="*/ 174 h 174"/>
                    <a:gd name="T6" fmla="*/ 136 w 226"/>
                    <a:gd name="T7" fmla="*/ 172 h 174"/>
                    <a:gd name="T8" fmla="*/ 123 w 226"/>
                    <a:gd name="T9" fmla="*/ 168 h 174"/>
                    <a:gd name="T10" fmla="*/ 107 w 226"/>
                    <a:gd name="T11" fmla="*/ 159 h 174"/>
                    <a:gd name="T12" fmla="*/ 64 w 226"/>
                    <a:gd name="T13" fmla="*/ 101 h 174"/>
                    <a:gd name="T14" fmla="*/ 57 w 226"/>
                    <a:gd name="T15" fmla="*/ 79 h 174"/>
                    <a:gd name="T16" fmla="*/ 46 w 226"/>
                    <a:gd name="T17" fmla="*/ 54 h 174"/>
                    <a:gd name="T18" fmla="*/ 24 w 226"/>
                    <a:gd name="T19" fmla="*/ 22 h 174"/>
                    <a:gd name="T20" fmla="*/ 12 w 226"/>
                    <a:gd name="T21" fmla="*/ 78 h 174"/>
                    <a:gd name="T22" fmla="*/ 17 w 226"/>
                    <a:gd name="T23" fmla="*/ 130 h 174"/>
                    <a:gd name="T24" fmla="*/ 4 w 226"/>
                    <a:gd name="T25" fmla="*/ 133 h 174"/>
                    <a:gd name="T26" fmla="*/ 26 w 226"/>
                    <a:gd name="T27" fmla="*/ 7 h 174"/>
                    <a:gd name="T28" fmla="*/ 32 w 226"/>
                    <a:gd name="T29" fmla="*/ 4 h 174"/>
                    <a:gd name="T30" fmla="*/ 49 w 226"/>
                    <a:gd name="T31" fmla="*/ 0 h 174"/>
                    <a:gd name="T32" fmla="*/ 61 w 226"/>
                    <a:gd name="T33" fmla="*/ 0 h 174"/>
                    <a:gd name="T34" fmla="*/ 74 w 226"/>
                    <a:gd name="T35" fmla="*/ 1 h 174"/>
                    <a:gd name="T36" fmla="*/ 152 w 226"/>
                    <a:gd name="T37" fmla="*/ 44 h 174"/>
                    <a:gd name="T38" fmla="*/ 164 w 226"/>
                    <a:gd name="T39" fmla="*/ 56 h 174"/>
                    <a:gd name="T40" fmla="*/ 185 w 226"/>
                    <a:gd name="T41" fmla="*/ 92 h 174"/>
                    <a:gd name="T42" fmla="*/ 189 w 226"/>
                    <a:gd name="T43" fmla="*/ 100 h 174"/>
                    <a:gd name="T44" fmla="*/ 224 w 226"/>
                    <a:gd name="T45" fmla="*/ 150 h 174"/>
                    <a:gd name="T46" fmla="*/ 226 w 226"/>
                    <a:gd name="T47" fmla="*/ 151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26" h="174">
                      <a:moveTo>
                        <a:pt x="226" y="151"/>
                      </a:moveTo>
                      <a:cubicBezTo>
                        <a:pt x="226" y="151"/>
                        <a:pt x="226" y="152"/>
                        <a:pt x="225" y="152"/>
                      </a:cubicBezTo>
                      <a:cubicBezTo>
                        <a:pt x="218" y="156"/>
                        <a:pt x="188" y="174"/>
                        <a:pt x="154" y="174"/>
                      </a:cubicBezTo>
                      <a:cubicBezTo>
                        <a:pt x="148" y="174"/>
                        <a:pt x="142" y="173"/>
                        <a:pt x="136" y="172"/>
                      </a:cubicBezTo>
                      <a:cubicBezTo>
                        <a:pt x="132" y="171"/>
                        <a:pt x="127" y="169"/>
                        <a:pt x="123" y="168"/>
                      </a:cubicBezTo>
                      <a:cubicBezTo>
                        <a:pt x="117" y="165"/>
                        <a:pt x="112" y="162"/>
                        <a:pt x="107" y="159"/>
                      </a:cubicBezTo>
                      <a:cubicBezTo>
                        <a:pt x="86" y="144"/>
                        <a:pt x="69" y="123"/>
                        <a:pt x="64" y="101"/>
                      </a:cubicBezTo>
                      <a:cubicBezTo>
                        <a:pt x="62" y="94"/>
                        <a:pt x="59" y="87"/>
                        <a:pt x="57" y="79"/>
                      </a:cubicBezTo>
                      <a:cubicBezTo>
                        <a:pt x="53" y="70"/>
                        <a:pt x="50" y="62"/>
                        <a:pt x="46" y="54"/>
                      </a:cubicBezTo>
                      <a:cubicBezTo>
                        <a:pt x="37" y="34"/>
                        <a:pt x="27" y="20"/>
                        <a:pt x="24" y="22"/>
                      </a:cubicBezTo>
                      <a:cubicBezTo>
                        <a:pt x="18" y="27"/>
                        <a:pt x="13" y="47"/>
                        <a:pt x="12" y="78"/>
                      </a:cubicBezTo>
                      <a:cubicBezTo>
                        <a:pt x="12" y="88"/>
                        <a:pt x="14" y="108"/>
                        <a:pt x="17" y="130"/>
                      </a:cubicBezTo>
                      <a:cubicBezTo>
                        <a:pt x="4" y="133"/>
                        <a:pt x="4" y="133"/>
                        <a:pt x="4" y="133"/>
                      </a:cubicBezTo>
                      <a:cubicBezTo>
                        <a:pt x="0" y="78"/>
                        <a:pt x="2" y="19"/>
                        <a:pt x="26" y="7"/>
                      </a:cubicBezTo>
                      <a:cubicBezTo>
                        <a:pt x="28" y="6"/>
                        <a:pt x="30" y="5"/>
                        <a:pt x="32" y="4"/>
                      </a:cubicBezTo>
                      <a:cubicBezTo>
                        <a:pt x="37" y="2"/>
                        <a:pt x="43" y="1"/>
                        <a:pt x="49" y="0"/>
                      </a:cubicBezTo>
                      <a:cubicBezTo>
                        <a:pt x="53" y="0"/>
                        <a:pt x="57" y="0"/>
                        <a:pt x="61" y="0"/>
                      </a:cubicBezTo>
                      <a:cubicBezTo>
                        <a:pt x="65" y="0"/>
                        <a:pt x="69" y="0"/>
                        <a:pt x="74" y="1"/>
                      </a:cubicBezTo>
                      <a:cubicBezTo>
                        <a:pt x="101" y="6"/>
                        <a:pt x="130" y="21"/>
                        <a:pt x="152" y="44"/>
                      </a:cubicBezTo>
                      <a:cubicBezTo>
                        <a:pt x="156" y="48"/>
                        <a:pt x="160" y="52"/>
                        <a:pt x="164" y="56"/>
                      </a:cubicBezTo>
                      <a:cubicBezTo>
                        <a:pt x="172" y="67"/>
                        <a:pt x="180" y="79"/>
                        <a:pt x="185" y="92"/>
                      </a:cubicBezTo>
                      <a:cubicBezTo>
                        <a:pt x="185" y="92"/>
                        <a:pt x="187" y="95"/>
                        <a:pt x="189" y="100"/>
                      </a:cubicBezTo>
                      <a:cubicBezTo>
                        <a:pt x="196" y="113"/>
                        <a:pt x="210" y="138"/>
                        <a:pt x="224" y="150"/>
                      </a:cubicBezTo>
                      <a:cubicBezTo>
                        <a:pt x="225" y="150"/>
                        <a:pt x="225" y="151"/>
                        <a:pt x="226" y="151"/>
                      </a:cubicBezTo>
                      <a:close/>
                    </a:path>
                  </a:pathLst>
                </a:custGeom>
                <a:solidFill>
                  <a:srgbClr val="17B28A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264D0767-2EFA-7DE0-450E-C1AD4AA604E5}"/>
                  </a:ext>
                </a:extLst>
              </p:cNvPr>
              <p:cNvGrpSpPr/>
              <p:nvPr/>
            </p:nvGrpSpPr>
            <p:grpSpPr>
              <a:xfrm rot="19698091" flipH="1">
                <a:off x="5908799" y="1952673"/>
                <a:ext cx="149577" cy="134339"/>
                <a:chOff x="7984049" y="2471467"/>
                <a:chExt cx="119301" cy="107147"/>
              </a:xfrm>
            </p:grpSpPr>
            <p:sp>
              <p:nvSpPr>
                <p:cNvPr id="121" name="Freeform 50">
                  <a:extLst>
                    <a:ext uri="{FF2B5EF4-FFF2-40B4-BE49-F238E27FC236}">
                      <a16:creationId xmlns:a16="http://schemas.microsoft.com/office/drawing/2014/main" id="{D6878C75-DEA0-7168-1213-F43488B6AD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67891">
                  <a:off x="7984049" y="2471467"/>
                  <a:ext cx="85184" cy="107147"/>
                </a:xfrm>
                <a:custGeom>
                  <a:avLst/>
                  <a:gdLst>
                    <a:gd name="T0" fmla="*/ 192 w 287"/>
                    <a:gd name="T1" fmla="*/ 0 h 361"/>
                    <a:gd name="T2" fmla="*/ 142 w 287"/>
                    <a:gd name="T3" fmla="*/ 83 h 361"/>
                    <a:gd name="T4" fmla="*/ 95 w 287"/>
                    <a:gd name="T5" fmla="*/ 166 h 361"/>
                    <a:gd name="T6" fmla="*/ 47 w 287"/>
                    <a:gd name="T7" fmla="*/ 252 h 361"/>
                    <a:gd name="T8" fmla="*/ 0 w 287"/>
                    <a:gd name="T9" fmla="*/ 335 h 361"/>
                    <a:gd name="T10" fmla="*/ 9 w 287"/>
                    <a:gd name="T11" fmla="*/ 342 h 361"/>
                    <a:gd name="T12" fmla="*/ 21 w 287"/>
                    <a:gd name="T13" fmla="*/ 347 h 361"/>
                    <a:gd name="T14" fmla="*/ 33 w 287"/>
                    <a:gd name="T15" fmla="*/ 354 h 361"/>
                    <a:gd name="T16" fmla="*/ 45 w 287"/>
                    <a:gd name="T17" fmla="*/ 361 h 361"/>
                    <a:gd name="T18" fmla="*/ 107 w 287"/>
                    <a:gd name="T19" fmla="*/ 285 h 361"/>
                    <a:gd name="T20" fmla="*/ 166 w 287"/>
                    <a:gd name="T21" fmla="*/ 209 h 361"/>
                    <a:gd name="T22" fmla="*/ 228 w 287"/>
                    <a:gd name="T23" fmla="*/ 133 h 361"/>
                    <a:gd name="T24" fmla="*/ 287 w 287"/>
                    <a:gd name="T25" fmla="*/ 55 h 361"/>
                    <a:gd name="T26" fmla="*/ 264 w 287"/>
                    <a:gd name="T27" fmla="*/ 43 h 361"/>
                    <a:gd name="T28" fmla="*/ 240 w 287"/>
                    <a:gd name="T29" fmla="*/ 28 h 361"/>
                    <a:gd name="T30" fmla="*/ 216 w 287"/>
                    <a:gd name="T31" fmla="*/ 14 h 361"/>
                    <a:gd name="T32" fmla="*/ 192 w 287"/>
                    <a:gd name="T33" fmla="*/ 0 h 3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87" h="361">
                      <a:moveTo>
                        <a:pt x="192" y="0"/>
                      </a:moveTo>
                      <a:lnTo>
                        <a:pt x="142" y="83"/>
                      </a:lnTo>
                      <a:lnTo>
                        <a:pt x="95" y="166"/>
                      </a:lnTo>
                      <a:lnTo>
                        <a:pt x="47" y="252"/>
                      </a:lnTo>
                      <a:lnTo>
                        <a:pt x="0" y="335"/>
                      </a:lnTo>
                      <a:lnTo>
                        <a:pt x="9" y="342"/>
                      </a:lnTo>
                      <a:lnTo>
                        <a:pt x="21" y="347"/>
                      </a:lnTo>
                      <a:lnTo>
                        <a:pt x="33" y="354"/>
                      </a:lnTo>
                      <a:lnTo>
                        <a:pt x="45" y="361"/>
                      </a:lnTo>
                      <a:lnTo>
                        <a:pt x="107" y="285"/>
                      </a:lnTo>
                      <a:lnTo>
                        <a:pt x="166" y="209"/>
                      </a:lnTo>
                      <a:lnTo>
                        <a:pt x="228" y="133"/>
                      </a:lnTo>
                      <a:lnTo>
                        <a:pt x="287" y="55"/>
                      </a:lnTo>
                      <a:lnTo>
                        <a:pt x="264" y="43"/>
                      </a:lnTo>
                      <a:lnTo>
                        <a:pt x="240" y="28"/>
                      </a:lnTo>
                      <a:lnTo>
                        <a:pt x="216" y="14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459FE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" name="Freeform 51">
                  <a:extLst>
                    <a:ext uri="{FF2B5EF4-FFF2-40B4-BE49-F238E27FC236}">
                      <a16:creationId xmlns:a16="http://schemas.microsoft.com/office/drawing/2014/main" id="{5923AAC2-DE9B-660F-0011-FDA7BF2B90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268262">
                  <a:off x="8059126" y="2473375"/>
                  <a:ext cx="43927" cy="44521"/>
                </a:xfrm>
                <a:custGeom>
                  <a:avLst/>
                  <a:gdLst>
                    <a:gd name="T0" fmla="*/ 0 w 62"/>
                    <a:gd name="T1" fmla="*/ 31 h 63"/>
                    <a:gd name="T2" fmla="*/ 2 w 62"/>
                    <a:gd name="T3" fmla="*/ 44 h 63"/>
                    <a:gd name="T4" fmla="*/ 9 w 62"/>
                    <a:gd name="T5" fmla="*/ 53 h 63"/>
                    <a:gd name="T6" fmla="*/ 19 w 62"/>
                    <a:gd name="T7" fmla="*/ 60 h 63"/>
                    <a:gd name="T8" fmla="*/ 31 w 62"/>
                    <a:gd name="T9" fmla="*/ 63 h 63"/>
                    <a:gd name="T10" fmla="*/ 43 w 62"/>
                    <a:gd name="T11" fmla="*/ 60 h 63"/>
                    <a:gd name="T12" fmla="*/ 53 w 62"/>
                    <a:gd name="T13" fmla="*/ 53 h 63"/>
                    <a:gd name="T14" fmla="*/ 59 w 62"/>
                    <a:gd name="T15" fmla="*/ 44 h 63"/>
                    <a:gd name="T16" fmla="*/ 62 w 62"/>
                    <a:gd name="T17" fmla="*/ 31 h 63"/>
                    <a:gd name="T18" fmla="*/ 59 w 62"/>
                    <a:gd name="T19" fmla="*/ 19 h 63"/>
                    <a:gd name="T20" fmla="*/ 53 w 62"/>
                    <a:gd name="T21" fmla="*/ 9 h 63"/>
                    <a:gd name="T22" fmla="*/ 43 w 62"/>
                    <a:gd name="T23" fmla="*/ 3 h 63"/>
                    <a:gd name="T24" fmla="*/ 31 w 62"/>
                    <a:gd name="T25" fmla="*/ 0 h 63"/>
                    <a:gd name="T26" fmla="*/ 19 w 62"/>
                    <a:gd name="T27" fmla="*/ 3 h 63"/>
                    <a:gd name="T28" fmla="*/ 9 w 62"/>
                    <a:gd name="T29" fmla="*/ 9 h 63"/>
                    <a:gd name="T30" fmla="*/ 2 w 62"/>
                    <a:gd name="T31" fmla="*/ 19 h 63"/>
                    <a:gd name="T32" fmla="*/ 0 w 62"/>
                    <a:gd name="T33" fmla="*/ 31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2" h="63">
                      <a:moveTo>
                        <a:pt x="0" y="31"/>
                      </a:moveTo>
                      <a:cubicBezTo>
                        <a:pt x="0" y="36"/>
                        <a:pt x="1" y="40"/>
                        <a:pt x="2" y="44"/>
                      </a:cubicBezTo>
                      <a:cubicBezTo>
                        <a:pt x="4" y="47"/>
                        <a:pt x="6" y="51"/>
                        <a:pt x="9" y="53"/>
                      </a:cubicBezTo>
                      <a:cubicBezTo>
                        <a:pt x="12" y="56"/>
                        <a:pt x="15" y="59"/>
                        <a:pt x="19" y="60"/>
                      </a:cubicBezTo>
                      <a:cubicBezTo>
                        <a:pt x="22" y="62"/>
                        <a:pt x="26" y="63"/>
                        <a:pt x="31" y="63"/>
                      </a:cubicBezTo>
                      <a:cubicBezTo>
                        <a:pt x="35" y="63"/>
                        <a:pt x="39" y="62"/>
                        <a:pt x="43" y="60"/>
                      </a:cubicBezTo>
                      <a:cubicBezTo>
                        <a:pt x="47" y="59"/>
                        <a:pt x="50" y="56"/>
                        <a:pt x="53" y="53"/>
                      </a:cubicBezTo>
                      <a:cubicBezTo>
                        <a:pt x="56" y="51"/>
                        <a:pt x="58" y="47"/>
                        <a:pt x="59" y="44"/>
                      </a:cubicBezTo>
                      <a:cubicBezTo>
                        <a:pt x="61" y="40"/>
                        <a:pt x="62" y="36"/>
                        <a:pt x="62" y="31"/>
                      </a:cubicBezTo>
                      <a:cubicBezTo>
                        <a:pt x="62" y="27"/>
                        <a:pt x="61" y="23"/>
                        <a:pt x="59" y="19"/>
                      </a:cubicBezTo>
                      <a:cubicBezTo>
                        <a:pt x="58" y="16"/>
                        <a:pt x="56" y="12"/>
                        <a:pt x="53" y="9"/>
                      </a:cubicBezTo>
                      <a:cubicBezTo>
                        <a:pt x="50" y="7"/>
                        <a:pt x="47" y="4"/>
                        <a:pt x="43" y="3"/>
                      </a:cubicBezTo>
                      <a:cubicBezTo>
                        <a:pt x="39" y="1"/>
                        <a:pt x="35" y="0"/>
                        <a:pt x="31" y="0"/>
                      </a:cubicBezTo>
                      <a:cubicBezTo>
                        <a:pt x="26" y="0"/>
                        <a:pt x="22" y="1"/>
                        <a:pt x="19" y="3"/>
                      </a:cubicBezTo>
                      <a:cubicBezTo>
                        <a:pt x="15" y="4"/>
                        <a:pt x="12" y="7"/>
                        <a:pt x="9" y="9"/>
                      </a:cubicBezTo>
                      <a:cubicBezTo>
                        <a:pt x="6" y="12"/>
                        <a:pt x="4" y="16"/>
                        <a:pt x="2" y="19"/>
                      </a:cubicBezTo>
                      <a:cubicBezTo>
                        <a:pt x="1" y="23"/>
                        <a:pt x="0" y="27"/>
                        <a:pt x="0" y="31"/>
                      </a:cubicBezTo>
                      <a:close/>
                    </a:path>
                  </a:pathLst>
                </a:custGeom>
                <a:solidFill>
                  <a:srgbClr val="4FB7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4911B35A-C0EC-159E-A80A-6FD1D1EAC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21869" y="3404757"/>
              <a:ext cx="284690" cy="72533"/>
            </a:xfrm>
            <a:prstGeom prst="rect">
              <a:avLst/>
            </a:prstGeom>
          </p:spPr>
        </p:pic>
        <p:pic>
          <p:nvPicPr>
            <p:cNvPr id="99" name="Graphic 98">
              <a:extLst>
                <a:ext uri="{FF2B5EF4-FFF2-40B4-BE49-F238E27FC236}">
                  <a16:creationId xmlns:a16="http://schemas.microsoft.com/office/drawing/2014/main" id="{09D5E9AE-D365-67EA-755F-802C68E7A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79664" y="3421293"/>
              <a:ext cx="284690" cy="72533"/>
            </a:xfrm>
            <a:prstGeom prst="rect">
              <a:avLst/>
            </a:prstGeom>
          </p:spPr>
        </p:pic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439D08C-3A9E-E984-7BB4-3F178400D4D6}"/>
              </a:ext>
            </a:extLst>
          </p:cNvPr>
          <p:cNvGrpSpPr/>
          <p:nvPr/>
        </p:nvGrpSpPr>
        <p:grpSpPr>
          <a:xfrm>
            <a:off x="740963" y="2733198"/>
            <a:ext cx="2775745" cy="1154355"/>
            <a:chOff x="440818" y="2119140"/>
            <a:chExt cx="3460210" cy="1439005"/>
          </a:xfrm>
        </p:grpSpPr>
        <p:pic>
          <p:nvPicPr>
            <p:cNvPr id="308" name="Graphic 307">
              <a:extLst>
                <a:ext uri="{FF2B5EF4-FFF2-40B4-BE49-F238E27FC236}">
                  <a16:creationId xmlns:a16="http://schemas.microsoft.com/office/drawing/2014/main" id="{C768FCD1-7DEC-9194-BF6A-FE5ED3EA2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40818" y="3007600"/>
              <a:ext cx="3460210" cy="550545"/>
            </a:xfrm>
            <a:prstGeom prst="rect">
              <a:avLst/>
            </a:prstGeom>
          </p:spPr>
        </p:pic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B83A94A6-27E8-E950-78BF-8ED01697C18A}"/>
                </a:ext>
              </a:extLst>
            </p:cNvPr>
            <p:cNvGrpSpPr/>
            <p:nvPr/>
          </p:nvGrpSpPr>
          <p:grpSpPr>
            <a:xfrm>
              <a:off x="553705" y="2355909"/>
              <a:ext cx="748889" cy="1161651"/>
              <a:chOff x="-713777" y="477493"/>
              <a:chExt cx="4421188" cy="6858000"/>
            </a:xfrm>
          </p:grpSpPr>
          <p:sp>
            <p:nvSpPr>
              <p:cNvPr id="423" name="AutoShape 151">
                <a:extLst>
                  <a:ext uri="{FF2B5EF4-FFF2-40B4-BE49-F238E27FC236}">
                    <a16:creationId xmlns:a16="http://schemas.microsoft.com/office/drawing/2014/main" id="{AA4FE003-0338-6A20-A79B-5571B6967E3E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-686790" y="477493"/>
                <a:ext cx="4267200" cy="685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4" name="Freeform 153">
                <a:extLst>
                  <a:ext uri="{FF2B5EF4-FFF2-40B4-BE49-F238E27FC236}">
                    <a16:creationId xmlns:a16="http://schemas.microsoft.com/office/drawing/2014/main" id="{92D81D3A-17E8-48B9-E4C0-69781357F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698" y="2626968"/>
                <a:ext cx="708025" cy="4676775"/>
              </a:xfrm>
              <a:custGeom>
                <a:avLst/>
                <a:gdLst>
                  <a:gd name="T0" fmla="*/ 284 w 284"/>
                  <a:gd name="T1" fmla="*/ 1876 h 1876"/>
                  <a:gd name="T2" fmla="*/ 29 w 284"/>
                  <a:gd name="T3" fmla="*/ 958 h 1876"/>
                  <a:gd name="T4" fmla="*/ 89 w 284"/>
                  <a:gd name="T5" fmla="*/ 355 h 1876"/>
                  <a:gd name="T6" fmla="*/ 26 w 284"/>
                  <a:gd name="T7" fmla="*/ 0 h 1876"/>
                  <a:gd name="T8" fmla="*/ 97 w 284"/>
                  <a:gd name="T9" fmla="*/ 598 h 1876"/>
                  <a:gd name="T10" fmla="*/ 54 w 284"/>
                  <a:gd name="T11" fmla="*/ 1201 h 1876"/>
                  <a:gd name="T12" fmla="*/ 284 w 284"/>
                  <a:gd name="T13" fmla="*/ 1876 h 1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4" h="1876">
                    <a:moveTo>
                      <a:pt x="284" y="1876"/>
                    </a:moveTo>
                    <a:cubicBezTo>
                      <a:pt x="64" y="1607"/>
                      <a:pt x="0" y="1298"/>
                      <a:pt x="29" y="958"/>
                    </a:cubicBezTo>
                    <a:cubicBezTo>
                      <a:pt x="44" y="756"/>
                      <a:pt x="86" y="557"/>
                      <a:pt x="89" y="355"/>
                    </a:cubicBezTo>
                    <a:cubicBezTo>
                      <a:pt x="90" y="234"/>
                      <a:pt x="73" y="113"/>
                      <a:pt x="26" y="0"/>
                    </a:cubicBezTo>
                    <a:cubicBezTo>
                      <a:pt x="121" y="183"/>
                      <a:pt x="117" y="398"/>
                      <a:pt x="97" y="598"/>
                    </a:cubicBezTo>
                    <a:cubicBezTo>
                      <a:pt x="77" y="799"/>
                      <a:pt x="44" y="999"/>
                      <a:pt x="54" y="1201"/>
                    </a:cubicBezTo>
                    <a:cubicBezTo>
                      <a:pt x="63" y="1448"/>
                      <a:pt x="143" y="1673"/>
                      <a:pt x="284" y="1876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5" name="Freeform 154">
                <a:extLst>
                  <a:ext uri="{FF2B5EF4-FFF2-40B4-BE49-F238E27FC236}">
                    <a16:creationId xmlns:a16="http://schemas.microsoft.com/office/drawing/2014/main" id="{76267E64-E9F3-0076-CBB2-2C2AC8890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85177" y="2072931"/>
                <a:ext cx="1582738" cy="1303338"/>
              </a:xfrm>
              <a:custGeom>
                <a:avLst/>
                <a:gdLst>
                  <a:gd name="T0" fmla="*/ 162 w 634"/>
                  <a:gd name="T1" fmla="*/ 449 h 523"/>
                  <a:gd name="T2" fmla="*/ 98 w 634"/>
                  <a:gd name="T3" fmla="*/ 365 h 523"/>
                  <a:gd name="T4" fmla="*/ 24 w 634"/>
                  <a:gd name="T5" fmla="*/ 283 h 523"/>
                  <a:gd name="T6" fmla="*/ 10 w 634"/>
                  <a:gd name="T7" fmla="*/ 116 h 523"/>
                  <a:gd name="T8" fmla="*/ 109 w 634"/>
                  <a:gd name="T9" fmla="*/ 8 h 523"/>
                  <a:gd name="T10" fmla="*/ 383 w 634"/>
                  <a:gd name="T11" fmla="*/ 0 h 523"/>
                  <a:gd name="T12" fmla="*/ 504 w 634"/>
                  <a:gd name="T13" fmla="*/ 79 h 523"/>
                  <a:gd name="T14" fmla="*/ 603 w 634"/>
                  <a:gd name="T15" fmla="*/ 336 h 523"/>
                  <a:gd name="T16" fmla="*/ 542 w 634"/>
                  <a:gd name="T17" fmla="*/ 469 h 523"/>
                  <a:gd name="T18" fmla="*/ 383 w 634"/>
                  <a:gd name="T19" fmla="*/ 521 h 523"/>
                  <a:gd name="T20" fmla="*/ 279 w 634"/>
                  <a:gd name="T21" fmla="*/ 484 h 523"/>
                  <a:gd name="T22" fmla="*/ 176 w 634"/>
                  <a:gd name="T23" fmla="*/ 458 h 523"/>
                  <a:gd name="T24" fmla="*/ 162 w 634"/>
                  <a:gd name="T25" fmla="*/ 449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4" h="523">
                    <a:moveTo>
                      <a:pt x="162" y="449"/>
                    </a:moveTo>
                    <a:cubicBezTo>
                      <a:pt x="120" y="418"/>
                      <a:pt x="124" y="391"/>
                      <a:pt x="98" y="365"/>
                    </a:cubicBezTo>
                    <a:cubicBezTo>
                      <a:pt x="69" y="335"/>
                      <a:pt x="42" y="333"/>
                      <a:pt x="24" y="283"/>
                    </a:cubicBezTo>
                    <a:cubicBezTo>
                      <a:pt x="3" y="227"/>
                      <a:pt x="40" y="202"/>
                      <a:pt x="10" y="116"/>
                    </a:cubicBezTo>
                    <a:cubicBezTo>
                      <a:pt x="0" y="87"/>
                      <a:pt x="7" y="17"/>
                      <a:pt x="109" y="8"/>
                    </a:cubicBezTo>
                    <a:cubicBezTo>
                      <a:pt x="162" y="3"/>
                      <a:pt x="283" y="56"/>
                      <a:pt x="383" y="0"/>
                    </a:cubicBezTo>
                    <a:cubicBezTo>
                      <a:pt x="504" y="79"/>
                      <a:pt x="504" y="79"/>
                      <a:pt x="504" y="79"/>
                    </a:cubicBezTo>
                    <a:cubicBezTo>
                      <a:pt x="491" y="194"/>
                      <a:pt x="587" y="284"/>
                      <a:pt x="603" y="336"/>
                    </a:cubicBezTo>
                    <a:cubicBezTo>
                      <a:pt x="634" y="433"/>
                      <a:pt x="572" y="467"/>
                      <a:pt x="542" y="469"/>
                    </a:cubicBezTo>
                    <a:cubicBezTo>
                      <a:pt x="451" y="475"/>
                      <a:pt x="442" y="519"/>
                      <a:pt x="383" y="521"/>
                    </a:cubicBezTo>
                    <a:cubicBezTo>
                      <a:pt x="330" y="523"/>
                      <a:pt x="317" y="499"/>
                      <a:pt x="279" y="484"/>
                    </a:cubicBezTo>
                    <a:cubicBezTo>
                      <a:pt x="244" y="471"/>
                      <a:pt x="221" y="485"/>
                      <a:pt x="176" y="458"/>
                    </a:cubicBezTo>
                    <a:cubicBezTo>
                      <a:pt x="171" y="455"/>
                      <a:pt x="166" y="452"/>
                      <a:pt x="162" y="4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E26"/>
                  </a:gs>
                  <a:gs pos="100000">
                    <a:srgbClr val="FFE39E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6" name="Freeform 155">
                <a:extLst>
                  <a:ext uri="{FF2B5EF4-FFF2-40B4-BE49-F238E27FC236}">
                    <a16:creationId xmlns:a16="http://schemas.microsoft.com/office/drawing/2014/main" id="{C080BFF0-5EC0-312F-280C-44CDC9E0E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67677" y="2107856"/>
                <a:ext cx="1017588" cy="954088"/>
              </a:xfrm>
              <a:custGeom>
                <a:avLst/>
                <a:gdLst>
                  <a:gd name="T0" fmla="*/ 104 w 408"/>
                  <a:gd name="T1" fmla="*/ 336 h 383"/>
                  <a:gd name="T2" fmla="*/ 63 w 408"/>
                  <a:gd name="T3" fmla="*/ 281 h 383"/>
                  <a:gd name="T4" fmla="*/ 15 w 408"/>
                  <a:gd name="T5" fmla="*/ 229 h 383"/>
                  <a:gd name="T6" fmla="*/ 6 w 408"/>
                  <a:gd name="T7" fmla="*/ 122 h 383"/>
                  <a:gd name="T8" fmla="*/ 70 w 408"/>
                  <a:gd name="T9" fmla="*/ 52 h 383"/>
                  <a:gd name="T10" fmla="*/ 278 w 408"/>
                  <a:gd name="T11" fmla="*/ 0 h 383"/>
                  <a:gd name="T12" fmla="*/ 355 w 408"/>
                  <a:gd name="T13" fmla="*/ 51 h 383"/>
                  <a:gd name="T14" fmla="*/ 388 w 408"/>
                  <a:gd name="T15" fmla="*/ 263 h 383"/>
                  <a:gd name="T16" fmla="*/ 349 w 408"/>
                  <a:gd name="T17" fmla="*/ 348 h 383"/>
                  <a:gd name="T18" fmla="*/ 246 w 408"/>
                  <a:gd name="T19" fmla="*/ 382 h 383"/>
                  <a:gd name="T20" fmla="*/ 179 w 408"/>
                  <a:gd name="T21" fmla="*/ 359 h 383"/>
                  <a:gd name="T22" fmla="*/ 113 w 408"/>
                  <a:gd name="T23" fmla="*/ 342 h 383"/>
                  <a:gd name="T24" fmla="*/ 104 w 408"/>
                  <a:gd name="T25" fmla="*/ 336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8" h="383">
                    <a:moveTo>
                      <a:pt x="104" y="336"/>
                    </a:moveTo>
                    <a:cubicBezTo>
                      <a:pt x="77" y="316"/>
                      <a:pt x="80" y="299"/>
                      <a:pt x="63" y="281"/>
                    </a:cubicBezTo>
                    <a:cubicBezTo>
                      <a:pt x="44" y="262"/>
                      <a:pt x="27" y="261"/>
                      <a:pt x="15" y="229"/>
                    </a:cubicBezTo>
                    <a:cubicBezTo>
                      <a:pt x="2" y="193"/>
                      <a:pt x="26" y="177"/>
                      <a:pt x="6" y="122"/>
                    </a:cubicBezTo>
                    <a:cubicBezTo>
                      <a:pt x="0" y="103"/>
                      <a:pt x="4" y="58"/>
                      <a:pt x="70" y="52"/>
                    </a:cubicBezTo>
                    <a:cubicBezTo>
                      <a:pt x="105" y="49"/>
                      <a:pt x="182" y="83"/>
                      <a:pt x="278" y="0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16" y="171"/>
                      <a:pt x="378" y="230"/>
                      <a:pt x="388" y="263"/>
                    </a:cubicBezTo>
                    <a:cubicBezTo>
                      <a:pt x="408" y="326"/>
                      <a:pt x="368" y="347"/>
                      <a:pt x="349" y="348"/>
                    </a:cubicBezTo>
                    <a:cubicBezTo>
                      <a:pt x="290" y="352"/>
                      <a:pt x="285" y="380"/>
                      <a:pt x="246" y="382"/>
                    </a:cubicBezTo>
                    <a:cubicBezTo>
                      <a:pt x="212" y="383"/>
                      <a:pt x="204" y="368"/>
                      <a:pt x="179" y="359"/>
                    </a:cubicBezTo>
                    <a:cubicBezTo>
                      <a:pt x="157" y="350"/>
                      <a:pt x="142" y="359"/>
                      <a:pt x="113" y="342"/>
                    </a:cubicBezTo>
                    <a:cubicBezTo>
                      <a:pt x="110" y="340"/>
                      <a:pt x="107" y="338"/>
                      <a:pt x="104" y="336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89696"/>
                  </a:gs>
                  <a:gs pos="0">
                    <a:srgbClr val="F67676"/>
                  </a:gs>
                </a:gsLst>
                <a:lin ang="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7" name="Freeform 156">
                <a:extLst>
                  <a:ext uri="{FF2B5EF4-FFF2-40B4-BE49-F238E27FC236}">
                    <a16:creationId xmlns:a16="http://schemas.microsoft.com/office/drawing/2014/main" id="{665DCC9A-9326-C5A1-2475-EE7BF11AF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885" y="2007843"/>
                <a:ext cx="1525588" cy="1341438"/>
              </a:xfrm>
              <a:custGeom>
                <a:avLst/>
                <a:gdLst>
                  <a:gd name="T0" fmla="*/ 459 w 611"/>
                  <a:gd name="T1" fmla="*/ 455 h 538"/>
                  <a:gd name="T2" fmla="*/ 359 w 611"/>
                  <a:gd name="T3" fmla="*/ 489 h 538"/>
                  <a:gd name="T4" fmla="*/ 258 w 611"/>
                  <a:gd name="T5" fmla="*/ 535 h 538"/>
                  <a:gd name="T6" fmla="*/ 95 w 611"/>
                  <a:gd name="T7" fmla="*/ 496 h 538"/>
                  <a:gd name="T8" fmla="*/ 23 w 611"/>
                  <a:gd name="T9" fmla="*/ 369 h 538"/>
                  <a:gd name="T10" fmla="*/ 100 w 611"/>
                  <a:gd name="T11" fmla="*/ 105 h 538"/>
                  <a:gd name="T12" fmla="*/ 213 w 611"/>
                  <a:gd name="T13" fmla="*/ 15 h 538"/>
                  <a:gd name="T14" fmla="*/ 487 w 611"/>
                  <a:gd name="T15" fmla="*/ 0 h 538"/>
                  <a:gd name="T16" fmla="*/ 595 w 611"/>
                  <a:gd name="T17" fmla="*/ 100 h 538"/>
                  <a:gd name="T18" fmla="*/ 595 w 611"/>
                  <a:gd name="T19" fmla="*/ 267 h 538"/>
                  <a:gd name="T20" fmla="*/ 528 w 611"/>
                  <a:gd name="T21" fmla="*/ 355 h 538"/>
                  <a:gd name="T22" fmla="*/ 472 w 611"/>
                  <a:gd name="T23" fmla="*/ 444 h 538"/>
                  <a:gd name="T24" fmla="*/ 459 w 611"/>
                  <a:gd name="T25" fmla="*/ 455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11" h="538">
                    <a:moveTo>
                      <a:pt x="459" y="455"/>
                    </a:moveTo>
                    <a:cubicBezTo>
                      <a:pt x="416" y="485"/>
                      <a:pt x="392" y="473"/>
                      <a:pt x="359" y="489"/>
                    </a:cubicBezTo>
                    <a:cubicBezTo>
                      <a:pt x="322" y="508"/>
                      <a:pt x="311" y="532"/>
                      <a:pt x="258" y="535"/>
                    </a:cubicBezTo>
                    <a:cubicBezTo>
                      <a:pt x="199" y="538"/>
                      <a:pt x="186" y="495"/>
                      <a:pt x="95" y="496"/>
                    </a:cubicBezTo>
                    <a:cubicBezTo>
                      <a:pt x="65" y="497"/>
                      <a:pt x="0" y="469"/>
                      <a:pt x="23" y="369"/>
                    </a:cubicBezTo>
                    <a:cubicBezTo>
                      <a:pt x="34" y="316"/>
                      <a:pt x="122" y="218"/>
                      <a:pt x="100" y="105"/>
                    </a:cubicBezTo>
                    <a:cubicBezTo>
                      <a:pt x="213" y="15"/>
                      <a:pt x="213" y="15"/>
                      <a:pt x="213" y="15"/>
                    </a:cubicBezTo>
                    <a:cubicBezTo>
                      <a:pt x="317" y="63"/>
                      <a:pt x="433" y="0"/>
                      <a:pt x="487" y="0"/>
                    </a:cubicBezTo>
                    <a:cubicBezTo>
                      <a:pt x="590" y="1"/>
                      <a:pt x="602" y="70"/>
                      <a:pt x="595" y="100"/>
                    </a:cubicBezTo>
                    <a:cubicBezTo>
                      <a:pt x="572" y="187"/>
                      <a:pt x="611" y="210"/>
                      <a:pt x="595" y="267"/>
                    </a:cubicBezTo>
                    <a:cubicBezTo>
                      <a:pt x="581" y="318"/>
                      <a:pt x="555" y="323"/>
                      <a:pt x="528" y="355"/>
                    </a:cubicBezTo>
                    <a:cubicBezTo>
                      <a:pt x="505" y="383"/>
                      <a:pt x="511" y="410"/>
                      <a:pt x="472" y="444"/>
                    </a:cubicBezTo>
                    <a:cubicBezTo>
                      <a:pt x="468" y="448"/>
                      <a:pt x="463" y="452"/>
                      <a:pt x="459" y="45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E26"/>
                  </a:gs>
                  <a:gs pos="100000">
                    <a:srgbClr val="FFE39E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8" name="Freeform 157">
                <a:extLst>
                  <a:ext uri="{FF2B5EF4-FFF2-40B4-BE49-F238E27FC236}">
                    <a16:creationId xmlns:a16="http://schemas.microsoft.com/office/drawing/2014/main" id="{CB739DC4-DD6B-884A-ECCA-311166076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898" y="2085631"/>
                <a:ext cx="981075" cy="947738"/>
              </a:xfrm>
              <a:custGeom>
                <a:avLst/>
                <a:gdLst>
                  <a:gd name="T0" fmla="*/ 295 w 393"/>
                  <a:gd name="T1" fmla="*/ 327 h 380"/>
                  <a:gd name="T2" fmla="*/ 230 w 393"/>
                  <a:gd name="T3" fmla="*/ 349 h 380"/>
                  <a:gd name="T4" fmla="*/ 166 w 393"/>
                  <a:gd name="T5" fmla="*/ 379 h 380"/>
                  <a:gd name="T6" fmla="*/ 61 w 393"/>
                  <a:gd name="T7" fmla="*/ 354 h 380"/>
                  <a:gd name="T8" fmla="*/ 14 w 393"/>
                  <a:gd name="T9" fmla="*/ 272 h 380"/>
                  <a:gd name="T10" fmla="*/ 29 w 393"/>
                  <a:gd name="T11" fmla="*/ 58 h 380"/>
                  <a:gd name="T12" fmla="*/ 102 w 393"/>
                  <a:gd name="T13" fmla="*/ 0 h 380"/>
                  <a:gd name="T14" fmla="*/ 313 w 393"/>
                  <a:gd name="T15" fmla="*/ 35 h 380"/>
                  <a:gd name="T16" fmla="*/ 382 w 393"/>
                  <a:gd name="T17" fmla="*/ 99 h 380"/>
                  <a:gd name="T18" fmla="*/ 383 w 393"/>
                  <a:gd name="T19" fmla="*/ 206 h 380"/>
                  <a:gd name="T20" fmla="*/ 340 w 393"/>
                  <a:gd name="T21" fmla="*/ 263 h 380"/>
                  <a:gd name="T22" fmla="*/ 303 w 393"/>
                  <a:gd name="T23" fmla="*/ 320 h 380"/>
                  <a:gd name="T24" fmla="*/ 295 w 393"/>
                  <a:gd name="T25" fmla="*/ 327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3" h="380">
                    <a:moveTo>
                      <a:pt x="295" y="327"/>
                    </a:moveTo>
                    <a:cubicBezTo>
                      <a:pt x="268" y="347"/>
                      <a:pt x="252" y="339"/>
                      <a:pt x="230" y="349"/>
                    </a:cubicBezTo>
                    <a:cubicBezTo>
                      <a:pt x="207" y="361"/>
                      <a:pt x="200" y="377"/>
                      <a:pt x="166" y="379"/>
                    </a:cubicBezTo>
                    <a:cubicBezTo>
                      <a:pt x="127" y="380"/>
                      <a:pt x="119" y="353"/>
                      <a:pt x="61" y="354"/>
                    </a:cubicBezTo>
                    <a:cubicBezTo>
                      <a:pt x="41" y="354"/>
                      <a:pt x="0" y="336"/>
                      <a:pt x="14" y="272"/>
                    </a:cubicBezTo>
                    <a:cubicBezTo>
                      <a:pt x="22" y="238"/>
                      <a:pt x="78" y="175"/>
                      <a:pt x="29" y="58"/>
                    </a:cubicBezTo>
                    <a:cubicBezTo>
                      <a:pt x="102" y="0"/>
                      <a:pt x="102" y="0"/>
                      <a:pt x="102" y="0"/>
                    </a:cubicBezTo>
                    <a:cubicBezTo>
                      <a:pt x="204" y="75"/>
                      <a:pt x="278" y="34"/>
                      <a:pt x="313" y="35"/>
                    </a:cubicBezTo>
                    <a:cubicBezTo>
                      <a:pt x="379" y="35"/>
                      <a:pt x="387" y="80"/>
                      <a:pt x="382" y="99"/>
                    </a:cubicBezTo>
                    <a:cubicBezTo>
                      <a:pt x="368" y="155"/>
                      <a:pt x="393" y="169"/>
                      <a:pt x="383" y="206"/>
                    </a:cubicBezTo>
                    <a:cubicBezTo>
                      <a:pt x="373" y="239"/>
                      <a:pt x="357" y="242"/>
                      <a:pt x="340" y="263"/>
                    </a:cubicBezTo>
                    <a:cubicBezTo>
                      <a:pt x="324" y="281"/>
                      <a:pt x="329" y="298"/>
                      <a:pt x="303" y="320"/>
                    </a:cubicBezTo>
                    <a:cubicBezTo>
                      <a:pt x="301" y="323"/>
                      <a:pt x="297" y="325"/>
                      <a:pt x="295" y="327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89696"/>
                  </a:gs>
                  <a:gs pos="0">
                    <a:srgbClr val="F67676"/>
                  </a:gs>
                </a:gsLst>
                <a:lin ang="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9" name="Freeform 158">
                <a:extLst>
                  <a:ext uri="{FF2B5EF4-FFF2-40B4-BE49-F238E27FC236}">
                    <a16:creationId xmlns:a16="http://schemas.microsoft.com/office/drawing/2014/main" id="{999C326D-74BC-2CF8-66C6-0F22452F0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695" y="804521"/>
                <a:ext cx="1303340" cy="1757362"/>
              </a:xfrm>
              <a:custGeom>
                <a:avLst/>
                <a:gdLst>
                  <a:gd name="T0" fmla="*/ 494 w 522"/>
                  <a:gd name="T1" fmla="*/ 265 h 705"/>
                  <a:gd name="T2" fmla="*/ 496 w 522"/>
                  <a:gd name="T3" fmla="*/ 371 h 705"/>
                  <a:gd name="T4" fmla="*/ 508 w 522"/>
                  <a:gd name="T5" fmla="*/ 481 h 705"/>
                  <a:gd name="T6" fmla="*/ 421 w 522"/>
                  <a:gd name="T7" fmla="*/ 623 h 705"/>
                  <a:gd name="T8" fmla="*/ 278 w 522"/>
                  <a:gd name="T9" fmla="*/ 653 h 705"/>
                  <a:gd name="T10" fmla="*/ 51 w 522"/>
                  <a:gd name="T11" fmla="*/ 498 h 705"/>
                  <a:gd name="T12" fmla="*/ 0 w 522"/>
                  <a:gd name="T13" fmla="*/ 363 h 705"/>
                  <a:gd name="T14" fmla="*/ 70 w 522"/>
                  <a:gd name="T15" fmla="*/ 97 h 705"/>
                  <a:gd name="T16" fmla="*/ 198 w 522"/>
                  <a:gd name="T17" fmla="*/ 26 h 705"/>
                  <a:gd name="T18" fmla="*/ 357 w 522"/>
                  <a:gd name="T19" fmla="*/ 77 h 705"/>
                  <a:gd name="T20" fmla="*/ 420 w 522"/>
                  <a:gd name="T21" fmla="*/ 168 h 705"/>
                  <a:gd name="T22" fmla="*/ 488 w 522"/>
                  <a:gd name="T23" fmla="*/ 249 h 705"/>
                  <a:gd name="T24" fmla="*/ 494 w 522"/>
                  <a:gd name="T25" fmla="*/ 265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2" h="705">
                    <a:moveTo>
                      <a:pt x="494" y="265"/>
                    </a:moveTo>
                    <a:cubicBezTo>
                      <a:pt x="510" y="315"/>
                      <a:pt x="491" y="334"/>
                      <a:pt x="496" y="371"/>
                    </a:cubicBezTo>
                    <a:cubicBezTo>
                      <a:pt x="502" y="412"/>
                      <a:pt x="522" y="429"/>
                      <a:pt x="508" y="481"/>
                    </a:cubicBezTo>
                    <a:cubicBezTo>
                      <a:pt x="492" y="538"/>
                      <a:pt x="448" y="537"/>
                      <a:pt x="421" y="623"/>
                    </a:cubicBezTo>
                    <a:cubicBezTo>
                      <a:pt x="413" y="653"/>
                      <a:pt x="366" y="705"/>
                      <a:pt x="278" y="653"/>
                    </a:cubicBezTo>
                    <a:cubicBezTo>
                      <a:pt x="231" y="626"/>
                      <a:pt x="165" y="512"/>
                      <a:pt x="51" y="498"/>
                    </a:cubicBezTo>
                    <a:cubicBezTo>
                      <a:pt x="0" y="363"/>
                      <a:pt x="0" y="363"/>
                      <a:pt x="0" y="363"/>
                    </a:cubicBezTo>
                    <a:cubicBezTo>
                      <a:pt x="78" y="278"/>
                      <a:pt x="53" y="149"/>
                      <a:pt x="70" y="97"/>
                    </a:cubicBezTo>
                    <a:cubicBezTo>
                      <a:pt x="103" y="0"/>
                      <a:pt x="173" y="9"/>
                      <a:pt x="198" y="26"/>
                    </a:cubicBezTo>
                    <a:cubicBezTo>
                      <a:pt x="275" y="74"/>
                      <a:pt x="308" y="44"/>
                      <a:pt x="357" y="77"/>
                    </a:cubicBezTo>
                    <a:cubicBezTo>
                      <a:pt x="402" y="106"/>
                      <a:pt x="398" y="133"/>
                      <a:pt x="420" y="168"/>
                    </a:cubicBezTo>
                    <a:cubicBezTo>
                      <a:pt x="440" y="199"/>
                      <a:pt x="468" y="201"/>
                      <a:pt x="488" y="249"/>
                    </a:cubicBezTo>
                    <a:cubicBezTo>
                      <a:pt x="490" y="254"/>
                      <a:pt x="493" y="260"/>
                      <a:pt x="494" y="26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E26"/>
                  </a:gs>
                  <a:gs pos="100000">
                    <a:srgbClr val="FFE39E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0" name="Freeform 159">
                <a:extLst>
                  <a:ext uri="{FF2B5EF4-FFF2-40B4-BE49-F238E27FC236}">
                    <a16:creationId xmlns:a16="http://schemas.microsoft.com/office/drawing/2014/main" id="{F9A9E54E-BECC-7555-92DA-DE940FC8E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922" y="1137895"/>
                <a:ext cx="971548" cy="1131886"/>
              </a:xfrm>
              <a:custGeom>
                <a:avLst/>
                <a:gdLst>
                  <a:gd name="T0" fmla="*/ 371 w 389"/>
                  <a:gd name="T1" fmla="*/ 170 h 454"/>
                  <a:gd name="T2" fmla="*/ 372 w 389"/>
                  <a:gd name="T3" fmla="*/ 239 h 454"/>
                  <a:gd name="T4" fmla="*/ 380 w 389"/>
                  <a:gd name="T5" fmla="*/ 309 h 454"/>
                  <a:gd name="T6" fmla="*/ 324 w 389"/>
                  <a:gd name="T7" fmla="*/ 401 h 454"/>
                  <a:gd name="T8" fmla="*/ 232 w 389"/>
                  <a:gd name="T9" fmla="*/ 420 h 454"/>
                  <a:gd name="T10" fmla="*/ 33 w 389"/>
                  <a:gd name="T11" fmla="*/ 340 h 454"/>
                  <a:gd name="T12" fmla="*/ 0 w 389"/>
                  <a:gd name="T13" fmla="*/ 253 h 454"/>
                  <a:gd name="T14" fmla="*/ 98 w 389"/>
                  <a:gd name="T15" fmla="*/ 63 h 454"/>
                  <a:gd name="T16" fmla="*/ 180 w 389"/>
                  <a:gd name="T17" fmla="*/ 17 h 454"/>
                  <a:gd name="T18" fmla="*/ 283 w 389"/>
                  <a:gd name="T19" fmla="*/ 49 h 454"/>
                  <a:gd name="T20" fmla="*/ 323 w 389"/>
                  <a:gd name="T21" fmla="*/ 108 h 454"/>
                  <a:gd name="T22" fmla="*/ 367 w 389"/>
                  <a:gd name="T23" fmla="*/ 160 h 454"/>
                  <a:gd name="T24" fmla="*/ 371 w 389"/>
                  <a:gd name="T25" fmla="*/ 17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89" h="454">
                    <a:moveTo>
                      <a:pt x="371" y="170"/>
                    </a:moveTo>
                    <a:cubicBezTo>
                      <a:pt x="381" y="202"/>
                      <a:pt x="368" y="215"/>
                      <a:pt x="372" y="239"/>
                    </a:cubicBezTo>
                    <a:cubicBezTo>
                      <a:pt x="376" y="265"/>
                      <a:pt x="389" y="276"/>
                      <a:pt x="380" y="309"/>
                    </a:cubicBezTo>
                    <a:cubicBezTo>
                      <a:pt x="370" y="346"/>
                      <a:pt x="341" y="345"/>
                      <a:pt x="324" y="401"/>
                    </a:cubicBezTo>
                    <a:cubicBezTo>
                      <a:pt x="318" y="420"/>
                      <a:pt x="288" y="454"/>
                      <a:pt x="232" y="420"/>
                    </a:cubicBezTo>
                    <a:cubicBezTo>
                      <a:pt x="202" y="402"/>
                      <a:pt x="159" y="329"/>
                      <a:pt x="33" y="340"/>
                    </a:cubicBezTo>
                    <a:cubicBezTo>
                      <a:pt x="0" y="253"/>
                      <a:pt x="0" y="253"/>
                      <a:pt x="0" y="253"/>
                    </a:cubicBezTo>
                    <a:cubicBezTo>
                      <a:pt x="103" y="179"/>
                      <a:pt x="87" y="96"/>
                      <a:pt x="98" y="63"/>
                    </a:cubicBezTo>
                    <a:cubicBezTo>
                      <a:pt x="119" y="0"/>
                      <a:pt x="164" y="6"/>
                      <a:pt x="180" y="17"/>
                    </a:cubicBezTo>
                    <a:cubicBezTo>
                      <a:pt x="230" y="48"/>
                      <a:pt x="251" y="28"/>
                      <a:pt x="283" y="49"/>
                    </a:cubicBezTo>
                    <a:cubicBezTo>
                      <a:pt x="311" y="68"/>
                      <a:pt x="309" y="85"/>
                      <a:pt x="323" y="108"/>
                    </a:cubicBezTo>
                    <a:cubicBezTo>
                      <a:pt x="336" y="128"/>
                      <a:pt x="354" y="129"/>
                      <a:pt x="367" y="160"/>
                    </a:cubicBezTo>
                    <a:cubicBezTo>
                      <a:pt x="368" y="164"/>
                      <a:pt x="370" y="167"/>
                      <a:pt x="371" y="17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89696"/>
                  </a:gs>
                  <a:gs pos="0">
                    <a:srgbClr val="F67676"/>
                  </a:gs>
                </a:gsLst>
                <a:lin ang="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1" name="Freeform 160">
                <a:extLst>
                  <a:ext uri="{FF2B5EF4-FFF2-40B4-BE49-F238E27FC236}">
                    <a16:creationId xmlns:a16="http://schemas.microsoft.com/office/drawing/2014/main" id="{4D1E4938-FB2B-00B6-1A1C-346CA4020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2127" y="477493"/>
                <a:ext cx="1873250" cy="1246188"/>
              </a:xfrm>
              <a:custGeom>
                <a:avLst/>
                <a:gdLst>
                  <a:gd name="T0" fmla="*/ 372 w 751"/>
                  <a:gd name="T1" fmla="*/ 0 h 500"/>
                  <a:gd name="T2" fmla="*/ 473 w 751"/>
                  <a:gd name="T3" fmla="*/ 31 h 500"/>
                  <a:gd name="T4" fmla="*/ 582 w 751"/>
                  <a:gd name="T5" fmla="*/ 54 h 500"/>
                  <a:gd name="T6" fmla="*/ 691 w 751"/>
                  <a:gd name="T7" fmla="*/ 180 h 500"/>
                  <a:gd name="T8" fmla="*/ 675 w 751"/>
                  <a:gd name="T9" fmla="*/ 326 h 500"/>
                  <a:gd name="T10" fmla="*/ 457 w 751"/>
                  <a:gd name="T11" fmla="*/ 494 h 500"/>
                  <a:gd name="T12" fmla="*/ 313 w 751"/>
                  <a:gd name="T13" fmla="*/ 500 h 500"/>
                  <a:gd name="T14" fmla="*/ 82 w 751"/>
                  <a:gd name="T15" fmla="*/ 351 h 500"/>
                  <a:gd name="T16" fmla="*/ 53 w 751"/>
                  <a:gd name="T17" fmla="*/ 208 h 500"/>
                  <a:gd name="T18" fmla="*/ 151 w 751"/>
                  <a:gd name="T19" fmla="*/ 72 h 500"/>
                  <a:gd name="T20" fmla="*/ 257 w 751"/>
                  <a:gd name="T21" fmla="*/ 40 h 500"/>
                  <a:gd name="T22" fmla="*/ 355 w 751"/>
                  <a:gd name="T23" fmla="*/ 1 h 500"/>
                  <a:gd name="T24" fmla="*/ 372 w 751"/>
                  <a:gd name="T25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51" h="500">
                    <a:moveTo>
                      <a:pt x="372" y="0"/>
                    </a:moveTo>
                    <a:cubicBezTo>
                      <a:pt x="424" y="1"/>
                      <a:pt x="437" y="25"/>
                      <a:pt x="473" y="31"/>
                    </a:cubicBezTo>
                    <a:cubicBezTo>
                      <a:pt x="514" y="38"/>
                      <a:pt x="537" y="24"/>
                      <a:pt x="582" y="54"/>
                    </a:cubicBezTo>
                    <a:cubicBezTo>
                      <a:pt x="631" y="86"/>
                      <a:pt x="616" y="128"/>
                      <a:pt x="691" y="180"/>
                    </a:cubicBezTo>
                    <a:cubicBezTo>
                      <a:pt x="716" y="198"/>
                      <a:pt x="751" y="258"/>
                      <a:pt x="675" y="326"/>
                    </a:cubicBezTo>
                    <a:cubicBezTo>
                      <a:pt x="634" y="362"/>
                      <a:pt x="505" y="390"/>
                      <a:pt x="457" y="494"/>
                    </a:cubicBezTo>
                    <a:cubicBezTo>
                      <a:pt x="313" y="500"/>
                      <a:pt x="313" y="500"/>
                      <a:pt x="313" y="500"/>
                    </a:cubicBezTo>
                    <a:cubicBezTo>
                      <a:pt x="256" y="400"/>
                      <a:pt x="125" y="384"/>
                      <a:pt x="82" y="351"/>
                    </a:cubicBezTo>
                    <a:cubicBezTo>
                      <a:pt x="0" y="291"/>
                      <a:pt x="30" y="227"/>
                      <a:pt x="53" y="208"/>
                    </a:cubicBezTo>
                    <a:cubicBezTo>
                      <a:pt x="123" y="150"/>
                      <a:pt x="104" y="109"/>
                      <a:pt x="151" y="72"/>
                    </a:cubicBezTo>
                    <a:cubicBezTo>
                      <a:pt x="193" y="39"/>
                      <a:pt x="217" y="51"/>
                      <a:pt x="257" y="40"/>
                    </a:cubicBezTo>
                    <a:cubicBezTo>
                      <a:pt x="293" y="31"/>
                      <a:pt x="303" y="6"/>
                      <a:pt x="355" y="1"/>
                    </a:cubicBezTo>
                    <a:cubicBezTo>
                      <a:pt x="361" y="1"/>
                      <a:pt x="367" y="0"/>
                      <a:pt x="37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E26"/>
                  </a:gs>
                  <a:gs pos="100000">
                    <a:srgbClr val="FFE39E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2" name="Freeform 161">
                <a:extLst>
                  <a:ext uri="{FF2B5EF4-FFF2-40B4-BE49-F238E27FC236}">
                    <a16:creationId xmlns:a16="http://schemas.microsoft.com/office/drawing/2014/main" id="{6834CA09-87C7-9D04-1DC3-22B017557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25" y="779117"/>
                <a:ext cx="1204914" cy="942975"/>
              </a:xfrm>
              <a:custGeom>
                <a:avLst/>
                <a:gdLst>
                  <a:gd name="T0" fmla="*/ 239 w 483"/>
                  <a:gd name="T1" fmla="*/ 0 h 378"/>
                  <a:gd name="T2" fmla="*/ 305 w 483"/>
                  <a:gd name="T3" fmla="*/ 20 h 378"/>
                  <a:gd name="T4" fmla="*/ 374 w 483"/>
                  <a:gd name="T5" fmla="*/ 35 h 378"/>
                  <a:gd name="T6" fmla="*/ 444 w 483"/>
                  <a:gd name="T7" fmla="*/ 116 h 378"/>
                  <a:gd name="T8" fmla="*/ 434 w 483"/>
                  <a:gd name="T9" fmla="*/ 210 h 378"/>
                  <a:gd name="T10" fmla="*/ 297 w 483"/>
                  <a:gd name="T11" fmla="*/ 374 h 378"/>
                  <a:gd name="T12" fmla="*/ 204 w 483"/>
                  <a:gd name="T13" fmla="*/ 378 h 378"/>
                  <a:gd name="T14" fmla="*/ 53 w 483"/>
                  <a:gd name="T15" fmla="*/ 226 h 378"/>
                  <a:gd name="T16" fmla="*/ 34 w 483"/>
                  <a:gd name="T17" fmla="*/ 134 h 378"/>
                  <a:gd name="T18" fmla="*/ 97 w 483"/>
                  <a:gd name="T19" fmla="*/ 47 h 378"/>
                  <a:gd name="T20" fmla="*/ 165 w 483"/>
                  <a:gd name="T21" fmla="*/ 26 h 378"/>
                  <a:gd name="T22" fmla="*/ 229 w 483"/>
                  <a:gd name="T23" fmla="*/ 1 h 378"/>
                  <a:gd name="T24" fmla="*/ 239 w 483"/>
                  <a:gd name="T25" fmla="*/ 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83" h="378">
                    <a:moveTo>
                      <a:pt x="239" y="0"/>
                    </a:moveTo>
                    <a:cubicBezTo>
                      <a:pt x="273" y="1"/>
                      <a:pt x="281" y="16"/>
                      <a:pt x="305" y="20"/>
                    </a:cubicBezTo>
                    <a:cubicBezTo>
                      <a:pt x="331" y="25"/>
                      <a:pt x="345" y="16"/>
                      <a:pt x="374" y="35"/>
                    </a:cubicBezTo>
                    <a:cubicBezTo>
                      <a:pt x="406" y="56"/>
                      <a:pt x="396" y="83"/>
                      <a:pt x="444" y="116"/>
                    </a:cubicBezTo>
                    <a:cubicBezTo>
                      <a:pt x="460" y="127"/>
                      <a:pt x="483" y="166"/>
                      <a:pt x="434" y="210"/>
                    </a:cubicBezTo>
                    <a:cubicBezTo>
                      <a:pt x="408" y="233"/>
                      <a:pt x="325" y="251"/>
                      <a:pt x="297" y="374"/>
                    </a:cubicBezTo>
                    <a:cubicBezTo>
                      <a:pt x="204" y="378"/>
                      <a:pt x="204" y="378"/>
                      <a:pt x="204" y="378"/>
                    </a:cubicBezTo>
                    <a:cubicBezTo>
                      <a:pt x="165" y="258"/>
                      <a:pt x="81" y="247"/>
                      <a:pt x="53" y="226"/>
                    </a:cubicBezTo>
                    <a:cubicBezTo>
                      <a:pt x="0" y="187"/>
                      <a:pt x="19" y="146"/>
                      <a:pt x="34" y="134"/>
                    </a:cubicBezTo>
                    <a:cubicBezTo>
                      <a:pt x="79" y="96"/>
                      <a:pt x="67" y="70"/>
                      <a:pt x="97" y="47"/>
                    </a:cubicBezTo>
                    <a:cubicBezTo>
                      <a:pt x="124" y="25"/>
                      <a:pt x="139" y="33"/>
                      <a:pt x="165" y="26"/>
                    </a:cubicBezTo>
                    <a:cubicBezTo>
                      <a:pt x="188" y="20"/>
                      <a:pt x="195" y="4"/>
                      <a:pt x="229" y="1"/>
                    </a:cubicBezTo>
                    <a:cubicBezTo>
                      <a:pt x="232" y="1"/>
                      <a:pt x="236" y="0"/>
                      <a:pt x="239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89696"/>
                  </a:gs>
                  <a:gs pos="0">
                    <a:srgbClr val="F67676"/>
                  </a:gs>
                </a:gsLst>
                <a:lin ang="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3" name="Freeform 162">
                <a:extLst>
                  <a:ext uri="{FF2B5EF4-FFF2-40B4-BE49-F238E27FC236}">
                    <a16:creationId xmlns:a16="http://schemas.microsoft.com/office/drawing/2014/main" id="{38B4B412-8FCC-164E-C982-32142B1B7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13777" y="845793"/>
                <a:ext cx="1282700" cy="1568450"/>
              </a:xfrm>
              <a:custGeom>
                <a:avLst/>
                <a:gdLst>
                  <a:gd name="T0" fmla="*/ 102 w 514"/>
                  <a:gd name="T1" fmla="*/ 608 h 629"/>
                  <a:gd name="T2" fmla="*/ 201 w 514"/>
                  <a:gd name="T3" fmla="*/ 500 h 629"/>
                  <a:gd name="T4" fmla="*/ 420 w 514"/>
                  <a:gd name="T5" fmla="*/ 512 h 629"/>
                  <a:gd name="T6" fmla="*/ 475 w 514"/>
                  <a:gd name="T7" fmla="*/ 492 h 629"/>
                  <a:gd name="T8" fmla="*/ 514 w 514"/>
                  <a:gd name="T9" fmla="*/ 352 h 629"/>
                  <a:gd name="T10" fmla="*/ 421 w 514"/>
                  <a:gd name="T11" fmla="*/ 94 h 629"/>
                  <a:gd name="T12" fmla="*/ 288 w 514"/>
                  <a:gd name="T13" fmla="*/ 33 h 629"/>
                  <a:gd name="T14" fmla="*/ 133 w 514"/>
                  <a:gd name="T15" fmla="*/ 98 h 629"/>
                  <a:gd name="T16" fmla="*/ 79 w 514"/>
                  <a:gd name="T17" fmla="*/ 194 h 629"/>
                  <a:gd name="T18" fmla="*/ 18 w 514"/>
                  <a:gd name="T19" fmla="*/ 281 h 629"/>
                  <a:gd name="T20" fmla="*/ 14 w 514"/>
                  <a:gd name="T21" fmla="*/ 297 h 629"/>
                  <a:gd name="T22" fmla="*/ 20 w 514"/>
                  <a:gd name="T23" fmla="*/ 403 h 629"/>
                  <a:gd name="T24" fmla="*/ 18 w 514"/>
                  <a:gd name="T25" fmla="*/ 513 h 629"/>
                  <a:gd name="T26" fmla="*/ 108 w 514"/>
                  <a:gd name="T27" fmla="*/ 629 h 629"/>
                  <a:gd name="T28" fmla="*/ 102 w 514"/>
                  <a:gd name="T29" fmla="*/ 608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4" h="629">
                    <a:moveTo>
                      <a:pt x="102" y="608"/>
                    </a:moveTo>
                    <a:cubicBezTo>
                      <a:pt x="92" y="579"/>
                      <a:pt x="99" y="509"/>
                      <a:pt x="201" y="500"/>
                    </a:cubicBezTo>
                    <a:cubicBezTo>
                      <a:pt x="245" y="496"/>
                      <a:pt x="334" y="531"/>
                      <a:pt x="420" y="512"/>
                    </a:cubicBezTo>
                    <a:cubicBezTo>
                      <a:pt x="437" y="503"/>
                      <a:pt x="455" y="496"/>
                      <a:pt x="475" y="492"/>
                    </a:cubicBezTo>
                    <a:cubicBezTo>
                      <a:pt x="514" y="352"/>
                      <a:pt x="514" y="352"/>
                      <a:pt x="514" y="352"/>
                    </a:cubicBezTo>
                    <a:cubicBezTo>
                      <a:pt x="429" y="274"/>
                      <a:pt x="443" y="143"/>
                      <a:pt x="421" y="94"/>
                    </a:cubicBezTo>
                    <a:cubicBezTo>
                      <a:pt x="380" y="0"/>
                      <a:pt x="312" y="15"/>
                      <a:pt x="288" y="33"/>
                    </a:cubicBezTo>
                    <a:cubicBezTo>
                      <a:pt x="215" y="88"/>
                      <a:pt x="180" y="61"/>
                      <a:pt x="133" y="98"/>
                    </a:cubicBezTo>
                    <a:cubicBezTo>
                      <a:pt x="92" y="131"/>
                      <a:pt x="98" y="157"/>
                      <a:pt x="79" y="194"/>
                    </a:cubicBezTo>
                    <a:cubicBezTo>
                      <a:pt x="61" y="227"/>
                      <a:pt x="34" y="231"/>
                      <a:pt x="18" y="281"/>
                    </a:cubicBezTo>
                    <a:cubicBezTo>
                      <a:pt x="17" y="285"/>
                      <a:pt x="15" y="292"/>
                      <a:pt x="14" y="297"/>
                    </a:cubicBezTo>
                    <a:cubicBezTo>
                      <a:pt x="2" y="348"/>
                      <a:pt x="23" y="365"/>
                      <a:pt x="20" y="403"/>
                    </a:cubicBezTo>
                    <a:cubicBezTo>
                      <a:pt x="18" y="444"/>
                      <a:pt x="0" y="463"/>
                      <a:pt x="18" y="513"/>
                    </a:cubicBezTo>
                    <a:cubicBezTo>
                      <a:pt x="37" y="564"/>
                      <a:pt x="76" y="564"/>
                      <a:pt x="108" y="629"/>
                    </a:cubicBezTo>
                    <a:cubicBezTo>
                      <a:pt x="106" y="622"/>
                      <a:pt x="104" y="615"/>
                      <a:pt x="102" y="60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E26"/>
                  </a:gs>
                  <a:gs pos="100000">
                    <a:srgbClr val="FFE39E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4" name="Freeform 163">
                <a:extLst>
                  <a:ext uri="{FF2B5EF4-FFF2-40B4-BE49-F238E27FC236}">
                    <a16:creationId xmlns:a16="http://schemas.microsoft.com/office/drawing/2014/main" id="{FF929572-01D7-A698-93E6-84C3AFCCF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08977" y="1182343"/>
                <a:ext cx="960438" cy="952500"/>
              </a:xfrm>
              <a:custGeom>
                <a:avLst/>
                <a:gdLst>
                  <a:gd name="T0" fmla="*/ 12 w 385"/>
                  <a:gd name="T1" fmla="*/ 330 h 382"/>
                  <a:gd name="T2" fmla="*/ 45 w 385"/>
                  <a:gd name="T3" fmla="*/ 371 h 382"/>
                  <a:gd name="T4" fmla="*/ 79 w 385"/>
                  <a:gd name="T5" fmla="*/ 365 h 382"/>
                  <a:gd name="T6" fmla="*/ 216 w 385"/>
                  <a:gd name="T7" fmla="*/ 382 h 382"/>
                  <a:gd name="T8" fmla="*/ 360 w 385"/>
                  <a:gd name="T9" fmla="*/ 332 h 382"/>
                  <a:gd name="T10" fmla="*/ 385 w 385"/>
                  <a:gd name="T11" fmla="*/ 242 h 382"/>
                  <a:gd name="T12" fmla="*/ 271 w 385"/>
                  <a:gd name="T13" fmla="*/ 61 h 382"/>
                  <a:gd name="T14" fmla="*/ 185 w 385"/>
                  <a:gd name="T15" fmla="*/ 22 h 382"/>
                  <a:gd name="T16" fmla="*/ 86 w 385"/>
                  <a:gd name="T17" fmla="*/ 63 h 382"/>
                  <a:gd name="T18" fmla="*/ 51 w 385"/>
                  <a:gd name="T19" fmla="*/ 125 h 382"/>
                  <a:gd name="T20" fmla="*/ 12 w 385"/>
                  <a:gd name="T21" fmla="*/ 181 h 382"/>
                  <a:gd name="T22" fmla="*/ 9 w 385"/>
                  <a:gd name="T23" fmla="*/ 191 h 382"/>
                  <a:gd name="T24" fmla="*/ 13 w 385"/>
                  <a:gd name="T25" fmla="*/ 259 h 382"/>
                  <a:gd name="T26" fmla="*/ 12 w 385"/>
                  <a:gd name="T27" fmla="*/ 33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85" h="382">
                    <a:moveTo>
                      <a:pt x="12" y="330"/>
                    </a:moveTo>
                    <a:cubicBezTo>
                      <a:pt x="19" y="351"/>
                      <a:pt x="32" y="358"/>
                      <a:pt x="45" y="371"/>
                    </a:cubicBezTo>
                    <a:cubicBezTo>
                      <a:pt x="55" y="368"/>
                      <a:pt x="66" y="366"/>
                      <a:pt x="79" y="365"/>
                    </a:cubicBezTo>
                    <a:cubicBezTo>
                      <a:pt x="109" y="362"/>
                      <a:pt x="160" y="377"/>
                      <a:pt x="216" y="382"/>
                    </a:cubicBezTo>
                    <a:cubicBezTo>
                      <a:pt x="245" y="356"/>
                      <a:pt x="288" y="332"/>
                      <a:pt x="360" y="332"/>
                    </a:cubicBezTo>
                    <a:cubicBezTo>
                      <a:pt x="385" y="242"/>
                      <a:pt x="385" y="242"/>
                      <a:pt x="385" y="242"/>
                    </a:cubicBezTo>
                    <a:cubicBezTo>
                      <a:pt x="276" y="177"/>
                      <a:pt x="285" y="93"/>
                      <a:pt x="271" y="61"/>
                    </a:cubicBezTo>
                    <a:cubicBezTo>
                      <a:pt x="245" y="0"/>
                      <a:pt x="201" y="10"/>
                      <a:pt x="185" y="22"/>
                    </a:cubicBezTo>
                    <a:cubicBezTo>
                      <a:pt x="139" y="57"/>
                      <a:pt x="116" y="39"/>
                      <a:pt x="86" y="63"/>
                    </a:cubicBezTo>
                    <a:cubicBezTo>
                      <a:pt x="59" y="85"/>
                      <a:pt x="63" y="101"/>
                      <a:pt x="51" y="125"/>
                    </a:cubicBezTo>
                    <a:cubicBezTo>
                      <a:pt x="40" y="146"/>
                      <a:pt x="22" y="149"/>
                      <a:pt x="12" y="181"/>
                    </a:cubicBezTo>
                    <a:cubicBezTo>
                      <a:pt x="11" y="184"/>
                      <a:pt x="10" y="188"/>
                      <a:pt x="9" y="191"/>
                    </a:cubicBezTo>
                    <a:cubicBezTo>
                      <a:pt x="1" y="224"/>
                      <a:pt x="15" y="235"/>
                      <a:pt x="13" y="259"/>
                    </a:cubicBezTo>
                    <a:cubicBezTo>
                      <a:pt x="12" y="286"/>
                      <a:pt x="0" y="298"/>
                      <a:pt x="12" y="33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89696"/>
                  </a:gs>
                  <a:gs pos="0">
                    <a:srgbClr val="F67676"/>
                  </a:gs>
                </a:gsLst>
                <a:lin ang="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5" name="Freeform 164">
                <a:extLst>
                  <a:ext uri="{FF2B5EF4-FFF2-40B4-BE49-F238E27FC236}">
                    <a16:creationId xmlns:a16="http://schemas.microsoft.com/office/drawing/2014/main" id="{3C39A0F6-99F8-EFFE-1FD4-CF9517BA2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648" y="1614143"/>
                <a:ext cx="711200" cy="685800"/>
              </a:xfrm>
              <a:custGeom>
                <a:avLst/>
                <a:gdLst>
                  <a:gd name="T0" fmla="*/ 211 w 285"/>
                  <a:gd name="T1" fmla="*/ 38 h 275"/>
                  <a:gd name="T2" fmla="*/ 67 w 285"/>
                  <a:gd name="T3" fmla="*/ 44 h 275"/>
                  <a:gd name="T4" fmla="*/ 28 w 285"/>
                  <a:gd name="T5" fmla="*/ 184 h 275"/>
                  <a:gd name="T6" fmla="*/ 28 w 285"/>
                  <a:gd name="T7" fmla="*/ 184 h 275"/>
                  <a:gd name="T8" fmla="*/ 149 w 285"/>
                  <a:gd name="T9" fmla="*/ 263 h 275"/>
                  <a:gd name="T10" fmla="*/ 262 w 285"/>
                  <a:gd name="T11" fmla="*/ 173 h 275"/>
                  <a:gd name="T12" fmla="*/ 211 w 285"/>
                  <a:gd name="T13" fmla="*/ 38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5" h="275">
                    <a:moveTo>
                      <a:pt x="211" y="38"/>
                    </a:moveTo>
                    <a:cubicBezTo>
                      <a:pt x="170" y="0"/>
                      <a:pt x="105" y="3"/>
                      <a:pt x="67" y="44"/>
                    </a:cubicBezTo>
                    <a:cubicBezTo>
                      <a:pt x="18" y="72"/>
                      <a:pt x="0" y="135"/>
                      <a:pt x="28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39" y="239"/>
                      <a:pt x="93" y="275"/>
                      <a:pt x="149" y="263"/>
                    </a:cubicBezTo>
                    <a:cubicBezTo>
                      <a:pt x="205" y="270"/>
                      <a:pt x="255" y="230"/>
                      <a:pt x="262" y="173"/>
                    </a:cubicBezTo>
                    <a:cubicBezTo>
                      <a:pt x="285" y="122"/>
                      <a:pt x="263" y="62"/>
                      <a:pt x="211" y="38"/>
                    </a:cubicBezTo>
                    <a:close/>
                  </a:path>
                </a:pathLst>
              </a:custGeom>
              <a:solidFill>
                <a:srgbClr val="FFD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6" name="Freeform 165">
                <a:extLst>
                  <a:ext uri="{FF2B5EF4-FFF2-40B4-BE49-F238E27FC236}">
                    <a16:creationId xmlns:a16="http://schemas.microsoft.com/office/drawing/2014/main" id="{B5574FCA-4236-DFA7-1685-2ED9CE500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585" y="1741143"/>
                <a:ext cx="444500" cy="431800"/>
              </a:xfrm>
              <a:custGeom>
                <a:avLst/>
                <a:gdLst>
                  <a:gd name="T0" fmla="*/ 132 w 178"/>
                  <a:gd name="T1" fmla="*/ 24 h 173"/>
                  <a:gd name="T2" fmla="*/ 41 w 178"/>
                  <a:gd name="T3" fmla="*/ 28 h 173"/>
                  <a:gd name="T4" fmla="*/ 17 w 178"/>
                  <a:gd name="T5" fmla="*/ 115 h 173"/>
                  <a:gd name="T6" fmla="*/ 17 w 178"/>
                  <a:gd name="T7" fmla="*/ 115 h 173"/>
                  <a:gd name="T8" fmla="*/ 93 w 178"/>
                  <a:gd name="T9" fmla="*/ 165 h 173"/>
                  <a:gd name="T10" fmla="*/ 164 w 178"/>
                  <a:gd name="T11" fmla="*/ 109 h 173"/>
                  <a:gd name="T12" fmla="*/ 132 w 178"/>
                  <a:gd name="T13" fmla="*/ 24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8" h="173">
                    <a:moveTo>
                      <a:pt x="132" y="24"/>
                    </a:moveTo>
                    <a:cubicBezTo>
                      <a:pt x="106" y="0"/>
                      <a:pt x="65" y="2"/>
                      <a:pt x="41" y="28"/>
                    </a:cubicBezTo>
                    <a:cubicBezTo>
                      <a:pt x="11" y="46"/>
                      <a:pt x="0" y="85"/>
                      <a:pt x="17" y="115"/>
                    </a:cubicBezTo>
                    <a:cubicBezTo>
                      <a:pt x="17" y="115"/>
                      <a:pt x="17" y="115"/>
                      <a:pt x="17" y="115"/>
                    </a:cubicBezTo>
                    <a:cubicBezTo>
                      <a:pt x="24" y="150"/>
                      <a:pt x="58" y="173"/>
                      <a:pt x="93" y="165"/>
                    </a:cubicBezTo>
                    <a:cubicBezTo>
                      <a:pt x="128" y="170"/>
                      <a:pt x="160" y="144"/>
                      <a:pt x="164" y="109"/>
                    </a:cubicBezTo>
                    <a:cubicBezTo>
                      <a:pt x="178" y="77"/>
                      <a:pt x="164" y="39"/>
                      <a:pt x="132" y="24"/>
                    </a:cubicBezTo>
                    <a:close/>
                  </a:path>
                </a:pathLst>
              </a:custGeom>
              <a:solidFill>
                <a:srgbClr val="FFFF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7" name="Freeform 166">
                <a:extLst>
                  <a:ext uri="{FF2B5EF4-FFF2-40B4-BE49-F238E27FC236}">
                    <a16:creationId xmlns:a16="http://schemas.microsoft.com/office/drawing/2014/main" id="{C3C72F6A-AB71-B13A-1049-51E0D27DE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598" y="1841156"/>
                <a:ext cx="244475" cy="234950"/>
              </a:xfrm>
              <a:custGeom>
                <a:avLst/>
                <a:gdLst>
                  <a:gd name="T0" fmla="*/ 73 w 98"/>
                  <a:gd name="T1" fmla="*/ 13 h 94"/>
                  <a:gd name="T2" fmla="*/ 23 w 98"/>
                  <a:gd name="T3" fmla="*/ 15 h 94"/>
                  <a:gd name="T4" fmla="*/ 10 w 98"/>
                  <a:gd name="T5" fmla="*/ 63 h 94"/>
                  <a:gd name="T6" fmla="*/ 10 w 98"/>
                  <a:gd name="T7" fmla="*/ 63 h 94"/>
                  <a:gd name="T8" fmla="*/ 51 w 98"/>
                  <a:gd name="T9" fmla="*/ 90 h 94"/>
                  <a:gd name="T10" fmla="*/ 90 w 98"/>
                  <a:gd name="T11" fmla="*/ 59 h 94"/>
                  <a:gd name="T12" fmla="*/ 73 w 98"/>
                  <a:gd name="T13" fmla="*/ 1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" h="94">
                    <a:moveTo>
                      <a:pt x="73" y="13"/>
                    </a:moveTo>
                    <a:cubicBezTo>
                      <a:pt x="58" y="0"/>
                      <a:pt x="36" y="1"/>
                      <a:pt x="23" y="15"/>
                    </a:cubicBezTo>
                    <a:cubicBezTo>
                      <a:pt x="6" y="24"/>
                      <a:pt x="0" y="46"/>
                      <a:pt x="10" y="63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14" y="81"/>
                      <a:pt x="32" y="94"/>
                      <a:pt x="51" y="90"/>
                    </a:cubicBezTo>
                    <a:cubicBezTo>
                      <a:pt x="70" y="92"/>
                      <a:pt x="88" y="78"/>
                      <a:pt x="90" y="59"/>
                    </a:cubicBezTo>
                    <a:cubicBezTo>
                      <a:pt x="98" y="42"/>
                      <a:pt x="90" y="21"/>
                      <a:pt x="73" y="13"/>
                    </a:cubicBezTo>
                    <a:close/>
                  </a:path>
                </a:pathLst>
              </a:custGeom>
              <a:solidFill>
                <a:srgbClr val="EAC5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8" name="Freeform 167">
                <a:extLst>
                  <a:ext uri="{FF2B5EF4-FFF2-40B4-BE49-F238E27FC236}">
                    <a16:creationId xmlns:a16="http://schemas.microsoft.com/office/drawing/2014/main" id="{473F977E-D153-9C07-7D0F-F5920C67A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160" y="1890368"/>
                <a:ext cx="136525" cy="133350"/>
              </a:xfrm>
              <a:custGeom>
                <a:avLst/>
                <a:gdLst>
                  <a:gd name="T0" fmla="*/ 40 w 55"/>
                  <a:gd name="T1" fmla="*/ 8 h 53"/>
                  <a:gd name="T2" fmla="*/ 13 w 55"/>
                  <a:gd name="T3" fmla="*/ 9 h 53"/>
                  <a:gd name="T4" fmla="*/ 5 w 55"/>
                  <a:gd name="T5" fmla="*/ 36 h 53"/>
                  <a:gd name="T6" fmla="*/ 5 w 55"/>
                  <a:gd name="T7" fmla="*/ 36 h 53"/>
                  <a:gd name="T8" fmla="*/ 28 w 55"/>
                  <a:gd name="T9" fmla="*/ 51 h 53"/>
                  <a:gd name="T10" fmla="*/ 50 w 55"/>
                  <a:gd name="T11" fmla="*/ 34 h 53"/>
                  <a:gd name="T12" fmla="*/ 40 w 55"/>
                  <a:gd name="T13" fmla="*/ 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53">
                    <a:moveTo>
                      <a:pt x="40" y="8"/>
                    </a:moveTo>
                    <a:cubicBezTo>
                      <a:pt x="32" y="0"/>
                      <a:pt x="20" y="1"/>
                      <a:pt x="13" y="9"/>
                    </a:cubicBezTo>
                    <a:cubicBezTo>
                      <a:pt x="3" y="14"/>
                      <a:pt x="0" y="2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7" y="46"/>
                      <a:pt x="18" y="53"/>
                      <a:pt x="28" y="51"/>
                    </a:cubicBezTo>
                    <a:cubicBezTo>
                      <a:pt x="39" y="52"/>
                      <a:pt x="49" y="45"/>
                      <a:pt x="50" y="34"/>
                    </a:cubicBezTo>
                    <a:cubicBezTo>
                      <a:pt x="55" y="24"/>
                      <a:pt x="50" y="12"/>
                      <a:pt x="40" y="8"/>
                    </a:cubicBezTo>
                    <a:close/>
                  </a:path>
                </a:pathLst>
              </a:custGeom>
              <a:solidFill>
                <a:srgbClr val="6531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9" name="Freeform 168">
                <a:extLst>
                  <a:ext uri="{FF2B5EF4-FFF2-40B4-BE49-F238E27FC236}">
                    <a16:creationId xmlns:a16="http://schemas.microsoft.com/office/drawing/2014/main" id="{DDE8DC70-520B-AA57-126B-2CD76C360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39153" y="3392145"/>
                <a:ext cx="1920875" cy="3929061"/>
              </a:xfrm>
              <a:custGeom>
                <a:avLst/>
                <a:gdLst>
                  <a:gd name="T0" fmla="*/ 208 w 770"/>
                  <a:gd name="T1" fmla="*/ 0 h 1576"/>
                  <a:gd name="T2" fmla="*/ 161 w 770"/>
                  <a:gd name="T3" fmla="*/ 407 h 1576"/>
                  <a:gd name="T4" fmla="*/ 110 w 770"/>
                  <a:gd name="T5" fmla="*/ 523 h 1576"/>
                  <a:gd name="T6" fmla="*/ 96 w 770"/>
                  <a:gd name="T7" fmla="*/ 1180 h 1576"/>
                  <a:gd name="T8" fmla="*/ 606 w 770"/>
                  <a:gd name="T9" fmla="*/ 1568 h 1576"/>
                  <a:gd name="T10" fmla="*/ 737 w 770"/>
                  <a:gd name="T11" fmla="*/ 1573 h 1576"/>
                  <a:gd name="T12" fmla="*/ 770 w 770"/>
                  <a:gd name="T13" fmla="*/ 1569 h 1576"/>
                  <a:gd name="T14" fmla="*/ 728 w 770"/>
                  <a:gd name="T15" fmla="*/ 1519 h 1576"/>
                  <a:gd name="T16" fmla="*/ 670 w 770"/>
                  <a:gd name="T17" fmla="*/ 1450 h 1576"/>
                  <a:gd name="T18" fmla="*/ 435 w 770"/>
                  <a:gd name="T19" fmla="*/ 964 h 1576"/>
                  <a:gd name="T20" fmla="*/ 443 w 770"/>
                  <a:gd name="T21" fmla="*/ 685 h 1576"/>
                  <a:gd name="T22" fmla="*/ 467 w 770"/>
                  <a:gd name="T23" fmla="*/ 527 h 1576"/>
                  <a:gd name="T24" fmla="*/ 208 w 770"/>
                  <a:gd name="T25" fmla="*/ 0 h 1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0" h="1576">
                    <a:moveTo>
                      <a:pt x="208" y="0"/>
                    </a:moveTo>
                    <a:cubicBezTo>
                      <a:pt x="243" y="164"/>
                      <a:pt x="225" y="257"/>
                      <a:pt x="161" y="407"/>
                    </a:cubicBezTo>
                    <a:cubicBezTo>
                      <a:pt x="145" y="446"/>
                      <a:pt x="127" y="485"/>
                      <a:pt x="110" y="523"/>
                    </a:cubicBezTo>
                    <a:cubicBezTo>
                      <a:pt x="11" y="723"/>
                      <a:pt x="0" y="974"/>
                      <a:pt x="96" y="1180"/>
                    </a:cubicBezTo>
                    <a:cubicBezTo>
                      <a:pt x="188" y="1384"/>
                      <a:pt x="385" y="1537"/>
                      <a:pt x="606" y="1568"/>
                    </a:cubicBezTo>
                    <a:cubicBezTo>
                      <a:pt x="650" y="1574"/>
                      <a:pt x="693" y="1576"/>
                      <a:pt x="737" y="1573"/>
                    </a:cubicBezTo>
                    <a:cubicBezTo>
                      <a:pt x="748" y="1572"/>
                      <a:pt x="759" y="1570"/>
                      <a:pt x="770" y="1569"/>
                    </a:cubicBezTo>
                    <a:cubicBezTo>
                      <a:pt x="756" y="1551"/>
                      <a:pt x="742" y="1535"/>
                      <a:pt x="728" y="1519"/>
                    </a:cubicBezTo>
                    <a:cubicBezTo>
                      <a:pt x="709" y="1497"/>
                      <a:pt x="689" y="1472"/>
                      <a:pt x="670" y="1450"/>
                    </a:cubicBezTo>
                    <a:cubicBezTo>
                      <a:pt x="552" y="1307"/>
                      <a:pt x="458" y="1150"/>
                      <a:pt x="435" y="964"/>
                    </a:cubicBezTo>
                    <a:cubicBezTo>
                      <a:pt x="423" y="872"/>
                      <a:pt x="427" y="777"/>
                      <a:pt x="443" y="685"/>
                    </a:cubicBezTo>
                    <a:cubicBezTo>
                      <a:pt x="453" y="635"/>
                      <a:pt x="463" y="579"/>
                      <a:pt x="467" y="527"/>
                    </a:cubicBezTo>
                    <a:cubicBezTo>
                      <a:pt x="486" y="320"/>
                      <a:pt x="422" y="79"/>
                      <a:pt x="208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" name="Freeform 169">
                <a:extLst>
                  <a:ext uri="{FF2B5EF4-FFF2-40B4-BE49-F238E27FC236}">
                    <a16:creationId xmlns:a16="http://schemas.microsoft.com/office/drawing/2014/main" id="{4C06812A-E54A-38F7-C9ED-17A05B4F5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2150" y="3874740"/>
                <a:ext cx="2735261" cy="3460753"/>
              </a:xfrm>
              <a:custGeom>
                <a:avLst/>
                <a:gdLst>
                  <a:gd name="T0" fmla="*/ 1025 w 1096"/>
                  <a:gd name="T1" fmla="*/ 0 h 1388"/>
                  <a:gd name="T2" fmla="*/ 996 w 1096"/>
                  <a:gd name="T3" fmla="*/ 36 h 1388"/>
                  <a:gd name="T4" fmla="*/ 947 w 1096"/>
                  <a:gd name="T5" fmla="*/ 87 h 1388"/>
                  <a:gd name="T6" fmla="*/ 602 w 1096"/>
                  <a:gd name="T7" fmla="*/ 245 h 1388"/>
                  <a:gd name="T8" fmla="*/ 85 w 1096"/>
                  <a:gd name="T9" fmla="*/ 649 h 1388"/>
                  <a:gd name="T10" fmla="*/ 71 w 1096"/>
                  <a:gd name="T11" fmla="*/ 1181 h 1388"/>
                  <a:gd name="T12" fmla="*/ 216 w 1096"/>
                  <a:gd name="T13" fmla="*/ 1388 h 1388"/>
                  <a:gd name="T14" fmla="*/ 512 w 1096"/>
                  <a:gd name="T15" fmla="*/ 708 h 1388"/>
                  <a:gd name="T16" fmla="*/ 665 w 1096"/>
                  <a:gd name="T17" fmla="*/ 598 h 1388"/>
                  <a:gd name="T18" fmla="*/ 823 w 1096"/>
                  <a:gd name="T19" fmla="*/ 499 h 1388"/>
                  <a:gd name="T20" fmla="*/ 1025 w 1096"/>
                  <a:gd name="T21" fmla="*/ 0 h 1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96" h="1388">
                    <a:moveTo>
                      <a:pt x="1025" y="0"/>
                    </a:moveTo>
                    <a:cubicBezTo>
                      <a:pt x="1015" y="12"/>
                      <a:pt x="1005" y="24"/>
                      <a:pt x="996" y="36"/>
                    </a:cubicBezTo>
                    <a:cubicBezTo>
                      <a:pt x="980" y="54"/>
                      <a:pt x="964" y="72"/>
                      <a:pt x="947" y="87"/>
                    </a:cubicBezTo>
                    <a:cubicBezTo>
                      <a:pt x="850" y="178"/>
                      <a:pt x="725" y="210"/>
                      <a:pt x="602" y="245"/>
                    </a:cubicBezTo>
                    <a:cubicBezTo>
                      <a:pt x="382" y="295"/>
                      <a:pt x="181" y="440"/>
                      <a:pt x="85" y="649"/>
                    </a:cubicBezTo>
                    <a:cubicBezTo>
                      <a:pt x="5" y="812"/>
                      <a:pt x="0" y="1017"/>
                      <a:pt x="71" y="1181"/>
                    </a:cubicBezTo>
                    <a:cubicBezTo>
                      <a:pt x="104" y="1260"/>
                      <a:pt x="152" y="1331"/>
                      <a:pt x="216" y="1388"/>
                    </a:cubicBezTo>
                    <a:cubicBezTo>
                      <a:pt x="260" y="1118"/>
                      <a:pt x="302" y="897"/>
                      <a:pt x="512" y="708"/>
                    </a:cubicBezTo>
                    <a:cubicBezTo>
                      <a:pt x="557" y="668"/>
                      <a:pt x="610" y="630"/>
                      <a:pt x="665" y="598"/>
                    </a:cubicBezTo>
                    <a:cubicBezTo>
                      <a:pt x="718" y="569"/>
                      <a:pt x="775" y="536"/>
                      <a:pt x="823" y="499"/>
                    </a:cubicBezTo>
                    <a:cubicBezTo>
                      <a:pt x="975" y="385"/>
                      <a:pt x="1096" y="193"/>
                      <a:pt x="1025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1" name="Freeform 170">
                <a:extLst>
                  <a:ext uri="{FF2B5EF4-FFF2-40B4-BE49-F238E27FC236}">
                    <a16:creationId xmlns:a16="http://schemas.microsoft.com/office/drawing/2014/main" id="{9722A33F-0BA9-7C89-54FC-C1C74D58A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39152" y="3392143"/>
                <a:ext cx="1920875" cy="3929063"/>
              </a:xfrm>
              <a:custGeom>
                <a:avLst/>
                <a:gdLst>
                  <a:gd name="T0" fmla="*/ 110 w 770"/>
                  <a:gd name="T1" fmla="*/ 523 h 1576"/>
                  <a:gd name="T2" fmla="*/ 161 w 770"/>
                  <a:gd name="T3" fmla="*/ 407 h 1576"/>
                  <a:gd name="T4" fmla="*/ 208 w 770"/>
                  <a:gd name="T5" fmla="*/ 0 h 1576"/>
                  <a:gd name="T6" fmla="*/ 268 w 770"/>
                  <a:gd name="T7" fmla="*/ 620 h 1576"/>
                  <a:gd name="T8" fmla="*/ 770 w 770"/>
                  <a:gd name="T9" fmla="*/ 1569 h 1576"/>
                  <a:gd name="T10" fmla="*/ 770 w 770"/>
                  <a:gd name="T11" fmla="*/ 1569 h 1576"/>
                  <a:gd name="T12" fmla="*/ 737 w 770"/>
                  <a:gd name="T13" fmla="*/ 1573 h 1576"/>
                  <a:gd name="T14" fmla="*/ 606 w 770"/>
                  <a:gd name="T15" fmla="*/ 1568 h 1576"/>
                  <a:gd name="T16" fmla="*/ 96 w 770"/>
                  <a:gd name="T17" fmla="*/ 1180 h 1576"/>
                  <a:gd name="T18" fmla="*/ 110 w 770"/>
                  <a:gd name="T19" fmla="*/ 523 h 1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70" h="1576">
                    <a:moveTo>
                      <a:pt x="110" y="523"/>
                    </a:moveTo>
                    <a:cubicBezTo>
                      <a:pt x="127" y="485"/>
                      <a:pt x="145" y="446"/>
                      <a:pt x="161" y="407"/>
                    </a:cubicBezTo>
                    <a:cubicBezTo>
                      <a:pt x="225" y="257"/>
                      <a:pt x="243" y="164"/>
                      <a:pt x="208" y="0"/>
                    </a:cubicBezTo>
                    <a:cubicBezTo>
                      <a:pt x="361" y="174"/>
                      <a:pt x="349" y="371"/>
                      <a:pt x="268" y="620"/>
                    </a:cubicBezTo>
                    <a:cubicBezTo>
                      <a:pt x="155" y="966"/>
                      <a:pt x="272" y="1380"/>
                      <a:pt x="770" y="1569"/>
                    </a:cubicBezTo>
                    <a:cubicBezTo>
                      <a:pt x="770" y="1569"/>
                      <a:pt x="770" y="1569"/>
                      <a:pt x="770" y="1569"/>
                    </a:cubicBezTo>
                    <a:cubicBezTo>
                      <a:pt x="759" y="1570"/>
                      <a:pt x="748" y="1572"/>
                      <a:pt x="737" y="1573"/>
                    </a:cubicBezTo>
                    <a:cubicBezTo>
                      <a:pt x="693" y="1576"/>
                      <a:pt x="650" y="1574"/>
                      <a:pt x="606" y="1568"/>
                    </a:cubicBezTo>
                    <a:cubicBezTo>
                      <a:pt x="385" y="1537"/>
                      <a:pt x="188" y="1384"/>
                      <a:pt x="96" y="1180"/>
                    </a:cubicBezTo>
                    <a:cubicBezTo>
                      <a:pt x="0" y="974"/>
                      <a:pt x="11" y="723"/>
                      <a:pt x="110" y="523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2" name="Freeform 171">
                <a:extLst>
                  <a:ext uri="{FF2B5EF4-FFF2-40B4-BE49-F238E27FC236}">
                    <a16:creationId xmlns:a16="http://schemas.microsoft.com/office/drawing/2014/main" id="{FE4D2135-4986-DFFB-E890-049A4E283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035" y="3874743"/>
                <a:ext cx="2619375" cy="3460750"/>
              </a:xfrm>
              <a:custGeom>
                <a:avLst/>
                <a:gdLst>
                  <a:gd name="T0" fmla="*/ 170 w 1050"/>
                  <a:gd name="T1" fmla="*/ 1388 h 1388"/>
                  <a:gd name="T2" fmla="*/ 170 w 1050"/>
                  <a:gd name="T3" fmla="*/ 1388 h 1388"/>
                  <a:gd name="T4" fmla="*/ 170 w 1050"/>
                  <a:gd name="T5" fmla="*/ 1388 h 1388"/>
                  <a:gd name="T6" fmla="*/ 558 w 1050"/>
                  <a:gd name="T7" fmla="*/ 429 h 1388"/>
                  <a:gd name="T8" fmla="*/ 979 w 1050"/>
                  <a:gd name="T9" fmla="*/ 0 h 1388"/>
                  <a:gd name="T10" fmla="*/ 777 w 1050"/>
                  <a:gd name="T11" fmla="*/ 499 h 1388"/>
                  <a:gd name="T12" fmla="*/ 619 w 1050"/>
                  <a:gd name="T13" fmla="*/ 598 h 1388"/>
                  <a:gd name="T14" fmla="*/ 466 w 1050"/>
                  <a:gd name="T15" fmla="*/ 708 h 1388"/>
                  <a:gd name="T16" fmla="*/ 170 w 1050"/>
                  <a:gd name="T17" fmla="*/ 1388 h 1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50" h="1388">
                    <a:moveTo>
                      <a:pt x="170" y="1388"/>
                    </a:moveTo>
                    <a:cubicBezTo>
                      <a:pt x="170" y="1388"/>
                      <a:pt x="170" y="1388"/>
                      <a:pt x="170" y="1388"/>
                    </a:cubicBezTo>
                    <a:cubicBezTo>
                      <a:pt x="170" y="1388"/>
                      <a:pt x="170" y="1388"/>
                      <a:pt x="170" y="1388"/>
                    </a:cubicBezTo>
                    <a:cubicBezTo>
                      <a:pt x="0" y="903"/>
                      <a:pt x="233" y="560"/>
                      <a:pt x="558" y="429"/>
                    </a:cubicBezTo>
                    <a:cubicBezTo>
                      <a:pt x="792" y="334"/>
                      <a:pt x="946" y="220"/>
                      <a:pt x="979" y="0"/>
                    </a:cubicBezTo>
                    <a:cubicBezTo>
                      <a:pt x="1050" y="193"/>
                      <a:pt x="929" y="385"/>
                      <a:pt x="777" y="499"/>
                    </a:cubicBezTo>
                    <a:cubicBezTo>
                      <a:pt x="729" y="536"/>
                      <a:pt x="672" y="569"/>
                      <a:pt x="619" y="598"/>
                    </a:cubicBezTo>
                    <a:cubicBezTo>
                      <a:pt x="564" y="630"/>
                      <a:pt x="511" y="668"/>
                      <a:pt x="466" y="708"/>
                    </a:cubicBezTo>
                    <a:cubicBezTo>
                      <a:pt x="256" y="897"/>
                      <a:pt x="214" y="1118"/>
                      <a:pt x="170" y="1388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10" name="Group 236">
              <a:extLst>
                <a:ext uri="{FF2B5EF4-FFF2-40B4-BE49-F238E27FC236}">
                  <a16:creationId xmlns:a16="http://schemas.microsoft.com/office/drawing/2014/main" id="{2D604522-2B30-4203-98F7-8FF68ED0E9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3177" y="2165949"/>
              <a:ext cx="669392" cy="1349849"/>
              <a:chOff x="801" y="860"/>
              <a:chExt cx="968" cy="1952"/>
            </a:xfrm>
          </p:grpSpPr>
          <p:sp>
            <p:nvSpPr>
              <p:cNvPr id="364" name="Freeform 237">
                <a:extLst>
                  <a:ext uri="{FF2B5EF4-FFF2-40B4-BE49-F238E27FC236}">
                    <a16:creationId xmlns:a16="http://schemas.microsoft.com/office/drawing/2014/main" id="{0CDE3EB8-BC6E-C238-5122-686632B7D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1409"/>
                <a:ext cx="98" cy="89"/>
              </a:xfrm>
              <a:custGeom>
                <a:avLst/>
                <a:gdLst>
                  <a:gd name="T0" fmla="*/ 137 w 182"/>
                  <a:gd name="T1" fmla="*/ 0 h 166"/>
                  <a:gd name="T2" fmla="*/ 0 w 182"/>
                  <a:gd name="T3" fmla="*/ 79 h 166"/>
                  <a:gd name="T4" fmla="*/ 182 w 182"/>
                  <a:gd name="T5" fmla="*/ 166 h 166"/>
                  <a:gd name="T6" fmla="*/ 137 w 182"/>
                  <a:gd name="T7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2" h="166">
                    <a:moveTo>
                      <a:pt x="137" y="0"/>
                    </a:moveTo>
                    <a:cubicBezTo>
                      <a:pt x="87" y="13"/>
                      <a:pt x="40" y="39"/>
                      <a:pt x="0" y="79"/>
                    </a:cubicBezTo>
                    <a:cubicBezTo>
                      <a:pt x="51" y="129"/>
                      <a:pt x="115" y="158"/>
                      <a:pt x="182" y="166"/>
                    </a:cubicBezTo>
                    <a:lnTo>
                      <a:pt x="137" y="0"/>
                    </a:lnTo>
                    <a:close/>
                  </a:path>
                </a:pathLst>
              </a:custGeom>
              <a:solidFill>
                <a:srgbClr val="FF6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" name="Freeform 238">
                <a:extLst>
                  <a:ext uri="{FF2B5EF4-FFF2-40B4-BE49-F238E27FC236}">
                    <a16:creationId xmlns:a16="http://schemas.microsoft.com/office/drawing/2014/main" id="{A03BC1D4-7F94-0CB0-16E8-ADEF7E088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0" y="1402"/>
                <a:ext cx="84" cy="98"/>
              </a:xfrm>
              <a:custGeom>
                <a:avLst/>
                <a:gdLst>
                  <a:gd name="T0" fmla="*/ 0 w 158"/>
                  <a:gd name="T1" fmla="*/ 14 h 183"/>
                  <a:gd name="T2" fmla="*/ 45 w 158"/>
                  <a:gd name="T3" fmla="*/ 180 h 183"/>
                  <a:gd name="T4" fmla="*/ 113 w 158"/>
                  <a:gd name="T5" fmla="*/ 180 h 183"/>
                  <a:gd name="T6" fmla="*/ 158 w 158"/>
                  <a:gd name="T7" fmla="*/ 14 h 183"/>
                  <a:gd name="T8" fmla="*/ 0 w 158"/>
                  <a:gd name="T9" fmla="*/ 14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83">
                    <a:moveTo>
                      <a:pt x="0" y="14"/>
                    </a:moveTo>
                    <a:cubicBezTo>
                      <a:pt x="45" y="180"/>
                      <a:pt x="45" y="180"/>
                      <a:pt x="45" y="180"/>
                    </a:cubicBezTo>
                    <a:cubicBezTo>
                      <a:pt x="67" y="183"/>
                      <a:pt x="90" y="183"/>
                      <a:pt x="113" y="180"/>
                    </a:cubicBezTo>
                    <a:cubicBezTo>
                      <a:pt x="158" y="14"/>
                      <a:pt x="158" y="14"/>
                      <a:pt x="158" y="14"/>
                    </a:cubicBezTo>
                    <a:cubicBezTo>
                      <a:pt x="106" y="0"/>
                      <a:pt x="52" y="0"/>
                      <a:pt x="0" y="14"/>
                    </a:cubicBezTo>
                    <a:close/>
                  </a:path>
                </a:pathLst>
              </a:custGeom>
              <a:solidFill>
                <a:srgbClr val="FF41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" name="Freeform 239">
                <a:extLst>
                  <a:ext uri="{FF2B5EF4-FFF2-40B4-BE49-F238E27FC236}">
                    <a16:creationId xmlns:a16="http://schemas.microsoft.com/office/drawing/2014/main" id="{5C6F4F15-4F8F-5F43-895B-07A3C9BA9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0" y="1409"/>
                <a:ext cx="98" cy="89"/>
              </a:xfrm>
              <a:custGeom>
                <a:avLst/>
                <a:gdLst>
                  <a:gd name="T0" fmla="*/ 45 w 182"/>
                  <a:gd name="T1" fmla="*/ 0 h 166"/>
                  <a:gd name="T2" fmla="*/ 0 w 182"/>
                  <a:gd name="T3" fmla="*/ 166 h 166"/>
                  <a:gd name="T4" fmla="*/ 182 w 182"/>
                  <a:gd name="T5" fmla="*/ 79 h 166"/>
                  <a:gd name="T6" fmla="*/ 45 w 182"/>
                  <a:gd name="T7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2" h="166">
                    <a:moveTo>
                      <a:pt x="45" y="0"/>
                    </a:moveTo>
                    <a:cubicBezTo>
                      <a:pt x="0" y="166"/>
                      <a:pt x="0" y="166"/>
                      <a:pt x="0" y="166"/>
                    </a:cubicBezTo>
                    <a:cubicBezTo>
                      <a:pt x="67" y="158"/>
                      <a:pt x="131" y="129"/>
                      <a:pt x="182" y="79"/>
                    </a:cubicBezTo>
                    <a:cubicBezTo>
                      <a:pt x="142" y="39"/>
                      <a:pt x="95" y="13"/>
                      <a:pt x="45" y="0"/>
                    </a:cubicBezTo>
                    <a:close/>
                  </a:path>
                </a:pathLst>
              </a:custGeom>
              <a:solidFill>
                <a:srgbClr val="FF6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7" name="Freeform 240">
                <a:extLst>
                  <a:ext uri="{FF2B5EF4-FFF2-40B4-BE49-F238E27FC236}">
                    <a16:creationId xmlns:a16="http://schemas.microsoft.com/office/drawing/2014/main" id="{D3D6A9E5-A51F-C49C-9FE2-AF7928158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1016"/>
                <a:ext cx="262" cy="393"/>
              </a:xfrm>
              <a:custGeom>
                <a:avLst/>
                <a:gdLst>
                  <a:gd name="T0" fmla="*/ 29 w 490"/>
                  <a:gd name="T1" fmla="*/ 221 h 734"/>
                  <a:gd name="T2" fmla="*/ 166 w 490"/>
                  <a:gd name="T3" fmla="*/ 734 h 734"/>
                  <a:gd name="T4" fmla="*/ 324 w 490"/>
                  <a:gd name="T5" fmla="*/ 734 h 734"/>
                  <a:gd name="T6" fmla="*/ 461 w 490"/>
                  <a:gd name="T7" fmla="*/ 221 h 734"/>
                  <a:gd name="T8" fmla="*/ 303 w 490"/>
                  <a:gd name="T9" fmla="*/ 2 h 734"/>
                  <a:gd name="T10" fmla="*/ 187 w 490"/>
                  <a:gd name="T11" fmla="*/ 2 h 734"/>
                  <a:gd name="T12" fmla="*/ 29 w 490"/>
                  <a:gd name="T13" fmla="*/ 221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0" h="734">
                    <a:moveTo>
                      <a:pt x="29" y="221"/>
                    </a:moveTo>
                    <a:cubicBezTo>
                      <a:pt x="166" y="734"/>
                      <a:pt x="166" y="734"/>
                      <a:pt x="166" y="734"/>
                    </a:cubicBezTo>
                    <a:cubicBezTo>
                      <a:pt x="218" y="720"/>
                      <a:pt x="272" y="720"/>
                      <a:pt x="324" y="734"/>
                    </a:cubicBezTo>
                    <a:cubicBezTo>
                      <a:pt x="461" y="221"/>
                      <a:pt x="461" y="221"/>
                      <a:pt x="461" y="221"/>
                    </a:cubicBezTo>
                    <a:cubicBezTo>
                      <a:pt x="490" y="115"/>
                      <a:pt x="413" y="9"/>
                      <a:pt x="303" y="2"/>
                    </a:cubicBezTo>
                    <a:cubicBezTo>
                      <a:pt x="264" y="0"/>
                      <a:pt x="225" y="0"/>
                      <a:pt x="187" y="2"/>
                    </a:cubicBezTo>
                    <a:cubicBezTo>
                      <a:pt x="77" y="9"/>
                      <a:pt x="0" y="115"/>
                      <a:pt x="29" y="2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9696"/>
                  </a:gs>
                  <a:gs pos="72000">
                    <a:srgbClr val="F34B4B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" name="Freeform 241">
                <a:extLst>
                  <a:ext uri="{FF2B5EF4-FFF2-40B4-BE49-F238E27FC236}">
                    <a16:creationId xmlns:a16="http://schemas.microsoft.com/office/drawing/2014/main" id="{BD03D0ED-2570-0338-C4F4-A6809E802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" y="860"/>
                <a:ext cx="70" cy="134"/>
              </a:xfrm>
              <a:custGeom>
                <a:avLst/>
                <a:gdLst>
                  <a:gd name="T0" fmla="*/ 65 w 130"/>
                  <a:gd name="T1" fmla="*/ 250 h 250"/>
                  <a:gd name="T2" fmla="*/ 65 w 130"/>
                  <a:gd name="T3" fmla="*/ 0 h 250"/>
                  <a:gd name="T4" fmla="*/ 65 w 130"/>
                  <a:gd name="T5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0" h="250">
                    <a:moveTo>
                      <a:pt x="65" y="250"/>
                    </a:moveTo>
                    <a:cubicBezTo>
                      <a:pt x="65" y="250"/>
                      <a:pt x="130" y="0"/>
                      <a:pt x="65" y="0"/>
                    </a:cubicBezTo>
                    <a:cubicBezTo>
                      <a:pt x="0" y="0"/>
                      <a:pt x="65" y="250"/>
                      <a:pt x="65" y="250"/>
                    </a:cubicBezTo>
                    <a:close/>
                  </a:path>
                </a:pathLst>
              </a:custGeom>
              <a:solidFill>
                <a:srgbClr val="FEDA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" name="Freeform 242">
                <a:extLst>
                  <a:ext uri="{FF2B5EF4-FFF2-40B4-BE49-F238E27FC236}">
                    <a16:creationId xmlns:a16="http://schemas.microsoft.com/office/drawing/2014/main" id="{640A7453-6CD3-D90C-9165-05D1736FD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" y="929"/>
                <a:ext cx="67" cy="108"/>
              </a:xfrm>
              <a:custGeom>
                <a:avLst/>
                <a:gdLst>
                  <a:gd name="T0" fmla="*/ 0 w 125"/>
                  <a:gd name="T1" fmla="*/ 201 h 201"/>
                  <a:gd name="T2" fmla="*/ 75 w 125"/>
                  <a:gd name="T3" fmla="*/ 21 h 201"/>
                  <a:gd name="T4" fmla="*/ 0 w 125"/>
                  <a:gd name="T5" fmla="*/ 201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5" h="201">
                    <a:moveTo>
                      <a:pt x="0" y="201"/>
                    </a:moveTo>
                    <a:cubicBezTo>
                      <a:pt x="0" y="201"/>
                      <a:pt x="125" y="42"/>
                      <a:pt x="75" y="21"/>
                    </a:cubicBezTo>
                    <a:cubicBezTo>
                      <a:pt x="25" y="0"/>
                      <a:pt x="0" y="201"/>
                      <a:pt x="0" y="201"/>
                    </a:cubicBezTo>
                    <a:close/>
                  </a:path>
                </a:pathLst>
              </a:custGeom>
              <a:solidFill>
                <a:srgbClr val="FEDA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0" name="Freeform 243">
                <a:extLst>
                  <a:ext uri="{FF2B5EF4-FFF2-40B4-BE49-F238E27FC236}">
                    <a16:creationId xmlns:a16="http://schemas.microsoft.com/office/drawing/2014/main" id="{24E5E948-FF22-0249-84C8-D9462F01F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5" y="1057"/>
                <a:ext cx="54" cy="59"/>
              </a:xfrm>
              <a:custGeom>
                <a:avLst/>
                <a:gdLst>
                  <a:gd name="T0" fmla="*/ 0 w 100"/>
                  <a:gd name="T1" fmla="*/ 111 h 111"/>
                  <a:gd name="T2" fmla="*/ 70 w 100"/>
                  <a:gd name="T3" fmla="*/ 24 h 111"/>
                  <a:gd name="T4" fmla="*/ 0 w 100"/>
                  <a:gd name="T5" fmla="*/ 111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0" h="111">
                    <a:moveTo>
                      <a:pt x="0" y="111"/>
                    </a:moveTo>
                    <a:cubicBezTo>
                      <a:pt x="0" y="111"/>
                      <a:pt x="100" y="48"/>
                      <a:pt x="70" y="24"/>
                    </a:cubicBezTo>
                    <a:cubicBezTo>
                      <a:pt x="40" y="0"/>
                      <a:pt x="0" y="111"/>
                      <a:pt x="0" y="111"/>
                    </a:cubicBezTo>
                    <a:close/>
                  </a:path>
                </a:pathLst>
              </a:custGeom>
              <a:solidFill>
                <a:srgbClr val="FEDA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1" name="Freeform 244">
                <a:extLst>
                  <a:ext uri="{FF2B5EF4-FFF2-40B4-BE49-F238E27FC236}">
                    <a16:creationId xmlns:a16="http://schemas.microsoft.com/office/drawing/2014/main" id="{462633C2-1323-7CB8-463D-EE609C3970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1" y="929"/>
                <a:ext cx="67" cy="108"/>
              </a:xfrm>
              <a:custGeom>
                <a:avLst/>
                <a:gdLst>
                  <a:gd name="T0" fmla="*/ 125 w 125"/>
                  <a:gd name="T1" fmla="*/ 201 h 201"/>
                  <a:gd name="T2" fmla="*/ 50 w 125"/>
                  <a:gd name="T3" fmla="*/ 21 h 201"/>
                  <a:gd name="T4" fmla="*/ 125 w 125"/>
                  <a:gd name="T5" fmla="*/ 201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5" h="201">
                    <a:moveTo>
                      <a:pt x="125" y="201"/>
                    </a:moveTo>
                    <a:cubicBezTo>
                      <a:pt x="125" y="201"/>
                      <a:pt x="0" y="42"/>
                      <a:pt x="50" y="21"/>
                    </a:cubicBezTo>
                    <a:cubicBezTo>
                      <a:pt x="100" y="0"/>
                      <a:pt x="125" y="201"/>
                      <a:pt x="125" y="201"/>
                    </a:cubicBezTo>
                    <a:close/>
                  </a:path>
                </a:pathLst>
              </a:custGeom>
              <a:solidFill>
                <a:srgbClr val="FEDA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2" name="Freeform 245">
                <a:extLst>
                  <a:ext uri="{FF2B5EF4-FFF2-40B4-BE49-F238E27FC236}">
                    <a16:creationId xmlns:a16="http://schemas.microsoft.com/office/drawing/2014/main" id="{5DA61263-A5E9-F909-06EC-50EE10065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9" y="1057"/>
                <a:ext cx="53" cy="59"/>
              </a:xfrm>
              <a:custGeom>
                <a:avLst/>
                <a:gdLst>
                  <a:gd name="T0" fmla="*/ 99 w 99"/>
                  <a:gd name="T1" fmla="*/ 111 h 111"/>
                  <a:gd name="T2" fmla="*/ 29 w 99"/>
                  <a:gd name="T3" fmla="*/ 24 h 111"/>
                  <a:gd name="T4" fmla="*/ 99 w 99"/>
                  <a:gd name="T5" fmla="*/ 111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11">
                    <a:moveTo>
                      <a:pt x="99" y="111"/>
                    </a:moveTo>
                    <a:cubicBezTo>
                      <a:pt x="99" y="111"/>
                      <a:pt x="0" y="48"/>
                      <a:pt x="29" y="24"/>
                    </a:cubicBezTo>
                    <a:cubicBezTo>
                      <a:pt x="59" y="0"/>
                      <a:pt x="99" y="111"/>
                      <a:pt x="99" y="111"/>
                    </a:cubicBezTo>
                    <a:close/>
                  </a:path>
                </a:pathLst>
              </a:custGeom>
              <a:solidFill>
                <a:srgbClr val="FEDA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3" name="Freeform 246">
                <a:extLst>
                  <a:ext uri="{FF2B5EF4-FFF2-40B4-BE49-F238E27FC236}">
                    <a16:creationId xmlns:a16="http://schemas.microsoft.com/office/drawing/2014/main" id="{74EE59A1-7CDD-0D05-BFE5-4A71BC1FF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1411"/>
                <a:ext cx="98" cy="87"/>
              </a:xfrm>
              <a:custGeom>
                <a:avLst/>
                <a:gdLst>
                  <a:gd name="T0" fmla="*/ 98 w 182"/>
                  <a:gd name="T1" fmla="*/ 9 h 162"/>
                  <a:gd name="T2" fmla="*/ 0 w 182"/>
                  <a:gd name="T3" fmla="*/ 75 h 162"/>
                  <a:gd name="T4" fmla="*/ 182 w 182"/>
                  <a:gd name="T5" fmla="*/ 162 h 162"/>
                  <a:gd name="T6" fmla="*/ 147 w 182"/>
                  <a:gd name="T7" fmla="*/ 33 h 162"/>
                  <a:gd name="T8" fmla="*/ 98 w 182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2" h="162">
                    <a:moveTo>
                      <a:pt x="98" y="9"/>
                    </a:moveTo>
                    <a:cubicBezTo>
                      <a:pt x="62" y="24"/>
                      <a:pt x="29" y="46"/>
                      <a:pt x="0" y="75"/>
                    </a:cubicBezTo>
                    <a:cubicBezTo>
                      <a:pt x="51" y="125"/>
                      <a:pt x="115" y="154"/>
                      <a:pt x="182" y="162"/>
                    </a:cubicBezTo>
                    <a:cubicBezTo>
                      <a:pt x="147" y="33"/>
                      <a:pt x="147" y="33"/>
                      <a:pt x="147" y="33"/>
                    </a:cubicBezTo>
                    <a:cubicBezTo>
                      <a:pt x="141" y="11"/>
                      <a:pt x="118" y="0"/>
                      <a:pt x="98" y="9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4" name="Freeform 247">
                <a:extLst>
                  <a:ext uri="{FF2B5EF4-FFF2-40B4-BE49-F238E27FC236}">
                    <a16:creationId xmlns:a16="http://schemas.microsoft.com/office/drawing/2014/main" id="{C79164C5-4FBE-751C-4349-8453D144D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2" y="1403"/>
                <a:ext cx="80" cy="97"/>
              </a:xfrm>
              <a:custGeom>
                <a:avLst/>
                <a:gdLst>
                  <a:gd name="T0" fmla="*/ 6 w 150"/>
                  <a:gd name="T1" fmla="*/ 49 h 181"/>
                  <a:gd name="T2" fmla="*/ 41 w 150"/>
                  <a:gd name="T3" fmla="*/ 178 h 181"/>
                  <a:gd name="T4" fmla="*/ 109 w 150"/>
                  <a:gd name="T5" fmla="*/ 178 h 181"/>
                  <a:gd name="T6" fmla="*/ 144 w 150"/>
                  <a:gd name="T7" fmla="*/ 49 h 181"/>
                  <a:gd name="T8" fmla="*/ 113 w 150"/>
                  <a:gd name="T9" fmla="*/ 4 h 181"/>
                  <a:gd name="T10" fmla="*/ 36 w 150"/>
                  <a:gd name="T11" fmla="*/ 4 h 181"/>
                  <a:gd name="T12" fmla="*/ 6 w 150"/>
                  <a:gd name="T13" fmla="*/ 49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81">
                    <a:moveTo>
                      <a:pt x="6" y="49"/>
                    </a:moveTo>
                    <a:cubicBezTo>
                      <a:pt x="41" y="178"/>
                      <a:pt x="41" y="178"/>
                      <a:pt x="41" y="178"/>
                    </a:cubicBezTo>
                    <a:cubicBezTo>
                      <a:pt x="63" y="181"/>
                      <a:pt x="86" y="181"/>
                      <a:pt x="109" y="178"/>
                    </a:cubicBezTo>
                    <a:cubicBezTo>
                      <a:pt x="144" y="49"/>
                      <a:pt x="144" y="49"/>
                      <a:pt x="144" y="49"/>
                    </a:cubicBezTo>
                    <a:cubicBezTo>
                      <a:pt x="150" y="27"/>
                      <a:pt x="135" y="6"/>
                      <a:pt x="113" y="4"/>
                    </a:cubicBezTo>
                    <a:cubicBezTo>
                      <a:pt x="88" y="0"/>
                      <a:pt x="62" y="0"/>
                      <a:pt x="36" y="4"/>
                    </a:cubicBezTo>
                    <a:cubicBezTo>
                      <a:pt x="15" y="6"/>
                      <a:pt x="0" y="27"/>
                      <a:pt x="6" y="49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5" name="Freeform 248">
                <a:extLst>
                  <a:ext uri="{FF2B5EF4-FFF2-40B4-BE49-F238E27FC236}">
                    <a16:creationId xmlns:a16="http://schemas.microsoft.com/office/drawing/2014/main" id="{607DA685-839C-782F-65CE-F9638768E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0" y="1411"/>
                <a:ext cx="98" cy="87"/>
              </a:xfrm>
              <a:custGeom>
                <a:avLst/>
                <a:gdLst>
                  <a:gd name="T0" fmla="*/ 35 w 182"/>
                  <a:gd name="T1" fmla="*/ 33 h 162"/>
                  <a:gd name="T2" fmla="*/ 0 w 182"/>
                  <a:gd name="T3" fmla="*/ 162 h 162"/>
                  <a:gd name="T4" fmla="*/ 182 w 182"/>
                  <a:gd name="T5" fmla="*/ 75 h 162"/>
                  <a:gd name="T6" fmla="*/ 84 w 182"/>
                  <a:gd name="T7" fmla="*/ 9 h 162"/>
                  <a:gd name="T8" fmla="*/ 35 w 182"/>
                  <a:gd name="T9" fmla="*/ 33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2" h="162">
                    <a:moveTo>
                      <a:pt x="35" y="33"/>
                    </a:moveTo>
                    <a:cubicBezTo>
                      <a:pt x="0" y="162"/>
                      <a:pt x="0" y="162"/>
                      <a:pt x="0" y="162"/>
                    </a:cubicBezTo>
                    <a:cubicBezTo>
                      <a:pt x="67" y="154"/>
                      <a:pt x="131" y="125"/>
                      <a:pt x="182" y="75"/>
                    </a:cubicBezTo>
                    <a:cubicBezTo>
                      <a:pt x="153" y="46"/>
                      <a:pt x="119" y="24"/>
                      <a:pt x="84" y="9"/>
                    </a:cubicBezTo>
                    <a:cubicBezTo>
                      <a:pt x="64" y="0"/>
                      <a:pt x="41" y="11"/>
                      <a:pt x="35" y="33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6" name="Freeform 249">
                <a:extLst>
                  <a:ext uri="{FF2B5EF4-FFF2-40B4-BE49-F238E27FC236}">
                    <a16:creationId xmlns:a16="http://schemas.microsoft.com/office/drawing/2014/main" id="{88F18F6B-5CB6-C1BF-411A-F8E2CC9D27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3" y="1143"/>
                <a:ext cx="298" cy="308"/>
              </a:xfrm>
              <a:custGeom>
                <a:avLst/>
                <a:gdLst>
                  <a:gd name="T0" fmla="*/ 558 w 558"/>
                  <a:gd name="T1" fmla="*/ 538 h 577"/>
                  <a:gd name="T2" fmla="*/ 511 w 558"/>
                  <a:gd name="T3" fmla="*/ 577 h 577"/>
                  <a:gd name="T4" fmla="*/ 0 w 558"/>
                  <a:gd name="T5" fmla="*/ 66 h 577"/>
                  <a:gd name="T6" fmla="*/ 35 w 558"/>
                  <a:gd name="T7" fmla="*/ 33 h 577"/>
                  <a:gd name="T8" fmla="*/ 156 w 558"/>
                  <a:gd name="T9" fmla="*/ 42 h 577"/>
                  <a:gd name="T10" fmla="*/ 558 w 558"/>
                  <a:gd name="T11" fmla="*/ 538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8" h="577">
                    <a:moveTo>
                      <a:pt x="558" y="538"/>
                    </a:moveTo>
                    <a:cubicBezTo>
                      <a:pt x="542" y="549"/>
                      <a:pt x="526" y="562"/>
                      <a:pt x="511" y="577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12" y="55"/>
                      <a:pt x="23" y="44"/>
                      <a:pt x="35" y="33"/>
                    </a:cubicBezTo>
                    <a:cubicBezTo>
                      <a:pt x="70" y="0"/>
                      <a:pt x="126" y="4"/>
                      <a:pt x="156" y="42"/>
                    </a:cubicBezTo>
                    <a:lnTo>
                      <a:pt x="558" y="538"/>
                    </a:lnTo>
                    <a:close/>
                  </a:path>
                </a:pathLst>
              </a:custGeom>
              <a:gradFill>
                <a:gsLst>
                  <a:gs pos="0">
                    <a:srgbClr val="F89696"/>
                  </a:gs>
                  <a:gs pos="72000">
                    <a:srgbClr val="F34B4B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7" name="Freeform 250">
                <a:extLst>
                  <a:ext uri="{FF2B5EF4-FFF2-40B4-BE49-F238E27FC236}">
                    <a16:creationId xmlns:a16="http://schemas.microsoft.com/office/drawing/2014/main" id="{B6529CC5-4911-DC19-3B67-92178F1CD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8" y="1140"/>
                <a:ext cx="303" cy="311"/>
              </a:xfrm>
              <a:custGeom>
                <a:avLst/>
                <a:gdLst>
                  <a:gd name="T0" fmla="*/ 525 w 565"/>
                  <a:gd name="T1" fmla="*/ 32 h 581"/>
                  <a:gd name="T2" fmla="*/ 565 w 565"/>
                  <a:gd name="T3" fmla="*/ 70 h 581"/>
                  <a:gd name="T4" fmla="*/ 55 w 565"/>
                  <a:gd name="T5" fmla="*/ 581 h 581"/>
                  <a:gd name="T6" fmla="*/ 0 w 565"/>
                  <a:gd name="T7" fmla="*/ 537 h 581"/>
                  <a:gd name="T8" fmla="*/ 405 w 565"/>
                  <a:gd name="T9" fmla="*/ 41 h 581"/>
                  <a:gd name="T10" fmla="*/ 525 w 565"/>
                  <a:gd name="T11" fmla="*/ 32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5" h="581">
                    <a:moveTo>
                      <a:pt x="525" y="32"/>
                    </a:moveTo>
                    <a:cubicBezTo>
                      <a:pt x="539" y="44"/>
                      <a:pt x="552" y="57"/>
                      <a:pt x="565" y="70"/>
                    </a:cubicBezTo>
                    <a:cubicBezTo>
                      <a:pt x="55" y="581"/>
                      <a:pt x="55" y="581"/>
                      <a:pt x="55" y="581"/>
                    </a:cubicBezTo>
                    <a:cubicBezTo>
                      <a:pt x="38" y="564"/>
                      <a:pt x="20" y="549"/>
                      <a:pt x="0" y="537"/>
                    </a:cubicBezTo>
                    <a:cubicBezTo>
                      <a:pt x="405" y="41"/>
                      <a:pt x="405" y="41"/>
                      <a:pt x="405" y="41"/>
                    </a:cubicBezTo>
                    <a:cubicBezTo>
                      <a:pt x="435" y="5"/>
                      <a:pt x="490" y="0"/>
                      <a:pt x="525" y="3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9696"/>
                  </a:gs>
                  <a:gs pos="72000">
                    <a:srgbClr val="F34B4B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8" name="Freeform 251">
                <a:extLst>
                  <a:ext uri="{FF2B5EF4-FFF2-40B4-BE49-F238E27FC236}">
                    <a16:creationId xmlns:a16="http://schemas.microsoft.com/office/drawing/2014/main" id="{249F6B18-034D-CB74-1E63-AD7968460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" y="1049"/>
                <a:ext cx="279" cy="382"/>
              </a:xfrm>
              <a:custGeom>
                <a:avLst/>
                <a:gdLst>
                  <a:gd name="T0" fmla="*/ 430 w 520"/>
                  <a:gd name="T1" fmla="*/ 713 h 713"/>
                  <a:gd name="T2" fmla="*/ 32 w 520"/>
                  <a:gd name="T3" fmla="*/ 221 h 713"/>
                  <a:gd name="T4" fmla="*/ 52 w 520"/>
                  <a:gd name="T5" fmla="*/ 97 h 713"/>
                  <a:gd name="T6" fmla="*/ 71 w 520"/>
                  <a:gd name="T7" fmla="*/ 85 h 713"/>
                  <a:gd name="T8" fmla="*/ 137 w 520"/>
                  <a:gd name="T9" fmla="*/ 49 h 713"/>
                  <a:gd name="T10" fmla="*/ 383 w 520"/>
                  <a:gd name="T11" fmla="*/ 160 h 713"/>
                  <a:gd name="T12" fmla="*/ 520 w 520"/>
                  <a:gd name="T13" fmla="*/ 673 h 713"/>
                  <a:gd name="T14" fmla="*/ 430 w 520"/>
                  <a:gd name="T15" fmla="*/ 713 h 713"/>
                  <a:gd name="T16" fmla="*/ 430 w 520"/>
                  <a:gd name="T17" fmla="*/ 713 h 7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0" h="713">
                    <a:moveTo>
                      <a:pt x="430" y="713"/>
                    </a:moveTo>
                    <a:cubicBezTo>
                      <a:pt x="32" y="221"/>
                      <a:pt x="32" y="221"/>
                      <a:pt x="32" y="221"/>
                    </a:cubicBezTo>
                    <a:cubicBezTo>
                      <a:pt x="0" y="182"/>
                      <a:pt x="9" y="124"/>
                      <a:pt x="52" y="97"/>
                    </a:cubicBezTo>
                    <a:cubicBezTo>
                      <a:pt x="58" y="93"/>
                      <a:pt x="65" y="89"/>
                      <a:pt x="71" y="85"/>
                    </a:cubicBezTo>
                    <a:cubicBezTo>
                      <a:pt x="93" y="72"/>
                      <a:pt x="115" y="60"/>
                      <a:pt x="137" y="49"/>
                    </a:cubicBezTo>
                    <a:cubicBezTo>
                      <a:pt x="235" y="0"/>
                      <a:pt x="354" y="54"/>
                      <a:pt x="383" y="160"/>
                    </a:cubicBezTo>
                    <a:cubicBezTo>
                      <a:pt x="520" y="673"/>
                      <a:pt x="520" y="673"/>
                      <a:pt x="520" y="673"/>
                    </a:cubicBezTo>
                    <a:cubicBezTo>
                      <a:pt x="489" y="681"/>
                      <a:pt x="458" y="694"/>
                      <a:pt x="430" y="713"/>
                    </a:cubicBezTo>
                    <a:cubicBezTo>
                      <a:pt x="430" y="713"/>
                      <a:pt x="430" y="713"/>
                      <a:pt x="430" y="71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9696"/>
                  </a:gs>
                  <a:gs pos="100000">
                    <a:srgbClr val="F67676"/>
                  </a:gs>
                </a:gsLst>
                <a:lin ang="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9" name="Freeform 252">
                <a:extLst>
                  <a:ext uri="{FF2B5EF4-FFF2-40B4-BE49-F238E27FC236}">
                    <a16:creationId xmlns:a16="http://schemas.microsoft.com/office/drawing/2014/main" id="{3D35CCF6-86CB-E000-BDE8-148F4BEAA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" y="1049"/>
                <a:ext cx="275" cy="379"/>
              </a:xfrm>
              <a:custGeom>
                <a:avLst/>
                <a:gdLst>
                  <a:gd name="T0" fmla="*/ 483 w 514"/>
                  <a:gd name="T1" fmla="*/ 218 h 708"/>
                  <a:gd name="T2" fmla="*/ 82 w 514"/>
                  <a:gd name="T3" fmla="*/ 708 h 708"/>
                  <a:gd name="T4" fmla="*/ 0 w 514"/>
                  <a:gd name="T5" fmla="*/ 673 h 708"/>
                  <a:gd name="T6" fmla="*/ 137 w 514"/>
                  <a:gd name="T7" fmla="*/ 160 h 708"/>
                  <a:gd name="T8" fmla="*/ 383 w 514"/>
                  <a:gd name="T9" fmla="*/ 49 h 708"/>
                  <a:gd name="T10" fmla="*/ 461 w 514"/>
                  <a:gd name="T11" fmla="*/ 93 h 708"/>
                  <a:gd name="T12" fmla="*/ 462 w 514"/>
                  <a:gd name="T13" fmla="*/ 94 h 708"/>
                  <a:gd name="T14" fmla="*/ 483 w 514"/>
                  <a:gd name="T15" fmla="*/ 218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4" h="708">
                    <a:moveTo>
                      <a:pt x="483" y="218"/>
                    </a:moveTo>
                    <a:cubicBezTo>
                      <a:pt x="82" y="708"/>
                      <a:pt x="82" y="708"/>
                      <a:pt x="82" y="708"/>
                    </a:cubicBezTo>
                    <a:cubicBezTo>
                      <a:pt x="56" y="692"/>
                      <a:pt x="29" y="680"/>
                      <a:pt x="0" y="673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6" y="54"/>
                      <a:pt x="285" y="0"/>
                      <a:pt x="383" y="49"/>
                    </a:cubicBezTo>
                    <a:cubicBezTo>
                      <a:pt x="410" y="63"/>
                      <a:pt x="436" y="77"/>
                      <a:pt x="461" y="93"/>
                    </a:cubicBezTo>
                    <a:cubicBezTo>
                      <a:pt x="462" y="93"/>
                      <a:pt x="462" y="93"/>
                      <a:pt x="462" y="94"/>
                    </a:cubicBezTo>
                    <a:cubicBezTo>
                      <a:pt x="505" y="120"/>
                      <a:pt x="514" y="178"/>
                      <a:pt x="483" y="218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89696"/>
                  </a:gs>
                  <a:gs pos="0">
                    <a:srgbClr val="F67676"/>
                  </a:gs>
                </a:gsLst>
                <a:lin ang="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0" name="Freeform 253">
                <a:extLst>
                  <a:ext uri="{FF2B5EF4-FFF2-40B4-BE49-F238E27FC236}">
                    <a16:creationId xmlns:a16="http://schemas.microsoft.com/office/drawing/2014/main" id="{138A69F7-EE0A-CA30-F6DB-000C9B809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0" y="1428"/>
                <a:ext cx="98" cy="70"/>
              </a:xfrm>
              <a:custGeom>
                <a:avLst/>
                <a:gdLst>
                  <a:gd name="T0" fmla="*/ 127 w 182"/>
                  <a:gd name="T1" fmla="*/ 0 h 131"/>
                  <a:gd name="T2" fmla="*/ 182 w 182"/>
                  <a:gd name="T3" fmla="*/ 44 h 131"/>
                  <a:gd name="T4" fmla="*/ 0 w 182"/>
                  <a:gd name="T5" fmla="*/ 131 h 131"/>
                  <a:gd name="T6" fmla="*/ 5 w 182"/>
                  <a:gd name="T7" fmla="*/ 114 h 131"/>
                  <a:gd name="T8" fmla="*/ 127 w 182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2" h="131">
                    <a:moveTo>
                      <a:pt x="127" y="0"/>
                    </a:moveTo>
                    <a:cubicBezTo>
                      <a:pt x="146" y="12"/>
                      <a:pt x="165" y="27"/>
                      <a:pt x="182" y="44"/>
                    </a:cubicBezTo>
                    <a:cubicBezTo>
                      <a:pt x="131" y="94"/>
                      <a:pt x="67" y="123"/>
                      <a:pt x="0" y="131"/>
                    </a:cubicBezTo>
                    <a:cubicBezTo>
                      <a:pt x="5" y="114"/>
                      <a:pt x="5" y="114"/>
                      <a:pt x="5" y="114"/>
                    </a:cubicBezTo>
                    <a:cubicBezTo>
                      <a:pt x="73" y="76"/>
                      <a:pt x="127" y="1"/>
                      <a:pt x="127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1" name="Freeform 254">
                <a:extLst>
                  <a:ext uri="{FF2B5EF4-FFF2-40B4-BE49-F238E27FC236}">
                    <a16:creationId xmlns:a16="http://schemas.microsoft.com/office/drawing/2014/main" id="{D01C32A1-4E82-0A0B-90D9-8E410A403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1428"/>
                <a:ext cx="98" cy="70"/>
              </a:xfrm>
              <a:custGeom>
                <a:avLst/>
                <a:gdLst>
                  <a:gd name="T0" fmla="*/ 55 w 182"/>
                  <a:gd name="T1" fmla="*/ 0 h 131"/>
                  <a:gd name="T2" fmla="*/ 0 w 182"/>
                  <a:gd name="T3" fmla="*/ 44 h 131"/>
                  <a:gd name="T4" fmla="*/ 182 w 182"/>
                  <a:gd name="T5" fmla="*/ 131 h 131"/>
                  <a:gd name="T6" fmla="*/ 177 w 182"/>
                  <a:gd name="T7" fmla="*/ 114 h 131"/>
                  <a:gd name="T8" fmla="*/ 55 w 182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2" h="131">
                    <a:moveTo>
                      <a:pt x="55" y="0"/>
                    </a:moveTo>
                    <a:cubicBezTo>
                      <a:pt x="35" y="12"/>
                      <a:pt x="17" y="27"/>
                      <a:pt x="0" y="44"/>
                    </a:cubicBezTo>
                    <a:cubicBezTo>
                      <a:pt x="51" y="94"/>
                      <a:pt x="115" y="123"/>
                      <a:pt x="182" y="131"/>
                    </a:cubicBezTo>
                    <a:cubicBezTo>
                      <a:pt x="177" y="114"/>
                      <a:pt x="177" y="114"/>
                      <a:pt x="177" y="114"/>
                    </a:cubicBezTo>
                    <a:cubicBezTo>
                      <a:pt x="108" y="76"/>
                      <a:pt x="55" y="1"/>
                      <a:pt x="55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2" name="Freeform 255">
                <a:extLst>
                  <a:ext uri="{FF2B5EF4-FFF2-40B4-BE49-F238E27FC236}">
                    <a16:creationId xmlns:a16="http://schemas.microsoft.com/office/drawing/2014/main" id="{3D6AC6CD-EB44-E91D-EB3B-F12B84015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" y="2055"/>
                <a:ext cx="229" cy="205"/>
              </a:xfrm>
              <a:custGeom>
                <a:avLst/>
                <a:gdLst>
                  <a:gd name="T0" fmla="*/ 382 w 429"/>
                  <a:gd name="T1" fmla="*/ 382 h 382"/>
                  <a:gd name="T2" fmla="*/ 0 w 429"/>
                  <a:gd name="T3" fmla="*/ 0 h 382"/>
                  <a:gd name="T4" fmla="*/ 382 w 429"/>
                  <a:gd name="T5" fmla="*/ 3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" h="382">
                    <a:moveTo>
                      <a:pt x="382" y="38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14" y="113"/>
                      <a:pt x="429" y="137"/>
                      <a:pt x="382" y="382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3" name="Freeform 256">
                <a:extLst>
                  <a:ext uri="{FF2B5EF4-FFF2-40B4-BE49-F238E27FC236}">
                    <a16:creationId xmlns:a16="http://schemas.microsoft.com/office/drawing/2014/main" id="{A3C5F664-1616-6E40-B715-B91FEAAEF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" y="2055"/>
                <a:ext cx="204" cy="230"/>
              </a:xfrm>
              <a:custGeom>
                <a:avLst/>
                <a:gdLst>
                  <a:gd name="T0" fmla="*/ 0 w 382"/>
                  <a:gd name="T1" fmla="*/ 0 h 429"/>
                  <a:gd name="T2" fmla="*/ 382 w 382"/>
                  <a:gd name="T3" fmla="*/ 382 h 429"/>
                  <a:gd name="T4" fmla="*/ 0 w 382"/>
                  <a:gd name="T5" fmla="*/ 0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2" h="429">
                    <a:moveTo>
                      <a:pt x="0" y="0"/>
                    </a:moveTo>
                    <a:cubicBezTo>
                      <a:pt x="382" y="382"/>
                      <a:pt x="382" y="382"/>
                      <a:pt x="382" y="382"/>
                    </a:cubicBezTo>
                    <a:cubicBezTo>
                      <a:pt x="137" y="429"/>
                      <a:pt x="114" y="113"/>
                      <a:pt x="0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4" name="Freeform 257">
                <a:extLst>
                  <a:ext uri="{FF2B5EF4-FFF2-40B4-BE49-F238E27FC236}">
                    <a16:creationId xmlns:a16="http://schemas.microsoft.com/office/drawing/2014/main" id="{1B4F7B03-5169-8AC7-393D-52B8F27736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" y="2069"/>
                <a:ext cx="191" cy="191"/>
              </a:xfrm>
              <a:custGeom>
                <a:avLst/>
                <a:gdLst>
                  <a:gd name="T0" fmla="*/ 0 w 357"/>
                  <a:gd name="T1" fmla="*/ 0 h 357"/>
                  <a:gd name="T2" fmla="*/ 357 w 357"/>
                  <a:gd name="T3" fmla="*/ 357 h 357"/>
                  <a:gd name="T4" fmla="*/ 0 w 357"/>
                  <a:gd name="T5" fmla="*/ 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7" h="357">
                    <a:moveTo>
                      <a:pt x="0" y="0"/>
                    </a:moveTo>
                    <a:cubicBezTo>
                      <a:pt x="357" y="357"/>
                      <a:pt x="357" y="357"/>
                      <a:pt x="357" y="357"/>
                    </a:cubicBezTo>
                    <a:cubicBezTo>
                      <a:pt x="357" y="357"/>
                      <a:pt x="253" y="281"/>
                      <a:pt x="0" y="0"/>
                    </a:cubicBez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5" name="Freeform 258">
                <a:extLst>
                  <a:ext uri="{FF2B5EF4-FFF2-40B4-BE49-F238E27FC236}">
                    <a16:creationId xmlns:a16="http://schemas.microsoft.com/office/drawing/2014/main" id="{8D16DB9C-4537-8FE7-FA25-F4ECA45B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" y="2069"/>
                <a:ext cx="191" cy="191"/>
              </a:xfrm>
              <a:custGeom>
                <a:avLst/>
                <a:gdLst>
                  <a:gd name="T0" fmla="*/ 0 w 357"/>
                  <a:gd name="T1" fmla="*/ 0 h 357"/>
                  <a:gd name="T2" fmla="*/ 357 w 357"/>
                  <a:gd name="T3" fmla="*/ 357 h 357"/>
                  <a:gd name="T4" fmla="*/ 0 w 357"/>
                  <a:gd name="T5" fmla="*/ 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7" h="357">
                    <a:moveTo>
                      <a:pt x="0" y="0"/>
                    </a:moveTo>
                    <a:cubicBezTo>
                      <a:pt x="357" y="357"/>
                      <a:pt x="357" y="357"/>
                      <a:pt x="357" y="357"/>
                    </a:cubicBezTo>
                    <a:cubicBezTo>
                      <a:pt x="357" y="357"/>
                      <a:pt x="281" y="253"/>
                      <a:pt x="0" y="0"/>
                    </a:cubicBez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6" name="Freeform 259">
                <a:extLst>
                  <a:ext uri="{FF2B5EF4-FFF2-40B4-BE49-F238E27FC236}">
                    <a16:creationId xmlns:a16="http://schemas.microsoft.com/office/drawing/2014/main" id="{70F980A1-2CC3-D1ED-C1D8-00583DCD71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8" y="1903"/>
                <a:ext cx="317" cy="282"/>
              </a:xfrm>
              <a:custGeom>
                <a:avLst/>
                <a:gdLst>
                  <a:gd name="T0" fmla="*/ 527 w 592"/>
                  <a:gd name="T1" fmla="*/ 528 h 528"/>
                  <a:gd name="T2" fmla="*/ 0 w 592"/>
                  <a:gd name="T3" fmla="*/ 0 h 528"/>
                  <a:gd name="T4" fmla="*/ 527 w 592"/>
                  <a:gd name="T5" fmla="*/ 528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2" h="528">
                    <a:moveTo>
                      <a:pt x="527" y="528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7" y="157"/>
                      <a:pt x="592" y="190"/>
                      <a:pt x="527" y="528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7" name="Freeform 260">
                <a:extLst>
                  <a:ext uri="{FF2B5EF4-FFF2-40B4-BE49-F238E27FC236}">
                    <a16:creationId xmlns:a16="http://schemas.microsoft.com/office/drawing/2014/main" id="{A0D78E7E-944B-2881-7D1A-BF6506646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8" y="1903"/>
                <a:ext cx="282" cy="317"/>
              </a:xfrm>
              <a:custGeom>
                <a:avLst/>
                <a:gdLst>
                  <a:gd name="T0" fmla="*/ 0 w 527"/>
                  <a:gd name="T1" fmla="*/ 0 h 592"/>
                  <a:gd name="T2" fmla="*/ 527 w 527"/>
                  <a:gd name="T3" fmla="*/ 528 h 592"/>
                  <a:gd name="T4" fmla="*/ 0 w 527"/>
                  <a:gd name="T5" fmla="*/ 0 h 5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" h="592">
                    <a:moveTo>
                      <a:pt x="0" y="0"/>
                    </a:moveTo>
                    <a:cubicBezTo>
                      <a:pt x="527" y="528"/>
                      <a:pt x="527" y="528"/>
                      <a:pt x="527" y="528"/>
                    </a:cubicBezTo>
                    <a:cubicBezTo>
                      <a:pt x="190" y="592"/>
                      <a:pt x="157" y="157"/>
                      <a:pt x="0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8" name="Freeform 261">
                <a:extLst>
                  <a:ext uri="{FF2B5EF4-FFF2-40B4-BE49-F238E27FC236}">
                    <a16:creationId xmlns:a16="http://schemas.microsoft.com/office/drawing/2014/main" id="{F5B229E5-36CF-C582-1458-62151E14C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6" y="1921"/>
                <a:ext cx="264" cy="264"/>
              </a:xfrm>
              <a:custGeom>
                <a:avLst/>
                <a:gdLst>
                  <a:gd name="T0" fmla="*/ 0 w 493"/>
                  <a:gd name="T1" fmla="*/ 0 h 493"/>
                  <a:gd name="T2" fmla="*/ 493 w 493"/>
                  <a:gd name="T3" fmla="*/ 493 h 493"/>
                  <a:gd name="T4" fmla="*/ 0 w 493"/>
                  <a:gd name="T5" fmla="*/ 0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3" h="493">
                    <a:moveTo>
                      <a:pt x="0" y="0"/>
                    </a:moveTo>
                    <a:cubicBezTo>
                      <a:pt x="493" y="493"/>
                      <a:pt x="493" y="493"/>
                      <a:pt x="493" y="493"/>
                    </a:cubicBezTo>
                    <a:cubicBezTo>
                      <a:pt x="493" y="493"/>
                      <a:pt x="350" y="388"/>
                      <a:pt x="0" y="0"/>
                    </a:cubicBez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" name="Freeform 262">
                <a:extLst>
                  <a:ext uri="{FF2B5EF4-FFF2-40B4-BE49-F238E27FC236}">
                    <a16:creationId xmlns:a16="http://schemas.microsoft.com/office/drawing/2014/main" id="{6FC15025-AF69-924E-9F2F-582D19497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6" y="1921"/>
                <a:ext cx="264" cy="264"/>
              </a:xfrm>
              <a:custGeom>
                <a:avLst/>
                <a:gdLst>
                  <a:gd name="T0" fmla="*/ 0 w 493"/>
                  <a:gd name="T1" fmla="*/ 0 h 493"/>
                  <a:gd name="T2" fmla="*/ 493 w 493"/>
                  <a:gd name="T3" fmla="*/ 493 h 493"/>
                  <a:gd name="T4" fmla="*/ 0 w 493"/>
                  <a:gd name="T5" fmla="*/ 0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3" h="493">
                    <a:moveTo>
                      <a:pt x="0" y="0"/>
                    </a:moveTo>
                    <a:cubicBezTo>
                      <a:pt x="493" y="493"/>
                      <a:pt x="493" y="493"/>
                      <a:pt x="493" y="493"/>
                    </a:cubicBezTo>
                    <a:cubicBezTo>
                      <a:pt x="493" y="493"/>
                      <a:pt x="389" y="350"/>
                      <a:pt x="0" y="0"/>
                    </a:cubicBez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" name="Freeform 263">
                <a:extLst>
                  <a:ext uri="{FF2B5EF4-FFF2-40B4-BE49-F238E27FC236}">
                    <a16:creationId xmlns:a16="http://schemas.microsoft.com/office/drawing/2014/main" id="{B18C5FB4-B489-C60D-ACC1-4847A49304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3" y="1587"/>
                <a:ext cx="224" cy="200"/>
              </a:xfrm>
              <a:custGeom>
                <a:avLst/>
                <a:gdLst>
                  <a:gd name="T0" fmla="*/ 46 w 419"/>
                  <a:gd name="T1" fmla="*/ 374 h 374"/>
                  <a:gd name="T2" fmla="*/ 419 w 419"/>
                  <a:gd name="T3" fmla="*/ 0 h 374"/>
                  <a:gd name="T4" fmla="*/ 46 w 419"/>
                  <a:gd name="T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9" h="374">
                    <a:moveTo>
                      <a:pt x="46" y="374"/>
                    </a:moveTo>
                    <a:cubicBezTo>
                      <a:pt x="419" y="0"/>
                      <a:pt x="419" y="0"/>
                      <a:pt x="419" y="0"/>
                    </a:cubicBezTo>
                    <a:cubicBezTo>
                      <a:pt x="308" y="111"/>
                      <a:pt x="0" y="135"/>
                      <a:pt x="46" y="374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1" name="Freeform 264">
                <a:extLst>
                  <a:ext uri="{FF2B5EF4-FFF2-40B4-BE49-F238E27FC236}">
                    <a16:creationId xmlns:a16="http://schemas.microsoft.com/office/drawing/2014/main" id="{A1F88A51-514B-F8B0-7E7E-1FC9E23DF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1587"/>
                <a:ext cx="200" cy="224"/>
              </a:xfrm>
              <a:custGeom>
                <a:avLst/>
                <a:gdLst>
                  <a:gd name="T0" fmla="*/ 373 w 373"/>
                  <a:gd name="T1" fmla="*/ 0 h 419"/>
                  <a:gd name="T2" fmla="*/ 0 w 373"/>
                  <a:gd name="T3" fmla="*/ 374 h 419"/>
                  <a:gd name="T4" fmla="*/ 373 w 373"/>
                  <a:gd name="T5" fmla="*/ 0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3" h="419">
                    <a:moveTo>
                      <a:pt x="373" y="0"/>
                    </a:moveTo>
                    <a:cubicBezTo>
                      <a:pt x="0" y="374"/>
                      <a:pt x="0" y="374"/>
                      <a:pt x="0" y="374"/>
                    </a:cubicBezTo>
                    <a:cubicBezTo>
                      <a:pt x="239" y="419"/>
                      <a:pt x="262" y="111"/>
                      <a:pt x="373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2" name="Freeform 265">
                <a:extLst>
                  <a:ext uri="{FF2B5EF4-FFF2-40B4-BE49-F238E27FC236}">
                    <a16:creationId xmlns:a16="http://schemas.microsoft.com/office/drawing/2014/main" id="{C9EDDAFE-36D4-262C-D3ED-CD236FAA8B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1600"/>
                <a:ext cx="187" cy="187"/>
              </a:xfrm>
              <a:custGeom>
                <a:avLst/>
                <a:gdLst>
                  <a:gd name="T0" fmla="*/ 349 w 349"/>
                  <a:gd name="T1" fmla="*/ 0 h 349"/>
                  <a:gd name="T2" fmla="*/ 0 w 349"/>
                  <a:gd name="T3" fmla="*/ 349 h 349"/>
                  <a:gd name="T4" fmla="*/ 349 w 349"/>
                  <a:gd name="T5" fmla="*/ 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" h="349">
                    <a:moveTo>
                      <a:pt x="349" y="0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349"/>
                      <a:pt x="101" y="275"/>
                      <a:pt x="349" y="0"/>
                    </a:cubicBez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3" name="Freeform 266">
                <a:extLst>
                  <a:ext uri="{FF2B5EF4-FFF2-40B4-BE49-F238E27FC236}">
                    <a16:creationId xmlns:a16="http://schemas.microsoft.com/office/drawing/2014/main" id="{F0BB5EEC-D1AD-ACF7-BB18-B03378C6A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1600"/>
                <a:ext cx="187" cy="187"/>
              </a:xfrm>
              <a:custGeom>
                <a:avLst/>
                <a:gdLst>
                  <a:gd name="T0" fmla="*/ 349 w 349"/>
                  <a:gd name="T1" fmla="*/ 0 h 349"/>
                  <a:gd name="T2" fmla="*/ 0 w 349"/>
                  <a:gd name="T3" fmla="*/ 349 h 349"/>
                  <a:gd name="T4" fmla="*/ 349 w 349"/>
                  <a:gd name="T5" fmla="*/ 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" h="349">
                    <a:moveTo>
                      <a:pt x="349" y="0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349"/>
                      <a:pt x="74" y="247"/>
                      <a:pt x="349" y="0"/>
                    </a:cubicBez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4" name="Freeform 267">
                <a:extLst>
                  <a:ext uri="{FF2B5EF4-FFF2-40B4-BE49-F238E27FC236}">
                    <a16:creationId xmlns:a16="http://schemas.microsoft.com/office/drawing/2014/main" id="{CCD85EFC-7160-5B18-DA27-4915A12A7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1792"/>
                <a:ext cx="263" cy="234"/>
              </a:xfrm>
              <a:custGeom>
                <a:avLst/>
                <a:gdLst>
                  <a:gd name="T0" fmla="*/ 53 w 490"/>
                  <a:gd name="T1" fmla="*/ 437 h 437"/>
                  <a:gd name="T2" fmla="*/ 490 w 490"/>
                  <a:gd name="T3" fmla="*/ 0 h 437"/>
                  <a:gd name="T4" fmla="*/ 53 w 490"/>
                  <a:gd name="T5" fmla="*/ 437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0" h="437">
                    <a:moveTo>
                      <a:pt x="53" y="437"/>
                    </a:moveTo>
                    <a:cubicBezTo>
                      <a:pt x="490" y="0"/>
                      <a:pt x="490" y="0"/>
                      <a:pt x="490" y="0"/>
                    </a:cubicBezTo>
                    <a:cubicBezTo>
                      <a:pt x="360" y="130"/>
                      <a:pt x="0" y="157"/>
                      <a:pt x="53" y="437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5" name="Freeform 268">
                <a:extLst>
                  <a:ext uri="{FF2B5EF4-FFF2-40B4-BE49-F238E27FC236}">
                    <a16:creationId xmlns:a16="http://schemas.microsoft.com/office/drawing/2014/main" id="{325591A6-1DBA-2CA4-0E82-187A45683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4" y="1792"/>
                <a:ext cx="234" cy="263"/>
              </a:xfrm>
              <a:custGeom>
                <a:avLst/>
                <a:gdLst>
                  <a:gd name="T0" fmla="*/ 437 w 437"/>
                  <a:gd name="T1" fmla="*/ 0 h 491"/>
                  <a:gd name="T2" fmla="*/ 0 w 437"/>
                  <a:gd name="T3" fmla="*/ 437 h 491"/>
                  <a:gd name="T4" fmla="*/ 437 w 437"/>
                  <a:gd name="T5" fmla="*/ 0 h 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7" h="491">
                    <a:moveTo>
                      <a:pt x="437" y="0"/>
                    </a:moveTo>
                    <a:cubicBezTo>
                      <a:pt x="0" y="437"/>
                      <a:pt x="0" y="437"/>
                      <a:pt x="0" y="437"/>
                    </a:cubicBezTo>
                    <a:cubicBezTo>
                      <a:pt x="280" y="491"/>
                      <a:pt x="307" y="130"/>
                      <a:pt x="437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6" name="Freeform 269">
                <a:extLst>
                  <a:ext uri="{FF2B5EF4-FFF2-40B4-BE49-F238E27FC236}">
                    <a16:creationId xmlns:a16="http://schemas.microsoft.com/office/drawing/2014/main" id="{118AD533-9F68-7F29-634D-4F70B96B2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4" y="1808"/>
                <a:ext cx="219" cy="218"/>
              </a:xfrm>
              <a:custGeom>
                <a:avLst/>
                <a:gdLst>
                  <a:gd name="T0" fmla="*/ 409 w 409"/>
                  <a:gd name="T1" fmla="*/ 0 h 408"/>
                  <a:gd name="T2" fmla="*/ 0 w 409"/>
                  <a:gd name="T3" fmla="*/ 408 h 408"/>
                  <a:gd name="T4" fmla="*/ 409 w 409"/>
                  <a:gd name="T5" fmla="*/ 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9" h="408">
                    <a:moveTo>
                      <a:pt x="409" y="0"/>
                    </a:moveTo>
                    <a:cubicBezTo>
                      <a:pt x="0" y="408"/>
                      <a:pt x="0" y="408"/>
                      <a:pt x="0" y="408"/>
                    </a:cubicBezTo>
                    <a:cubicBezTo>
                      <a:pt x="0" y="408"/>
                      <a:pt x="119" y="321"/>
                      <a:pt x="409" y="0"/>
                    </a:cubicBez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7" name="Freeform 270">
                <a:extLst>
                  <a:ext uri="{FF2B5EF4-FFF2-40B4-BE49-F238E27FC236}">
                    <a16:creationId xmlns:a16="http://schemas.microsoft.com/office/drawing/2014/main" id="{EBF69AC8-B42C-5A2A-83AB-171FFA2010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4" y="1808"/>
                <a:ext cx="219" cy="218"/>
              </a:xfrm>
              <a:custGeom>
                <a:avLst/>
                <a:gdLst>
                  <a:gd name="T0" fmla="*/ 409 w 409"/>
                  <a:gd name="T1" fmla="*/ 0 h 408"/>
                  <a:gd name="T2" fmla="*/ 0 w 409"/>
                  <a:gd name="T3" fmla="*/ 408 h 408"/>
                  <a:gd name="T4" fmla="*/ 409 w 409"/>
                  <a:gd name="T5" fmla="*/ 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9" h="408">
                    <a:moveTo>
                      <a:pt x="409" y="0"/>
                    </a:moveTo>
                    <a:cubicBezTo>
                      <a:pt x="0" y="408"/>
                      <a:pt x="0" y="408"/>
                      <a:pt x="0" y="408"/>
                    </a:cubicBezTo>
                    <a:cubicBezTo>
                      <a:pt x="0" y="408"/>
                      <a:pt x="87" y="290"/>
                      <a:pt x="409" y="0"/>
                    </a:cubicBez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8" name="Freeform 271">
                <a:extLst>
                  <a:ext uri="{FF2B5EF4-FFF2-40B4-BE49-F238E27FC236}">
                    <a16:creationId xmlns:a16="http://schemas.microsoft.com/office/drawing/2014/main" id="{07A0FE0F-671C-7B9B-3CF3-AD6C83A2D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9" y="2323"/>
                <a:ext cx="337" cy="299"/>
              </a:xfrm>
              <a:custGeom>
                <a:avLst/>
                <a:gdLst>
                  <a:gd name="T0" fmla="*/ 69 w 628"/>
                  <a:gd name="T1" fmla="*/ 559 h 559"/>
                  <a:gd name="T2" fmla="*/ 628 w 628"/>
                  <a:gd name="T3" fmla="*/ 0 h 559"/>
                  <a:gd name="T4" fmla="*/ 69 w 628"/>
                  <a:gd name="T5" fmla="*/ 55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8" h="559">
                    <a:moveTo>
                      <a:pt x="69" y="559"/>
                    </a:moveTo>
                    <a:cubicBezTo>
                      <a:pt x="628" y="0"/>
                      <a:pt x="628" y="0"/>
                      <a:pt x="628" y="0"/>
                    </a:cubicBezTo>
                    <a:cubicBezTo>
                      <a:pt x="462" y="166"/>
                      <a:pt x="0" y="201"/>
                      <a:pt x="69" y="559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9" name="Freeform 272">
                <a:extLst>
                  <a:ext uri="{FF2B5EF4-FFF2-40B4-BE49-F238E27FC236}">
                    <a16:creationId xmlns:a16="http://schemas.microsoft.com/office/drawing/2014/main" id="{58568E50-CA88-AD57-87B6-ACAEE53083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2323"/>
                <a:ext cx="300" cy="335"/>
              </a:xfrm>
              <a:custGeom>
                <a:avLst/>
                <a:gdLst>
                  <a:gd name="T0" fmla="*/ 559 w 559"/>
                  <a:gd name="T1" fmla="*/ 0 h 627"/>
                  <a:gd name="T2" fmla="*/ 0 w 559"/>
                  <a:gd name="T3" fmla="*/ 559 h 627"/>
                  <a:gd name="T4" fmla="*/ 559 w 559"/>
                  <a:gd name="T5" fmla="*/ 0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59" h="627">
                    <a:moveTo>
                      <a:pt x="559" y="0"/>
                    </a:moveTo>
                    <a:cubicBezTo>
                      <a:pt x="0" y="559"/>
                      <a:pt x="0" y="559"/>
                      <a:pt x="0" y="559"/>
                    </a:cubicBezTo>
                    <a:cubicBezTo>
                      <a:pt x="358" y="627"/>
                      <a:pt x="393" y="166"/>
                      <a:pt x="559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0" name="Freeform 273">
                <a:extLst>
                  <a:ext uri="{FF2B5EF4-FFF2-40B4-BE49-F238E27FC236}">
                    <a16:creationId xmlns:a16="http://schemas.microsoft.com/office/drawing/2014/main" id="{A571BFD8-9000-AA34-BB65-6A38D32A3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2342"/>
                <a:ext cx="280" cy="280"/>
              </a:xfrm>
              <a:custGeom>
                <a:avLst/>
                <a:gdLst>
                  <a:gd name="T0" fmla="*/ 522 w 522"/>
                  <a:gd name="T1" fmla="*/ 0 h 523"/>
                  <a:gd name="T2" fmla="*/ 0 w 522"/>
                  <a:gd name="T3" fmla="*/ 523 h 523"/>
                  <a:gd name="T4" fmla="*/ 522 w 522"/>
                  <a:gd name="T5" fmla="*/ 0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2" h="523">
                    <a:moveTo>
                      <a:pt x="522" y="0"/>
                    </a:moveTo>
                    <a:cubicBezTo>
                      <a:pt x="0" y="523"/>
                      <a:pt x="0" y="523"/>
                      <a:pt x="0" y="523"/>
                    </a:cubicBezTo>
                    <a:cubicBezTo>
                      <a:pt x="0" y="523"/>
                      <a:pt x="151" y="412"/>
                      <a:pt x="522" y="0"/>
                    </a:cubicBez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1" name="Freeform 274">
                <a:extLst>
                  <a:ext uri="{FF2B5EF4-FFF2-40B4-BE49-F238E27FC236}">
                    <a16:creationId xmlns:a16="http://schemas.microsoft.com/office/drawing/2014/main" id="{5FF9C0EC-2FF2-D9A8-ABF4-C0DBD2ABFC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2342"/>
                <a:ext cx="280" cy="280"/>
              </a:xfrm>
              <a:custGeom>
                <a:avLst/>
                <a:gdLst>
                  <a:gd name="T0" fmla="*/ 522 w 522"/>
                  <a:gd name="T1" fmla="*/ 0 h 523"/>
                  <a:gd name="T2" fmla="*/ 0 w 522"/>
                  <a:gd name="T3" fmla="*/ 523 h 523"/>
                  <a:gd name="T4" fmla="*/ 522 w 522"/>
                  <a:gd name="T5" fmla="*/ 0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2" h="523">
                    <a:moveTo>
                      <a:pt x="522" y="0"/>
                    </a:moveTo>
                    <a:cubicBezTo>
                      <a:pt x="0" y="523"/>
                      <a:pt x="0" y="523"/>
                      <a:pt x="0" y="523"/>
                    </a:cubicBezTo>
                    <a:cubicBezTo>
                      <a:pt x="0" y="523"/>
                      <a:pt x="110" y="371"/>
                      <a:pt x="522" y="0"/>
                    </a:cubicBez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2" name="Freeform 275">
                <a:extLst>
                  <a:ext uri="{FF2B5EF4-FFF2-40B4-BE49-F238E27FC236}">
                    <a16:creationId xmlns:a16="http://schemas.microsoft.com/office/drawing/2014/main" id="{B32A3EDB-77F2-1E1F-6157-49EA00C4B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7" y="1498"/>
                <a:ext cx="239" cy="1213"/>
              </a:xfrm>
              <a:custGeom>
                <a:avLst/>
                <a:gdLst>
                  <a:gd name="T0" fmla="*/ 21 w 447"/>
                  <a:gd name="T1" fmla="*/ 2267 h 2267"/>
                  <a:gd name="T2" fmla="*/ 0 w 447"/>
                  <a:gd name="T3" fmla="*/ 2267 h 2267"/>
                  <a:gd name="T4" fmla="*/ 0 w 447"/>
                  <a:gd name="T5" fmla="*/ 1846 h 2267"/>
                  <a:gd name="T6" fmla="*/ 117 w 447"/>
                  <a:gd name="T7" fmla="*/ 1551 h 2267"/>
                  <a:gd name="T8" fmla="*/ 243 w 447"/>
                  <a:gd name="T9" fmla="*/ 1430 h 2267"/>
                  <a:gd name="T10" fmla="*/ 305 w 447"/>
                  <a:gd name="T11" fmla="*/ 1370 h 2267"/>
                  <a:gd name="T12" fmla="*/ 427 w 447"/>
                  <a:gd name="T13" fmla="*/ 1077 h 2267"/>
                  <a:gd name="T14" fmla="*/ 427 w 447"/>
                  <a:gd name="T15" fmla="*/ 938 h 2267"/>
                  <a:gd name="T16" fmla="*/ 305 w 447"/>
                  <a:gd name="T17" fmla="*/ 646 h 2267"/>
                  <a:gd name="T18" fmla="*/ 294 w 447"/>
                  <a:gd name="T19" fmla="*/ 634 h 2267"/>
                  <a:gd name="T20" fmla="*/ 167 w 447"/>
                  <a:gd name="T21" fmla="*/ 327 h 2267"/>
                  <a:gd name="T22" fmla="*/ 167 w 447"/>
                  <a:gd name="T23" fmla="*/ 0 h 2267"/>
                  <a:gd name="T24" fmla="*/ 187 w 447"/>
                  <a:gd name="T25" fmla="*/ 0 h 2267"/>
                  <a:gd name="T26" fmla="*/ 187 w 447"/>
                  <a:gd name="T27" fmla="*/ 327 h 2267"/>
                  <a:gd name="T28" fmla="*/ 308 w 447"/>
                  <a:gd name="T29" fmla="*/ 619 h 2267"/>
                  <a:gd name="T30" fmla="*/ 320 w 447"/>
                  <a:gd name="T31" fmla="*/ 631 h 2267"/>
                  <a:gd name="T32" fmla="*/ 447 w 447"/>
                  <a:gd name="T33" fmla="*/ 938 h 2267"/>
                  <a:gd name="T34" fmla="*/ 447 w 447"/>
                  <a:gd name="T35" fmla="*/ 1077 h 2267"/>
                  <a:gd name="T36" fmla="*/ 320 w 447"/>
                  <a:gd name="T37" fmla="*/ 1385 h 2267"/>
                  <a:gd name="T38" fmla="*/ 257 w 447"/>
                  <a:gd name="T39" fmla="*/ 1445 h 2267"/>
                  <a:gd name="T40" fmla="*/ 132 w 447"/>
                  <a:gd name="T41" fmla="*/ 1565 h 2267"/>
                  <a:gd name="T42" fmla="*/ 21 w 447"/>
                  <a:gd name="T43" fmla="*/ 1846 h 2267"/>
                  <a:gd name="T44" fmla="*/ 21 w 447"/>
                  <a:gd name="T45" fmla="*/ 2267 h 2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7" h="2267">
                    <a:moveTo>
                      <a:pt x="21" y="2267"/>
                    </a:moveTo>
                    <a:cubicBezTo>
                      <a:pt x="0" y="2267"/>
                      <a:pt x="0" y="2267"/>
                      <a:pt x="0" y="2267"/>
                    </a:cubicBezTo>
                    <a:cubicBezTo>
                      <a:pt x="0" y="1846"/>
                      <a:pt x="0" y="1846"/>
                      <a:pt x="0" y="1846"/>
                    </a:cubicBezTo>
                    <a:cubicBezTo>
                      <a:pt x="0" y="1736"/>
                      <a:pt x="42" y="1631"/>
                      <a:pt x="117" y="1551"/>
                    </a:cubicBezTo>
                    <a:cubicBezTo>
                      <a:pt x="119" y="1548"/>
                      <a:pt x="159" y="1510"/>
                      <a:pt x="243" y="1430"/>
                    </a:cubicBezTo>
                    <a:cubicBezTo>
                      <a:pt x="274" y="1400"/>
                      <a:pt x="304" y="1372"/>
                      <a:pt x="305" y="1370"/>
                    </a:cubicBezTo>
                    <a:cubicBezTo>
                      <a:pt x="384" y="1292"/>
                      <a:pt x="427" y="1188"/>
                      <a:pt x="427" y="1077"/>
                    </a:cubicBezTo>
                    <a:cubicBezTo>
                      <a:pt x="427" y="938"/>
                      <a:pt x="427" y="938"/>
                      <a:pt x="427" y="938"/>
                    </a:cubicBezTo>
                    <a:cubicBezTo>
                      <a:pt x="427" y="828"/>
                      <a:pt x="384" y="724"/>
                      <a:pt x="305" y="646"/>
                    </a:cubicBezTo>
                    <a:cubicBezTo>
                      <a:pt x="294" y="634"/>
                      <a:pt x="294" y="634"/>
                      <a:pt x="294" y="634"/>
                    </a:cubicBezTo>
                    <a:cubicBezTo>
                      <a:pt x="212" y="552"/>
                      <a:pt x="167" y="443"/>
                      <a:pt x="167" y="327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87" y="0"/>
                      <a:pt x="187" y="0"/>
                      <a:pt x="187" y="0"/>
                    </a:cubicBezTo>
                    <a:cubicBezTo>
                      <a:pt x="187" y="327"/>
                      <a:pt x="187" y="327"/>
                      <a:pt x="187" y="327"/>
                    </a:cubicBezTo>
                    <a:cubicBezTo>
                      <a:pt x="187" y="437"/>
                      <a:pt x="230" y="541"/>
                      <a:pt x="308" y="619"/>
                    </a:cubicBezTo>
                    <a:cubicBezTo>
                      <a:pt x="320" y="631"/>
                      <a:pt x="320" y="631"/>
                      <a:pt x="320" y="631"/>
                    </a:cubicBezTo>
                    <a:cubicBezTo>
                      <a:pt x="402" y="713"/>
                      <a:pt x="447" y="822"/>
                      <a:pt x="447" y="938"/>
                    </a:cubicBezTo>
                    <a:cubicBezTo>
                      <a:pt x="447" y="1077"/>
                      <a:pt x="447" y="1077"/>
                      <a:pt x="447" y="1077"/>
                    </a:cubicBezTo>
                    <a:cubicBezTo>
                      <a:pt x="447" y="1193"/>
                      <a:pt x="402" y="1303"/>
                      <a:pt x="320" y="1385"/>
                    </a:cubicBezTo>
                    <a:cubicBezTo>
                      <a:pt x="319" y="1386"/>
                      <a:pt x="296" y="1407"/>
                      <a:pt x="257" y="1445"/>
                    </a:cubicBezTo>
                    <a:cubicBezTo>
                      <a:pt x="206" y="1494"/>
                      <a:pt x="135" y="1561"/>
                      <a:pt x="132" y="1565"/>
                    </a:cubicBezTo>
                    <a:cubicBezTo>
                      <a:pt x="61" y="1642"/>
                      <a:pt x="21" y="1742"/>
                      <a:pt x="21" y="1846"/>
                    </a:cubicBezTo>
                    <a:lnTo>
                      <a:pt x="21" y="2267"/>
                    </a:ln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3" name="Freeform 276">
                <a:extLst>
                  <a:ext uri="{FF2B5EF4-FFF2-40B4-BE49-F238E27FC236}">
                    <a16:creationId xmlns:a16="http://schemas.microsoft.com/office/drawing/2014/main" id="{D42AA3AE-E109-324E-17F5-69B2ECEFB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9" y="1852"/>
                <a:ext cx="60" cy="55"/>
              </a:xfrm>
              <a:custGeom>
                <a:avLst/>
                <a:gdLst>
                  <a:gd name="T0" fmla="*/ 28 w 113"/>
                  <a:gd name="T1" fmla="*/ 0 h 104"/>
                  <a:gd name="T2" fmla="*/ 113 w 113"/>
                  <a:gd name="T3" fmla="*/ 50 h 104"/>
                  <a:gd name="T4" fmla="*/ 0 w 113"/>
                  <a:gd name="T5" fmla="*/ 104 h 104"/>
                  <a:gd name="T6" fmla="*/ 28 w 113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3" h="104">
                    <a:moveTo>
                      <a:pt x="28" y="0"/>
                    </a:moveTo>
                    <a:cubicBezTo>
                      <a:pt x="59" y="9"/>
                      <a:pt x="88" y="25"/>
                      <a:pt x="113" y="50"/>
                    </a:cubicBezTo>
                    <a:cubicBezTo>
                      <a:pt x="81" y="81"/>
                      <a:pt x="41" y="99"/>
                      <a:pt x="0" y="104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6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4" name="Freeform 277">
                <a:extLst>
                  <a:ext uri="{FF2B5EF4-FFF2-40B4-BE49-F238E27FC236}">
                    <a16:creationId xmlns:a16="http://schemas.microsoft.com/office/drawing/2014/main" id="{A779F332-8684-C42C-C950-6D13EC6FC7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1" y="1848"/>
                <a:ext cx="53" cy="60"/>
              </a:xfrm>
              <a:custGeom>
                <a:avLst/>
                <a:gdLst>
                  <a:gd name="T0" fmla="*/ 98 w 98"/>
                  <a:gd name="T1" fmla="*/ 8 h 113"/>
                  <a:gd name="T2" fmla="*/ 70 w 98"/>
                  <a:gd name="T3" fmla="*/ 112 h 113"/>
                  <a:gd name="T4" fmla="*/ 27 w 98"/>
                  <a:gd name="T5" fmla="*/ 112 h 113"/>
                  <a:gd name="T6" fmla="*/ 0 w 98"/>
                  <a:gd name="T7" fmla="*/ 8 h 113"/>
                  <a:gd name="T8" fmla="*/ 98 w 98"/>
                  <a:gd name="T9" fmla="*/ 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13">
                    <a:moveTo>
                      <a:pt x="98" y="8"/>
                    </a:moveTo>
                    <a:cubicBezTo>
                      <a:pt x="70" y="112"/>
                      <a:pt x="70" y="112"/>
                      <a:pt x="70" y="112"/>
                    </a:cubicBezTo>
                    <a:cubicBezTo>
                      <a:pt x="56" y="113"/>
                      <a:pt x="42" y="113"/>
                      <a:pt x="27" y="1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32" y="0"/>
                      <a:pt x="66" y="0"/>
                      <a:pt x="98" y="8"/>
                    </a:cubicBezTo>
                    <a:close/>
                  </a:path>
                </a:pathLst>
              </a:custGeom>
              <a:solidFill>
                <a:srgbClr val="FF41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5" name="Freeform 278">
                <a:extLst>
                  <a:ext uri="{FF2B5EF4-FFF2-40B4-BE49-F238E27FC236}">
                    <a16:creationId xmlns:a16="http://schemas.microsoft.com/office/drawing/2014/main" id="{3E6FD873-D158-1DDF-9AC9-75A041582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" y="1852"/>
                <a:ext cx="60" cy="55"/>
              </a:xfrm>
              <a:custGeom>
                <a:avLst/>
                <a:gdLst>
                  <a:gd name="T0" fmla="*/ 85 w 112"/>
                  <a:gd name="T1" fmla="*/ 0 h 104"/>
                  <a:gd name="T2" fmla="*/ 112 w 112"/>
                  <a:gd name="T3" fmla="*/ 104 h 104"/>
                  <a:gd name="T4" fmla="*/ 0 w 112"/>
                  <a:gd name="T5" fmla="*/ 50 h 104"/>
                  <a:gd name="T6" fmla="*/ 85 w 112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2" h="104">
                    <a:moveTo>
                      <a:pt x="85" y="0"/>
                    </a:moveTo>
                    <a:cubicBezTo>
                      <a:pt x="112" y="104"/>
                      <a:pt x="112" y="104"/>
                      <a:pt x="112" y="104"/>
                    </a:cubicBezTo>
                    <a:cubicBezTo>
                      <a:pt x="71" y="99"/>
                      <a:pt x="31" y="81"/>
                      <a:pt x="0" y="50"/>
                    </a:cubicBezTo>
                    <a:cubicBezTo>
                      <a:pt x="24" y="25"/>
                      <a:pt x="54" y="9"/>
                      <a:pt x="85" y="0"/>
                    </a:cubicBezTo>
                    <a:close/>
                  </a:path>
                </a:pathLst>
              </a:custGeom>
              <a:solidFill>
                <a:srgbClr val="FF61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6" name="Freeform 279">
                <a:extLst>
                  <a:ext uri="{FF2B5EF4-FFF2-40B4-BE49-F238E27FC236}">
                    <a16:creationId xmlns:a16="http://schemas.microsoft.com/office/drawing/2014/main" id="{5EC6305D-7089-A6CA-72B5-7834A8BF22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6" y="1608"/>
                <a:ext cx="163" cy="244"/>
              </a:xfrm>
              <a:custGeom>
                <a:avLst/>
                <a:gdLst>
                  <a:gd name="T0" fmla="*/ 286 w 304"/>
                  <a:gd name="T1" fmla="*/ 138 h 456"/>
                  <a:gd name="T2" fmla="*/ 201 w 304"/>
                  <a:gd name="T3" fmla="*/ 456 h 456"/>
                  <a:gd name="T4" fmla="*/ 103 w 304"/>
                  <a:gd name="T5" fmla="*/ 456 h 456"/>
                  <a:gd name="T6" fmla="*/ 17 w 304"/>
                  <a:gd name="T7" fmla="*/ 138 h 456"/>
                  <a:gd name="T8" fmla="*/ 116 w 304"/>
                  <a:gd name="T9" fmla="*/ 2 h 456"/>
                  <a:gd name="T10" fmla="*/ 188 w 304"/>
                  <a:gd name="T11" fmla="*/ 2 h 456"/>
                  <a:gd name="T12" fmla="*/ 286 w 304"/>
                  <a:gd name="T13" fmla="*/ 138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4" h="456">
                    <a:moveTo>
                      <a:pt x="286" y="138"/>
                    </a:moveTo>
                    <a:cubicBezTo>
                      <a:pt x="201" y="456"/>
                      <a:pt x="201" y="456"/>
                      <a:pt x="201" y="456"/>
                    </a:cubicBezTo>
                    <a:cubicBezTo>
                      <a:pt x="169" y="448"/>
                      <a:pt x="135" y="448"/>
                      <a:pt x="103" y="456"/>
                    </a:cubicBezTo>
                    <a:cubicBezTo>
                      <a:pt x="17" y="138"/>
                      <a:pt x="17" y="138"/>
                      <a:pt x="17" y="138"/>
                    </a:cubicBezTo>
                    <a:cubicBezTo>
                      <a:pt x="0" y="71"/>
                      <a:pt x="47" y="6"/>
                      <a:pt x="116" y="2"/>
                    </a:cubicBezTo>
                    <a:cubicBezTo>
                      <a:pt x="140" y="0"/>
                      <a:pt x="164" y="0"/>
                      <a:pt x="188" y="2"/>
                    </a:cubicBezTo>
                    <a:cubicBezTo>
                      <a:pt x="256" y="6"/>
                      <a:pt x="304" y="71"/>
                      <a:pt x="286" y="13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9696"/>
                  </a:gs>
                  <a:gs pos="72000">
                    <a:srgbClr val="F34B4B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7" name="Freeform 280">
                <a:extLst>
                  <a:ext uri="{FF2B5EF4-FFF2-40B4-BE49-F238E27FC236}">
                    <a16:creationId xmlns:a16="http://schemas.microsoft.com/office/drawing/2014/main" id="{F1E1C882-EAFA-E78E-089F-213F359548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8" y="1511"/>
                <a:ext cx="43" cy="83"/>
              </a:xfrm>
              <a:custGeom>
                <a:avLst/>
                <a:gdLst>
                  <a:gd name="T0" fmla="*/ 40 w 81"/>
                  <a:gd name="T1" fmla="*/ 155 h 155"/>
                  <a:gd name="T2" fmla="*/ 40 w 81"/>
                  <a:gd name="T3" fmla="*/ 0 h 155"/>
                  <a:gd name="T4" fmla="*/ 40 w 81"/>
                  <a:gd name="T5" fmla="*/ 155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" h="155">
                    <a:moveTo>
                      <a:pt x="40" y="155"/>
                    </a:moveTo>
                    <a:cubicBezTo>
                      <a:pt x="40" y="155"/>
                      <a:pt x="0" y="0"/>
                      <a:pt x="40" y="0"/>
                    </a:cubicBezTo>
                    <a:cubicBezTo>
                      <a:pt x="81" y="0"/>
                      <a:pt x="40" y="155"/>
                      <a:pt x="40" y="155"/>
                    </a:cubicBezTo>
                    <a:close/>
                  </a:path>
                </a:pathLst>
              </a:custGeom>
              <a:solidFill>
                <a:srgbClr val="FEDA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8" name="Freeform 281">
                <a:extLst>
                  <a:ext uri="{FF2B5EF4-FFF2-40B4-BE49-F238E27FC236}">
                    <a16:creationId xmlns:a16="http://schemas.microsoft.com/office/drawing/2014/main" id="{44F03C8A-7F8A-2BD5-F2B1-5D5E25709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" y="1554"/>
                <a:ext cx="42" cy="66"/>
              </a:xfrm>
              <a:custGeom>
                <a:avLst/>
                <a:gdLst>
                  <a:gd name="T0" fmla="*/ 78 w 78"/>
                  <a:gd name="T1" fmla="*/ 124 h 124"/>
                  <a:gd name="T2" fmla="*/ 31 w 78"/>
                  <a:gd name="T3" fmla="*/ 13 h 124"/>
                  <a:gd name="T4" fmla="*/ 78 w 78"/>
                  <a:gd name="T5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" h="124">
                    <a:moveTo>
                      <a:pt x="78" y="124"/>
                    </a:moveTo>
                    <a:cubicBezTo>
                      <a:pt x="78" y="124"/>
                      <a:pt x="0" y="26"/>
                      <a:pt x="31" y="13"/>
                    </a:cubicBezTo>
                    <a:cubicBezTo>
                      <a:pt x="62" y="0"/>
                      <a:pt x="78" y="124"/>
                      <a:pt x="78" y="124"/>
                    </a:cubicBezTo>
                    <a:close/>
                  </a:path>
                </a:pathLst>
              </a:custGeom>
              <a:solidFill>
                <a:srgbClr val="FEDA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" name="Freeform 282">
                <a:extLst>
                  <a:ext uri="{FF2B5EF4-FFF2-40B4-BE49-F238E27FC236}">
                    <a16:creationId xmlns:a16="http://schemas.microsoft.com/office/drawing/2014/main" id="{4CDBDD49-A441-DFB2-3C98-23012A439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1633"/>
                <a:ext cx="33" cy="37"/>
              </a:xfrm>
              <a:custGeom>
                <a:avLst/>
                <a:gdLst>
                  <a:gd name="T0" fmla="*/ 62 w 62"/>
                  <a:gd name="T1" fmla="*/ 69 h 69"/>
                  <a:gd name="T2" fmla="*/ 19 w 62"/>
                  <a:gd name="T3" fmla="*/ 15 h 69"/>
                  <a:gd name="T4" fmla="*/ 62 w 62"/>
                  <a:gd name="T5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" h="69">
                    <a:moveTo>
                      <a:pt x="62" y="69"/>
                    </a:moveTo>
                    <a:cubicBezTo>
                      <a:pt x="62" y="69"/>
                      <a:pt x="0" y="29"/>
                      <a:pt x="19" y="15"/>
                    </a:cubicBezTo>
                    <a:cubicBezTo>
                      <a:pt x="37" y="0"/>
                      <a:pt x="62" y="69"/>
                      <a:pt x="62" y="69"/>
                    </a:cubicBezTo>
                    <a:close/>
                  </a:path>
                </a:pathLst>
              </a:custGeom>
              <a:solidFill>
                <a:srgbClr val="FEDA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0" name="Freeform 283">
                <a:extLst>
                  <a:ext uri="{FF2B5EF4-FFF2-40B4-BE49-F238E27FC236}">
                    <a16:creationId xmlns:a16="http://schemas.microsoft.com/office/drawing/2014/main" id="{D5308C2E-E53C-6F1F-53FF-97E1269B7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7" y="1554"/>
                <a:ext cx="41" cy="66"/>
              </a:xfrm>
              <a:custGeom>
                <a:avLst/>
                <a:gdLst>
                  <a:gd name="T0" fmla="*/ 0 w 78"/>
                  <a:gd name="T1" fmla="*/ 124 h 124"/>
                  <a:gd name="T2" fmla="*/ 46 w 78"/>
                  <a:gd name="T3" fmla="*/ 13 h 124"/>
                  <a:gd name="T4" fmla="*/ 0 w 78"/>
                  <a:gd name="T5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" h="124">
                    <a:moveTo>
                      <a:pt x="0" y="124"/>
                    </a:moveTo>
                    <a:cubicBezTo>
                      <a:pt x="0" y="124"/>
                      <a:pt x="78" y="26"/>
                      <a:pt x="46" y="13"/>
                    </a:cubicBezTo>
                    <a:cubicBezTo>
                      <a:pt x="15" y="0"/>
                      <a:pt x="0" y="124"/>
                      <a:pt x="0" y="124"/>
                    </a:cubicBezTo>
                    <a:close/>
                  </a:path>
                </a:pathLst>
              </a:custGeom>
              <a:solidFill>
                <a:srgbClr val="FEDA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1" name="Freeform 284">
                <a:extLst>
                  <a:ext uri="{FF2B5EF4-FFF2-40B4-BE49-F238E27FC236}">
                    <a16:creationId xmlns:a16="http://schemas.microsoft.com/office/drawing/2014/main" id="{E7F62388-5765-B788-1D9D-8E86825BF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" y="1633"/>
                <a:ext cx="33" cy="37"/>
              </a:xfrm>
              <a:custGeom>
                <a:avLst/>
                <a:gdLst>
                  <a:gd name="T0" fmla="*/ 0 w 62"/>
                  <a:gd name="T1" fmla="*/ 69 h 69"/>
                  <a:gd name="T2" fmla="*/ 44 w 62"/>
                  <a:gd name="T3" fmla="*/ 15 h 69"/>
                  <a:gd name="T4" fmla="*/ 0 w 62"/>
                  <a:gd name="T5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" h="69">
                    <a:moveTo>
                      <a:pt x="0" y="69"/>
                    </a:moveTo>
                    <a:cubicBezTo>
                      <a:pt x="0" y="69"/>
                      <a:pt x="62" y="29"/>
                      <a:pt x="44" y="15"/>
                    </a:cubicBezTo>
                    <a:cubicBezTo>
                      <a:pt x="25" y="0"/>
                      <a:pt x="0" y="69"/>
                      <a:pt x="0" y="69"/>
                    </a:cubicBezTo>
                    <a:close/>
                  </a:path>
                </a:pathLst>
              </a:custGeom>
              <a:solidFill>
                <a:srgbClr val="FEDA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2" name="Freeform 285">
                <a:extLst>
                  <a:ext uri="{FF2B5EF4-FFF2-40B4-BE49-F238E27FC236}">
                    <a16:creationId xmlns:a16="http://schemas.microsoft.com/office/drawing/2014/main" id="{233F65A2-A561-5EE5-0F06-BE0C40530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9" y="1853"/>
                <a:ext cx="60" cy="54"/>
              </a:xfrm>
              <a:custGeom>
                <a:avLst/>
                <a:gdLst>
                  <a:gd name="T0" fmla="*/ 52 w 113"/>
                  <a:gd name="T1" fmla="*/ 6 h 101"/>
                  <a:gd name="T2" fmla="*/ 113 w 113"/>
                  <a:gd name="T3" fmla="*/ 47 h 101"/>
                  <a:gd name="T4" fmla="*/ 0 w 113"/>
                  <a:gd name="T5" fmla="*/ 101 h 101"/>
                  <a:gd name="T6" fmla="*/ 22 w 113"/>
                  <a:gd name="T7" fmla="*/ 20 h 101"/>
                  <a:gd name="T8" fmla="*/ 52 w 113"/>
                  <a:gd name="T9" fmla="*/ 6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101">
                    <a:moveTo>
                      <a:pt x="52" y="6"/>
                    </a:moveTo>
                    <a:cubicBezTo>
                      <a:pt x="74" y="15"/>
                      <a:pt x="95" y="29"/>
                      <a:pt x="113" y="47"/>
                    </a:cubicBezTo>
                    <a:cubicBezTo>
                      <a:pt x="81" y="78"/>
                      <a:pt x="41" y="96"/>
                      <a:pt x="0" y="101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5" y="7"/>
                      <a:pt x="40" y="0"/>
                      <a:pt x="52" y="6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3" name="Freeform 286">
                <a:extLst>
                  <a:ext uri="{FF2B5EF4-FFF2-40B4-BE49-F238E27FC236}">
                    <a16:creationId xmlns:a16="http://schemas.microsoft.com/office/drawing/2014/main" id="{BCB8872F-1DE9-2FDF-04ED-400017661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" y="1848"/>
                <a:ext cx="50" cy="60"/>
              </a:xfrm>
              <a:custGeom>
                <a:avLst/>
                <a:gdLst>
                  <a:gd name="T0" fmla="*/ 90 w 93"/>
                  <a:gd name="T1" fmla="*/ 30 h 112"/>
                  <a:gd name="T2" fmla="*/ 68 w 93"/>
                  <a:gd name="T3" fmla="*/ 111 h 112"/>
                  <a:gd name="T4" fmla="*/ 25 w 93"/>
                  <a:gd name="T5" fmla="*/ 111 h 112"/>
                  <a:gd name="T6" fmla="*/ 4 w 93"/>
                  <a:gd name="T7" fmla="*/ 30 h 112"/>
                  <a:gd name="T8" fmla="*/ 23 w 93"/>
                  <a:gd name="T9" fmla="*/ 2 h 112"/>
                  <a:gd name="T10" fmla="*/ 71 w 93"/>
                  <a:gd name="T11" fmla="*/ 2 h 112"/>
                  <a:gd name="T12" fmla="*/ 90 w 93"/>
                  <a:gd name="T13" fmla="*/ 3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112">
                    <a:moveTo>
                      <a:pt x="90" y="30"/>
                    </a:moveTo>
                    <a:cubicBezTo>
                      <a:pt x="68" y="111"/>
                      <a:pt x="68" y="111"/>
                      <a:pt x="68" y="111"/>
                    </a:cubicBezTo>
                    <a:cubicBezTo>
                      <a:pt x="54" y="112"/>
                      <a:pt x="40" y="112"/>
                      <a:pt x="25" y="111"/>
                    </a:cubicBezTo>
                    <a:cubicBezTo>
                      <a:pt x="4" y="30"/>
                      <a:pt x="4" y="30"/>
                      <a:pt x="4" y="30"/>
                    </a:cubicBezTo>
                    <a:cubicBezTo>
                      <a:pt x="0" y="17"/>
                      <a:pt x="9" y="4"/>
                      <a:pt x="23" y="2"/>
                    </a:cubicBezTo>
                    <a:cubicBezTo>
                      <a:pt x="39" y="0"/>
                      <a:pt x="55" y="0"/>
                      <a:pt x="71" y="2"/>
                    </a:cubicBezTo>
                    <a:cubicBezTo>
                      <a:pt x="84" y="4"/>
                      <a:pt x="93" y="17"/>
                      <a:pt x="90" y="3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4" name="Freeform 287">
                <a:extLst>
                  <a:ext uri="{FF2B5EF4-FFF2-40B4-BE49-F238E27FC236}">
                    <a16:creationId xmlns:a16="http://schemas.microsoft.com/office/drawing/2014/main" id="{3E91BCFC-62AC-987A-FEDC-8ED1A752C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" y="1853"/>
                <a:ext cx="60" cy="54"/>
              </a:xfrm>
              <a:custGeom>
                <a:avLst/>
                <a:gdLst>
                  <a:gd name="T0" fmla="*/ 91 w 112"/>
                  <a:gd name="T1" fmla="*/ 20 h 101"/>
                  <a:gd name="T2" fmla="*/ 112 w 112"/>
                  <a:gd name="T3" fmla="*/ 101 h 101"/>
                  <a:gd name="T4" fmla="*/ 0 w 112"/>
                  <a:gd name="T5" fmla="*/ 47 h 101"/>
                  <a:gd name="T6" fmla="*/ 60 w 112"/>
                  <a:gd name="T7" fmla="*/ 6 h 101"/>
                  <a:gd name="T8" fmla="*/ 91 w 112"/>
                  <a:gd name="T9" fmla="*/ 2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101">
                    <a:moveTo>
                      <a:pt x="91" y="20"/>
                    </a:moveTo>
                    <a:cubicBezTo>
                      <a:pt x="112" y="101"/>
                      <a:pt x="112" y="101"/>
                      <a:pt x="112" y="101"/>
                    </a:cubicBezTo>
                    <a:cubicBezTo>
                      <a:pt x="71" y="96"/>
                      <a:pt x="31" y="78"/>
                      <a:pt x="0" y="47"/>
                    </a:cubicBezTo>
                    <a:cubicBezTo>
                      <a:pt x="18" y="29"/>
                      <a:pt x="38" y="15"/>
                      <a:pt x="60" y="6"/>
                    </a:cubicBezTo>
                    <a:cubicBezTo>
                      <a:pt x="73" y="0"/>
                      <a:pt x="87" y="7"/>
                      <a:pt x="91" y="20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5" name="Freeform 288">
                <a:extLst>
                  <a:ext uri="{FF2B5EF4-FFF2-40B4-BE49-F238E27FC236}">
                    <a16:creationId xmlns:a16="http://schemas.microsoft.com/office/drawing/2014/main" id="{CCCBD1FD-ADBD-3263-B43E-1E00ED2D5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4" y="1686"/>
                <a:ext cx="185" cy="193"/>
              </a:xfrm>
              <a:custGeom>
                <a:avLst/>
                <a:gdLst>
                  <a:gd name="T0" fmla="*/ 0 w 347"/>
                  <a:gd name="T1" fmla="*/ 334 h 359"/>
                  <a:gd name="T2" fmla="*/ 29 w 347"/>
                  <a:gd name="T3" fmla="*/ 359 h 359"/>
                  <a:gd name="T4" fmla="*/ 347 w 347"/>
                  <a:gd name="T5" fmla="*/ 41 h 359"/>
                  <a:gd name="T6" fmla="*/ 325 w 347"/>
                  <a:gd name="T7" fmla="*/ 20 h 359"/>
                  <a:gd name="T8" fmla="*/ 250 w 347"/>
                  <a:gd name="T9" fmla="*/ 26 h 359"/>
                  <a:gd name="T10" fmla="*/ 0 w 347"/>
                  <a:gd name="T11" fmla="*/ 334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7" h="359">
                    <a:moveTo>
                      <a:pt x="0" y="334"/>
                    </a:moveTo>
                    <a:cubicBezTo>
                      <a:pt x="10" y="341"/>
                      <a:pt x="20" y="349"/>
                      <a:pt x="29" y="359"/>
                    </a:cubicBezTo>
                    <a:cubicBezTo>
                      <a:pt x="347" y="41"/>
                      <a:pt x="347" y="41"/>
                      <a:pt x="347" y="41"/>
                    </a:cubicBezTo>
                    <a:cubicBezTo>
                      <a:pt x="340" y="34"/>
                      <a:pt x="333" y="27"/>
                      <a:pt x="325" y="20"/>
                    </a:cubicBezTo>
                    <a:cubicBezTo>
                      <a:pt x="303" y="0"/>
                      <a:pt x="268" y="3"/>
                      <a:pt x="250" y="26"/>
                    </a:cubicBezTo>
                    <a:lnTo>
                      <a:pt x="0" y="334"/>
                    </a:lnTo>
                    <a:close/>
                  </a:path>
                </a:pathLst>
              </a:custGeom>
              <a:gradFill>
                <a:gsLst>
                  <a:gs pos="0">
                    <a:srgbClr val="F89696"/>
                  </a:gs>
                  <a:gs pos="72000">
                    <a:srgbClr val="F34B4B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6" name="Freeform 289">
                <a:extLst>
                  <a:ext uri="{FF2B5EF4-FFF2-40B4-BE49-F238E27FC236}">
                    <a16:creationId xmlns:a16="http://schemas.microsoft.com/office/drawing/2014/main" id="{D7C0D496-70BF-EB84-3C51-4E716D175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" y="1685"/>
                <a:ext cx="188" cy="194"/>
              </a:xfrm>
              <a:custGeom>
                <a:avLst/>
                <a:gdLst>
                  <a:gd name="T0" fmla="*/ 25 w 351"/>
                  <a:gd name="T1" fmla="*/ 20 h 362"/>
                  <a:gd name="T2" fmla="*/ 0 w 351"/>
                  <a:gd name="T3" fmla="*/ 44 h 362"/>
                  <a:gd name="T4" fmla="*/ 318 w 351"/>
                  <a:gd name="T5" fmla="*/ 362 h 362"/>
                  <a:gd name="T6" fmla="*/ 351 w 351"/>
                  <a:gd name="T7" fmla="*/ 335 h 362"/>
                  <a:gd name="T8" fmla="*/ 100 w 351"/>
                  <a:gd name="T9" fmla="*/ 26 h 362"/>
                  <a:gd name="T10" fmla="*/ 25 w 351"/>
                  <a:gd name="T11" fmla="*/ 2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1" h="362">
                    <a:moveTo>
                      <a:pt x="25" y="20"/>
                    </a:moveTo>
                    <a:cubicBezTo>
                      <a:pt x="16" y="28"/>
                      <a:pt x="8" y="36"/>
                      <a:pt x="0" y="44"/>
                    </a:cubicBezTo>
                    <a:cubicBezTo>
                      <a:pt x="318" y="362"/>
                      <a:pt x="318" y="362"/>
                      <a:pt x="318" y="362"/>
                    </a:cubicBezTo>
                    <a:cubicBezTo>
                      <a:pt x="328" y="351"/>
                      <a:pt x="339" y="342"/>
                      <a:pt x="351" y="335"/>
                    </a:cubicBezTo>
                    <a:cubicBezTo>
                      <a:pt x="100" y="26"/>
                      <a:pt x="100" y="26"/>
                      <a:pt x="100" y="26"/>
                    </a:cubicBezTo>
                    <a:cubicBezTo>
                      <a:pt x="81" y="3"/>
                      <a:pt x="47" y="0"/>
                      <a:pt x="25" y="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9696"/>
                  </a:gs>
                  <a:gs pos="72000">
                    <a:srgbClr val="F34B4B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7" name="Freeform 290">
                <a:extLst>
                  <a:ext uri="{FF2B5EF4-FFF2-40B4-BE49-F238E27FC236}">
                    <a16:creationId xmlns:a16="http://schemas.microsoft.com/office/drawing/2014/main" id="{E5544FCA-F1CB-4DE7-D2A5-082F6E302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" y="1628"/>
                <a:ext cx="173" cy="237"/>
              </a:xfrm>
              <a:custGeom>
                <a:avLst/>
                <a:gdLst>
                  <a:gd name="T0" fmla="*/ 56 w 323"/>
                  <a:gd name="T1" fmla="*/ 443 h 443"/>
                  <a:gd name="T2" fmla="*/ 304 w 323"/>
                  <a:gd name="T3" fmla="*/ 137 h 443"/>
                  <a:gd name="T4" fmla="*/ 291 w 323"/>
                  <a:gd name="T5" fmla="*/ 61 h 443"/>
                  <a:gd name="T6" fmla="*/ 279 w 323"/>
                  <a:gd name="T7" fmla="*/ 53 h 443"/>
                  <a:gd name="T8" fmla="*/ 238 w 323"/>
                  <a:gd name="T9" fmla="*/ 31 h 443"/>
                  <a:gd name="T10" fmla="*/ 85 w 323"/>
                  <a:gd name="T11" fmla="*/ 100 h 443"/>
                  <a:gd name="T12" fmla="*/ 0 w 323"/>
                  <a:gd name="T13" fmla="*/ 418 h 443"/>
                  <a:gd name="T14" fmla="*/ 56 w 323"/>
                  <a:gd name="T15" fmla="*/ 443 h 443"/>
                  <a:gd name="T16" fmla="*/ 56 w 323"/>
                  <a:gd name="T17" fmla="*/ 443 h 4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3" h="443">
                    <a:moveTo>
                      <a:pt x="56" y="443"/>
                    </a:moveTo>
                    <a:cubicBezTo>
                      <a:pt x="304" y="137"/>
                      <a:pt x="304" y="137"/>
                      <a:pt x="304" y="137"/>
                    </a:cubicBezTo>
                    <a:cubicBezTo>
                      <a:pt x="323" y="113"/>
                      <a:pt x="317" y="77"/>
                      <a:pt x="291" y="61"/>
                    </a:cubicBezTo>
                    <a:cubicBezTo>
                      <a:pt x="287" y="58"/>
                      <a:pt x="283" y="56"/>
                      <a:pt x="279" y="53"/>
                    </a:cubicBezTo>
                    <a:cubicBezTo>
                      <a:pt x="266" y="45"/>
                      <a:pt x="252" y="38"/>
                      <a:pt x="238" y="31"/>
                    </a:cubicBezTo>
                    <a:cubicBezTo>
                      <a:pt x="177" y="0"/>
                      <a:pt x="103" y="33"/>
                      <a:pt x="85" y="100"/>
                    </a:cubicBezTo>
                    <a:cubicBezTo>
                      <a:pt x="0" y="418"/>
                      <a:pt x="0" y="418"/>
                      <a:pt x="0" y="418"/>
                    </a:cubicBezTo>
                    <a:cubicBezTo>
                      <a:pt x="19" y="424"/>
                      <a:pt x="38" y="432"/>
                      <a:pt x="56" y="443"/>
                    </a:cubicBezTo>
                    <a:cubicBezTo>
                      <a:pt x="56" y="443"/>
                      <a:pt x="56" y="443"/>
                      <a:pt x="56" y="44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89696"/>
                  </a:gs>
                  <a:gs pos="0">
                    <a:srgbClr val="F67676"/>
                  </a:gs>
                </a:gsLst>
                <a:lin ang="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8" name="Freeform 291">
                <a:extLst>
                  <a:ext uri="{FF2B5EF4-FFF2-40B4-BE49-F238E27FC236}">
                    <a16:creationId xmlns:a16="http://schemas.microsoft.com/office/drawing/2014/main" id="{9FAD6D2B-FDC3-4B85-3036-4E26EB88A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628"/>
                <a:ext cx="171" cy="236"/>
              </a:xfrm>
              <a:custGeom>
                <a:avLst/>
                <a:gdLst>
                  <a:gd name="T0" fmla="*/ 19 w 320"/>
                  <a:gd name="T1" fmla="*/ 135 h 441"/>
                  <a:gd name="T2" fmla="*/ 268 w 320"/>
                  <a:gd name="T3" fmla="*/ 441 h 441"/>
                  <a:gd name="T4" fmla="*/ 320 w 320"/>
                  <a:gd name="T5" fmla="*/ 418 h 441"/>
                  <a:gd name="T6" fmla="*/ 234 w 320"/>
                  <a:gd name="T7" fmla="*/ 100 h 441"/>
                  <a:gd name="T8" fmla="*/ 81 w 320"/>
                  <a:gd name="T9" fmla="*/ 31 h 441"/>
                  <a:gd name="T10" fmla="*/ 33 w 320"/>
                  <a:gd name="T11" fmla="*/ 58 h 441"/>
                  <a:gd name="T12" fmla="*/ 32 w 320"/>
                  <a:gd name="T13" fmla="*/ 58 h 441"/>
                  <a:gd name="T14" fmla="*/ 19 w 320"/>
                  <a:gd name="T15" fmla="*/ 135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0" h="441">
                    <a:moveTo>
                      <a:pt x="19" y="135"/>
                    </a:moveTo>
                    <a:cubicBezTo>
                      <a:pt x="268" y="441"/>
                      <a:pt x="268" y="441"/>
                      <a:pt x="268" y="441"/>
                    </a:cubicBezTo>
                    <a:cubicBezTo>
                      <a:pt x="285" y="431"/>
                      <a:pt x="302" y="423"/>
                      <a:pt x="320" y="418"/>
                    </a:cubicBezTo>
                    <a:cubicBezTo>
                      <a:pt x="234" y="100"/>
                      <a:pt x="234" y="100"/>
                      <a:pt x="234" y="100"/>
                    </a:cubicBezTo>
                    <a:cubicBezTo>
                      <a:pt x="217" y="33"/>
                      <a:pt x="143" y="0"/>
                      <a:pt x="81" y="31"/>
                    </a:cubicBezTo>
                    <a:cubicBezTo>
                      <a:pt x="65" y="39"/>
                      <a:pt x="49" y="48"/>
                      <a:pt x="33" y="58"/>
                    </a:cubicBezTo>
                    <a:cubicBezTo>
                      <a:pt x="32" y="58"/>
                      <a:pt x="32" y="58"/>
                      <a:pt x="32" y="58"/>
                    </a:cubicBezTo>
                    <a:cubicBezTo>
                      <a:pt x="6" y="75"/>
                      <a:pt x="0" y="111"/>
                      <a:pt x="19" y="135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89696"/>
                  </a:gs>
                  <a:gs pos="0">
                    <a:srgbClr val="F67676"/>
                  </a:gs>
                </a:gsLst>
                <a:lin ang="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9" name="Freeform 292">
                <a:extLst>
                  <a:ext uri="{FF2B5EF4-FFF2-40B4-BE49-F238E27FC236}">
                    <a16:creationId xmlns:a16="http://schemas.microsoft.com/office/drawing/2014/main" id="{F07B0D42-1E52-D6DC-4143-62CDD6B98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" y="1864"/>
                <a:ext cx="60" cy="43"/>
              </a:xfrm>
              <a:custGeom>
                <a:avLst/>
                <a:gdLst>
                  <a:gd name="T0" fmla="*/ 33 w 112"/>
                  <a:gd name="T1" fmla="*/ 0 h 81"/>
                  <a:gd name="T2" fmla="*/ 0 w 112"/>
                  <a:gd name="T3" fmla="*/ 27 h 81"/>
                  <a:gd name="T4" fmla="*/ 112 w 112"/>
                  <a:gd name="T5" fmla="*/ 81 h 81"/>
                  <a:gd name="T6" fmla="*/ 110 w 112"/>
                  <a:gd name="T7" fmla="*/ 70 h 81"/>
                  <a:gd name="T8" fmla="*/ 33 w 112"/>
                  <a:gd name="T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81">
                    <a:moveTo>
                      <a:pt x="33" y="0"/>
                    </a:moveTo>
                    <a:cubicBezTo>
                      <a:pt x="21" y="7"/>
                      <a:pt x="10" y="16"/>
                      <a:pt x="0" y="27"/>
                    </a:cubicBezTo>
                    <a:cubicBezTo>
                      <a:pt x="31" y="58"/>
                      <a:pt x="71" y="76"/>
                      <a:pt x="112" y="81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67" y="46"/>
                      <a:pt x="34" y="0"/>
                      <a:pt x="33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0" name="Freeform 293">
                <a:extLst>
                  <a:ext uri="{FF2B5EF4-FFF2-40B4-BE49-F238E27FC236}">
                    <a16:creationId xmlns:a16="http://schemas.microsoft.com/office/drawing/2014/main" id="{AE90E48A-869E-1AE0-68D2-B433B14BE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9" y="1864"/>
                <a:ext cx="60" cy="43"/>
              </a:xfrm>
              <a:custGeom>
                <a:avLst/>
                <a:gdLst>
                  <a:gd name="T0" fmla="*/ 79 w 113"/>
                  <a:gd name="T1" fmla="*/ 0 h 81"/>
                  <a:gd name="T2" fmla="*/ 113 w 113"/>
                  <a:gd name="T3" fmla="*/ 27 h 81"/>
                  <a:gd name="T4" fmla="*/ 0 w 113"/>
                  <a:gd name="T5" fmla="*/ 81 h 81"/>
                  <a:gd name="T6" fmla="*/ 3 w 113"/>
                  <a:gd name="T7" fmla="*/ 70 h 81"/>
                  <a:gd name="T8" fmla="*/ 79 w 113"/>
                  <a:gd name="T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81">
                    <a:moveTo>
                      <a:pt x="79" y="0"/>
                    </a:moveTo>
                    <a:cubicBezTo>
                      <a:pt x="91" y="7"/>
                      <a:pt x="102" y="16"/>
                      <a:pt x="113" y="27"/>
                    </a:cubicBezTo>
                    <a:cubicBezTo>
                      <a:pt x="81" y="58"/>
                      <a:pt x="41" y="76"/>
                      <a:pt x="0" y="81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46" y="46"/>
                      <a:pt x="79" y="0"/>
                      <a:pt x="79" y="0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1" name="Freeform 294">
                <a:extLst>
                  <a:ext uri="{FF2B5EF4-FFF2-40B4-BE49-F238E27FC236}">
                    <a16:creationId xmlns:a16="http://schemas.microsoft.com/office/drawing/2014/main" id="{277B6A25-A381-DB6B-B462-B8EAE702F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2" y="1907"/>
                <a:ext cx="106" cy="290"/>
              </a:xfrm>
              <a:custGeom>
                <a:avLst/>
                <a:gdLst>
                  <a:gd name="T0" fmla="*/ 198 w 198"/>
                  <a:gd name="T1" fmla="*/ 541 h 541"/>
                  <a:gd name="T2" fmla="*/ 178 w 198"/>
                  <a:gd name="T3" fmla="*/ 541 h 541"/>
                  <a:gd name="T4" fmla="*/ 96 w 198"/>
                  <a:gd name="T5" fmla="*/ 362 h 541"/>
                  <a:gd name="T6" fmla="*/ 88 w 198"/>
                  <a:gd name="T7" fmla="*/ 355 h 541"/>
                  <a:gd name="T8" fmla="*/ 0 w 198"/>
                  <a:gd name="T9" fmla="*/ 161 h 541"/>
                  <a:gd name="T10" fmla="*/ 0 w 198"/>
                  <a:gd name="T11" fmla="*/ 0 h 541"/>
                  <a:gd name="T12" fmla="*/ 21 w 198"/>
                  <a:gd name="T13" fmla="*/ 0 h 541"/>
                  <a:gd name="T14" fmla="*/ 21 w 198"/>
                  <a:gd name="T15" fmla="*/ 161 h 541"/>
                  <a:gd name="T16" fmla="*/ 102 w 198"/>
                  <a:gd name="T17" fmla="*/ 340 h 541"/>
                  <a:gd name="T18" fmla="*/ 110 w 198"/>
                  <a:gd name="T19" fmla="*/ 347 h 541"/>
                  <a:gd name="T20" fmla="*/ 198 w 198"/>
                  <a:gd name="T21" fmla="*/ 541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8" h="541">
                    <a:moveTo>
                      <a:pt x="198" y="541"/>
                    </a:moveTo>
                    <a:cubicBezTo>
                      <a:pt x="178" y="541"/>
                      <a:pt x="178" y="541"/>
                      <a:pt x="178" y="541"/>
                    </a:cubicBezTo>
                    <a:cubicBezTo>
                      <a:pt x="178" y="474"/>
                      <a:pt x="149" y="410"/>
                      <a:pt x="96" y="362"/>
                    </a:cubicBezTo>
                    <a:cubicBezTo>
                      <a:pt x="88" y="355"/>
                      <a:pt x="88" y="355"/>
                      <a:pt x="88" y="355"/>
                    </a:cubicBezTo>
                    <a:cubicBezTo>
                      <a:pt x="32" y="304"/>
                      <a:pt x="0" y="233"/>
                      <a:pt x="0" y="16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229"/>
                      <a:pt x="50" y="292"/>
                      <a:pt x="102" y="340"/>
                    </a:cubicBezTo>
                    <a:cubicBezTo>
                      <a:pt x="110" y="347"/>
                      <a:pt x="110" y="347"/>
                      <a:pt x="110" y="347"/>
                    </a:cubicBezTo>
                    <a:cubicBezTo>
                      <a:pt x="166" y="398"/>
                      <a:pt x="198" y="469"/>
                      <a:pt x="198" y="541"/>
                    </a:cubicBezTo>
                    <a:close/>
                  </a:path>
                </a:pathLst>
              </a:custGeom>
              <a:solidFill>
                <a:srgbClr val="22D1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2" name="Freeform 295">
                <a:extLst>
                  <a:ext uri="{FF2B5EF4-FFF2-40B4-BE49-F238E27FC236}">
                    <a16:creationId xmlns:a16="http://schemas.microsoft.com/office/drawing/2014/main" id="{24A35892-017C-225F-5059-5807984ED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" y="2197"/>
                <a:ext cx="151" cy="615"/>
              </a:xfrm>
              <a:custGeom>
                <a:avLst/>
                <a:gdLst>
                  <a:gd name="T0" fmla="*/ 283 w 283"/>
                  <a:gd name="T1" fmla="*/ 1148 h 1148"/>
                  <a:gd name="T2" fmla="*/ 262 w 283"/>
                  <a:gd name="T3" fmla="*/ 1148 h 1148"/>
                  <a:gd name="T4" fmla="*/ 262 w 283"/>
                  <a:gd name="T5" fmla="*/ 560 h 1148"/>
                  <a:gd name="T6" fmla="*/ 177 w 283"/>
                  <a:gd name="T7" fmla="*/ 373 h 1148"/>
                  <a:gd name="T8" fmla="*/ 87 w 283"/>
                  <a:gd name="T9" fmla="*/ 281 h 1148"/>
                  <a:gd name="T10" fmla="*/ 80 w 283"/>
                  <a:gd name="T11" fmla="*/ 274 h 1148"/>
                  <a:gd name="T12" fmla="*/ 0 w 283"/>
                  <a:gd name="T13" fmla="*/ 87 h 1148"/>
                  <a:gd name="T14" fmla="*/ 0 w 283"/>
                  <a:gd name="T15" fmla="*/ 0 h 1148"/>
                  <a:gd name="T16" fmla="*/ 20 w 283"/>
                  <a:gd name="T17" fmla="*/ 0 h 1148"/>
                  <a:gd name="T18" fmla="*/ 20 w 283"/>
                  <a:gd name="T19" fmla="*/ 87 h 1148"/>
                  <a:gd name="T20" fmla="*/ 94 w 283"/>
                  <a:gd name="T21" fmla="*/ 259 h 1148"/>
                  <a:gd name="T22" fmla="*/ 101 w 283"/>
                  <a:gd name="T23" fmla="*/ 266 h 1148"/>
                  <a:gd name="T24" fmla="*/ 102 w 283"/>
                  <a:gd name="T25" fmla="*/ 266 h 1148"/>
                  <a:gd name="T26" fmla="*/ 192 w 283"/>
                  <a:gd name="T27" fmla="*/ 358 h 1148"/>
                  <a:gd name="T28" fmla="*/ 283 w 283"/>
                  <a:gd name="T29" fmla="*/ 560 h 1148"/>
                  <a:gd name="T30" fmla="*/ 283 w 283"/>
                  <a:gd name="T31" fmla="*/ 1148 h 1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3" h="1148">
                    <a:moveTo>
                      <a:pt x="283" y="1148"/>
                    </a:moveTo>
                    <a:cubicBezTo>
                      <a:pt x="262" y="1148"/>
                      <a:pt x="262" y="1148"/>
                      <a:pt x="262" y="1148"/>
                    </a:cubicBezTo>
                    <a:cubicBezTo>
                      <a:pt x="262" y="560"/>
                      <a:pt x="262" y="560"/>
                      <a:pt x="262" y="560"/>
                    </a:cubicBezTo>
                    <a:cubicBezTo>
                      <a:pt x="262" y="494"/>
                      <a:pt x="235" y="434"/>
                      <a:pt x="177" y="373"/>
                    </a:cubicBezTo>
                    <a:cubicBezTo>
                      <a:pt x="87" y="281"/>
                      <a:pt x="87" y="281"/>
                      <a:pt x="87" y="281"/>
                    </a:cubicBezTo>
                    <a:cubicBezTo>
                      <a:pt x="85" y="279"/>
                      <a:pt x="82" y="276"/>
                      <a:pt x="80" y="274"/>
                    </a:cubicBezTo>
                    <a:cubicBezTo>
                      <a:pt x="28" y="223"/>
                      <a:pt x="0" y="157"/>
                      <a:pt x="0" y="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87"/>
                      <a:pt x="20" y="87"/>
                      <a:pt x="20" y="87"/>
                    </a:cubicBezTo>
                    <a:cubicBezTo>
                      <a:pt x="20" y="151"/>
                      <a:pt x="47" y="212"/>
                      <a:pt x="94" y="259"/>
                    </a:cubicBezTo>
                    <a:cubicBezTo>
                      <a:pt x="97" y="261"/>
                      <a:pt x="99" y="264"/>
                      <a:pt x="101" y="266"/>
                    </a:cubicBezTo>
                    <a:cubicBezTo>
                      <a:pt x="102" y="266"/>
                      <a:pt x="102" y="266"/>
                      <a:pt x="102" y="266"/>
                    </a:cubicBezTo>
                    <a:cubicBezTo>
                      <a:pt x="192" y="358"/>
                      <a:pt x="192" y="358"/>
                      <a:pt x="192" y="358"/>
                    </a:cubicBezTo>
                    <a:cubicBezTo>
                      <a:pt x="254" y="424"/>
                      <a:pt x="283" y="488"/>
                      <a:pt x="283" y="560"/>
                    </a:cubicBezTo>
                    <a:lnTo>
                      <a:pt x="283" y="1148"/>
                    </a:lnTo>
                    <a:close/>
                  </a:path>
                </a:pathLst>
              </a:custGeom>
              <a:solidFill>
                <a:srgbClr val="088D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11" name="Group 298">
              <a:extLst>
                <a:ext uri="{FF2B5EF4-FFF2-40B4-BE49-F238E27FC236}">
                  <a16:creationId xmlns:a16="http://schemas.microsoft.com/office/drawing/2014/main" id="{5BA9EFBD-A08A-2CA8-D41D-6CAFCE9719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251673" y="2119140"/>
              <a:ext cx="504122" cy="1214385"/>
              <a:chOff x="1558" y="-4"/>
              <a:chExt cx="1795" cy="4324"/>
            </a:xfrm>
          </p:grpSpPr>
          <p:sp>
            <p:nvSpPr>
              <p:cNvPr id="343" name="Freeform 299">
                <a:extLst>
                  <a:ext uri="{FF2B5EF4-FFF2-40B4-BE49-F238E27FC236}">
                    <a16:creationId xmlns:a16="http://schemas.microsoft.com/office/drawing/2014/main" id="{D6CBDB63-CB03-FD17-4BBB-3D7BA1897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" y="55"/>
                <a:ext cx="374" cy="831"/>
              </a:xfrm>
              <a:custGeom>
                <a:avLst/>
                <a:gdLst>
                  <a:gd name="T0" fmla="*/ 110 w 196"/>
                  <a:gd name="T1" fmla="*/ 136 h 436"/>
                  <a:gd name="T2" fmla="*/ 21 w 196"/>
                  <a:gd name="T3" fmla="*/ 7 h 436"/>
                  <a:gd name="T4" fmla="*/ 36 w 196"/>
                  <a:gd name="T5" fmla="*/ 163 h 436"/>
                  <a:gd name="T6" fmla="*/ 176 w 196"/>
                  <a:gd name="T7" fmla="*/ 428 h 436"/>
                  <a:gd name="T8" fmla="*/ 110 w 196"/>
                  <a:gd name="T9" fmla="*/ 136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6" h="436">
                    <a:moveTo>
                      <a:pt x="110" y="136"/>
                    </a:moveTo>
                    <a:cubicBezTo>
                      <a:pt x="78" y="50"/>
                      <a:pt x="41" y="0"/>
                      <a:pt x="21" y="7"/>
                    </a:cubicBezTo>
                    <a:cubicBezTo>
                      <a:pt x="0" y="15"/>
                      <a:pt x="3" y="74"/>
                      <a:pt x="36" y="163"/>
                    </a:cubicBezTo>
                    <a:cubicBezTo>
                      <a:pt x="48" y="194"/>
                      <a:pt x="155" y="436"/>
                      <a:pt x="176" y="428"/>
                    </a:cubicBezTo>
                    <a:cubicBezTo>
                      <a:pt x="196" y="421"/>
                      <a:pt x="121" y="168"/>
                      <a:pt x="110" y="136"/>
                    </a:cubicBezTo>
                    <a:close/>
                  </a:path>
                </a:pathLst>
              </a:custGeom>
              <a:solidFill>
                <a:srgbClr val="FFD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4" name="Freeform 300">
                <a:extLst>
                  <a:ext uri="{FF2B5EF4-FFF2-40B4-BE49-F238E27FC236}">
                    <a16:creationId xmlns:a16="http://schemas.microsoft.com/office/drawing/2014/main" id="{91A35AEF-C18E-19DA-766E-BDF47EB68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537"/>
                <a:ext cx="285" cy="636"/>
              </a:xfrm>
              <a:custGeom>
                <a:avLst/>
                <a:gdLst>
                  <a:gd name="T0" fmla="*/ 66 w 149"/>
                  <a:gd name="T1" fmla="*/ 230 h 334"/>
                  <a:gd name="T2" fmla="*/ 134 w 149"/>
                  <a:gd name="T3" fmla="*/ 328 h 334"/>
                  <a:gd name="T4" fmla="*/ 122 w 149"/>
                  <a:gd name="T5" fmla="*/ 209 h 334"/>
                  <a:gd name="T6" fmla="*/ 15 w 149"/>
                  <a:gd name="T7" fmla="*/ 6 h 334"/>
                  <a:gd name="T8" fmla="*/ 66 w 149"/>
                  <a:gd name="T9" fmla="*/ 230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334">
                    <a:moveTo>
                      <a:pt x="66" y="230"/>
                    </a:moveTo>
                    <a:cubicBezTo>
                      <a:pt x="90" y="295"/>
                      <a:pt x="118" y="334"/>
                      <a:pt x="134" y="328"/>
                    </a:cubicBezTo>
                    <a:cubicBezTo>
                      <a:pt x="149" y="323"/>
                      <a:pt x="147" y="277"/>
                      <a:pt x="122" y="209"/>
                    </a:cubicBezTo>
                    <a:cubicBezTo>
                      <a:pt x="113" y="185"/>
                      <a:pt x="31" y="0"/>
                      <a:pt x="15" y="6"/>
                    </a:cubicBezTo>
                    <a:cubicBezTo>
                      <a:pt x="0" y="12"/>
                      <a:pt x="57" y="206"/>
                      <a:pt x="66" y="230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5" name="Freeform 301">
                <a:extLst>
                  <a:ext uri="{FF2B5EF4-FFF2-40B4-BE49-F238E27FC236}">
                    <a16:creationId xmlns:a16="http://schemas.microsoft.com/office/drawing/2014/main" id="{362F18D7-531E-66B9-06B1-8428AF2CDB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" y="55"/>
                <a:ext cx="374" cy="831"/>
              </a:xfrm>
              <a:custGeom>
                <a:avLst/>
                <a:gdLst>
                  <a:gd name="T0" fmla="*/ 110 w 196"/>
                  <a:gd name="T1" fmla="*/ 136 h 436"/>
                  <a:gd name="T2" fmla="*/ 21 w 196"/>
                  <a:gd name="T3" fmla="*/ 7 h 436"/>
                  <a:gd name="T4" fmla="*/ 36 w 196"/>
                  <a:gd name="T5" fmla="*/ 163 h 436"/>
                  <a:gd name="T6" fmla="*/ 176 w 196"/>
                  <a:gd name="T7" fmla="*/ 428 h 436"/>
                  <a:gd name="T8" fmla="*/ 110 w 196"/>
                  <a:gd name="T9" fmla="*/ 136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6" h="436">
                    <a:moveTo>
                      <a:pt x="110" y="136"/>
                    </a:moveTo>
                    <a:cubicBezTo>
                      <a:pt x="78" y="50"/>
                      <a:pt x="41" y="0"/>
                      <a:pt x="21" y="7"/>
                    </a:cubicBezTo>
                    <a:cubicBezTo>
                      <a:pt x="0" y="15"/>
                      <a:pt x="3" y="74"/>
                      <a:pt x="36" y="163"/>
                    </a:cubicBezTo>
                    <a:cubicBezTo>
                      <a:pt x="48" y="194"/>
                      <a:pt x="155" y="436"/>
                      <a:pt x="176" y="428"/>
                    </a:cubicBezTo>
                    <a:cubicBezTo>
                      <a:pt x="196" y="421"/>
                      <a:pt x="121" y="168"/>
                      <a:pt x="110" y="136"/>
                    </a:cubicBezTo>
                    <a:close/>
                  </a:path>
                </a:pathLst>
              </a:custGeom>
              <a:solidFill>
                <a:srgbClr val="FFD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6" name="Freeform 302">
                <a:extLst>
                  <a:ext uri="{FF2B5EF4-FFF2-40B4-BE49-F238E27FC236}">
                    <a16:creationId xmlns:a16="http://schemas.microsoft.com/office/drawing/2014/main" id="{ADB7B7CB-190B-91E9-58BE-78003EEC6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537"/>
                <a:ext cx="285" cy="636"/>
              </a:xfrm>
              <a:custGeom>
                <a:avLst/>
                <a:gdLst>
                  <a:gd name="T0" fmla="*/ 66 w 149"/>
                  <a:gd name="T1" fmla="*/ 230 h 334"/>
                  <a:gd name="T2" fmla="*/ 134 w 149"/>
                  <a:gd name="T3" fmla="*/ 328 h 334"/>
                  <a:gd name="T4" fmla="*/ 122 w 149"/>
                  <a:gd name="T5" fmla="*/ 209 h 334"/>
                  <a:gd name="T6" fmla="*/ 15 w 149"/>
                  <a:gd name="T7" fmla="*/ 6 h 334"/>
                  <a:gd name="T8" fmla="*/ 66 w 149"/>
                  <a:gd name="T9" fmla="*/ 230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334">
                    <a:moveTo>
                      <a:pt x="66" y="230"/>
                    </a:moveTo>
                    <a:cubicBezTo>
                      <a:pt x="90" y="295"/>
                      <a:pt x="118" y="334"/>
                      <a:pt x="134" y="328"/>
                    </a:cubicBezTo>
                    <a:cubicBezTo>
                      <a:pt x="149" y="323"/>
                      <a:pt x="147" y="277"/>
                      <a:pt x="122" y="209"/>
                    </a:cubicBezTo>
                    <a:cubicBezTo>
                      <a:pt x="113" y="185"/>
                      <a:pt x="31" y="0"/>
                      <a:pt x="15" y="6"/>
                    </a:cubicBezTo>
                    <a:cubicBezTo>
                      <a:pt x="0" y="12"/>
                      <a:pt x="57" y="206"/>
                      <a:pt x="66" y="230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7" name="Freeform 303">
                <a:extLst>
                  <a:ext uri="{FF2B5EF4-FFF2-40B4-BE49-F238E27FC236}">
                    <a16:creationId xmlns:a16="http://schemas.microsoft.com/office/drawing/2014/main" id="{67CE1703-AAB5-949D-B256-372C23FB7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7" y="6"/>
                <a:ext cx="237" cy="857"/>
              </a:xfrm>
              <a:custGeom>
                <a:avLst/>
                <a:gdLst>
                  <a:gd name="T0" fmla="*/ 92 w 124"/>
                  <a:gd name="T1" fmla="*/ 147 h 450"/>
                  <a:gd name="T2" fmla="*/ 29 w 124"/>
                  <a:gd name="T3" fmla="*/ 4 h 450"/>
                  <a:gd name="T4" fmla="*/ 15 w 124"/>
                  <a:gd name="T5" fmla="*/ 160 h 450"/>
                  <a:gd name="T6" fmla="*/ 103 w 124"/>
                  <a:gd name="T7" fmla="*/ 447 h 450"/>
                  <a:gd name="T8" fmla="*/ 92 w 124"/>
                  <a:gd name="T9" fmla="*/ 147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" h="450">
                    <a:moveTo>
                      <a:pt x="92" y="147"/>
                    </a:moveTo>
                    <a:cubicBezTo>
                      <a:pt x="77" y="57"/>
                      <a:pt x="50" y="0"/>
                      <a:pt x="29" y="4"/>
                    </a:cubicBezTo>
                    <a:cubicBezTo>
                      <a:pt x="8" y="7"/>
                      <a:pt x="0" y="66"/>
                      <a:pt x="15" y="160"/>
                    </a:cubicBezTo>
                    <a:cubicBezTo>
                      <a:pt x="21" y="193"/>
                      <a:pt x="82" y="450"/>
                      <a:pt x="103" y="447"/>
                    </a:cubicBezTo>
                    <a:cubicBezTo>
                      <a:pt x="124" y="443"/>
                      <a:pt x="98" y="180"/>
                      <a:pt x="92" y="147"/>
                    </a:cubicBezTo>
                    <a:close/>
                  </a:path>
                </a:pathLst>
              </a:custGeom>
              <a:solidFill>
                <a:srgbClr val="FFD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8" name="Freeform 304">
                <a:extLst>
                  <a:ext uri="{FF2B5EF4-FFF2-40B4-BE49-F238E27FC236}">
                    <a16:creationId xmlns:a16="http://schemas.microsoft.com/office/drawing/2014/main" id="{A3857008-11A3-BD91-485C-6EE44D62D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512"/>
                <a:ext cx="181" cy="656"/>
              </a:xfrm>
              <a:custGeom>
                <a:avLst/>
                <a:gdLst>
                  <a:gd name="T0" fmla="*/ 24 w 95"/>
                  <a:gd name="T1" fmla="*/ 232 h 344"/>
                  <a:gd name="T2" fmla="*/ 73 w 95"/>
                  <a:gd name="T3" fmla="*/ 341 h 344"/>
                  <a:gd name="T4" fmla="*/ 83 w 95"/>
                  <a:gd name="T5" fmla="*/ 222 h 344"/>
                  <a:gd name="T6" fmla="*/ 16 w 95"/>
                  <a:gd name="T7" fmla="*/ 3 h 344"/>
                  <a:gd name="T8" fmla="*/ 24 w 95"/>
                  <a:gd name="T9" fmla="*/ 232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344">
                    <a:moveTo>
                      <a:pt x="24" y="232"/>
                    </a:moveTo>
                    <a:cubicBezTo>
                      <a:pt x="36" y="301"/>
                      <a:pt x="56" y="344"/>
                      <a:pt x="73" y="341"/>
                    </a:cubicBezTo>
                    <a:cubicBezTo>
                      <a:pt x="89" y="338"/>
                      <a:pt x="95" y="294"/>
                      <a:pt x="83" y="222"/>
                    </a:cubicBezTo>
                    <a:cubicBezTo>
                      <a:pt x="79" y="196"/>
                      <a:pt x="32" y="0"/>
                      <a:pt x="16" y="3"/>
                    </a:cubicBezTo>
                    <a:cubicBezTo>
                      <a:pt x="0" y="5"/>
                      <a:pt x="20" y="206"/>
                      <a:pt x="24" y="232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9" name="Freeform 305">
                <a:extLst>
                  <a:ext uri="{FF2B5EF4-FFF2-40B4-BE49-F238E27FC236}">
                    <a16:creationId xmlns:a16="http://schemas.microsoft.com/office/drawing/2014/main" id="{09991230-F707-33BB-DF41-6A9EF061D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8" y="-4"/>
                <a:ext cx="153" cy="857"/>
              </a:xfrm>
              <a:custGeom>
                <a:avLst/>
                <a:gdLst>
                  <a:gd name="T0" fmla="*/ 79 w 80"/>
                  <a:gd name="T1" fmla="*/ 153 h 450"/>
                  <a:gd name="T2" fmla="*/ 43 w 80"/>
                  <a:gd name="T3" fmla="*/ 1 h 450"/>
                  <a:gd name="T4" fmla="*/ 0 w 80"/>
                  <a:gd name="T5" fmla="*/ 151 h 450"/>
                  <a:gd name="T6" fmla="*/ 33 w 80"/>
                  <a:gd name="T7" fmla="*/ 449 h 450"/>
                  <a:gd name="T8" fmla="*/ 79 w 80"/>
                  <a:gd name="T9" fmla="*/ 153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450">
                    <a:moveTo>
                      <a:pt x="79" y="153"/>
                    </a:moveTo>
                    <a:cubicBezTo>
                      <a:pt x="80" y="62"/>
                      <a:pt x="64" y="1"/>
                      <a:pt x="43" y="1"/>
                    </a:cubicBezTo>
                    <a:cubicBezTo>
                      <a:pt x="21" y="0"/>
                      <a:pt x="2" y="56"/>
                      <a:pt x="0" y="151"/>
                    </a:cubicBezTo>
                    <a:cubicBezTo>
                      <a:pt x="0" y="185"/>
                      <a:pt x="12" y="449"/>
                      <a:pt x="33" y="449"/>
                    </a:cubicBezTo>
                    <a:cubicBezTo>
                      <a:pt x="55" y="450"/>
                      <a:pt x="78" y="187"/>
                      <a:pt x="79" y="153"/>
                    </a:cubicBezTo>
                    <a:close/>
                  </a:path>
                </a:pathLst>
              </a:custGeom>
              <a:solidFill>
                <a:srgbClr val="FFD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0" name="Freeform 306">
                <a:extLst>
                  <a:ext uri="{FF2B5EF4-FFF2-40B4-BE49-F238E27FC236}">
                    <a16:creationId xmlns:a16="http://schemas.microsoft.com/office/drawing/2014/main" id="{46814C53-5D73-19F4-FB49-B761B4648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509"/>
                <a:ext cx="118" cy="655"/>
              </a:xfrm>
              <a:custGeom>
                <a:avLst/>
                <a:gdLst>
                  <a:gd name="T0" fmla="*/ 1 w 62"/>
                  <a:gd name="T1" fmla="*/ 227 h 344"/>
                  <a:gd name="T2" fmla="*/ 29 w 62"/>
                  <a:gd name="T3" fmla="*/ 343 h 344"/>
                  <a:gd name="T4" fmla="*/ 61 w 62"/>
                  <a:gd name="T5" fmla="*/ 228 h 344"/>
                  <a:gd name="T6" fmla="*/ 36 w 62"/>
                  <a:gd name="T7" fmla="*/ 0 h 344"/>
                  <a:gd name="T8" fmla="*/ 1 w 62"/>
                  <a:gd name="T9" fmla="*/ 227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44">
                    <a:moveTo>
                      <a:pt x="1" y="227"/>
                    </a:moveTo>
                    <a:cubicBezTo>
                      <a:pt x="0" y="297"/>
                      <a:pt x="12" y="343"/>
                      <a:pt x="29" y="343"/>
                    </a:cubicBezTo>
                    <a:cubicBezTo>
                      <a:pt x="45" y="344"/>
                      <a:pt x="59" y="301"/>
                      <a:pt x="61" y="228"/>
                    </a:cubicBezTo>
                    <a:cubicBezTo>
                      <a:pt x="62" y="202"/>
                      <a:pt x="52" y="0"/>
                      <a:pt x="36" y="0"/>
                    </a:cubicBezTo>
                    <a:cubicBezTo>
                      <a:pt x="19" y="0"/>
                      <a:pt x="2" y="201"/>
                      <a:pt x="1" y="227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1" name="Freeform 307">
                <a:extLst>
                  <a:ext uri="{FF2B5EF4-FFF2-40B4-BE49-F238E27FC236}">
                    <a16:creationId xmlns:a16="http://schemas.microsoft.com/office/drawing/2014/main" id="{F2D56991-271C-2A81-4221-80DCCF5CC6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8" y="13"/>
                <a:ext cx="267" cy="854"/>
              </a:xfrm>
              <a:custGeom>
                <a:avLst/>
                <a:gdLst>
                  <a:gd name="T0" fmla="*/ 121 w 140"/>
                  <a:gd name="T1" fmla="*/ 161 h 448"/>
                  <a:gd name="T2" fmla="*/ 114 w 140"/>
                  <a:gd name="T3" fmla="*/ 5 h 448"/>
                  <a:gd name="T4" fmla="*/ 45 w 140"/>
                  <a:gd name="T5" fmla="*/ 145 h 448"/>
                  <a:gd name="T6" fmla="*/ 21 w 140"/>
                  <a:gd name="T7" fmla="*/ 444 h 448"/>
                  <a:gd name="T8" fmla="*/ 121 w 140"/>
                  <a:gd name="T9" fmla="*/ 161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448">
                    <a:moveTo>
                      <a:pt x="121" y="161"/>
                    </a:moveTo>
                    <a:cubicBezTo>
                      <a:pt x="140" y="72"/>
                      <a:pt x="135" y="9"/>
                      <a:pt x="114" y="5"/>
                    </a:cubicBezTo>
                    <a:cubicBezTo>
                      <a:pt x="93" y="0"/>
                      <a:pt x="64" y="52"/>
                      <a:pt x="45" y="145"/>
                    </a:cubicBezTo>
                    <a:cubicBezTo>
                      <a:pt x="38" y="178"/>
                      <a:pt x="0" y="439"/>
                      <a:pt x="21" y="444"/>
                    </a:cubicBezTo>
                    <a:cubicBezTo>
                      <a:pt x="42" y="448"/>
                      <a:pt x="114" y="194"/>
                      <a:pt x="121" y="161"/>
                    </a:cubicBezTo>
                    <a:close/>
                  </a:path>
                </a:pathLst>
              </a:custGeom>
              <a:solidFill>
                <a:srgbClr val="FFD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" name="Freeform 308">
                <a:extLst>
                  <a:ext uri="{FF2B5EF4-FFF2-40B4-BE49-F238E27FC236}">
                    <a16:creationId xmlns:a16="http://schemas.microsoft.com/office/drawing/2014/main" id="{53531F6B-D352-A935-83B0-4DE4601148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516"/>
                <a:ext cx="204" cy="654"/>
              </a:xfrm>
              <a:custGeom>
                <a:avLst/>
                <a:gdLst>
                  <a:gd name="T0" fmla="*/ 14 w 107"/>
                  <a:gd name="T1" fmla="*/ 220 h 343"/>
                  <a:gd name="T2" fmla="*/ 20 w 107"/>
                  <a:gd name="T3" fmla="*/ 339 h 343"/>
                  <a:gd name="T4" fmla="*/ 73 w 107"/>
                  <a:gd name="T5" fmla="*/ 232 h 343"/>
                  <a:gd name="T6" fmla="*/ 91 w 107"/>
                  <a:gd name="T7" fmla="*/ 3 h 343"/>
                  <a:gd name="T8" fmla="*/ 14 w 107"/>
                  <a:gd name="T9" fmla="*/ 220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" h="343">
                    <a:moveTo>
                      <a:pt x="14" y="220"/>
                    </a:moveTo>
                    <a:cubicBezTo>
                      <a:pt x="0" y="288"/>
                      <a:pt x="4" y="336"/>
                      <a:pt x="20" y="339"/>
                    </a:cubicBezTo>
                    <a:cubicBezTo>
                      <a:pt x="36" y="343"/>
                      <a:pt x="58" y="303"/>
                      <a:pt x="73" y="232"/>
                    </a:cubicBezTo>
                    <a:cubicBezTo>
                      <a:pt x="78" y="207"/>
                      <a:pt x="107" y="7"/>
                      <a:pt x="91" y="3"/>
                    </a:cubicBezTo>
                    <a:cubicBezTo>
                      <a:pt x="74" y="0"/>
                      <a:pt x="20" y="194"/>
                      <a:pt x="14" y="220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" name="Freeform 309">
                <a:extLst>
                  <a:ext uri="{FF2B5EF4-FFF2-40B4-BE49-F238E27FC236}">
                    <a16:creationId xmlns:a16="http://schemas.microsoft.com/office/drawing/2014/main" id="{0E8A75E9-EEB7-343E-3A62-E422EC4C9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5" y="70"/>
                <a:ext cx="407" cy="821"/>
              </a:xfrm>
              <a:custGeom>
                <a:avLst/>
                <a:gdLst>
                  <a:gd name="T0" fmla="*/ 171 w 213"/>
                  <a:gd name="T1" fmla="*/ 163 h 431"/>
                  <a:gd name="T2" fmla="*/ 193 w 213"/>
                  <a:gd name="T3" fmla="*/ 8 h 431"/>
                  <a:gd name="T4" fmla="*/ 99 w 213"/>
                  <a:gd name="T5" fmla="*/ 133 h 431"/>
                  <a:gd name="T6" fmla="*/ 20 w 213"/>
                  <a:gd name="T7" fmla="*/ 423 h 431"/>
                  <a:gd name="T8" fmla="*/ 171 w 213"/>
                  <a:gd name="T9" fmla="*/ 163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3" h="431">
                    <a:moveTo>
                      <a:pt x="171" y="163"/>
                    </a:moveTo>
                    <a:cubicBezTo>
                      <a:pt x="206" y="79"/>
                      <a:pt x="213" y="17"/>
                      <a:pt x="193" y="8"/>
                    </a:cubicBezTo>
                    <a:cubicBezTo>
                      <a:pt x="173" y="0"/>
                      <a:pt x="135" y="46"/>
                      <a:pt x="99" y="133"/>
                    </a:cubicBezTo>
                    <a:cubicBezTo>
                      <a:pt x="86" y="165"/>
                      <a:pt x="0" y="415"/>
                      <a:pt x="20" y="423"/>
                    </a:cubicBezTo>
                    <a:cubicBezTo>
                      <a:pt x="40" y="431"/>
                      <a:pt x="158" y="195"/>
                      <a:pt x="171" y="163"/>
                    </a:cubicBezTo>
                    <a:close/>
                  </a:path>
                </a:pathLst>
              </a:custGeom>
              <a:solidFill>
                <a:srgbClr val="FFD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4" name="Freeform 310">
                <a:extLst>
                  <a:ext uri="{FF2B5EF4-FFF2-40B4-BE49-F238E27FC236}">
                    <a16:creationId xmlns:a16="http://schemas.microsoft.com/office/drawing/2014/main" id="{FD21AC70-7B35-A992-EBCA-CE9456A72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547"/>
                <a:ext cx="309" cy="628"/>
              </a:xfrm>
              <a:custGeom>
                <a:avLst/>
                <a:gdLst>
                  <a:gd name="T0" fmla="*/ 32 w 162"/>
                  <a:gd name="T1" fmla="*/ 205 h 330"/>
                  <a:gd name="T2" fmla="*/ 15 w 162"/>
                  <a:gd name="T3" fmla="*/ 323 h 330"/>
                  <a:gd name="T4" fmla="*/ 87 w 162"/>
                  <a:gd name="T5" fmla="*/ 228 h 330"/>
                  <a:gd name="T6" fmla="*/ 147 w 162"/>
                  <a:gd name="T7" fmla="*/ 6 h 330"/>
                  <a:gd name="T8" fmla="*/ 32 w 162"/>
                  <a:gd name="T9" fmla="*/ 205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2" h="330">
                    <a:moveTo>
                      <a:pt x="32" y="205"/>
                    </a:moveTo>
                    <a:cubicBezTo>
                      <a:pt x="5" y="269"/>
                      <a:pt x="0" y="317"/>
                      <a:pt x="15" y="323"/>
                    </a:cubicBezTo>
                    <a:cubicBezTo>
                      <a:pt x="30" y="330"/>
                      <a:pt x="59" y="295"/>
                      <a:pt x="87" y="228"/>
                    </a:cubicBezTo>
                    <a:cubicBezTo>
                      <a:pt x="97" y="204"/>
                      <a:pt x="162" y="13"/>
                      <a:pt x="147" y="6"/>
                    </a:cubicBezTo>
                    <a:cubicBezTo>
                      <a:pt x="132" y="0"/>
                      <a:pt x="42" y="181"/>
                      <a:pt x="32" y="205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5" name="Freeform 311">
                <a:extLst>
                  <a:ext uri="{FF2B5EF4-FFF2-40B4-BE49-F238E27FC236}">
                    <a16:creationId xmlns:a16="http://schemas.microsoft.com/office/drawing/2014/main" id="{150DF7CA-C862-6BCA-59ED-7DF2D402B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1" y="166"/>
                <a:ext cx="540" cy="760"/>
              </a:xfrm>
              <a:custGeom>
                <a:avLst/>
                <a:gdLst>
                  <a:gd name="T0" fmla="*/ 214 w 283"/>
                  <a:gd name="T1" fmla="*/ 160 h 399"/>
                  <a:gd name="T2" fmla="*/ 265 w 283"/>
                  <a:gd name="T3" fmla="*/ 12 h 399"/>
                  <a:gd name="T4" fmla="*/ 149 w 283"/>
                  <a:gd name="T5" fmla="*/ 117 h 399"/>
                  <a:gd name="T6" fmla="*/ 18 w 283"/>
                  <a:gd name="T7" fmla="*/ 387 h 399"/>
                  <a:gd name="T8" fmla="*/ 214 w 283"/>
                  <a:gd name="T9" fmla="*/ 160 h 3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" h="399">
                    <a:moveTo>
                      <a:pt x="214" y="160"/>
                    </a:moveTo>
                    <a:cubicBezTo>
                      <a:pt x="264" y="84"/>
                      <a:pt x="283" y="24"/>
                      <a:pt x="265" y="12"/>
                    </a:cubicBezTo>
                    <a:cubicBezTo>
                      <a:pt x="247" y="0"/>
                      <a:pt x="201" y="38"/>
                      <a:pt x="149" y="117"/>
                    </a:cubicBezTo>
                    <a:cubicBezTo>
                      <a:pt x="130" y="145"/>
                      <a:pt x="0" y="375"/>
                      <a:pt x="18" y="387"/>
                    </a:cubicBezTo>
                    <a:cubicBezTo>
                      <a:pt x="36" y="399"/>
                      <a:pt x="196" y="188"/>
                      <a:pt x="214" y="160"/>
                    </a:cubicBezTo>
                    <a:close/>
                  </a:path>
                </a:pathLst>
              </a:custGeom>
              <a:solidFill>
                <a:srgbClr val="FFD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" name="Freeform 312">
                <a:extLst>
                  <a:ext uri="{FF2B5EF4-FFF2-40B4-BE49-F238E27FC236}">
                    <a16:creationId xmlns:a16="http://schemas.microsoft.com/office/drawing/2014/main" id="{CB6E0E70-20B1-6759-5203-F1D6B633E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" y="598"/>
                <a:ext cx="413" cy="581"/>
              </a:xfrm>
              <a:custGeom>
                <a:avLst/>
                <a:gdLst>
                  <a:gd name="T0" fmla="*/ 52 w 216"/>
                  <a:gd name="T1" fmla="*/ 183 h 305"/>
                  <a:gd name="T2" fmla="*/ 14 w 216"/>
                  <a:gd name="T3" fmla="*/ 296 h 305"/>
                  <a:gd name="T4" fmla="*/ 102 w 216"/>
                  <a:gd name="T5" fmla="*/ 216 h 305"/>
                  <a:gd name="T6" fmla="*/ 202 w 216"/>
                  <a:gd name="T7" fmla="*/ 9 h 305"/>
                  <a:gd name="T8" fmla="*/ 52 w 216"/>
                  <a:gd name="T9" fmla="*/ 183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" h="305">
                    <a:moveTo>
                      <a:pt x="52" y="183"/>
                    </a:moveTo>
                    <a:cubicBezTo>
                      <a:pt x="14" y="241"/>
                      <a:pt x="0" y="287"/>
                      <a:pt x="14" y="296"/>
                    </a:cubicBezTo>
                    <a:cubicBezTo>
                      <a:pt x="28" y="305"/>
                      <a:pt x="62" y="277"/>
                      <a:pt x="102" y="216"/>
                    </a:cubicBezTo>
                    <a:cubicBezTo>
                      <a:pt x="117" y="194"/>
                      <a:pt x="216" y="18"/>
                      <a:pt x="202" y="9"/>
                    </a:cubicBezTo>
                    <a:cubicBezTo>
                      <a:pt x="189" y="0"/>
                      <a:pt x="67" y="161"/>
                      <a:pt x="52" y="183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" name="Freeform 313">
                <a:extLst>
                  <a:ext uri="{FF2B5EF4-FFF2-40B4-BE49-F238E27FC236}">
                    <a16:creationId xmlns:a16="http://schemas.microsoft.com/office/drawing/2014/main" id="{5C07E5FD-6DCC-DB87-0A62-2FF21D759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0" y="295"/>
                <a:ext cx="655" cy="673"/>
              </a:xfrm>
              <a:custGeom>
                <a:avLst/>
                <a:gdLst>
                  <a:gd name="T0" fmla="*/ 251 w 343"/>
                  <a:gd name="T1" fmla="*/ 151 h 353"/>
                  <a:gd name="T2" fmla="*/ 328 w 343"/>
                  <a:gd name="T3" fmla="*/ 15 h 353"/>
                  <a:gd name="T4" fmla="*/ 195 w 343"/>
                  <a:gd name="T5" fmla="*/ 97 h 353"/>
                  <a:gd name="T6" fmla="*/ 16 w 343"/>
                  <a:gd name="T7" fmla="*/ 338 h 353"/>
                  <a:gd name="T8" fmla="*/ 251 w 343"/>
                  <a:gd name="T9" fmla="*/ 151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3" h="353">
                    <a:moveTo>
                      <a:pt x="251" y="151"/>
                    </a:moveTo>
                    <a:cubicBezTo>
                      <a:pt x="314" y="86"/>
                      <a:pt x="343" y="30"/>
                      <a:pt x="328" y="15"/>
                    </a:cubicBezTo>
                    <a:cubicBezTo>
                      <a:pt x="312" y="0"/>
                      <a:pt x="261" y="29"/>
                      <a:pt x="195" y="97"/>
                    </a:cubicBezTo>
                    <a:cubicBezTo>
                      <a:pt x="171" y="121"/>
                      <a:pt x="0" y="323"/>
                      <a:pt x="16" y="338"/>
                    </a:cubicBezTo>
                    <a:cubicBezTo>
                      <a:pt x="31" y="353"/>
                      <a:pt x="227" y="176"/>
                      <a:pt x="251" y="151"/>
                    </a:cubicBezTo>
                    <a:close/>
                  </a:path>
                </a:pathLst>
              </a:custGeom>
              <a:solidFill>
                <a:srgbClr val="FFD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8" name="Freeform 314">
                <a:extLst>
                  <a:ext uri="{FF2B5EF4-FFF2-40B4-BE49-F238E27FC236}">
                    <a16:creationId xmlns:a16="http://schemas.microsoft.com/office/drawing/2014/main" id="{AE038990-8A07-DF73-4748-1C0674DB3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670"/>
                <a:ext cx="500" cy="515"/>
              </a:xfrm>
              <a:custGeom>
                <a:avLst/>
                <a:gdLst>
                  <a:gd name="T0" fmla="*/ 71 w 262"/>
                  <a:gd name="T1" fmla="*/ 154 h 270"/>
                  <a:gd name="T2" fmla="*/ 12 w 262"/>
                  <a:gd name="T3" fmla="*/ 258 h 270"/>
                  <a:gd name="T4" fmla="*/ 114 w 262"/>
                  <a:gd name="T5" fmla="*/ 196 h 270"/>
                  <a:gd name="T6" fmla="*/ 250 w 262"/>
                  <a:gd name="T7" fmla="*/ 11 h 270"/>
                  <a:gd name="T8" fmla="*/ 71 w 262"/>
                  <a:gd name="T9" fmla="*/ 154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70">
                    <a:moveTo>
                      <a:pt x="71" y="154"/>
                    </a:moveTo>
                    <a:cubicBezTo>
                      <a:pt x="22" y="204"/>
                      <a:pt x="0" y="247"/>
                      <a:pt x="12" y="258"/>
                    </a:cubicBezTo>
                    <a:cubicBezTo>
                      <a:pt x="24" y="270"/>
                      <a:pt x="63" y="248"/>
                      <a:pt x="114" y="196"/>
                    </a:cubicBezTo>
                    <a:cubicBezTo>
                      <a:pt x="132" y="177"/>
                      <a:pt x="262" y="23"/>
                      <a:pt x="250" y="11"/>
                    </a:cubicBezTo>
                    <a:cubicBezTo>
                      <a:pt x="238" y="0"/>
                      <a:pt x="89" y="136"/>
                      <a:pt x="71" y="154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9" name="Freeform 315">
                <a:extLst>
                  <a:ext uri="{FF2B5EF4-FFF2-40B4-BE49-F238E27FC236}">
                    <a16:creationId xmlns:a16="http://schemas.microsoft.com/office/drawing/2014/main" id="{3E6F8C6B-8C77-CF9E-CC04-CB526C379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4" y="455"/>
                <a:ext cx="748" cy="562"/>
              </a:xfrm>
              <a:custGeom>
                <a:avLst/>
                <a:gdLst>
                  <a:gd name="T0" fmla="*/ 278 w 392"/>
                  <a:gd name="T1" fmla="*/ 137 h 295"/>
                  <a:gd name="T2" fmla="*/ 379 w 392"/>
                  <a:gd name="T3" fmla="*/ 18 h 295"/>
                  <a:gd name="T4" fmla="*/ 233 w 392"/>
                  <a:gd name="T5" fmla="*/ 73 h 295"/>
                  <a:gd name="T6" fmla="*/ 13 w 392"/>
                  <a:gd name="T7" fmla="*/ 277 h 295"/>
                  <a:gd name="T8" fmla="*/ 278 w 392"/>
                  <a:gd name="T9" fmla="*/ 137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2" h="295">
                    <a:moveTo>
                      <a:pt x="278" y="137"/>
                    </a:moveTo>
                    <a:cubicBezTo>
                      <a:pt x="353" y="84"/>
                      <a:pt x="392" y="35"/>
                      <a:pt x="379" y="18"/>
                    </a:cubicBezTo>
                    <a:cubicBezTo>
                      <a:pt x="367" y="0"/>
                      <a:pt x="311" y="19"/>
                      <a:pt x="233" y="73"/>
                    </a:cubicBezTo>
                    <a:cubicBezTo>
                      <a:pt x="205" y="93"/>
                      <a:pt x="0" y="259"/>
                      <a:pt x="13" y="277"/>
                    </a:cubicBezTo>
                    <a:cubicBezTo>
                      <a:pt x="25" y="295"/>
                      <a:pt x="250" y="157"/>
                      <a:pt x="278" y="137"/>
                    </a:cubicBezTo>
                    <a:close/>
                  </a:path>
                </a:pathLst>
              </a:custGeom>
              <a:solidFill>
                <a:srgbClr val="FFD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" name="Freeform 316">
                <a:extLst>
                  <a:ext uri="{FF2B5EF4-FFF2-40B4-BE49-F238E27FC236}">
                    <a16:creationId xmlns:a16="http://schemas.microsoft.com/office/drawing/2014/main" id="{B7D6AA0E-F26C-9709-108C-9D8AA6C65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0" y="760"/>
                <a:ext cx="572" cy="429"/>
              </a:xfrm>
              <a:custGeom>
                <a:avLst/>
                <a:gdLst>
                  <a:gd name="T0" fmla="*/ 87 w 300"/>
                  <a:gd name="T1" fmla="*/ 120 h 225"/>
                  <a:gd name="T2" fmla="*/ 10 w 300"/>
                  <a:gd name="T3" fmla="*/ 211 h 225"/>
                  <a:gd name="T4" fmla="*/ 121 w 300"/>
                  <a:gd name="T5" fmla="*/ 169 h 225"/>
                  <a:gd name="T6" fmla="*/ 290 w 300"/>
                  <a:gd name="T7" fmla="*/ 13 h 225"/>
                  <a:gd name="T8" fmla="*/ 87 w 300"/>
                  <a:gd name="T9" fmla="*/ 12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0" h="225">
                    <a:moveTo>
                      <a:pt x="87" y="120"/>
                    </a:moveTo>
                    <a:cubicBezTo>
                      <a:pt x="30" y="160"/>
                      <a:pt x="0" y="198"/>
                      <a:pt x="10" y="211"/>
                    </a:cubicBezTo>
                    <a:cubicBezTo>
                      <a:pt x="19" y="225"/>
                      <a:pt x="62" y="211"/>
                      <a:pt x="121" y="169"/>
                    </a:cubicBezTo>
                    <a:cubicBezTo>
                      <a:pt x="143" y="154"/>
                      <a:pt x="300" y="26"/>
                      <a:pt x="290" y="13"/>
                    </a:cubicBezTo>
                    <a:cubicBezTo>
                      <a:pt x="281" y="0"/>
                      <a:pt x="108" y="105"/>
                      <a:pt x="87" y="120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" name="Freeform 317">
                <a:extLst>
                  <a:ext uri="{FF2B5EF4-FFF2-40B4-BE49-F238E27FC236}">
                    <a16:creationId xmlns:a16="http://schemas.microsoft.com/office/drawing/2014/main" id="{E2EED6B1-1F71-7BF5-6315-79DCB3D0D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1" y="640"/>
                <a:ext cx="812" cy="430"/>
              </a:xfrm>
              <a:custGeom>
                <a:avLst/>
                <a:gdLst>
                  <a:gd name="T0" fmla="*/ 296 w 426"/>
                  <a:gd name="T1" fmla="*/ 118 h 226"/>
                  <a:gd name="T2" fmla="*/ 417 w 426"/>
                  <a:gd name="T3" fmla="*/ 20 h 226"/>
                  <a:gd name="T4" fmla="*/ 263 w 426"/>
                  <a:gd name="T5" fmla="*/ 47 h 226"/>
                  <a:gd name="T6" fmla="*/ 9 w 426"/>
                  <a:gd name="T7" fmla="*/ 206 h 226"/>
                  <a:gd name="T8" fmla="*/ 296 w 426"/>
                  <a:gd name="T9" fmla="*/ 118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6" h="226">
                    <a:moveTo>
                      <a:pt x="296" y="118"/>
                    </a:moveTo>
                    <a:cubicBezTo>
                      <a:pt x="379" y="80"/>
                      <a:pt x="426" y="39"/>
                      <a:pt x="417" y="20"/>
                    </a:cubicBezTo>
                    <a:cubicBezTo>
                      <a:pt x="408" y="0"/>
                      <a:pt x="349" y="8"/>
                      <a:pt x="263" y="47"/>
                    </a:cubicBezTo>
                    <a:cubicBezTo>
                      <a:pt x="232" y="61"/>
                      <a:pt x="0" y="187"/>
                      <a:pt x="9" y="206"/>
                    </a:cubicBezTo>
                    <a:cubicBezTo>
                      <a:pt x="18" y="226"/>
                      <a:pt x="265" y="132"/>
                      <a:pt x="296" y="118"/>
                    </a:cubicBezTo>
                    <a:close/>
                  </a:path>
                </a:pathLst>
              </a:custGeom>
              <a:solidFill>
                <a:srgbClr val="FFD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2" name="Freeform 318">
                <a:extLst>
                  <a:ext uri="{FF2B5EF4-FFF2-40B4-BE49-F238E27FC236}">
                    <a16:creationId xmlns:a16="http://schemas.microsoft.com/office/drawing/2014/main" id="{F72932AC-04B4-7A57-C938-F202FCD52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863"/>
                <a:ext cx="622" cy="327"/>
              </a:xfrm>
              <a:custGeom>
                <a:avLst/>
                <a:gdLst>
                  <a:gd name="T0" fmla="*/ 100 w 326"/>
                  <a:gd name="T1" fmla="*/ 82 h 172"/>
                  <a:gd name="T2" fmla="*/ 7 w 326"/>
                  <a:gd name="T3" fmla="*/ 157 h 172"/>
                  <a:gd name="T4" fmla="*/ 124 w 326"/>
                  <a:gd name="T5" fmla="*/ 136 h 172"/>
                  <a:gd name="T6" fmla="*/ 319 w 326"/>
                  <a:gd name="T7" fmla="*/ 15 h 172"/>
                  <a:gd name="T8" fmla="*/ 100 w 326"/>
                  <a:gd name="T9" fmla="*/ 8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6" h="172">
                    <a:moveTo>
                      <a:pt x="100" y="82"/>
                    </a:moveTo>
                    <a:cubicBezTo>
                      <a:pt x="36" y="111"/>
                      <a:pt x="0" y="142"/>
                      <a:pt x="7" y="157"/>
                    </a:cubicBezTo>
                    <a:cubicBezTo>
                      <a:pt x="14" y="172"/>
                      <a:pt x="58" y="166"/>
                      <a:pt x="124" y="136"/>
                    </a:cubicBezTo>
                    <a:cubicBezTo>
                      <a:pt x="148" y="125"/>
                      <a:pt x="326" y="30"/>
                      <a:pt x="319" y="15"/>
                    </a:cubicBezTo>
                    <a:cubicBezTo>
                      <a:pt x="312" y="0"/>
                      <a:pt x="123" y="71"/>
                      <a:pt x="100" y="82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3" name="Freeform 319">
                <a:extLst>
                  <a:ext uri="{FF2B5EF4-FFF2-40B4-BE49-F238E27FC236}">
                    <a16:creationId xmlns:a16="http://schemas.microsoft.com/office/drawing/2014/main" id="{73718B10-7DB0-4ABE-B642-58BF6E2990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8" y="1084"/>
                <a:ext cx="771" cy="3236"/>
              </a:xfrm>
              <a:custGeom>
                <a:avLst/>
                <a:gdLst>
                  <a:gd name="T0" fmla="*/ 33 w 404"/>
                  <a:gd name="T1" fmla="*/ 1699 h 1699"/>
                  <a:gd name="T2" fmla="*/ 391 w 404"/>
                  <a:gd name="T3" fmla="*/ 49 h 1699"/>
                  <a:gd name="T4" fmla="*/ 404 w 404"/>
                  <a:gd name="T5" fmla="*/ 14 h 1699"/>
                  <a:gd name="T6" fmla="*/ 377 w 404"/>
                  <a:gd name="T7" fmla="*/ 0 h 1699"/>
                  <a:gd name="T8" fmla="*/ 365 w 404"/>
                  <a:gd name="T9" fmla="*/ 35 h 1699"/>
                  <a:gd name="T10" fmla="*/ 0 w 404"/>
                  <a:gd name="T11" fmla="*/ 1699 h 1699"/>
                  <a:gd name="T12" fmla="*/ 33 w 404"/>
                  <a:gd name="T13" fmla="*/ 1699 h 1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4" h="1699">
                    <a:moveTo>
                      <a:pt x="33" y="1699"/>
                    </a:moveTo>
                    <a:cubicBezTo>
                      <a:pt x="98" y="1288"/>
                      <a:pt x="311" y="274"/>
                      <a:pt x="391" y="49"/>
                    </a:cubicBezTo>
                    <a:cubicBezTo>
                      <a:pt x="404" y="14"/>
                      <a:pt x="404" y="14"/>
                      <a:pt x="404" y="14"/>
                    </a:cubicBezTo>
                    <a:cubicBezTo>
                      <a:pt x="377" y="0"/>
                      <a:pt x="377" y="0"/>
                      <a:pt x="377" y="0"/>
                    </a:cubicBezTo>
                    <a:cubicBezTo>
                      <a:pt x="365" y="35"/>
                      <a:pt x="365" y="35"/>
                      <a:pt x="365" y="35"/>
                    </a:cubicBezTo>
                    <a:cubicBezTo>
                      <a:pt x="284" y="261"/>
                      <a:pt x="65" y="1282"/>
                      <a:pt x="0" y="1699"/>
                    </a:cubicBezTo>
                    <a:lnTo>
                      <a:pt x="33" y="1699"/>
                    </a:ln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12" name="Group 322">
              <a:extLst>
                <a:ext uri="{FF2B5EF4-FFF2-40B4-BE49-F238E27FC236}">
                  <a16:creationId xmlns:a16="http://schemas.microsoft.com/office/drawing/2014/main" id="{2B2E643B-70A7-1363-9936-7A7CE7C5DC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750046">
              <a:off x="1921808" y="2657629"/>
              <a:ext cx="344980" cy="675035"/>
              <a:chOff x="1102" y="169"/>
              <a:chExt cx="2034" cy="3980"/>
            </a:xfrm>
          </p:grpSpPr>
          <p:sp>
            <p:nvSpPr>
              <p:cNvPr id="322" name="Freeform 323">
                <a:extLst>
                  <a:ext uri="{FF2B5EF4-FFF2-40B4-BE49-F238E27FC236}">
                    <a16:creationId xmlns:a16="http://schemas.microsoft.com/office/drawing/2014/main" id="{28DC8767-3D9E-7A7C-CE54-C3682F21B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0" y="238"/>
                <a:ext cx="412" cy="874"/>
              </a:xfrm>
              <a:custGeom>
                <a:avLst/>
                <a:gdLst>
                  <a:gd name="T0" fmla="*/ 78 w 173"/>
                  <a:gd name="T1" fmla="*/ 114 h 368"/>
                  <a:gd name="T2" fmla="*/ 156 w 173"/>
                  <a:gd name="T3" fmla="*/ 7 h 368"/>
                  <a:gd name="T4" fmla="*/ 140 w 173"/>
                  <a:gd name="T5" fmla="*/ 138 h 368"/>
                  <a:gd name="T6" fmla="*/ 17 w 173"/>
                  <a:gd name="T7" fmla="*/ 361 h 368"/>
                  <a:gd name="T8" fmla="*/ 78 w 173"/>
                  <a:gd name="T9" fmla="*/ 114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" h="368">
                    <a:moveTo>
                      <a:pt x="78" y="114"/>
                    </a:moveTo>
                    <a:cubicBezTo>
                      <a:pt x="106" y="42"/>
                      <a:pt x="139" y="0"/>
                      <a:pt x="156" y="7"/>
                    </a:cubicBezTo>
                    <a:cubicBezTo>
                      <a:pt x="173" y="13"/>
                      <a:pt x="169" y="63"/>
                      <a:pt x="140" y="138"/>
                    </a:cubicBezTo>
                    <a:cubicBezTo>
                      <a:pt x="129" y="165"/>
                      <a:pt x="34" y="368"/>
                      <a:pt x="17" y="361"/>
                    </a:cubicBezTo>
                    <a:cubicBezTo>
                      <a:pt x="0" y="354"/>
                      <a:pt x="68" y="141"/>
                      <a:pt x="78" y="114"/>
                    </a:cubicBezTo>
                    <a:close/>
                  </a:path>
                </a:pathLst>
              </a:custGeom>
              <a:solidFill>
                <a:srgbClr val="F5B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3" name="Freeform 324">
                <a:extLst>
                  <a:ext uri="{FF2B5EF4-FFF2-40B4-BE49-F238E27FC236}">
                    <a16:creationId xmlns:a16="http://schemas.microsoft.com/office/drawing/2014/main" id="{D126F110-94C5-470D-37BF-E1DBB798B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6" y="744"/>
                <a:ext cx="314" cy="669"/>
              </a:xfrm>
              <a:custGeom>
                <a:avLst/>
                <a:gdLst>
                  <a:gd name="T0" fmla="*/ 72 w 132"/>
                  <a:gd name="T1" fmla="*/ 194 h 282"/>
                  <a:gd name="T2" fmla="*/ 13 w 132"/>
                  <a:gd name="T3" fmla="*/ 276 h 282"/>
                  <a:gd name="T4" fmla="*/ 25 w 132"/>
                  <a:gd name="T5" fmla="*/ 176 h 282"/>
                  <a:gd name="T6" fmla="*/ 119 w 132"/>
                  <a:gd name="T7" fmla="*/ 5 h 282"/>
                  <a:gd name="T8" fmla="*/ 72 w 132"/>
                  <a:gd name="T9" fmla="*/ 194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282">
                    <a:moveTo>
                      <a:pt x="72" y="194"/>
                    </a:moveTo>
                    <a:cubicBezTo>
                      <a:pt x="51" y="249"/>
                      <a:pt x="26" y="282"/>
                      <a:pt x="13" y="276"/>
                    </a:cubicBezTo>
                    <a:cubicBezTo>
                      <a:pt x="0" y="271"/>
                      <a:pt x="3" y="233"/>
                      <a:pt x="25" y="176"/>
                    </a:cubicBezTo>
                    <a:cubicBezTo>
                      <a:pt x="33" y="155"/>
                      <a:pt x="106" y="0"/>
                      <a:pt x="119" y="5"/>
                    </a:cubicBezTo>
                    <a:cubicBezTo>
                      <a:pt x="132" y="11"/>
                      <a:pt x="80" y="174"/>
                      <a:pt x="72" y="194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4" name="Freeform 325">
                <a:extLst>
                  <a:ext uri="{FF2B5EF4-FFF2-40B4-BE49-F238E27FC236}">
                    <a16:creationId xmlns:a16="http://schemas.microsoft.com/office/drawing/2014/main" id="{9ED7145B-02D4-9D08-6E99-9944B6F07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0" y="238"/>
                <a:ext cx="412" cy="874"/>
              </a:xfrm>
              <a:custGeom>
                <a:avLst/>
                <a:gdLst>
                  <a:gd name="T0" fmla="*/ 78 w 173"/>
                  <a:gd name="T1" fmla="*/ 114 h 368"/>
                  <a:gd name="T2" fmla="*/ 156 w 173"/>
                  <a:gd name="T3" fmla="*/ 7 h 368"/>
                  <a:gd name="T4" fmla="*/ 140 w 173"/>
                  <a:gd name="T5" fmla="*/ 138 h 368"/>
                  <a:gd name="T6" fmla="*/ 17 w 173"/>
                  <a:gd name="T7" fmla="*/ 361 h 368"/>
                  <a:gd name="T8" fmla="*/ 78 w 173"/>
                  <a:gd name="T9" fmla="*/ 114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" h="368">
                    <a:moveTo>
                      <a:pt x="78" y="114"/>
                    </a:moveTo>
                    <a:cubicBezTo>
                      <a:pt x="106" y="42"/>
                      <a:pt x="139" y="0"/>
                      <a:pt x="156" y="7"/>
                    </a:cubicBezTo>
                    <a:cubicBezTo>
                      <a:pt x="173" y="13"/>
                      <a:pt x="169" y="63"/>
                      <a:pt x="140" y="138"/>
                    </a:cubicBezTo>
                    <a:cubicBezTo>
                      <a:pt x="129" y="165"/>
                      <a:pt x="34" y="368"/>
                      <a:pt x="17" y="361"/>
                    </a:cubicBezTo>
                    <a:cubicBezTo>
                      <a:pt x="0" y="354"/>
                      <a:pt x="68" y="141"/>
                      <a:pt x="78" y="114"/>
                    </a:cubicBezTo>
                    <a:close/>
                  </a:path>
                </a:pathLst>
              </a:custGeom>
              <a:solidFill>
                <a:srgbClr val="F5B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5" name="Freeform 326">
                <a:extLst>
                  <a:ext uri="{FF2B5EF4-FFF2-40B4-BE49-F238E27FC236}">
                    <a16:creationId xmlns:a16="http://schemas.microsoft.com/office/drawing/2014/main" id="{0A826228-73A8-6C3F-A324-76FA4295C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6" y="744"/>
                <a:ext cx="314" cy="669"/>
              </a:xfrm>
              <a:custGeom>
                <a:avLst/>
                <a:gdLst>
                  <a:gd name="T0" fmla="*/ 72 w 132"/>
                  <a:gd name="T1" fmla="*/ 194 h 282"/>
                  <a:gd name="T2" fmla="*/ 13 w 132"/>
                  <a:gd name="T3" fmla="*/ 276 h 282"/>
                  <a:gd name="T4" fmla="*/ 25 w 132"/>
                  <a:gd name="T5" fmla="*/ 176 h 282"/>
                  <a:gd name="T6" fmla="*/ 119 w 132"/>
                  <a:gd name="T7" fmla="*/ 5 h 282"/>
                  <a:gd name="T8" fmla="*/ 72 w 132"/>
                  <a:gd name="T9" fmla="*/ 194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282">
                    <a:moveTo>
                      <a:pt x="72" y="194"/>
                    </a:moveTo>
                    <a:cubicBezTo>
                      <a:pt x="51" y="249"/>
                      <a:pt x="26" y="282"/>
                      <a:pt x="13" y="276"/>
                    </a:cubicBezTo>
                    <a:cubicBezTo>
                      <a:pt x="0" y="271"/>
                      <a:pt x="3" y="233"/>
                      <a:pt x="25" y="176"/>
                    </a:cubicBezTo>
                    <a:cubicBezTo>
                      <a:pt x="33" y="155"/>
                      <a:pt x="106" y="0"/>
                      <a:pt x="119" y="5"/>
                    </a:cubicBezTo>
                    <a:cubicBezTo>
                      <a:pt x="132" y="11"/>
                      <a:pt x="80" y="174"/>
                      <a:pt x="72" y="194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6" name="Freeform 327">
                <a:extLst>
                  <a:ext uri="{FF2B5EF4-FFF2-40B4-BE49-F238E27FC236}">
                    <a16:creationId xmlns:a16="http://schemas.microsoft.com/office/drawing/2014/main" id="{73079932-A1D0-0141-22E3-52BA6B6EF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8" y="181"/>
                <a:ext cx="267" cy="905"/>
              </a:xfrm>
              <a:custGeom>
                <a:avLst/>
                <a:gdLst>
                  <a:gd name="T0" fmla="*/ 32 w 112"/>
                  <a:gd name="T1" fmla="*/ 124 h 381"/>
                  <a:gd name="T2" fmla="*/ 89 w 112"/>
                  <a:gd name="T3" fmla="*/ 4 h 381"/>
                  <a:gd name="T4" fmla="*/ 97 w 112"/>
                  <a:gd name="T5" fmla="*/ 136 h 381"/>
                  <a:gd name="T6" fmla="*/ 18 w 112"/>
                  <a:gd name="T7" fmla="*/ 378 h 381"/>
                  <a:gd name="T8" fmla="*/ 32 w 112"/>
                  <a:gd name="T9" fmla="*/ 124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1">
                    <a:moveTo>
                      <a:pt x="32" y="124"/>
                    </a:moveTo>
                    <a:cubicBezTo>
                      <a:pt x="47" y="48"/>
                      <a:pt x="71" y="0"/>
                      <a:pt x="89" y="4"/>
                    </a:cubicBezTo>
                    <a:cubicBezTo>
                      <a:pt x="107" y="7"/>
                      <a:pt x="112" y="57"/>
                      <a:pt x="97" y="136"/>
                    </a:cubicBezTo>
                    <a:cubicBezTo>
                      <a:pt x="92" y="164"/>
                      <a:pt x="36" y="381"/>
                      <a:pt x="18" y="378"/>
                    </a:cubicBezTo>
                    <a:cubicBezTo>
                      <a:pt x="0" y="374"/>
                      <a:pt x="27" y="152"/>
                      <a:pt x="32" y="124"/>
                    </a:cubicBezTo>
                    <a:close/>
                  </a:path>
                </a:pathLst>
              </a:custGeom>
              <a:solidFill>
                <a:srgbClr val="F5B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7" name="Freeform 328">
                <a:extLst>
                  <a:ext uri="{FF2B5EF4-FFF2-40B4-BE49-F238E27FC236}">
                    <a16:creationId xmlns:a16="http://schemas.microsoft.com/office/drawing/2014/main" id="{49894EC2-2B57-1F35-B800-74DE66F08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715"/>
                <a:ext cx="205" cy="691"/>
              </a:xfrm>
              <a:custGeom>
                <a:avLst/>
                <a:gdLst>
                  <a:gd name="T0" fmla="*/ 61 w 86"/>
                  <a:gd name="T1" fmla="*/ 197 h 291"/>
                  <a:gd name="T2" fmla="*/ 18 w 86"/>
                  <a:gd name="T3" fmla="*/ 288 h 291"/>
                  <a:gd name="T4" fmla="*/ 11 w 86"/>
                  <a:gd name="T5" fmla="*/ 187 h 291"/>
                  <a:gd name="T6" fmla="*/ 72 w 86"/>
                  <a:gd name="T7" fmla="*/ 2 h 291"/>
                  <a:gd name="T8" fmla="*/ 61 w 86"/>
                  <a:gd name="T9" fmla="*/ 197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291">
                    <a:moveTo>
                      <a:pt x="61" y="197"/>
                    </a:moveTo>
                    <a:cubicBezTo>
                      <a:pt x="50" y="255"/>
                      <a:pt x="32" y="291"/>
                      <a:pt x="18" y="288"/>
                    </a:cubicBezTo>
                    <a:cubicBezTo>
                      <a:pt x="4" y="286"/>
                      <a:pt x="0" y="248"/>
                      <a:pt x="11" y="187"/>
                    </a:cubicBezTo>
                    <a:cubicBezTo>
                      <a:pt x="15" y="166"/>
                      <a:pt x="58" y="0"/>
                      <a:pt x="72" y="2"/>
                    </a:cubicBezTo>
                    <a:cubicBezTo>
                      <a:pt x="86" y="5"/>
                      <a:pt x="65" y="175"/>
                      <a:pt x="61" y="197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" name="Freeform 329">
                <a:extLst>
                  <a:ext uri="{FF2B5EF4-FFF2-40B4-BE49-F238E27FC236}">
                    <a16:creationId xmlns:a16="http://schemas.microsoft.com/office/drawing/2014/main" id="{F6388B36-60A9-C9D9-2FA0-506784356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1" y="169"/>
                <a:ext cx="159" cy="902"/>
              </a:xfrm>
              <a:custGeom>
                <a:avLst/>
                <a:gdLst>
                  <a:gd name="T0" fmla="*/ 0 w 67"/>
                  <a:gd name="T1" fmla="*/ 128 h 380"/>
                  <a:gd name="T2" fmla="*/ 33 w 67"/>
                  <a:gd name="T3" fmla="*/ 0 h 380"/>
                  <a:gd name="T4" fmla="*/ 67 w 67"/>
                  <a:gd name="T5" fmla="*/ 128 h 380"/>
                  <a:gd name="T6" fmla="*/ 33 w 67"/>
                  <a:gd name="T7" fmla="*/ 380 h 380"/>
                  <a:gd name="T8" fmla="*/ 0 w 67"/>
                  <a:gd name="T9" fmla="*/ 128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380">
                    <a:moveTo>
                      <a:pt x="0" y="128"/>
                    </a:moveTo>
                    <a:cubicBezTo>
                      <a:pt x="0" y="51"/>
                      <a:pt x="15" y="0"/>
                      <a:pt x="33" y="0"/>
                    </a:cubicBezTo>
                    <a:cubicBezTo>
                      <a:pt x="52" y="0"/>
                      <a:pt x="67" y="48"/>
                      <a:pt x="67" y="128"/>
                    </a:cubicBezTo>
                    <a:cubicBezTo>
                      <a:pt x="67" y="157"/>
                      <a:pt x="52" y="380"/>
                      <a:pt x="33" y="380"/>
                    </a:cubicBezTo>
                    <a:cubicBezTo>
                      <a:pt x="15" y="380"/>
                      <a:pt x="0" y="157"/>
                      <a:pt x="0" y="128"/>
                    </a:cubicBezTo>
                    <a:close/>
                  </a:path>
                </a:pathLst>
              </a:custGeom>
              <a:solidFill>
                <a:srgbClr val="F5B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9" name="Freeform 330">
                <a:extLst>
                  <a:ext uri="{FF2B5EF4-FFF2-40B4-BE49-F238E27FC236}">
                    <a16:creationId xmlns:a16="http://schemas.microsoft.com/office/drawing/2014/main" id="{68BCDF33-55CF-5E36-5245-DC5976FA5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708"/>
                <a:ext cx="119" cy="691"/>
              </a:xfrm>
              <a:custGeom>
                <a:avLst/>
                <a:gdLst>
                  <a:gd name="T0" fmla="*/ 50 w 50"/>
                  <a:gd name="T1" fmla="*/ 193 h 291"/>
                  <a:gd name="T2" fmla="*/ 25 w 50"/>
                  <a:gd name="T3" fmla="*/ 291 h 291"/>
                  <a:gd name="T4" fmla="*/ 0 w 50"/>
                  <a:gd name="T5" fmla="*/ 193 h 291"/>
                  <a:gd name="T6" fmla="*/ 25 w 50"/>
                  <a:gd name="T7" fmla="*/ 0 h 291"/>
                  <a:gd name="T8" fmla="*/ 50 w 50"/>
                  <a:gd name="T9" fmla="*/ 193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291">
                    <a:moveTo>
                      <a:pt x="50" y="193"/>
                    </a:moveTo>
                    <a:cubicBezTo>
                      <a:pt x="50" y="252"/>
                      <a:pt x="39" y="291"/>
                      <a:pt x="25" y="291"/>
                    </a:cubicBezTo>
                    <a:cubicBezTo>
                      <a:pt x="11" y="291"/>
                      <a:pt x="0" y="255"/>
                      <a:pt x="0" y="193"/>
                    </a:cubicBezTo>
                    <a:cubicBezTo>
                      <a:pt x="0" y="171"/>
                      <a:pt x="11" y="0"/>
                      <a:pt x="25" y="0"/>
                    </a:cubicBezTo>
                    <a:cubicBezTo>
                      <a:pt x="39" y="0"/>
                      <a:pt x="50" y="171"/>
                      <a:pt x="50" y="193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" name="Freeform 331">
                <a:extLst>
                  <a:ext uri="{FF2B5EF4-FFF2-40B4-BE49-F238E27FC236}">
                    <a16:creationId xmlns:a16="http://schemas.microsoft.com/office/drawing/2014/main" id="{B8F283FC-DE94-583D-3DA4-250EDB079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6" y="181"/>
                <a:ext cx="267" cy="905"/>
              </a:xfrm>
              <a:custGeom>
                <a:avLst/>
                <a:gdLst>
                  <a:gd name="T0" fmla="*/ 14 w 112"/>
                  <a:gd name="T1" fmla="*/ 136 h 381"/>
                  <a:gd name="T2" fmla="*/ 23 w 112"/>
                  <a:gd name="T3" fmla="*/ 4 h 381"/>
                  <a:gd name="T4" fmla="*/ 79 w 112"/>
                  <a:gd name="T5" fmla="*/ 124 h 381"/>
                  <a:gd name="T6" fmla="*/ 94 w 112"/>
                  <a:gd name="T7" fmla="*/ 378 h 381"/>
                  <a:gd name="T8" fmla="*/ 14 w 112"/>
                  <a:gd name="T9" fmla="*/ 136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1">
                    <a:moveTo>
                      <a:pt x="14" y="136"/>
                    </a:moveTo>
                    <a:cubicBezTo>
                      <a:pt x="0" y="60"/>
                      <a:pt x="5" y="7"/>
                      <a:pt x="23" y="4"/>
                    </a:cubicBezTo>
                    <a:cubicBezTo>
                      <a:pt x="41" y="0"/>
                      <a:pt x="65" y="45"/>
                      <a:pt x="79" y="124"/>
                    </a:cubicBezTo>
                    <a:cubicBezTo>
                      <a:pt x="85" y="152"/>
                      <a:pt x="112" y="374"/>
                      <a:pt x="94" y="378"/>
                    </a:cubicBezTo>
                    <a:cubicBezTo>
                      <a:pt x="76" y="381"/>
                      <a:pt x="20" y="164"/>
                      <a:pt x="14" y="136"/>
                    </a:cubicBezTo>
                    <a:close/>
                  </a:path>
                </a:pathLst>
              </a:custGeom>
              <a:solidFill>
                <a:srgbClr val="F5B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1" name="Freeform 332">
                <a:extLst>
                  <a:ext uri="{FF2B5EF4-FFF2-40B4-BE49-F238E27FC236}">
                    <a16:creationId xmlns:a16="http://schemas.microsoft.com/office/drawing/2014/main" id="{0844F476-D8A4-3D18-29D2-4A405535E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5" y="715"/>
                <a:ext cx="202" cy="691"/>
              </a:xfrm>
              <a:custGeom>
                <a:avLst/>
                <a:gdLst>
                  <a:gd name="T0" fmla="*/ 74 w 85"/>
                  <a:gd name="T1" fmla="*/ 187 h 291"/>
                  <a:gd name="T2" fmla="*/ 68 w 85"/>
                  <a:gd name="T3" fmla="*/ 288 h 291"/>
                  <a:gd name="T4" fmla="*/ 25 w 85"/>
                  <a:gd name="T5" fmla="*/ 197 h 291"/>
                  <a:gd name="T6" fmla="*/ 14 w 85"/>
                  <a:gd name="T7" fmla="*/ 2 h 291"/>
                  <a:gd name="T8" fmla="*/ 74 w 85"/>
                  <a:gd name="T9" fmla="*/ 187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291">
                    <a:moveTo>
                      <a:pt x="74" y="187"/>
                    </a:moveTo>
                    <a:cubicBezTo>
                      <a:pt x="85" y="245"/>
                      <a:pt x="82" y="286"/>
                      <a:pt x="68" y="288"/>
                    </a:cubicBezTo>
                    <a:cubicBezTo>
                      <a:pt x="54" y="291"/>
                      <a:pt x="36" y="257"/>
                      <a:pt x="25" y="197"/>
                    </a:cubicBezTo>
                    <a:cubicBezTo>
                      <a:pt x="21" y="175"/>
                      <a:pt x="0" y="5"/>
                      <a:pt x="14" y="2"/>
                    </a:cubicBezTo>
                    <a:cubicBezTo>
                      <a:pt x="27" y="0"/>
                      <a:pt x="70" y="166"/>
                      <a:pt x="74" y="187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2" name="Freeform 333">
                <a:extLst>
                  <a:ext uri="{FF2B5EF4-FFF2-40B4-BE49-F238E27FC236}">
                    <a16:creationId xmlns:a16="http://schemas.microsoft.com/office/drawing/2014/main" id="{F284452C-A81B-0480-631E-48279E1F4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238"/>
                <a:ext cx="412" cy="874"/>
              </a:xfrm>
              <a:custGeom>
                <a:avLst/>
                <a:gdLst>
                  <a:gd name="T0" fmla="*/ 33 w 173"/>
                  <a:gd name="T1" fmla="*/ 138 h 368"/>
                  <a:gd name="T2" fmla="*/ 17 w 173"/>
                  <a:gd name="T3" fmla="*/ 7 h 368"/>
                  <a:gd name="T4" fmla="*/ 95 w 173"/>
                  <a:gd name="T5" fmla="*/ 114 h 368"/>
                  <a:gd name="T6" fmla="*/ 156 w 173"/>
                  <a:gd name="T7" fmla="*/ 361 h 368"/>
                  <a:gd name="T8" fmla="*/ 33 w 173"/>
                  <a:gd name="T9" fmla="*/ 13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" h="368">
                    <a:moveTo>
                      <a:pt x="33" y="138"/>
                    </a:moveTo>
                    <a:cubicBezTo>
                      <a:pt x="5" y="66"/>
                      <a:pt x="0" y="13"/>
                      <a:pt x="17" y="7"/>
                    </a:cubicBezTo>
                    <a:cubicBezTo>
                      <a:pt x="34" y="0"/>
                      <a:pt x="65" y="39"/>
                      <a:pt x="95" y="114"/>
                    </a:cubicBezTo>
                    <a:cubicBezTo>
                      <a:pt x="105" y="141"/>
                      <a:pt x="173" y="354"/>
                      <a:pt x="156" y="361"/>
                    </a:cubicBezTo>
                    <a:cubicBezTo>
                      <a:pt x="139" y="368"/>
                      <a:pt x="44" y="165"/>
                      <a:pt x="33" y="138"/>
                    </a:cubicBezTo>
                    <a:close/>
                  </a:path>
                </a:pathLst>
              </a:custGeom>
              <a:solidFill>
                <a:srgbClr val="F5B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3" name="Freeform 334">
                <a:extLst>
                  <a:ext uri="{FF2B5EF4-FFF2-40B4-BE49-F238E27FC236}">
                    <a16:creationId xmlns:a16="http://schemas.microsoft.com/office/drawing/2014/main" id="{647E83C9-35B5-2CCF-60AC-9AE7A65A0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744"/>
                <a:ext cx="314" cy="669"/>
              </a:xfrm>
              <a:custGeom>
                <a:avLst/>
                <a:gdLst>
                  <a:gd name="T0" fmla="*/ 107 w 132"/>
                  <a:gd name="T1" fmla="*/ 176 h 282"/>
                  <a:gd name="T2" fmla="*/ 119 w 132"/>
                  <a:gd name="T3" fmla="*/ 276 h 282"/>
                  <a:gd name="T4" fmla="*/ 59 w 132"/>
                  <a:gd name="T5" fmla="*/ 194 h 282"/>
                  <a:gd name="T6" fmla="*/ 13 w 132"/>
                  <a:gd name="T7" fmla="*/ 5 h 282"/>
                  <a:gd name="T8" fmla="*/ 107 w 132"/>
                  <a:gd name="T9" fmla="*/ 176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282">
                    <a:moveTo>
                      <a:pt x="107" y="176"/>
                    </a:moveTo>
                    <a:cubicBezTo>
                      <a:pt x="128" y="231"/>
                      <a:pt x="132" y="271"/>
                      <a:pt x="119" y="276"/>
                    </a:cubicBezTo>
                    <a:cubicBezTo>
                      <a:pt x="106" y="282"/>
                      <a:pt x="82" y="252"/>
                      <a:pt x="59" y="194"/>
                    </a:cubicBezTo>
                    <a:cubicBezTo>
                      <a:pt x="51" y="174"/>
                      <a:pt x="0" y="11"/>
                      <a:pt x="13" y="5"/>
                    </a:cubicBezTo>
                    <a:cubicBezTo>
                      <a:pt x="26" y="0"/>
                      <a:pt x="99" y="155"/>
                      <a:pt x="107" y="176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4" name="Freeform 335">
                <a:extLst>
                  <a:ext uri="{FF2B5EF4-FFF2-40B4-BE49-F238E27FC236}">
                    <a16:creationId xmlns:a16="http://schemas.microsoft.com/office/drawing/2014/main" id="{AC2DD2A9-E5CE-026B-7637-925C245A5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7" y="333"/>
                <a:ext cx="557" cy="812"/>
              </a:xfrm>
              <a:custGeom>
                <a:avLst/>
                <a:gdLst>
                  <a:gd name="T0" fmla="*/ 56 w 234"/>
                  <a:gd name="T1" fmla="*/ 136 h 342"/>
                  <a:gd name="T2" fmla="*/ 16 w 234"/>
                  <a:gd name="T3" fmla="*/ 10 h 342"/>
                  <a:gd name="T4" fmla="*/ 112 w 234"/>
                  <a:gd name="T5" fmla="*/ 101 h 342"/>
                  <a:gd name="T6" fmla="*/ 218 w 234"/>
                  <a:gd name="T7" fmla="*/ 333 h 342"/>
                  <a:gd name="T8" fmla="*/ 56 w 234"/>
                  <a:gd name="T9" fmla="*/ 136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4" h="342">
                    <a:moveTo>
                      <a:pt x="56" y="136"/>
                    </a:moveTo>
                    <a:cubicBezTo>
                      <a:pt x="15" y="71"/>
                      <a:pt x="0" y="20"/>
                      <a:pt x="16" y="10"/>
                    </a:cubicBezTo>
                    <a:cubicBezTo>
                      <a:pt x="31" y="0"/>
                      <a:pt x="69" y="33"/>
                      <a:pt x="112" y="101"/>
                    </a:cubicBezTo>
                    <a:cubicBezTo>
                      <a:pt x="127" y="126"/>
                      <a:pt x="234" y="323"/>
                      <a:pt x="218" y="333"/>
                    </a:cubicBezTo>
                    <a:cubicBezTo>
                      <a:pt x="203" y="342"/>
                      <a:pt x="71" y="161"/>
                      <a:pt x="56" y="136"/>
                    </a:cubicBezTo>
                    <a:close/>
                  </a:path>
                </a:pathLst>
              </a:custGeom>
              <a:solidFill>
                <a:srgbClr val="F5B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5" name="Freeform 336">
                <a:extLst>
                  <a:ext uri="{FF2B5EF4-FFF2-40B4-BE49-F238E27FC236}">
                    <a16:creationId xmlns:a16="http://schemas.microsoft.com/office/drawing/2014/main" id="{E0090483-2ECF-B94C-C6A9-49188E97A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0" y="798"/>
                <a:ext cx="426" cy="620"/>
              </a:xfrm>
              <a:custGeom>
                <a:avLst/>
                <a:gdLst>
                  <a:gd name="T0" fmla="*/ 136 w 179"/>
                  <a:gd name="T1" fmla="*/ 157 h 261"/>
                  <a:gd name="T2" fmla="*/ 167 w 179"/>
                  <a:gd name="T3" fmla="*/ 253 h 261"/>
                  <a:gd name="T4" fmla="*/ 93 w 179"/>
                  <a:gd name="T5" fmla="*/ 184 h 261"/>
                  <a:gd name="T6" fmla="*/ 12 w 179"/>
                  <a:gd name="T7" fmla="*/ 7 h 261"/>
                  <a:gd name="T8" fmla="*/ 136 w 179"/>
                  <a:gd name="T9" fmla="*/ 157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261">
                    <a:moveTo>
                      <a:pt x="136" y="157"/>
                    </a:moveTo>
                    <a:cubicBezTo>
                      <a:pt x="168" y="207"/>
                      <a:pt x="179" y="246"/>
                      <a:pt x="167" y="253"/>
                    </a:cubicBezTo>
                    <a:cubicBezTo>
                      <a:pt x="155" y="261"/>
                      <a:pt x="126" y="236"/>
                      <a:pt x="93" y="184"/>
                    </a:cubicBezTo>
                    <a:cubicBezTo>
                      <a:pt x="82" y="165"/>
                      <a:pt x="0" y="14"/>
                      <a:pt x="12" y="7"/>
                    </a:cubicBezTo>
                    <a:cubicBezTo>
                      <a:pt x="24" y="0"/>
                      <a:pt x="124" y="138"/>
                      <a:pt x="136" y="157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6" name="Freeform 337">
                <a:extLst>
                  <a:ext uri="{FF2B5EF4-FFF2-40B4-BE49-F238E27FC236}">
                    <a16:creationId xmlns:a16="http://schemas.microsoft.com/office/drawing/2014/main" id="{48AF16C8-2246-7219-1624-BA4ABEB14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468"/>
                <a:ext cx="678" cy="722"/>
              </a:xfrm>
              <a:custGeom>
                <a:avLst/>
                <a:gdLst>
                  <a:gd name="T0" fmla="*/ 76 w 285"/>
                  <a:gd name="T1" fmla="*/ 129 h 304"/>
                  <a:gd name="T2" fmla="*/ 13 w 285"/>
                  <a:gd name="T3" fmla="*/ 12 h 304"/>
                  <a:gd name="T4" fmla="*/ 125 w 285"/>
                  <a:gd name="T5" fmla="*/ 84 h 304"/>
                  <a:gd name="T6" fmla="*/ 272 w 285"/>
                  <a:gd name="T7" fmla="*/ 291 h 304"/>
                  <a:gd name="T8" fmla="*/ 76 w 285"/>
                  <a:gd name="T9" fmla="*/ 129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5" h="304">
                    <a:moveTo>
                      <a:pt x="76" y="129"/>
                    </a:moveTo>
                    <a:cubicBezTo>
                      <a:pt x="23" y="72"/>
                      <a:pt x="0" y="24"/>
                      <a:pt x="13" y="12"/>
                    </a:cubicBezTo>
                    <a:cubicBezTo>
                      <a:pt x="26" y="0"/>
                      <a:pt x="70" y="25"/>
                      <a:pt x="125" y="84"/>
                    </a:cubicBezTo>
                    <a:cubicBezTo>
                      <a:pt x="144" y="105"/>
                      <a:pt x="285" y="279"/>
                      <a:pt x="272" y="291"/>
                    </a:cubicBezTo>
                    <a:cubicBezTo>
                      <a:pt x="258" y="304"/>
                      <a:pt x="96" y="150"/>
                      <a:pt x="76" y="129"/>
                    </a:cubicBezTo>
                    <a:close/>
                  </a:path>
                </a:pathLst>
              </a:custGeom>
              <a:solidFill>
                <a:srgbClr val="F5B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7" name="Freeform 338">
                <a:extLst>
                  <a:ext uri="{FF2B5EF4-FFF2-40B4-BE49-F238E27FC236}">
                    <a16:creationId xmlns:a16="http://schemas.microsoft.com/office/drawing/2014/main" id="{E0CC7747-454A-8191-D6F0-DFD5EF3BB2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869"/>
                <a:ext cx="519" cy="554"/>
              </a:xfrm>
              <a:custGeom>
                <a:avLst/>
                <a:gdLst>
                  <a:gd name="T0" fmla="*/ 160 w 218"/>
                  <a:gd name="T1" fmla="*/ 134 h 233"/>
                  <a:gd name="T2" fmla="*/ 208 w 218"/>
                  <a:gd name="T3" fmla="*/ 223 h 233"/>
                  <a:gd name="T4" fmla="*/ 123 w 218"/>
                  <a:gd name="T5" fmla="*/ 169 h 233"/>
                  <a:gd name="T6" fmla="*/ 10 w 218"/>
                  <a:gd name="T7" fmla="*/ 10 h 233"/>
                  <a:gd name="T8" fmla="*/ 160 w 218"/>
                  <a:gd name="T9" fmla="*/ 134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8" h="233">
                    <a:moveTo>
                      <a:pt x="160" y="134"/>
                    </a:moveTo>
                    <a:cubicBezTo>
                      <a:pt x="200" y="178"/>
                      <a:pt x="218" y="214"/>
                      <a:pt x="208" y="223"/>
                    </a:cubicBezTo>
                    <a:cubicBezTo>
                      <a:pt x="198" y="233"/>
                      <a:pt x="164" y="214"/>
                      <a:pt x="123" y="169"/>
                    </a:cubicBezTo>
                    <a:cubicBezTo>
                      <a:pt x="108" y="153"/>
                      <a:pt x="0" y="19"/>
                      <a:pt x="10" y="10"/>
                    </a:cubicBezTo>
                    <a:cubicBezTo>
                      <a:pt x="20" y="0"/>
                      <a:pt x="145" y="118"/>
                      <a:pt x="160" y="134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8" name="Freeform 339">
                <a:extLst>
                  <a:ext uri="{FF2B5EF4-FFF2-40B4-BE49-F238E27FC236}">
                    <a16:creationId xmlns:a16="http://schemas.microsoft.com/office/drawing/2014/main" id="{386D83B0-0D4D-30E8-D61E-0F35A19BB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3" y="632"/>
                <a:ext cx="778" cy="608"/>
              </a:xfrm>
              <a:custGeom>
                <a:avLst/>
                <a:gdLst>
                  <a:gd name="T0" fmla="*/ 94 w 327"/>
                  <a:gd name="T1" fmla="*/ 118 h 256"/>
                  <a:gd name="T2" fmla="*/ 11 w 327"/>
                  <a:gd name="T3" fmla="*/ 15 h 256"/>
                  <a:gd name="T4" fmla="*/ 133 w 327"/>
                  <a:gd name="T5" fmla="*/ 65 h 256"/>
                  <a:gd name="T6" fmla="*/ 317 w 327"/>
                  <a:gd name="T7" fmla="*/ 241 h 256"/>
                  <a:gd name="T8" fmla="*/ 94 w 327"/>
                  <a:gd name="T9" fmla="*/ 118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7" h="256">
                    <a:moveTo>
                      <a:pt x="94" y="118"/>
                    </a:moveTo>
                    <a:cubicBezTo>
                      <a:pt x="32" y="72"/>
                      <a:pt x="0" y="30"/>
                      <a:pt x="11" y="15"/>
                    </a:cubicBezTo>
                    <a:cubicBezTo>
                      <a:pt x="21" y="0"/>
                      <a:pt x="69" y="17"/>
                      <a:pt x="133" y="65"/>
                    </a:cubicBezTo>
                    <a:cubicBezTo>
                      <a:pt x="157" y="82"/>
                      <a:pt x="327" y="227"/>
                      <a:pt x="317" y="241"/>
                    </a:cubicBezTo>
                    <a:cubicBezTo>
                      <a:pt x="306" y="256"/>
                      <a:pt x="117" y="135"/>
                      <a:pt x="94" y="118"/>
                    </a:cubicBezTo>
                    <a:close/>
                  </a:path>
                </a:pathLst>
              </a:custGeom>
              <a:solidFill>
                <a:srgbClr val="F5B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9" name="Freeform 340">
                <a:extLst>
                  <a:ext uri="{FF2B5EF4-FFF2-40B4-BE49-F238E27FC236}">
                    <a16:creationId xmlns:a16="http://schemas.microsoft.com/office/drawing/2014/main" id="{27E2EE03-F106-0FB7-E4B5-C81D8ECA9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9" y="962"/>
                <a:ext cx="597" cy="465"/>
              </a:xfrm>
              <a:custGeom>
                <a:avLst/>
                <a:gdLst>
                  <a:gd name="T0" fmla="*/ 179 w 251"/>
                  <a:gd name="T1" fmla="*/ 106 h 196"/>
                  <a:gd name="T2" fmla="*/ 243 w 251"/>
                  <a:gd name="T3" fmla="*/ 184 h 196"/>
                  <a:gd name="T4" fmla="*/ 149 w 251"/>
                  <a:gd name="T5" fmla="*/ 146 h 196"/>
                  <a:gd name="T6" fmla="*/ 9 w 251"/>
                  <a:gd name="T7" fmla="*/ 11 h 196"/>
                  <a:gd name="T8" fmla="*/ 179 w 251"/>
                  <a:gd name="T9" fmla="*/ 106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1" h="196">
                    <a:moveTo>
                      <a:pt x="179" y="106"/>
                    </a:moveTo>
                    <a:cubicBezTo>
                      <a:pt x="227" y="141"/>
                      <a:pt x="251" y="173"/>
                      <a:pt x="243" y="184"/>
                    </a:cubicBezTo>
                    <a:cubicBezTo>
                      <a:pt x="235" y="196"/>
                      <a:pt x="198" y="183"/>
                      <a:pt x="149" y="146"/>
                    </a:cubicBezTo>
                    <a:cubicBezTo>
                      <a:pt x="131" y="133"/>
                      <a:pt x="0" y="23"/>
                      <a:pt x="9" y="11"/>
                    </a:cubicBezTo>
                    <a:cubicBezTo>
                      <a:pt x="17" y="0"/>
                      <a:pt x="161" y="93"/>
                      <a:pt x="179" y="106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0" name="Freeform 341">
                <a:extLst>
                  <a:ext uri="{FF2B5EF4-FFF2-40B4-BE49-F238E27FC236}">
                    <a16:creationId xmlns:a16="http://schemas.microsoft.com/office/drawing/2014/main" id="{8BB13FD4-29CE-0CE5-5AB7-F868B7785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2" y="824"/>
                <a:ext cx="851" cy="473"/>
              </a:xfrm>
              <a:custGeom>
                <a:avLst/>
                <a:gdLst>
                  <a:gd name="T0" fmla="*/ 109 w 358"/>
                  <a:gd name="T1" fmla="*/ 103 h 199"/>
                  <a:gd name="T2" fmla="*/ 8 w 358"/>
                  <a:gd name="T3" fmla="*/ 17 h 199"/>
                  <a:gd name="T4" fmla="*/ 137 w 358"/>
                  <a:gd name="T5" fmla="*/ 43 h 199"/>
                  <a:gd name="T6" fmla="*/ 350 w 358"/>
                  <a:gd name="T7" fmla="*/ 182 h 199"/>
                  <a:gd name="T8" fmla="*/ 109 w 358"/>
                  <a:gd name="T9" fmla="*/ 103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8" h="199">
                    <a:moveTo>
                      <a:pt x="109" y="103"/>
                    </a:moveTo>
                    <a:cubicBezTo>
                      <a:pt x="39" y="69"/>
                      <a:pt x="0" y="33"/>
                      <a:pt x="8" y="17"/>
                    </a:cubicBezTo>
                    <a:cubicBezTo>
                      <a:pt x="15" y="0"/>
                      <a:pt x="65" y="8"/>
                      <a:pt x="137" y="43"/>
                    </a:cubicBezTo>
                    <a:cubicBezTo>
                      <a:pt x="163" y="55"/>
                      <a:pt x="358" y="166"/>
                      <a:pt x="350" y="182"/>
                    </a:cubicBezTo>
                    <a:cubicBezTo>
                      <a:pt x="342" y="199"/>
                      <a:pt x="135" y="115"/>
                      <a:pt x="109" y="103"/>
                    </a:cubicBezTo>
                    <a:close/>
                  </a:path>
                </a:pathLst>
              </a:custGeom>
              <a:solidFill>
                <a:srgbClr val="F5B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1" name="Freeform 342">
                <a:extLst>
                  <a:ext uri="{FF2B5EF4-FFF2-40B4-BE49-F238E27FC236}">
                    <a16:creationId xmlns:a16="http://schemas.microsoft.com/office/drawing/2014/main" id="{9B319A47-200C-B2A1-3290-972DD44C1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" y="1069"/>
                <a:ext cx="652" cy="361"/>
              </a:xfrm>
              <a:custGeom>
                <a:avLst/>
                <a:gdLst>
                  <a:gd name="T0" fmla="*/ 190 w 274"/>
                  <a:gd name="T1" fmla="*/ 74 h 152"/>
                  <a:gd name="T2" fmla="*/ 268 w 274"/>
                  <a:gd name="T3" fmla="*/ 139 h 152"/>
                  <a:gd name="T4" fmla="*/ 168 w 274"/>
                  <a:gd name="T5" fmla="*/ 120 h 152"/>
                  <a:gd name="T6" fmla="*/ 6 w 274"/>
                  <a:gd name="T7" fmla="*/ 13 h 152"/>
                  <a:gd name="T8" fmla="*/ 190 w 274"/>
                  <a:gd name="T9" fmla="*/ 74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4" h="152">
                    <a:moveTo>
                      <a:pt x="190" y="74"/>
                    </a:moveTo>
                    <a:cubicBezTo>
                      <a:pt x="244" y="100"/>
                      <a:pt x="274" y="127"/>
                      <a:pt x="268" y="139"/>
                    </a:cubicBezTo>
                    <a:cubicBezTo>
                      <a:pt x="262" y="152"/>
                      <a:pt x="224" y="146"/>
                      <a:pt x="168" y="120"/>
                    </a:cubicBezTo>
                    <a:cubicBezTo>
                      <a:pt x="149" y="110"/>
                      <a:pt x="0" y="26"/>
                      <a:pt x="6" y="13"/>
                    </a:cubicBezTo>
                    <a:cubicBezTo>
                      <a:pt x="12" y="0"/>
                      <a:pt x="171" y="64"/>
                      <a:pt x="190" y="74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2" name="Freeform 343">
                <a:extLst>
                  <a:ext uri="{FF2B5EF4-FFF2-40B4-BE49-F238E27FC236}">
                    <a16:creationId xmlns:a16="http://schemas.microsoft.com/office/drawing/2014/main" id="{10117A88-EF14-0A6F-B693-BDF9BEAF5B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" y="1314"/>
                <a:ext cx="980" cy="2835"/>
              </a:xfrm>
              <a:custGeom>
                <a:avLst/>
                <a:gdLst>
                  <a:gd name="T0" fmla="*/ 375 w 412"/>
                  <a:gd name="T1" fmla="*/ 1194 h 1194"/>
                  <a:gd name="T2" fmla="*/ 13 w 412"/>
                  <a:gd name="T3" fmla="*/ 49 h 1194"/>
                  <a:gd name="T4" fmla="*/ 0 w 412"/>
                  <a:gd name="T5" fmla="*/ 15 h 1194"/>
                  <a:gd name="T6" fmla="*/ 37 w 412"/>
                  <a:gd name="T7" fmla="*/ 0 h 1194"/>
                  <a:gd name="T8" fmla="*/ 51 w 412"/>
                  <a:gd name="T9" fmla="*/ 34 h 1194"/>
                  <a:gd name="T10" fmla="*/ 412 w 412"/>
                  <a:gd name="T11" fmla="*/ 1175 h 1194"/>
                  <a:gd name="T12" fmla="*/ 375 w 412"/>
                  <a:gd name="T13" fmla="*/ 119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2" h="1194">
                    <a:moveTo>
                      <a:pt x="375" y="1194"/>
                    </a:moveTo>
                    <a:cubicBezTo>
                      <a:pt x="267" y="786"/>
                      <a:pt x="102" y="274"/>
                      <a:pt x="13" y="49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139" y="258"/>
                      <a:pt x="303" y="767"/>
                      <a:pt x="412" y="1175"/>
                    </a:cubicBezTo>
                    <a:lnTo>
                      <a:pt x="375" y="1194"/>
                    </a:ln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313" name="Picture 312">
              <a:extLst>
                <a:ext uri="{FF2B5EF4-FFF2-40B4-BE49-F238E27FC236}">
                  <a16:creationId xmlns:a16="http://schemas.microsoft.com/office/drawing/2014/main" id="{5CD006F3-EC3A-BDF3-3E23-CC2696217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85088" y="2427410"/>
              <a:ext cx="485050" cy="1012091"/>
            </a:xfrm>
            <a:prstGeom prst="rect">
              <a:avLst/>
            </a:prstGeom>
          </p:spPr>
        </p:pic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79B7954E-92C3-01D5-B08E-6C88FDAD3153}"/>
                </a:ext>
              </a:extLst>
            </p:cNvPr>
            <p:cNvGrpSpPr/>
            <p:nvPr/>
          </p:nvGrpSpPr>
          <p:grpSpPr>
            <a:xfrm>
              <a:off x="2625919" y="2190304"/>
              <a:ext cx="1055545" cy="815736"/>
              <a:chOff x="2216749" y="1191065"/>
              <a:chExt cx="1055545" cy="815736"/>
            </a:xfrm>
          </p:grpSpPr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4A57C487-E241-4884-B6C7-0CFE34273EA8}"/>
                  </a:ext>
                </a:extLst>
              </p:cNvPr>
              <p:cNvSpPr/>
              <p:nvPr/>
            </p:nvSpPr>
            <p:spPr>
              <a:xfrm>
                <a:off x="2762334" y="1631895"/>
                <a:ext cx="385220" cy="298765"/>
              </a:xfrm>
              <a:custGeom>
                <a:avLst/>
                <a:gdLst>
                  <a:gd name="connsiteX0" fmla="*/ 2123313 w 2123313"/>
                  <a:gd name="connsiteY0" fmla="*/ 1137190 h 1646777"/>
                  <a:gd name="connsiteX1" fmla="*/ 1805178 w 2123313"/>
                  <a:gd name="connsiteY1" fmla="*/ 1646777 h 1646777"/>
                  <a:gd name="connsiteX2" fmla="*/ 0 w 2123313"/>
                  <a:gd name="connsiteY2" fmla="*/ 509588 h 1646777"/>
                  <a:gd name="connsiteX3" fmla="*/ 318135 w 2123313"/>
                  <a:gd name="connsiteY3" fmla="*/ 0 h 1646777"/>
                  <a:gd name="connsiteX4" fmla="*/ 2123313 w 2123313"/>
                  <a:gd name="connsiteY4" fmla="*/ 1137190 h 164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3313" h="1646777">
                    <a:moveTo>
                      <a:pt x="2123313" y="1137190"/>
                    </a:moveTo>
                    <a:lnTo>
                      <a:pt x="1805178" y="1646777"/>
                    </a:lnTo>
                    <a:lnTo>
                      <a:pt x="0" y="509588"/>
                    </a:lnTo>
                    <a:lnTo>
                      <a:pt x="318135" y="0"/>
                    </a:lnTo>
                    <a:lnTo>
                      <a:pt x="2123313" y="1137190"/>
                    </a:lnTo>
                    <a:close/>
                  </a:path>
                </a:pathLst>
              </a:custGeom>
              <a:solidFill>
                <a:srgbClr val="DFE3E6"/>
              </a:solidFill>
              <a:ln w="6350" cap="flat" cmpd="sng">
                <a:noFill/>
                <a:prstDash val="solid"/>
                <a:miter/>
              </a:ln>
              <a:effectLst>
                <a:outerShdw blurRad="254000" dist="38100" dir="5400000" rotWithShape="0">
                  <a:srgbClr val="A2ABB0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5DC883F7-539E-5226-10BA-241C4BE1106E}"/>
                  </a:ext>
                </a:extLst>
              </p:cNvPr>
              <p:cNvSpPr/>
              <p:nvPr/>
            </p:nvSpPr>
            <p:spPr>
              <a:xfrm>
                <a:off x="2935745" y="1735890"/>
                <a:ext cx="336549" cy="270911"/>
              </a:xfrm>
              <a:custGeom>
                <a:avLst/>
                <a:gdLst>
                  <a:gd name="connsiteX0" fmla="*/ 1789271 w 1855037"/>
                  <a:gd name="connsiteY0" fmla="*/ 1302163 h 1493248"/>
                  <a:gd name="connsiteX1" fmla="*/ 1785557 w 1855037"/>
                  <a:gd name="connsiteY1" fmla="*/ 1308068 h 1493248"/>
                  <a:gd name="connsiteX2" fmla="*/ 1385602 w 1855037"/>
                  <a:gd name="connsiteY2" fmla="*/ 1462849 h 1493248"/>
                  <a:gd name="connsiteX3" fmla="*/ 0 w 1855037"/>
                  <a:gd name="connsiteY3" fmla="*/ 612362 h 1493248"/>
                  <a:gd name="connsiteX4" fmla="*/ 364141 w 1855037"/>
                  <a:gd name="connsiteY4" fmla="*/ 0 h 1493248"/>
                  <a:gd name="connsiteX5" fmla="*/ 1752695 w 1855037"/>
                  <a:gd name="connsiteY5" fmla="*/ 874967 h 1493248"/>
                  <a:gd name="connsiteX6" fmla="*/ 1789271 w 1855037"/>
                  <a:gd name="connsiteY6" fmla="*/ 1302258 h 149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5037" h="1493248">
                    <a:moveTo>
                      <a:pt x="1789271" y="1302163"/>
                    </a:moveTo>
                    <a:lnTo>
                      <a:pt x="1785557" y="1308068"/>
                    </a:lnTo>
                    <a:cubicBezTo>
                      <a:pt x="1685163" y="1468850"/>
                      <a:pt x="1506093" y="1538097"/>
                      <a:pt x="1385602" y="1462849"/>
                    </a:cubicBezTo>
                    <a:lnTo>
                      <a:pt x="0" y="612362"/>
                    </a:lnTo>
                    <a:lnTo>
                      <a:pt x="364141" y="0"/>
                    </a:lnTo>
                    <a:lnTo>
                      <a:pt x="1752695" y="874967"/>
                    </a:lnTo>
                    <a:cubicBezTo>
                      <a:pt x="1873282" y="950214"/>
                      <a:pt x="1889665" y="1141571"/>
                      <a:pt x="1789271" y="1302258"/>
                    </a:cubicBezTo>
                    <a:close/>
                  </a:path>
                </a:pathLst>
              </a:custGeom>
              <a:solidFill>
                <a:srgbClr val="43515C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20303D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44A4C675-5825-3003-D4C7-DCFDDDFDEAF9}"/>
                  </a:ext>
                </a:extLst>
              </p:cNvPr>
              <p:cNvSpPr/>
              <p:nvPr/>
            </p:nvSpPr>
            <p:spPr>
              <a:xfrm>
                <a:off x="2216749" y="1191065"/>
                <a:ext cx="656182" cy="656182"/>
              </a:xfrm>
              <a:custGeom>
                <a:avLst/>
                <a:gdLst>
                  <a:gd name="connsiteX0" fmla="*/ 2765968 w 3616838"/>
                  <a:gd name="connsiteY0" fmla="*/ 274609 h 3616838"/>
                  <a:gd name="connsiteX1" fmla="*/ 274609 w 3616838"/>
                  <a:gd name="connsiteY1" fmla="*/ 850871 h 3616838"/>
                  <a:gd name="connsiteX2" fmla="*/ 850871 w 3616838"/>
                  <a:gd name="connsiteY2" fmla="*/ 3342230 h 3616838"/>
                  <a:gd name="connsiteX3" fmla="*/ 3342230 w 3616838"/>
                  <a:gd name="connsiteY3" fmla="*/ 2765968 h 3616838"/>
                  <a:gd name="connsiteX4" fmla="*/ 2765968 w 3616838"/>
                  <a:gd name="connsiteY4" fmla="*/ 274609 h 3616838"/>
                  <a:gd name="connsiteX5" fmla="*/ 3127918 w 3616838"/>
                  <a:gd name="connsiteY5" fmla="*/ 2632141 h 3616838"/>
                  <a:gd name="connsiteX6" fmla="*/ 984697 w 3616838"/>
                  <a:gd name="connsiteY6" fmla="*/ 3127918 h 3616838"/>
                  <a:gd name="connsiteX7" fmla="*/ 488921 w 3616838"/>
                  <a:gd name="connsiteY7" fmla="*/ 984697 h 3616838"/>
                  <a:gd name="connsiteX8" fmla="*/ 2632237 w 3616838"/>
                  <a:gd name="connsiteY8" fmla="*/ 488921 h 3616838"/>
                  <a:gd name="connsiteX9" fmla="*/ 3128013 w 3616838"/>
                  <a:gd name="connsiteY9" fmla="*/ 2632141 h 3616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16838" h="3616838">
                    <a:moveTo>
                      <a:pt x="2765968" y="274609"/>
                    </a:moveTo>
                    <a:cubicBezTo>
                      <a:pt x="1918910" y="-254219"/>
                      <a:pt x="803437" y="3718"/>
                      <a:pt x="274609" y="850871"/>
                    </a:cubicBezTo>
                    <a:cubicBezTo>
                      <a:pt x="-254219" y="1697929"/>
                      <a:pt x="3718" y="2813402"/>
                      <a:pt x="850871" y="3342230"/>
                    </a:cubicBezTo>
                    <a:cubicBezTo>
                      <a:pt x="1698025" y="3871058"/>
                      <a:pt x="2813402" y="3613121"/>
                      <a:pt x="3342230" y="2765968"/>
                    </a:cubicBezTo>
                    <a:cubicBezTo>
                      <a:pt x="3871058" y="1918814"/>
                      <a:pt x="3613121" y="803437"/>
                      <a:pt x="2765968" y="274609"/>
                    </a:cubicBezTo>
                    <a:close/>
                    <a:moveTo>
                      <a:pt x="3127918" y="2632141"/>
                    </a:moveTo>
                    <a:cubicBezTo>
                      <a:pt x="2673004" y="3360899"/>
                      <a:pt x="1713360" y="3582832"/>
                      <a:pt x="984697" y="3127918"/>
                    </a:cubicBezTo>
                    <a:cubicBezTo>
                      <a:pt x="255940" y="2673004"/>
                      <a:pt x="34007" y="1713455"/>
                      <a:pt x="488921" y="984697"/>
                    </a:cubicBezTo>
                    <a:cubicBezTo>
                      <a:pt x="943930" y="255940"/>
                      <a:pt x="1903479" y="34007"/>
                      <a:pt x="2632237" y="488921"/>
                    </a:cubicBezTo>
                    <a:cubicBezTo>
                      <a:pt x="3360994" y="943835"/>
                      <a:pt x="3582927" y="1903479"/>
                      <a:pt x="3128013" y="2632141"/>
                    </a:cubicBezTo>
                    <a:close/>
                  </a:path>
                </a:pathLst>
              </a:custGeom>
              <a:solidFill>
                <a:srgbClr val="459FED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29773603-7F2C-9E73-C0B1-8AD945BB4C5F}"/>
                  </a:ext>
                </a:extLst>
              </p:cNvPr>
              <p:cNvSpPr/>
              <p:nvPr/>
            </p:nvSpPr>
            <p:spPr>
              <a:xfrm>
                <a:off x="2302008" y="1264633"/>
                <a:ext cx="447587" cy="261669"/>
              </a:xfrm>
              <a:custGeom>
                <a:avLst/>
                <a:gdLst>
                  <a:gd name="connsiteX0" fmla="*/ 217477 w 2467074"/>
                  <a:gd name="connsiteY0" fmla="*/ 1340243 h 1442306"/>
                  <a:gd name="connsiteX1" fmla="*/ 1010624 w 2467074"/>
                  <a:gd name="connsiteY1" fmla="*/ 257822 h 1442306"/>
                  <a:gd name="connsiteX2" fmla="*/ 2259256 w 2467074"/>
                  <a:gd name="connsiteY2" fmla="*/ 759504 h 1442306"/>
                  <a:gd name="connsiteX3" fmla="*/ 2451661 w 2467074"/>
                  <a:gd name="connsiteY3" fmla="*/ 658444 h 1442306"/>
                  <a:gd name="connsiteX4" fmla="*/ 1030626 w 2467074"/>
                  <a:gd name="connsiteY4" fmla="*/ 28937 h 1442306"/>
                  <a:gd name="connsiteX5" fmla="*/ 7356 w 2467074"/>
                  <a:gd name="connsiteY5" fmla="*/ 1172699 h 1442306"/>
                  <a:gd name="connsiteX6" fmla="*/ 212 w 2467074"/>
                  <a:gd name="connsiteY6" fmla="*/ 1334052 h 1442306"/>
                  <a:gd name="connsiteX7" fmla="*/ 217477 w 2467074"/>
                  <a:gd name="connsiteY7" fmla="*/ 1340339 h 1442306"/>
                  <a:gd name="connsiteX8" fmla="*/ 217477 w 2467074"/>
                  <a:gd name="connsiteY8" fmla="*/ 1340339 h 1442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67074" h="1442306">
                    <a:moveTo>
                      <a:pt x="217477" y="1340243"/>
                    </a:moveTo>
                    <a:cubicBezTo>
                      <a:pt x="209857" y="844277"/>
                      <a:pt x="532088" y="395459"/>
                      <a:pt x="1010624" y="257822"/>
                    </a:cubicBezTo>
                    <a:cubicBezTo>
                      <a:pt x="1487922" y="120472"/>
                      <a:pt x="2008082" y="331070"/>
                      <a:pt x="2259256" y="759504"/>
                    </a:cubicBezTo>
                    <a:cubicBezTo>
                      <a:pt x="2330027" y="880281"/>
                      <a:pt x="2522527" y="779316"/>
                      <a:pt x="2451661" y="658444"/>
                    </a:cubicBezTo>
                    <a:cubicBezTo>
                      <a:pt x="2162578" y="165239"/>
                      <a:pt x="1589458" y="-90031"/>
                      <a:pt x="1030626" y="28937"/>
                    </a:cubicBezTo>
                    <a:cubicBezTo>
                      <a:pt x="479891" y="146094"/>
                      <a:pt x="73554" y="619487"/>
                      <a:pt x="7356" y="1172699"/>
                    </a:cubicBezTo>
                    <a:cubicBezTo>
                      <a:pt x="974" y="1226229"/>
                      <a:pt x="-645" y="1280141"/>
                      <a:pt x="212" y="1334052"/>
                    </a:cubicBezTo>
                    <a:cubicBezTo>
                      <a:pt x="2403" y="1473593"/>
                      <a:pt x="219668" y="1480928"/>
                      <a:pt x="217477" y="1340339"/>
                    </a:cubicBezTo>
                    <a:lnTo>
                      <a:pt x="217477" y="1340339"/>
                    </a:lnTo>
                    <a:close/>
                  </a:path>
                </a:pathLst>
              </a:custGeom>
              <a:solidFill>
                <a:srgbClr val="B2E0FA"/>
              </a:solidFill>
              <a:ln w="6350" cap="flat" cmpd="sng">
                <a:noFill/>
                <a:prstDash val="solid"/>
                <a:miter/>
              </a:ln>
              <a:effectLst>
                <a:outerShdw blurRad="190500" dist="38100" dir="5400000" rotWithShape="0">
                  <a:srgbClr val="7E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086BF6F-475E-928C-040D-A8AF87441094}"/>
                  </a:ext>
                </a:extLst>
              </p:cNvPr>
              <p:cNvSpPr/>
              <p:nvPr/>
            </p:nvSpPr>
            <p:spPr>
              <a:xfrm>
                <a:off x="2731091" y="1437039"/>
                <a:ext cx="51927" cy="51927"/>
              </a:xfrm>
              <a:custGeom>
                <a:avLst/>
                <a:gdLst>
                  <a:gd name="connsiteX0" fmla="*/ 218881 w 286219"/>
                  <a:gd name="connsiteY0" fmla="*/ 21714 h 286219"/>
                  <a:gd name="connsiteX1" fmla="*/ 264506 w 286219"/>
                  <a:gd name="connsiteY1" fmla="*/ 218881 h 286219"/>
                  <a:gd name="connsiteX2" fmla="*/ 67338 w 286219"/>
                  <a:gd name="connsiteY2" fmla="*/ 264506 h 286219"/>
                  <a:gd name="connsiteX3" fmla="*/ 21714 w 286219"/>
                  <a:gd name="connsiteY3" fmla="*/ 67339 h 286219"/>
                  <a:gd name="connsiteX4" fmla="*/ 218881 w 286219"/>
                  <a:gd name="connsiteY4" fmla="*/ 21714 h 28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219" h="286219">
                    <a:moveTo>
                      <a:pt x="218881" y="21714"/>
                    </a:moveTo>
                    <a:cubicBezTo>
                      <a:pt x="285937" y="63528"/>
                      <a:pt x="306321" y="151825"/>
                      <a:pt x="264506" y="218881"/>
                    </a:cubicBezTo>
                    <a:cubicBezTo>
                      <a:pt x="222691" y="285937"/>
                      <a:pt x="134394" y="306321"/>
                      <a:pt x="67338" y="264506"/>
                    </a:cubicBezTo>
                    <a:cubicBezTo>
                      <a:pt x="283" y="222691"/>
                      <a:pt x="-20101" y="134394"/>
                      <a:pt x="21714" y="67339"/>
                    </a:cubicBezTo>
                    <a:cubicBezTo>
                      <a:pt x="63528" y="282"/>
                      <a:pt x="151825" y="-20101"/>
                      <a:pt x="218881" y="21714"/>
                    </a:cubicBezTo>
                    <a:close/>
                  </a:path>
                </a:pathLst>
              </a:custGeom>
              <a:solidFill>
                <a:srgbClr val="AFDFF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EBEDC7C4-40FE-4D1C-8AC9-2D322DF5A65F}"/>
                  </a:ext>
                </a:extLst>
              </p:cNvPr>
              <p:cNvSpPr/>
              <p:nvPr/>
            </p:nvSpPr>
            <p:spPr>
              <a:xfrm>
                <a:off x="2923620" y="1724353"/>
                <a:ext cx="79470" cy="122995"/>
              </a:xfrm>
              <a:custGeom>
                <a:avLst/>
                <a:gdLst>
                  <a:gd name="connsiteX0" fmla="*/ 85219 w 438033"/>
                  <a:gd name="connsiteY0" fmla="*/ 655665 h 677939"/>
                  <a:gd name="connsiteX1" fmla="*/ 431643 w 438033"/>
                  <a:gd name="connsiteY1" fmla="*/ 73021 h 677939"/>
                  <a:gd name="connsiteX2" fmla="*/ 419642 w 438033"/>
                  <a:gd name="connsiteY2" fmla="*/ 13394 h 677939"/>
                  <a:gd name="connsiteX3" fmla="*/ 413546 w 438033"/>
                  <a:gd name="connsiteY3" fmla="*/ 8917 h 677939"/>
                  <a:gd name="connsiteX4" fmla="*/ 347347 w 438033"/>
                  <a:gd name="connsiteY4" fmla="*/ 22538 h 677939"/>
                  <a:gd name="connsiteX5" fmla="*/ 6162 w 438033"/>
                  <a:gd name="connsiteY5" fmla="*/ 609278 h 677939"/>
                  <a:gd name="connsiteX6" fmla="*/ 23307 w 438033"/>
                  <a:gd name="connsiteY6" fmla="*/ 671762 h 677939"/>
                  <a:gd name="connsiteX7" fmla="*/ 24068 w 438033"/>
                  <a:gd name="connsiteY7" fmla="*/ 672238 h 677939"/>
                  <a:gd name="connsiteX8" fmla="*/ 85124 w 438033"/>
                  <a:gd name="connsiteY8" fmla="*/ 655760 h 67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033" h="677939">
                    <a:moveTo>
                      <a:pt x="85219" y="655665"/>
                    </a:moveTo>
                    <a:lnTo>
                      <a:pt x="431643" y="73021"/>
                    </a:lnTo>
                    <a:cubicBezTo>
                      <a:pt x="443549" y="53018"/>
                      <a:pt x="438406" y="27205"/>
                      <a:pt x="419642" y="13394"/>
                    </a:cubicBezTo>
                    <a:lnTo>
                      <a:pt x="413546" y="8917"/>
                    </a:lnTo>
                    <a:cubicBezTo>
                      <a:pt x="391829" y="-7180"/>
                      <a:pt x="360873" y="-798"/>
                      <a:pt x="347347" y="22538"/>
                    </a:cubicBezTo>
                    <a:lnTo>
                      <a:pt x="6162" y="609278"/>
                    </a:lnTo>
                    <a:cubicBezTo>
                      <a:pt x="-6602" y="631281"/>
                      <a:pt x="1113" y="659380"/>
                      <a:pt x="23307" y="671762"/>
                    </a:cubicBezTo>
                    <a:lnTo>
                      <a:pt x="24068" y="672238"/>
                    </a:lnTo>
                    <a:cubicBezTo>
                      <a:pt x="45500" y="684145"/>
                      <a:pt x="72551" y="676810"/>
                      <a:pt x="85124" y="655760"/>
                    </a:cubicBezTo>
                    <a:close/>
                  </a:path>
                </a:pathLst>
              </a:custGeom>
              <a:solidFill>
                <a:srgbClr val="66737C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7DEE97FD-FC6C-8F32-83BF-21EEFCCBF0CA}"/>
                  </a:ext>
                </a:extLst>
              </p:cNvPr>
              <p:cNvSpPr/>
              <p:nvPr/>
            </p:nvSpPr>
            <p:spPr>
              <a:xfrm>
                <a:off x="2246752" y="1226923"/>
                <a:ext cx="588437" cy="588434"/>
              </a:xfrm>
              <a:custGeom>
                <a:avLst/>
                <a:gdLst>
                  <a:gd name="connsiteX0" fmla="*/ 3160470 w 3243433"/>
                  <a:gd name="connsiteY0" fmla="*/ 1621916 h 3243418"/>
                  <a:gd name="connsiteX1" fmla="*/ 2776422 w 3243433"/>
                  <a:gd name="connsiteY1" fmla="*/ 2639281 h 3243418"/>
                  <a:gd name="connsiteX2" fmla="*/ 1828399 w 3243433"/>
                  <a:gd name="connsiteY2" fmla="*/ 3147725 h 3243418"/>
                  <a:gd name="connsiteX3" fmla="*/ 758265 w 3243433"/>
                  <a:gd name="connsiteY3" fmla="*/ 2896932 h 3243418"/>
                  <a:gd name="connsiteX4" fmla="*/ 135902 w 3243433"/>
                  <a:gd name="connsiteY4" fmla="*/ 2027585 h 3243418"/>
                  <a:gd name="connsiteX5" fmla="*/ 246677 w 3243433"/>
                  <a:gd name="connsiteY5" fmla="*/ 928115 h 3243418"/>
                  <a:gd name="connsiteX6" fmla="*/ 1027061 w 3243433"/>
                  <a:gd name="connsiteY6" fmla="*/ 201167 h 3243418"/>
                  <a:gd name="connsiteX7" fmla="*/ 2132818 w 3243433"/>
                  <a:gd name="connsiteY7" fmla="*/ 169639 h 3243418"/>
                  <a:gd name="connsiteX8" fmla="*/ 2953968 w 3243433"/>
                  <a:gd name="connsiteY8" fmla="*/ 851343 h 3243418"/>
                  <a:gd name="connsiteX9" fmla="*/ 3160470 w 3243433"/>
                  <a:gd name="connsiteY9" fmla="*/ 1621916 h 3243418"/>
                  <a:gd name="connsiteX10" fmla="*/ 3243242 w 3243433"/>
                  <a:gd name="connsiteY10" fmla="*/ 1621916 h 3243418"/>
                  <a:gd name="connsiteX11" fmla="*/ 2877102 w 3243433"/>
                  <a:gd name="connsiteY11" fmla="*/ 595597 h 3243418"/>
                  <a:gd name="connsiteX12" fmla="*/ 1961844 w 3243433"/>
                  <a:gd name="connsiteY12" fmla="*/ 35717 h 3243418"/>
                  <a:gd name="connsiteX13" fmla="*/ 866279 w 3243433"/>
                  <a:gd name="connsiteY13" fmla="*/ 185927 h 3243418"/>
                  <a:gd name="connsiteX14" fmla="*/ 137902 w 3243433"/>
                  <a:gd name="connsiteY14" fmla="*/ 965453 h 3243418"/>
                  <a:gd name="connsiteX15" fmla="*/ 62273 w 3243433"/>
                  <a:gd name="connsiteY15" fmla="*/ 2070829 h 3243418"/>
                  <a:gd name="connsiteX16" fmla="*/ 681017 w 3243433"/>
                  <a:gd name="connsiteY16" fmla="*/ 2943319 h 3243418"/>
                  <a:gd name="connsiteX17" fmla="*/ 1737245 w 3243433"/>
                  <a:gd name="connsiteY17" fmla="*/ 3239546 h 3243418"/>
                  <a:gd name="connsiteX18" fmla="*/ 2729369 w 3243433"/>
                  <a:gd name="connsiteY18" fmla="*/ 2806254 h 3243418"/>
                  <a:gd name="connsiteX19" fmla="*/ 3243433 w 3243433"/>
                  <a:gd name="connsiteY19" fmla="*/ 1621630 h 3243418"/>
                  <a:gd name="connsiteX20" fmla="*/ 3160661 w 3243433"/>
                  <a:gd name="connsiteY20" fmla="*/ 1621630 h 3243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243433" h="3243418">
                    <a:moveTo>
                      <a:pt x="3160470" y="1621916"/>
                    </a:moveTo>
                    <a:cubicBezTo>
                      <a:pt x="3159137" y="1995772"/>
                      <a:pt x="3023310" y="2358198"/>
                      <a:pt x="2776422" y="2639281"/>
                    </a:cubicBezTo>
                    <a:cubicBezTo>
                      <a:pt x="2532678" y="2916840"/>
                      <a:pt x="2193397" y="3095909"/>
                      <a:pt x="1828399" y="3147725"/>
                    </a:cubicBezTo>
                    <a:cubicBezTo>
                      <a:pt x="1455305" y="3200589"/>
                      <a:pt x="1070114" y="3106006"/>
                      <a:pt x="758265" y="2896932"/>
                    </a:cubicBezTo>
                    <a:cubicBezTo>
                      <a:pt x="454608" y="2693288"/>
                      <a:pt x="233057" y="2379153"/>
                      <a:pt x="135902" y="2027585"/>
                    </a:cubicBezTo>
                    <a:cubicBezTo>
                      <a:pt x="35127" y="1663064"/>
                      <a:pt x="76847" y="1265395"/>
                      <a:pt x="246677" y="928115"/>
                    </a:cubicBezTo>
                    <a:cubicBezTo>
                      <a:pt x="410222" y="603217"/>
                      <a:pt x="691590" y="341660"/>
                      <a:pt x="1027061" y="201167"/>
                    </a:cubicBezTo>
                    <a:cubicBezTo>
                      <a:pt x="1377295" y="54482"/>
                      <a:pt x="1774773" y="45719"/>
                      <a:pt x="2132818" y="169639"/>
                    </a:cubicBezTo>
                    <a:cubicBezTo>
                      <a:pt x="2477623" y="288987"/>
                      <a:pt x="2770422" y="537304"/>
                      <a:pt x="2953968" y="851343"/>
                    </a:cubicBezTo>
                    <a:cubicBezTo>
                      <a:pt x="3090271" y="1084610"/>
                      <a:pt x="3159518" y="1352358"/>
                      <a:pt x="3160470" y="1621916"/>
                    </a:cubicBezTo>
                    <a:cubicBezTo>
                      <a:pt x="3160661" y="1675256"/>
                      <a:pt x="3243433" y="1675256"/>
                      <a:pt x="3243242" y="1621916"/>
                    </a:cubicBezTo>
                    <a:cubicBezTo>
                      <a:pt x="3241909" y="1247393"/>
                      <a:pt x="3112274" y="886681"/>
                      <a:pt x="2877102" y="595597"/>
                    </a:cubicBezTo>
                    <a:cubicBezTo>
                      <a:pt x="2647454" y="311466"/>
                      <a:pt x="2318365" y="112679"/>
                      <a:pt x="1961844" y="35717"/>
                    </a:cubicBezTo>
                    <a:cubicBezTo>
                      <a:pt x="1592084" y="-44102"/>
                      <a:pt x="1201083" y="11524"/>
                      <a:pt x="866279" y="185927"/>
                    </a:cubicBezTo>
                    <a:cubicBezTo>
                      <a:pt x="544429" y="353662"/>
                      <a:pt x="284777" y="634268"/>
                      <a:pt x="137902" y="965453"/>
                    </a:cubicBezTo>
                    <a:cubicBezTo>
                      <a:pt x="-15736" y="1311591"/>
                      <a:pt x="-41073" y="1706879"/>
                      <a:pt x="62273" y="2070829"/>
                    </a:cubicBezTo>
                    <a:cubicBezTo>
                      <a:pt x="162191" y="2422492"/>
                      <a:pt x="385457" y="2730150"/>
                      <a:pt x="681017" y="2943319"/>
                    </a:cubicBezTo>
                    <a:cubicBezTo>
                      <a:pt x="984865" y="3162489"/>
                      <a:pt x="1364436" y="3265264"/>
                      <a:pt x="1737245" y="3239546"/>
                    </a:cubicBezTo>
                    <a:cubicBezTo>
                      <a:pt x="2106815" y="3214115"/>
                      <a:pt x="2458287" y="3057809"/>
                      <a:pt x="2729369" y="2806254"/>
                    </a:cubicBezTo>
                    <a:cubicBezTo>
                      <a:pt x="3056838" y="2502502"/>
                      <a:pt x="3241814" y="2067019"/>
                      <a:pt x="3243433" y="1621630"/>
                    </a:cubicBezTo>
                    <a:cubicBezTo>
                      <a:pt x="3243623" y="1568290"/>
                      <a:pt x="3160851" y="1568290"/>
                      <a:pt x="3160661" y="1621630"/>
                    </a:cubicBezTo>
                    <a:close/>
                  </a:path>
                </a:pathLst>
              </a:custGeom>
              <a:solidFill>
                <a:srgbClr val="7ECAF8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5BBD5885-23AB-D8A0-78C1-9E038487462D}"/>
              </a:ext>
            </a:extLst>
          </p:cNvPr>
          <p:cNvGrpSpPr/>
          <p:nvPr/>
        </p:nvGrpSpPr>
        <p:grpSpPr>
          <a:xfrm>
            <a:off x="8700183" y="1700388"/>
            <a:ext cx="2643373" cy="1281036"/>
            <a:chOff x="8198243" y="1826132"/>
            <a:chExt cx="3571096" cy="1730629"/>
          </a:xfrm>
        </p:grpSpPr>
        <p:grpSp>
          <p:nvGrpSpPr>
            <p:cNvPr id="444" name="Group 443">
              <a:extLst>
                <a:ext uri="{FF2B5EF4-FFF2-40B4-BE49-F238E27FC236}">
                  <a16:creationId xmlns:a16="http://schemas.microsoft.com/office/drawing/2014/main" id="{D1262CDB-C9B6-647D-1747-00CDF9C80CD3}"/>
                </a:ext>
              </a:extLst>
            </p:cNvPr>
            <p:cNvGrpSpPr/>
            <p:nvPr/>
          </p:nvGrpSpPr>
          <p:grpSpPr>
            <a:xfrm>
              <a:off x="9226161" y="2461954"/>
              <a:ext cx="601663" cy="576262"/>
              <a:chOff x="6474798" y="5348738"/>
              <a:chExt cx="601663" cy="576262"/>
            </a:xfrm>
          </p:grpSpPr>
          <p:sp>
            <p:nvSpPr>
              <p:cNvPr id="574" name="Freeform 5">
                <a:extLst>
                  <a:ext uri="{FF2B5EF4-FFF2-40B4-BE49-F238E27FC236}">
                    <a16:creationId xmlns:a16="http://schemas.microsoft.com/office/drawing/2014/main" id="{FADCBEC6-507C-9D9D-A8A7-B965B3E9A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4798" y="5510663"/>
                <a:ext cx="415925" cy="414337"/>
              </a:xfrm>
              <a:custGeom>
                <a:avLst/>
                <a:gdLst>
                  <a:gd name="T0" fmla="*/ 521 w 648"/>
                  <a:gd name="T1" fmla="*/ 648 h 648"/>
                  <a:gd name="T2" fmla="*/ 546 w 648"/>
                  <a:gd name="T3" fmla="*/ 632 h 648"/>
                  <a:gd name="T4" fmla="*/ 648 w 648"/>
                  <a:gd name="T5" fmla="*/ 324 h 648"/>
                  <a:gd name="T6" fmla="*/ 324 w 648"/>
                  <a:gd name="T7" fmla="*/ 0 h 648"/>
                  <a:gd name="T8" fmla="*/ 0 w 648"/>
                  <a:gd name="T9" fmla="*/ 324 h 648"/>
                  <a:gd name="T10" fmla="*/ 105 w 648"/>
                  <a:gd name="T11" fmla="*/ 632 h 648"/>
                  <a:gd name="T12" fmla="*/ 130 w 648"/>
                  <a:gd name="T13" fmla="*/ 648 h 6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8" h="648">
                    <a:moveTo>
                      <a:pt x="521" y="648"/>
                    </a:moveTo>
                    <a:cubicBezTo>
                      <a:pt x="532" y="648"/>
                      <a:pt x="541" y="642"/>
                      <a:pt x="546" y="632"/>
                    </a:cubicBezTo>
                    <a:cubicBezTo>
                      <a:pt x="570" y="579"/>
                      <a:pt x="648" y="405"/>
                      <a:pt x="648" y="324"/>
                    </a:cubicBezTo>
                    <a:cubicBezTo>
                      <a:pt x="648" y="145"/>
                      <a:pt x="503" y="0"/>
                      <a:pt x="324" y="0"/>
                    </a:cubicBezTo>
                    <a:cubicBezTo>
                      <a:pt x="145" y="0"/>
                      <a:pt x="0" y="145"/>
                      <a:pt x="0" y="324"/>
                    </a:cubicBezTo>
                    <a:cubicBezTo>
                      <a:pt x="0" y="398"/>
                      <a:pt x="80" y="578"/>
                      <a:pt x="105" y="632"/>
                    </a:cubicBezTo>
                    <a:cubicBezTo>
                      <a:pt x="110" y="642"/>
                      <a:pt x="119" y="648"/>
                      <a:pt x="130" y="648"/>
                    </a:cubicBezTo>
                  </a:path>
                </a:pathLst>
              </a:custGeom>
              <a:gradFill>
                <a:gsLst>
                  <a:gs pos="0">
                    <a:srgbClr val="FFE39E">
                      <a:alpha val="70000"/>
                    </a:srgbClr>
                  </a:gs>
                  <a:gs pos="100000">
                    <a:srgbClr val="FFE39E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5" name="Freeform 6">
                <a:extLst>
                  <a:ext uri="{FF2B5EF4-FFF2-40B4-BE49-F238E27FC236}">
                    <a16:creationId xmlns:a16="http://schemas.microsoft.com/office/drawing/2014/main" id="{3F6B74FD-EF4C-8D0A-FF3A-754C38177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8611" y="5610675"/>
                <a:ext cx="373063" cy="290512"/>
              </a:xfrm>
              <a:custGeom>
                <a:avLst/>
                <a:gdLst>
                  <a:gd name="T0" fmla="*/ 583 w 583"/>
                  <a:gd name="T1" fmla="*/ 168 h 454"/>
                  <a:gd name="T2" fmla="*/ 495 w 583"/>
                  <a:gd name="T3" fmla="*/ 429 h 454"/>
                  <a:gd name="T4" fmla="*/ 420 w 583"/>
                  <a:gd name="T5" fmla="*/ 442 h 454"/>
                  <a:gd name="T6" fmla="*/ 153 w 583"/>
                  <a:gd name="T7" fmla="*/ 439 h 454"/>
                  <a:gd name="T8" fmla="*/ 94 w 583"/>
                  <a:gd name="T9" fmla="*/ 445 h 454"/>
                  <a:gd name="T10" fmla="*/ 0 w 583"/>
                  <a:gd name="T11" fmla="*/ 168 h 454"/>
                  <a:gd name="T12" fmla="*/ 39 w 583"/>
                  <a:gd name="T13" fmla="*/ 22 h 454"/>
                  <a:gd name="T14" fmla="*/ 234 w 583"/>
                  <a:gd name="T15" fmla="*/ 22 h 454"/>
                  <a:gd name="T16" fmla="*/ 549 w 583"/>
                  <a:gd name="T17" fmla="*/ 32 h 454"/>
                  <a:gd name="T18" fmla="*/ 549 w 583"/>
                  <a:gd name="T19" fmla="*/ 32 h 454"/>
                  <a:gd name="T20" fmla="*/ 583 w 583"/>
                  <a:gd name="T21" fmla="*/ 168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3" h="454">
                    <a:moveTo>
                      <a:pt x="583" y="168"/>
                    </a:moveTo>
                    <a:cubicBezTo>
                      <a:pt x="583" y="241"/>
                      <a:pt x="523" y="374"/>
                      <a:pt x="495" y="429"/>
                    </a:cubicBezTo>
                    <a:cubicBezTo>
                      <a:pt x="485" y="448"/>
                      <a:pt x="429" y="442"/>
                      <a:pt x="420" y="442"/>
                    </a:cubicBezTo>
                    <a:cubicBezTo>
                      <a:pt x="153" y="439"/>
                      <a:pt x="153" y="439"/>
                      <a:pt x="153" y="439"/>
                    </a:cubicBezTo>
                    <a:cubicBezTo>
                      <a:pt x="144" y="439"/>
                      <a:pt x="98" y="454"/>
                      <a:pt x="94" y="445"/>
                    </a:cubicBezTo>
                    <a:cubicBezTo>
                      <a:pt x="72" y="396"/>
                      <a:pt x="0" y="235"/>
                      <a:pt x="0" y="168"/>
                    </a:cubicBezTo>
                    <a:cubicBezTo>
                      <a:pt x="0" y="115"/>
                      <a:pt x="14" y="65"/>
                      <a:pt x="39" y="22"/>
                    </a:cubicBezTo>
                    <a:cubicBezTo>
                      <a:pt x="39" y="22"/>
                      <a:pt x="133" y="9"/>
                      <a:pt x="234" y="22"/>
                    </a:cubicBezTo>
                    <a:cubicBezTo>
                      <a:pt x="335" y="35"/>
                      <a:pt x="473" y="0"/>
                      <a:pt x="549" y="32"/>
                    </a:cubicBezTo>
                    <a:cubicBezTo>
                      <a:pt x="549" y="32"/>
                      <a:pt x="549" y="32"/>
                      <a:pt x="549" y="32"/>
                    </a:cubicBezTo>
                    <a:cubicBezTo>
                      <a:pt x="570" y="72"/>
                      <a:pt x="583" y="119"/>
                      <a:pt x="583" y="16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E26"/>
                  </a:gs>
                  <a:gs pos="100000">
                    <a:srgbClr val="FCA523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6" name="Freeform 7">
                <a:extLst>
                  <a:ext uri="{FF2B5EF4-FFF2-40B4-BE49-F238E27FC236}">
                    <a16:creationId xmlns:a16="http://schemas.microsoft.com/office/drawing/2014/main" id="{9394469B-9493-E1B3-3718-77F1D842F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7673" y="5472563"/>
                <a:ext cx="131763" cy="49212"/>
              </a:xfrm>
              <a:custGeom>
                <a:avLst/>
                <a:gdLst>
                  <a:gd name="T0" fmla="*/ 207 w 207"/>
                  <a:gd name="T1" fmla="*/ 9 h 76"/>
                  <a:gd name="T2" fmla="*/ 207 w 207"/>
                  <a:gd name="T3" fmla="*/ 67 h 76"/>
                  <a:gd name="T4" fmla="*/ 198 w 207"/>
                  <a:gd name="T5" fmla="*/ 76 h 76"/>
                  <a:gd name="T6" fmla="*/ 9 w 207"/>
                  <a:gd name="T7" fmla="*/ 76 h 76"/>
                  <a:gd name="T8" fmla="*/ 0 w 207"/>
                  <a:gd name="T9" fmla="*/ 67 h 76"/>
                  <a:gd name="T10" fmla="*/ 0 w 207"/>
                  <a:gd name="T11" fmla="*/ 9 h 76"/>
                  <a:gd name="T12" fmla="*/ 9 w 207"/>
                  <a:gd name="T13" fmla="*/ 0 h 76"/>
                  <a:gd name="T14" fmla="*/ 198 w 207"/>
                  <a:gd name="T15" fmla="*/ 0 h 76"/>
                  <a:gd name="T16" fmla="*/ 207 w 207"/>
                  <a:gd name="T17" fmla="*/ 9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7" h="76">
                    <a:moveTo>
                      <a:pt x="207" y="9"/>
                    </a:moveTo>
                    <a:cubicBezTo>
                      <a:pt x="207" y="67"/>
                      <a:pt x="207" y="67"/>
                      <a:pt x="207" y="67"/>
                    </a:cubicBezTo>
                    <a:cubicBezTo>
                      <a:pt x="207" y="72"/>
                      <a:pt x="203" y="76"/>
                      <a:pt x="198" y="76"/>
                    </a:cubicBezTo>
                    <a:cubicBezTo>
                      <a:pt x="9" y="76"/>
                      <a:pt x="9" y="76"/>
                      <a:pt x="9" y="76"/>
                    </a:cubicBezTo>
                    <a:cubicBezTo>
                      <a:pt x="4" y="76"/>
                      <a:pt x="0" y="72"/>
                      <a:pt x="0" y="6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203" y="0"/>
                      <a:pt x="207" y="4"/>
                      <a:pt x="207" y="9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7" name="Freeform 8">
                <a:extLst>
                  <a:ext uri="{FF2B5EF4-FFF2-40B4-BE49-F238E27FC236}">
                    <a16:creationId xmlns:a16="http://schemas.microsoft.com/office/drawing/2014/main" id="{6D12E998-78D4-A8ED-38DB-34FBF24FA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8786" y="5472563"/>
                <a:ext cx="120650" cy="49212"/>
              </a:xfrm>
              <a:custGeom>
                <a:avLst/>
                <a:gdLst>
                  <a:gd name="T0" fmla="*/ 188 w 188"/>
                  <a:gd name="T1" fmla="*/ 9 h 76"/>
                  <a:gd name="T2" fmla="*/ 188 w 188"/>
                  <a:gd name="T3" fmla="*/ 67 h 76"/>
                  <a:gd name="T4" fmla="*/ 179 w 188"/>
                  <a:gd name="T5" fmla="*/ 76 h 76"/>
                  <a:gd name="T6" fmla="*/ 10 w 188"/>
                  <a:gd name="T7" fmla="*/ 76 h 76"/>
                  <a:gd name="T8" fmla="*/ 0 w 188"/>
                  <a:gd name="T9" fmla="*/ 67 h 76"/>
                  <a:gd name="T10" fmla="*/ 0 w 188"/>
                  <a:gd name="T11" fmla="*/ 9 h 76"/>
                  <a:gd name="T12" fmla="*/ 10 w 188"/>
                  <a:gd name="T13" fmla="*/ 0 h 76"/>
                  <a:gd name="T14" fmla="*/ 179 w 188"/>
                  <a:gd name="T15" fmla="*/ 0 h 76"/>
                  <a:gd name="T16" fmla="*/ 188 w 188"/>
                  <a:gd name="T17" fmla="*/ 9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8" h="76">
                    <a:moveTo>
                      <a:pt x="188" y="9"/>
                    </a:moveTo>
                    <a:cubicBezTo>
                      <a:pt x="188" y="67"/>
                      <a:pt x="188" y="67"/>
                      <a:pt x="188" y="67"/>
                    </a:cubicBezTo>
                    <a:cubicBezTo>
                      <a:pt x="188" y="72"/>
                      <a:pt x="184" y="76"/>
                      <a:pt x="179" y="76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5" y="76"/>
                      <a:pt x="0" y="72"/>
                      <a:pt x="0" y="6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79" y="0"/>
                      <a:pt x="179" y="0"/>
                      <a:pt x="179" y="0"/>
                    </a:cubicBezTo>
                    <a:cubicBezTo>
                      <a:pt x="184" y="0"/>
                      <a:pt x="188" y="4"/>
                      <a:pt x="188" y="9"/>
                    </a:cubicBezTo>
                    <a:close/>
                  </a:path>
                </a:pathLst>
              </a:custGeom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8" name="Freeform 9">
                <a:extLst>
                  <a:ext uri="{FF2B5EF4-FFF2-40B4-BE49-F238E27FC236}">
                    <a16:creationId xmlns:a16="http://schemas.microsoft.com/office/drawing/2014/main" id="{DF3C8E01-280E-D96F-D225-33BF73CA8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8473" y="5348738"/>
                <a:ext cx="30163" cy="30162"/>
              </a:xfrm>
              <a:custGeom>
                <a:avLst/>
                <a:gdLst>
                  <a:gd name="T0" fmla="*/ 49 w 49"/>
                  <a:gd name="T1" fmla="*/ 24 h 49"/>
                  <a:gd name="T2" fmla="*/ 32 w 49"/>
                  <a:gd name="T3" fmla="*/ 47 h 49"/>
                  <a:gd name="T4" fmla="*/ 32 w 49"/>
                  <a:gd name="T5" fmla="*/ 47 h 49"/>
                  <a:gd name="T6" fmla="*/ 25 w 49"/>
                  <a:gd name="T7" fmla="*/ 49 h 49"/>
                  <a:gd name="T8" fmla="*/ 0 w 49"/>
                  <a:gd name="T9" fmla="*/ 24 h 49"/>
                  <a:gd name="T10" fmla="*/ 14 w 49"/>
                  <a:gd name="T11" fmla="*/ 2 h 49"/>
                  <a:gd name="T12" fmla="*/ 25 w 49"/>
                  <a:gd name="T13" fmla="*/ 0 h 49"/>
                  <a:gd name="T14" fmla="*/ 33 w 49"/>
                  <a:gd name="T15" fmla="*/ 1 h 49"/>
                  <a:gd name="T16" fmla="*/ 49 w 49"/>
                  <a:gd name="T17" fmla="*/ 2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49">
                    <a:moveTo>
                      <a:pt x="49" y="24"/>
                    </a:moveTo>
                    <a:cubicBezTo>
                      <a:pt x="49" y="35"/>
                      <a:pt x="42" y="44"/>
                      <a:pt x="32" y="47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0" y="48"/>
                      <a:pt x="27" y="49"/>
                      <a:pt x="25" y="49"/>
                    </a:cubicBezTo>
                    <a:cubicBezTo>
                      <a:pt x="11" y="49"/>
                      <a:pt x="0" y="38"/>
                      <a:pt x="0" y="24"/>
                    </a:cubicBezTo>
                    <a:cubicBezTo>
                      <a:pt x="0" y="15"/>
                      <a:pt x="6" y="6"/>
                      <a:pt x="14" y="2"/>
                    </a:cubicBezTo>
                    <a:cubicBezTo>
                      <a:pt x="17" y="1"/>
                      <a:pt x="21" y="0"/>
                      <a:pt x="25" y="0"/>
                    </a:cubicBezTo>
                    <a:cubicBezTo>
                      <a:pt x="27" y="0"/>
                      <a:pt x="30" y="0"/>
                      <a:pt x="33" y="1"/>
                    </a:cubicBezTo>
                    <a:cubicBezTo>
                      <a:pt x="42" y="5"/>
                      <a:pt x="49" y="14"/>
                      <a:pt x="49" y="24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9" name="Freeform 10">
                <a:extLst>
                  <a:ext uri="{FF2B5EF4-FFF2-40B4-BE49-F238E27FC236}">
                    <a16:creationId xmlns:a16="http://schemas.microsoft.com/office/drawing/2014/main" id="{7D412AEA-A687-0926-FDB8-7492E4723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4823" y="5348738"/>
                <a:ext cx="23813" cy="30162"/>
              </a:xfrm>
              <a:custGeom>
                <a:avLst/>
                <a:gdLst>
                  <a:gd name="T0" fmla="*/ 39 w 39"/>
                  <a:gd name="T1" fmla="*/ 24 h 47"/>
                  <a:gd name="T2" fmla="*/ 22 w 39"/>
                  <a:gd name="T3" fmla="*/ 47 h 47"/>
                  <a:gd name="T4" fmla="*/ 22 w 39"/>
                  <a:gd name="T5" fmla="*/ 47 h 47"/>
                  <a:gd name="T6" fmla="*/ 0 w 39"/>
                  <a:gd name="T7" fmla="*/ 17 h 47"/>
                  <a:gd name="T8" fmla="*/ 4 w 39"/>
                  <a:gd name="T9" fmla="*/ 2 h 47"/>
                  <a:gd name="T10" fmla="*/ 15 w 39"/>
                  <a:gd name="T11" fmla="*/ 0 h 47"/>
                  <a:gd name="T12" fmla="*/ 23 w 39"/>
                  <a:gd name="T13" fmla="*/ 1 h 47"/>
                  <a:gd name="T14" fmla="*/ 39 w 39"/>
                  <a:gd name="T15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47">
                    <a:moveTo>
                      <a:pt x="39" y="24"/>
                    </a:moveTo>
                    <a:cubicBezTo>
                      <a:pt x="39" y="35"/>
                      <a:pt x="32" y="44"/>
                      <a:pt x="22" y="47"/>
                    </a:cubicBezTo>
                    <a:cubicBezTo>
                      <a:pt x="22" y="47"/>
                      <a:pt x="22" y="47"/>
                      <a:pt x="22" y="47"/>
                    </a:cubicBezTo>
                    <a:cubicBezTo>
                      <a:pt x="10" y="44"/>
                      <a:pt x="0" y="31"/>
                      <a:pt x="0" y="17"/>
                    </a:cubicBezTo>
                    <a:cubicBezTo>
                      <a:pt x="0" y="12"/>
                      <a:pt x="2" y="7"/>
                      <a:pt x="4" y="2"/>
                    </a:cubicBezTo>
                    <a:cubicBezTo>
                      <a:pt x="7" y="1"/>
                      <a:pt x="11" y="0"/>
                      <a:pt x="15" y="0"/>
                    </a:cubicBezTo>
                    <a:cubicBezTo>
                      <a:pt x="17" y="0"/>
                      <a:pt x="20" y="0"/>
                      <a:pt x="23" y="1"/>
                    </a:cubicBezTo>
                    <a:cubicBezTo>
                      <a:pt x="32" y="5"/>
                      <a:pt x="39" y="14"/>
                      <a:pt x="39" y="24"/>
                    </a:cubicBezTo>
                    <a:close/>
                  </a:path>
                </a:pathLst>
              </a:custGeom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0" name="Freeform 11">
                <a:extLst>
                  <a:ext uri="{FF2B5EF4-FFF2-40B4-BE49-F238E27FC236}">
                    <a16:creationId xmlns:a16="http://schemas.microsoft.com/office/drawing/2014/main" id="{05AF3D10-A11A-B6C2-C45D-B8B766100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7836" y="5428113"/>
                <a:ext cx="71438" cy="44450"/>
              </a:xfrm>
              <a:custGeom>
                <a:avLst/>
                <a:gdLst>
                  <a:gd name="T0" fmla="*/ 102 w 112"/>
                  <a:gd name="T1" fmla="*/ 69 h 69"/>
                  <a:gd name="T2" fmla="*/ 9 w 112"/>
                  <a:gd name="T3" fmla="*/ 69 h 69"/>
                  <a:gd name="T4" fmla="*/ 0 w 112"/>
                  <a:gd name="T5" fmla="*/ 59 h 69"/>
                  <a:gd name="T6" fmla="*/ 3 w 112"/>
                  <a:gd name="T7" fmla="*/ 53 h 69"/>
                  <a:gd name="T8" fmla="*/ 9 w 112"/>
                  <a:gd name="T9" fmla="*/ 51 h 69"/>
                  <a:gd name="T10" fmla="*/ 33 w 112"/>
                  <a:gd name="T11" fmla="*/ 27 h 69"/>
                  <a:gd name="T12" fmla="*/ 33 w 112"/>
                  <a:gd name="T13" fmla="*/ 0 h 69"/>
                  <a:gd name="T14" fmla="*/ 78 w 112"/>
                  <a:gd name="T15" fmla="*/ 0 h 69"/>
                  <a:gd name="T16" fmla="*/ 78 w 112"/>
                  <a:gd name="T17" fmla="*/ 27 h 69"/>
                  <a:gd name="T18" fmla="*/ 102 w 112"/>
                  <a:gd name="T19" fmla="*/ 51 h 69"/>
                  <a:gd name="T20" fmla="*/ 111 w 112"/>
                  <a:gd name="T21" fmla="*/ 58 h 69"/>
                  <a:gd name="T22" fmla="*/ 102 w 112"/>
                  <a:gd name="T2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2" h="69">
                    <a:moveTo>
                      <a:pt x="102" y="69"/>
                    </a:moveTo>
                    <a:cubicBezTo>
                      <a:pt x="9" y="69"/>
                      <a:pt x="9" y="69"/>
                      <a:pt x="9" y="69"/>
                    </a:cubicBezTo>
                    <a:cubicBezTo>
                      <a:pt x="4" y="69"/>
                      <a:pt x="0" y="64"/>
                      <a:pt x="0" y="59"/>
                    </a:cubicBezTo>
                    <a:cubicBezTo>
                      <a:pt x="1" y="57"/>
                      <a:pt x="2" y="55"/>
                      <a:pt x="3" y="53"/>
                    </a:cubicBezTo>
                    <a:cubicBezTo>
                      <a:pt x="5" y="52"/>
                      <a:pt x="7" y="51"/>
                      <a:pt x="9" y="51"/>
                    </a:cubicBezTo>
                    <a:cubicBezTo>
                      <a:pt x="23" y="51"/>
                      <a:pt x="33" y="40"/>
                      <a:pt x="33" y="27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40"/>
                      <a:pt x="88" y="51"/>
                      <a:pt x="102" y="51"/>
                    </a:cubicBezTo>
                    <a:cubicBezTo>
                      <a:pt x="106" y="51"/>
                      <a:pt x="110" y="54"/>
                      <a:pt x="111" y="58"/>
                    </a:cubicBezTo>
                    <a:cubicBezTo>
                      <a:pt x="112" y="64"/>
                      <a:pt x="107" y="69"/>
                      <a:pt x="102" y="69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1" name="Freeform 12">
                <a:extLst>
                  <a:ext uri="{FF2B5EF4-FFF2-40B4-BE49-F238E27FC236}">
                    <a16:creationId xmlns:a16="http://schemas.microsoft.com/office/drawing/2014/main" id="{99E7CABD-6E7D-61EB-A180-6282DB2C2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5298" y="5428113"/>
                <a:ext cx="53975" cy="44450"/>
              </a:xfrm>
              <a:custGeom>
                <a:avLst/>
                <a:gdLst>
                  <a:gd name="T0" fmla="*/ 75 w 85"/>
                  <a:gd name="T1" fmla="*/ 69 h 69"/>
                  <a:gd name="T2" fmla="*/ 0 w 85"/>
                  <a:gd name="T3" fmla="*/ 69 h 69"/>
                  <a:gd name="T4" fmla="*/ 15 w 85"/>
                  <a:gd name="T5" fmla="*/ 35 h 69"/>
                  <a:gd name="T6" fmla="*/ 15 w 85"/>
                  <a:gd name="T7" fmla="*/ 0 h 69"/>
                  <a:gd name="T8" fmla="*/ 51 w 85"/>
                  <a:gd name="T9" fmla="*/ 0 h 69"/>
                  <a:gd name="T10" fmla="*/ 51 w 85"/>
                  <a:gd name="T11" fmla="*/ 27 h 69"/>
                  <a:gd name="T12" fmla="*/ 75 w 85"/>
                  <a:gd name="T13" fmla="*/ 51 h 69"/>
                  <a:gd name="T14" fmla="*/ 84 w 85"/>
                  <a:gd name="T15" fmla="*/ 58 h 69"/>
                  <a:gd name="T16" fmla="*/ 75 w 85"/>
                  <a:gd name="T17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69">
                    <a:moveTo>
                      <a:pt x="75" y="69"/>
                    </a:moveTo>
                    <a:cubicBezTo>
                      <a:pt x="0" y="69"/>
                      <a:pt x="0" y="69"/>
                      <a:pt x="0" y="69"/>
                    </a:cubicBezTo>
                    <a:cubicBezTo>
                      <a:pt x="9" y="61"/>
                      <a:pt x="15" y="49"/>
                      <a:pt x="15" y="3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27"/>
                      <a:pt x="51" y="27"/>
                      <a:pt x="51" y="27"/>
                    </a:cubicBezTo>
                    <a:cubicBezTo>
                      <a:pt x="51" y="40"/>
                      <a:pt x="61" y="51"/>
                      <a:pt x="75" y="51"/>
                    </a:cubicBezTo>
                    <a:cubicBezTo>
                      <a:pt x="79" y="51"/>
                      <a:pt x="83" y="54"/>
                      <a:pt x="84" y="58"/>
                    </a:cubicBezTo>
                    <a:cubicBezTo>
                      <a:pt x="85" y="64"/>
                      <a:pt x="80" y="69"/>
                      <a:pt x="75" y="69"/>
                    </a:cubicBezTo>
                    <a:close/>
                  </a:path>
                </a:pathLst>
              </a:custGeom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2" name="Freeform 13">
                <a:extLst>
                  <a:ext uri="{FF2B5EF4-FFF2-40B4-BE49-F238E27FC236}">
                    <a16:creationId xmlns:a16="http://schemas.microsoft.com/office/drawing/2014/main" id="{B15CFC3C-F7B1-803F-97E2-99B5F0EB7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4348" y="5402713"/>
                <a:ext cx="209550" cy="73025"/>
              </a:xfrm>
              <a:custGeom>
                <a:avLst/>
                <a:gdLst>
                  <a:gd name="T0" fmla="*/ 319 w 327"/>
                  <a:gd name="T1" fmla="*/ 115 h 115"/>
                  <a:gd name="T2" fmla="*/ 171 w 327"/>
                  <a:gd name="T3" fmla="*/ 28 h 115"/>
                  <a:gd name="T4" fmla="*/ 129 w 327"/>
                  <a:gd name="T5" fmla="*/ 17 h 115"/>
                  <a:gd name="T6" fmla="*/ 0 w 327"/>
                  <a:gd name="T7" fmla="*/ 17 h 115"/>
                  <a:gd name="T8" fmla="*/ 0 w 327"/>
                  <a:gd name="T9" fmla="*/ 0 h 115"/>
                  <a:gd name="T10" fmla="*/ 129 w 327"/>
                  <a:gd name="T11" fmla="*/ 0 h 115"/>
                  <a:gd name="T12" fmla="*/ 179 w 327"/>
                  <a:gd name="T13" fmla="*/ 14 h 115"/>
                  <a:gd name="T14" fmla="*/ 327 w 327"/>
                  <a:gd name="T15" fmla="*/ 102 h 115"/>
                  <a:gd name="T16" fmla="*/ 319 w 327"/>
                  <a:gd name="T17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7" h="115">
                    <a:moveTo>
                      <a:pt x="319" y="115"/>
                    </a:moveTo>
                    <a:cubicBezTo>
                      <a:pt x="171" y="28"/>
                      <a:pt x="171" y="28"/>
                      <a:pt x="171" y="28"/>
                    </a:cubicBezTo>
                    <a:cubicBezTo>
                      <a:pt x="158" y="21"/>
                      <a:pt x="144" y="17"/>
                      <a:pt x="129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9" y="0"/>
                      <a:pt x="129" y="0"/>
                      <a:pt x="129" y="0"/>
                    </a:cubicBezTo>
                    <a:cubicBezTo>
                      <a:pt x="147" y="0"/>
                      <a:pt x="164" y="5"/>
                      <a:pt x="179" y="14"/>
                    </a:cubicBezTo>
                    <a:cubicBezTo>
                      <a:pt x="327" y="102"/>
                      <a:pt x="327" y="102"/>
                      <a:pt x="327" y="102"/>
                    </a:cubicBezTo>
                    <a:lnTo>
                      <a:pt x="319" y="115"/>
                    </a:lnTo>
                    <a:close/>
                  </a:path>
                </a:pathLst>
              </a:custGeom>
              <a:solidFill>
                <a:srgbClr val="A2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3" name="Freeform 14">
                <a:extLst>
                  <a:ext uri="{FF2B5EF4-FFF2-40B4-BE49-F238E27FC236}">
                    <a16:creationId xmlns:a16="http://schemas.microsoft.com/office/drawing/2014/main" id="{0204AD02-6630-C424-55F0-01AF1B1A6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2623" y="5443988"/>
                <a:ext cx="17463" cy="22225"/>
              </a:xfrm>
              <a:custGeom>
                <a:avLst/>
                <a:gdLst>
                  <a:gd name="T0" fmla="*/ 5 w 29"/>
                  <a:gd name="T1" fmla="*/ 33 h 35"/>
                  <a:gd name="T2" fmla="*/ 5 w 29"/>
                  <a:gd name="T3" fmla="*/ 33 h 35"/>
                  <a:gd name="T4" fmla="*/ 3 w 29"/>
                  <a:gd name="T5" fmla="*/ 23 h 35"/>
                  <a:gd name="T6" fmla="*/ 14 w 29"/>
                  <a:gd name="T7" fmla="*/ 5 h 35"/>
                  <a:gd name="T8" fmla="*/ 25 w 29"/>
                  <a:gd name="T9" fmla="*/ 2 h 35"/>
                  <a:gd name="T10" fmla="*/ 25 w 29"/>
                  <a:gd name="T11" fmla="*/ 2 h 35"/>
                  <a:gd name="T12" fmla="*/ 27 w 29"/>
                  <a:gd name="T13" fmla="*/ 13 h 35"/>
                  <a:gd name="T14" fmla="*/ 15 w 29"/>
                  <a:gd name="T15" fmla="*/ 31 h 35"/>
                  <a:gd name="T16" fmla="*/ 5 w 29"/>
                  <a:gd name="T17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35">
                    <a:moveTo>
                      <a:pt x="5" y="33"/>
                    </a:moveTo>
                    <a:cubicBezTo>
                      <a:pt x="5" y="33"/>
                      <a:pt x="5" y="33"/>
                      <a:pt x="5" y="33"/>
                    </a:cubicBezTo>
                    <a:cubicBezTo>
                      <a:pt x="1" y="31"/>
                      <a:pt x="0" y="26"/>
                      <a:pt x="3" y="23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7" y="1"/>
                      <a:pt x="21" y="0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8" y="5"/>
                      <a:pt x="29" y="9"/>
                      <a:pt x="27" y="13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3" y="34"/>
                      <a:pt x="8" y="35"/>
                      <a:pt x="5" y="33"/>
                    </a:cubicBezTo>
                    <a:close/>
                  </a:path>
                </a:pathLst>
              </a:custGeom>
              <a:solidFill>
                <a:srgbClr val="E3880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" name="Freeform 15">
                <a:extLst>
                  <a:ext uri="{FF2B5EF4-FFF2-40B4-BE49-F238E27FC236}">
                    <a16:creationId xmlns:a16="http://schemas.microsoft.com/office/drawing/2014/main" id="{E946CEF6-9984-27D1-8160-0AF009534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4186" y="5378900"/>
                <a:ext cx="58738" cy="58737"/>
              </a:xfrm>
              <a:custGeom>
                <a:avLst/>
                <a:gdLst>
                  <a:gd name="T0" fmla="*/ 93 w 93"/>
                  <a:gd name="T1" fmla="*/ 46 h 93"/>
                  <a:gd name="T2" fmla="*/ 56 w 93"/>
                  <a:gd name="T3" fmla="*/ 92 h 93"/>
                  <a:gd name="T4" fmla="*/ 47 w 93"/>
                  <a:gd name="T5" fmla="*/ 93 h 93"/>
                  <a:gd name="T6" fmla="*/ 0 w 93"/>
                  <a:gd name="T7" fmla="*/ 46 h 93"/>
                  <a:gd name="T8" fmla="*/ 47 w 93"/>
                  <a:gd name="T9" fmla="*/ 0 h 93"/>
                  <a:gd name="T10" fmla="*/ 56 w 93"/>
                  <a:gd name="T11" fmla="*/ 1 h 93"/>
                  <a:gd name="T12" fmla="*/ 93 w 93"/>
                  <a:gd name="T13" fmla="*/ 46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93">
                    <a:moveTo>
                      <a:pt x="93" y="46"/>
                    </a:moveTo>
                    <a:cubicBezTo>
                      <a:pt x="93" y="69"/>
                      <a:pt x="77" y="88"/>
                      <a:pt x="56" y="92"/>
                    </a:cubicBezTo>
                    <a:cubicBezTo>
                      <a:pt x="53" y="93"/>
                      <a:pt x="50" y="93"/>
                      <a:pt x="47" y="93"/>
                    </a:cubicBezTo>
                    <a:cubicBezTo>
                      <a:pt x="21" y="93"/>
                      <a:pt x="0" y="72"/>
                      <a:pt x="0" y="46"/>
                    </a:cubicBezTo>
                    <a:cubicBezTo>
                      <a:pt x="0" y="21"/>
                      <a:pt x="21" y="0"/>
                      <a:pt x="47" y="0"/>
                    </a:cubicBezTo>
                    <a:cubicBezTo>
                      <a:pt x="50" y="0"/>
                      <a:pt x="53" y="0"/>
                      <a:pt x="56" y="1"/>
                    </a:cubicBezTo>
                    <a:cubicBezTo>
                      <a:pt x="77" y="5"/>
                      <a:pt x="93" y="24"/>
                      <a:pt x="93" y="46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5" name="Freeform 16">
                <a:extLst>
                  <a:ext uri="{FF2B5EF4-FFF2-40B4-BE49-F238E27FC236}">
                    <a16:creationId xmlns:a16="http://schemas.microsoft.com/office/drawing/2014/main" id="{D03EF43C-FA42-3C03-E6C7-AA4CDCD02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5298" y="5378900"/>
                <a:ext cx="47625" cy="58737"/>
              </a:xfrm>
              <a:custGeom>
                <a:avLst/>
                <a:gdLst>
                  <a:gd name="T0" fmla="*/ 75 w 75"/>
                  <a:gd name="T1" fmla="*/ 45 h 91"/>
                  <a:gd name="T2" fmla="*/ 38 w 75"/>
                  <a:gd name="T3" fmla="*/ 91 h 91"/>
                  <a:gd name="T4" fmla="*/ 0 w 75"/>
                  <a:gd name="T5" fmla="*/ 45 h 91"/>
                  <a:gd name="T6" fmla="*/ 38 w 75"/>
                  <a:gd name="T7" fmla="*/ 0 h 91"/>
                  <a:gd name="T8" fmla="*/ 75 w 75"/>
                  <a:gd name="T9" fmla="*/ 45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91">
                    <a:moveTo>
                      <a:pt x="75" y="45"/>
                    </a:moveTo>
                    <a:cubicBezTo>
                      <a:pt x="75" y="68"/>
                      <a:pt x="59" y="87"/>
                      <a:pt x="38" y="91"/>
                    </a:cubicBezTo>
                    <a:cubicBezTo>
                      <a:pt x="16" y="87"/>
                      <a:pt x="0" y="68"/>
                      <a:pt x="0" y="45"/>
                    </a:cubicBezTo>
                    <a:cubicBezTo>
                      <a:pt x="0" y="23"/>
                      <a:pt x="16" y="4"/>
                      <a:pt x="38" y="0"/>
                    </a:cubicBezTo>
                    <a:cubicBezTo>
                      <a:pt x="59" y="4"/>
                      <a:pt x="75" y="23"/>
                      <a:pt x="75" y="4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6" name="Freeform 18">
                <a:extLst>
                  <a:ext uri="{FF2B5EF4-FFF2-40B4-BE49-F238E27FC236}">
                    <a16:creationId xmlns:a16="http://schemas.microsoft.com/office/drawing/2014/main" id="{3C8A7CFB-1B15-B140-CB86-D1B98AB71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6273" y="5421763"/>
                <a:ext cx="230188" cy="225425"/>
              </a:xfrm>
              <a:custGeom>
                <a:avLst/>
                <a:gdLst>
                  <a:gd name="T0" fmla="*/ 330 w 359"/>
                  <a:gd name="T1" fmla="*/ 268 h 351"/>
                  <a:gd name="T2" fmla="*/ 125 w 359"/>
                  <a:gd name="T3" fmla="*/ 304 h 351"/>
                  <a:gd name="T4" fmla="*/ 89 w 359"/>
                  <a:gd name="T5" fmla="*/ 268 h 351"/>
                  <a:gd name="T6" fmla="*/ 89 w 359"/>
                  <a:gd name="T7" fmla="*/ 268 h 351"/>
                  <a:gd name="T8" fmla="*/ 88 w 359"/>
                  <a:gd name="T9" fmla="*/ 267 h 351"/>
                  <a:gd name="T10" fmla="*/ 30 w 359"/>
                  <a:gd name="T11" fmla="*/ 181 h 351"/>
                  <a:gd name="T12" fmla="*/ 30 w 359"/>
                  <a:gd name="T13" fmla="*/ 181 h 351"/>
                  <a:gd name="T14" fmla="*/ 10 w 359"/>
                  <a:gd name="T15" fmla="*/ 83 h 351"/>
                  <a:gd name="T16" fmla="*/ 25 w 359"/>
                  <a:gd name="T17" fmla="*/ 54 h 351"/>
                  <a:gd name="T18" fmla="*/ 145 w 359"/>
                  <a:gd name="T19" fmla="*/ 15 h 351"/>
                  <a:gd name="T20" fmla="*/ 145 w 359"/>
                  <a:gd name="T21" fmla="*/ 14 h 351"/>
                  <a:gd name="T22" fmla="*/ 238 w 359"/>
                  <a:gd name="T23" fmla="*/ 38 h 351"/>
                  <a:gd name="T24" fmla="*/ 255 w 359"/>
                  <a:gd name="T25" fmla="*/ 43 h 351"/>
                  <a:gd name="T26" fmla="*/ 255 w 359"/>
                  <a:gd name="T27" fmla="*/ 43 h 351"/>
                  <a:gd name="T28" fmla="*/ 294 w 359"/>
                  <a:gd name="T29" fmla="*/ 62 h 351"/>
                  <a:gd name="T30" fmla="*/ 356 w 359"/>
                  <a:gd name="T31" fmla="*/ 171 h 351"/>
                  <a:gd name="T32" fmla="*/ 330 w 359"/>
                  <a:gd name="T33" fmla="*/ 268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9" h="351">
                    <a:moveTo>
                      <a:pt x="330" y="268"/>
                    </a:moveTo>
                    <a:cubicBezTo>
                      <a:pt x="284" y="334"/>
                      <a:pt x="192" y="351"/>
                      <a:pt x="125" y="304"/>
                    </a:cubicBezTo>
                    <a:cubicBezTo>
                      <a:pt x="110" y="294"/>
                      <a:pt x="98" y="281"/>
                      <a:pt x="89" y="268"/>
                    </a:cubicBezTo>
                    <a:cubicBezTo>
                      <a:pt x="89" y="268"/>
                      <a:pt x="89" y="268"/>
                      <a:pt x="89" y="268"/>
                    </a:cubicBezTo>
                    <a:cubicBezTo>
                      <a:pt x="88" y="267"/>
                      <a:pt x="88" y="267"/>
                      <a:pt x="88" y="267"/>
                    </a:cubicBezTo>
                    <a:cubicBezTo>
                      <a:pt x="30" y="181"/>
                      <a:pt x="30" y="181"/>
                      <a:pt x="30" y="181"/>
                    </a:cubicBezTo>
                    <a:cubicBezTo>
                      <a:pt x="30" y="181"/>
                      <a:pt x="30" y="181"/>
                      <a:pt x="30" y="181"/>
                    </a:cubicBezTo>
                    <a:cubicBezTo>
                      <a:pt x="7" y="154"/>
                      <a:pt x="0" y="117"/>
                      <a:pt x="10" y="83"/>
                    </a:cubicBezTo>
                    <a:cubicBezTo>
                      <a:pt x="14" y="73"/>
                      <a:pt x="18" y="63"/>
                      <a:pt x="25" y="54"/>
                    </a:cubicBezTo>
                    <a:cubicBezTo>
                      <a:pt x="52" y="14"/>
                      <a:pt x="102" y="0"/>
                      <a:pt x="145" y="15"/>
                    </a:cubicBezTo>
                    <a:cubicBezTo>
                      <a:pt x="145" y="14"/>
                      <a:pt x="145" y="14"/>
                      <a:pt x="145" y="14"/>
                    </a:cubicBezTo>
                    <a:cubicBezTo>
                      <a:pt x="238" y="38"/>
                      <a:pt x="238" y="38"/>
                      <a:pt x="238" y="38"/>
                    </a:cubicBezTo>
                    <a:cubicBezTo>
                      <a:pt x="243" y="39"/>
                      <a:pt x="249" y="41"/>
                      <a:pt x="255" y="43"/>
                    </a:cubicBezTo>
                    <a:cubicBezTo>
                      <a:pt x="255" y="43"/>
                      <a:pt x="255" y="43"/>
                      <a:pt x="255" y="43"/>
                    </a:cubicBezTo>
                    <a:cubicBezTo>
                      <a:pt x="268" y="47"/>
                      <a:pt x="282" y="54"/>
                      <a:pt x="294" y="62"/>
                    </a:cubicBezTo>
                    <a:cubicBezTo>
                      <a:pt x="331" y="88"/>
                      <a:pt x="353" y="129"/>
                      <a:pt x="356" y="171"/>
                    </a:cubicBezTo>
                    <a:cubicBezTo>
                      <a:pt x="359" y="204"/>
                      <a:pt x="351" y="238"/>
                      <a:pt x="330" y="268"/>
                    </a:cubicBezTo>
                    <a:close/>
                  </a:path>
                </a:pathLst>
              </a:custGeom>
              <a:solidFill>
                <a:srgbClr val="FCA52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7" name="Freeform 19">
                <a:extLst>
                  <a:ext uri="{FF2B5EF4-FFF2-40B4-BE49-F238E27FC236}">
                    <a16:creationId xmlns:a16="http://schemas.microsoft.com/office/drawing/2014/main" id="{ACB7BF03-39C1-9324-DA03-86DF6E164E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2623" y="5428113"/>
                <a:ext cx="222250" cy="155575"/>
              </a:xfrm>
              <a:custGeom>
                <a:avLst/>
                <a:gdLst>
                  <a:gd name="T0" fmla="*/ 343 w 346"/>
                  <a:gd name="T1" fmla="*/ 168 h 244"/>
                  <a:gd name="T2" fmla="*/ 311 w 346"/>
                  <a:gd name="T3" fmla="*/ 207 h 244"/>
                  <a:gd name="T4" fmla="*/ 286 w 346"/>
                  <a:gd name="T5" fmla="*/ 225 h 244"/>
                  <a:gd name="T6" fmla="*/ 266 w 346"/>
                  <a:gd name="T7" fmla="*/ 234 h 244"/>
                  <a:gd name="T8" fmla="*/ 241 w 346"/>
                  <a:gd name="T9" fmla="*/ 241 h 244"/>
                  <a:gd name="T10" fmla="*/ 227 w 346"/>
                  <a:gd name="T11" fmla="*/ 243 h 244"/>
                  <a:gd name="T12" fmla="*/ 199 w 346"/>
                  <a:gd name="T13" fmla="*/ 243 h 244"/>
                  <a:gd name="T14" fmla="*/ 195 w 346"/>
                  <a:gd name="T15" fmla="*/ 242 h 244"/>
                  <a:gd name="T16" fmla="*/ 172 w 346"/>
                  <a:gd name="T17" fmla="*/ 237 h 244"/>
                  <a:gd name="T18" fmla="*/ 158 w 346"/>
                  <a:gd name="T19" fmla="*/ 233 h 244"/>
                  <a:gd name="T20" fmla="*/ 149 w 346"/>
                  <a:gd name="T21" fmla="*/ 228 h 244"/>
                  <a:gd name="T22" fmla="*/ 129 w 346"/>
                  <a:gd name="T23" fmla="*/ 216 h 244"/>
                  <a:gd name="T24" fmla="*/ 115 w 346"/>
                  <a:gd name="T25" fmla="*/ 205 h 244"/>
                  <a:gd name="T26" fmla="*/ 114 w 346"/>
                  <a:gd name="T27" fmla="*/ 204 h 244"/>
                  <a:gd name="T28" fmla="*/ 107 w 346"/>
                  <a:gd name="T29" fmla="*/ 198 h 244"/>
                  <a:gd name="T30" fmla="*/ 91 w 346"/>
                  <a:gd name="T31" fmla="*/ 183 h 244"/>
                  <a:gd name="T32" fmla="*/ 77 w 346"/>
                  <a:gd name="T33" fmla="*/ 169 h 244"/>
                  <a:gd name="T34" fmla="*/ 59 w 346"/>
                  <a:gd name="T35" fmla="*/ 153 h 244"/>
                  <a:gd name="T36" fmla="*/ 42 w 346"/>
                  <a:gd name="T37" fmla="*/ 136 h 244"/>
                  <a:gd name="T38" fmla="*/ 39 w 346"/>
                  <a:gd name="T39" fmla="*/ 134 h 244"/>
                  <a:gd name="T40" fmla="*/ 25 w 346"/>
                  <a:gd name="T41" fmla="*/ 121 h 244"/>
                  <a:gd name="T42" fmla="*/ 12 w 346"/>
                  <a:gd name="T43" fmla="*/ 103 h 244"/>
                  <a:gd name="T44" fmla="*/ 2 w 346"/>
                  <a:gd name="T45" fmla="*/ 81 h 244"/>
                  <a:gd name="T46" fmla="*/ 12 w 346"/>
                  <a:gd name="T47" fmla="*/ 49 h 244"/>
                  <a:gd name="T48" fmla="*/ 34 w 346"/>
                  <a:gd name="T49" fmla="*/ 24 h 244"/>
                  <a:gd name="T50" fmla="*/ 59 w 346"/>
                  <a:gd name="T51" fmla="*/ 9 h 244"/>
                  <a:gd name="T52" fmla="*/ 84 w 346"/>
                  <a:gd name="T53" fmla="*/ 1 h 244"/>
                  <a:gd name="T54" fmla="*/ 105 w 346"/>
                  <a:gd name="T55" fmla="*/ 0 h 244"/>
                  <a:gd name="T56" fmla="*/ 117 w 346"/>
                  <a:gd name="T57" fmla="*/ 1 h 244"/>
                  <a:gd name="T58" fmla="*/ 130 w 346"/>
                  <a:gd name="T59" fmla="*/ 4 h 244"/>
                  <a:gd name="T60" fmla="*/ 142 w 346"/>
                  <a:gd name="T61" fmla="*/ 7 h 244"/>
                  <a:gd name="T62" fmla="*/ 152 w 346"/>
                  <a:gd name="T63" fmla="*/ 10 h 244"/>
                  <a:gd name="T64" fmla="*/ 171 w 346"/>
                  <a:gd name="T65" fmla="*/ 15 h 244"/>
                  <a:gd name="T66" fmla="*/ 197 w 346"/>
                  <a:gd name="T67" fmla="*/ 21 h 244"/>
                  <a:gd name="T68" fmla="*/ 201 w 346"/>
                  <a:gd name="T69" fmla="*/ 22 h 244"/>
                  <a:gd name="T70" fmla="*/ 223 w 346"/>
                  <a:gd name="T71" fmla="*/ 28 h 244"/>
                  <a:gd name="T72" fmla="*/ 241 w 346"/>
                  <a:gd name="T73" fmla="*/ 33 h 244"/>
                  <a:gd name="T74" fmla="*/ 245 w 346"/>
                  <a:gd name="T75" fmla="*/ 34 h 244"/>
                  <a:gd name="T76" fmla="*/ 251 w 346"/>
                  <a:gd name="T77" fmla="*/ 36 h 244"/>
                  <a:gd name="T78" fmla="*/ 271 w 346"/>
                  <a:gd name="T79" fmla="*/ 45 h 244"/>
                  <a:gd name="T80" fmla="*/ 286 w 346"/>
                  <a:gd name="T81" fmla="*/ 55 h 244"/>
                  <a:gd name="T82" fmla="*/ 294 w 346"/>
                  <a:gd name="T83" fmla="*/ 61 h 244"/>
                  <a:gd name="T84" fmla="*/ 310 w 346"/>
                  <a:gd name="T85" fmla="*/ 76 h 244"/>
                  <a:gd name="T86" fmla="*/ 324 w 346"/>
                  <a:gd name="T87" fmla="*/ 94 h 244"/>
                  <a:gd name="T88" fmla="*/ 333 w 346"/>
                  <a:gd name="T89" fmla="*/ 112 h 244"/>
                  <a:gd name="T90" fmla="*/ 342 w 346"/>
                  <a:gd name="T91" fmla="*/ 138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46" h="244">
                    <a:moveTo>
                      <a:pt x="346" y="162"/>
                    </a:moveTo>
                    <a:cubicBezTo>
                      <a:pt x="345" y="164"/>
                      <a:pt x="344" y="166"/>
                      <a:pt x="343" y="168"/>
                    </a:cubicBezTo>
                    <a:cubicBezTo>
                      <a:pt x="343" y="168"/>
                      <a:pt x="343" y="168"/>
                      <a:pt x="343" y="168"/>
                    </a:cubicBezTo>
                    <a:cubicBezTo>
                      <a:pt x="340" y="173"/>
                      <a:pt x="337" y="178"/>
                      <a:pt x="333" y="183"/>
                    </a:cubicBezTo>
                    <a:cubicBezTo>
                      <a:pt x="332" y="184"/>
                      <a:pt x="332" y="186"/>
                      <a:pt x="331" y="187"/>
                    </a:cubicBezTo>
                    <a:cubicBezTo>
                      <a:pt x="325" y="194"/>
                      <a:pt x="318" y="201"/>
                      <a:pt x="311" y="207"/>
                    </a:cubicBezTo>
                    <a:cubicBezTo>
                      <a:pt x="310" y="208"/>
                      <a:pt x="309" y="209"/>
                      <a:pt x="308" y="210"/>
                    </a:cubicBezTo>
                    <a:cubicBezTo>
                      <a:pt x="302" y="215"/>
                      <a:pt x="296" y="219"/>
                      <a:pt x="289" y="223"/>
                    </a:cubicBezTo>
                    <a:cubicBezTo>
                      <a:pt x="288" y="224"/>
                      <a:pt x="287" y="224"/>
                      <a:pt x="286" y="225"/>
                    </a:cubicBezTo>
                    <a:cubicBezTo>
                      <a:pt x="284" y="226"/>
                      <a:pt x="281" y="228"/>
                      <a:pt x="278" y="229"/>
                    </a:cubicBezTo>
                    <a:cubicBezTo>
                      <a:pt x="276" y="230"/>
                      <a:pt x="274" y="231"/>
                      <a:pt x="271" y="232"/>
                    </a:cubicBezTo>
                    <a:cubicBezTo>
                      <a:pt x="270" y="233"/>
                      <a:pt x="268" y="233"/>
                      <a:pt x="266" y="234"/>
                    </a:cubicBezTo>
                    <a:cubicBezTo>
                      <a:pt x="265" y="234"/>
                      <a:pt x="264" y="235"/>
                      <a:pt x="264" y="235"/>
                    </a:cubicBezTo>
                    <a:cubicBezTo>
                      <a:pt x="257" y="237"/>
                      <a:pt x="251" y="239"/>
                      <a:pt x="244" y="241"/>
                    </a:cubicBezTo>
                    <a:cubicBezTo>
                      <a:pt x="243" y="241"/>
                      <a:pt x="242" y="241"/>
                      <a:pt x="241" y="241"/>
                    </a:cubicBezTo>
                    <a:cubicBezTo>
                      <a:pt x="238" y="242"/>
                      <a:pt x="235" y="242"/>
                      <a:pt x="231" y="243"/>
                    </a:cubicBezTo>
                    <a:cubicBezTo>
                      <a:pt x="231" y="243"/>
                      <a:pt x="231" y="243"/>
                      <a:pt x="231" y="243"/>
                    </a:cubicBezTo>
                    <a:cubicBezTo>
                      <a:pt x="230" y="243"/>
                      <a:pt x="228" y="243"/>
                      <a:pt x="227" y="243"/>
                    </a:cubicBezTo>
                    <a:cubicBezTo>
                      <a:pt x="225" y="243"/>
                      <a:pt x="223" y="243"/>
                      <a:pt x="222" y="243"/>
                    </a:cubicBezTo>
                    <a:cubicBezTo>
                      <a:pt x="221" y="243"/>
                      <a:pt x="220" y="243"/>
                      <a:pt x="219" y="243"/>
                    </a:cubicBezTo>
                    <a:cubicBezTo>
                      <a:pt x="212" y="244"/>
                      <a:pt x="206" y="243"/>
                      <a:pt x="199" y="243"/>
                    </a:cubicBezTo>
                    <a:cubicBezTo>
                      <a:pt x="199" y="243"/>
                      <a:pt x="199" y="243"/>
                      <a:pt x="198" y="243"/>
                    </a:cubicBezTo>
                    <a:cubicBezTo>
                      <a:pt x="198" y="243"/>
                      <a:pt x="197" y="243"/>
                      <a:pt x="197" y="242"/>
                    </a:cubicBezTo>
                    <a:cubicBezTo>
                      <a:pt x="196" y="242"/>
                      <a:pt x="195" y="242"/>
                      <a:pt x="195" y="242"/>
                    </a:cubicBezTo>
                    <a:cubicBezTo>
                      <a:pt x="188" y="241"/>
                      <a:pt x="181" y="240"/>
                      <a:pt x="174" y="238"/>
                    </a:cubicBezTo>
                    <a:cubicBezTo>
                      <a:pt x="173" y="238"/>
                      <a:pt x="172" y="237"/>
                      <a:pt x="172" y="237"/>
                    </a:cubicBezTo>
                    <a:cubicBezTo>
                      <a:pt x="172" y="237"/>
                      <a:pt x="172" y="237"/>
                      <a:pt x="172" y="237"/>
                    </a:cubicBezTo>
                    <a:cubicBezTo>
                      <a:pt x="171" y="237"/>
                      <a:pt x="170" y="237"/>
                      <a:pt x="169" y="236"/>
                    </a:cubicBezTo>
                    <a:cubicBezTo>
                      <a:pt x="169" y="236"/>
                      <a:pt x="169" y="236"/>
                      <a:pt x="169" y="236"/>
                    </a:cubicBezTo>
                    <a:cubicBezTo>
                      <a:pt x="165" y="235"/>
                      <a:pt x="162" y="234"/>
                      <a:pt x="158" y="233"/>
                    </a:cubicBezTo>
                    <a:cubicBezTo>
                      <a:pt x="156" y="232"/>
                      <a:pt x="154" y="231"/>
                      <a:pt x="152" y="230"/>
                    </a:cubicBezTo>
                    <a:cubicBezTo>
                      <a:pt x="151" y="229"/>
                      <a:pt x="150" y="229"/>
                      <a:pt x="149" y="228"/>
                    </a:cubicBezTo>
                    <a:cubicBezTo>
                      <a:pt x="149" y="228"/>
                      <a:pt x="149" y="228"/>
                      <a:pt x="149" y="228"/>
                    </a:cubicBezTo>
                    <a:cubicBezTo>
                      <a:pt x="148" y="228"/>
                      <a:pt x="147" y="227"/>
                      <a:pt x="146" y="227"/>
                    </a:cubicBezTo>
                    <a:cubicBezTo>
                      <a:pt x="140" y="224"/>
                      <a:pt x="135" y="220"/>
                      <a:pt x="130" y="217"/>
                    </a:cubicBezTo>
                    <a:cubicBezTo>
                      <a:pt x="129" y="217"/>
                      <a:pt x="129" y="216"/>
                      <a:pt x="129" y="216"/>
                    </a:cubicBezTo>
                    <a:cubicBezTo>
                      <a:pt x="128" y="216"/>
                      <a:pt x="128" y="215"/>
                      <a:pt x="127" y="215"/>
                    </a:cubicBezTo>
                    <a:cubicBezTo>
                      <a:pt x="127" y="215"/>
                      <a:pt x="127" y="215"/>
                      <a:pt x="127" y="215"/>
                    </a:cubicBezTo>
                    <a:cubicBezTo>
                      <a:pt x="123" y="212"/>
                      <a:pt x="119" y="209"/>
                      <a:pt x="115" y="205"/>
                    </a:cubicBezTo>
                    <a:cubicBezTo>
                      <a:pt x="115" y="205"/>
                      <a:pt x="115" y="205"/>
                      <a:pt x="115" y="205"/>
                    </a:cubicBezTo>
                    <a:cubicBezTo>
                      <a:pt x="115" y="205"/>
                      <a:pt x="115" y="205"/>
                      <a:pt x="115" y="205"/>
                    </a:cubicBezTo>
                    <a:cubicBezTo>
                      <a:pt x="115" y="205"/>
                      <a:pt x="115" y="205"/>
                      <a:pt x="114" y="204"/>
                    </a:cubicBezTo>
                    <a:cubicBezTo>
                      <a:pt x="109" y="200"/>
                      <a:pt x="109" y="200"/>
                      <a:pt x="109" y="200"/>
                    </a:cubicBezTo>
                    <a:cubicBezTo>
                      <a:pt x="108" y="198"/>
                      <a:pt x="108" y="198"/>
                      <a:pt x="108" y="198"/>
                    </a:cubicBezTo>
                    <a:cubicBezTo>
                      <a:pt x="107" y="198"/>
                      <a:pt x="107" y="198"/>
                      <a:pt x="107" y="198"/>
                    </a:cubicBezTo>
                    <a:cubicBezTo>
                      <a:pt x="105" y="196"/>
                      <a:pt x="105" y="196"/>
                      <a:pt x="105" y="196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1" y="183"/>
                      <a:pt x="91" y="183"/>
                      <a:pt x="91" y="183"/>
                    </a:cubicBezTo>
                    <a:cubicBezTo>
                      <a:pt x="81" y="173"/>
                      <a:pt x="81" y="173"/>
                      <a:pt x="81" y="173"/>
                    </a:cubicBezTo>
                    <a:cubicBezTo>
                      <a:pt x="79" y="171"/>
                      <a:pt x="79" y="171"/>
                      <a:pt x="79" y="171"/>
                    </a:cubicBezTo>
                    <a:cubicBezTo>
                      <a:pt x="77" y="169"/>
                      <a:pt x="77" y="169"/>
                      <a:pt x="77" y="169"/>
                    </a:cubicBezTo>
                    <a:cubicBezTo>
                      <a:pt x="75" y="168"/>
                      <a:pt x="75" y="168"/>
                      <a:pt x="75" y="168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59" y="153"/>
                      <a:pt x="59" y="153"/>
                      <a:pt x="59" y="153"/>
                    </a:cubicBezTo>
                    <a:cubicBezTo>
                      <a:pt x="59" y="152"/>
                      <a:pt x="59" y="152"/>
                      <a:pt x="59" y="152"/>
                    </a:cubicBezTo>
                    <a:cubicBezTo>
                      <a:pt x="56" y="150"/>
                      <a:pt x="56" y="150"/>
                      <a:pt x="56" y="150"/>
                    </a:cubicBezTo>
                    <a:cubicBezTo>
                      <a:pt x="42" y="136"/>
                      <a:pt x="42" y="136"/>
                      <a:pt x="42" y="136"/>
                    </a:cubicBezTo>
                    <a:cubicBezTo>
                      <a:pt x="40" y="134"/>
                      <a:pt x="40" y="134"/>
                      <a:pt x="40" y="134"/>
                    </a:cubicBezTo>
                    <a:cubicBezTo>
                      <a:pt x="39" y="134"/>
                      <a:pt x="39" y="134"/>
                      <a:pt x="39" y="134"/>
                    </a:cubicBezTo>
                    <a:cubicBezTo>
                      <a:pt x="39" y="134"/>
                      <a:pt x="39" y="134"/>
                      <a:pt x="39" y="134"/>
                    </a:cubicBezTo>
                    <a:cubicBezTo>
                      <a:pt x="38" y="133"/>
                      <a:pt x="38" y="133"/>
                      <a:pt x="37" y="132"/>
                    </a:cubicBezTo>
                    <a:cubicBezTo>
                      <a:pt x="36" y="131"/>
                      <a:pt x="35" y="131"/>
                      <a:pt x="34" y="130"/>
                    </a:cubicBezTo>
                    <a:cubicBezTo>
                      <a:pt x="31" y="127"/>
                      <a:pt x="28" y="124"/>
                      <a:pt x="25" y="121"/>
                    </a:cubicBezTo>
                    <a:cubicBezTo>
                      <a:pt x="25" y="121"/>
                      <a:pt x="24" y="120"/>
                      <a:pt x="23" y="119"/>
                    </a:cubicBezTo>
                    <a:cubicBezTo>
                      <a:pt x="20" y="115"/>
                      <a:pt x="17" y="111"/>
                      <a:pt x="14" y="107"/>
                    </a:cubicBezTo>
                    <a:cubicBezTo>
                      <a:pt x="14" y="106"/>
                      <a:pt x="13" y="104"/>
                      <a:pt x="12" y="103"/>
                    </a:cubicBezTo>
                    <a:cubicBezTo>
                      <a:pt x="12" y="103"/>
                      <a:pt x="12" y="103"/>
                      <a:pt x="12" y="103"/>
                    </a:cubicBezTo>
                    <a:cubicBezTo>
                      <a:pt x="11" y="102"/>
                      <a:pt x="11" y="101"/>
                      <a:pt x="11" y="101"/>
                    </a:cubicBezTo>
                    <a:cubicBezTo>
                      <a:pt x="7" y="95"/>
                      <a:pt x="4" y="88"/>
                      <a:pt x="2" y="81"/>
                    </a:cubicBezTo>
                    <a:cubicBezTo>
                      <a:pt x="2" y="80"/>
                      <a:pt x="2" y="80"/>
                      <a:pt x="2" y="79"/>
                    </a:cubicBezTo>
                    <a:cubicBezTo>
                      <a:pt x="1" y="77"/>
                      <a:pt x="1" y="76"/>
                      <a:pt x="0" y="74"/>
                    </a:cubicBezTo>
                    <a:cubicBezTo>
                      <a:pt x="3" y="65"/>
                      <a:pt x="7" y="57"/>
                      <a:pt x="12" y="49"/>
                    </a:cubicBezTo>
                    <a:cubicBezTo>
                      <a:pt x="13" y="48"/>
                      <a:pt x="14" y="46"/>
                      <a:pt x="14" y="45"/>
                    </a:cubicBezTo>
                    <a:cubicBezTo>
                      <a:pt x="15" y="45"/>
                      <a:pt x="15" y="45"/>
                      <a:pt x="15" y="45"/>
                    </a:cubicBezTo>
                    <a:cubicBezTo>
                      <a:pt x="20" y="37"/>
                      <a:pt x="27" y="30"/>
                      <a:pt x="34" y="24"/>
                    </a:cubicBezTo>
                    <a:cubicBezTo>
                      <a:pt x="35" y="23"/>
                      <a:pt x="36" y="22"/>
                      <a:pt x="37" y="22"/>
                    </a:cubicBezTo>
                    <a:cubicBezTo>
                      <a:pt x="43" y="17"/>
                      <a:pt x="50" y="13"/>
                      <a:pt x="56" y="10"/>
                    </a:cubicBezTo>
                    <a:cubicBezTo>
                      <a:pt x="57" y="9"/>
                      <a:pt x="58" y="9"/>
                      <a:pt x="59" y="9"/>
                    </a:cubicBezTo>
                    <a:cubicBezTo>
                      <a:pt x="65" y="6"/>
                      <a:pt x="72" y="4"/>
                      <a:pt x="79" y="2"/>
                    </a:cubicBezTo>
                    <a:cubicBezTo>
                      <a:pt x="80" y="2"/>
                      <a:pt x="80" y="2"/>
                      <a:pt x="81" y="2"/>
                    </a:cubicBezTo>
                    <a:cubicBezTo>
                      <a:pt x="82" y="2"/>
                      <a:pt x="83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"/>
                      <a:pt x="87" y="1"/>
                      <a:pt x="88" y="1"/>
                    </a:cubicBezTo>
                    <a:cubicBezTo>
                      <a:pt x="94" y="0"/>
                      <a:pt x="99" y="0"/>
                      <a:pt x="105" y="0"/>
                    </a:cubicBezTo>
                    <a:cubicBezTo>
                      <a:pt x="106" y="0"/>
                      <a:pt x="106" y="0"/>
                      <a:pt x="107" y="0"/>
                    </a:cubicBezTo>
                    <a:cubicBezTo>
                      <a:pt x="110" y="0"/>
                      <a:pt x="113" y="1"/>
                      <a:pt x="117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8" y="1"/>
                      <a:pt x="119" y="1"/>
                      <a:pt x="120" y="2"/>
                    </a:cubicBezTo>
                    <a:cubicBezTo>
                      <a:pt x="122" y="2"/>
                      <a:pt x="125" y="3"/>
                      <a:pt x="127" y="3"/>
                    </a:cubicBezTo>
                    <a:cubicBezTo>
                      <a:pt x="128" y="3"/>
                      <a:pt x="129" y="4"/>
                      <a:pt x="130" y="4"/>
                    </a:cubicBezTo>
                    <a:cubicBezTo>
                      <a:pt x="131" y="4"/>
                      <a:pt x="133" y="5"/>
                      <a:pt x="135" y="6"/>
                    </a:cubicBezTo>
                    <a:cubicBezTo>
                      <a:pt x="135" y="5"/>
                      <a:pt x="135" y="5"/>
                      <a:pt x="135" y="5"/>
                    </a:cubicBezTo>
                    <a:cubicBezTo>
                      <a:pt x="142" y="7"/>
                      <a:pt x="142" y="7"/>
                      <a:pt x="142" y="7"/>
                    </a:cubicBezTo>
                    <a:cubicBezTo>
                      <a:pt x="145" y="8"/>
                      <a:pt x="145" y="8"/>
                      <a:pt x="145" y="8"/>
                    </a:cubicBezTo>
                    <a:cubicBezTo>
                      <a:pt x="149" y="9"/>
                      <a:pt x="149" y="9"/>
                      <a:pt x="149" y="9"/>
                    </a:cubicBezTo>
                    <a:cubicBezTo>
                      <a:pt x="152" y="10"/>
                      <a:pt x="152" y="10"/>
                      <a:pt x="152" y="10"/>
                    </a:cubicBezTo>
                    <a:cubicBezTo>
                      <a:pt x="168" y="14"/>
                      <a:pt x="168" y="14"/>
                      <a:pt x="168" y="14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2" y="15"/>
                      <a:pt x="172" y="15"/>
                      <a:pt x="172" y="15"/>
                    </a:cubicBezTo>
                    <a:cubicBezTo>
                      <a:pt x="174" y="16"/>
                      <a:pt x="174" y="16"/>
                      <a:pt x="174" y="16"/>
                    </a:cubicBezTo>
                    <a:cubicBezTo>
                      <a:pt x="197" y="21"/>
                      <a:pt x="197" y="21"/>
                      <a:pt x="197" y="21"/>
                    </a:cubicBezTo>
                    <a:cubicBezTo>
                      <a:pt x="198" y="22"/>
                      <a:pt x="198" y="22"/>
                      <a:pt x="198" y="22"/>
                    </a:cubicBezTo>
                    <a:cubicBezTo>
                      <a:pt x="199" y="22"/>
                      <a:pt x="199" y="22"/>
                      <a:pt x="199" y="22"/>
                    </a:cubicBezTo>
                    <a:cubicBezTo>
                      <a:pt x="201" y="22"/>
                      <a:pt x="201" y="22"/>
                      <a:pt x="201" y="22"/>
                    </a:cubicBezTo>
                    <a:cubicBezTo>
                      <a:pt x="219" y="27"/>
                      <a:pt x="219" y="27"/>
                      <a:pt x="219" y="27"/>
                    </a:cubicBezTo>
                    <a:cubicBezTo>
                      <a:pt x="222" y="28"/>
                      <a:pt x="222" y="28"/>
                      <a:pt x="222" y="28"/>
                    </a:cubicBezTo>
                    <a:cubicBezTo>
                      <a:pt x="223" y="28"/>
                      <a:pt x="223" y="28"/>
                      <a:pt x="223" y="28"/>
                    </a:cubicBezTo>
                    <a:cubicBezTo>
                      <a:pt x="226" y="29"/>
                      <a:pt x="226" y="29"/>
                      <a:pt x="226" y="29"/>
                    </a:cubicBezTo>
                    <a:cubicBezTo>
                      <a:pt x="228" y="29"/>
                      <a:pt x="228" y="29"/>
                      <a:pt x="228" y="29"/>
                    </a:cubicBezTo>
                    <a:cubicBezTo>
                      <a:pt x="232" y="30"/>
                      <a:pt x="237" y="31"/>
                      <a:pt x="241" y="33"/>
                    </a:cubicBezTo>
                    <a:cubicBezTo>
                      <a:pt x="242" y="33"/>
                      <a:pt x="243" y="33"/>
                      <a:pt x="244" y="33"/>
                    </a:cubicBezTo>
                    <a:cubicBezTo>
                      <a:pt x="244" y="33"/>
                      <a:pt x="244" y="33"/>
                      <a:pt x="245" y="34"/>
                    </a:cubicBezTo>
                    <a:cubicBezTo>
                      <a:pt x="245" y="34"/>
                      <a:pt x="245" y="34"/>
                      <a:pt x="245" y="34"/>
                    </a:cubicBezTo>
                    <a:cubicBezTo>
                      <a:pt x="246" y="34"/>
                      <a:pt x="247" y="34"/>
                      <a:pt x="249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6"/>
                      <a:pt x="251" y="36"/>
                    </a:cubicBezTo>
                    <a:cubicBezTo>
                      <a:pt x="255" y="37"/>
                      <a:pt x="260" y="39"/>
                      <a:pt x="264" y="41"/>
                    </a:cubicBezTo>
                    <a:cubicBezTo>
                      <a:pt x="264" y="42"/>
                      <a:pt x="265" y="42"/>
                      <a:pt x="266" y="42"/>
                    </a:cubicBezTo>
                    <a:cubicBezTo>
                      <a:pt x="268" y="43"/>
                      <a:pt x="269" y="44"/>
                      <a:pt x="271" y="45"/>
                    </a:cubicBezTo>
                    <a:cubicBezTo>
                      <a:pt x="271" y="45"/>
                      <a:pt x="272" y="46"/>
                      <a:pt x="273" y="46"/>
                    </a:cubicBezTo>
                    <a:cubicBezTo>
                      <a:pt x="277" y="48"/>
                      <a:pt x="280" y="51"/>
                      <a:pt x="284" y="53"/>
                    </a:cubicBezTo>
                    <a:cubicBezTo>
                      <a:pt x="285" y="54"/>
                      <a:pt x="285" y="54"/>
                      <a:pt x="286" y="55"/>
                    </a:cubicBezTo>
                    <a:cubicBezTo>
                      <a:pt x="287" y="55"/>
                      <a:pt x="288" y="56"/>
                      <a:pt x="289" y="57"/>
                    </a:cubicBezTo>
                    <a:cubicBezTo>
                      <a:pt x="290" y="57"/>
                      <a:pt x="291" y="58"/>
                      <a:pt x="292" y="59"/>
                    </a:cubicBezTo>
                    <a:cubicBezTo>
                      <a:pt x="293" y="60"/>
                      <a:pt x="293" y="60"/>
                      <a:pt x="294" y="61"/>
                    </a:cubicBezTo>
                    <a:cubicBezTo>
                      <a:pt x="299" y="65"/>
                      <a:pt x="304" y="70"/>
                      <a:pt x="308" y="74"/>
                    </a:cubicBezTo>
                    <a:cubicBezTo>
                      <a:pt x="308" y="74"/>
                      <a:pt x="308" y="74"/>
                      <a:pt x="308" y="75"/>
                    </a:cubicBezTo>
                    <a:cubicBezTo>
                      <a:pt x="309" y="75"/>
                      <a:pt x="309" y="76"/>
                      <a:pt x="310" y="76"/>
                    </a:cubicBezTo>
                    <a:cubicBezTo>
                      <a:pt x="310" y="77"/>
                      <a:pt x="311" y="77"/>
                      <a:pt x="311" y="77"/>
                    </a:cubicBezTo>
                    <a:cubicBezTo>
                      <a:pt x="315" y="82"/>
                      <a:pt x="319" y="87"/>
                      <a:pt x="322" y="92"/>
                    </a:cubicBezTo>
                    <a:cubicBezTo>
                      <a:pt x="323" y="93"/>
                      <a:pt x="323" y="93"/>
                      <a:pt x="324" y="94"/>
                    </a:cubicBezTo>
                    <a:cubicBezTo>
                      <a:pt x="326" y="98"/>
                      <a:pt x="329" y="102"/>
                      <a:pt x="331" y="107"/>
                    </a:cubicBezTo>
                    <a:cubicBezTo>
                      <a:pt x="332" y="108"/>
                      <a:pt x="332" y="110"/>
                      <a:pt x="333" y="112"/>
                    </a:cubicBezTo>
                    <a:cubicBezTo>
                      <a:pt x="333" y="112"/>
                      <a:pt x="333" y="112"/>
                      <a:pt x="333" y="112"/>
                    </a:cubicBezTo>
                    <a:cubicBezTo>
                      <a:pt x="334" y="113"/>
                      <a:pt x="334" y="114"/>
                      <a:pt x="334" y="115"/>
                    </a:cubicBezTo>
                    <a:cubicBezTo>
                      <a:pt x="337" y="121"/>
                      <a:pt x="340" y="128"/>
                      <a:pt x="342" y="135"/>
                    </a:cubicBezTo>
                    <a:cubicBezTo>
                      <a:pt x="342" y="136"/>
                      <a:pt x="342" y="137"/>
                      <a:pt x="342" y="138"/>
                    </a:cubicBezTo>
                    <a:cubicBezTo>
                      <a:pt x="344" y="146"/>
                      <a:pt x="346" y="153"/>
                      <a:pt x="346" y="161"/>
                    </a:cubicBezTo>
                    <a:cubicBezTo>
                      <a:pt x="346" y="161"/>
                      <a:pt x="346" y="161"/>
                      <a:pt x="346" y="162"/>
                    </a:cubicBezTo>
                    <a:close/>
                  </a:path>
                </a:pathLst>
              </a:custGeom>
              <a:solidFill>
                <a:srgbClr val="FED05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8" name="Freeform 20">
                <a:extLst>
                  <a:ext uri="{FF2B5EF4-FFF2-40B4-BE49-F238E27FC236}">
                    <a16:creationId xmlns:a16="http://schemas.microsoft.com/office/drawing/2014/main" id="{766670C7-683A-7400-19AD-99BDB8B3E8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4211" y="5428113"/>
                <a:ext cx="220663" cy="155575"/>
              </a:xfrm>
              <a:custGeom>
                <a:avLst/>
                <a:gdLst>
                  <a:gd name="T0" fmla="*/ 331 w 344"/>
                  <a:gd name="T1" fmla="*/ 112 h 243"/>
                  <a:gd name="T2" fmla="*/ 309 w 344"/>
                  <a:gd name="T3" fmla="*/ 103 h 243"/>
                  <a:gd name="T4" fmla="*/ 290 w 344"/>
                  <a:gd name="T5" fmla="*/ 59 h 243"/>
                  <a:gd name="T6" fmla="*/ 264 w 344"/>
                  <a:gd name="T7" fmla="*/ 49 h 243"/>
                  <a:gd name="T8" fmla="*/ 242 w 344"/>
                  <a:gd name="T9" fmla="*/ 39 h 243"/>
                  <a:gd name="T10" fmla="*/ 220 w 344"/>
                  <a:gd name="T11" fmla="*/ 28 h 243"/>
                  <a:gd name="T12" fmla="*/ 195 w 344"/>
                  <a:gd name="T13" fmla="*/ 23 h 243"/>
                  <a:gd name="T14" fmla="*/ 150 w 344"/>
                  <a:gd name="T15" fmla="*/ 29 h 243"/>
                  <a:gd name="T16" fmla="*/ 128 w 344"/>
                  <a:gd name="T17" fmla="*/ 4 h 243"/>
                  <a:gd name="T18" fmla="*/ 105 w 344"/>
                  <a:gd name="T19" fmla="*/ 0 h 243"/>
                  <a:gd name="T20" fmla="*/ 79 w 344"/>
                  <a:gd name="T21" fmla="*/ 2 h 243"/>
                  <a:gd name="T22" fmla="*/ 32 w 344"/>
                  <a:gd name="T23" fmla="*/ 24 h 243"/>
                  <a:gd name="T24" fmla="*/ 10 w 344"/>
                  <a:gd name="T25" fmla="*/ 100 h 243"/>
                  <a:gd name="T26" fmla="*/ 21 w 344"/>
                  <a:gd name="T27" fmla="*/ 119 h 243"/>
                  <a:gd name="T28" fmla="*/ 40 w 344"/>
                  <a:gd name="T29" fmla="*/ 136 h 243"/>
                  <a:gd name="T30" fmla="*/ 75 w 344"/>
                  <a:gd name="T31" fmla="*/ 169 h 243"/>
                  <a:gd name="T32" fmla="*/ 103 w 344"/>
                  <a:gd name="T33" fmla="*/ 174 h 243"/>
                  <a:gd name="T34" fmla="*/ 125 w 344"/>
                  <a:gd name="T35" fmla="*/ 214 h 243"/>
                  <a:gd name="T36" fmla="*/ 147 w 344"/>
                  <a:gd name="T37" fmla="*/ 228 h 243"/>
                  <a:gd name="T38" fmla="*/ 170 w 344"/>
                  <a:gd name="T39" fmla="*/ 237 h 243"/>
                  <a:gd name="T40" fmla="*/ 197 w 344"/>
                  <a:gd name="T41" fmla="*/ 243 h 243"/>
                  <a:gd name="T42" fmla="*/ 229 w 344"/>
                  <a:gd name="T43" fmla="*/ 243 h 243"/>
                  <a:gd name="T44" fmla="*/ 264 w 344"/>
                  <a:gd name="T45" fmla="*/ 210 h 243"/>
                  <a:gd name="T46" fmla="*/ 306 w 344"/>
                  <a:gd name="T47" fmla="*/ 201 h 243"/>
                  <a:gd name="T48" fmla="*/ 341 w 344"/>
                  <a:gd name="T49" fmla="*/ 168 h 243"/>
                  <a:gd name="T50" fmla="*/ 170 w 344"/>
                  <a:gd name="T51" fmla="*/ 141 h 243"/>
                  <a:gd name="T52" fmla="*/ 57 w 344"/>
                  <a:gd name="T53" fmla="*/ 59 h 243"/>
                  <a:gd name="T54" fmla="*/ 79 w 344"/>
                  <a:gd name="T55" fmla="*/ 68 h 243"/>
                  <a:gd name="T56" fmla="*/ 172 w 344"/>
                  <a:gd name="T57" fmla="*/ 170 h 243"/>
                  <a:gd name="T58" fmla="*/ 197 w 344"/>
                  <a:gd name="T59" fmla="*/ 115 h 243"/>
                  <a:gd name="T60" fmla="*/ 239 w 344"/>
                  <a:gd name="T61" fmla="*/ 110 h 243"/>
                  <a:gd name="T62" fmla="*/ 262 w 344"/>
                  <a:gd name="T63" fmla="*/ 117 h 243"/>
                  <a:gd name="T64" fmla="*/ 239 w 344"/>
                  <a:gd name="T65" fmla="*/ 107 h 243"/>
                  <a:gd name="T66" fmla="*/ 195 w 344"/>
                  <a:gd name="T67" fmla="*/ 57 h 243"/>
                  <a:gd name="T68" fmla="*/ 128 w 344"/>
                  <a:gd name="T69" fmla="*/ 89 h 243"/>
                  <a:gd name="T70" fmla="*/ 125 w 344"/>
                  <a:gd name="T71" fmla="*/ 92 h 243"/>
                  <a:gd name="T72" fmla="*/ 150 w 344"/>
                  <a:gd name="T73" fmla="*/ 129 h 243"/>
                  <a:gd name="T74" fmla="*/ 172 w 344"/>
                  <a:gd name="T75" fmla="*/ 174 h 243"/>
                  <a:gd name="T76" fmla="*/ 220 w 344"/>
                  <a:gd name="T77" fmla="*/ 187 h 243"/>
                  <a:gd name="T78" fmla="*/ 284 w 344"/>
                  <a:gd name="T79" fmla="*/ 156 h 243"/>
                  <a:gd name="T80" fmla="*/ 287 w 344"/>
                  <a:gd name="T81" fmla="*/ 154 h 243"/>
                  <a:gd name="T82" fmla="*/ 284 w 344"/>
                  <a:gd name="T83" fmla="*/ 68 h 243"/>
                  <a:gd name="T84" fmla="*/ 262 w 344"/>
                  <a:gd name="T85" fmla="*/ 55 h 243"/>
                  <a:gd name="T86" fmla="*/ 197 w 344"/>
                  <a:gd name="T87" fmla="*/ 54 h 243"/>
                  <a:gd name="T88" fmla="*/ 150 w 344"/>
                  <a:gd name="T89" fmla="*/ 95 h 243"/>
                  <a:gd name="T90" fmla="*/ 125 w 344"/>
                  <a:gd name="T91" fmla="*/ 52 h 243"/>
                  <a:gd name="T92" fmla="*/ 77 w 344"/>
                  <a:gd name="T93" fmla="*/ 10 h 243"/>
                  <a:gd name="T94" fmla="*/ 54 w 344"/>
                  <a:gd name="T95" fmla="*/ 31 h 243"/>
                  <a:gd name="T96" fmla="*/ 54 w 344"/>
                  <a:gd name="T97" fmla="*/ 88 h 243"/>
                  <a:gd name="T98" fmla="*/ 77 w 344"/>
                  <a:gd name="T99" fmla="*/ 101 h 243"/>
                  <a:gd name="T100" fmla="*/ 105 w 344"/>
                  <a:gd name="T101" fmla="*/ 141 h 243"/>
                  <a:gd name="T102" fmla="*/ 128 w 344"/>
                  <a:gd name="T103" fmla="*/ 212 h 243"/>
                  <a:gd name="T104" fmla="*/ 150 w 344"/>
                  <a:gd name="T105" fmla="*/ 222 h 243"/>
                  <a:gd name="T106" fmla="*/ 217 w 344"/>
                  <a:gd name="T107" fmla="*/ 220 h 243"/>
                  <a:gd name="T108" fmla="*/ 262 w 344"/>
                  <a:gd name="T109" fmla="*/ 181 h 243"/>
                  <a:gd name="T110" fmla="*/ 287 w 344"/>
                  <a:gd name="T111" fmla="*/ 189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44" h="243">
                    <a:moveTo>
                      <a:pt x="344" y="161"/>
                    </a:moveTo>
                    <a:cubicBezTo>
                      <a:pt x="331" y="174"/>
                      <a:pt x="331" y="174"/>
                      <a:pt x="331" y="174"/>
                    </a:cubicBezTo>
                    <a:cubicBezTo>
                      <a:pt x="331" y="147"/>
                      <a:pt x="331" y="147"/>
                      <a:pt x="331" y="147"/>
                    </a:cubicBezTo>
                    <a:cubicBezTo>
                      <a:pt x="340" y="138"/>
                      <a:pt x="340" y="138"/>
                      <a:pt x="340" y="138"/>
                    </a:cubicBezTo>
                    <a:cubicBezTo>
                      <a:pt x="340" y="137"/>
                      <a:pt x="340" y="136"/>
                      <a:pt x="340" y="135"/>
                    </a:cubicBezTo>
                    <a:cubicBezTo>
                      <a:pt x="331" y="143"/>
                      <a:pt x="331" y="143"/>
                      <a:pt x="331" y="143"/>
                    </a:cubicBezTo>
                    <a:cubicBezTo>
                      <a:pt x="331" y="116"/>
                      <a:pt x="331" y="116"/>
                      <a:pt x="331" y="116"/>
                    </a:cubicBezTo>
                    <a:cubicBezTo>
                      <a:pt x="332" y="115"/>
                      <a:pt x="332" y="115"/>
                      <a:pt x="332" y="115"/>
                    </a:cubicBezTo>
                    <a:cubicBezTo>
                      <a:pt x="332" y="114"/>
                      <a:pt x="332" y="113"/>
                      <a:pt x="331" y="112"/>
                    </a:cubicBezTo>
                    <a:cubicBezTo>
                      <a:pt x="331" y="112"/>
                      <a:pt x="331" y="112"/>
                      <a:pt x="331" y="112"/>
                    </a:cubicBezTo>
                    <a:cubicBezTo>
                      <a:pt x="331" y="112"/>
                      <a:pt x="331" y="112"/>
                      <a:pt x="331" y="112"/>
                    </a:cubicBezTo>
                    <a:cubicBezTo>
                      <a:pt x="330" y="110"/>
                      <a:pt x="330" y="108"/>
                      <a:pt x="329" y="107"/>
                    </a:cubicBezTo>
                    <a:cubicBezTo>
                      <a:pt x="329" y="115"/>
                      <a:pt x="329" y="115"/>
                      <a:pt x="329" y="115"/>
                    </a:cubicBezTo>
                    <a:cubicBezTo>
                      <a:pt x="309" y="133"/>
                      <a:pt x="309" y="133"/>
                      <a:pt x="309" y="133"/>
                    </a:cubicBezTo>
                    <a:cubicBezTo>
                      <a:pt x="309" y="106"/>
                      <a:pt x="309" y="106"/>
                      <a:pt x="309" y="106"/>
                    </a:cubicBezTo>
                    <a:cubicBezTo>
                      <a:pt x="322" y="94"/>
                      <a:pt x="322" y="94"/>
                      <a:pt x="322" y="94"/>
                    </a:cubicBezTo>
                    <a:cubicBezTo>
                      <a:pt x="321" y="93"/>
                      <a:pt x="321" y="93"/>
                      <a:pt x="320" y="92"/>
                    </a:cubicBezTo>
                    <a:cubicBezTo>
                      <a:pt x="309" y="103"/>
                      <a:pt x="309" y="103"/>
                      <a:pt x="309" y="103"/>
                    </a:cubicBezTo>
                    <a:cubicBezTo>
                      <a:pt x="309" y="75"/>
                      <a:pt x="309" y="75"/>
                      <a:pt x="309" y="75"/>
                    </a:cubicBezTo>
                    <a:cubicBezTo>
                      <a:pt x="308" y="76"/>
                      <a:pt x="308" y="76"/>
                      <a:pt x="308" y="76"/>
                    </a:cubicBezTo>
                    <a:cubicBezTo>
                      <a:pt x="307" y="76"/>
                      <a:pt x="307" y="75"/>
                      <a:pt x="306" y="75"/>
                    </a:cubicBezTo>
                    <a:cubicBezTo>
                      <a:pt x="306" y="74"/>
                      <a:pt x="306" y="74"/>
                      <a:pt x="306" y="74"/>
                    </a:cubicBezTo>
                    <a:cubicBezTo>
                      <a:pt x="306" y="74"/>
                      <a:pt x="306" y="74"/>
                      <a:pt x="306" y="74"/>
                    </a:cubicBezTo>
                    <a:cubicBezTo>
                      <a:pt x="287" y="93"/>
                      <a:pt x="287" y="93"/>
                      <a:pt x="287" y="93"/>
                    </a:cubicBezTo>
                    <a:cubicBezTo>
                      <a:pt x="287" y="66"/>
                      <a:pt x="287" y="66"/>
                      <a:pt x="287" y="66"/>
                    </a:cubicBezTo>
                    <a:cubicBezTo>
                      <a:pt x="292" y="61"/>
                      <a:pt x="292" y="61"/>
                      <a:pt x="292" y="61"/>
                    </a:cubicBezTo>
                    <a:cubicBezTo>
                      <a:pt x="291" y="60"/>
                      <a:pt x="291" y="60"/>
                      <a:pt x="290" y="59"/>
                    </a:cubicBezTo>
                    <a:cubicBezTo>
                      <a:pt x="287" y="62"/>
                      <a:pt x="287" y="62"/>
                      <a:pt x="287" y="62"/>
                    </a:cubicBezTo>
                    <a:cubicBezTo>
                      <a:pt x="287" y="57"/>
                      <a:pt x="287" y="57"/>
                      <a:pt x="287" y="57"/>
                    </a:cubicBezTo>
                    <a:cubicBezTo>
                      <a:pt x="286" y="56"/>
                      <a:pt x="285" y="55"/>
                      <a:pt x="284" y="55"/>
                    </a:cubicBezTo>
                    <a:cubicBezTo>
                      <a:pt x="284" y="65"/>
                      <a:pt x="284" y="65"/>
                      <a:pt x="284" y="65"/>
                    </a:cubicBezTo>
                    <a:cubicBezTo>
                      <a:pt x="264" y="84"/>
                      <a:pt x="264" y="84"/>
                      <a:pt x="264" y="84"/>
                    </a:cubicBezTo>
                    <a:cubicBezTo>
                      <a:pt x="264" y="53"/>
                      <a:pt x="264" y="53"/>
                      <a:pt x="264" y="53"/>
                    </a:cubicBezTo>
                    <a:cubicBezTo>
                      <a:pt x="271" y="46"/>
                      <a:pt x="271" y="46"/>
                      <a:pt x="271" y="46"/>
                    </a:cubicBezTo>
                    <a:cubicBezTo>
                      <a:pt x="270" y="46"/>
                      <a:pt x="269" y="45"/>
                      <a:pt x="269" y="45"/>
                    </a:cubicBezTo>
                    <a:cubicBezTo>
                      <a:pt x="264" y="49"/>
                      <a:pt x="264" y="49"/>
                      <a:pt x="264" y="49"/>
                    </a:cubicBezTo>
                    <a:cubicBezTo>
                      <a:pt x="264" y="42"/>
                      <a:pt x="264" y="42"/>
                      <a:pt x="264" y="42"/>
                    </a:cubicBezTo>
                    <a:cubicBezTo>
                      <a:pt x="263" y="42"/>
                      <a:pt x="262" y="42"/>
                      <a:pt x="262" y="41"/>
                    </a:cubicBezTo>
                    <a:cubicBezTo>
                      <a:pt x="262" y="52"/>
                      <a:pt x="262" y="52"/>
                      <a:pt x="262" y="52"/>
                    </a:cubicBezTo>
                    <a:cubicBezTo>
                      <a:pt x="242" y="70"/>
                      <a:pt x="242" y="70"/>
                      <a:pt x="242" y="70"/>
                    </a:cubicBezTo>
                    <a:cubicBezTo>
                      <a:pt x="242" y="43"/>
                      <a:pt x="242" y="43"/>
                      <a:pt x="242" y="43"/>
                    </a:cubicBezTo>
                    <a:cubicBezTo>
                      <a:pt x="249" y="36"/>
                      <a:pt x="249" y="36"/>
                      <a:pt x="249" y="36"/>
                    </a:cubicBezTo>
                    <a:cubicBezTo>
                      <a:pt x="248" y="36"/>
                      <a:pt x="248" y="35"/>
                      <a:pt x="247" y="35"/>
                    </a:cubicBezTo>
                    <a:cubicBezTo>
                      <a:pt x="247" y="35"/>
                      <a:pt x="247" y="35"/>
                      <a:pt x="247" y="35"/>
                    </a:cubicBezTo>
                    <a:cubicBezTo>
                      <a:pt x="242" y="39"/>
                      <a:pt x="242" y="39"/>
                      <a:pt x="242" y="39"/>
                    </a:cubicBezTo>
                    <a:cubicBezTo>
                      <a:pt x="242" y="33"/>
                      <a:pt x="242" y="33"/>
                      <a:pt x="242" y="33"/>
                    </a:cubicBezTo>
                    <a:cubicBezTo>
                      <a:pt x="241" y="33"/>
                      <a:pt x="240" y="33"/>
                      <a:pt x="239" y="33"/>
                    </a:cubicBezTo>
                    <a:cubicBezTo>
                      <a:pt x="239" y="42"/>
                      <a:pt x="239" y="42"/>
                      <a:pt x="239" y="42"/>
                    </a:cubicBezTo>
                    <a:cubicBezTo>
                      <a:pt x="220" y="60"/>
                      <a:pt x="220" y="60"/>
                      <a:pt x="220" y="60"/>
                    </a:cubicBezTo>
                    <a:cubicBezTo>
                      <a:pt x="220" y="33"/>
                      <a:pt x="220" y="33"/>
                      <a:pt x="220" y="33"/>
                    </a:cubicBezTo>
                    <a:cubicBezTo>
                      <a:pt x="224" y="29"/>
                      <a:pt x="224" y="29"/>
                      <a:pt x="224" y="29"/>
                    </a:cubicBezTo>
                    <a:cubicBezTo>
                      <a:pt x="221" y="28"/>
                      <a:pt x="221" y="28"/>
                      <a:pt x="221" y="28"/>
                    </a:cubicBezTo>
                    <a:cubicBezTo>
                      <a:pt x="220" y="30"/>
                      <a:pt x="220" y="30"/>
                      <a:pt x="220" y="30"/>
                    </a:cubicBezTo>
                    <a:cubicBezTo>
                      <a:pt x="220" y="28"/>
                      <a:pt x="220" y="28"/>
                      <a:pt x="220" y="28"/>
                    </a:cubicBezTo>
                    <a:cubicBezTo>
                      <a:pt x="217" y="27"/>
                      <a:pt x="217" y="27"/>
                      <a:pt x="217" y="27"/>
                    </a:cubicBezTo>
                    <a:cubicBezTo>
                      <a:pt x="217" y="32"/>
                      <a:pt x="217" y="32"/>
                      <a:pt x="217" y="32"/>
                    </a:cubicBezTo>
                    <a:cubicBezTo>
                      <a:pt x="197" y="51"/>
                      <a:pt x="197" y="51"/>
                      <a:pt x="197" y="51"/>
                    </a:cubicBezTo>
                    <a:cubicBezTo>
                      <a:pt x="197" y="24"/>
                      <a:pt x="197" y="24"/>
                      <a:pt x="197" y="24"/>
                    </a:cubicBezTo>
                    <a:cubicBezTo>
                      <a:pt x="199" y="22"/>
                      <a:pt x="199" y="22"/>
                      <a:pt x="199" y="22"/>
                    </a:cubicBezTo>
                    <a:cubicBezTo>
                      <a:pt x="197" y="22"/>
                      <a:pt x="197" y="22"/>
                      <a:pt x="197" y="22"/>
                    </a:cubicBezTo>
                    <a:cubicBezTo>
                      <a:pt x="196" y="22"/>
                      <a:pt x="196" y="22"/>
                      <a:pt x="196" y="22"/>
                    </a:cubicBezTo>
                    <a:cubicBezTo>
                      <a:pt x="195" y="21"/>
                      <a:pt x="195" y="21"/>
                      <a:pt x="195" y="21"/>
                    </a:cubicBezTo>
                    <a:cubicBezTo>
                      <a:pt x="195" y="23"/>
                      <a:pt x="195" y="23"/>
                      <a:pt x="195" y="23"/>
                    </a:cubicBezTo>
                    <a:cubicBezTo>
                      <a:pt x="172" y="44"/>
                      <a:pt x="172" y="44"/>
                      <a:pt x="172" y="44"/>
                    </a:cubicBezTo>
                    <a:cubicBezTo>
                      <a:pt x="172" y="16"/>
                      <a:pt x="172" y="16"/>
                      <a:pt x="172" y="16"/>
                    </a:cubicBezTo>
                    <a:cubicBezTo>
                      <a:pt x="170" y="15"/>
                      <a:pt x="170" y="15"/>
                      <a:pt x="170" y="15"/>
                    </a:cubicBezTo>
                    <a:cubicBezTo>
                      <a:pt x="170" y="46"/>
                      <a:pt x="170" y="46"/>
                      <a:pt x="170" y="46"/>
                    </a:cubicBezTo>
                    <a:cubicBezTo>
                      <a:pt x="150" y="65"/>
                      <a:pt x="150" y="65"/>
                      <a:pt x="150" y="65"/>
                    </a:cubicBezTo>
                    <a:cubicBezTo>
                      <a:pt x="150" y="33"/>
                      <a:pt x="150" y="33"/>
                      <a:pt x="150" y="33"/>
                    </a:cubicBezTo>
                    <a:cubicBezTo>
                      <a:pt x="169" y="15"/>
                      <a:pt x="169" y="15"/>
                      <a:pt x="169" y="15"/>
                    </a:cubicBezTo>
                    <a:cubicBezTo>
                      <a:pt x="166" y="14"/>
                      <a:pt x="166" y="14"/>
                      <a:pt x="166" y="14"/>
                    </a:cubicBezTo>
                    <a:cubicBezTo>
                      <a:pt x="150" y="29"/>
                      <a:pt x="150" y="29"/>
                      <a:pt x="150" y="29"/>
                    </a:cubicBezTo>
                    <a:cubicBezTo>
                      <a:pt x="150" y="10"/>
                      <a:pt x="150" y="10"/>
                      <a:pt x="150" y="10"/>
                    </a:cubicBezTo>
                    <a:cubicBezTo>
                      <a:pt x="147" y="9"/>
                      <a:pt x="147" y="9"/>
                      <a:pt x="147" y="9"/>
                    </a:cubicBezTo>
                    <a:cubicBezTo>
                      <a:pt x="147" y="31"/>
                      <a:pt x="147" y="31"/>
                      <a:pt x="147" y="31"/>
                    </a:cubicBezTo>
                    <a:cubicBezTo>
                      <a:pt x="128" y="50"/>
                      <a:pt x="128" y="50"/>
                      <a:pt x="128" y="50"/>
                    </a:cubicBezTo>
                    <a:cubicBezTo>
                      <a:pt x="128" y="23"/>
                      <a:pt x="128" y="23"/>
                      <a:pt x="128" y="23"/>
                    </a:cubicBezTo>
                    <a:cubicBezTo>
                      <a:pt x="143" y="8"/>
                      <a:pt x="143" y="8"/>
                      <a:pt x="143" y="8"/>
                    </a:cubicBezTo>
                    <a:cubicBezTo>
                      <a:pt x="140" y="7"/>
                      <a:pt x="140" y="7"/>
                      <a:pt x="140" y="7"/>
                    </a:cubicBezTo>
                    <a:cubicBezTo>
                      <a:pt x="128" y="19"/>
                      <a:pt x="128" y="19"/>
                      <a:pt x="128" y="19"/>
                    </a:cubicBezTo>
                    <a:cubicBezTo>
                      <a:pt x="128" y="4"/>
                      <a:pt x="128" y="4"/>
                      <a:pt x="128" y="4"/>
                    </a:cubicBezTo>
                    <a:cubicBezTo>
                      <a:pt x="127" y="4"/>
                      <a:pt x="126" y="3"/>
                      <a:pt x="125" y="3"/>
                    </a:cubicBezTo>
                    <a:cubicBezTo>
                      <a:pt x="125" y="22"/>
                      <a:pt x="125" y="22"/>
                      <a:pt x="125" y="22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5" y="13"/>
                      <a:pt x="105" y="13"/>
                      <a:pt x="105" y="13"/>
                    </a:cubicBezTo>
                    <a:cubicBezTo>
                      <a:pt x="118" y="2"/>
                      <a:pt x="118" y="2"/>
                      <a:pt x="118" y="2"/>
                    </a:cubicBezTo>
                    <a:cubicBezTo>
                      <a:pt x="117" y="1"/>
                      <a:pt x="116" y="1"/>
                      <a:pt x="115" y="1"/>
                    </a:cubicBezTo>
                    <a:cubicBezTo>
                      <a:pt x="115" y="1"/>
                      <a:pt x="115" y="1"/>
                      <a:pt x="115" y="1"/>
                    </a:cubicBezTo>
                    <a:cubicBezTo>
                      <a:pt x="105" y="10"/>
                      <a:pt x="105" y="10"/>
                      <a:pt x="105" y="1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4" y="0"/>
                      <a:pt x="104" y="0"/>
                      <a:pt x="103" y="0"/>
                    </a:cubicBezTo>
                    <a:cubicBezTo>
                      <a:pt x="103" y="12"/>
                      <a:pt x="103" y="12"/>
                      <a:pt x="103" y="12"/>
                    </a:cubicBezTo>
                    <a:cubicBezTo>
                      <a:pt x="79" y="34"/>
                      <a:pt x="79" y="34"/>
                      <a:pt x="79" y="34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79" y="4"/>
                      <a:pt x="79" y="4"/>
                      <a:pt x="79" y="4"/>
                    </a:cubicBezTo>
                    <a:cubicBezTo>
                      <a:pt x="79" y="2"/>
                      <a:pt x="79" y="2"/>
                      <a:pt x="79" y="2"/>
                    </a:cubicBezTo>
                    <a:cubicBezTo>
                      <a:pt x="78" y="2"/>
                      <a:pt x="78" y="2"/>
                      <a:pt x="77" y="2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6" y="9"/>
                      <a:pt x="55" y="9"/>
                      <a:pt x="54" y="10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2"/>
                      <a:pt x="33" y="23"/>
                      <a:pt x="32" y="24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2" y="45"/>
                      <a:pt x="12" y="45"/>
                      <a:pt x="12" y="45"/>
                    </a:cubicBezTo>
                    <a:cubicBezTo>
                      <a:pt x="12" y="46"/>
                      <a:pt x="11" y="48"/>
                      <a:pt x="10" y="49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80"/>
                      <a:pt x="0" y="80"/>
                      <a:pt x="0" y="81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9" y="101"/>
                      <a:pt x="9" y="102"/>
                      <a:pt x="10" y="103"/>
                    </a:cubicBezTo>
                    <a:cubicBezTo>
                      <a:pt x="10" y="103"/>
                      <a:pt x="10" y="103"/>
                      <a:pt x="10" y="103"/>
                    </a:cubicBezTo>
                    <a:cubicBezTo>
                      <a:pt x="10" y="103"/>
                      <a:pt x="10" y="103"/>
                      <a:pt x="10" y="103"/>
                    </a:cubicBezTo>
                    <a:cubicBezTo>
                      <a:pt x="11" y="104"/>
                      <a:pt x="12" y="106"/>
                      <a:pt x="12" y="107"/>
                    </a:cubicBezTo>
                    <a:cubicBezTo>
                      <a:pt x="12" y="101"/>
                      <a:pt x="12" y="101"/>
                      <a:pt x="12" y="101"/>
                    </a:cubicBezTo>
                    <a:cubicBezTo>
                      <a:pt x="32" y="82"/>
                      <a:pt x="32" y="82"/>
                      <a:pt x="32" y="82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21" y="119"/>
                      <a:pt x="21" y="119"/>
                      <a:pt x="21" y="119"/>
                    </a:cubicBezTo>
                    <a:cubicBezTo>
                      <a:pt x="22" y="120"/>
                      <a:pt x="23" y="121"/>
                      <a:pt x="23" y="121"/>
                    </a:cubicBezTo>
                    <a:cubicBezTo>
                      <a:pt x="32" y="113"/>
                      <a:pt x="32" y="113"/>
                      <a:pt x="32" y="113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3" y="131"/>
                      <a:pt x="34" y="131"/>
                      <a:pt x="35" y="132"/>
                    </a:cubicBezTo>
                    <a:cubicBezTo>
                      <a:pt x="35" y="110"/>
                      <a:pt x="35" y="110"/>
                      <a:pt x="35" y="110"/>
                    </a:cubicBezTo>
                    <a:cubicBezTo>
                      <a:pt x="54" y="92"/>
                      <a:pt x="54" y="92"/>
                      <a:pt x="54" y="92"/>
                    </a:cubicBezTo>
                    <a:cubicBezTo>
                      <a:pt x="54" y="119"/>
                      <a:pt x="54" y="119"/>
                      <a:pt x="54" y="119"/>
                    </a:cubicBezTo>
                    <a:cubicBezTo>
                      <a:pt x="38" y="134"/>
                      <a:pt x="38" y="134"/>
                      <a:pt x="38" y="134"/>
                    </a:cubicBezTo>
                    <a:cubicBezTo>
                      <a:pt x="40" y="136"/>
                      <a:pt x="40" y="136"/>
                      <a:pt x="40" y="136"/>
                    </a:cubicBezTo>
                    <a:cubicBezTo>
                      <a:pt x="54" y="122"/>
                      <a:pt x="54" y="122"/>
                      <a:pt x="54" y="122"/>
                    </a:cubicBezTo>
                    <a:cubicBezTo>
                      <a:pt x="54" y="150"/>
                      <a:pt x="54" y="150"/>
                      <a:pt x="54" y="150"/>
                    </a:cubicBezTo>
                    <a:cubicBezTo>
                      <a:pt x="57" y="152"/>
                      <a:pt x="57" y="152"/>
                      <a:pt x="57" y="152"/>
                    </a:cubicBezTo>
                    <a:cubicBezTo>
                      <a:pt x="57" y="153"/>
                      <a:pt x="57" y="153"/>
                      <a:pt x="57" y="153"/>
                    </a:cubicBezTo>
                    <a:cubicBezTo>
                      <a:pt x="59" y="154"/>
                      <a:pt x="59" y="154"/>
                      <a:pt x="59" y="154"/>
                    </a:cubicBezTo>
                    <a:cubicBezTo>
                      <a:pt x="77" y="137"/>
                      <a:pt x="77" y="137"/>
                      <a:pt x="77" y="137"/>
                    </a:cubicBezTo>
                    <a:cubicBezTo>
                      <a:pt x="77" y="164"/>
                      <a:pt x="77" y="164"/>
                      <a:pt x="77" y="164"/>
                    </a:cubicBezTo>
                    <a:cubicBezTo>
                      <a:pt x="73" y="168"/>
                      <a:pt x="73" y="168"/>
                      <a:pt x="73" y="168"/>
                    </a:cubicBezTo>
                    <a:cubicBezTo>
                      <a:pt x="75" y="169"/>
                      <a:pt x="75" y="169"/>
                      <a:pt x="75" y="169"/>
                    </a:cubicBezTo>
                    <a:cubicBezTo>
                      <a:pt x="77" y="168"/>
                      <a:pt x="77" y="168"/>
                      <a:pt x="77" y="168"/>
                    </a:cubicBezTo>
                    <a:cubicBezTo>
                      <a:pt x="77" y="171"/>
                      <a:pt x="77" y="171"/>
                      <a:pt x="77" y="171"/>
                    </a:cubicBezTo>
                    <a:cubicBezTo>
                      <a:pt x="79" y="173"/>
                      <a:pt x="79" y="173"/>
                      <a:pt x="79" y="173"/>
                    </a:cubicBezTo>
                    <a:cubicBezTo>
                      <a:pt x="79" y="165"/>
                      <a:pt x="79" y="165"/>
                      <a:pt x="79" y="165"/>
                    </a:cubicBezTo>
                    <a:cubicBezTo>
                      <a:pt x="103" y="143"/>
                      <a:pt x="103" y="143"/>
                      <a:pt x="103" y="143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9" y="183"/>
                      <a:pt x="89" y="183"/>
                      <a:pt x="89" y="183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103" y="174"/>
                      <a:pt x="103" y="174"/>
                      <a:pt x="103" y="174"/>
                    </a:cubicBezTo>
                    <a:cubicBezTo>
                      <a:pt x="103" y="196"/>
                      <a:pt x="103" y="196"/>
                      <a:pt x="103" y="196"/>
                    </a:cubicBezTo>
                    <a:cubicBezTo>
                      <a:pt x="105" y="198"/>
                      <a:pt x="105" y="198"/>
                      <a:pt x="105" y="198"/>
                    </a:cubicBezTo>
                    <a:cubicBezTo>
                      <a:pt x="105" y="171"/>
                      <a:pt x="105" y="171"/>
                      <a:pt x="105" y="171"/>
                    </a:cubicBezTo>
                    <a:cubicBezTo>
                      <a:pt x="125" y="153"/>
                      <a:pt x="125" y="153"/>
                      <a:pt x="125" y="153"/>
                    </a:cubicBezTo>
                    <a:cubicBezTo>
                      <a:pt x="125" y="180"/>
                      <a:pt x="125" y="180"/>
                      <a:pt x="125" y="180"/>
                    </a:cubicBezTo>
                    <a:cubicBezTo>
                      <a:pt x="106" y="198"/>
                      <a:pt x="106" y="198"/>
                      <a:pt x="106" y="198"/>
                    </a:cubicBezTo>
                    <a:cubicBezTo>
                      <a:pt x="107" y="200"/>
                      <a:pt x="107" y="200"/>
                      <a:pt x="107" y="200"/>
                    </a:cubicBezTo>
                    <a:cubicBezTo>
                      <a:pt x="125" y="183"/>
                      <a:pt x="125" y="183"/>
                      <a:pt x="125" y="183"/>
                    </a:cubicBezTo>
                    <a:cubicBezTo>
                      <a:pt x="125" y="214"/>
                      <a:pt x="125" y="214"/>
                      <a:pt x="125" y="214"/>
                    </a:cubicBezTo>
                    <a:cubicBezTo>
                      <a:pt x="125" y="215"/>
                      <a:pt x="125" y="215"/>
                      <a:pt x="125" y="215"/>
                    </a:cubicBezTo>
                    <a:cubicBezTo>
                      <a:pt x="125" y="215"/>
                      <a:pt x="125" y="215"/>
                      <a:pt x="125" y="215"/>
                    </a:cubicBezTo>
                    <a:cubicBezTo>
                      <a:pt x="126" y="215"/>
                      <a:pt x="126" y="216"/>
                      <a:pt x="127" y="216"/>
                    </a:cubicBezTo>
                    <a:cubicBezTo>
                      <a:pt x="127" y="216"/>
                      <a:pt x="127" y="217"/>
                      <a:pt x="128" y="217"/>
                    </a:cubicBezTo>
                    <a:cubicBezTo>
                      <a:pt x="128" y="215"/>
                      <a:pt x="128" y="215"/>
                      <a:pt x="128" y="215"/>
                    </a:cubicBezTo>
                    <a:cubicBezTo>
                      <a:pt x="147" y="197"/>
                      <a:pt x="147" y="197"/>
                      <a:pt x="147" y="197"/>
                    </a:cubicBezTo>
                    <a:cubicBezTo>
                      <a:pt x="147" y="224"/>
                      <a:pt x="147" y="224"/>
                      <a:pt x="147" y="224"/>
                    </a:cubicBezTo>
                    <a:cubicBezTo>
                      <a:pt x="144" y="227"/>
                      <a:pt x="144" y="227"/>
                      <a:pt x="144" y="227"/>
                    </a:cubicBezTo>
                    <a:cubicBezTo>
                      <a:pt x="145" y="227"/>
                      <a:pt x="146" y="228"/>
                      <a:pt x="147" y="228"/>
                    </a:cubicBezTo>
                    <a:cubicBezTo>
                      <a:pt x="147" y="227"/>
                      <a:pt x="147" y="227"/>
                      <a:pt x="147" y="227"/>
                    </a:cubicBezTo>
                    <a:cubicBezTo>
                      <a:pt x="147" y="228"/>
                      <a:pt x="147" y="228"/>
                      <a:pt x="147" y="228"/>
                    </a:cubicBezTo>
                    <a:cubicBezTo>
                      <a:pt x="148" y="229"/>
                      <a:pt x="149" y="229"/>
                      <a:pt x="150" y="230"/>
                    </a:cubicBezTo>
                    <a:cubicBezTo>
                      <a:pt x="150" y="225"/>
                      <a:pt x="150" y="225"/>
                      <a:pt x="150" y="225"/>
                    </a:cubicBezTo>
                    <a:cubicBezTo>
                      <a:pt x="170" y="207"/>
                      <a:pt x="170" y="207"/>
                      <a:pt x="170" y="207"/>
                    </a:cubicBezTo>
                    <a:cubicBezTo>
                      <a:pt x="170" y="234"/>
                      <a:pt x="170" y="234"/>
                      <a:pt x="170" y="234"/>
                    </a:cubicBezTo>
                    <a:cubicBezTo>
                      <a:pt x="167" y="236"/>
                      <a:pt x="167" y="236"/>
                      <a:pt x="167" y="236"/>
                    </a:cubicBezTo>
                    <a:cubicBezTo>
                      <a:pt x="168" y="237"/>
                      <a:pt x="169" y="237"/>
                      <a:pt x="170" y="237"/>
                    </a:cubicBezTo>
                    <a:cubicBezTo>
                      <a:pt x="170" y="237"/>
                      <a:pt x="170" y="237"/>
                      <a:pt x="170" y="237"/>
                    </a:cubicBezTo>
                    <a:cubicBezTo>
                      <a:pt x="170" y="237"/>
                      <a:pt x="170" y="237"/>
                      <a:pt x="170" y="237"/>
                    </a:cubicBezTo>
                    <a:cubicBezTo>
                      <a:pt x="170" y="237"/>
                      <a:pt x="171" y="238"/>
                      <a:pt x="172" y="238"/>
                    </a:cubicBezTo>
                    <a:cubicBezTo>
                      <a:pt x="172" y="235"/>
                      <a:pt x="172" y="235"/>
                      <a:pt x="172" y="235"/>
                    </a:cubicBezTo>
                    <a:cubicBezTo>
                      <a:pt x="195" y="213"/>
                      <a:pt x="195" y="213"/>
                      <a:pt x="195" y="213"/>
                    </a:cubicBezTo>
                    <a:cubicBezTo>
                      <a:pt x="195" y="241"/>
                      <a:pt x="195" y="241"/>
                      <a:pt x="195" y="241"/>
                    </a:cubicBezTo>
                    <a:cubicBezTo>
                      <a:pt x="193" y="242"/>
                      <a:pt x="193" y="242"/>
                      <a:pt x="193" y="242"/>
                    </a:cubicBezTo>
                    <a:cubicBezTo>
                      <a:pt x="193" y="242"/>
                      <a:pt x="194" y="242"/>
                      <a:pt x="195" y="242"/>
                    </a:cubicBezTo>
                    <a:cubicBezTo>
                      <a:pt x="195" y="243"/>
                      <a:pt x="196" y="243"/>
                      <a:pt x="196" y="243"/>
                    </a:cubicBezTo>
                    <a:cubicBezTo>
                      <a:pt x="197" y="243"/>
                      <a:pt x="197" y="243"/>
                      <a:pt x="197" y="243"/>
                    </a:cubicBezTo>
                    <a:cubicBezTo>
                      <a:pt x="197" y="242"/>
                      <a:pt x="197" y="242"/>
                      <a:pt x="197" y="242"/>
                    </a:cubicBezTo>
                    <a:cubicBezTo>
                      <a:pt x="217" y="223"/>
                      <a:pt x="217" y="223"/>
                      <a:pt x="217" y="223"/>
                    </a:cubicBezTo>
                    <a:cubicBezTo>
                      <a:pt x="217" y="243"/>
                      <a:pt x="217" y="243"/>
                      <a:pt x="217" y="243"/>
                    </a:cubicBezTo>
                    <a:cubicBezTo>
                      <a:pt x="218" y="243"/>
                      <a:pt x="219" y="243"/>
                      <a:pt x="220" y="243"/>
                    </a:cubicBezTo>
                    <a:cubicBezTo>
                      <a:pt x="220" y="221"/>
                      <a:pt x="220" y="221"/>
                      <a:pt x="220" y="221"/>
                    </a:cubicBezTo>
                    <a:cubicBezTo>
                      <a:pt x="239" y="202"/>
                      <a:pt x="239" y="202"/>
                      <a:pt x="239" y="202"/>
                    </a:cubicBezTo>
                    <a:cubicBezTo>
                      <a:pt x="239" y="230"/>
                      <a:pt x="239" y="230"/>
                      <a:pt x="239" y="230"/>
                    </a:cubicBezTo>
                    <a:cubicBezTo>
                      <a:pt x="225" y="243"/>
                      <a:pt x="225" y="243"/>
                      <a:pt x="225" y="243"/>
                    </a:cubicBezTo>
                    <a:cubicBezTo>
                      <a:pt x="226" y="243"/>
                      <a:pt x="228" y="243"/>
                      <a:pt x="229" y="243"/>
                    </a:cubicBezTo>
                    <a:cubicBezTo>
                      <a:pt x="229" y="243"/>
                      <a:pt x="229" y="243"/>
                      <a:pt x="229" y="243"/>
                    </a:cubicBezTo>
                    <a:cubicBezTo>
                      <a:pt x="239" y="233"/>
                      <a:pt x="239" y="233"/>
                      <a:pt x="239" y="233"/>
                    </a:cubicBezTo>
                    <a:cubicBezTo>
                      <a:pt x="239" y="241"/>
                      <a:pt x="239" y="241"/>
                      <a:pt x="239" y="241"/>
                    </a:cubicBezTo>
                    <a:cubicBezTo>
                      <a:pt x="240" y="241"/>
                      <a:pt x="241" y="241"/>
                      <a:pt x="242" y="241"/>
                    </a:cubicBezTo>
                    <a:cubicBezTo>
                      <a:pt x="242" y="231"/>
                      <a:pt x="242" y="231"/>
                      <a:pt x="242" y="231"/>
                    </a:cubicBezTo>
                    <a:cubicBezTo>
                      <a:pt x="262" y="212"/>
                      <a:pt x="262" y="212"/>
                      <a:pt x="262" y="212"/>
                    </a:cubicBezTo>
                    <a:cubicBezTo>
                      <a:pt x="262" y="235"/>
                      <a:pt x="262" y="235"/>
                      <a:pt x="262" y="235"/>
                    </a:cubicBezTo>
                    <a:cubicBezTo>
                      <a:pt x="262" y="235"/>
                      <a:pt x="263" y="234"/>
                      <a:pt x="264" y="234"/>
                    </a:cubicBezTo>
                    <a:cubicBezTo>
                      <a:pt x="264" y="210"/>
                      <a:pt x="264" y="210"/>
                      <a:pt x="264" y="210"/>
                    </a:cubicBezTo>
                    <a:cubicBezTo>
                      <a:pt x="284" y="191"/>
                      <a:pt x="284" y="191"/>
                      <a:pt x="284" y="191"/>
                    </a:cubicBezTo>
                    <a:cubicBezTo>
                      <a:pt x="284" y="218"/>
                      <a:pt x="284" y="218"/>
                      <a:pt x="284" y="218"/>
                    </a:cubicBezTo>
                    <a:cubicBezTo>
                      <a:pt x="269" y="232"/>
                      <a:pt x="269" y="232"/>
                      <a:pt x="269" y="232"/>
                    </a:cubicBezTo>
                    <a:cubicBezTo>
                      <a:pt x="272" y="231"/>
                      <a:pt x="274" y="230"/>
                      <a:pt x="276" y="229"/>
                    </a:cubicBezTo>
                    <a:cubicBezTo>
                      <a:pt x="284" y="222"/>
                      <a:pt x="284" y="222"/>
                      <a:pt x="284" y="222"/>
                    </a:cubicBezTo>
                    <a:cubicBezTo>
                      <a:pt x="284" y="225"/>
                      <a:pt x="284" y="225"/>
                      <a:pt x="284" y="225"/>
                    </a:cubicBezTo>
                    <a:cubicBezTo>
                      <a:pt x="285" y="224"/>
                      <a:pt x="286" y="224"/>
                      <a:pt x="287" y="223"/>
                    </a:cubicBezTo>
                    <a:cubicBezTo>
                      <a:pt x="287" y="219"/>
                      <a:pt x="287" y="219"/>
                      <a:pt x="287" y="219"/>
                    </a:cubicBezTo>
                    <a:cubicBezTo>
                      <a:pt x="306" y="201"/>
                      <a:pt x="306" y="201"/>
                      <a:pt x="306" y="201"/>
                    </a:cubicBezTo>
                    <a:cubicBezTo>
                      <a:pt x="306" y="210"/>
                      <a:pt x="306" y="210"/>
                      <a:pt x="306" y="210"/>
                    </a:cubicBezTo>
                    <a:cubicBezTo>
                      <a:pt x="307" y="209"/>
                      <a:pt x="308" y="208"/>
                      <a:pt x="309" y="207"/>
                    </a:cubicBezTo>
                    <a:cubicBezTo>
                      <a:pt x="309" y="198"/>
                      <a:pt x="309" y="198"/>
                      <a:pt x="309" y="198"/>
                    </a:cubicBezTo>
                    <a:cubicBezTo>
                      <a:pt x="329" y="180"/>
                      <a:pt x="329" y="180"/>
                      <a:pt x="329" y="180"/>
                    </a:cubicBezTo>
                    <a:cubicBezTo>
                      <a:pt x="329" y="187"/>
                      <a:pt x="329" y="187"/>
                      <a:pt x="329" y="187"/>
                    </a:cubicBezTo>
                    <a:cubicBezTo>
                      <a:pt x="330" y="186"/>
                      <a:pt x="330" y="184"/>
                      <a:pt x="331" y="183"/>
                    </a:cubicBezTo>
                    <a:cubicBezTo>
                      <a:pt x="331" y="177"/>
                      <a:pt x="331" y="177"/>
                      <a:pt x="331" y="177"/>
                    </a:cubicBezTo>
                    <a:cubicBezTo>
                      <a:pt x="341" y="168"/>
                      <a:pt x="341" y="168"/>
                      <a:pt x="341" y="168"/>
                    </a:cubicBezTo>
                    <a:cubicBezTo>
                      <a:pt x="341" y="168"/>
                      <a:pt x="341" y="168"/>
                      <a:pt x="341" y="168"/>
                    </a:cubicBezTo>
                    <a:cubicBezTo>
                      <a:pt x="342" y="166"/>
                      <a:pt x="343" y="164"/>
                      <a:pt x="344" y="162"/>
                    </a:cubicBezTo>
                    <a:cubicBezTo>
                      <a:pt x="344" y="161"/>
                      <a:pt x="344" y="161"/>
                      <a:pt x="344" y="161"/>
                    </a:cubicBezTo>
                    <a:close/>
                    <a:moveTo>
                      <a:pt x="329" y="118"/>
                    </a:moveTo>
                    <a:cubicBezTo>
                      <a:pt x="329" y="146"/>
                      <a:pt x="329" y="146"/>
                      <a:pt x="329" y="146"/>
                    </a:cubicBezTo>
                    <a:cubicBezTo>
                      <a:pt x="309" y="164"/>
                      <a:pt x="309" y="164"/>
                      <a:pt x="309" y="164"/>
                    </a:cubicBezTo>
                    <a:cubicBezTo>
                      <a:pt x="309" y="137"/>
                      <a:pt x="309" y="137"/>
                      <a:pt x="309" y="137"/>
                    </a:cubicBezTo>
                    <a:lnTo>
                      <a:pt x="329" y="118"/>
                    </a:lnTo>
                    <a:close/>
                    <a:moveTo>
                      <a:pt x="150" y="160"/>
                    </a:moveTo>
                    <a:cubicBezTo>
                      <a:pt x="170" y="141"/>
                      <a:pt x="170" y="141"/>
                      <a:pt x="170" y="141"/>
                    </a:cubicBezTo>
                    <a:cubicBezTo>
                      <a:pt x="170" y="172"/>
                      <a:pt x="170" y="172"/>
                      <a:pt x="170" y="172"/>
                    </a:cubicBezTo>
                    <a:cubicBezTo>
                      <a:pt x="150" y="191"/>
                      <a:pt x="150" y="191"/>
                      <a:pt x="150" y="191"/>
                    </a:cubicBezTo>
                    <a:lnTo>
                      <a:pt x="150" y="160"/>
                    </a:lnTo>
                    <a:close/>
                    <a:moveTo>
                      <a:pt x="79" y="99"/>
                    </a:moveTo>
                    <a:cubicBezTo>
                      <a:pt x="103" y="77"/>
                      <a:pt x="103" y="77"/>
                      <a:pt x="103" y="77"/>
                    </a:cubicBezTo>
                    <a:cubicBezTo>
                      <a:pt x="103" y="109"/>
                      <a:pt x="103" y="109"/>
                      <a:pt x="103" y="109"/>
                    </a:cubicBezTo>
                    <a:cubicBezTo>
                      <a:pt x="79" y="131"/>
                      <a:pt x="79" y="131"/>
                      <a:pt x="79" y="131"/>
                    </a:cubicBezTo>
                    <a:lnTo>
                      <a:pt x="79" y="99"/>
                    </a:lnTo>
                    <a:close/>
                    <a:moveTo>
                      <a:pt x="57" y="59"/>
                    </a:moveTo>
                    <a:cubicBezTo>
                      <a:pt x="77" y="40"/>
                      <a:pt x="77" y="40"/>
                      <a:pt x="77" y="40"/>
                    </a:cubicBezTo>
                    <a:cubicBezTo>
                      <a:pt x="77" y="67"/>
                      <a:pt x="77" y="67"/>
                      <a:pt x="77" y="67"/>
                    </a:cubicBezTo>
                    <a:cubicBezTo>
                      <a:pt x="57" y="86"/>
                      <a:pt x="57" y="86"/>
                      <a:pt x="57" y="86"/>
                    </a:cubicBezTo>
                    <a:lnTo>
                      <a:pt x="57" y="59"/>
                    </a:lnTo>
                    <a:close/>
                    <a:moveTo>
                      <a:pt x="79" y="68"/>
                    </a:moveTo>
                    <a:cubicBezTo>
                      <a:pt x="103" y="46"/>
                      <a:pt x="103" y="46"/>
                      <a:pt x="103" y="46"/>
                    </a:cubicBezTo>
                    <a:cubicBezTo>
                      <a:pt x="103" y="73"/>
                      <a:pt x="103" y="73"/>
                      <a:pt x="103" y="73"/>
                    </a:cubicBezTo>
                    <a:cubicBezTo>
                      <a:pt x="79" y="95"/>
                      <a:pt x="79" y="95"/>
                      <a:pt x="79" y="95"/>
                    </a:cubicBezTo>
                    <a:lnTo>
                      <a:pt x="79" y="68"/>
                    </a:lnTo>
                    <a:close/>
                    <a:moveTo>
                      <a:pt x="284" y="126"/>
                    </a:moveTo>
                    <a:cubicBezTo>
                      <a:pt x="264" y="145"/>
                      <a:pt x="264" y="145"/>
                      <a:pt x="264" y="145"/>
                    </a:cubicBezTo>
                    <a:cubicBezTo>
                      <a:pt x="264" y="118"/>
                      <a:pt x="264" y="118"/>
                      <a:pt x="264" y="118"/>
                    </a:cubicBezTo>
                    <a:cubicBezTo>
                      <a:pt x="284" y="99"/>
                      <a:pt x="284" y="99"/>
                      <a:pt x="284" y="99"/>
                    </a:cubicBezTo>
                    <a:lnTo>
                      <a:pt x="284" y="126"/>
                    </a:lnTo>
                    <a:close/>
                    <a:moveTo>
                      <a:pt x="172" y="139"/>
                    </a:move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49"/>
                      <a:pt x="195" y="149"/>
                      <a:pt x="195" y="149"/>
                    </a:cubicBezTo>
                    <a:cubicBezTo>
                      <a:pt x="172" y="170"/>
                      <a:pt x="172" y="170"/>
                      <a:pt x="172" y="170"/>
                    </a:cubicBezTo>
                    <a:lnTo>
                      <a:pt x="172" y="139"/>
                    </a:lnTo>
                    <a:close/>
                    <a:moveTo>
                      <a:pt x="172" y="108"/>
                    </a:moveTo>
                    <a:cubicBezTo>
                      <a:pt x="195" y="87"/>
                      <a:pt x="195" y="87"/>
                      <a:pt x="195" y="87"/>
                    </a:cubicBezTo>
                    <a:cubicBezTo>
                      <a:pt x="195" y="114"/>
                      <a:pt x="195" y="114"/>
                      <a:pt x="195" y="114"/>
                    </a:cubicBezTo>
                    <a:cubicBezTo>
                      <a:pt x="172" y="136"/>
                      <a:pt x="172" y="136"/>
                      <a:pt x="172" y="136"/>
                    </a:cubicBezTo>
                    <a:lnTo>
                      <a:pt x="172" y="108"/>
                    </a:lnTo>
                    <a:close/>
                    <a:moveTo>
                      <a:pt x="217" y="128"/>
                    </a:moveTo>
                    <a:cubicBezTo>
                      <a:pt x="197" y="146"/>
                      <a:pt x="197" y="146"/>
                      <a:pt x="197" y="146"/>
                    </a:cubicBezTo>
                    <a:cubicBezTo>
                      <a:pt x="197" y="115"/>
                      <a:pt x="197" y="115"/>
                      <a:pt x="197" y="115"/>
                    </a:cubicBezTo>
                    <a:cubicBezTo>
                      <a:pt x="217" y="97"/>
                      <a:pt x="217" y="97"/>
                      <a:pt x="217" y="97"/>
                    </a:cubicBezTo>
                    <a:lnTo>
                      <a:pt x="217" y="128"/>
                    </a:lnTo>
                    <a:close/>
                    <a:moveTo>
                      <a:pt x="197" y="150"/>
                    </a:moveTo>
                    <a:cubicBezTo>
                      <a:pt x="217" y="131"/>
                      <a:pt x="217" y="131"/>
                      <a:pt x="217" y="131"/>
                    </a:cubicBezTo>
                    <a:cubicBezTo>
                      <a:pt x="217" y="158"/>
                      <a:pt x="217" y="158"/>
                      <a:pt x="217" y="158"/>
                    </a:cubicBezTo>
                    <a:cubicBezTo>
                      <a:pt x="197" y="177"/>
                      <a:pt x="197" y="177"/>
                      <a:pt x="197" y="177"/>
                    </a:cubicBezTo>
                    <a:lnTo>
                      <a:pt x="197" y="150"/>
                    </a:lnTo>
                    <a:close/>
                    <a:moveTo>
                      <a:pt x="220" y="129"/>
                    </a:moveTo>
                    <a:cubicBezTo>
                      <a:pt x="239" y="110"/>
                      <a:pt x="239" y="110"/>
                      <a:pt x="239" y="110"/>
                    </a:cubicBezTo>
                    <a:cubicBezTo>
                      <a:pt x="239" y="138"/>
                      <a:pt x="239" y="138"/>
                      <a:pt x="239" y="138"/>
                    </a:cubicBezTo>
                    <a:cubicBezTo>
                      <a:pt x="220" y="156"/>
                      <a:pt x="220" y="156"/>
                      <a:pt x="220" y="156"/>
                    </a:cubicBezTo>
                    <a:lnTo>
                      <a:pt x="220" y="129"/>
                    </a:lnTo>
                    <a:close/>
                    <a:moveTo>
                      <a:pt x="242" y="139"/>
                    </a:moveTo>
                    <a:cubicBezTo>
                      <a:pt x="262" y="120"/>
                      <a:pt x="262" y="120"/>
                      <a:pt x="262" y="120"/>
                    </a:cubicBezTo>
                    <a:cubicBezTo>
                      <a:pt x="262" y="147"/>
                      <a:pt x="262" y="147"/>
                      <a:pt x="262" y="147"/>
                    </a:cubicBezTo>
                    <a:cubicBezTo>
                      <a:pt x="242" y="166"/>
                      <a:pt x="242" y="166"/>
                      <a:pt x="242" y="166"/>
                    </a:cubicBezTo>
                    <a:lnTo>
                      <a:pt x="242" y="139"/>
                    </a:lnTo>
                    <a:close/>
                    <a:moveTo>
                      <a:pt x="262" y="117"/>
                    </a:moveTo>
                    <a:cubicBezTo>
                      <a:pt x="242" y="135"/>
                      <a:pt x="242" y="135"/>
                      <a:pt x="242" y="135"/>
                    </a:cubicBezTo>
                    <a:cubicBezTo>
                      <a:pt x="242" y="108"/>
                      <a:pt x="242" y="108"/>
                      <a:pt x="242" y="108"/>
                    </a:cubicBezTo>
                    <a:cubicBezTo>
                      <a:pt x="262" y="89"/>
                      <a:pt x="262" y="89"/>
                      <a:pt x="262" y="89"/>
                    </a:cubicBezTo>
                    <a:lnTo>
                      <a:pt x="262" y="117"/>
                    </a:lnTo>
                    <a:close/>
                    <a:moveTo>
                      <a:pt x="239" y="107"/>
                    </a:moveTo>
                    <a:cubicBezTo>
                      <a:pt x="220" y="125"/>
                      <a:pt x="220" y="125"/>
                      <a:pt x="220" y="125"/>
                    </a:cubicBezTo>
                    <a:cubicBezTo>
                      <a:pt x="220" y="95"/>
                      <a:pt x="220" y="95"/>
                      <a:pt x="220" y="95"/>
                    </a:cubicBezTo>
                    <a:cubicBezTo>
                      <a:pt x="239" y="76"/>
                      <a:pt x="239" y="76"/>
                      <a:pt x="239" y="76"/>
                    </a:cubicBezTo>
                    <a:lnTo>
                      <a:pt x="239" y="107"/>
                    </a:lnTo>
                    <a:close/>
                    <a:moveTo>
                      <a:pt x="217" y="93"/>
                    </a:moveTo>
                    <a:cubicBezTo>
                      <a:pt x="197" y="112"/>
                      <a:pt x="197" y="112"/>
                      <a:pt x="197" y="112"/>
                    </a:cubicBezTo>
                    <a:cubicBezTo>
                      <a:pt x="197" y="85"/>
                      <a:pt x="197" y="85"/>
                      <a:pt x="197" y="85"/>
                    </a:cubicBezTo>
                    <a:cubicBezTo>
                      <a:pt x="217" y="66"/>
                      <a:pt x="217" y="66"/>
                      <a:pt x="217" y="66"/>
                    </a:cubicBezTo>
                    <a:lnTo>
                      <a:pt x="217" y="93"/>
                    </a:lnTo>
                    <a:close/>
                    <a:moveTo>
                      <a:pt x="195" y="84"/>
                    </a:moveTo>
                    <a:cubicBezTo>
                      <a:pt x="172" y="105"/>
                      <a:pt x="172" y="105"/>
                      <a:pt x="172" y="105"/>
                    </a:cubicBezTo>
                    <a:cubicBezTo>
                      <a:pt x="172" y="78"/>
                      <a:pt x="172" y="78"/>
                      <a:pt x="172" y="78"/>
                    </a:cubicBezTo>
                    <a:cubicBezTo>
                      <a:pt x="195" y="57"/>
                      <a:pt x="195" y="57"/>
                      <a:pt x="195" y="57"/>
                    </a:cubicBezTo>
                    <a:lnTo>
                      <a:pt x="195" y="84"/>
                    </a:lnTo>
                    <a:close/>
                    <a:moveTo>
                      <a:pt x="170" y="107"/>
                    </a:moveTo>
                    <a:cubicBezTo>
                      <a:pt x="150" y="126"/>
                      <a:pt x="150" y="126"/>
                      <a:pt x="150" y="126"/>
                    </a:cubicBezTo>
                    <a:cubicBezTo>
                      <a:pt x="150" y="99"/>
                      <a:pt x="150" y="99"/>
                      <a:pt x="150" y="99"/>
                    </a:cubicBezTo>
                    <a:cubicBezTo>
                      <a:pt x="170" y="80"/>
                      <a:pt x="170" y="80"/>
                      <a:pt x="170" y="80"/>
                    </a:cubicBezTo>
                    <a:lnTo>
                      <a:pt x="170" y="107"/>
                    </a:lnTo>
                    <a:close/>
                    <a:moveTo>
                      <a:pt x="147" y="98"/>
                    </a:moveTo>
                    <a:cubicBezTo>
                      <a:pt x="128" y="116"/>
                      <a:pt x="128" y="116"/>
                      <a:pt x="128" y="116"/>
                    </a:cubicBezTo>
                    <a:cubicBezTo>
                      <a:pt x="128" y="89"/>
                      <a:pt x="128" y="89"/>
                      <a:pt x="128" y="89"/>
                    </a:cubicBezTo>
                    <a:cubicBezTo>
                      <a:pt x="147" y="71"/>
                      <a:pt x="147" y="71"/>
                      <a:pt x="147" y="71"/>
                    </a:cubicBezTo>
                    <a:lnTo>
                      <a:pt x="147" y="98"/>
                    </a:lnTo>
                    <a:close/>
                    <a:moveTo>
                      <a:pt x="125" y="88"/>
                    </a:moveTo>
                    <a:cubicBezTo>
                      <a:pt x="105" y="107"/>
                      <a:pt x="105" y="107"/>
                      <a:pt x="105" y="107"/>
                    </a:cubicBezTo>
                    <a:cubicBezTo>
                      <a:pt x="105" y="74"/>
                      <a:pt x="105" y="74"/>
                      <a:pt x="105" y="74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25" y="88"/>
                    </a:lnTo>
                    <a:close/>
                    <a:moveTo>
                      <a:pt x="105" y="110"/>
                    </a:moveTo>
                    <a:cubicBezTo>
                      <a:pt x="125" y="92"/>
                      <a:pt x="125" y="92"/>
                      <a:pt x="125" y="92"/>
                    </a:cubicBezTo>
                    <a:cubicBezTo>
                      <a:pt x="125" y="119"/>
                      <a:pt x="125" y="119"/>
                      <a:pt x="125" y="119"/>
                    </a:cubicBezTo>
                    <a:cubicBezTo>
                      <a:pt x="105" y="137"/>
                      <a:pt x="105" y="137"/>
                      <a:pt x="105" y="137"/>
                    </a:cubicBezTo>
                    <a:lnTo>
                      <a:pt x="105" y="110"/>
                    </a:lnTo>
                    <a:close/>
                    <a:moveTo>
                      <a:pt x="128" y="120"/>
                    </a:moveTo>
                    <a:cubicBezTo>
                      <a:pt x="147" y="101"/>
                      <a:pt x="147" y="101"/>
                      <a:pt x="147" y="101"/>
                    </a:cubicBezTo>
                    <a:cubicBezTo>
                      <a:pt x="147" y="128"/>
                      <a:pt x="147" y="128"/>
                      <a:pt x="147" y="128"/>
                    </a:cubicBezTo>
                    <a:cubicBezTo>
                      <a:pt x="128" y="147"/>
                      <a:pt x="128" y="147"/>
                      <a:pt x="128" y="147"/>
                    </a:cubicBezTo>
                    <a:lnTo>
                      <a:pt x="128" y="120"/>
                    </a:lnTo>
                    <a:close/>
                    <a:moveTo>
                      <a:pt x="150" y="129"/>
                    </a:moveTo>
                    <a:cubicBezTo>
                      <a:pt x="170" y="111"/>
                      <a:pt x="170" y="111"/>
                      <a:pt x="170" y="111"/>
                    </a:cubicBezTo>
                    <a:cubicBezTo>
                      <a:pt x="170" y="138"/>
                      <a:pt x="170" y="138"/>
                      <a:pt x="170" y="138"/>
                    </a:cubicBezTo>
                    <a:cubicBezTo>
                      <a:pt x="150" y="157"/>
                      <a:pt x="150" y="157"/>
                      <a:pt x="150" y="157"/>
                    </a:cubicBezTo>
                    <a:lnTo>
                      <a:pt x="150" y="129"/>
                    </a:lnTo>
                    <a:close/>
                    <a:moveTo>
                      <a:pt x="172" y="174"/>
                    </a:moveTo>
                    <a:cubicBezTo>
                      <a:pt x="195" y="152"/>
                      <a:pt x="195" y="152"/>
                      <a:pt x="195" y="152"/>
                    </a:cubicBezTo>
                    <a:cubicBezTo>
                      <a:pt x="195" y="179"/>
                      <a:pt x="195" y="179"/>
                      <a:pt x="195" y="179"/>
                    </a:cubicBezTo>
                    <a:cubicBezTo>
                      <a:pt x="172" y="201"/>
                      <a:pt x="172" y="201"/>
                      <a:pt x="172" y="201"/>
                    </a:cubicBezTo>
                    <a:lnTo>
                      <a:pt x="172" y="174"/>
                    </a:lnTo>
                    <a:close/>
                    <a:moveTo>
                      <a:pt x="197" y="181"/>
                    </a:moveTo>
                    <a:cubicBezTo>
                      <a:pt x="217" y="162"/>
                      <a:pt x="217" y="162"/>
                      <a:pt x="217" y="162"/>
                    </a:cubicBezTo>
                    <a:cubicBezTo>
                      <a:pt x="217" y="189"/>
                      <a:pt x="217" y="189"/>
                      <a:pt x="217" y="189"/>
                    </a:cubicBezTo>
                    <a:cubicBezTo>
                      <a:pt x="197" y="208"/>
                      <a:pt x="197" y="208"/>
                      <a:pt x="197" y="208"/>
                    </a:cubicBezTo>
                    <a:lnTo>
                      <a:pt x="197" y="181"/>
                    </a:lnTo>
                    <a:close/>
                    <a:moveTo>
                      <a:pt x="220" y="160"/>
                    </a:moveTo>
                    <a:cubicBezTo>
                      <a:pt x="239" y="141"/>
                      <a:pt x="239" y="141"/>
                      <a:pt x="239" y="141"/>
                    </a:cubicBezTo>
                    <a:cubicBezTo>
                      <a:pt x="239" y="168"/>
                      <a:pt x="239" y="168"/>
                      <a:pt x="239" y="168"/>
                    </a:cubicBezTo>
                    <a:cubicBezTo>
                      <a:pt x="220" y="187"/>
                      <a:pt x="220" y="187"/>
                      <a:pt x="220" y="187"/>
                    </a:cubicBezTo>
                    <a:lnTo>
                      <a:pt x="220" y="160"/>
                    </a:lnTo>
                    <a:close/>
                    <a:moveTo>
                      <a:pt x="242" y="169"/>
                    </a:moveTo>
                    <a:cubicBezTo>
                      <a:pt x="262" y="151"/>
                      <a:pt x="262" y="151"/>
                      <a:pt x="262" y="151"/>
                    </a:cubicBezTo>
                    <a:cubicBezTo>
                      <a:pt x="262" y="178"/>
                      <a:pt x="262" y="178"/>
                      <a:pt x="262" y="178"/>
                    </a:cubicBezTo>
                    <a:cubicBezTo>
                      <a:pt x="242" y="196"/>
                      <a:pt x="242" y="196"/>
                      <a:pt x="242" y="196"/>
                    </a:cubicBezTo>
                    <a:lnTo>
                      <a:pt x="242" y="169"/>
                    </a:lnTo>
                    <a:close/>
                    <a:moveTo>
                      <a:pt x="264" y="148"/>
                    </a:moveTo>
                    <a:cubicBezTo>
                      <a:pt x="284" y="129"/>
                      <a:pt x="284" y="129"/>
                      <a:pt x="284" y="129"/>
                    </a:cubicBezTo>
                    <a:cubicBezTo>
                      <a:pt x="284" y="156"/>
                      <a:pt x="284" y="156"/>
                      <a:pt x="284" y="156"/>
                    </a:cubicBezTo>
                    <a:cubicBezTo>
                      <a:pt x="264" y="175"/>
                      <a:pt x="264" y="175"/>
                      <a:pt x="264" y="175"/>
                    </a:cubicBezTo>
                    <a:lnTo>
                      <a:pt x="264" y="148"/>
                    </a:lnTo>
                    <a:close/>
                    <a:moveTo>
                      <a:pt x="287" y="158"/>
                    </a:moveTo>
                    <a:cubicBezTo>
                      <a:pt x="306" y="139"/>
                      <a:pt x="306" y="139"/>
                      <a:pt x="306" y="139"/>
                    </a:cubicBezTo>
                    <a:cubicBezTo>
                      <a:pt x="306" y="167"/>
                      <a:pt x="306" y="167"/>
                      <a:pt x="306" y="167"/>
                    </a:cubicBezTo>
                    <a:cubicBezTo>
                      <a:pt x="287" y="185"/>
                      <a:pt x="287" y="185"/>
                      <a:pt x="287" y="185"/>
                    </a:cubicBezTo>
                    <a:lnTo>
                      <a:pt x="287" y="158"/>
                    </a:lnTo>
                    <a:close/>
                    <a:moveTo>
                      <a:pt x="306" y="136"/>
                    </a:moveTo>
                    <a:cubicBezTo>
                      <a:pt x="287" y="154"/>
                      <a:pt x="287" y="154"/>
                      <a:pt x="287" y="154"/>
                    </a:cubicBezTo>
                    <a:cubicBezTo>
                      <a:pt x="287" y="127"/>
                      <a:pt x="287" y="127"/>
                      <a:pt x="287" y="127"/>
                    </a:cubicBezTo>
                    <a:cubicBezTo>
                      <a:pt x="306" y="108"/>
                      <a:pt x="306" y="108"/>
                      <a:pt x="306" y="108"/>
                    </a:cubicBezTo>
                    <a:lnTo>
                      <a:pt x="306" y="136"/>
                    </a:lnTo>
                    <a:close/>
                    <a:moveTo>
                      <a:pt x="306" y="78"/>
                    </a:moveTo>
                    <a:cubicBezTo>
                      <a:pt x="306" y="105"/>
                      <a:pt x="306" y="105"/>
                      <a:pt x="306" y="105"/>
                    </a:cubicBezTo>
                    <a:cubicBezTo>
                      <a:pt x="287" y="124"/>
                      <a:pt x="287" y="124"/>
                      <a:pt x="287" y="124"/>
                    </a:cubicBezTo>
                    <a:cubicBezTo>
                      <a:pt x="287" y="96"/>
                      <a:pt x="287" y="96"/>
                      <a:pt x="287" y="96"/>
                    </a:cubicBezTo>
                    <a:lnTo>
                      <a:pt x="306" y="78"/>
                    </a:lnTo>
                    <a:close/>
                    <a:moveTo>
                      <a:pt x="284" y="68"/>
                    </a:moveTo>
                    <a:cubicBezTo>
                      <a:pt x="284" y="95"/>
                      <a:pt x="284" y="95"/>
                      <a:pt x="284" y="95"/>
                    </a:cubicBezTo>
                    <a:cubicBezTo>
                      <a:pt x="264" y="114"/>
                      <a:pt x="264" y="114"/>
                      <a:pt x="264" y="114"/>
                    </a:cubicBezTo>
                    <a:cubicBezTo>
                      <a:pt x="264" y="87"/>
                      <a:pt x="264" y="87"/>
                      <a:pt x="264" y="87"/>
                    </a:cubicBezTo>
                    <a:lnTo>
                      <a:pt x="284" y="68"/>
                    </a:lnTo>
                    <a:close/>
                    <a:moveTo>
                      <a:pt x="262" y="55"/>
                    </a:moveTo>
                    <a:cubicBezTo>
                      <a:pt x="262" y="86"/>
                      <a:pt x="262" y="86"/>
                      <a:pt x="262" y="86"/>
                    </a:cubicBezTo>
                    <a:cubicBezTo>
                      <a:pt x="242" y="105"/>
                      <a:pt x="242" y="105"/>
                      <a:pt x="242" y="105"/>
                    </a:cubicBezTo>
                    <a:cubicBezTo>
                      <a:pt x="242" y="74"/>
                      <a:pt x="242" y="74"/>
                      <a:pt x="242" y="74"/>
                    </a:cubicBezTo>
                    <a:lnTo>
                      <a:pt x="262" y="55"/>
                    </a:lnTo>
                    <a:close/>
                    <a:moveTo>
                      <a:pt x="239" y="45"/>
                    </a:moveTo>
                    <a:cubicBezTo>
                      <a:pt x="239" y="72"/>
                      <a:pt x="239" y="72"/>
                      <a:pt x="239" y="72"/>
                    </a:cubicBezTo>
                    <a:cubicBezTo>
                      <a:pt x="220" y="91"/>
                      <a:pt x="220" y="91"/>
                      <a:pt x="220" y="91"/>
                    </a:cubicBezTo>
                    <a:cubicBezTo>
                      <a:pt x="220" y="64"/>
                      <a:pt x="220" y="64"/>
                      <a:pt x="220" y="64"/>
                    </a:cubicBezTo>
                    <a:lnTo>
                      <a:pt x="239" y="45"/>
                    </a:lnTo>
                    <a:close/>
                    <a:moveTo>
                      <a:pt x="217" y="36"/>
                    </a:moveTo>
                    <a:cubicBezTo>
                      <a:pt x="217" y="63"/>
                      <a:pt x="217" y="63"/>
                      <a:pt x="217" y="63"/>
                    </a:cubicBezTo>
                    <a:cubicBezTo>
                      <a:pt x="197" y="81"/>
                      <a:pt x="197" y="81"/>
                      <a:pt x="197" y="81"/>
                    </a:cubicBezTo>
                    <a:cubicBezTo>
                      <a:pt x="197" y="54"/>
                      <a:pt x="197" y="54"/>
                      <a:pt x="197" y="54"/>
                    </a:cubicBezTo>
                    <a:lnTo>
                      <a:pt x="217" y="36"/>
                    </a:lnTo>
                    <a:close/>
                    <a:moveTo>
                      <a:pt x="195" y="26"/>
                    </a:moveTo>
                    <a:cubicBezTo>
                      <a:pt x="195" y="53"/>
                      <a:pt x="195" y="53"/>
                      <a:pt x="195" y="53"/>
                    </a:cubicBezTo>
                    <a:cubicBezTo>
                      <a:pt x="172" y="74"/>
                      <a:pt x="172" y="74"/>
                      <a:pt x="172" y="74"/>
                    </a:cubicBezTo>
                    <a:cubicBezTo>
                      <a:pt x="172" y="47"/>
                      <a:pt x="172" y="47"/>
                      <a:pt x="172" y="47"/>
                    </a:cubicBezTo>
                    <a:lnTo>
                      <a:pt x="195" y="26"/>
                    </a:lnTo>
                    <a:close/>
                    <a:moveTo>
                      <a:pt x="170" y="50"/>
                    </a:moveTo>
                    <a:cubicBezTo>
                      <a:pt x="170" y="77"/>
                      <a:pt x="170" y="77"/>
                      <a:pt x="170" y="77"/>
                    </a:cubicBezTo>
                    <a:cubicBezTo>
                      <a:pt x="150" y="95"/>
                      <a:pt x="150" y="95"/>
                      <a:pt x="150" y="95"/>
                    </a:cubicBezTo>
                    <a:cubicBezTo>
                      <a:pt x="150" y="68"/>
                      <a:pt x="150" y="68"/>
                      <a:pt x="150" y="68"/>
                    </a:cubicBezTo>
                    <a:lnTo>
                      <a:pt x="170" y="50"/>
                    </a:lnTo>
                    <a:close/>
                    <a:moveTo>
                      <a:pt x="147" y="35"/>
                    </a:moveTo>
                    <a:cubicBezTo>
                      <a:pt x="147" y="67"/>
                      <a:pt x="147" y="67"/>
                      <a:pt x="147" y="67"/>
                    </a:cubicBezTo>
                    <a:cubicBezTo>
                      <a:pt x="128" y="86"/>
                      <a:pt x="128" y="86"/>
                      <a:pt x="128" y="86"/>
                    </a:cubicBezTo>
                    <a:cubicBezTo>
                      <a:pt x="128" y="53"/>
                      <a:pt x="128" y="53"/>
                      <a:pt x="128" y="53"/>
                    </a:cubicBezTo>
                    <a:lnTo>
                      <a:pt x="147" y="35"/>
                    </a:lnTo>
                    <a:close/>
                    <a:moveTo>
                      <a:pt x="125" y="25"/>
                    </a:moveTo>
                    <a:cubicBezTo>
                      <a:pt x="125" y="52"/>
                      <a:pt x="125" y="52"/>
                      <a:pt x="125" y="52"/>
                    </a:cubicBezTo>
                    <a:cubicBezTo>
                      <a:pt x="105" y="71"/>
                      <a:pt x="105" y="71"/>
                      <a:pt x="105" y="71"/>
                    </a:cubicBezTo>
                    <a:cubicBezTo>
                      <a:pt x="105" y="44"/>
                      <a:pt x="105" y="44"/>
                      <a:pt x="105" y="44"/>
                    </a:cubicBezTo>
                    <a:lnTo>
                      <a:pt x="125" y="25"/>
                    </a:lnTo>
                    <a:close/>
                    <a:moveTo>
                      <a:pt x="103" y="16"/>
                    </a:moveTo>
                    <a:cubicBezTo>
                      <a:pt x="103" y="43"/>
                      <a:pt x="103" y="43"/>
                      <a:pt x="103" y="43"/>
                    </a:cubicBezTo>
                    <a:cubicBezTo>
                      <a:pt x="79" y="65"/>
                      <a:pt x="79" y="65"/>
                      <a:pt x="79" y="65"/>
                    </a:cubicBezTo>
                    <a:cubicBezTo>
                      <a:pt x="79" y="38"/>
                      <a:pt x="79" y="38"/>
                      <a:pt x="79" y="38"/>
                    </a:cubicBezTo>
                    <a:lnTo>
                      <a:pt x="103" y="16"/>
                    </a:lnTo>
                    <a:close/>
                    <a:moveTo>
                      <a:pt x="77" y="10"/>
                    </a:moveTo>
                    <a:cubicBezTo>
                      <a:pt x="77" y="37"/>
                      <a:pt x="77" y="37"/>
                      <a:pt x="77" y="37"/>
                    </a:cubicBezTo>
                    <a:cubicBezTo>
                      <a:pt x="57" y="55"/>
                      <a:pt x="57" y="55"/>
                      <a:pt x="57" y="55"/>
                    </a:cubicBezTo>
                    <a:cubicBezTo>
                      <a:pt x="57" y="28"/>
                      <a:pt x="57" y="28"/>
                      <a:pt x="57" y="28"/>
                    </a:cubicBezTo>
                    <a:lnTo>
                      <a:pt x="77" y="10"/>
                    </a:lnTo>
                    <a:close/>
                    <a:moveTo>
                      <a:pt x="54" y="31"/>
                    </a:moveTo>
                    <a:cubicBezTo>
                      <a:pt x="54" y="58"/>
                      <a:pt x="54" y="58"/>
                      <a:pt x="54" y="58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5" y="49"/>
                      <a:pt x="35" y="49"/>
                      <a:pt x="35" y="49"/>
                    </a:cubicBezTo>
                    <a:lnTo>
                      <a:pt x="54" y="31"/>
                    </a:lnTo>
                    <a:close/>
                    <a:moveTo>
                      <a:pt x="12" y="97"/>
                    </a:moveTo>
                    <a:cubicBezTo>
                      <a:pt x="12" y="70"/>
                      <a:pt x="12" y="70"/>
                      <a:pt x="12" y="70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79"/>
                      <a:pt x="32" y="79"/>
                      <a:pt x="32" y="79"/>
                    </a:cubicBezTo>
                    <a:lnTo>
                      <a:pt x="12" y="97"/>
                    </a:lnTo>
                    <a:close/>
                    <a:moveTo>
                      <a:pt x="35" y="107"/>
                    </a:moveTo>
                    <a:cubicBezTo>
                      <a:pt x="35" y="80"/>
                      <a:pt x="35" y="80"/>
                      <a:pt x="35" y="80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54" y="88"/>
                      <a:pt x="54" y="88"/>
                      <a:pt x="54" y="88"/>
                    </a:cubicBezTo>
                    <a:lnTo>
                      <a:pt x="35" y="107"/>
                    </a:lnTo>
                    <a:close/>
                    <a:moveTo>
                      <a:pt x="57" y="89"/>
                    </a:moveTo>
                    <a:cubicBezTo>
                      <a:pt x="77" y="71"/>
                      <a:pt x="77" y="71"/>
                      <a:pt x="77" y="71"/>
                    </a:cubicBezTo>
                    <a:cubicBezTo>
                      <a:pt x="77" y="98"/>
                      <a:pt x="77" y="98"/>
                      <a:pt x="77" y="98"/>
                    </a:cubicBezTo>
                    <a:cubicBezTo>
                      <a:pt x="57" y="116"/>
                      <a:pt x="57" y="116"/>
                      <a:pt x="57" y="116"/>
                    </a:cubicBezTo>
                    <a:lnTo>
                      <a:pt x="57" y="89"/>
                    </a:lnTo>
                    <a:close/>
                    <a:moveTo>
                      <a:pt x="57" y="152"/>
                    </a:moveTo>
                    <a:cubicBezTo>
                      <a:pt x="57" y="120"/>
                      <a:pt x="57" y="120"/>
                      <a:pt x="57" y="120"/>
                    </a:cubicBezTo>
                    <a:cubicBezTo>
                      <a:pt x="77" y="101"/>
                      <a:pt x="77" y="101"/>
                      <a:pt x="77" y="101"/>
                    </a:cubicBezTo>
                    <a:cubicBezTo>
                      <a:pt x="77" y="134"/>
                      <a:pt x="77" y="134"/>
                      <a:pt x="77" y="134"/>
                    </a:cubicBezTo>
                    <a:lnTo>
                      <a:pt x="57" y="152"/>
                    </a:lnTo>
                    <a:close/>
                    <a:moveTo>
                      <a:pt x="79" y="162"/>
                    </a:moveTo>
                    <a:cubicBezTo>
                      <a:pt x="79" y="135"/>
                      <a:pt x="79" y="135"/>
                      <a:pt x="79" y="135"/>
                    </a:cubicBezTo>
                    <a:cubicBezTo>
                      <a:pt x="103" y="113"/>
                      <a:pt x="103" y="113"/>
                      <a:pt x="103" y="113"/>
                    </a:cubicBezTo>
                    <a:cubicBezTo>
                      <a:pt x="103" y="140"/>
                      <a:pt x="103" y="140"/>
                      <a:pt x="103" y="140"/>
                    </a:cubicBezTo>
                    <a:lnTo>
                      <a:pt x="79" y="162"/>
                    </a:lnTo>
                    <a:close/>
                    <a:moveTo>
                      <a:pt x="105" y="168"/>
                    </a:moveTo>
                    <a:cubicBezTo>
                      <a:pt x="105" y="141"/>
                      <a:pt x="105" y="141"/>
                      <a:pt x="105" y="141"/>
                    </a:cubicBezTo>
                    <a:cubicBezTo>
                      <a:pt x="125" y="122"/>
                      <a:pt x="125" y="122"/>
                      <a:pt x="125" y="122"/>
                    </a:cubicBezTo>
                    <a:cubicBezTo>
                      <a:pt x="125" y="149"/>
                      <a:pt x="125" y="149"/>
                      <a:pt x="125" y="149"/>
                    </a:cubicBezTo>
                    <a:lnTo>
                      <a:pt x="105" y="168"/>
                    </a:lnTo>
                    <a:close/>
                    <a:moveTo>
                      <a:pt x="128" y="150"/>
                    </a:moveTo>
                    <a:cubicBezTo>
                      <a:pt x="147" y="132"/>
                      <a:pt x="147" y="132"/>
                      <a:pt x="147" y="132"/>
                    </a:cubicBezTo>
                    <a:cubicBezTo>
                      <a:pt x="147" y="159"/>
                      <a:pt x="147" y="159"/>
                      <a:pt x="147" y="159"/>
                    </a:cubicBezTo>
                    <a:cubicBezTo>
                      <a:pt x="128" y="177"/>
                      <a:pt x="128" y="177"/>
                      <a:pt x="128" y="177"/>
                    </a:cubicBezTo>
                    <a:lnTo>
                      <a:pt x="128" y="150"/>
                    </a:lnTo>
                    <a:close/>
                    <a:moveTo>
                      <a:pt x="128" y="212"/>
                    </a:moveTo>
                    <a:cubicBezTo>
                      <a:pt x="128" y="181"/>
                      <a:pt x="128" y="181"/>
                      <a:pt x="128" y="181"/>
                    </a:cubicBezTo>
                    <a:cubicBezTo>
                      <a:pt x="147" y="162"/>
                      <a:pt x="147" y="162"/>
                      <a:pt x="147" y="162"/>
                    </a:cubicBezTo>
                    <a:cubicBezTo>
                      <a:pt x="147" y="193"/>
                      <a:pt x="147" y="193"/>
                      <a:pt x="147" y="193"/>
                    </a:cubicBezTo>
                    <a:lnTo>
                      <a:pt x="128" y="212"/>
                    </a:lnTo>
                    <a:close/>
                    <a:moveTo>
                      <a:pt x="150" y="222"/>
                    </a:moveTo>
                    <a:cubicBezTo>
                      <a:pt x="150" y="194"/>
                      <a:pt x="150" y="194"/>
                      <a:pt x="150" y="194"/>
                    </a:cubicBezTo>
                    <a:cubicBezTo>
                      <a:pt x="170" y="176"/>
                      <a:pt x="170" y="176"/>
                      <a:pt x="170" y="176"/>
                    </a:cubicBezTo>
                    <a:cubicBezTo>
                      <a:pt x="170" y="203"/>
                      <a:pt x="170" y="203"/>
                      <a:pt x="170" y="203"/>
                    </a:cubicBezTo>
                    <a:lnTo>
                      <a:pt x="150" y="222"/>
                    </a:lnTo>
                    <a:close/>
                    <a:moveTo>
                      <a:pt x="172" y="231"/>
                    </a:moveTo>
                    <a:cubicBezTo>
                      <a:pt x="172" y="204"/>
                      <a:pt x="172" y="204"/>
                      <a:pt x="172" y="204"/>
                    </a:cubicBezTo>
                    <a:cubicBezTo>
                      <a:pt x="195" y="183"/>
                      <a:pt x="195" y="183"/>
                      <a:pt x="195" y="183"/>
                    </a:cubicBezTo>
                    <a:cubicBezTo>
                      <a:pt x="195" y="210"/>
                      <a:pt x="195" y="210"/>
                      <a:pt x="195" y="210"/>
                    </a:cubicBezTo>
                    <a:lnTo>
                      <a:pt x="172" y="231"/>
                    </a:lnTo>
                    <a:close/>
                    <a:moveTo>
                      <a:pt x="197" y="238"/>
                    </a:moveTo>
                    <a:cubicBezTo>
                      <a:pt x="197" y="211"/>
                      <a:pt x="197" y="211"/>
                      <a:pt x="197" y="211"/>
                    </a:cubicBezTo>
                    <a:cubicBezTo>
                      <a:pt x="217" y="193"/>
                      <a:pt x="217" y="193"/>
                      <a:pt x="217" y="193"/>
                    </a:cubicBezTo>
                    <a:cubicBezTo>
                      <a:pt x="217" y="220"/>
                      <a:pt x="217" y="220"/>
                      <a:pt x="217" y="220"/>
                    </a:cubicBezTo>
                    <a:lnTo>
                      <a:pt x="197" y="238"/>
                    </a:lnTo>
                    <a:close/>
                    <a:moveTo>
                      <a:pt x="220" y="217"/>
                    </a:moveTo>
                    <a:cubicBezTo>
                      <a:pt x="220" y="190"/>
                      <a:pt x="220" y="190"/>
                      <a:pt x="220" y="190"/>
                    </a:cubicBezTo>
                    <a:cubicBezTo>
                      <a:pt x="239" y="172"/>
                      <a:pt x="239" y="172"/>
                      <a:pt x="239" y="172"/>
                    </a:cubicBezTo>
                    <a:cubicBezTo>
                      <a:pt x="239" y="199"/>
                      <a:pt x="239" y="199"/>
                      <a:pt x="239" y="199"/>
                    </a:cubicBezTo>
                    <a:lnTo>
                      <a:pt x="220" y="217"/>
                    </a:lnTo>
                    <a:close/>
                    <a:moveTo>
                      <a:pt x="242" y="227"/>
                    </a:moveTo>
                    <a:cubicBezTo>
                      <a:pt x="242" y="200"/>
                      <a:pt x="242" y="200"/>
                      <a:pt x="242" y="200"/>
                    </a:cubicBezTo>
                    <a:cubicBezTo>
                      <a:pt x="262" y="181"/>
                      <a:pt x="262" y="181"/>
                      <a:pt x="262" y="181"/>
                    </a:cubicBezTo>
                    <a:cubicBezTo>
                      <a:pt x="262" y="209"/>
                      <a:pt x="262" y="209"/>
                      <a:pt x="262" y="209"/>
                    </a:cubicBezTo>
                    <a:lnTo>
                      <a:pt x="242" y="227"/>
                    </a:lnTo>
                    <a:close/>
                    <a:moveTo>
                      <a:pt x="264" y="206"/>
                    </a:moveTo>
                    <a:cubicBezTo>
                      <a:pt x="264" y="179"/>
                      <a:pt x="264" y="179"/>
                      <a:pt x="264" y="179"/>
                    </a:cubicBezTo>
                    <a:cubicBezTo>
                      <a:pt x="284" y="160"/>
                      <a:pt x="284" y="160"/>
                      <a:pt x="284" y="160"/>
                    </a:cubicBezTo>
                    <a:cubicBezTo>
                      <a:pt x="284" y="187"/>
                      <a:pt x="284" y="187"/>
                      <a:pt x="284" y="187"/>
                    </a:cubicBezTo>
                    <a:lnTo>
                      <a:pt x="264" y="206"/>
                    </a:lnTo>
                    <a:close/>
                    <a:moveTo>
                      <a:pt x="287" y="216"/>
                    </a:moveTo>
                    <a:cubicBezTo>
                      <a:pt x="287" y="189"/>
                      <a:pt x="287" y="189"/>
                      <a:pt x="287" y="189"/>
                    </a:cubicBezTo>
                    <a:cubicBezTo>
                      <a:pt x="306" y="170"/>
                      <a:pt x="306" y="170"/>
                      <a:pt x="306" y="170"/>
                    </a:cubicBezTo>
                    <a:cubicBezTo>
                      <a:pt x="306" y="197"/>
                      <a:pt x="306" y="197"/>
                      <a:pt x="306" y="197"/>
                    </a:cubicBezTo>
                    <a:lnTo>
                      <a:pt x="287" y="216"/>
                    </a:lnTo>
                    <a:close/>
                    <a:moveTo>
                      <a:pt x="309" y="195"/>
                    </a:moveTo>
                    <a:cubicBezTo>
                      <a:pt x="309" y="168"/>
                      <a:pt x="309" y="168"/>
                      <a:pt x="309" y="168"/>
                    </a:cubicBezTo>
                    <a:cubicBezTo>
                      <a:pt x="329" y="149"/>
                      <a:pt x="329" y="149"/>
                      <a:pt x="329" y="149"/>
                    </a:cubicBezTo>
                    <a:cubicBezTo>
                      <a:pt x="329" y="176"/>
                      <a:pt x="329" y="176"/>
                      <a:pt x="329" y="176"/>
                    </a:cubicBezTo>
                    <a:lnTo>
                      <a:pt x="309" y="195"/>
                    </a:lnTo>
                    <a:close/>
                  </a:path>
                </a:pathLst>
              </a:custGeom>
              <a:solidFill>
                <a:srgbClr val="FCA52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9" name="Freeform 21">
                <a:extLst>
                  <a:ext uri="{FF2B5EF4-FFF2-40B4-BE49-F238E27FC236}">
                    <a16:creationId xmlns:a16="http://schemas.microsoft.com/office/drawing/2014/main" id="{7B61BA7C-AC37-F350-10CA-1E4D6B53F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2423" y="5583688"/>
                <a:ext cx="327025" cy="66675"/>
              </a:xfrm>
              <a:custGeom>
                <a:avLst/>
                <a:gdLst>
                  <a:gd name="T0" fmla="*/ 31 w 510"/>
                  <a:gd name="T1" fmla="*/ 23 h 105"/>
                  <a:gd name="T2" fmla="*/ 0 w 510"/>
                  <a:gd name="T3" fmla="*/ 64 h 105"/>
                  <a:gd name="T4" fmla="*/ 362 w 510"/>
                  <a:gd name="T5" fmla="*/ 98 h 105"/>
                  <a:gd name="T6" fmla="*/ 510 w 510"/>
                  <a:gd name="T7" fmla="*/ 74 h 105"/>
                  <a:gd name="T8" fmla="*/ 462 w 510"/>
                  <a:gd name="T9" fmla="*/ 23 h 105"/>
                  <a:gd name="T10" fmla="*/ 379 w 510"/>
                  <a:gd name="T11" fmla="*/ 23 h 105"/>
                  <a:gd name="T12" fmla="*/ 217 w 510"/>
                  <a:gd name="T13" fmla="*/ 4 h 105"/>
                  <a:gd name="T14" fmla="*/ 116 w 510"/>
                  <a:gd name="T15" fmla="*/ 20 h 105"/>
                  <a:gd name="T16" fmla="*/ 31 w 510"/>
                  <a:gd name="T17" fmla="*/ 2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0" h="105">
                    <a:moveTo>
                      <a:pt x="31" y="23"/>
                    </a:moveTo>
                    <a:cubicBezTo>
                      <a:pt x="21" y="31"/>
                      <a:pt x="0" y="64"/>
                      <a:pt x="0" y="64"/>
                    </a:cubicBezTo>
                    <a:cubicBezTo>
                      <a:pt x="0" y="64"/>
                      <a:pt x="244" y="105"/>
                      <a:pt x="362" y="98"/>
                    </a:cubicBezTo>
                    <a:cubicBezTo>
                      <a:pt x="480" y="91"/>
                      <a:pt x="510" y="74"/>
                      <a:pt x="510" y="74"/>
                    </a:cubicBezTo>
                    <a:cubicBezTo>
                      <a:pt x="510" y="74"/>
                      <a:pt x="487" y="40"/>
                      <a:pt x="462" y="23"/>
                    </a:cubicBezTo>
                    <a:cubicBezTo>
                      <a:pt x="462" y="23"/>
                      <a:pt x="429" y="2"/>
                      <a:pt x="379" y="23"/>
                    </a:cubicBezTo>
                    <a:cubicBezTo>
                      <a:pt x="335" y="42"/>
                      <a:pt x="288" y="0"/>
                      <a:pt x="217" y="4"/>
                    </a:cubicBezTo>
                    <a:cubicBezTo>
                      <a:pt x="179" y="6"/>
                      <a:pt x="152" y="30"/>
                      <a:pt x="116" y="20"/>
                    </a:cubicBezTo>
                    <a:cubicBezTo>
                      <a:pt x="71" y="8"/>
                      <a:pt x="47" y="11"/>
                      <a:pt x="31" y="23"/>
                    </a:cubicBezTo>
                    <a:close/>
                  </a:path>
                </a:pathLst>
              </a:custGeom>
              <a:solidFill>
                <a:srgbClr val="FBBE2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0" name="Oval 22">
                <a:extLst>
                  <a:ext uri="{FF2B5EF4-FFF2-40B4-BE49-F238E27FC236}">
                    <a16:creationId xmlns:a16="http://schemas.microsoft.com/office/drawing/2014/main" id="{10AB947E-9CFC-95F4-BA31-F2071DFB1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0523" y="5602738"/>
                <a:ext cx="246063" cy="193675"/>
              </a:xfrm>
              <a:prstGeom prst="ellipse">
                <a:avLst/>
              </a:prstGeom>
              <a:solidFill>
                <a:srgbClr val="FFE39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1" name="Freeform 23">
                <a:extLst>
                  <a:ext uri="{FF2B5EF4-FFF2-40B4-BE49-F238E27FC236}">
                    <a16:creationId xmlns:a16="http://schemas.microsoft.com/office/drawing/2014/main" id="{8EEBF716-ED95-C31E-2086-86208A8328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74811" y="5613850"/>
                <a:ext cx="217488" cy="171450"/>
              </a:xfrm>
              <a:custGeom>
                <a:avLst/>
                <a:gdLst>
                  <a:gd name="T0" fmla="*/ 169 w 339"/>
                  <a:gd name="T1" fmla="*/ 270 h 270"/>
                  <a:gd name="T2" fmla="*/ 49 w 339"/>
                  <a:gd name="T3" fmla="*/ 230 h 270"/>
                  <a:gd name="T4" fmla="*/ 0 w 339"/>
                  <a:gd name="T5" fmla="*/ 135 h 270"/>
                  <a:gd name="T6" fmla="*/ 49 w 339"/>
                  <a:gd name="T7" fmla="*/ 40 h 270"/>
                  <a:gd name="T8" fmla="*/ 169 w 339"/>
                  <a:gd name="T9" fmla="*/ 0 h 270"/>
                  <a:gd name="T10" fmla="*/ 289 w 339"/>
                  <a:gd name="T11" fmla="*/ 40 h 270"/>
                  <a:gd name="T12" fmla="*/ 339 w 339"/>
                  <a:gd name="T13" fmla="*/ 135 h 270"/>
                  <a:gd name="T14" fmla="*/ 289 w 339"/>
                  <a:gd name="T15" fmla="*/ 230 h 270"/>
                  <a:gd name="T16" fmla="*/ 169 w 339"/>
                  <a:gd name="T17" fmla="*/ 270 h 270"/>
                  <a:gd name="T18" fmla="*/ 169 w 339"/>
                  <a:gd name="T19" fmla="*/ 4 h 270"/>
                  <a:gd name="T20" fmla="*/ 3 w 339"/>
                  <a:gd name="T21" fmla="*/ 135 h 270"/>
                  <a:gd name="T22" fmla="*/ 169 w 339"/>
                  <a:gd name="T23" fmla="*/ 266 h 270"/>
                  <a:gd name="T24" fmla="*/ 335 w 339"/>
                  <a:gd name="T25" fmla="*/ 135 h 270"/>
                  <a:gd name="T26" fmla="*/ 169 w 339"/>
                  <a:gd name="T27" fmla="*/ 4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9" h="270">
                    <a:moveTo>
                      <a:pt x="169" y="270"/>
                    </a:moveTo>
                    <a:cubicBezTo>
                      <a:pt x="124" y="270"/>
                      <a:pt x="81" y="256"/>
                      <a:pt x="49" y="230"/>
                    </a:cubicBezTo>
                    <a:cubicBezTo>
                      <a:pt x="17" y="205"/>
                      <a:pt x="0" y="171"/>
                      <a:pt x="0" y="135"/>
                    </a:cubicBezTo>
                    <a:cubicBezTo>
                      <a:pt x="0" y="99"/>
                      <a:pt x="17" y="65"/>
                      <a:pt x="49" y="40"/>
                    </a:cubicBezTo>
                    <a:cubicBezTo>
                      <a:pt x="81" y="14"/>
                      <a:pt x="124" y="0"/>
                      <a:pt x="169" y="0"/>
                    </a:cubicBezTo>
                    <a:cubicBezTo>
                      <a:pt x="214" y="0"/>
                      <a:pt x="257" y="14"/>
                      <a:pt x="289" y="40"/>
                    </a:cubicBezTo>
                    <a:cubicBezTo>
                      <a:pt x="321" y="65"/>
                      <a:pt x="339" y="99"/>
                      <a:pt x="339" y="135"/>
                    </a:cubicBezTo>
                    <a:cubicBezTo>
                      <a:pt x="339" y="171"/>
                      <a:pt x="321" y="205"/>
                      <a:pt x="289" y="230"/>
                    </a:cubicBezTo>
                    <a:cubicBezTo>
                      <a:pt x="257" y="256"/>
                      <a:pt x="214" y="270"/>
                      <a:pt x="169" y="270"/>
                    </a:cubicBezTo>
                    <a:close/>
                    <a:moveTo>
                      <a:pt x="169" y="4"/>
                    </a:moveTo>
                    <a:cubicBezTo>
                      <a:pt x="77" y="4"/>
                      <a:pt x="3" y="63"/>
                      <a:pt x="3" y="135"/>
                    </a:cubicBezTo>
                    <a:cubicBezTo>
                      <a:pt x="3" y="207"/>
                      <a:pt x="77" y="266"/>
                      <a:pt x="169" y="266"/>
                    </a:cubicBezTo>
                    <a:cubicBezTo>
                      <a:pt x="261" y="266"/>
                      <a:pt x="335" y="207"/>
                      <a:pt x="335" y="135"/>
                    </a:cubicBezTo>
                    <a:cubicBezTo>
                      <a:pt x="335" y="63"/>
                      <a:pt x="261" y="4"/>
                      <a:pt x="169" y="4"/>
                    </a:cubicBezTo>
                    <a:close/>
                  </a:path>
                </a:pathLst>
              </a:custGeom>
              <a:solidFill>
                <a:srgbClr val="FF912B"/>
              </a:solidFill>
              <a:ln w="3175">
                <a:solidFill>
                  <a:srgbClr val="E38803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92" name="Group 591">
                <a:extLst>
                  <a:ext uri="{FF2B5EF4-FFF2-40B4-BE49-F238E27FC236}">
                    <a16:creationId xmlns:a16="http://schemas.microsoft.com/office/drawing/2014/main" id="{350B41E6-2355-B57B-6FEB-9C5845202B11}"/>
                  </a:ext>
                </a:extLst>
              </p:cNvPr>
              <p:cNvGrpSpPr/>
              <p:nvPr/>
            </p:nvGrpSpPr>
            <p:grpSpPr>
              <a:xfrm flipH="1">
                <a:off x="6571830" y="5552731"/>
                <a:ext cx="88901" cy="68262"/>
                <a:chOff x="6712923" y="5542413"/>
                <a:chExt cx="88901" cy="68262"/>
              </a:xfrm>
            </p:grpSpPr>
            <p:sp>
              <p:nvSpPr>
                <p:cNvPr id="593" name="Freeform 24">
                  <a:extLst>
                    <a:ext uri="{FF2B5EF4-FFF2-40B4-BE49-F238E27FC236}">
                      <a16:creationId xmlns:a16="http://schemas.microsoft.com/office/drawing/2014/main" id="{EA9CD0EA-A201-8EC6-11FC-485E2FF5BF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43086" y="5542413"/>
                  <a:ext cx="58738" cy="68262"/>
                </a:xfrm>
                <a:custGeom>
                  <a:avLst/>
                  <a:gdLst>
                    <a:gd name="T0" fmla="*/ 76 w 92"/>
                    <a:gd name="T1" fmla="*/ 31 h 105"/>
                    <a:gd name="T2" fmla="*/ 75 w 92"/>
                    <a:gd name="T3" fmla="*/ 93 h 105"/>
                    <a:gd name="T4" fmla="*/ 16 w 92"/>
                    <a:gd name="T5" fmla="*/ 74 h 105"/>
                    <a:gd name="T6" fmla="*/ 17 w 92"/>
                    <a:gd name="T7" fmla="*/ 12 h 105"/>
                    <a:gd name="T8" fmla="*/ 76 w 92"/>
                    <a:gd name="T9" fmla="*/ 31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105">
                      <a:moveTo>
                        <a:pt x="76" y="31"/>
                      </a:moveTo>
                      <a:cubicBezTo>
                        <a:pt x="92" y="54"/>
                        <a:pt x="92" y="82"/>
                        <a:pt x="75" y="93"/>
                      </a:cubicBezTo>
                      <a:cubicBezTo>
                        <a:pt x="58" y="105"/>
                        <a:pt x="32" y="97"/>
                        <a:pt x="16" y="74"/>
                      </a:cubicBezTo>
                      <a:cubicBezTo>
                        <a:pt x="0" y="52"/>
                        <a:pt x="0" y="24"/>
                        <a:pt x="17" y="12"/>
                      </a:cubicBezTo>
                      <a:cubicBezTo>
                        <a:pt x="33" y="0"/>
                        <a:pt x="60" y="9"/>
                        <a:pt x="76" y="31"/>
                      </a:cubicBezTo>
                      <a:close/>
                    </a:path>
                  </a:pathLst>
                </a:custGeom>
                <a:solidFill>
                  <a:srgbClr val="FFF3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4" name="Freeform 25">
                  <a:extLst>
                    <a:ext uri="{FF2B5EF4-FFF2-40B4-BE49-F238E27FC236}">
                      <a16:creationId xmlns:a16="http://schemas.microsoft.com/office/drawing/2014/main" id="{B4011670-D908-376D-DE33-805F1A561A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12923" y="5544000"/>
                  <a:ext cx="25400" cy="30162"/>
                </a:xfrm>
                <a:custGeom>
                  <a:avLst/>
                  <a:gdLst>
                    <a:gd name="T0" fmla="*/ 34 w 38"/>
                    <a:gd name="T1" fmla="*/ 19 h 47"/>
                    <a:gd name="T2" fmla="*/ 25 w 38"/>
                    <a:gd name="T3" fmla="*/ 44 h 47"/>
                    <a:gd name="T4" fmla="*/ 3 w 38"/>
                    <a:gd name="T5" fmla="*/ 28 h 47"/>
                    <a:gd name="T6" fmla="*/ 12 w 38"/>
                    <a:gd name="T7" fmla="*/ 2 h 47"/>
                    <a:gd name="T8" fmla="*/ 34 w 38"/>
                    <a:gd name="T9" fmla="*/ 19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47">
                      <a:moveTo>
                        <a:pt x="34" y="19"/>
                      </a:moveTo>
                      <a:cubicBezTo>
                        <a:pt x="38" y="30"/>
                        <a:pt x="34" y="42"/>
                        <a:pt x="25" y="44"/>
                      </a:cubicBezTo>
                      <a:cubicBezTo>
                        <a:pt x="16" y="47"/>
                        <a:pt x="6" y="40"/>
                        <a:pt x="3" y="28"/>
                      </a:cubicBezTo>
                      <a:cubicBezTo>
                        <a:pt x="0" y="16"/>
                        <a:pt x="4" y="5"/>
                        <a:pt x="12" y="2"/>
                      </a:cubicBezTo>
                      <a:cubicBezTo>
                        <a:pt x="21" y="0"/>
                        <a:pt x="31" y="7"/>
                        <a:pt x="34" y="19"/>
                      </a:cubicBezTo>
                      <a:close/>
                    </a:path>
                  </a:pathLst>
                </a:custGeom>
                <a:solidFill>
                  <a:srgbClr val="FFF3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5D4B0560-49D8-409A-B1A4-7143108E49CB}"/>
                </a:ext>
              </a:extLst>
            </p:cNvPr>
            <p:cNvGrpSpPr/>
            <p:nvPr/>
          </p:nvGrpSpPr>
          <p:grpSpPr>
            <a:xfrm flipH="1">
              <a:off x="10243038" y="1826132"/>
              <a:ext cx="1470823" cy="1673966"/>
              <a:chOff x="8265199" y="2007101"/>
              <a:chExt cx="1087117" cy="1237267"/>
            </a:xfrm>
          </p:grpSpPr>
          <p:sp>
            <p:nvSpPr>
              <p:cNvPr id="547" name="Freeform 48">
                <a:extLst>
                  <a:ext uri="{FF2B5EF4-FFF2-40B4-BE49-F238E27FC236}">
                    <a16:creationId xmlns:a16="http://schemas.microsoft.com/office/drawing/2014/main" id="{12895159-1833-DFB7-293E-C499C620602B}"/>
                  </a:ext>
                </a:extLst>
              </p:cNvPr>
              <p:cNvSpPr>
                <a:spLocks/>
              </p:cNvSpPr>
              <p:nvPr/>
            </p:nvSpPr>
            <p:spPr bwMode="auto">
              <a:xfrm rot="18283483" flipH="1">
                <a:off x="8756854" y="2067828"/>
                <a:ext cx="172112" cy="102854"/>
              </a:xfrm>
              <a:custGeom>
                <a:avLst/>
                <a:gdLst>
                  <a:gd name="T0" fmla="*/ 0 w 584"/>
                  <a:gd name="T1" fmla="*/ 225 h 349"/>
                  <a:gd name="T2" fmla="*/ 12 w 584"/>
                  <a:gd name="T3" fmla="*/ 256 h 349"/>
                  <a:gd name="T4" fmla="*/ 26 w 584"/>
                  <a:gd name="T5" fmla="*/ 287 h 349"/>
                  <a:gd name="T6" fmla="*/ 38 w 584"/>
                  <a:gd name="T7" fmla="*/ 318 h 349"/>
                  <a:gd name="T8" fmla="*/ 52 w 584"/>
                  <a:gd name="T9" fmla="*/ 349 h 349"/>
                  <a:gd name="T10" fmla="*/ 185 w 584"/>
                  <a:gd name="T11" fmla="*/ 292 h 349"/>
                  <a:gd name="T12" fmla="*/ 318 w 584"/>
                  <a:gd name="T13" fmla="*/ 235 h 349"/>
                  <a:gd name="T14" fmla="*/ 451 w 584"/>
                  <a:gd name="T15" fmla="*/ 180 h 349"/>
                  <a:gd name="T16" fmla="*/ 584 w 584"/>
                  <a:gd name="T17" fmla="*/ 123 h 349"/>
                  <a:gd name="T18" fmla="*/ 572 w 584"/>
                  <a:gd name="T19" fmla="*/ 92 h 349"/>
                  <a:gd name="T20" fmla="*/ 558 w 584"/>
                  <a:gd name="T21" fmla="*/ 61 h 349"/>
                  <a:gd name="T22" fmla="*/ 546 w 584"/>
                  <a:gd name="T23" fmla="*/ 31 h 349"/>
                  <a:gd name="T24" fmla="*/ 532 w 584"/>
                  <a:gd name="T25" fmla="*/ 0 h 349"/>
                  <a:gd name="T26" fmla="*/ 399 w 584"/>
                  <a:gd name="T27" fmla="*/ 57 h 349"/>
                  <a:gd name="T28" fmla="*/ 266 w 584"/>
                  <a:gd name="T29" fmla="*/ 114 h 349"/>
                  <a:gd name="T30" fmla="*/ 133 w 584"/>
                  <a:gd name="T31" fmla="*/ 168 h 349"/>
                  <a:gd name="T32" fmla="*/ 0 w 584"/>
                  <a:gd name="T33" fmla="*/ 225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84" h="349">
                    <a:moveTo>
                      <a:pt x="0" y="225"/>
                    </a:moveTo>
                    <a:lnTo>
                      <a:pt x="12" y="256"/>
                    </a:lnTo>
                    <a:lnTo>
                      <a:pt x="26" y="287"/>
                    </a:lnTo>
                    <a:lnTo>
                      <a:pt x="38" y="318"/>
                    </a:lnTo>
                    <a:lnTo>
                      <a:pt x="52" y="349"/>
                    </a:lnTo>
                    <a:lnTo>
                      <a:pt x="185" y="292"/>
                    </a:lnTo>
                    <a:lnTo>
                      <a:pt x="318" y="235"/>
                    </a:lnTo>
                    <a:lnTo>
                      <a:pt x="451" y="180"/>
                    </a:lnTo>
                    <a:lnTo>
                      <a:pt x="584" y="123"/>
                    </a:lnTo>
                    <a:lnTo>
                      <a:pt x="572" y="92"/>
                    </a:lnTo>
                    <a:lnTo>
                      <a:pt x="558" y="61"/>
                    </a:lnTo>
                    <a:lnTo>
                      <a:pt x="546" y="31"/>
                    </a:lnTo>
                    <a:lnTo>
                      <a:pt x="532" y="0"/>
                    </a:lnTo>
                    <a:lnTo>
                      <a:pt x="399" y="57"/>
                    </a:lnTo>
                    <a:lnTo>
                      <a:pt x="266" y="114"/>
                    </a:lnTo>
                    <a:lnTo>
                      <a:pt x="133" y="168"/>
                    </a:lnTo>
                    <a:lnTo>
                      <a:pt x="0" y="225"/>
                    </a:ln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A2ABB0"/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8" name="Freeform 55">
                <a:extLst>
                  <a:ext uri="{FF2B5EF4-FFF2-40B4-BE49-F238E27FC236}">
                    <a16:creationId xmlns:a16="http://schemas.microsoft.com/office/drawing/2014/main" id="{938A9CFC-BFF1-8609-C909-29D7393370C3}"/>
                  </a:ext>
                </a:extLst>
              </p:cNvPr>
              <p:cNvSpPr>
                <a:spLocks/>
              </p:cNvSpPr>
              <p:nvPr/>
            </p:nvSpPr>
            <p:spPr bwMode="auto">
              <a:xfrm rot="18606360" flipH="1">
                <a:off x="8995648" y="2066151"/>
                <a:ext cx="49511" cy="144114"/>
              </a:xfrm>
              <a:custGeom>
                <a:avLst/>
                <a:gdLst>
                  <a:gd name="T0" fmla="*/ 0 w 168"/>
                  <a:gd name="T1" fmla="*/ 489 h 489"/>
                  <a:gd name="T2" fmla="*/ 42 w 168"/>
                  <a:gd name="T3" fmla="*/ 489 h 489"/>
                  <a:gd name="T4" fmla="*/ 85 w 168"/>
                  <a:gd name="T5" fmla="*/ 489 h 489"/>
                  <a:gd name="T6" fmla="*/ 126 w 168"/>
                  <a:gd name="T7" fmla="*/ 489 h 489"/>
                  <a:gd name="T8" fmla="*/ 168 w 168"/>
                  <a:gd name="T9" fmla="*/ 489 h 489"/>
                  <a:gd name="T10" fmla="*/ 168 w 168"/>
                  <a:gd name="T11" fmla="*/ 366 h 489"/>
                  <a:gd name="T12" fmla="*/ 168 w 168"/>
                  <a:gd name="T13" fmla="*/ 245 h 489"/>
                  <a:gd name="T14" fmla="*/ 168 w 168"/>
                  <a:gd name="T15" fmla="*/ 121 h 489"/>
                  <a:gd name="T16" fmla="*/ 168 w 168"/>
                  <a:gd name="T17" fmla="*/ 0 h 489"/>
                  <a:gd name="T18" fmla="*/ 126 w 168"/>
                  <a:gd name="T19" fmla="*/ 0 h 489"/>
                  <a:gd name="T20" fmla="*/ 85 w 168"/>
                  <a:gd name="T21" fmla="*/ 0 h 489"/>
                  <a:gd name="T22" fmla="*/ 42 w 168"/>
                  <a:gd name="T23" fmla="*/ 0 h 489"/>
                  <a:gd name="T24" fmla="*/ 0 w 168"/>
                  <a:gd name="T25" fmla="*/ 0 h 489"/>
                  <a:gd name="T26" fmla="*/ 0 w 168"/>
                  <a:gd name="T27" fmla="*/ 121 h 489"/>
                  <a:gd name="T28" fmla="*/ 0 w 168"/>
                  <a:gd name="T29" fmla="*/ 245 h 489"/>
                  <a:gd name="T30" fmla="*/ 0 w 168"/>
                  <a:gd name="T31" fmla="*/ 366 h 489"/>
                  <a:gd name="T32" fmla="*/ 0 w 168"/>
                  <a:gd name="T33" fmla="*/ 489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8" h="489">
                    <a:moveTo>
                      <a:pt x="0" y="489"/>
                    </a:moveTo>
                    <a:lnTo>
                      <a:pt x="42" y="489"/>
                    </a:lnTo>
                    <a:lnTo>
                      <a:pt x="85" y="489"/>
                    </a:lnTo>
                    <a:lnTo>
                      <a:pt x="126" y="489"/>
                    </a:lnTo>
                    <a:lnTo>
                      <a:pt x="168" y="489"/>
                    </a:lnTo>
                    <a:lnTo>
                      <a:pt x="168" y="366"/>
                    </a:lnTo>
                    <a:lnTo>
                      <a:pt x="168" y="245"/>
                    </a:lnTo>
                    <a:lnTo>
                      <a:pt x="168" y="121"/>
                    </a:lnTo>
                    <a:lnTo>
                      <a:pt x="168" y="0"/>
                    </a:lnTo>
                    <a:lnTo>
                      <a:pt x="126" y="0"/>
                    </a:lnTo>
                    <a:lnTo>
                      <a:pt x="85" y="0"/>
                    </a:lnTo>
                    <a:lnTo>
                      <a:pt x="42" y="0"/>
                    </a:lnTo>
                    <a:lnTo>
                      <a:pt x="0" y="0"/>
                    </a:lnTo>
                    <a:lnTo>
                      <a:pt x="0" y="121"/>
                    </a:lnTo>
                    <a:lnTo>
                      <a:pt x="0" y="245"/>
                    </a:lnTo>
                    <a:lnTo>
                      <a:pt x="0" y="366"/>
                    </a:lnTo>
                    <a:lnTo>
                      <a:pt x="0" y="489"/>
                    </a:ln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A2ABB0"/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F28B9284-461F-F4B1-32D4-0F3427DDD7AD}"/>
                  </a:ext>
                </a:extLst>
              </p:cNvPr>
              <p:cNvGrpSpPr/>
              <p:nvPr/>
            </p:nvGrpSpPr>
            <p:grpSpPr>
              <a:xfrm rot="1115862">
                <a:off x="9008449" y="2188852"/>
                <a:ext cx="343867" cy="276615"/>
                <a:chOff x="5538860" y="1802873"/>
                <a:chExt cx="434199" cy="349281"/>
              </a:xfrm>
            </p:grpSpPr>
            <p:sp>
              <p:nvSpPr>
                <p:cNvPr id="563" name="Freeform 49">
                  <a:extLst>
                    <a:ext uri="{FF2B5EF4-FFF2-40B4-BE49-F238E27FC236}">
                      <a16:creationId xmlns:a16="http://schemas.microsoft.com/office/drawing/2014/main" id="{3B0D6A17-6AF2-41A2-804E-F94FC0143F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3747848" flipH="1">
                  <a:off x="5526867" y="1936726"/>
                  <a:ext cx="243001" cy="69216"/>
                </a:xfrm>
                <a:custGeom>
                  <a:avLst/>
                  <a:gdLst>
                    <a:gd name="T0" fmla="*/ 0 w 653"/>
                    <a:gd name="T1" fmla="*/ 186 h 186"/>
                    <a:gd name="T2" fmla="*/ 162 w 653"/>
                    <a:gd name="T3" fmla="*/ 186 h 186"/>
                    <a:gd name="T4" fmla="*/ 326 w 653"/>
                    <a:gd name="T5" fmla="*/ 186 h 186"/>
                    <a:gd name="T6" fmla="*/ 489 w 653"/>
                    <a:gd name="T7" fmla="*/ 186 h 186"/>
                    <a:gd name="T8" fmla="*/ 653 w 653"/>
                    <a:gd name="T9" fmla="*/ 186 h 186"/>
                    <a:gd name="T10" fmla="*/ 653 w 653"/>
                    <a:gd name="T11" fmla="*/ 164 h 186"/>
                    <a:gd name="T12" fmla="*/ 653 w 653"/>
                    <a:gd name="T13" fmla="*/ 141 h 186"/>
                    <a:gd name="T14" fmla="*/ 653 w 653"/>
                    <a:gd name="T15" fmla="*/ 117 h 186"/>
                    <a:gd name="T16" fmla="*/ 653 w 653"/>
                    <a:gd name="T17" fmla="*/ 95 h 186"/>
                    <a:gd name="T18" fmla="*/ 489 w 653"/>
                    <a:gd name="T19" fmla="*/ 72 h 186"/>
                    <a:gd name="T20" fmla="*/ 326 w 653"/>
                    <a:gd name="T21" fmla="*/ 48 h 186"/>
                    <a:gd name="T22" fmla="*/ 162 w 653"/>
                    <a:gd name="T23" fmla="*/ 24 h 186"/>
                    <a:gd name="T24" fmla="*/ 0 w 653"/>
                    <a:gd name="T25" fmla="*/ 0 h 186"/>
                    <a:gd name="T26" fmla="*/ 0 w 653"/>
                    <a:gd name="T27" fmla="*/ 46 h 186"/>
                    <a:gd name="T28" fmla="*/ 0 w 653"/>
                    <a:gd name="T29" fmla="*/ 93 h 186"/>
                    <a:gd name="T30" fmla="*/ 0 w 653"/>
                    <a:gd name="T31" fmla="*/ 141 h 186"/>
                    <a:gd name="T32" fmla="*/ 0 w 653"/>
                    <a:gd name="T33" fmla="*/ 186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53" h="186">
                      <a:moveTo>
                        <a:pt x="0" y="186"/>
                      </a:moveTo>
                      <a:lnTo>
                        <a:pt x="162" y="186"/>
                      </a:lnTo>
                      <a:lnTo>
                        <a:pt x="326" y="186"/>
                      </a:lnTo>
                      <a:lnTo>
                        <a:pt x="489" y="186"/>
                      </a:lnTo>
                      <a:lnTo>
                        <a:pt x="653" y="186"/>
                      </a:lnTo>
                      <a:lnTo>
                        <a:pt x="653" y="164"/>
                      </a:lnTo>
                      <a:lnTo>
                        <a:pt x="653" y="141"/>
                      </a:lnTo>
                      <a:lnTo>
                        <a:pt x="653" y="117"/>
                      </a:lnTo>
                      <a:lnTo>
                        <a:pt x="653" y="95"/>
                      </a:lnTo>
                      <a:lnTo>
                        <a:pt x="489" y="72"/>
                      </a:lnTo>
                      <a:lnTo>
                        <a:pt x="326" y="48"/>
                      </a:lnTo>
                      <a:lnTo>
                        <a:pt x="162" y="24"/>
                      </a:lnTo>
                      <a:lnTo>
                        <a:pt x="0" y="0"/>
                      </a:lnTo>
                      <a:lnTo>
                        <a:pt x="0" y="46"/>
                      </a:lnTo>
                      <a:lnTo>
                        <a:pt x="0" y="93"/>
                      </a:lnTo>
                      <a:lnTo>
                        <a:pt x="0" y="141"/>
                      </a:lnTo>
                      <a:lnTo>
                        <a:pt x="0" y="186"/>
                      </a:lnTo>
                      <a:close/>
                    </a:path>
                  </a:pathLst>
                </a:custGeom>
                <a:solidFill>
                  <a:srgbClr val="459FE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564" name="Group 563">
                  <a:extLst>
                    <a:ext uri="{FF2B5EF4-FFF2-40B4-BE49-F238E27FC236}">
                      <a16:creationId xmlns:a16="http://schemas.microsoft.com/office/drawing/2014/main" id="{CBBACFE2-4B52-BA3E-9008-1B0BCD23169C}"/>
                    </a:ext>
                  </a:extLst>
                </p:cNvPr>
                <p:cNvGrpSpPr/>
                <p:nvPr/>
              </p:nvGrpSpPr>
              <p:grpSpPr>
                <a:xfrm flipH="1">
                  <a:off x="5715241" y="2017815"/>
                  <a:ext cx="149580" cy="134339"/>
                  <a:chOff x="7984047" y="2471465"/>
                  <a:chExt cx="119303" cy="107147"/>
                </a:xfrm>
              </p:grpSpPr>
              <p:sp>
                <p:nvSpPr>
                  <p:cNvPr id="572" name="Freeform 50">
                    <a:extLst>
                      <a:ext uri="{FF2B5EF4-FFF2-40B4-BE49-F238E27FC236}">
                        <a16:creationId xmlns:a16="http://schemas.microsoft.com/office/drawing/2014/main" id="{2A9AFBC0-BCBC-4474-ACDD-CD7C1B596B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667891">
                    <a:off x="7984047" y="2471465"/>
                    <a:ext cx="85184" cy="107147"/>
                  </a:xfrm>
                  <a:custGeom>
                    <a:avLst/>
                    <a:gdLst>
                      <a:gd name="T0" fmla="*/ 192 w 287"/>
                      <a:gd name="T1" fmla="*/ 0 h 361"/>
                      <a:gd name="T2" fmla="*/ 142 w 287"/>
                      <a:gd name="T3" fmla="*/ 83 h 361"/>
                      <a:gd name="T4" fmla="*/ 95 w 287"/>
                      <a:gd name="T5" fmla="*/ 166 h 361"/>
                      <a:gd name="T6" fmla="*/ 47 w 287"/>
                      <a:gd name="T7" fmla="*/ 252 h 361"/>
                      <a:gd name="T8" fmla="*/ 0 w 287"/>
                      <a:gd name="T9" fmla="*/ 335 h 361"/>
                      <a:gd name="T10" fmla="*/ 9 w 287"/>
                      <a:gd name="T11" fmla="*/ 342 h 361"/>
                      <a:gd name="T12" fmla="*/ 21 w 287"/>
                      <a:gd name="T13" fmla="*/ 347 h 361"/>
                      <a:gd name="T14" fmla="*/ 33 w 287"/>
                      <a:gd name="T15" fmla="*/ 354 h 361"/>
                      <a:gd name="T16" fmla="*/ 45 w 287"/>
                      <a:gd name="T17" fmla="*/ 361 h 361"/>
                      <a:gd name="T18" fmla="*/ 107 w 287"/>
                      <a:gd name="T19" fmla="*/ 285 h 361"/>
                      <a:gd name="T20" fmla="*/ 166 w 287"/>
                      <a:gd name="T21" fmla="*/ 209 h 361"/>
                      <a:gd name="T22" fmla="*/ 228 w 287"/>
                      <a:gd name="T23" fmla="*/ 133 h 361"/>
                      <a:gd name="T24" fmla="*/ 287 w 287"/>
                      <a:gd name="T25" fmla="*/ 55 h 361"/>
                      <a:gd name="T26" fmla="*/ 264 w 287"/>
                      <a:gd name="T27" fmla="*/ 43 h 361"/>
                      <a:gd name="T28" fmla="*/ 240 w 287"/>
                      <a:gd name="T29" fmla="*/ 28 h 361"/>
                      <a:gd name="T30" fmla="*/ 216 w 287"/>
                      <a:gd name="T31" fmla="*/ 14 h 361"/>
                      <a:gd name="T32" fmla="*/ 192 w 287"/>
                      <a:gd name="T33" fmla="*/ 0 h 3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87" h="361">
                        <a:moveTo>
                          <a:pt x="192" y="0"/>
                        </a:moveTo>
                        <a:lnTo>
                          <a:pt x="142" y="83"/>
                        </a:lnTo>
                        <a:lnTo>
                          <a:pt x="95" y="166"/>
                        </a:lnTo>
                        <a:lnTo>
                          <a:pt x="47" y="252"/>
                        </a:lnTo>
                        <a:lnTo>
                          <a:pt x="0" y="335"/>
                        </a:lnTo>
                        <a:lnTo>
                          <a:pt x="9" y="342"/>
                        </a:lnTo>
                        <a:lnTo>
                          <a:pt x="21" y="347"/>
                        </a:lnTo>
                        <a:lnTo>
                          <a:pt x="33" y="354"/>
                        </a:lnTo>
                        <a:lnTo>
                          <a:pt x="45" y="361"/>
                        </a:lnTo>
                        <a:lnTo>
                          <a:pt x="107" y="285"/>
                        </a:lnTo>
                        <a:lnTo>
                          <a:pt x="166" y="209"/>
                        </a:lnTo>
                        <a:lnTo>
                          <a:pt x="228" y="133"/>
                        </a:lnTo>
                        <a:lnTo>
                          <a:pt x="287" y="55"/>
                        </a:lnTo>
                        <a:lnTo>
                          <a:pt x="264" y="43"/>
                        </a:lnTo>
                        <a:lnTo>
                          <a:pt x="240" y="28"/>
                        </a:lnTo>
                        <a:lnTo>
                          <a:pt x="216" y="14"/>
                        </a:lnTo>
                        <a:lnTo>
                          <a:pt x="192" y="0"/>
                        </a:lnTo>
                        <a:close/>
                      </a:path>
                    </a:pathLst>
                  </a:custGeom>
                  <a:solidFill>
                    <a:srgbClr val="459F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73" name="Freeform 51">
                    <a:extLst>
                      <a:ext uri="{FF2B5EF4-FFF2-40B4-BE49-F238E27FC236}">
                        <a16:creationId xmlns:a16="http://schemas.microsoft.com/office/drawing/2014/main" id="{E7138EB1-A3A3-9208-294A-D432D75184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268262">
                    <a:off x="8059126" y="2473375"/>
                    <a:ext cx="43927" cy="44521"/>
                  </a:xfrm>
                  <a:custGeom>
                    <a:avLst/>
                    <a:gdLst>
                      <a:gd name="T0" fmla="*/ 0 w 62"/>
                      <a:gd name="T1" fmla="*/ 31 h 63"/>
                      <a:gd name="T2" fmla="*/ 2 w 62"/>
                      <a:gd name="T3" fmla="*/ 44 h 63"/>
                      <a:gd name="T4" fmla="*/ 9 w 62"/>
                      <a:gd name="T5" fmla="*/ 53 h 63"/>
                      <a:gd name="T6" fmla="*/ 19 w 62"/>
                      <a:gd name="T7" fmla="*/ 60 h 63"/>
                      <a:gd name="T8" fmla="*/ 31 w 62"/>
                      <a:gd name="T9" fmla="*/ 63 h 63"/>
                      <a:gd name="T10" fmla="*/ 43 w 62"/>
                      <a:gd name="T11" fmla="*/ 60 h 63"/>
                      <a:gd name="T12" fmla="*/ 53 w 62"/>
                      <a:gd name="T13" fmla="*/ 53 h 63"/>
                      <a:gd name="T14" fmla="*/ 59 w 62"/>
                      <a:gd name="T15" fmla="*/ 44 h 63"/>
                      <a:gd name="T16" fmla="*/ 62 w 62"/>
                      <a:gd name="T17" fmla="*/ 31 h 63"/>
                      <a:gd name="T18" fmla="*/ 59 w 62"/>
                      <a:gd name="T19" fmla="*/ 19 h 63"/>
                      <a:gd name="T20" fmla="*/ 53 w 62"/>
                      <a:gd name="T21" fmla="*/ 9 h 63"/>
                      <a:gd name="T22" fmla="*/ 43 w 62"/>
                      <a:gd name="T23" fmla="*/ 3 h 63"/>
                      <a:gd name="T24" fmla="*/ 31 w 62"/>
                      <a:gd name="T25" fmla="*/ 0 h 63"/>
                      <a:gd name="T26" fmla="*/ 19 w 62"/>
                      <a:gd name="T27" fmla="*/ 3 h 63"/>
                      <a:gd name="T28" fmla="*/ 9 w 62"/>
                      <a:gd name="T29" fmla="*/ 9 h 63"/>
                      <a:gd name="T30" fmla="*/ 2 w 62"/>
                      <a:gd name="T31" fmla="*/ 19 h 63"/>
                      <a:gd name="T32" fmla="*/ 0 w 62"/>
                      <a:gd name="T33" fmla="*/ 31 h 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2" h="63">
                        <a:moveTo>
                          <a:pt x="0" y="31"/>
                        </a:moveTo>
                        <a:cubicBezTo>
                          <a:pt x="0" y="36"/>
                          <a:pt x="1" y="40"/>
                          <a:pt x="2" y="44"/>
                        </a:cubicBezTo>
                        <a:cubicBezTo>
                          <a:pt x="4" y="47"/>
                          <a:pt x="6" y="51"/>
                          <a:pt x="9" y="53"/>
                        </a:cubicBezTo>
                        <a:cubicBezTo>
                          <a:pt x="12" y="56"/>
                          <a:pt x="15" y="59"/>
                          <a:pt x="19" y="60"/>
                        </a:cubicBezTo>
                        <a:cubicBezTo>
                          <a:pt x="22" y="62"/>
                          <a:pt x="26" y="63"/>
                          <a:pt x="31" y="63"/>
                        </a:cubicBezTo>
                        <a:cubicBezTo>
                          <a:pt x="35" y="63"/>
                          <a:pt x="39" y="62"/>
                          <a:pt x="43" y="60"/>
                        </a:cubicBezTo>
                        <a:cubicBezTo>
                          <a:pt x="47" y="59"/>
                          <a:pt x="50" y="56"/>
                          <a:pt x="53" y="53"/>
                        </a:cubicBezTo>
                        <a:cubicBezTo>
                          <a:pt x="56" y="51"/>
                          <a:pt x="58" y="47"/>
                          <a:pt x="59" y="44"/>
                        </a:cubicBezTo>
                        <a:cubicBezTo>
                          <a:pt x="61" y="40"/>
                          <a:pt x="62" y="36"/>
                          <a:pt x="62" y="31"/>
                        </a:cubicBezTo>
                        <a:cubicBezTo>
                          <a:pt x="62" y="27"/>
                          <a:pt x="61" y="23"/>
                          <a:pt x="59" y="19"/>
                        </a:cubicBezTo>
                        <a:cubicBezTo>
                          <a:pt x="58" y="16"/>
                          <a:pt x="56" y="12"/>
                          <a:pt x="53" y="9"/>
                        </a:cubicBezTo>
                        <a:cubicBezTo>
                          <a:pt x="50" y="7"/>
                          <a:pt x="47" y="4"/>
                          <a:pt x="43" y="3"/>
                        </a:cubicBezTo>
                        <a:cubicBezTo>
                          <a:pt x="39" y="1"/>
                          <a:pt x="35" y="0"/>
                          <a:pt x="31" y="0"/>
                        </a:cubicBezTo>
                        <a:cubicBezTo>
                          <a:pt x="26" y="0"/>
                          <a:pt x="22" y="1"/>
                          <a:pt x="19" y="3"/>
                        </a:cubicBezTo>
                        <a:cubicBezTo>
                          <a:pt x="15" y="4"/>
                          <a:pt x="12" y="7"/>
                          <a:pt x="9" y="9"/>
                        </a:cubicBezTo>
                        <a:cubicBezTo>
                          <a:pt x="6" y="12"/>
                          <a:pt x="4" y="16"/>
                          <a:pt x="2" y="19"/>
                        </a:cubicBezTo>
                        <a:cubicBezTo>
                          <a:pt x="1" y="23"/>
                          <a:pt x="0" y="27"/>
                          <a:pt x="0" y="31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65" name="Freeform 52">
                  <a:extLst>
                    <a:ext uri="{FF2B5EF4-FFF2-40B4-BE49-F238E27FC236}">
                      <a16:creationId xmlns:a16="http://schemas.microsoft.com/office/drawing/2014/main" id="{F0ABC547-C665-DBF3-8891-0C3BC5D8AD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575638" flipH="1">
                  <a:off x="5620653" y="1808885"/>
                  <a:ext cx="243746" cy="69216"/>
                </a:xfrm>
                <a:custGeom>
                  <a:avLst/>
                  <a:gdLst>
                    <a:gd name="T0" fmla="*/ 655 w 655"/>
                    <a:gd name="T1" fmla="*/ 186 h 186"/>
                    <a:gd name="T2" fmla="*/ 491 w 655"/>
                    <a:gd name="T3" fmla="*/ 186 h 186"/>
                    <a:gd name="T4" fmla="*/ 327 w 655"/>
                    <a:gd name="T5" fmla="*/ 186 h 186"/>
                    <a:gd name="T6" fmla="*/ 164 w 655"/>
                    <a:gd name="T7" fmla="*/ 186 h 186"/>
                    <a:gd name="T8" fmla="*/ 0 w 655"/>
                    <a:gd name="T9" fmla="*/ 186 h 186"/>
                    <a:gd name="T10" fmla="*/ 0 w 655"/>
                    <a:gd name="T11" fmla="*/ 164 h 186"/>
                    <a:gd name="T12" fmla="*/ 0 w 655"/>
                    <a:gd name="T13" fmla="*/ 141 h 186"/>
                    <a:gd name="T14" fmla="*/ 0 w 655"/>
                    <a:gd name="T15" fmla="*/ 117 h 186"/>
                    <a:gd name="T16" fmla="*/ 0 w 655"/>
                    <a:gd name="T17" fmla="*/ 95 h 186"/>
                    <a:gd name="T18" fmla="*/ 164 w 655"/>
                    <a:gd name="T19" fmla="*/ 72 h 186"/>
                    <a:gd name="T20" fmla="*/ 327 w 655"/>
                    <a:gd name="T21" fmla="*/ 48 h 186"/>
                    <a:gd name="T22" fmla="*/ 491 w 655"/>
                    <a:gd name="T23" fmla="*/ 24 h 186"/>
                    <a:gd name="T24" fmla="*/ 655 w 655"/>
                    <a:gd name="T25" fmla="*/ 0 h 186"/>
                    <a:gd name="T26" fmla="*/ 655 w 655"/>
                    <a:gd name="T27" fmla="*/ 46 h 186"/>
                    <a:gd name="T28" fmla="*/ 655 w 655"/>
                    <a:gd name="T29" fmla="*/ 93 h 186"/>
                    <a:gd name="T30" fmla="*/ 655 w 655"/>
                    <a:gd name="T31" fmla="*/ 141 h 186"/>
                    <a:gd name="T32" fmla="*/ 655 w 655"/>
                    <a:gd name="T33" fmla="*/ 186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55" h="186">
                      <a:moveTo>
                        <a:pt x="655" y="186"/>
                      </a:moveTo>
                      <a:lnTo>
                        <a:pt x="491" y="186"/>
                      </a:lnTo>
                      <a:lnTo>
                        <a:pt x="327" y="186"/>
                      </a:lnTo>
                      <a:lnTo>
                        <a:pt x="164" y="186"/>
                      </a:lnTo>
                      <a:lnTo>
                        <a:pt x="0" y="186"/>
                      </a:lnTo>
                      <a:lnTo>
                        <a:pt x="0" y="164"/>
                      </a:lnTo>
                      <a:lnTo>
                        <a:pt x="0" y="141"/>
                      </a:lnTo>
                      <a:lnTo>
                        <a:pt x="0" y="117"/>
                      </a:lnTo>
                      <a:lnTo>
                        <a:pt x="0" y="95"/>
                      </a:lnTo>
                      <a:lnTo>
                        <a:pt x="164" y="72"/>
                      </a:lnTo>
                      <a:lnTo>
                        <a:pt x="327" y="48"/>
                      </a:lnTo>
                      <a:lnTo>
                        <a:pt x="491" y="24"/>
                      </a:lnTo>
                      <a:lnTo>
                        <a:pt x="655" y="0"/>
                      </a:lnTo>
                      <a:lnTo>
                        <a:pt x="655" y="46"/>
                      </a:lnTo>
                      <a:lnTo>
                        <a:pt x="655" y="93"/>
                      </a:lnTo>
                      <a:lnTo>
                        <a:pt x="655" y="141"/>
                      </a:lnTo>
                      <a:lnTo>
                        <a:pt x="655" y="186"/>
                      </a:lnTo>
                      <a:close/>
                    </a:path>
                  </a:pathLst>
                </a:custGeom>
                <a:solidFill>
                  <a:srgbClr val="459FE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566" name="Group 565">
                  <a:extLst>
                    <a:ext uri="{FF2B5EF4-FFF2-40B4-BE49-F238E27FC236}">
                      <a16:creationId xmlns:a16="http://schemas.microsoft.com/office/drawing/2014/main" id="{C64FB096-C404-F8D2-64B8-87A45F746698}"/>
                    </a:ext>
                  </a:extLst>
                </p:cNvPr>
                <p:cNvGrpSpPr/>
                <p:nvPr/>
              </p:nvGrpSpPr>
              <p:grpSpPr>
                <a:xfrm flipH="1">
                  <a:off x="5830091" y="1839625"/>
                  <a:ext cx="142968" cy="137072"/>
                  <a:chOff x="7832358" y="2256295"/>
                  <a:chExt cx="114029" cy="109327"/>
                </a:xfrm>
              </p:grpSpPr>
              <p:sp>
                <p:nvSpPr>
                  <p:cNvPr id="570" name="Freeform 53">
                    <a:extLst>
                      <a:ext uri="{FF2B5EF4-FFF2-40B4-BE49-F238E27FC236}">
                        <a16:creationId xmlns:a16="http://schemas.microsoft.com/office/drawing/2014/main" id="{E2557069-F25B-D8DD-F258-822A92D820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268262">
                    <a:off x="7853729" y="2274205"/>
                    <a:ext cx="70046" cy="112787"/>
                  </a:xfrm>
                  <a:custGeom>
                    <a:avLst/>
                    <a:gdLst>
                      <a:gd name="T0" fmla="*/ 103 w 236"/>
                      <a:gd name="T1" fmla="*/ 0 h 380"/>
                      <a:gd name="T2" fmla="*/ 136 w 236"/>
                      <a:gd name="T3" fmla="*/ 90 h 380"/>
                      <a:gd name="T4" fmla="*/ 169 w 236"/>
                      <a:gd name="T5" fmla="*/ 181 h 380"/>
                      <a:gd name="T6" fmla="*/ 202 w 236"/>
                      <a:gd name="T7" fmla="*/ 271 h 380"/>
                      <a:gd name="T8" fmla="*/ 236 w 236"/>
                      <a:gd name="T9" fmla="*/ 361 h 380"/>
                      <a:gd name="T10" fmla="*/ 221 w 236"/>
                      <a:gd name="T11" fmla="*/ 366 h 380"/>
                      <a:gd name="T12" fmla="*/ 209 w 236"/>
                      <a:gd name="T13" fmla="*/ 371 h 380"/>
                      <a:gd name="T14" fmla="*/ 198 w 236"/>
                      <a:gd name="T15" fmla="*/ 375 h 380"/>
                      <a:gd name="T16" fmla="*/ 183 w 236"/>
                      <a:gd name="T17" fmla="*/ 380 h 380"/>
                      <a:gd name="T18" fmla="*/ 138 w 236"/>
                      <a:gd name="T19" fmla="*/ 295 h 380"/>
                      <a:gd name="T20" fmla="*/ 93 w 236"/>
                      <a:gd name="T21" fmla="*/ 209 h 380"/>
                      <a:gd name="T22" fmla="*/ 46 w 236"/>
                      <a:gd name="T23" fmla="*/ 124 h 380"/>
                      <a:gd name="T24" fmla="*/ 0 w 236"/>
                      <a:gd name="T25" fmla="*/ 38 h 380"/>
                      <a:gd name="T26" fmla="*/ 27 w 236"/>
                      <a:gd name="T27" fmla="*/ 29 h 380"/>
                      <a:gd name="T28" fmla="*/ 50 w 236"/>
                      <a:gd name="T29" fmla="*/ 19 h 380"/>
                      <a:gd name="T30" fmla="*/ 76 w 236"/>
                      <a:gd name="T31" fmla="*/ 10 h 380"/>
                      <a:gd name="T32" fmla="*/ 103 w 236"/>
                      <a:gd name="T33" fmla="*/ 0 h 3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36" h="380">
                        <a:moveTo>
                          <a:pt x="103" y="0"/>
                        </a:moveTo>
                        <a:lnTo>
                          <a:pt x="136" y="90"/>
                        </a:lnTo>
                        <a:lnTo>
                          <a:pt x="169" y="181"/>
                        </a:lnTo>
                        <a:lnTo>
                          <a:pt x="202" y="271"/>
                        </a:lnTo>
                        <a:lnTo>
                          <a:pt x="236" y="361"/>
                        </a:lnTo>
                        <a:lnTo>
                          <a:pt x="221" y="366"/>
                        </a:lnTo>
                        <a:lnTo>
                          <a:pt x="209" y="371"/>
                        </a:lnTo>
                        <a:lnTo>
                          <a:pt x="198" y="375"/>
                        </a:lnTo>
                        <a:lnTo>
                          <a:pt x="183" y="380"/>
                        </a:lnTo>
                        <a:lnTo>
                          <a:pt x="138" y="295"/>
                        </a:lnTo>
                        <a:lnTo>
                          <a:pt x="93" y="209"/>
                        </a:lnTo>
                        <a:lnTo>
                          <a:pt x="46" y="124"/>
                        </a:lnTo>
                        <a:lnTo>
                          <a:pt x="0" y="38"/>
                        </a:lnTo>
                        <a:lnTo>
                          <a:pt x="27" y="29"/>
                        </a:lnTo>
                        <a:lnTo>
                          <a:pt x="50" y="19"/>
                        </a:lnTo>
                        <a:lnTo>
                          <a:pt x="76" y="10"/>
                        </a:lnTo>
                        <a:lnTo>
                          <a:pt x="103" y="0"/>
                        </a:lnTo>
                        <a:close/>
                      </a:path>
                    </a:pathLst>
                  </a:custGeom>
                  <a:solidFill>
                    <a:srgbClr val="459F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71" name="Freeform 54">
                    <a:extLst>
                      <a:ext uri="{FF2B5EF4-FFF2-40B4-BE49-F238E27FC236}">
                        <a16:creationId xmlns:a16="http://schemas.microsoft.com/office/drawing/2014/main" id="{8EE354F8-19AC-2855-F332-251C759D95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268262">
                    <a:off x="7901866" y="2256295"/>
                    <a:ext cx="44521" cy="44521"/>
                  </a:xfrm>
                  <a:custGeom>
                    <a:avLst/>
                    <a:gdLst>
                      <a:gd name="T0" fmla="*/ 63 w 63"/>
                      <a:gd name="T1" fmla="*/ 31 h 63"/>
                      <a:gd name="T2" fmla="*/ 60 w 63"/>
                      <a:gd name="T3" fmla="*/ 44 h 63"/>
                      <a:gd name="T4" fmla="*/ 54 w 63"/>
                      <a:gd name="T5" fmla="*/ 53 h 63"/>
                      <a:gd name="T6" fmla="*/ 44 w 63"/>
                      <a:gd name="T7" fmla="*/ 60 h 63"/>
                      <a:gd name="T8" fmla="*/ 32 w 63"/>
                      <a:gd name="T9" fmla="*/ 63 h 63"/>
                      <a:gd name="T10" fmla="*/ 19 w 63"/>
                      <a:gd name="T11" fmla="*/ 60 h 63"/>
                      <a:gd name="T12" fmla="*/ 10 w 63"/>
                      <a:gd name="T13" fmla="*/ 53 h 63"/>
                      <a:gd name="T14" fmla="*/ 3 w 63"/>
                      <a:gd name="T15" fmla="*/ 44 h 63"/>
                      <a:gd name="T16" fmla="*/ 0 w 63"/>
                      <a:gd name="T17" fmla="*/ 31 h 63"/>
                      <a:gd name="T18" fmla="*/ 3 w 63"/>
                      <a:gd name="T19" fmla="*/ 19 h 63"/>
                      <a:gd name="T20" fmla="*/ 10 w 63"/>
                      <a:gd name="T21" fmla="*/ 9 h 63"/>
                      <a:gd name="T22" fmla="*/ 19 w 63"/>
                      <a:gd name="T23" fmla="*/ 3 h 63"/>
                      <a:gd name="T24" fmla="*/ 32 w 63"/>
                      <a:gd name="T25" fmla="*/ 0 h 63"/>
                      <a:gd name="T26" fmla="*/ 44 w 63"/>
                      <a:gd name="T27" fmla="*/ 3 h 63"/>
                      <a:gd name="T28" fmla="*/ 54 w 63"/>
                      <a:gd name="T29" fmla="*/ 9 h 63"/>
                      <a:gd name="T30" fmla="*/ 60 w 63"/>
                      <a:gd name="T31" fmla="*/ 19 h 63"/>
                      <a:gd name="T32" fmla="*/ 63 w 63"/>
                      <a:gd name="T33" fmla="*/ 31 h 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3" h="63">
                        <a:moveTo>
                          <a:pt x="63" y="31"/>
                        </a:moveTo>
                        <a:cubicBezTo>
                          <a:pt x="63" y="36"/>
                          <a:pt x="62" y="40"/>
                          <a:pt x="60" y="44"/>
                        </a:cubicBezTo>
                        <a:cubicBezTo>
                          <a:pt x="59" y="47"/>
                          <a:pt x="56" y="51"/>
                          <a:pt x="54" y="53"/>
                        </a:cubicBezTo>
                        <a:cubicBezTo>
                          <a:pt x="51" y="56"/>
                          <a:pt x="47" y="59"/>
                          <a:pt x="44" y="60"/>
                        </a:cubicBezTo>
                        <a:cubicBezTo>
                          <a:pt x="40" y="62"/>
                          <a:pt x="36" y="63"/>
                          <a:pt x="32" y="63"/>
                        </a:cubicBezTo>
                        <a:cubicBezTo>
                          <a:pt x="27" y="63"/>
                          <a:pt x="23" y="62"/>
                          <a:pt x="19" y="60"/>
                        </a:cubicBezTo>
                        <a:cubicBezTo>
                          <a:pt x="16" y="59"/>
                          <a:pt x="12" y="56"/>
                          <a:pt x="10" y="53"/>
                        </a:cubicBezTo>
                        <a:cubicBezTo>
                          <a:pt x="7" y="51"/>
                          <a:pt x="4" y="47"/>
                          <a:pt x="3" y="44"/>
                        </a:cubicBezTo>
                        <a:cubicBezTo>
                          <a:pt x="1" y="40"/>
                          <a:pt x="0" y="36"/>
                          <a:pt x="0" y="31"/>
                        </a:cubicBezTo>
                        <a:cubicBezTo>
                          <a:pt x="0" y="27"/>
                          <a:pt x="1" y="23"/>
                          <a:pt x="3" y="19"/>
                        </a:cubicBezTo>
                        <a:cubicBezTo>
                          <a:pt x="4" y="16"/>
                          <a:pt x="7" y="12"/>
                          <a:pt x="10" y="9"/>
                        </a:cubicBezTo>
                        <a:cubicBezTo>
                          <a:pt x="12" y="7"/>
                          <a:pt x="16" y="4"/>
                          <a:pt x="19" y="3"/>
                        </a:cubicBezTo>
                        <a:cubicBezTo>
                          <a:pt x="23" y="1"/>
                          <a:pt x="27" y="0"/>
                          <a:pt x="32" y="0"/>
                        </a:cubicBezTo>
                        <a:cubicBezTo>
                          <a:pt x="36" y="0"/>
                          <a:pt x="40" y="1"/>
                          <a:pt x="44" y="3"/>
                        </a:cubicBezTo>
                        <a:cubicBezTo>
                          <a:pt x="47" y="4"/>
                          <a:pt x="51" y="7"/>
                          <a:pt x="54" y="9"/>
                        </a:cubicBezTo>
                        <a:cubicBezTo>
                          <a:pt x="56" y="12"/>
                          <a:pt x="59" y="16"/>
                          <a:pt x="60" y="19"/>
                        </a:cubicBezTo>
                        <a:cubicBezTo>
                          <a:pt x="62" y="23"/>
                          <a:pt x="63" y="27"/>
                          <a:pt x="63" y="31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7" name="Group 566">
                  <a:extLst>
                    <a:ext uri="{FF2B5EF4-FFF2-40B4-BE49-F238E27FC236}">
                      <a16:creationId xmlns:a16="http://schemas.microsoft.com/office/drawing/2014/main" id="{EB0F44CE-652A-DF02-FDE4-28F7DDE6C19B}"/>
                    </a:ext>
                  </a:extLst>
                </p:cNvPr>
                <p:cNvGrpSpPr/>
                <p:nvPr/>
              </p:nvGrpSpPr>
              <p:grpSpPr>
                <a:xfrm flipH="1">
                  <a:off x="5538860" y="1802873"/>
                  <a:ext cx="154062" cy="153690"/>
                  <a:chOff x="7993062" y="2322402"/>
                  <a:chExt cx="122878" cy="122581"/>
                </a:xfrm>
              </p:grpSpPr>
              <p:sp>
                <p:nvSpPr>
                  <p:cNvPr id="568" name="Freeform 57">
                    <a:extLst>
                      <a:ext uri="{FF2B5EF4-FFF2-40B4-BE49-F238E27FC236}">
                        <a16:creationId xmlns:a16="http://schemas.microsoft.com/office/drawing/2014/main" id="{B3EC9F2A-939E-4406-33B8-013E4A8C98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268262">
                    <a:off x="7993210" y="2322254"/>
                    <a:ext cx="122581" cy="122878"/>
                  </a:xfrm>
                  <a:custGeom>
                    <a:avLst/>
                    <a:gdLst>
                      <a:gd name="T0" fmla="*/ 0 w 174"/>
                      <a:gd name="T1" fmla="*/ 87 h 174"/>
                      <a:gd name="T2" fmla="*/ 6 w 174"/>
                      <a:gd name="T3" fmla="*/ 121 h 174"/>
                      <a:gd name="T4" fmla="*/ 25 w 174"/>
                      <a:gd name="T5" fmla="*/ 149 h 174"/>
                      <a:gd name="T6" fmla="*/ 53 w 174"/>
                      <a:gd name="T7" fmla="*/ 167 h 174"/>
                      <a:gd name="T8" fmla="*/ 87 w 174"/>
                      <a:gd name="T9" fmla="*/ 174 h 174"/>
                      <a:gd name="T10" fmla="*/ 121 w 174"/>
                      <a:gd name="T11" fmla="*/ 167 h 174"/>
                      <a:gd name="T12" fmla="*/ 148 w 174"/>
                      <a:gd name="T13" fmla="*/ 149 h 174"/>
                      <a:gd name="T14" fmla="*/ 167 w 174"/>
                      <a:gd name="T15" fmla="*/ 121 h 174"/>
                      <a:gd name="T16" fmla="*/ 174 w 174"/>
                      <a:gd name="T17" fmla="*/ 87 h 174"/>
                      <a:gd name="T18" fmla="*/ 167 w 174"/>
                      <a:gd name="T19" fmla="*/ 53 h 174"/>
                      <a:gd name="T20" fmla="*/ 148 w 174"/>
                      <a:gd name="T21" fmla="*/ 25 h 174"/>
                      <a:gd name="T22" fmla="*/ 121 w 174"/>
                      <a:gd name="T23" fmla="*/ 7 h 174"/>
                      <a:gd name="T24" fmla="*/ 87 w 174"/>
                      <a:gd name="T25" fmla="*/ 0 h 174"/>
                      <a:gd name="T26" fmla="*/ 53 w 174"/>
                      <a:gd name="T27" fmla="*/ 7 h 174"/>
                      <a:gd name="T28" fmla="*/ 25 w 174"/>
                      <a:gd name="T29" fmla="*/ 25 h 174"/>
                      <a:gd name="T30" fmla="*/ 6 w 174"/>
                      <a:gd name="T31" fmla="*/ 53 h 174"/>
                      <a:gd name="T32" fmla="*/ 0 w 174"/>
                      <a:gd name="T33" fmla="*/ 87 h 17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74" h="174">
                        <a:moveTo>
                          <a:pt x="0" y="87"/>
                        </a:moveTo>
                        <a:cubicBezTo>
                          <a:pt x="0" y="99"/>
                          <a:pt x="2" y="110"/>
                          <a:pt x="6" y="121"/>
                        </a:cubicBezTo>
                        <a:cubicBezTo>
                          <a:pt x="11" y="131"/>
                          <a:pt x="17" y="141"/>
                          <a:pt x="25" y="149"/>
                        </a:cubicBezTo>
                        <a:cubicBezTo>
                          <a:pt x="33" y="156"/>
                          <a:pt x="42" y="163"/>
                          <a:pt x="53" y="167"/>
                        </a:cubicBezTo>
                        <a:cubicBezTo>
                          <a:pt x="63" y="172"/>
                          <a:pt x="75" y="174"/>
                          <a:pt x="87" y="174"/>
                        </a:cubicBezTo>
                        <a:cubicBezTo>
                          <a:pt x="99" y="174"/>
                          <a:pt x="110" y="172"/>
                          <a:pt x="121" y="167"/>
                        </a:cubicBezTo>
                        <a:cubicBezTo>
                          <a:pt x="131" y="163"/>
                          <a:pt x="140" y="156"/>
                          <a:pt x="148" y="149"/>
                        </a:cubicBezTo>
                        <a:cubicBezTo>
                          <a:pt x="156" y="141"/>
                          <a:pt x="163" y="131"/>
                          <a:pt x="167" y="121"/>
                        </a:cubicBezTo>
                        <a:cubicBezTo>
                          <a:pt x="171" y="110"/>
                          <a:pt x="174" y="99"/>
                          <a:pt x="174" y="87"/>
                        </a:cubicBezTo>
                        <a:cubicBezTo>
                          <a:pt x="174" y="75"/>
                          <a:pt x="171" y="63"/>
                          <a:pt x="167" y="53"/>
                        </a:cubicBezTo>
                        <a:cubicBezTo>
                          <a:pt x="163" y="43"/>
                          <a:pt x="156" y="33"/>
                          <a:pt x="148" y="25"/>
                        </a:cubicBezTo>
                        <a:cubicBezTo>
                          <a:pt x="140" y="17"/>
                          <a:pt x="131" y="11"/>
                          <a:pt x="121" y="7"/>
                        </a:cubicBezTo>
                        <a:cubicBezTo>
                          <a:pt x="110" y="2"/>
                          <a:pt x="99" y="0"/>
                          <a:pt x="87" y="0"/>
                        </a:cubicBezTo>
                        <a:cubicBezTo>
                          <a:pt x="75" y="0"/>
                          <a:pt x="63" y="2"/>
                          <a:pt x="53" y="7"/>
                        </a:cubicBezTo>
                        <a:cubicBezTo>
                          <a:pt x="42" y="11"/>
                          <a:pt x="33" y="17"/>
                          <a:pt x="25" y="25"/>
                        </a:cubicBezTo>
                        <a:cubicBezTo>
                          <a:pt x="17" y="33"/>
                          <a:pt x="11" y="43"/>
                          <a:pt x="6" y="53"/>
                        </a:cubicBezTo>
                        <a:cubicBezTo>
                          <a:pt x="2" y="63"/>
                          <a:pt x="0" y="75"/>
                          <a:pt x="0" y="87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9" name="Freeform 58">
                    <a:extLst>
                      <a:ext uri="{FF2B5EF4-FFF2-40B4-BE49-F238E27FC236}">
                        <a16:creationId xmlns:a16="http://schemas.microsoft.com/office/drawing/2014/main" id="{02FC95C4-B83E-32F8-AEA7-DD0125B730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3268262">
                    <a:off x="8031898" y="2363816"/>
                    <a:ext cx="40960" cy="40960"/>
                  </a:xfrm>
                  <a:custGeom>
                    <a:avLst/>
                    <a:gdLst>
                      <a:gd name="T0" fmla="*/ 0 w 58"/>
                      <a:gd name="T1" fmla="*/ 29 h 58"/>
                      <a:gd name="T2" fmla="*/ 2 w 58"/>
                      <a:gd name="T3" fmla="*/ 40 h 58"/>
                      <a:gd name="T4" fmla="*/ 9 w 58"/>
                      <a:gd name="T5" fmla="*/ 49 h 58"/>
                      <a:gd name="T6" fmla="*/ 18 w 58"/>
                      <a:gd name="T7" fmla="*/ 56 h 58"/>
                      <a:gd name="T8" fmla="*/ 29 w 58"/>
                      <a:gd name="T9" fmla="*/ 58 h 58"/>
                      <a:gd name="T10" fmla="*/ 40 w 58"/>
                      <a:gd name="T11" fmla="*/ 56 h 58"/>
                      <a:gd name="T12" fmla="*/ 49 w 58"/>
                      <a:gd name="T13" fmla="*/ 49 h 58"/>
                      <a:gd name="T14" fmla="*/ 56 w 58"/>
                      <a:gd name="T15" fmla="*/ 40 h 58"/>
                      <a:gd name="T16" fmla="*/ 58 w 58"/>
                      <a:gd name="T17" fmla="*/ 29 h 58"/>
                      <a:gd name="T18" fmla="*/ 56 w 58"/>
                      <a:gd name="T19" fmla="*/ 18 h 58"/>
                      <a:gd name="T20" fmla="*/ 49 w 58"/>
                      <a:gd name="T21" fmla="*/ 8 h 58"/>
                      <a:gd name="T22" fmla="*/ 40 w 58"/>
                      <a:gd name="T23" fmla="*/ 2 h 58"/>
                      <a:gd name="T24" fmla="*/ 29 w 58"/>
                      <a:gd name="T25" fmla="*/ 0 h 58"/>
                      <a:gd name="T26" fmla="*/ 18 w 58"/>
                      <a:gd name="T27" fmla="*/ 2 h 58"/>
                      <a:gd name="T28" fmla="*/ 9 w 58"/>
                      <a:gd name="T29" fmla="*/ 8 h 58"/>
                      <a:gd name="T30" fmla="*/ 2 w 58"/>
                      <a:gd name="T31" fmla="*/ 18 h 58"/>
                      <a:gd name="T32" fmla="*/ 0 w 58"/>
                      <a:gd name="T33" fmla="*/ 29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58" h="58">
                        <a:moveTo>
                          <a:pt x="0" y="29"/>
                        </a:moveTo>
                        <a:cubicBezTo>
                          <a:pt x="0" y="33"/>
                          <a:pt x="1" y="37"/>
                          <a:pt x="2" y="40"/>
                        </a:cubicBezTo>
                        <a:cubicBezTo>
                          <a:pt x="4" y="44"/>
                          <a:pt x="6" y="47"/>
                          <a:pt x="9" y="49"/>
                        </a:cubicBezTo>
                        <a:cubicBezTo>
                          <a:pt x="11" y="52"/>
                          <a:pt x="14" y="54"/>
                          <a:pt x="18" y="56"/>
                        </a:cubicBezTo>
                        <a:cubicBezTo>
                          <a:pt x="21" y="57"/>
                          <a:pt x="25" y="58"/>
                          <a:pt x="29" y="58"/>
                        </a:cubicBezTo>
                        <a:cubicBezTo>
                          <a:pt x="33" y="58"/>
                          <a:pt x="37" y="57"/>
                          <a:pt x="40" y="56"/>
                        </a:cubicBezTo>
                        <a:cubicBezTo>
                          <a:pt x="44" y="54"/>
                          <a:pt x="47" y="52"/>
                          <a:pt x="49" y="49"/>
                        </a:cubicBezTo>
                        <a:cubicBezTo>
                          <a:pt x="52" y="47"/>
                          <a:pt x="54" y="44"/>
                          <a:pt x="56" y="40"/>
                        </a:cubicBezTo>
                        <a:cubicBezTo>
                          <a:pt x="57" y="37"/>
                          <a:pt x="58" y="33"/>
                          <a:pt x="58" y="29"/>
                        </a:cubicBezTo>
                        <a:cubicBezTo>
                          <a:pt x="58" y="25"/>
                          <a:pt x="57" y="21"/>
                          <a:pt x="56" y="18"/>
                        </a:cubicBezTo>
                        <a:cubicBezTo>
                          <a:pt x="54" y="14"/>
                          <a:pt x="52" y="11"/>
                          <a:pt x="49" y="8"/>
                        </a:cubicBezTo>
                        <a:cubicBezTo>
                          <a:pt x="47" y="6"/>
                          <a:pt x="44" y="4"/>
                          <a:pt x="40" y="2"/>
                        </a:cubicBezTo>
                        <a:cubicBezTo>
                          <a:pt x="37" y="1"/>
                          <a:pt x="33" y="0"/>
                          <a:pt x="29" y="0"/>
                        </a:cubicBezTo>
                        <a:cubicBezTo>
                          <a:pt x="25" y="0"/>
                          <a:pt x="21" y="1"/>
                          <a:pt x="18" y="2"/>
                        </a:cubicBezTo>
                        <a:cubicBezTo>
                          <a:pt x="14" y="4"/>
                          <a:pt x="11" y="6"/>
                          <a:pt x="9" y="8"/>
                        </a:cubicBezTo>
                        <a:cubicBezTo>
                          <a:pt x="6" y="11"/>
                          <a:pt x="4" y="14"/>
                          <a:pt x="2" y="18"/>
                        </a:cubicBezTo>
                        <a:cubicBezTo>
                          <a:pt x="1" y="21"/>
                          <a:pt x="0" y="25"/>
                          <a:pt x="0" y="2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50" name="Group 549">
                <a:extLst>
                  <a:ext uri="{FF2B5EF4-FFF2-40B4-BE49-F238E27FC236}">
                    <a16:creationId xmlns:a16="http://schemas.microsoft.com/office/drawing/2014/main" id="{ADE08B4F-3C8E-BF3A-ACF8-C53A26175968}"/>
                  </a:ext>
                </a:extLst>
              </p:cNvPr>
              <p:cNvGrpSpPr/>
              <p:nvPr/>
            </p:nvGrpSpPr>
            <p:grpSpPr>
              <a:xfrm rot="20091546" flipH="1">
                <a:off x="8873542" y="2007101"/>
                <a:ext cx="121716" cy="121715"/>
                <a:chOff x="8151231" y="2430400"/>
                <a:chExt cx="122581" cy="122581"/>
              </a:xfrm>
            </p:grpSpPr>
            <p:sp>
              <p:nvSpPr>
                <p:cNvPr id="561" name="Freeform 56">
                  <a:extLst>
                    <a:ext uri="{FF2B5EF4-FFF2-40B4-BE49-F238E27FC236}">
                      <a16:creationId xmlns:a16="http://schemas.microsoft.com/office/drawing/2014/main" id="{E9F60338-F843-DD8C-E7FC-8C93D9135B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51231" y="2430400"/>
                  <a:ext cx="122581" cy="122581"/>
                </a:xfrm>
                <a:custGeom>
                  <a:avLst/>
                  <a:gdLst>
                    <a:gd name="T0" fmla="*/ 0 w 174"/>
                    <a:gd name="T1" fmla="*/ 87 h 174"/>
                    <a:gd name="T2" fmla="*/ 6 w 174"/>
                    <a:gd name="T3" fmla="*/ 121 h 174"/>
                    <a:gd name="T4" fmla="*/ 25 w 174"/>
                    <a:gd name="T5" fmla="*/ 148 h 174"/>
                    <a:gd name="T6" fmla="*/ 53 w 174"/>
                    <a:gd name="T7" fmla="*/ 167 h 174"/>
                    <a:gd name="T8" fmla="*/ 87 w 174"/>
                    <a:gd name="T9" fmla="*/ 174 h 174"/>
                    <a:gd name="T10" fmla="*/ 121 w 174"/>
                    <a:gd name="T11" fmla="*/ 167 h 174"/>
                    <a:gd name="T12" fmla="*/ 148 w 174"/>
                    <a:gd name="T13" fmla="*/ 148 h 174"/>
                    <a:gd name="T14" fmla="*/ 167 w 174"/>
                    <a:gd name="T15" fmla="*/ 121 h 174"/>
                    <a:gd name="T16" fmla="*/ 174 w 174"/>
                    <a:gd name="T17" fmla="*/ 87 h 174"/>
                    <a:gd name="T18" fmla="*/ 167 w 174"/>
                    <a:gd name="T19" fmla="*/ 53 h 174"/>
                    <a:gd name="T20" fmla="*/ 148 w 174"/>
                    <a:gd name="T21" fmla="*/ 25 h 174"/>
                    <a:gd name="T22" fmla="*/ 121 w 174"/>
                    <a:gd name="T23" fmla="*/ 6 h 174"/>
                    <a:gd name="T24" fmla="*/ 87 w 174"/>
                    <a:gd name="T25" fmla="*/ 0 h 174"/>
                    <a:gd name="T26" fmla="*/ 53 w 174"/>
                    <a:gd name="T27" fmla="*/ 6 h 174"/>
                    <a:gd name="T28" fmla="*/ 25 w 174"/>
                    <a:gd name="T29" fmla="*/ 25 h 174"/>
                    <a:gd name="T30" fmla="*/ 6 w 174"/>
                    <a:gd name="T31" fmla="*/ 53 h 174"/>
                    <a:gd name="T32" fmla="*/ 0 w 174"/>
                    <a:gd name="T33" fmla="*/ 87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4" h="174">
                      <a:moveTo>
                        <a:pt x="0" y="87"/>
                      </a:moveTo>
                      <a:cubicBezTo>
                        <a:pt x="0" y="99"/>
                        <a:pt x="2" y="110"/>
                        <a:pt x="6" y="121"/>
                      </a:cubicBezTo>
                      <a:cubicBezTo>
                        <a:pt x="11" y="131"/>
                        <a:pt x="17" y="140"/>
                        <a:pt x="25" y="148"/>
                      </a:cubicBezTo>
                      <a:cubicBezTo>
                        <a:pt x="33" y="156"/>
                        <a:pt x="42" y="162"/>
                        <a:pt x="53" y="167"/>
                      </a:cubicBezTo>
                      <a:cubicBezTo>
                        <a:pt x="63" y="171"/>
                        <a:pt x="75" y="174"/>
                        <a:pt x="87" y="174"/>
                      </a:cubicBezTo>
                      <a:cubicBezTo>
                        <a:pt x="99" y="174"/>
                        <a:pt x="110" y="171"/>
                        <a:pt x="121" y="167"/>
                      </a:cubicBezTo>
                      <a:cubicBezTo>
                        <a:pt x="131" y="162"/>
                        <a:pt x="140" y="156"/>
                        <a:pt x="148" y="148"/>
                      </a:cubicBezTo>
                      <a:cubicBezTo>
                        <a:pt x="156" y="140"/>
                        <a:pt x="163" y="131"/>
                        <a:pt x="167" y="121"/>
                      </a:cubicBezTo>
                      <a:cubicBezTo>
                        <a:pt x="171" y="110"/>
                        <a:pt x="174" y="99"/>
                        <a:pt x="174" y="87"/>
                      </a:cubicBezTo>
                      <a:cubicBezTo>
                        <a:pt x="174" y="75"/>
                        <a:pt x="171" y="63"/>
                        <a:pt x="167" y="53"/>
                      </a:cubicBezTo>
                      <a:cubicBezTo>
                        <a:pt x="163" y="42"/>
                        <a:pt x="156" y="33"/>
                        <a:pt x="148" y="25"/>
                      </a:cubicBezTo>
                      <a:cubicBezTo>
                        <a:pt x="140" y="17"/>
                        <a:pt x="131" y="11"/>
                        <a:pt x="121" y="6"/>
                      </a:cubicBezTo>
                      <a:cubicBezTo>
                        <a:pt x="110" y="2"/>
                        <a:pt x="99" y="0"/>
                        <a:pt x="87" y="0"/>
                      </a:cubicBezTo>
                      <a:cubicBezTo>
                        <a:pt x="75" y="0"/>
                        <a:pt x="63" y="2"/>
                        <a:pt x="53" y="6"/>
                      </a:cubicBezTo>
                      <a:cubicBezTo>
                        <a:pt x="42" y="11"/>
                        <a:pt x="33" y="17"/>
                        <a:pt x="25" y="25"/>
                      </a:cubicBezTo>
                      <a:cubicBezTo>
                        <a:pt x="17" y="33"/>
                        <a:pt x="11" y="42"/>
                        <a:pt x="6" y="53"/>
                      </a:cubicBezTo>
                      <a:cubicBezTo>
                        <a:pt x="2" y="63"/>
                        <a:pt x="0" y="75"/>
                        <a:pt x="0" y="87"/>
                      </a:cubicBezTo>
                      <a:close/>
                    </a:path>
                  </a:pathLst>
                </a:custGeom>
                <a:solidFill>
                  <a:srgbClr val="4FB7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2" name="Freeform 59">
                  <a:extLst>
                    <a:ext uri="{FF2B5EF4-FFF2-40B4-BE49-F238E27FC236}">
                      <a16:creationId xmlns:a16="http://schemas.microsoft.com/office/drawing/2014/main" id="{707973FD-692B-B3C8-A718-83792BFC62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91893" y="2471360"/>
                  <a:ext cx="40960" cy="40960"/>
                </a:xfrm>
                <a:custGeom>
                  <a:avLst/>
                  <a:gdLst>
                    <a:gd name="T0" fmla="*/ 0 w 58"/>
                    <a:gd name="T1" fmla="*/ 29 h 58"/>
                    <a:gd name="T2" fmla="*/ 2 w 58"/>
                    <a:gd name="T3" fmla="*/ 40 h 58"/>
                    <a:gd name="T4" fmla="*/ 8 w 58"/>
                    <a:gd name="T5" fmla="*/ 49 h 58"/>
                    <a:gd name="T6" fmla="*/ 17 w 58"/>
                    <a:gd name="T7" fmla="*/ 55 h 58"/>
                    <a:gd name="T8" fmla="*/ 29 w 58"/>
                    <a:gd name="T9" fmla="*/ 58 h 58"/>
                    <a:gd name="T10" fmla="*/ 40 w 58"/>
                    <a:gd name="T11" fmla="*/ 55 h 58"/>
                    <a:gd name="T12" fmla="*/ 49 w 58"/>
                    <a:gd name="T13" fmla="*/ 49 h 58"/>
                    <a:gd name="T14" fmla="*/ 55 w 58"/>
                    <a:gd name="T15" fmla="*/ 40 h 58"/>
                    <a:gd name="T16" fmla="*/ 58 w 58"/>
                    <a:gd name="T17" fmla="*/ 29 h 58"/>
                    <a:gd name="T18" fmla="*/ 55 w 58"/>
                    <a:gd name="T19" fmla="*/ 17 h 58"/>
                    <a:gd name="T20" fmla="*/ 49 w 58"/>
                    <a:gd name="T21" fmla="*/ 8 h 58"/>
                    <a:gd name="T22" fmla="*/ 40 w 58"/>
                    <a:gd name="T23" fmla="*/ 2 h 58"/>
                    <a:gd name="T24" fmla="*/ 29 w 58"/>
                    <a:gd name="T25" fmla="*/ 0 h 58"/>
                    <a:gd name="T26" fmla="*/ 17 w 58"/>
                    <a:gd name="T27" fmla="*/ 2 h 58"/>
                    <a:gd name="T28" fmla="*/ 8 w 58"/>
                    <a:gd name="T29" fmla="*/ 8 h 58"/>
                    <a:gd name="T30" fmla="*/ 2 w 58"/>
                    <a:gd name="T31" fmla="*/ 17 h 58"/>
                    <a:gd name="T32" fmla="*/ 0 w 58"/>
                    <a:gd name="T33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8" h="58">
                      <a:moveTo>
                        <a:pt x="0" y="29"/>
                      </a:moveTo>
                      <a:cubicBezTo>
                        <a:pt x="0" y="33"/>
                        <a:pt x="1" y="36"/>
                        <a:pt x="2" y="40"/>
                      </a:cubicBezTo>
                      <a:cubicBezTo>
                        <a:pt x="4" y="43"/>
                        <a:pt x="6" y="46"/>
                        <a:pt x="8" y="49"/>
                      </a:cubicBezTo>
                      <a:cubicBezTo>
                        <a:pt x="11" y="52"/>
                        <a:pt x="14" y="54"/>
                        <a:pt x="17" y="55"/>
                      </a:cubicBezTo>
                      <a:cubicBezTo>
                        <a:pt x="21" y="57"/>
                        <a:pt x="25" y="58"/>
                        <a:pt x="29" y="58"/>
                      </a:cubicBezTo>
                      <a:cubicBezTo>
                        <a:pt x="33" y="58"/>
                        <a:pt x="37" y="57"/>
                        <a:pt x="40" y="55"/>
                      </a:cubicBezTo>
                      <a:cubicBezTo>
                        <a:pt x="43" y="54"/>
                        <a:pt x="47" y="52"/>
                        <a:pt x="49" y="49"/>
                      </a:cubicBezTo>
                      <a:cubicBezTo>
                        <a:pt x="52" y="46"/>
                        <a:pt x="54" y="43"/>
                        <a:pt x="55" y="40"/>
                      </a:cubicBezTo>
                      <a:cubicBezTo>
                        <a:pt x="57" y="36"/>
                        <a:pt x="58" y="33"/>
                        <a:pt x="58" y="29"/>
                      </a:cubicBezTo>
                      <a:cubicBezTo>
                        <a:pt x="58" y="25"/>
                        <a:pt x="57" y="21"/>
                        <a:pt x="55" y="17"/>
                      </a:cubicBezTo>
                      <a:cubicBezTo>
                        <a:pt x="54" y="14"/>
                        <a:pt x="52" y="11"/>
                        <a:pt x="49" y="8"/>
                      </a:cubicBezTo>
                      <a:cubicBezTo>
                        <a:pt x="47" y="6"/>
                        <a:pt x="43" y="3"/>
                        <a:pt x="40" y="2"/>
                      </a:cubicBezTo>
                      <a:cubicBezTo>
                        <a:pt x="37" y="1"/>
                        <a:pt x="33" y="0"/>
                        <a:pt x="29" y="0"/>
                      </a:cubicBezTo>
                      <a:cubicBezTo>
                        <a:pt x="25" y="0"/>
                        <a:pt x="21" y="1"/>
                        <a:pt x="17" y="2"/>
                      </a:cubicBezTo>
                      <a:cubicBezTo>
                        <a:pt x="14" y="3"/>
                        <a:pt x="11" y="6"/>
                        <a:pt x="8" y="8"/>
                      </a:cubicBezTo>
                      <a:cubicBezTo>
                        <a:pt x="6" y="11"/>
                        <a:pt x="4" y="14"/>
                        <a:pt x="2" y="17"/>
                      </a:cubicBezTo>
                      <a:cubicBezTo>
                        <a:pt x="1" y="21"/>
                        <a:pt x="0" y="25"/>
                        <a:pt x="0" y="2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51" name="Freeform 60">
                <a:extLst>
                  <a:ext uri="{FF2B5EF4-FFF2-40B4-BE49-F238E27FC236}">
                    <a16:creationId xmlns:a16="http://schemas.microsoft.com/office/drawing/2014/main" id="{EFDE45BF-65EE-964A-98B5-418C0270D0E5}"/>
                  </a:ext>
                </a:extLst>
              </p:cNvPr>
              <p:cNvSpPr>
                <a:spLocks/>
              </p:cNvSpPr>
              <p:nvPr/>
            </p:nvSpPr>
            <p:spPr bwMode="auto">
              <a:xfrm rot="18797561" flipH="1">
                <a:off x="8396176" y="2332913"/>
                <a:ext cx="196867" cy="167986"/>
              </a:xfrm>
              <a:custGeom>
                <a:avLst/>
                <a:gdLst>
                  <a:gd name="T0" fmla="*/ 0 w 668"/>
                  <a:gd name="T1" fmla="*/ 195 h 570"/>
                  <a:gd name="T2" fmla="*/ 133 w 668"/>
                  <a:gd name="T3" fmla="*/ 287 h 570"/>
                  <a:gd name="T4" fmla="*/ 266 w 668"/>
                  <a:gd name="T5" fmla="*/ 382 h 570"/>
                  <a:gd name="T6" fmla="*/ 397 w 668"/>
                  <a:gd name="T7" fmla="*/ 475 h 570"/>
                  <a:gd name="T8" fmla="*/ 530 w 668"/>
                  <a:gd name="T9" fmla="*/ 570 h 570"/>
                  <a:gd name="T10" fmla="*/ 563 w 668"/>
                  <a:gd name="T11" fmla="*/ 522 h 570"/>
                  <a:gd name="T12" fmla="*/ 599 w 668"/>
                  <a:gd name="T13" fmla="*/ 473 h 570"/>
                  <a:gd name="T14" fmla="*/ 634 w 668"/>
                  <a:gd name="T15" fmla="*/ 425 h 570"/>
                  <a:gd name="T16" fmla="*/ 668 w 668"/>
                  <a:gd name="T17" fmla="*/ 375 h 570"/>
                  <a:gd name="T18" fmla="*/ 535 w 668"/>
                  <a:gd name="T19" fmla="*/ 283 h 570"/>
                  <a:gd name="T20" fmla="*/ 404 w 668"/>
                  <a:gd name="T21" fmla="*/ 188 h 570"/>
                  <a:gd name="T22" fmla="*/ 271 w 668"/>
                  <a:gd name="T23" fmla="*/ 93 h 570"/>
                  <a:gd name="T24" fmla="*/ 140 w 668"/>
                  <a:gd name="T25" fmla="*/ 0 h 570"/>
                  <a:gd name="T26" fmla="*/ 105 w 668"/>
                  <a:gd name="T27" fmla="*/ 47 h 570"/>
                  <a:gd name="T28" fmla="*/ 69 w 668"/>
                  <a:gd name="T29" fmla="*/ 97 h 570"/>
                  <a:gd name="T30" fmla="*/ 36 w 668"/>
                  <a:gd name="T31" fmla="*/ 145 h 570"/>
                  <a:gd name="T32" fmla="*/ 0 w 668"/>
                  <a:gd name="T33" fmla="*/ 195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68" h="570">
                    <a:moveTo>
                      <a:pt x="0" y="195"/>
                    </a:moveTo>
                    <a:lnTo>
                      <a:pt x="133" y="287"/>
                    </a:lnTo>
                    <a:lnTo>
                      <a:pt x="266" y="382"/>
                    </a:lnTo>
                    <a:lnTo>
                      <a:pt x="397" y="475"/>
                    </a:lnTo>
                    <a:lnTo>
                      <a:pt x="530" y="570"/>
                    </a:lnTo>
                    <a:lnTo>
                      <a:pt x="563" y="522"/>
                    </a:lnTo>
                    <a:lnTo>
                      <a:pt x="599" y="473"/>
                    </a:lnTo>
                    <a:lnTo>
                      <a:pt x="634" y="425"/>
                    </a:lnTo>
                    <a:lnTo>
                      <a:pt x="668" y="375"/>
                    </a:lnTo>
                    <a:lnTo>
                      <a:pt x="535" y="283"/>
                    </a:lnTo>
                    <a:lnTo>
                      <a:pt x="404" y="188"/>
                    </a:lnTo>
                    <a:lnTo>
                      <a:pt x="271" y="93"/>
                    </a:lnTo>
                    <a:lnTo>
                      <a:pt x="140" y="0"/>
                    </a:lnTo>
                    <a:lnTo>
                      <a:pt x="105" y="47"/>
                    </a:lnTo>
                    <a:lnTo>
                      <a:pt x="69" y="97"/>
                    </a:lnTo>
                    <a:lnTo>
                      <a:pt x="36" y="145"/>
                    </a:lnTo>
                    <a:lnTo>
                      <a:pt x="0" y="195"/>
                    </a:ln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A2ABB0"/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2" name="Freeform 61">
                <a:extLst>
                  <a:ext uri="{FF2B5EF4-FFF2-40B4-BE49-F238E27FC236}">
                    <a16:creationId xmlns:a16="http://schemas.microsoft.com/office/drawing/2014/main" id="{ED843E31-7AB0-DCC6-0DF2-D71923C389DA}"/>
                  </a:ext>
                </a:extLst>
              </p:cNvPr>
              <p:cNvSpPr>
                <a:spLocks/>
              </p:cNvSpPr>
              <p:nvPr/>
            </p:nvSpPr>
            <p:spPr bwMode="auto">
              <a:xfrm rot="331086" flipH="1">
                <a:off x="8461991" y="2104004"/>
                <a:ext cx="350115" cy="290289"/>
              </a:xfrm>
              <a:custGeom>
                <a:avLst/>
                <a:gdLst>
                  <a:gd name="T0" fmla="*/ 328 w 500"/>
                  <a:gd name="T1" fmla="*/ 392 h 415"/>
                  <a:gd name="T2" fmla="*/ 259 w 500"/>
                  <a:gd name="T3" fmla="*/ 343 h 415"/>
                  <a:gd name="T4" fmla="*/ 189 w 500"/>
                  <a:gd name="T5" fmla="*/ 294 h 415"/>
                  <a:gd name="T6" fmla="*/ 120 w 500"/>
                  <a:gd name="T7" fmla="*/ 244 h 415"/>
                  <a:gd name="T8" fmla="*/ 50 w 500"/>
                  <a:gd name="T9" fmla="*/ 195 h 415"/>
                  <a:gd name="T10" fmla="*/ 20 w 500"/>
                  <a:gd name="T11" fmla="*/ 162 h 415"/>
                  <a:gd name="T12" fmla="*/ 3 w 500"/>
                  <a:gd name="T13" fmla="*/ 123 h 415"/>
                  <a:gd name="T14" fmla="*/ 2 w 500"/>
                  <a:gd name="T15" fmla="*/ 80 h 415"/>
                  <a:gd name="T16" fmla="*/ 2 w 500"/>
                  <a:gd name="T17" fmla="*/ 79 h 415"/>
                  <a:gd name="T18" fmla="*/ 50 w 500"/>
                  <a:gd name="T19" fmla="*/ 13 h 415"/>
                  <a:gd name="T20" fmla="*/ 51 w 500"/>
                  <a:gd name="T21" fmla="*/ 13 h 415"/>
                  <a:gd name="T22" fmla="*/ 91 w 500"/>
                  <a:gd name="T23" fmla="*/ 2 h 415"/>
                  <a:gd name="T24" fmla="*/ 132 w 500"/>
                  <a:gd name="T25" fmla="*/ 5 h 415"/>
                  <a:gd name="T26" fmla="*/ 172 w 500"/>
                  <a:gd name="T27" fmla="*/ 23 h 415"/>
                  <a:gd name="T28" fmla="*/ 241 w 500"/>
                  <a:gd name="T29" fmla="*/ 73 h 415"/>
                  <a:gd name="T30" fmla="*/ 311 w 500"/>
                  <a:gd name="T31" fmla="*/ 122 h 415"/>
                  <a:gd name="T32" fmla="*/ 380 w 500"/>
                  <a:gd name="T33" fmla="*/ 172 h 415"/>
                  <a:gd name="T34" fmla="*/ 450 w 500"/>
                  <a:gd name="T35" fmla="*/ 221 h 415"/>
                  <a:gd name="T36" fmla="*/ 480 w 500"/>
                  <a:gd name="T37" fmla="*/ 253 h 415"/>
                  <a:gd name="T38" fmla="*/ 497 w 500"/>
                  <a:gd name="T39" fmla="*/ 293 h 415"/>
                  <a:gd name="T40" fmla="*/ 498 w 500"/>
                  <a:gd name="T41" fmla="*/ 336 h 415"/>
                  <a:gd name="T42" fmla="*/ 498 w 500"/>
                  <a:gd name="T43" fmla="*/ 337 h 415"/>
                  <a:gd name="T44" fmla="*/ 450 w 500"/>
                  <a:gd name="T45" fmla="*/ 402 h 415"/>
                  <a:gd name="T46" fmla="*/ 449 w 500"/>
                  <a:gd name="T47" fmla="*/ 403 h 415"/>
                  <a:gd name="T48" fmla="*/ 409 w 500"/>
                  <a:gd name="T49" fmla="*/ 414 h 415"/>
                  <a:gd name="T50" fmla="*/ 368 w 500"/>
                  <a:gd name="T51" fmla="*/ 411 h 415"/>
                  <a:gd name="T52" fmla="*/ 328 w 500"/>
                  <a:gd name="T53" fmla="*/ 392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00" h="415">
                    <a:moveTo>
                      <a:pt x="328" y="392"/>
                    </a:moveTo>
                    <a:cubicBezTo>
                      <a:pt x="259" y="343"/>
                      <a:pt x="259" y="343"/>
                      <a:pt x="259" y="343"/>
                    </a:cubicBezTo>
                    <a:cubicBezTo>
                      <a:pt x="189" y="294"/>
                      <a:pt x="189" y="294"/>
                      <a:pt x="189" y="294"/>
                    </a:cubicBezTo>
                    <a:cubicBezTo>
                      <a:pt x="120" y="244"/>
                      <a:pt x="120" y="244"/>
                      <a:pt x="120" y="244"/>
                    </a:cubicBezTo>
                    <a:cubicBezTo>
                      <a:pt x="50" y="195"/>
                      <a:pt x="50" y="195"/>
                      <a:pt x="50" y="195"/>
                    </a:cubicBezTo>
                    <a:cubicBezTo>
                      <a:pt x="38" y="186"/>
                      <a:pt x="28" y="175"/>
                      <a:pt x="20" y="162"/>
                    </a:cubicBezTo>
                    <a:cubicBezTo>
                      <a:pt x="12" y="150"/>
                      <a:pt x="6" y="137"/>
                      <a:pt x="3" y="123"/>
                    </a:cubicBezTo>
                    <a:cubicBezTo>
                      <a:pt x="0" y="109"/>
                      <a:pt x="0" y="94"/>
                      <a:pt x="2" y="80"/>
                    </a:cubicBezTo>
                    <a:cubicBezTo>
                      <a:pt x="2" y="80"/>
                      <a:pt x="2" y="79"/>
                      <a:pt x="2" y="79"/>
                    </a:cubicBezTo>
                    <a:cubicBezTo>
                      <a:pt x="6" y="51"/>
                      <a:pt x="24" y="26"/>
                      <a:pt x="50" y="13"/>
                    </a:cubicBezTo>
                    <a:cubicBezTo>
                      <a:pt x="50" y="13"/>
                      <a:pt x="50" y="13"/>
                      <a:pt x="51" y="13"/>
                    </a:cubicBezTo>
                    <a:cubicBezTo>
                      <a:pt x="63" y="7"/>
                      <a:pt x="77" y="3"/>
                      <a:pt x="91" y="2"/>
                    </a:cubicBezTo>
                    <a:cubicBezTo>
                      <a:pt x="105" y="0"/>
                      <a:pt x="119" y="2"/>
                      <a:pt x="132" y="5"/>
                    </a:cubicBezTo>
                    <a:cubicBezTo>
                      <a:pt x="146" y="9"/>
                      <a:pt x="159" y="15"/>
                      <a:pt x="172" y="23"/>
                    </a:cubicBezTo>
                    <a:cubicBezTo>
                      <a:pt x="241" y="73"/>
                      <a:pt x="241" y="73"/>
                      <a:pt x="241" y="73"/>
                    </a:cubicBezTo>
                    <a:cubicBezTo>
                      <a:pt x="311" y="122"/>
                      <a:pt x="311" y="122"/>
                      <a:pt x="311" y="122"/>
                    </a:cubicBezTo>
                    <a:cubicBezTo>
                      <a:pt x="380" y="172"/>
                      <a:pt x="380" y="172"/>
                      <a:pt x="380" y="172"/>
                    </a:cubicBezTo>
                    <a:cubicBezTo>
                      <a:pt x="450" y="221"/>
                      <a:pt x="450" y="221"/>
                      <a:pt x="450" y="221"/>
                    </a:cubicBezTo>
                    <a:cubicBezTo>
                      <a:pt x="462" y="230"/>
                      <a:pt x="472" y="241"/>
                      <a:pt x="480" y="253"/>
                    </a:cubicBezTo>
                    <a:cubicBezTo>
                      <a:pt x="488" y="266"/>
                      <a:pt x="494" y="279"/>
                      <a:pt x="497" y="293"/>
                    </a:cubicBezTo>
                    <a:cubicBezTo>
                      <a:pt x="500" y="307"/>
                      <a:pt x="500" y="322"/>
                      <a:pt x="498" y="336"/>
                    </a:cubicBezTo>
                    <a:cubicBezTo>
                      <a:pt x="498" y="336"/>
                      <a:pt x="498" y="336"/>
                      <a:pt x="498" y="337"/>
                    </a:cubicBezTo>
                    <a:cubicBezTo>
                      <a:pt x="494" y="365"/>
                      <a:pt x="476" y="390"/>
                      <a:pt x="450" y="402"/>
                    </a:cubicBezTo>
                    <a:cubicBezTo>
                      <a:pt x="450" y="402"/>
                      <a:pt x="450" y="403"/>
                      <a:pt x="449" y="403"/>
                    </a:cubicBezTo>
                    <a:cubicBezTo>
                      <a:pt x="437" y="409"/>
                      <a:pt x="423" y="413"/>
                      <a:pt x="409" y="414"/>
                    </a:cubicBezTo>
                    <a:cubicBezTo>
                      <a:pt x="396" y="415"/>
                      <a:pt x="381" y="414"/>
                      <a:pt x="368" y="411"/>
                    </a:cubicBezTo>
                    <a:cubicBezTo>
                      <a:pt x="354" y="407"/>
                      <a:pt x="341" y="401"/>
                      <a:pt x="328" y="392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459FED"/>
                  </a:gs>
                  <a:gs pos="0">
                    <a:srgbClr val="7ECAF8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3" name="Freeform 62">
                <a:extLst>
                  <a:ext uri="{FF2B5EF4-FFF2-40B4-BE49-F238E27FC236}">
                    <a16:creationId xmlns:a16="http://schemas.microsoft.com/office/drawing/2014/main" id="{BC7143D2-EE49-CA7F-1BD3-813AC5E215C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377375" y="2437933"/>
                <a:ext cx="197457" cy="458276"/>
              </a:xfrm>
              <a:custGeom>
                <a:avLst/>
                <a:gdLst>
                  <a:gd name="T0" fmla="*/ 0 w 282"/>
                  <a:gd name="T1" fmla="*/ 496 h 655"/>
                  <a:gd name="T2" fmla="*/ 0 w 282"/>
                  <a:gd name="T3" fmla="*/ 412 h 655"/>
                  <a:gd name="T4" fmla="*/ 0 w 282"/>
                  <a:gd name="T5" fmla="*/ 328 h 655"/>
                  <a:gd name="T6" fmla="*/ 0 w 282"/>
                  <a:gd name="T7" fmla="*/ 244 h 655"/>
                  <a:gd name="T8" fmla="*/ 0 w 282"/>
                  <a:gd name="T9" fmla="*/ 159 h 655"/>
                  <a:gd name="T10" fmla="*/ 11 w 282"/>
                  <a:gd name="T11" fmla="*/ 101 h 655"/>
                  <a:gd name="T12" fmla="*/ 41 w 282"/>
                  <a:gd name="T13" fmla="*/ 53 h 655"/>
                  <a:gd name="T14" fmla="*/ 86 w 282"/>
                  <a:gd name="T15" fmla="*/ 18 h 655"/>
                  <a:gd name="T16" fmla="*/ 93 w 282"/>
                  <a:gd name="T17" fmla="*/ 14 h 655"/>
                  <a:gd name="T18" fmla="*/ 189 w 282"/>
                  <a:gd name="T19" fmla="*/ 14 h 655"/>
                  <a:gd name="T20" fmla="*/ 197 w 282"/>
                  <a:gd name="T21" fmla="*/ 18 h 655"/>
                  <a:gd name="T22" fmla="*/ 241 w 282"/>
                  <a:gd name="T23" fmla="*/ 53 h 655"/>
                  <a:gd name="T24" fmla="*/ 271 w 282"/>
                  <a:gd name="T25" fmla="*/ 101 h 655"/>
                  <a:gd name="T26" fmla="*/ 282 w 282"/>
                  <a:gd name="T27" fmla="*/ 159 h 655"/>
                  <a:gd name="T28" fmla="*/ 282 w 282"/>
                  <a:gd name="T29" fmla="*/ 244 h 655"/>
                  <a:gd name="T30" fmla="*/ 282 w 282"/>
                  <a:gd name="T31" fmla="*/ 328 h 655"/>
                  <a:gd name="T32" fmla="*/ 282 w 282"/>
                  <a:gd name="T33" fmla="*/ 412 h 655"/>
                  <a:gd name="T34" fmla="*/ 282 w 282"/>
                  <a:gd name="T35" fmla="*/ 496 h 655"/>
                  <a:gd name="T36" fmla="*/ 271 w 282"/>
                  <a:gd name="T37" fmla="*/ 554 h 655"/>
                  <a:gd name="T38" fmla="*/ 241 w 282"/>
                  <a:gd name="T39" fmla="*/ 603 h 655"/>
                  <a:gd name="T40" fmla="*/ 197 w 282"/>
                  <a:gd name="T41" fmla="*/ 638 h 655"/>
                  <a:gd name="T42" fmla="*/ 189 w 282"/>
                  <a:gd name="T43" fmla="*/ 641 h 655"/>
                  <a:gd name="T44" fmla="*/ 93 w 282"/>
                  <a:gd name="T45" fmla="*/ 641 h 655"/>
                  <a:gd name="T46" fmla="*/ 86 w 282"/>
                  <a:gd name="T47" fmla="*/ 638 h 655"/>
                  <a:gd name="T48" fmla="*/ 41 w 282"/>
                  <a:gd name="T49" fmla="*/ 603 h 655"/>
                  <a:gd name="T50" fmla="*/ 11 w 282"/>
                  <a:gd name="T51" fmla="*/ 554 h 655"/>
                  <a:gd name="T52" fmla="*/ 0 w 282"/>
                  <a:gd name="T53" fmla="*/ 496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82" h="655">
                    <a:moveTo>
                      <a:pt x="0" y="496"/>
                    </a:moveTo>
                    <a:cubicBezTo>
                      <a:pt x="0" y="412"/>
                      <a:pt x="0" y="412"/>
                      <a:pt x="0" y="412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0" y="159"/>
                      <a:pt x="0" y="159"/>
                      <a:pt x="0" y="159"/>
                    </a:cubicBezTo>
                    <a:cubicBezTo>
                      <a:pt x="0" y="139"/>
                      <a:pt x="4" y="119"/>
                      <a:pt x="11" y="101"/>
                    </a:cubicBezTo>
                    <a:cubicBezTo>
                      <a:pt x="18" y="83"/>
                      <a:pt x="28" y="67"/>
                      <a:pt x="41" y="53"/>
                    </a:cubicBezTo>
                    <a:cubicBezTo>
                      <a:pt x="54" y="39"/>
                      <a:pt x="69" y="27"/>
                      <a:pt x="86" y="18"/>
                    </a:cubicBezTo>
                    <a:cubicBezTo>
                      <a:pt x="88" y="17"/>
                      <a:pt x="91" y="15"/>
                      <a:pt x="93" y="14"/>
                    </a:cubicBezTo>
                    <a:cubicBezTo>
                      <a:pt x="123" y="0"/>
                      <a:pt x="159" y="0"/>
                      <a:pt x="189" y="14"/>
                    </a:cubicBezTo>
                    <a:cubicBezTo>
                      <a:pt x="192" y="15"/>
                      <a:pt x="194" y="17"/>
                      <a:pt x="197" y="18"/>
                    </a:cubicBezTo>
                    <a:cubicBezTo>
                      <a:pt x="213" y="27"/>
                      <a:pt x="229" y="39"/>
                      <a:pt x="241" y="53"/>
                    </a:cubicBezTo>
                    <a:cubicBezTo>
                      <a:pt x="254" y="67"/>
                      <a:pt x="264" y="83"/>
                      <a:pt x="271" y="101"/>
                    </a:cubicBezTo>
                    <a:cubicBezTo>
                      <a:pt x="278" y="119"/>
                      <a:pt x="282" y="139"/>
                      <a:pt x="282" y="159"/>
                    </a:cubicBezTo>
                    <a:cubicBezTo>
                      <a:pt x="282" y="244"/>
                      <a:pt x="282" y="244"/>
                      <a:pt x="282" y="244"/>
                    </a:cubicBezTo>
                    <a:cubicBezTo>
                      <a:pt x="282" y="328"/>
                      <a:pt x="282" y="328"/>
                      <a:pt x="282" y="328"/>
                    </a:cubicBezTo>
                    <a:cubicBezTo>
                      <a:pt x="282" y="412"/>
                      <a:pt x="282" y="412"/>
                      <a:pt x="282" y="412"/>
                    </a:cubicBezTo>
                    <a:cubicBezTo>
                      <a:pt x="282" y="496"/>
                      <a:pt x="282" y="496"/>
                      <a:pt x="282" y="496"/>
                    </a:cubicBezTo>
                    <a:cubicBezTo>
                      <a:pt x="282" y="517"/>
                      <a:pt x="278" y="536"/>
                      <a:pt x="271" y="554"/>
                    </a:cubicBezTo>
                    <a:cubicBezTo>
                      <a:pt x="264" y="572"/>
                      <a:pt x="254" y="589"/>
                      <a:pt x="241" y="603"/>
                    </a:cubicBezTo>
                    <a:cubicBezTo>
                      <a:pt x="229" y="617"/>
                      <a:pt x="213" y="629"/>
                      <a:pt x="197" y="638"/>
                    </a:cubicBezTo>
                    <a:cubicBezTo>
                      <a:pt x="194" y="639"/>
                      <a:pt x="192" y="640"/>
                      <a:pt x="189" y="641"/>
                    </a:cubicBezTo>
                    <a:cubicBezTo>
                      <a:pt x="159" y="655"/>
                      <a:pt x="123" y="655"/>
                      <a:pt x="93" y="641"/>
                    </a:cubicBezTo>
                    <a:cubicBezTo>
                      <a:pt x="91" y="640"/>
                      <a:pt x="88" y="639"/>
                      <a:pt x="86" y="638"/>
                    </a:cubicBezTo>
                    <a:cubicBezTo>
                      <a:pt x="69" y="629"/>
                      <a:pt x="54" y="617"/>
                      <a:pt x="41" y="603"/>
                    </a:cubicBezTo>
                    <a:cubicBezTo>
                      <a:pt x="28" y="589"/>
                      <a:pt x="18" y="572"/>
                      <a:pt x="11" y="554"/>
                    </a:cubicBezTo>
                    <a:cubicBezTo>
                      <a:pt x="4" y="536"/>
                      <a:pt x="0" y="517"/>
                      <a:pt x="0" y="496"/>
                    </a:cubicBezTo>
                    <a:close/>
                  </a:path>
                </a:pathLst>
              </a:custGeom>
              <a:gradFill>
                <a:gsLst>
                  <a:gs pos="88000">
                    <a:srgbClr val="459FED"/>
                  </a:gs>
                  <a:gs pos="0">
                    <a:srgbClr val="7ECAF8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4" name="Freeform 64">
                <a:extLst>
                  <a:ext uri="{FF2B5EF4-FFF2-40B4-BE49-F238E27FC236}">
                    <a16:creationId xmlns:a16="http://schemas.microsoft.com/office/drawing/2014/main" id="{734489FF-969C-E6C5-DE3C-C5A31F725A8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329336" y="2755631"/>
                <a:ext cx="293826" cy="195982"/>
              </a:xfrm>
              <a:custGeom>
                <a:avLst/>
                <a:gdLst>
                  <a:gd name="T0" fmla="*/ 27 w 420"/>
                  <a:gd name="T1" fmla="*/ 232 h 280"/>
                  <a:gd name="T2" fmla="*/ 27 w 420"/>
                  <a:gd name="T3" fmla="*/ 220 h 280"/>
                  <a:gd name="T4" fmla="*/ 27 w 420"/>
                  <a:gd name="T5" fmla="*/ 208 h 280"/>
                  <a:gd name="T6" fmla="*/ 27 w 420"/>
                  <a:gd name="T7" fmla="*/ 195 h 280"/>
                  <a:gd name="T8" fmla="*/ 27 w 420"/>
                  <a:gd name="T9" fmla="*/ 183 h 280"/>
                  <a:gd name="T10" fmla="*/ 41 w 420"/>
                  <a:gd name="T11" fmla="*/ 112 h 280"/>
                  <a:gd name="T12" fmla="*/ 80 w 420"/>
                  <a:gd name="T13" fmla="*/ 53 h 280"/>
                  <a:gd name="T14" fmla="*/ 139 w 420"/>
                  <a:gd name="T15" fmla="*/ 14 h 280"/>
                  <a:gd name="T16" fmla="*/ 210 w 420"/>
                  <a:gd name="T17" fmla="*/ 0 h 280"/>
                  <a:gd name="T18" fmla="*/ 210 w 420"/>
                  <a:gd name="T19" fmla="*/ 0 h 280"/>
                  <a:gd name="T20" fmla="*/ 210 w 420"/>
                  <a:gd name="T21" fmla="*/ 0 h 280"/>
                  <a:gd name="T22" fmla="*/ 210 w 420"/>
                  <a:gd name="T23" fmla="*/ 0 h 280"/>
                  <a:gd name="T24" fmla="*/ 210 w 420"/>
                  <a:gd name="T25" fmla="*/ 0 h 280"/>
                  <a:gd name="T26" fmla="*/ 282 w 420"/>
                  <a:gd name="T27" fmla="*/ 14 h 280"/>
                  <a:gd name="T28" fmla="*/ 340 w 420"/>
                  <a:gd name="T29" fmla="*/ 53 h 280"/>
                  <a:gd name="T30" fmla="*/ 379 w 420"/>
                  <a:gd name="T31" fmla="*/ 112 h 280"/>
                  <a:gd name="T32" fmla="*/ 394 w 420"/>
                  <a:gd name="T33" fmla="*/ 183 h 280"/>
                  <a:gd name="T34" fmla="*/ 394 w 420"/>
                  <a:gd name="T35" fmla="*/ 195 h 280"/>
                  <a:gd name="T36" fmla="*/ 394 w 420"/>
                  <a:gd name="T37" fmla="*/ 208 h 280"/>
                  <a:gd name="T38" fmla="*/ 394 w 420"/>
                  <a:gd name="T39" fmla="*/ 220 h 280"/>
                  <a:gd name="T40" fmla="*/ 394 w 420"/>
                  <a:gd name="T41" fmla="*/ 232 h 280"/>
                  <a:gd name="T42" fmla="*/ 400 w 420"/>
                  <a:gd name="T43" fmla="*/ 232 h 280"/>
                  <a:gd name="T44" fmla="*/ 407 w 420"/>
                  <a:gd name="T45" fmla="*/ 232 h 280"/>
                  <a:gd name="T46" fmla="*/ 413 w 420"/>
                  <a:gd name="T47" fmla="*/ 232 h 280"/>
                  <a:gd name="T48" fmla="*/ 420 w 420"/>
                  <a:gd name="T49" fmla="*/ 232 h 280"/>
                  <a:gd name="T50" fmla="*/ 420 w 420"/>
                  <a:gd name="T51" fmla="*/ 244 h 280"/>
                  <a:gd name="T52" fmla="*/ 420 w 420"/>
                  <a:gd name="T53" fmla="*/ 256 h 280"/>
                  <a:gd name="T54" fmla="*/ 420 w 420"/>
                  <a:gd name="T55" fmla="*/ 268 h 280"/>
                  <a:gd name="T56" fmla="*/ 420 w 420"/>
                  <a:gd name="T57" fmla="*/ 280 h 280"/>
                  <a:gd name="T58" fmla="*/ 413 w 420"/>
                  <a:gd name="T59" fmla="*/ 280 h 280"/>
                  <a:gd name="T60" fmla="*/ 407 w 420"/>
                  <a:gd name="T61" fmla="*/ 280 h 280"/>
                  <a:gd name="T62" fmla="*/ 400 w 420"/>
                  <a:gd name="T63" fmla="*/ 280 h 280"/>
                  <a:gd name="T64" fmla="*/ 394 w 420"/>
                  <a:gd name="T65" fmla="*/ 280 h 280"/>
                  <a:gd name="T66" fmla="*/ 302 w 420"/>
                  <a:gd name="T67" fmla="*/ 280 h 280"/>
                  <a:gd name="T68" fmla="*/ 210 w 420"/>
                  <a:gd name="T69" fmla="*/ 280 h 280"/>
                  <a:gd name="T70" fmla="*/ 118 w 420"/>
                  <a:gd name="T71" fmla="*/ 280 h 280"/>
                  <a:gd name="T72" fmla="*/ 27 w 420"/>
                  <a:gd name="T73" fmla="*/ 280 h 280"/>
                  <a:gd name="T74" fmla="*/ 20 w 420"/>
                  <a:gd name="T75" fmla="*/ 280 h 280"/>
                  <a:gd name="T76" fmla="*/ 13 w 420"/>
                  <a:gd name="T77" fmla="*/ 280 h 280"/>
                  <a:gd name="T78" fmla="*/ 7 w 420"/>
                  <a:gd name="T79" fmla="*/ 280 h 280"/>
                  <a:gd name="T80" fmla="*/ 0 w 420"/>
                  <a:gd name="T81" fmla="*/ 280 h 280"/>
                  <a:gd name="T82" fmla="*/ 0 w 420"/>
                  <a:gd name="T83" fmla="*/ 268 h 280"/>
                  <a:gd name="T84" fmla="*/ 0 w 420"/>
                  <a:gd name="T85" fmla="*/ 256 h 280"/>
                  <a:gd name="T86" fmla="*/ 0 w 420"/>
                  <a:gd name="T87" fmla="*/ 244 h 280"/>
                  <a:gd name="T88" fmla="*/ 0 w 420"/>
                  <a:gd name="T89" fmla="*/ 232 h 280"/>
                  <a:gd name="T90" fmla="*/ 7 w 420"/>
                  <a:gd name="T91" fmla="*/ 232 h 280"/>
                  <a:gd name="T92" fmla="*/ 13 w 420"/>
                  <a:gd name="T93" fmla="*/ 232 h 280"/>
                  <a:gd name="T94" fmla="*/ 20 w 420"/>
                  <a:gd name="T95" fmla="*/ 232 h 280"/>
                  <a:gd name="T96" fmla="*/ 27 w 420"/>
                  <a:gd name="T97" fmla="*/ 232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20" h="280">
                    <a:moveTo>
                      <a:pt x="27" y="232"/>
                    </a:moveTo>
                    <a:cubicBezTo>
                      <a:pt x="27" y="220"/>
                      <a:pt x="27" y="220"/>
                      <a:pt x="27" y="220"/>
                    </a:cubicBezTo>
                    <a:cubicBezTo>
                      <a:pt x="27" y="208"/>
                      <a:pt x="27" y="208"/>
                      <a:pt x="27" y="208"/>
                    </a:cubicBezTo>
                    <a:cubicBezTo>
                      <a:pt x="27" y="195"/>
                      <a:pt x="27" y="195"/>
                      <a:pt x="27" y="195"/>
                    </a:cubicBezTo>
                    <a:cubicBezTo>
                      <a:pt x="27" y="183"/>
                      <a:pt x="27" y="183"/>
                      <a:pt x="27" y="183"/>
                    </a:cubicBezTo>
                    <a:cubicBezTo>
                      <a:pt x="27" y="158"/>
                      <a:pt x="32" y="134"/>
                      <a:pt x="41" y="112"/>
                    </a:cubicBezTo>
                    <a:cubicBezTo>
                      <a:pt x="50" y="90"/>
                      <a:pt x="64" y="70"/>
                      <a:pt x="80" y="53"/>
                    </a:cubicBezTo>
                    <a:cubicBezTo>
                      <a:pt x="97" y="37"/>
                      <a:pt x="117" y="23"/>
                      <a:pt x="139" y="14"/>
                    </a:cubicBezTo>
                    <a:cubicBezTo>
                      <a:pt x="161" y="5"/>
                      <a:pt x="185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35" y="0"/>
                      <a:pt x="260" y="5"/>
                      <a:pt x="282" y="14"/>
                    </a:cubicBezTo>
                    <a:cubicBezTo>
                      <a:pt x="304" y="23"/>
                      <a:pt x="323" y="37"/>
                      <a:pt x="340" y="53"/>
                    </a:cubicBezTo>
                    <a:cubicBezTo>
                      <a:pt x="356" y="70"/>
                      <a:pt x="370" y="90"/>
                      <a:pt x="379" y="112"/>
                    </a:cubicBezTo>
                    <a:cubicBezTo>
                      <a:pt x="389" y="134"/>
                      <a:pt x="394" y="158"/>
                      <a:pt x="394" y="183"/>
                    </a:cubicBezTo>
                    <a:cubicBezTo>
                      <a:pt x="394" y="195"/>
                      <a:pt x="394" y="195"/>
                      <a:pt x="394" y="195"/>
                    </a:cubicBezTo>
                    <a:cubicBezTo>
                      <a:pt x="394" y="208"/>
                      <a:pt x="394" y="208"/>
                      <a:pt x="394" y="208"/>
                    </a:cubicBezTo>
                    <a:cubicBezTo>
                      <a:pt x="394" y="220"/>
                      <a:pt x="394" y="220"/>
                      <a:pt x="394" y="220"/>
                    </a:cubicBezTo>
                    <a:cubicBezTo>
                      <a:pt x="394" y="232"/>
                      <a:pt x="394" y="232"/>
                      <a:pt x="394" y="232"/>
                    </a:cubicBezTo>
                    <a:cubicBezTo>
                      <a:pt x="400" y="232"/>
                      <a:pt x="400" y="232"/>
                      <a:pt x="400" y="232"/>
                    </a:cubicBezTo>
                    <a:cubicBezTo>
                      <a:pt x="407" y="232"/>
                      <a:pt x="407" y="232"/>
                      <a:pt x="407" y="232"/>
                    </a:cubicBezTo>
                    <a:cubicBezTo>
                      <a:pt x="413" y="232"/>
                      <a:pt x="413" y="232"/>
                      <a:pt x="413" y="232"/>
                    </a:cubicBezTo>
                    <a:cubicBezTo>
                      <a:pt x="420" y="232"/>
                      <a:pt x="420" y="232"/>
                      <a:pt x="420" y="232"/>
                    </a:cubicBezTo>
                    <a:cubicBezTo>
                      <a:pt x="420" y="244"/>
                      <a:pt x="420" y="244"/>
                      <a:pt x="420" y="244"/>
                    </a:cubicBezTo>
                    <a:cubicBezTo>
                      <a:pt x="420" y="256"/>
                      <a:pt x="420" y="256"/>
                      <a:pt x="420" y="256"/>
                    </a:cubicBezTo>
                    <a:cubicBezTo>
                      <a:pt x="420" y="268"/>
                      <a:pt x="420" y="268"/>
                      <a:pt x="420" y="268"/>
                    </a:cubicBezTo>
                    <a:cubicBezTo>
                      <a:pt x="420" y="280"/>
                      <a:pt x="420" y="280"/>
                      <a:pt x="420" y="280"/>
                    </a:cubicBezTo>
                    <a:cubicBezTo>
                      <a:pt x="413" y="280"/>
                      <a:pt x="413" y="280"/>
                      <a:pt x="413" y="280"/>
                    </a:cubicBezTo>
                    <a:cubicBezTo>
                      <a:pt x="407" y="280"/>
                      <a:pt x="407" y="280"/>
                      <a:pt x="407" y="280"/>
                    </a:cubicBezTo>
                    <a:cubicBezTo>
                      <a:pt x="400" y="280"/>
                      <a:pt x="400" y="280"/>
                      <a:pt x="400" y="280"/>
                    </a:cubicBezTo>
                    <a:cubicBezTo>
                      <a:pt x="394" y="280"/>
                      <a:pt x="394" y="280"/>
                      <a:pt x="394" y="280"/>
                    </a:cubicBezTo>
                    <a:cubicBezTo>
                      <a:pt x="302" y="280"/>
                      <a:pt x="302" y="280"/>
                      <a:pt x="302" y="280"/>
                    </a:cubicBezTo>
                    <a:cubicBezTo>
                      <a:pt x="210" y="280"/>
                      <a:pt x="210" y="280"/>
                      <a:pt x="210" y="280"/>
                    </a:cubicBezTo>
                    <a:cubicBezTo>
                      <a:pt x="118" y="280"/>
                      <a:pt x="118" y="280"/>
                      <a:pt x="118" y="280"/>
                    </a:cubicBezTo>
                    <a:cubicBezTo>
                      <a:pt x="27" y="280"/>
                      <a:pt x="27" y="280"/>
                      <a:pt x="27" y="280"/>
                    </a:cubicBezTo>
                    <a:cubicBezTo>
                      <a:pt x="20" y="280"/>
                      <a:pt x="20" y="280"/>
                      <a:pt x="20" y="280"/>
                    </a:cubicBezTo>
                    <a:cubicBezTo>
                      <a:pt x="13" y="280"/>
                      <a:pt x="13" y="280"/>
                      <a:pt x="13" y="280"/>
                    </a:cubicBezTo>
                    <a:cubicBezTo>
                      <a:pt x="7" y="280"/>
                      <a:pt x="7" y="280"/>
                      <a:pt x="7" y="280"/>
                    </a:cubicBezTo>
                    <a:cubicBezTo>
                      <a:pt x="0" y="280"/>
                      <a:pt x="0" y="280"/>
                      <a:pt x="0" y="280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0" y="232"/>
                      <a:pt x="0" y="232"/>
                      <a:pt x="0" y="232"/>
                    </a:cubicBezTo>
                    <a:cubicBezTo>
                      <a:pt x="7" y="232"/>
                      <a:pt x="7" y="232"/>
                      <a:pt x="7" y="232"/>
                    </a:cubicBezTo>
                    <a:cubicBezTo>
                      <a:pt x="13" y="232"/>
                      <a:pt x="13" y="232"/>
                      <a:pt x="13" y="232"/>
                    </a:cubicBezTo>
                    <a:cubicBezTo>
                      <a:pt x="20" y="232"/>
                      <a:pt x="20" y="232"/>
                      <a:pt x="20" y="232"/>
                    </a:cubicBezTo>
                    <a:lnTo>
                      <a:pt x="27" y="232"/>
                    </a:ln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66737C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5" name="Freeform 65">
                <a:extLst>
                  <a:ext uri="{FF2B5EF4-FFF2-40B4-BE49-F238E27FC236}">
                    <a16:creationId xmlns:a16="http://schemas.microsoft.com/office/drawing/2014/main" id="{1481AD5E-EB57-D21F-8198-E41BA92506F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418929" y="2796301"/>
                <a:ext cx="114643" cy="114643"/>
              </a:xfrm>
              <a:custGeom>
                <a:avLst/>
                <a:gdLst>
                  <a:gd name="T0" fmla="*/ 0 w 164"/>
                  <a:gd name="T1" fmla="*/ 82 h 164"/>
                  <a:gd name="T2" fmla="*/ 6 w 164"/>
                  <a:gd name="T3" fmla="*/ 114 h 164"/>
                  <a:gd name="T4" fmla="*/ 24 w 164"/>
                  <a:gd name="T5" fmla="*/ 140 h 164"/>
                  <a:gd name="T6" fmla="*/ 50 w 164"/>
                  <a:gd name="T7" fmla="*/ 158 h 164"/>
                  <a:gd name="T8" fmla="*/ 82 w 164"/>
                  <a:gd name="T9" fmla="*/ 164 h 164"/>
                  <a:gd name="T10" fmla="*/ 114 w 164"/>
                  <a:gd name="T11" fmla="*/ 158 h 164"/>
                  <a:gd name="T12" fmla="*/ 140 w 164"/>
                  <a:gd name="T13" fmla="*/ 140 h 164"/>
                  <a:gd name="T14" fmla="*/ 158 w 164"/>
                  <a:gd name="T15" fmla="*/ 114 h 164"/>
                  <a:gd name="T16" fmla="*/ 164 w 164"/>
                  <a:gd name="T17" fmla="*/ 82 h 164"/>
                  <a:gd name="T18" fmla="*/ 158 w 164"/>
                  <a:gd name="T19" fmla="*/ 50 h 164"/>
                  <a:gd name="T20" fmla="*/ 140 w 164"/>
                  <a:gd name="T21" fmla="*/ 24 h 164"/>
                  <a:gd name="T22" fmla="*/ 114 w 164"/>
                  <a:gd name="T23" fmla="*/ 6 h 164"/>
                  <a:gd name="T24" fmla="*/ 82 w 164"/>
                  <a:gd name="T25" fmla="*/ 0 h 164"/>
                  <a:gd name="T26" fmla="*/ 50 w 164"/>
                  <a:gd name="T27" fmla="*/ 6 h 164"/>
                  <a:gd name="T28" fmla="*/ 24 w 164"/>
                  <a:gd name="T29" fmla="*/ 24 h 164"/>
                  <a:gd name="T30" fmla="*/ 6 w 164"/>
                  <a:gd name="T31" fmla="*/ 50 h 164"/>
                  <a:gd name="T32" fmla="*/ 0 w 164"/>
                  <a:gd name="T33" fmla="*/ 82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4" h="164">
                    <a:moveTo>
                      <a:pt x="0" y="82"/>
                    </a:moveTo>
                    <a:cubicBezTo>
                      <a:pt x="0" y="93"/>
                      <a:pt x="2" y="104"/>
                      <a:pt x="6" y="114"/>
                    </a:cubicBezTo>
                    <a:cubicBezTo>
                      <a:pt x="10" y="124"/>
                      <a:pt x="16" y="133"/>
                      <a:pt x="24" y="140"/>
                    </a:cubicBezTo>
                    <a:cubicBezTo>
                      <a:pt x="31" y="147"/>
                      <a:pt x="40" y="153"/>
                      <a:pt x="50" y="158"/>
                    </a:cubicBezTo>
                    <a:cubicBezTo>
                      <a:pt x="60" y="162"/>
                      <a:pt x="71" y="164"/>
                      <a:pt x="82" y="164"/>
                    </a:cubicBezTo>
                    <a:cubicBezTo>
                      <a:pt x="93" y="164"/>
                      <a:pt x="104" y="162"/>
                      <a:pt x="114" y="158"/>
                    </a:cubicBezTo>
                    <a:cubicBezTo>
                      <a:pt x="124" y="153"/>
                      <a:pt x="133" y="147"/>
                      <a:pt x="140" y="140"/>
                    </a:cubicBezTo>
                    <a:cubicBezTo>
                      <a:pt x="148" y="133"/>
                      <a:pt x="154" y="124"/>
                      <a:pt x="158" y="114"/>
                    </a:cubicBezTo>
                    <a:cubicBezTo>
                      <a:pt x="162" y="104"/>
                      <a:pt x="164" y="93"/>
                      <a:pt x="164" y="82"/>
                    </a:cubicBezTo>
                    <a:cubicBezTo>
                      <a:pt x="164" y="70"/>
                      <a:pt x="162" y="60"/>
                      <a:pt x="158" y="50"/>
                    </a:cubicBezTo>
                    <a:cubicBezTo>
                      <a:pt x="154" y="40"/>
                      <a:pt x="148" y="31"/>
                      <a:pt x="140" y="24"/>
                    </a:cubicBezTo>
                    <a:cubicBezTo>
                      <a:pt x="133" y="16"/>
                      <a:pt x="124" y="10"/>
                      <a:pt x="114" y="6"/>
                    </a:cubicBezTo>
                    <a:cubicBezTo>
                      <a:pt x="104" y="2"/>
                      <a:pt x="93" y="0"/>
                      <a:pt x="82" y="0"/>
                    </a:cubicBezTo>
                    <a:cubicBezTo>
                      <a:pt x="71" y="0"/>
                      <a:pt x="60" y="2"/>
                      <a:pt x="50" y="6"/>
                    </a:cubicBezTo>
                    <a:cubicBezTo>
                      <a:pt x="40" y="10"/>
                      <a:pt x="31" y="16"/>
                      <a:pt x="24" y="24"/>
                    </a:cubicBezTo>
                    <a:cubicBezTo>
                      <a:pt x="16" y="31"/>
                      <a:pt x="10" y="40"/>
                      <a:pt x="6" y="50"/>
                    </a:cubicBezTo>
                    <a:cubicBezTo>
                      <a:pt x="2" y="60"/>
                      <a:pt x="0" y="70"/>
                      <a:pt x="0" y="82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6" name="Freeform 66">
                <a:extLst>
                  <a:ext uri="{FF2B5EF4-FFF2-40B4-BE49-F238E27FC236}">
                    <a16:creationId xmlns:a16="http://schemas.microsoft.com/office/drawing/2014/main" id="{F8DE7350-4D29-48D4-1027-9BAF53373DF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451053" y="2828425"/>
                <a:ext cx="50395" cy="50395"/>
              </a:xfrm>
              <a:custGeom>
                <a:avLst/>
                <a:gdLst>
                  <a:gd name="T0" fmla="*/ 0 w 72"/>
                  <a:gd name="T1" fmla="*/ 36 h 72"/>
                  <a:gd name="T2" fmla="*/ 3 w 72"/>
                  <a:gd name="T3" fmla="*/ 50 h 72"/>
                  <a:gd name="T4" fmla="*/ 11 w 72"/>
                  <a:gd name="T5" fmla="*/ 61 h 72"/>
                  <a:gd name="T6" fmla="*/ 22 w 72"/>
                  <a:gd name="T7" fmla="*/ 69 h 72"/>
                  <a:gd name="T8" fmla="*/ 36 w 72"/>
                  <a:gd name="T9" fmla="*/ 72 h 72"/>
                  <a:gd name="T10" fmla="*/ 50 w 72"/>
                  <a:gd name="T11" fmla="*/ 69 h 72"/>
                  <a:gd name="T12" fmla="*/ 62 w 72"/>
                  <a:gd name="T13" fmla="*/ 61 h 72"/>
                  <a:gd name="T14" fmla="*/ 69 w 72"/>
                  <a:gd name="T15" fmla="*/ 50 h 72"/>
                  <a:gd name="T16" fmla="*/ 72 w 72"/>
                  <a:gd name="T17" fmla="*/ 36 h 72"/>
                  <a:gd name="T18" fmla="*/ 69 w 72"/>
                  <a:gd name="T19" fmla="*/ 22 h 72"/>
                  <a:gd name="T20" fmla="*/ 62 w 72"/>
                  <a:gd name="T21" fmla="*/ 10 h 72"/>
                  <a:gd name="T22" fmla="*/ 50 w 72"/>
                  <a:gd name="T23" fmla="*/ 3 h 72"/>
                  <a:gd name="T24" fmla="*/ 36 w 72"/>
                  <a:gd name="T25" fmla="*/ 0 h 72"/>
                  <a:gd name="T26" fmla="*/ 22 w 72"/>
                  <a:gd name="T27" fmla="*/ 3 h 72"/>
                  <a:gd name="T28" fmla="*/ 11 w 72"/>
                  <a:gd name="T29" fmla="*/ 10 h 72"/>
                  <a:gd name="T30" fmla="*/ 3 w 72"/>
                  <a:gd name="T31" fmla="*/ 22 h 72"/>
                  <a:gd name="T32" fmla="*/ 0 w 72"/>
                  <a:gd name="T33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2" h="72">
                    <a:moveTo>
                      <a:pt x="0" y="36"/>
                    </a:moveTo>
                    <a:cubicBezTo>
                      <a:pt x="0" y="41"/>
                      <a:pt x="1" y="46"/>
                      <a:pt x="3" y="50"/>
                    </a:cubicBezTo>
                    <a:cubicBezTo>
                      <a:pt x="5" y="54"/>
                      <a:pt x="7" y="58"/>
                      <a:pt x="11" y="61"/>
                    </a:cubicBezTo>
                    <a:cubicBezTo>
                      <a:pt x="14" y="65"/>
                      <a:pt x="18" y="67"/>
                      <a:pt x="22" y="69"/>
                    </a:cubicBezTo>
                    <a:cubicBezTo>
                      <a:pt x="26" y="71"/>
                      <a:pt x="31" y="72"/>
                      <a:pt x="36" y="72"/>
                    </a:cubicBezTo>
                    <a:cubicBezTo>
                      <a:pt x="41" y="72"/>
                      <a:pt x="46" y="71"/>
                      <a:pt x="50" y="69"/>
                    </a:cubicBezTo>
                    <a:cubicBezTo>
                      <a:pt x="54" y="67"/>
                      <a:pt x="58" y="65"/>
                      <a:pt x="62" y="61"/>
                    </a:cubicBezTo>
                    <a:cubicBezTo>
                      <a:pt x="65" y="58"/>
                      <a:pt x="67" y="54"/>
                      <a:pt x="69" y="50"/>
                    </a:cubicBezTo>
                    <a:cubicBezTo>
                      <a:pt x="71" y="46"/>
                      <a:pt x="72" y="41"/>
                      <a:pt x="72" y="36"/>
                    </a:cubicBezTo>
                    <a:cubicBezTo>
                      <a:pt x="72" y="31"/>
                      <a:pt x="71" y="26"/>
                      <a:pt x="69" y="22"/>
                    </a:cubicBezTo>
                    <a:cubicBezTo>
                      <a:pt x="67" y="18"/>
                      <a:pt x="65" y="14"/>
                      <a:pt x="62" y="10"/>
                    </a:cubicBezTo>
                    <a:cubicBezTo>
                      <a:pt x="58" y="7"/>
                      <a:pt x="54" y="4"/>
                      <a:pt x="50" y="3"/>
                    </a:cubicBezTo>
                    <a:cubicBezTo>
                      <a:pt x="46" y="1"/>
                      <a:pt x="41" y="0"/>
                      <a:pt x="36" y="0"/>
                    </a:cubicBezTo>
                    <a:cubicBezTo>
                      <a:pt x="31" y="0"/>
                      <a:pt x="26" y="1"/>
                      <a:pt x="22" y="3"/>
                    </a:cubicBezTo>
                    <a:cubicBezTo>
                      <a:pt x="18" y="4"/>
                      <a:pt x="14" y="7"/>
                      <a:pt x="11" y="10"/>
                    </a:cubicBezTo>
                    <a:cubicBezTo>
                      <a:pt x="7" y="14"/>
                      <a:pt x="5" y="18"/>
                      <a:pt x="3" y="22"/>
                    </a:cubicBezTo>
                    <a:cubicBezTo>
                      <a:pt x="1" y="26"/>
                      <a:pt x="0" y="31"/>
                      <a:pt x="0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7" name="Freeform 67">
                <a:extLst>
                  <a:ext uri="{FF2B5EF4-FFF2-40B4-BE49-F238E27FC236}">
                    <a16:creationId xmlns:a16="http://schemas.microsoft.com/office/drawing/2014/main" id="{223C0E5A-9F56-9ABF-D8D6-129CBE464F8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418929" y="2482139"/>
                <a:ext cx="114643" cy="115231"/>
              </a:xfrm>
              <a:custGeom>
                <a:avLst/>
                <a:gdLst>
                  <a:gd name="T0" fmla="*/ 0 w 164"/>
                  <a:gd name="T1" fmla="*/ 82 h 165"/>
                  <a:gd name="T2" fmla="*/ 6 w 164"/>
                  <a:gd name="T3" fmla="*/ 114 h 165"/>
                  <a:gd name="T4" fmla="*/ 24 w 164"/>
                  <a:gd name="T5" fmla="*/ 141 h 165"/>
                  <a:gd name="T6" fmla="*/ 50 w 164"/>
                  <a:gd name="T7" fmla="*/ 158 h 165"/>
                  <a:gd name="T8" fmla="*/ 82 w 164"/>
                  <a:gd name="T9" fmla="*/ 165 h 165"/>
                  <a:gd name="T10" fmla="*/ 114 w 164"/>
                  <a:gd name="T11" fmla="*/ 158 h 165"/>
                  <a:gd name="T12" fmla="*/ 140 w 164"/>
                  <a:gd name="T13" fmla="*/ 141 h 165"/>
                  <a:gd name="T14" fmla="*/ 158 w 164"/>
                  <a:gd name="T15" fmla="*/ 114 h 165"/>
                  <a:gd name="T16" fmla="*/ 164 w 164"/>
                  <a:gd name="T17" fmla="*/ 82 h 165"/>
                  <a:gd name="T18" fmla="*/ 158 w 164"/>
                  <a:gd name="T19" fmla="*/ 50 h 165"/>
                  <a:gd name="T20" fmla="*/ 140 w 164"/>
                  <a:gd name="T21" fmla="*/ 24 h 165"/>
                  <a:gd name="T22" fmla="*/ 114 w 164"/>
                  <a:gd name="T23" fmla="*/ 7 h 165"/>
                  <a:gd name="T24" fmla="*/ 82 w 164"/>
                  <a:gd name="T25" fmla="*/ 0 h 165"/>
                  <a:gd name="T26" fmla="*/ 50 w 164"/>
                  <a:gd name="T27" fmla="*/ 7 h 165"/>
                  <a:gd name="T28" fmla="*/ 24 w 164"/>
                  <a:gd name="T29" fmla="*/ 24 h 165"/>
                  <a:gd name="T30" fmla="*/ 6 w 164"/>
                  <a:gd name="T31" fmla="*/ 50 h 165"/>
                  <a:gd name="T32" fmla="*/ 0 w 164"/>
                  <a:gd name="T33" fmla="*/ 82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4" h="165">
                    <a:moveTo>
                      <a:pt x="0" y="82"/>
                    </a:moveTo>
                    <a:cubicBezTo>
                      <a:pt x="0" y="94"/>
                      <a:pt x="2" y="105"/>
                      <a:pt x="6" y="114"/>
                    </a:cubicBezTo>
                    <a:cubicBezTo>
                      <a:pt x="10" y="124"/>
                      <a:pt x="16" y="133"/>
                      <a:pt x="24" y="141"/>
                    </a:cubicBezTo>
                    <a:cubicBezTo>
                      <a:pt x="31" y="148"/>
                      <a:pt x="40" y="154"/>
                      <a:pt x="50" y="158"/>
                    </a:cubicBezTo>
                    <a:cubicBezTo>
                      <a:pt x="60" y="162"/>
                      <a:pt x="71" y="165"/>
                      <a:pt x="82" y="165"/>
                    </a:cubicBezTo>
                    <a:cubicBezTo>
                      <a:pt x="93" y="165"/>
                      <a:pt x="104" y="162"/>
                      <a:pt x="114" y="158"/>
                    </a:cubicBezTo>
                    <a:cubicBezTo>
                      <a:pt x="124" y="154"/>
                      <a:pt x="133" y="148"/>
                      <a:pt x="140" y="141"/>
                    </a:cubicBezTo>
                    <a:cubicBezTo>
                      <a:pt x="148" y="133"/>
                      <a:pt x="154" y="124"/>
                      <a:pt x="158" y="114"/>
                    </a:cubicBezTo>
                    <a:cubicBezTo>
                      <a:pt x="162" y="105"/>
                      <a:pt x="164" y="94"/>
                      <a:pt x="164" y="82"/>
                    </a:cubicBezTo>
                    <a:cubicBezTo>
                      <a:pt x="164" y="71"/>
                      <a:pt x="162" y="60"/>
                      <a:pt x="158" y="50"/>
                    </a:cubicBezTo>
                    <a:cubicBezTo>
                      <a:pt x="154" y="41"/>
                      <a:pt x="148" y="32"/>
                      <a:pt x="140" y="24"/>
                    </a:cubicBezTo>
                    <a:cubicBezTo>
                      <a:pt x="133" y="17"/>
                      <a:pt x="124" y="11"/>
                      <a:pt x="114" y="7"/>
                    </a:cubicBezTo>
                    <a:cubicBezTo>
                      <a:pt x="104" y="3"/>
                      <a:pt x="93" y="0"/>
                      <a:pt x="82" y="0"/>
                    </a:cubicBezTo>
                    <a:cubicBezTo>
                      <a:pt x="71" y="0"/>
                      <a:pt x="60" y="3"/>
                      <a:pt x="50" y="7"/>
                    </a:cubicBezTo>
                    <a:cubicBezTo>
                      <a:pt x="40" y="11"/>
                      <a:pt x="31" y="17"/>
                      <a:pt x="24" y="24"/>
                    </a:cubicBezTo>
                    <a:cubicBezTo>
                      <a:pt x="16" y="32"/>
                      <a:pt x="10" y="41"/>
                      <a:pt x="6" y="50"/>
                    </a:cubicBezTo>
                    <a:cubicBezTo>
                      <a:pt x="2" y="60"/>
                      <a:pt x="0" y="71"/>
                      <a:pt x="0" y="82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66737C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8" name="Freeform 68">
                <a:extLst>
                  <a:ext uri="{FF2B5EF4-FFF2-40B4-BE49-F238E27FC236}">
                    <a16:creationId xmlns:a16="http://schemas.microsoft.com/office/drawing/2014/main" id="{6D60A8F1-5229-2A32-6A3A-7375F8358CC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454589" y="2514852"/>
                <a:ext cx="43323" cy="44207"/>
              </a:xfrm>
              <a:custGeom>
                <a:avLst/>
                <a:gdLst>
                  <a:gd name="T0" fmla="*/ 0 w 62"/>
                  <a:gd name="T1" fmla="*/ 32 h 63"/>
                  <a:gd name="T2" fmla="*/ 2 w 62"/>
                  <a:gd name="T3" fmla="*/ 44 h 63"/>
                  <a:gd name="T4" fmla="*/ 9 w 62"/>
                  <a:gd name="T5" fmla="*/ 54 h 63"/>
                  <a:gd name="T6" fmla="*/ 19 w 62"/>
                  <a:gd name="T7" fmla="*/ 61 h 63"/>
                  <a:gd name="T8" fmla="*/ 31 w 62"/>
                  <a:gd name="T9" fmla="*/ 63 h 63"/>
                  <a:gd name="T10" fmla="*/ 43 w 62"/>
                  <a:gd name="T11" fmla="*/ 61 h 63"/>
                  <a:gd name="T12" fmla="*/ 53 w 62"/>
                  <a:gd name="T13" fmla="*/ 54 h 63"/>
                  <a:gd name="T14" fmla="*/ 60 w 62"/>
                  <a:gd name="T15" fmla="*/ 44 h 63"/>
                  <a:gd name="T16" fmla="*/ 62 w 62"/>
                  <a:gd name="T17" fmla="*/ 32 h 63"/>
                  <a:gd name="T18" fmla="*/ 60 w 62"/>
                  <a:gd name="T19" fmla="*/ 19 h 63"/>
                  <a:gd name="T20" fmla="*/ 53 w 62"/>
                  <a:gd name="T21" fmla="*/ 9 h 63"/>
                  <a:gd name="T22" fmla="*/ 43 w 62"/>
                  <a:gd name="T23" fmla="*/ 3 h 63"/>
                  <a:gd name="T24" fmla="*/ 31 w 62"/>
                  <a:gd name="T25" fmla="*/ 0 h 63"/>
                  <a:gd name="T26" fmla="*/ 19 w 62"/>
                  <a:gd name="T27" fmla="*/ 3 h 63"/>
                  <a:gd name="T28" fmla="*/ 9 w 62"/>
                  <a:gd name="T29" fmla="*/ 9 h 63"/>
                  <a:gd name="T30" fmla="*/ 2 w 62"/>
                  <a:gd name="T31" fmla="*/ 19 h 63"/>
                  <a:gd name="T32" fmla="*/ 0 w 62"/>
                  <a:gd name="T33" fmla="*/ 3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" h="63">
                    <a:moveTo>
                      <a:pt x="0" y="32"/>
                    </a:moveTo>
                    <a:cubicBezTo>
                      <a:pt x="0" y="36"/>
                      <a:pt x="1" y="40"/>
                      <a:pt x="2" y="44"/>
                    </a:cubicBezTo>
                    <a:cubicBezTo>
                      <a:pt x="4" y="48"/>
                      <a:pt x="6" y="51"/>
                      <a:pt x="9" y="54"/>
                    </a:cubicBezTo>
                    <a:cubicBezTo>
                      <a:pt x="12" y="57"/>
                      <a:pt x="15" y="59"/>
                      <a:pt x="19" y="61"/>
                    </a:cubicBezTo>
                    <a:cubicBezTo>
                      <a:pt x="23" y="62"/>
                      <a:pt x="27" y="63"/>
                      <a:pt x="31" y="63"/>
                    </a:cubicBezTo>
                    <a:cubicBezTo>
                      <a:pt x="35" y="63"/>
                      <a:pt x="40" y="62"/>
                      <a:pt x="43" y="61"/>
                    </a:cubicBezTo>
                    <a:cubicBezTo>
                      <a:pt x="47" y="59"/>
                      <a:pt x="50" y="57"/>
                      <a:pt x="53" y="54"/>
                    </a:cubicBezTo>
                    <a:cubicBezTo>
                      <a:pt x="56" y="51"/>
                      <a:pt x="58" y="48"/>
                      <a:pt x="60" y="44"/>
                    </a:cubicBezTo>
                    <a:cubicBezTo>
                      <a:pt x="62" y="40"/>
                      <a:pt x="62" y="36"/>
                      <a:pt x="62" y="32"/>
                    </a:cubicBezTo>
                    <a:cubicBezTo>
                      <a:pt x="62" y="27"/>
                      <a:pt x="62" y="23"/>
                      <a:pt x="60" y="19"/>
                    </a:cubicBezTo>
                    <a:cubicBezTo>
                      <a:pt x="58" y="16"/>
                      <a:pt x="56" y="12"/>
                      <a:pt x="53" y="9"/>
                    </a:cubicBezTo>
                    <a:cubicBezTo>
                      <a:pt x="50" y="7"/>
                      <a:pt x="47" y="4"/>
                      <a:pt x="43" y="3"/>
                    </a:cubicBezTo>
                    <a:cubicBezTo>
                      <a:pt x="40" y="1"/>
                      <a:pt x="35" y="0"/>
                      <a:pt x="31" y="0"/>
                    </a:cubicBezTo>
                    <a:cubicBezTo>
                      <a:pt x="27" y="0"/>
                      <a:pt x="23" y="1"/>
                      <a:pt x="19" y="3"/>
                    </a:cubicBezTo>
                    <a:cubicBezTo>
                      <a:pt x="15" y="4"/>
                      <a:pt x="12" y="7"/>
                      <a:pt x="9" y="9"/>
                    </a:cubicBezTo>
                    <a:cubicBezTo>
                      <a:pt x="6" y="12"/>
                      <a:pt x="4" y="16"/>
                      <a:pt x="2" y="19"/>
                    </a:cubicBezTo>
                    <a:cubicBezTo>
                      <a:pt x="1" y="23"/>
                      <a:pt x="0" y="27"/>
                      <a:pt x="0" y="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9" name="Rectangle: Top Corners Rounded 558">
                <a:extLst>
                  <a:ext uri="{FF2B5EF4-FFF2-40B4-BE49-F238E27FC236}">
                    <a16:creationId xmlns:a16="http://schemas.microsoft.com/office/drawing/2014/main" id="{DEF2CEB7-9A31-87C5-C713-A4A6EE23755B}"/>
                  </a:ext>
                </a:extLst>
              </p:cNvPr>
              <p:cNvSpPr/>
              <p:nvPr/>
            </p:nvSpPr>
            <p:spPr bwMode="auto">
              <a:xfrm>
                <a:off x="8265199" y="2951635"/>
                <a:ext cx="419672" cy="292733"/>
              </a:xfrm>
              <a:prstGeom prst="round2SameRect">
                <a:avLst/>
              </a:prstGeom>
              <a:gradFill>
                <a:gsLst>
                  <a:gs pos="88000">
                    <a:srgbClr val="459FED"/>
                  </a:gs>
                  <a:gs pos="0">
                    <a:srgbClr val="4FB7F6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0" name="Freeform 69">
                <a:extLst>
                  <a:ext uri="{FF2B5EF4-FFF2-40B4-BE49-F238E27FC236}">
                    <a16:creationId xmlns:a16="http://schemas.microsoft.com/office/drawing/2014/main" id="{8EEF286A-C205-B63B-19F2-0BF36CE9998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331511" y="3046805"/>
                <a:ext cx="284395" cy="20924"/>
              </a:xfrm>
              <a:custGeom>
                <a:avLst/>
                <a:gdLst>
                  <a:gd name="T0" fmla="*/ 15 w 406"/>
                  <a:gd name="T1" fmla="*/ 30 h 30"/>
                  <a:gd name="T2" fmla="*/ 109 w 406"/>
                  <a:gd name="T3" fmla="*/ 30 h 30"/>
                  <a:gd name="T4" fmla="*/ 203 w 406"/>
                  <a:gd name="T5" fmla="*/ 30 h 30"/>
                  <a:gd name="T6" fmla="*/ 297 w 406"/>
                  <a:gd name="T7" fmla="*/ 30 h 30"/>
                  <a:gd name="T8" fmla="*/ 391 w 406"/>
                  <a:gd name="T9" fmla="*/ 30 h 30"/>
                  <a:gd name="T10" fmla="*/ 397 w 406"/>
                  <a:gd name="T11" fmla="*/ 29 h 30"/>
                  <a:gd name="T12" fmla="*/ 402 w 406"/>
                  <a:gd name="T13" fmla="*/ 26 h 30"/>
                  <a:gd name="T14" fmla="*/ 405 w 406"/>
                  <a:gd name="T15" fmla="*/ 21 h 30"/>
                  <a:gd name="T16" fmla="*/ 406 w 406"/>
                  <a:gd name="T17" fmla="*/ 15 h 30"/>
                  <a:gd name="T18" fmla="*/ 406 w 406"/>
                  <a:gd name="T19" fmla="*/ 15 h 30"/>
                  <a:gd name="T20" fmla="*/ 406 w 406"/>
                  <a:gd name="T21" fmla="*/ 15 h 30"/>
                  <a:gd name="T22" fmla="*/ 406 w 406"/>
                  <a:gd name="T23" fmla="*/ 15 h 30"/>
                  <a:gd name="T24" fmla="*/ 406 w 406"/>
                  <a:gd name="T25" fmla="*/ 15 h 30"/>
                  <a:gd name="T26" fmla="*/ 405 w 406"/>
                  <a:gd name="T27" fmla="*/ 9 h 30"/>
                  <a:gd name="T28" fmla="*/ 402 w 406"/>
                  <a:gd name="T29" fmla="*/ 4 h 30"/>
                  <a:gd name="T30" fmla="*/ 397 w 406"/>
                  <a:gd name="T31" fmla="*/ 1 h 30"/>
                  <a:gd name="T32" fmla="*/ 391 w 406"/>
                  <a:gd name="T33" fmla="*/ 0 h 30"/>
                  <a:gd name="T34" fmla="*/ 297 w 406"/>
                  <a:gd name="T35" fmla="*/ 0 h 30"/>
                  <a:gd name="T36" fmla="*/ 203 w 406"/>
                  <a:gd name="T37" fmla="*/ 0 h 30"/>
                  <a:gd name="T38" fmla="*/ 109 w 406"/>
                  <a:gd name="T39" fmla="*/ 0 h 30"/>
                  <a:gd name="T40" fmla="*/ 15 w 406"/>
                  <a:gd name="T41" fmla="*/ 0 h 30"/>
                  <a:gd name="T42" fmla="*/ 9 w 406"/>
                  <a:gd name="T43" fmla="*/ 1 h 30"/>
                  <a:gd name="T44" fmla="*/ 4 w 406"/>
                  <a:gd name="T45" fmla="*/ 4 h 30"/>
                  <a:gd name="T46" fmla="*/ 1 w 406"/>
                  <a:gd name="T47" fmla="*/ 9 h 30"/>
                  <a:gd name="T48" fmla="*/ 0 w 406"/>
                  <a:gd name="T49" fmla="*/ 15 h 30"/>
                  <a:gd name="T50" fmla="*/ 0 w 406"/>
                  <a:gd name="T51" fmla="*/ 15 h 30"/>
                  <a:gd name="T52" fmla="*/ 0 w 406"/>
                  <a:gd name="T53" fmla="*/ 15 h 30"/>
                  <a:gd name="T54" fmla="*/ 0 w 406"/>
                  <a:gd name="T55" fmla="*/ 15 h 30"/>
                  <a:gd name="T56" fmla="*/ 0 w 406"/>
                  <a:gd name="T57" fmla="*/ 15 h 30"/>
                  <a:gd name="T58" fmla="*/ 1 w 406"/>
                  <a:gd name="T59" fmla="*/ 21 h 30"/>
                  <a:gd name="T60" fmla="*/ 4 w 406"/>
                  <a:gd name="T61" fmla="*/ 26 h 30"/>
                  <a:gd name="T62" fmla="*/ 9 w 406"/>
                  <a:gd name="T63" fmla="*/ 29 h 30"/>
                  <a:gd name="T64" fmla="*/ 15 w 406"/>
                  <a:gd name="T65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6" h="30">
                    <a:moveTo>
                      <a:pt x="15" y="30"/>
                    </a:moveTo>
                    <a:cubicBezTo>
                      <a:pt x="109" y="30"/>
                      <a:pt x="109" y="30"/>
                      <a:pt x="109" y="30"/>
                    </a:cubicBezTo>
                    <a:cubicBezTo>
                      <a:pt x="203" y="30"/>
                      <a:pt x="203" y="30"/>
                      <a:pt x="203" y="30"/>
                    </a:cubicBezTo>
                    <a:cubicBezTo>
                      <a:pt x="297" y="30"/>
                      <a:pt x="297" y="30"/>
                      <a:pt x="297" y="30"/>
                    </a:cubicBezTo>
                    <a:cubicBezTo>
                      <a:pt x="391" y="30"/>
                      <a:pt x="391" y="30"/>
                      <a:pt x="391" y="30"/>
                    </a:cubicBezTo>
                    <a:cubicBezTo>
                      <a:pt x="393" y="30"/>
                      <a:pt x="395" y="30"/>
                      <a:pt x="397" y="29"/>
                    </a:cubicBezTo>
                    <a:cubicBezTo>
                      <a:pt x="399" y="28"/>
                      <a:pt x="400" y="27"/>
                      <a:pt x="402" y="26"/>
                    </a:cubicBezTo>
                    <a:cubicBezTo>
                      <a:pt x="403" y="24"/>
                      <a:pt x="404" y="23"/>
                      <a:pt x="405" y="21"/>
                    </a:cubicBezTo>
                    <a:cubicBezTo>
                      <a:pt x="406" y="19"/>
                      <a:pt x="406" y="17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3"/>
                      <a:pt x="406" y="11"/>
                      <a:pt x="405" y="9"/>
                    </a:cubicBezTo>
                    <a:cubicBezTo>
                      <a:pt x="404" y="7"/>
                      <a:pt x="403" y="6"/>
                      <a:pt x="402" y="4"/>
                    </a:cubicBezTo>
                    <a:cubicBezTo>
                      <a:pt x="400" y="3"/>
                      <a:pt x="399" y="2"/>
                      <a:pt x="397" y="1"/>
                    </a:cubicBezTo>
                    <a:cubicBezTo>
                      <a:pt x="395" y="0"/>
                      <a:pt x="393" y="0"/>
                      <a:pt x="391" y="0"/>
                    </a:cubicBezTo>
                    <a:cubicBezTo>
                      <a:pt x="297" y="0"/>
                      <a:pt x="297" y="0"/>
                      <a:pt x="297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3" y="0"/>
                      <a:pt x="11" y="0"/>
                      <a:pt x="9" y="1"/>
                    </a:cubicBezTo>
                    <a:cubicBezTo>
                      <a:pt x="7" y="2"/>
                      <a:pt x="5" y="3"/>
                      <a:pt x="4" y="4"/>
                    </a:cubicBezTo>
                    <a:cubicBezTo>
                      <a:pt x="3" y="6"/>
                      <a:pt x="2" y="7"/>
                      <a:pt x="1" y="9"/>
                    </a:cubicBezTo>
                    <a:cubicBezTo>
                      <a:pt x="0" y="11"/>
                      <a:pt x="0" y="13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0" y="19"/>
                      <a:pt x="1" y="21"/>
                    </a:cubicBezTo>
                    <a:cubicBezTo>
                      <a:pt x="2" y="23"/>
                      <a:pt x="3" y="24"/>
                      <a:pt x="4" y="26"/>
                    </a:cubicBezTo>
                    <a:cubicBezTo>
                      <a:pt x="5" y="27"/>
                      <a:pt x="7" y="28"/>
                      <a:pt x="9" y="29"/>
                    </a:cubicBezTo>
                    <a:cubicBezTo>
                      <a:pt x="11" y="30"/>
                      <a:pt x="13" y="30"/>
                      <a:pt x="15" y="3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DFE3E6"/>
                  </a:gs>
                  <a:gs pos="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446" name="Picture 445">
              <a:extLst>
                <a:ext uri="{FF2B5EF4-FFF2-40B4-BE49-F238E27FC236}">
                  <a16:creationId xmlns:a16="http://schemas.microsoft.com/office/drawing/2014/main" id="{22A09297-811A-26B8-8E2C-31CDA299A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56910" y="2704650"/>
              <a:ext cx="382425" cy="367764"/>
            </a:xfrm>
            <a:prstGeom prst="rect">
              <a:avLst/>
            </a:prstGeom>
          </p:spPr>
        </p:pic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56350A49-6B21-2F83-5267-B9337BE4E0EB}"/>
                </a:ext>
              </a:extLst>
            </p:cNvPr>
            <p:cNvGrpSpPr/>
            <p:nvPr/>
          </p:nvGrpSpPr>
          <p:grpSpPr>
            <a:xfrm>
              <a:off x="8460720" y="3049183"/>
              <a:ext cx="3308619" cy="499607"/>
              <a:chOff x="8285129" y="3074395"/>
              <a:chExt cx="2720882" cy="410861"/>
            </a:xfrm>
          </p:grpSpPr>
          <p:sp>
            <p:nvSpPr>
              <p:cNvPr id="524" name="Rectangle 35">
                <a:extLst>
                  <a:ext uri="{FF2B5EF4-FFF2-40B4-BE49-F238E27FC236}">
                    <a16:creationId xmlns:a16="http://schemas.microsoft.com/office/drawing/2014/main" id="{F646EDA4-5A48-3DE8-4886-3B594DDB9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17492" y="3193621"/>
                <a:ext cx="2656156" cy="31227"/>
              </a:xfrm>
              <a:prstGeom prst="rect">
                <a:avLst/>
              </a:prstGeom>
              <a:gradFill>
                <a:gsLst>
                  <a:gs pos="0">
                    <a:srgbClr val="DFE3E6"/>
                  </a:gs>
                  <a:gs pos="100000">
                    <a:srgbClr val="A2ABB0"/>
                  </a:gs>
                </a:gsLst>
                <a:lin ang="0" scaled="0"/>
              </a:gra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25" name="Group 524">
                <a:extLst>
                  <a:ext uri="{FF2B5EF4-FFF2-40B4-BE49-F238E27FC236}">
                    <a16:creationId xmlns:a16="http://schemas.microsoft.com/office/drawing/2014/main" id="{7AAD0AB4-B97D-054D-6F57-4269D9B8E31B}"/>
                  </a:ext>
                </a:extLst>
              </p:cNvPr>
              <p:cNvGrpSpPr/>
              <p:nvPr/>
            </p:nvGrpSpPr>
            <p:grpSpPr>
              <a:xfrm>
                <a:off x="8359662" y="3217223"/>
                <a:ext cx="83980" cy="268033"/>
                <a:chOff x="9907460" y="3089352"/>
                <a:chExt cx="83980" cy="268033"/>
              </a:xfrm>
            </p:grpSpPr>
            <p:sp>
              <p:nvSpPr>
                <p:cNvPr id="545" name="Rectangle 17">
                  <a:extLst>
                    <a:ext uri="{FF2B5EF4-FFF2-40B4-BE49-F238E27FC236}">
                      <a16:creationId xmlns:a16="http://schemas.microsoft.com/office/drawing/2014/main" id="{6EAEE7E8-2033-6274-D104-3AF69EE707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37100" y="3089352"/>
                  <a:ext cx="24230" cy="243885"/>
                </a:xfrm>
                <a:prstGeom prst="rect">
                  <a:avLst/>
                </a:prstGeom>
                <a:gradFill>
                  <a:gsLst>
                    <a:gs pos="0">
                      <a:srgbClr val="A2ABB0">
                        <a:alpha val="32000"/>
                      </a:srgbClr>
                    </a:gs>
                    <a:gs pos="100000">
                      <a:srgbClr val="DFE3E6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6" name="Rectangle 18">
                  <a:extLst>
                    <a:ext uri="{FF2B5EF4-FFF2-40B4-BE49-F238E27FC236}">
                      <a16:creationId xmlns:a16="http://schemas.microsoft.com/office/drawing/2014/main" id="{764CC0D2-E683-8EA5-2C7C-A2BCD0877B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07460" y="3331759"/>
                  <a:ext cx="83980" cy="25626"/>
                </a:xfrm>
                <a:prstGeom prst="roundRect">
                  <a:avLst>
                    <a:gd name="adj" fmla="val 14247"/>
                  </a:avLst>
                </a:prstGeom>
                <a:solidFill>
                  <a:srgbClr val="A2ABB0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26" name="Rectangle: Rounded Corners 525">
                <a:extLst>
                  <a:ext uri="{FF2B5EF4-FFF2-40B4-BE49-F238E27FC236}">
                    <a16:creationId xmlns:a16="http://schemas.microsoft.com/office/drawing/2014/main" id="{C57D1122-80E9-4AA1-C18D-F0E7258E2173}"/>
                  </a:ext>
                </a:extLst>
              </p:cNvPr>
              <p:cNvSpPr/>
              <p:nvPr/>
            </p:nvSpPr>
            <p:spPr bwMode="auto">
              <a:xfrm>
                <a:off x="8285129" y="3074395"/>
                <a:ext cx="2720882" cy="119013"/>
              </a:xfrm>
              <a:prstGeom prst="roundRect">
                <a:avLst>
                  <a:gd name="adj" fmla="val 50000"/>
                </a:avLst>
              </a:prstGeom>
              <a:solidFill>
                <a:srgbClr val="DFE3E6"/>
              </a:solidFill>
              <a:ln w="19050">
                <a:gradFill>
                  <a:gsLst>
                    <a:gs pos="0">
                      <a:srgbClr val="66737C"/>
                    </a:gs>
                    <a:gs pos="100000">
                      <a:srgbClr val="A2ABB0"/>
                    </a:gs>
                  </a:gsLst>
                  <a:lin ang="10800000" scaled="0"/>
                </a:gradFill>
                <a:miter lim="800000"/>
                <a:headEnd/>
                <a:tailEnd/>
              </a:ln>
              <a:effectLst>
                <a:outerShdw blurRad="190500" dist="38100" dir="5400000" rotWithShape="0">
                  <a:srgbClr val="20303D">
                    <a:alpha val="20000"/>
                  </a:srgbClr>
                </a:outerShdw>
              </a:effectLst>
            </p:spPr>
            <p:txBody>
              <a:bodyPr wrap="none" rtlCol="0" anchor="ctr" anchorCtr="1"/>
              <a:lstStyle/>
              <a:p>
                <a:pPr algn="ctr"/>
                <a:endParaRPr lang="en-US" sz="140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527" name="Group 526">
                <a:extLst>
                  <a:ext uri="{FF2B5EF4-FFF2-40B4-BE49-F238E27FC236}">
                    <a16:creationId xmlns:a16="http://schemas.microsoft.com/office/drawing/2014/main" id="{01A85378-AC9E-42DC-C6DD-EC0E205D1714}"/>
                  </a:ext>
                </a:extLst>
              </p:cNvPr>
              <p:cNvGrpSpPr/>
              <p:nvPr/>
            </p:nvGrpSpPr>
            <p:grpSpPr>
              <a:xfrm>
                <a:off x="8782416" y="3217223"/>
                <a:ext cx="83980" cy="268033"/>
                <a:chOff x="9907460" y="3089352"/>
                <a:chExt cx="83980" cy="268033"/>
              </a:xfrm>
            </p:grpSpPr>
            <p:sp>
              <p:nvSpPr>
                <p:cNvPr id="543" name="Rectangle 17">
                  <a:extLst>
                    <a:ext uri="{FF2B5EF4-FFF2-40B4-BE49-F238E27FC236}">
                      <a16:creationId xmlns:a16="http://schemas.microsoft.com/office/drawing/2014/main" id="{E2BA481A-3E52-B97C-E3B9-4049B0292D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37100" y="3089352"/>
                  <a:ext cx="24230" cy="243885"/>
                </a:xfrm>
                <a:prstGeom prst="rect">
                  <a:avLst/>
                </a:prstGeom>
                <a:gradFill>
                  <a:gsLst>
                    <a:gs pos="0">
                      <a:srgbClr val="A2ABB0">
                        <a:alpha val="32000"/>
                      </a:srgbClr>
                    </a:gs>
                    <a:gs pos="100000">
                      <a:srgbClr val="DFE3E6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4" name="Rectangle 18">
                  <a:extLst>
                    <a:ext uri="{FF2B5EF4-FFF2-40B4-BE49-F238E27FC236}">
                      <a16:creationId xmlns:a16="http://schemas.microsoft.com/office/drawing/2014/main" id="{35179B7D-954B-FF9F-68CF-439B609B20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07460" y="3331759"/>
                  <a:ext cx="83980" cy="25626"/>
                </a:xfrm>
                <a:prstGeom prst="roundRect">
                  <a:avLst>
                    <a:gd name="adj" fmla="val 14247"/>
                  </a:avLst>
                </a:prstGeom>
                <a:solidFill>
                  <a:srgbClr val="A2ABB0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C1DEA00C-E728-C544-D0EB-DDD09D2B52B8}"/>
                  </a:ext>
                </a:extLst>
              </p:cNvPr>
              <p:cNvGrpSpPr/>
              <p:nvPr/>
            </p:nvGrpSpPr>
            <p:grpSpPr>
              <a:xfrm>
                <a:off x="9205170" y="3217223"/>
                <a:ext cx="83980" cy="268033"/>
                <a:chOff x="9907460" y="3089352"/>
                <a:chExt cx="83980" cy="268033"/>
              </a:xfrm>
            </p:grpSpPr>
            <p:sp>
              <p:nvSpPr>
                <p:cNvPr id="541" name="Rectangle 17">
                  <a:extLst>
                    <a:ext uri="{FF2B5EF4-FFF2-40B4-BE49-F238E27FC236}">
                      <a16:creationId xmlns:a16="http://schemas.microsoft.com/office/drawing/2014/main" id="{496C2C02-D450-29AB-33E2-AEE46B96CA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37100" y="3089352"/>
                  <a:ext cx="24230" cy="243885"/>
                </a:xfrm>
                <a:prstGeom prst="rect">
                  <a:avLst/>
                </a:prstGeom>
                <a:gradFill>
                  <a:gsLst>
                    <a:gs pos="0">
                      <a:srgbClr val="A2ABB0">
                        <a:alpha val="32000"/>
                      </a:srgbClr>
                    </a:gs>
                    <a:gs pos="100000">
                      <a:srgbClr val="DFE3E6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2" name="Rectangle 18">
                  <a:extLst>
                    <a:ext uri="{FF2B5EF4-FFF2-40B4-BE49-F238E27FC236}">
                      <a16:creationId xmlns:a16="http://schemas.microsoft.com/office/drawing/2014/main" id="{E98C1F6D-85DE-EB54-A8D3-524241C66E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07460" y="3331759"/>
                  <a:ext cx="83980" cy="25626"/>
                </a:xfrm>
                <a:prstGeom prst="roundRect">
                  <a:avLst>
                    <a:gd name="adj" fmla="val 14247"/>
                  </a:avLst>
                </a:prstGeom>
                <a:solidFill>
                  <a:srgbClr val="A2ABB0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29" name="Group 528">
                <a:extLst>
                  <a:ext uri="{FF2B5EF4-FFF2-40B4-BE49-F238E27FC236}">
                    <a16:creationId xmlns:a16="http://schemas.microsoft.com/office/drawing/2014/main" id="{C5BC75AC-A2E5-FEEC-E186-F00440DDB300}"/>
                  </a:ext>
                </a:extLst>
              </p:cNvPr>
              <p:cNvGrpSpPr/>
              <p:nvPr/>
            </p:nvGrpSpPr>
            <p:grpSpPr>
              <a:xfrm>
                <a:off x="9627924" y="3217223"/>
                <a:ext cx="83980" cy="268033"/>
                <a:chOff x="9907460" y="3089352"/>
                <a:chExt cx="83980" cy="268033"/>
              </a:xfrm>
            </p:grpSpPr>
            <p:sp>
              <p:nvSpPr>
                <p:cNvPr id="539" name="Rectangle 17">
                  <a:extLst>
                    <a:ext uri="{FF2B5EF4-FFF2-40B4-BE49-F238E27FC236}">
                      <a16:creationId xmlns:a16="http://schemas.microsoft.com/office/drawing/2014/main" id="{B5F713E7-7BC1-A28D-9B94-55F2D742D7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37100" y="3089352"/>
                  <a:ext cx="24230" cy="243885"/>
                </a:xfrm>
                <a:prstGeom prst="rect">
                  <a:avLst/>
                </a:prstGeom>
                <a:gradFill>
                  <a:gsLst>
                    <a:gs pos="0">
                      <a:srgbClr val="A2ABB0">
                        <a:alpha val="32000"/>
                      </a:srgbClr>
                    </a:gs>
                    <a:gs pos="100000">
                      <a:srgbClr val="DFE3E6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0" name="Rectangle 18">
                  <a:extLst>
                    <a:ext uri="{FF2B5EF4-FFF2-40B4-BE49-F238E27FC236}">
                      <a16:creationId xmlns:a16="http://schemas.microsoft.com/office/drawing/2014/main" id="{17935B3D-49A1-FD57-6B59-E7EBD817C8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07460" y="3331759"/>
                  <a:ext cx="83980" cy="25626"/>
                </a:xfrm>
                <a:prstGeom prst="roundRect">
                  <a:avLst>
                    <a:gd name="adj" fmla="val 14247"/>
                  </a:avLst>
                </a:prstGeom>
                <a:solidFill>
                  <a:srgbClr val="A2ABB0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0" name="Group 529">
                <a:extLst>
                  <a:ext uri="{FF2B5EF4-FFF2-40B4-BE49-F238E27FC236}">
                    <a16:creationId xmlns:a16="http://schemas.microsoft.com/office/drawing/2014/main" id="{6A582F86-63E0-8445-9346-E6F920F52B68}"/>
                  </a:ext>
                </a:extLst>
              </p:cNvPr>
              <p:cNvGrpSpPr/>
              <p:nvPr/>
            </p:nvGrpSpPr>
            <p:grpSpPr>
              <a:xfrm>
                <a:off x="10050678" y="3217223"/>
                <a:ext cx="83980" cy="268033"/>
                <a:chOff x="9907460" y="3089352"/>
                <a:chExt cx="83980" cy="268033"/>
              </a:xfrm>
            </p:grpSpPr>
            <p:sp>
              <p:nvSpPr>
                <p:cNvPr id="537" name="Rectangle 17">
                  <a:extLst>
                    <a:ext uri="{FF2B5EF4-FFF2-40B4-BE49-F238E27FC236}">
                      <a16:creationId xmlns:a16="http://schemas.microsoft.com/office/drawing/2014/main" id="{BB6CF286-E32B-8879-2CEB-FA1F7AD98A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37100" y="3089352"/>
                  <a:ext cx="24230" cy="243885"/>
                </a:xfrm>
                <a:prstGeom prst="rect">
                  <a:avLst/>
                </a:prstGeom>
                <a:gradFill>
                  <a:gsLst>
                    <a:gs pos="0">
                      <a:srgbClr val="A2ABB0">
                        <a:alpha val="32000"/>
                      </a:srgbClr>
                    </a:gs>
                    <a:gs pos="100000">
                      <a:srgbClr val="DFE3E6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8" name="Rectangle 18">
                  <a:extLst>
                    <a:ext uri="{FF2B5EF4-FFF2-40B4-BE49-F238E27FC236}">
                      <a16:creationId xmlns:a16="http://schemas.microsoft.com/office/drawing/2014/main" id="{2C18F7AC-BA10-341A-75DD-982F6B0F0F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07460" y="3331759"/>
                  <a:ext cx="83980" cy="25626"/>
                </a:xfrm>
                <a:prstGeom prst="roundRect">
                  <a:avLst>
                    <a:gd name="adj" fmla="val 14247"/>
                  </a:avLst>
                </a:prstGeom>
                <a:solidFill>
                  <a:srgbClr val="A2ABB0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1" name="Group 530">
                <a:extLst>
                  <a:ext uri="{FF2B5EF4-FFF2-40B4-BE49-F238E27FC236}">
                    <a16:creationId xmlns:a16="http://schemas.microsoft.com/office/drawing/2014/main" id="{5D29E0E5-3604-0EE6-9CBC-10B06D3B3EC8}"/>
                  </a:ext>
                </a:extLst>
              </p:cNvPr>
              <p:cNvGrpSpPr/>
              <p:nvPr/>
            </p:nvGrpSpPr>
            <p:grpSpPr>
              <a:xfrm>
                <a:off x="10473432" y="3217223"/>
                <a:ext cx="83980" cy="268033"/>
                <a:chOff x="9907460" y="3089352"/>
                <a:chExt cx="83980" cy="268033"/>
              </a:xfrm>
            </p:grpSpPr>
            <p:sp>
              <p:nvSpPr>
                <p:cNvPr id="535" name="Rectangle 17">
                  <a:extLst>
                    <a:ext uri="{FF2B5EF4-FFF2-40B4-BE49-F238E27FC236}">
                      <a16:creationId xmlns:a16="http://schemas.microsoft.com/office/drawing/2014/main" id="{CB773DE2-09D1-933A-FCC6-8C5054CF42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37100" y="3089352"/>
                  <a:ext cx="24230" cy="243885"/>
                </a:xfrm>
                <a:prstGeom prst="rect">
                  <a:avLst/>
                </a:prstGeom>
                <a:gradFill>
                  <a:gsLst>
                    <a:gs pos="0">
                      <a:srgbClr val="A2ABB0">
                        <a:alpha val="32000"/>
                      </a:srgbClr>
                    </a:gs>
                    <a:gs pos="100000">
                      <a:srgbClr val="DFE3E6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6" name="Rectangle 18">
                  <a:extLst>
                    <a:ext uri="{FF2B5EF4-FFF2-40B4-BE49-F238E27FC236}">
                      <a16:creationId xmlns:a16="http://schemas.microsoft.com/office/drawing/2014/main" id="{1820F920-9002-D09E-7C37-33C9B8740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07460" y="3331759"/>
                  <a:ext cx="83980" cy="25626"/>
                </a:xfrm>
                <a:prstGeom prst="roundRect">
                  <a:avLst>
                    <a:gd name="adj" fmla="val 14247"/>
                  </a:avLst>
                </a:prstGeom>
                <a:solidFill>
                  <a:srgbClr val="A2ABB0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D0F45437-4B50-1557-30BD-2359024C9429}"/>
                  </a:ext>
                </a:extLst>
              </p:cNvPr>
              <p:cNvGrpSpPr/>
              <p:nvPr/>
            </p:nvGrpSpPr>
            <p:grpSpPr>
              <a:xfrm>
                <a:off x="10896186" y="3217223"/>
                <a:ext cx="83980" cy="268033"/>
                <a:chOff x="9907460" y="3089352"/>
                <a:chExt cx="83980" cy="268033"/>
              </a:xfrm>
            </p:grpSpPr>
            <p:sp>
              <p:nvSpPr>
                <p:cNvPr id="533" name="Rectangle 17">
                  <a:extLst>
                    <a:ext uri="{FF2B5EF4-FFF2-40B4-BE49-F238E27FC236}">
                      <a16:creationId xmlns:a16="http://schemas.microsoft.com/office/drawing/2014/main" id="{91C7B954-0783-2109-0C5C-5DFC109B51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37100" y="3089352"/>
                  <a:ext cx="24230" cy="243885"/>
                </a:xfrm>
                <a:prstGeom prst="rect">
                  <a:avLst/>
                </a:prstGeom>
                <a:gradFill>
                  <a:gsLst>
                    <a:gs pos="0">
                      <a:srgbClr val="A2ABB0">
                        <a:alpha val="32000"/>
                      </a:srgbClr>
                    </a:gs>
                    <a:gs pos="100000">
                      <a:srgbClr val="DFE3E6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4" name="Rectangle 18">
                  <a:extLst>
                    <a:ext uri="{FF2B5EF4-FFF2-40B4-BE49-F238E27FC236}">
                      <a16:creationId xmlns:a16="http://schemas.microsoft.com/office/drawing/2014/main" id="{026B040A-3002-AE4B-E28F-40D89D57BF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907460" y="3331759"/>
                  <a:ext cx="83980" cy="25626"/>
                </a:xfrm>
                <a:prstGeom prst="roundRect">
                  <a:avLst>
                    <a:gd name="adj" fmla="val 14247"/>
                  </a:avLst>
                </a:prstGeom>
                <a:solidFill>
                  <a:srgbClr val="A2ABB0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448" name="Group 447">
              <a:extLst>
                <a:ext uri="{FF2B5EF4-FFF2-40B4-BE49-F238E27FC236}">
                  <a16:creationId xmlns:a16="http://schemas.microsoft.com/office/drawing/2014/main" id="{0BF8DC0E-23AF-1C94-70A2-7846C29C5A0F}"/>
                </a:ext>
              </a:extLst>
            </p:cNvPr>
            <p:cNvGrpSpPr/>
            <p:nvPr/>
          </p:nvGrpSpPr>
          <p:grpSpPr>
            <a:xfrm>
              <a:off x="8198243" y="1940199"/>
              <a:ext cx="1236098" cy="1616562"/>
              <a:chOff x="11049659" y="2447245"/>
              <a:chExt cx="848379" cy="1109505"/>
            </a:xfrm>
          </p:grpSpPr>
          <p:sp>
            <p:nvSpPr>
              <p:cNvPr id="473" name="Freeform 82">
                <a:extLst>
                  <a:ext uri="{FF2B5EF4-FFF2-40B4-BE49-F238E27FC236}">
                    <a16:creationId xmlns:a16="http://schemas.microsoft.com/office/drawing/2014/main" id="{2E23809B-0B7F-1E4A-BD40-07A35A471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76518" y="2633077"/>
                <a:ext cx="121520" cy="567874"/>
              </a:xfrm>
              <a:custGeom>
                <a:avLst/>
                <a:gdLst>
                  <a:gd name="T0" fmla="*/ 0 w 181"/>
                  <a:gd name="T1" fmla="*/ 0 h 602"/>
                  <a:gd name="T2" fmla="*/ 132 w 181"/>
                  <a:gd name="T3" fmla="*/ 0 h 602"/>
                  <a:gd name="T4" fmla="*/ 181 w 181"/>
                  <a:gd name="T5" fmla="*/ 48 h 602"/>
                  <a:gd name="T6" fmla="*/ 181 w 181"/>
                  <a:gd name="T7" fmla="*/ 602 h 602"/>
                  <a:gd name="T8" fmla="*/ 0 w 181"/>
                  <a:gd name="T9" fmla="*/ 602 h 602"/>
                  <a:gd name="T10" fmla="*/ 0 w 181"/>
                  <a:gd name="T11" fmla="*/ 0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1" h="602">
                    <a:moveTo>
                      <a:pt x="0" y="0"/>
                    </a:moveTo>
                    <a:cubicBezTo>
                      <a:pt x="132" y="0"/>
                      <a:pt x="132" y="0"/>
                      <a:pt x="132" y="0"/>
                    </a:cubicBezTo>
                    <a:cubicBezTo>
                      <a:pt x="151" y="19"/>
                      <a:pt x="162" y="30"/>
                      <a:pt x="181" y="48"/>
                    </a:cubicBezTo>
                    <a:cubicBezTo>
                      <a:pt x="181" y="602"/>
                      <a:pt x="181" y="602"/>
                      <a:pt x="181" y="602"/>
                    </a:cubicBezTo>
                    <a:cubicBezTo>
                      <a:pt x="0" y="602"/>
                      <a:pt x="0" y="602"/>
                      <a:pt x="0" y="602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43515C"/>
                  </a:gs>
                  <a:gs pos="87000">
                    <a:srgbClr val="66737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4" name="Freeform 83">
                <a:extLst>
                  <a:ext uri="{FF2B5EF4-FFF2-40B4-BE49-F238E27FC236}">
                    <a16:creationId xmlns:a16="http://schemas.microsoft.com/office/drawing/2014/main" id="{9C66EFD2-6EF1-361B-75EF-34E7BF35F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49659" y="2479462"/>
                <a:ext cx="726859" cy="915638"/>
              </a:xfrm>
              <a:custGeom>
                <a:avLst/>
                <a:gdLst>
                  <a:gd name="T0" fmla="*/ 32 w 1083"/>
                  <a:gd name="T1" fmla="*/ 0 h 1364"/>
                  <a:gd name="T2" fmla="*/ 1051 w 1083"/>
                  <a:gd name="T3" fmla="*/ 0 h 1364"/>
                  <a:gd name="T4" fmla="*/ 1083 w 1083"/>
                  <a:gd name="T5" fmla="*/ 32 h 1364"/>
                  <a:gd name="T6" fmla="*/ 1083 w 1083"/>
                  <a:gd name="T7" fmla="*/ 1364 h 1364"/>
                  <a:gd name="T8" fmla="*/ 0 w 1083"/>
                  <a:gd name="T9" fmla="*/ 1364 h 1364"/>
                  <a:gd name="T10" fmla="*/ 0 w 1083"/>
                  <a:gd name="T11" fmla="*/ 32 h 1364"/>
                  <a:gd name="T12" fmla="*/ 32 w 1083"/>
                  <a:gd name="T13" fmla="*/ 0 h 1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3" h="1364">
                    <a:moveTo>
                      <a:pt x="32" y="0"/>
                    </a:moveTo>
                    <a:cubicBezTo>
                      <a:pt x="1051" y="0"/>
                      <a:pt x="1051" y="0"/>
                      <a:pt x="1051" y="0"/>
                    </a:cubicBezTo>
                    <a:cubicBezTo>
                      <a:pt x="1069" y="0"/>
                      <a:pt x="1083" y="14"/>
                      <a:pt x="1083" y="32"/>
                    </a:cubicBezTo>
                    <a:cubicBezTo>
                      <a:pt x="1083" y="1364"/>
                      <a:pt x="1083" y="1364"/>
                      <a:pt x="1083" y="1364"/>
                    </a:cubicBezTo>
                    <a:cubicBezTo>
                      <a:pt x="0" y="1364"/>
                      <a:pt x="0" y="1364"/>
                      <a:pt x="0" y="136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A2ABB0"/>
                  </a:gs>
                  <a:gs pos="0">
                    <a:srgbClr val="DFE3E6"/>
                  </a:gs>
                </a:gsLst>
                <a:lin ang="27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5" name="Rectangle 84">
                <a:extLst>
                  <a:ext uri="{FF2B5EF4-FFF2-40B4-BE49-F238E27FC236}">
                    <a16:creationId xmlns:a16="http://schemas.microsoft.com/office/drawing/2014/main" id="{13FD473E-6E40-393D-D5EE-648C22341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03354" y="2511679"/>
                <a:ext cx="619469" cy="285148"/>
              </a:xfrm>
              <a:prstGeom prst="rect">
                <a:avLst/>
              </a:prstGeom>
              <a:solidFill>
                <a:srgbClr val="A2AB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6" name="Rectangle 85">
                <a:extLst>
                  <a:ext uri="{FF2B5EF4-FFF2-40B4-BE49-F238E27FC236}">
                    <a16:creationId xmlns:a16="http://schemas.microsoft.com/office/drawing/2014/main" id="{44F961FB-550B-CBD4-206B-A145479815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32222" y="2533157"/>
                <a:ext cx="361169" cy="209975"/>
              </a:xfrm>
              <a:prstGeom prst="rect">
                <a:avLst/>
              </a:pr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7" name="Rectangle 86">
                <a:extLst>
                  <a:ext uri="{FF2B5EF4-FFF2-40B4-BE49-F238E27FC236}">
                    <a16:creationId xmlns:a16="http://schemas.microsoft.com/office/drawing/2014/main" id="{5461291E-B6A9-3369-CB4C-6BC1A6022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2961" y="2543896"/>
                <a:ext cx="339691" cy="188497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8" name="Rectangle 87">
                <a:extLst>
                  <a:ext uri="{FF2B5EF4-FFF2-40B4-BE49-F238E27FC236}">
                    <a16:creationId xmlns:a16="http://schemas.microsoft.com/office/drawing/2014/main" id="{B08E75C7-E6F4-0A2A-561B-B364B22E4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2288" y="2447245"/>
                <a:ext cx="581883" cy="32217"/>
              </a:xfrm>
              <a:prstGeom prst="rect">
                <a:avLst/>
              </a:pr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9" name="Rectangle 88">
                <a:extLst>
                  <a:ext uri="{FF2B5EF4-FFF2-40B4-BE49-F238E27FC236}">
                    <a16:creationId xmlns:a16="http://schemas.microsoft.com/office/drawing/2014/main" id="{7FD42C20-FBBA-9C0D-27EF-59506996E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73963" y="3395100"/>
                <a:ext cx="678534" cy="161650"/>
              </a:xfrm>
              <a:prstGeom prst="rect">
                <a:avLst/>
              </a:prstGeom>
              <a:gradFill>
                <a:gsLst>
                  <a:gs pos="100000">
                    <a:srgbClr val="43515C"/>
                  </a:gs>
                  <a:gs pos="0">
                    <a:srgbClr val="66737C"/>
                  </a:gs>
                </a:gsLst>
                <a:lin ang="27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0" name="Rectangle 89">
                <a:extLst>
                  <a:ext uri="{FF2B5EF4-FFF2-40B4-BE49-F238E27FC236}">
                    <a16:creationId xmlns:a16="http://schemas.microsoft.com/office/drawing/2014/main" id="{7197D99F-52F6-B6C4-BABE-3F94790D9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2961" y="2753871"/>
                <a:ext cx="33065" cy="32217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1" name="Rectangle 90">
                <a:extLst>
                  <a:ext uri="{FF2B5EF4-FFF2-40B4-BE49-F238E27FC236}">
                    <a16:creationId xmlns:a16="http://schemas.microsoft.com/office/drawing/2014/main" id="{D9D7F494-6EED-DDD7-5977-26DDDA627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2961" y="2778175"/>
                <a:ext cx="33065" cy="7913"/>
              </a:xfrm>
              <a:prstGeom prst="rect">
                <a:avLst/>
              </a:pr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2" name="Rectangle 91">
                <a:extLst>
                  <a:ext uri="{FF2B5EF4-FFF2-40B4-BE49-F238E27FC236}">
                    <a16:creationId xmlns:a16="http://schemas.microsoft.com/office/drawing/2014/main" id="{E10A20FF-103B-3F4C-7AEA-56AF933A4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2199" y="2753871"/>
                <a:ext cx="32217" cy="32217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3" name="Rectangle 92">
                <a:extLst>
                  <a:ext uri="{FF2B5EF4-FFF2-40B4-BE49-F238E27FC236}">
                    <a16:creationId xmlns:a16="http://schemas.microsoft.com/office/drawing/2014/main" id="{37CD9D6A-54E3-693C-822F-1DA8011A5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2199" y="2778175"/>
                <a:ext cx="32217" cy="7913"/>
              </a:xfrm>
              <a:prstGeom prst="rect">
                <a:avLst/>
              </a:pr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4" name="Rectangle 93">
                <a:extLst>
                  <a:ext uri="{FF2B5EF4-FFF2-40B4-BE49-F238E27FC236}">
                    <a16:creationId xmlns:a16="http://schemas.microsoft.com/office/drawing/2014/main" id="{B66DA438-E78C-15C0-C6E9-DA7C88D08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80589" y="2753871"/>
                <a:ext cx="32217" cy="32217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5" name="Rectangle 94">
                <a:extLst>
                  <a:ext uri="{FF2B5EF4-FFF2-40B4-BE49-F238E27FC236}">
                    <a16:creationId xmlns:a16="http://schemas.microsoft.com/office/drawing/2014/main" id="{D8208EAA-DE6D-A323-3171-B84B5B313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80589" y="2778175"/>
                <a:ext cx="32217" cy="7913"/>
              </a:xfrm>
              <a:prstGeom prst="rect">
                <a:avLst/>
              </a:pr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6" name="Rectangle 95">
                <a:extLst>
                  <a:ext uri="{FF2B5EF4-FFF2-40B4-BE49-F238E27FC236}">
                    <a16:creationId xmlns:a16="http://schemas.microsoft.com/office/drawing/2014/main" id="{C59BEC52-8051-A764-B0AA-44E947E0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50434" y="2753871"/>
                <a:ext cx="32217" cy="32217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7" name="Rectangle 96">
                <a:extLst>
                  <a:ext uri="{FF2B5EF4-FFF2-40B4-BE49-F238E27FC236}">
                    <a16:creationId xmlns:a16="http://schemas.microsoft.com/office/drawing/2014/main" id="{3536B89B-01EA-D217-2A07-DFDBC5C49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50434" y="2778175"/>
                <a:ext cx="32217" cy="7913"/>
              </a:xfrm>
              <a:prstGeom prst="rect">
                <a:avLst/>
              </a:pr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8" name="Freeform 97">
                <a:extLst>
                  <a:ext uri="{FF2B5EF4-FFF2-40B4-BE49-F238E27FC236}">
                    <a16:creationId xmlns:a16="http://schemas.microsoft.com/office/drawing/2014/main" id="{6818FE1E-C04C-4740-0991-A35890A91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25607" y="2543896"/>
                <a:ext cx="21478" cy="220714"/>
              </a:xfrm>
              <a:custGeom>
                <a:avLst/>
                <a:gdLst>
                  <a:gd name="T0" fmla="*/ 32 w 32"/>
                  <a:gd name="T1" fmla="*/ 16 h 329"/>
                  <a:gd name="T2" fmla="*/ 32 w 32"/>
                  <a:gd name="T3" fmla="*/ 313 h 329"/>
                  <a:gd name="T4" fmla="*/ 16 w 32"/>
                  <a:gd name="T5" fmla="*/ 329 h 329"/>
                  <a:gd name="T6" fmla="*/ 16 w 32"/>
                  <a:gd name="T7" fmla="*/ 329 h 329"/>
                  <a:gd name="T8" fmla="*/ 0 w 32"/>
                  <a:gd name="T9" fmla="*/ 313 h 329"/>
                  <a:gd name="T10" fmla="*/ 0 w 32"/>
                  <a:gd name="T11" fmla="*/ 16 h 329"/>
                  <a:gd name="T12" fmla="*/ 16 w 32"/>
                  <a:gd name="T13" fmla="*/ 0 h 329"/>
                  <a:gd name="T14" fmla="*/ 16 w 32"/>
                  <a:gd name="T15" fmla="*/ 0 h 329"/>
                  <a:gd name="T16" fmla="*/ 32 w 32"/>
                  <a:gd name="T17" fmla="*/ 16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329">
                    <a:moveTo>
                      <a:pt x="32" y="16"/>
                    </a:moveTo>
                    <a:cubicBezTo>
                      <a:pt x="32" y="313"/>
                      <a:pt x="32" y="313"/>
                      <a:pt x="32" y="313"/>
                    </a:cubicBezTo>
                    <a:cubicBezTo>
                      <a:pt x="32" y="322"/>
                      <a:pt x="25" y="329"/>
                      <a:pt x="16" y="329"/>
                    </a:cubicBezTo>
                    <a:cubicBezTo>
                      <a:pt x="16" y="329"/>
                      <a:pt x="16" y="329"/>
                      <a:pt x="16" y="329"/>
                    </a:cubicBezTo>
                    <a:cubicBezTo>
                      <a:pt x="8" y="329"/>
                      <a:pt x="0" y="322"/>
                      <a:pt x="0" y="313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8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lose/>
                  </a:path>
                </a:pathLst>
              </a:cu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9" name="Rectangle 98">
                <a:extLst>
                  <a:ext uri="{FF2B5EF4-FFF2-40B4-BE49-F238E27FC236}">
                    <a16:creationId xmlns:a16="http://schemas.microsoft.com/office/drawing/2014/main" id="{DEB57203-5696-A758-8840-979863D8F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14868" y="2643938"/>
                <a:ext cx="42956" cy="21478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0" name="Freeform 99">
                <a:extLst>
                  <a:ext uri="{FF2B5EF4-FFF2-40B4-BE49-F238E27FC236}">
                    <a16:creationId xmlns:a16="http://schemas.microsoft.com/office/drawing/2014/main" id="{BB508CBB-ADC8-4CF4-0F1B-DE3B9E86E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9128" y="2543896"/>
                <a:ext cx="21478" cy="220714"/>
              </a:xfrm>
              <a:custGeom>
                <a:avLst/>
                <a:gdLst>
                  <a:gd name="T0" fmla="*/ 32 w 32"/>
                  <a:gd name="T1" fmla="*/ 16 h 329"/>
                  <a:gd name="T2" fmla="*/ 32 w 32"/>
                  <a:gd name="T3" fmla="*/ 313 h 329"/>
                  <a:gd name="T4" fmla="*/ 16 w 32"/>
                  <a:gd name="T5" fmla="*/ 329 h 329"/>
                  <a:gd name="T6" fmla="*/ 16 w 32"/>
                  <a:gd name="T7" fmla="*/ 329 h 329"/>
                  <a:gd name="T8" fmla="*/ 0 w 32"/>
                  <a:gd name="T9" fmla="*/ 313 h 329"/>
                  <a:gd name="T10" fmla="*/ 0 w 32"/>
                  <a:gd name="T11" fmla="*/ 16 h 329"/>
                  <a:gd name="T12" fmla="*/ 16 w 32"/>
                  <a:gd name="T13" fmla="*/ 0 h 329"/>
                  <a:gd name="T14" fmla="*/ 16 w 32"/>
                  <a:gd name="T15" fmla="*/ 0 h 329"/>
                  <a:gd name="T16" fmla="*/ 32 w 32"/>
                  <a:gd name="T17" fmla="*/ 16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329">
                    <a:moveTo>
                      <a:pt x="32" y="16"/>
                    </a:moveTo>
                    <a:cubicBezTo>
                      <a:pt x="32" y="313"/>
                      <a:pt x="32" y="313"/>
                      <a:pt x="32" y="313"/>
                    </a:cubicBezTo>
                    <a:cubicBezTo>
                      <a:pt x="32" y="322"/>
                      <a:pt x="24" y="329"/>
                      <a:pt x="16" y="329"/>
                    </a:cubicBezTo>
                    <a:cubicBezTo>
                      <a:pt x="16" y="329"/>
                      <a:pt x="16" y="329"/>
                      <a:pt x="16" y="329"/>
                    </a:cubicBezTo>
                    <a:cubicBezTo>
                      <a:pt x="7" y="329"/>
                      <a:pt x="0" y="322"/>
                      <a:pt x="0" y="313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4" y="0"/>
                      <a:pt x="32" y="7"/>
                      <a:pt x="32" y="16"/>
                    </a:cubicBezTo>
                    <a:close/>
                  </a:path>
                </a:pathLst>
              </a:cu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1" name="Rectangle 100">
                <a:extLst>
                  <a:ext uri="{FF2B5EF4-FFF2-40B4-BE49-F238E27FC236}">
                    <a16:creationId xmlns:a16="http://schemas.microsoft.com/office/drawing/2014/main" id="{2DE1F62E-56FB-AB46-77DA-39A422CFF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57824" y="2589678"/>
                <a:ext cx="43521" cy="21478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2" name="Oval 101">
                <a:extLst>
                  <a:ext uri="{FF2B5EF4-FFF2-40B4-BE49-F238E27FC236}">
                    <a16:creationId xmlns:a16="http://schemas.microsoft.com/office/drawing/2014/main" id="{2E55C3F9-8C25-3389-3614-F8B287BB4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4832" y="2543896"/>
                <a:ext cx="85912" cy="85912"/>
              </a:xfrm>
              <a:prstGeom prst="ellipse">
                <a:avLst/>
              </a:pr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3" name="Freeform 102">
                <a:extLst>
                  <a:ext uri="{FF2B5EF4-FFF2-40B4-BE49-F238E27FC236}">
                    <a16:creationId xmlns:a16="http://schemas.microsoft.com/office/drawing/2014/main" id="{CECFE396-959D-8405-46A1-F0CDEBBAA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35571" y="2554635"/>
                <a:ext cx="64434" cy="42956"/>
              </a:xfrm>
              <a:custGeom>
                <a:avLst/>
                <a:gdLst>
                  <a:gd name="T0" fmla="*/ 96 w 96"/>
                  <a:gd name="T1" fmla="*/ 47 h 64"/>
                  <a:gd name="T2" fmla="*/ 48 w 96"/>
                  <a:gd name="T3" fmla="*/ 0 h 64"/>
                  <a:gd name="T4" fmla="*/ 0 w 96"/>
                  <a:gd name="T5" fmla="*/ 47 h 64"/>
                  <a:gd name="T6" fmla="*/ 0 w 96"/>
                  <a:gd name="T7" fmla="*/ 48 h 64"/>
                  <a:gd name="T8" fmla="*/ 16 w 96"/>
                  <a:gd name="T9" fmla="*/ 64 h 64"/>
                  <a:gd name="T10" fmla="*/ 32 w 96"/>
                  <a:gd name="T11" fmla="*/ 48 h 64"/>
                  <a:gd name="T12" fmla="*/ 48 w 96"/>
                  <a:gd name="T13" fmla="*/ 32 h 64"/>
                  <a:gd name="T14" fmla="*/ 64 w 96"/>
                  <a:gd name="T15" fmla="*/ 48 h 64"/>
                  <a:gd name="T16" fmla="*/ 80 w 96"/>
                  <a:gd name="T17" fmla="*/ 64 h 64"/>
                  <a:gd name="T18" fmla="*/ 96 w 96"/>
                  <a:gd name="T19" fmla="*/ 48 h 64"/>
                  <a:gd name="T20" fmla="*/ 96 w 96"/>
                  <a:gd name="T21" fmla="*/ 4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6" h="64">
                    <a:moveTo>
                      <a:pt x="96" y="47"/>
                    </a:moveTo>
                    <a:cubicBezTo>
                      <a:pt x="96" y="21"/>
                      <a:pt x="74" y="0"/>
                      <a:pt x="48" y="0"/>
                    </a:cubicBezTo>
                    <a:cubicBezTo>
                      <a:pt x="22" y="0"/>
                      <a:pt x="0" y="21"/>
                      <a:pt x="0" y="4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7"/>
                      <a:pt x="7" y="64"/>
                      <a:pt x="16" y="64"/>
                    </a:cubicBezTo>
                    <a:cubicBezTo>
                      <a:pt x="25" y="64"/>
                      <a:pt x="32" y="57"/>
                      <a:pt x="32" y="48"/>
                    </a:cubicBezTo>
                    <a:cubicBezTo>
                      <a:pt x="32" y="39"/>
                      <a:pt x="39" y="32"/>
                      <a:pt x="48" y="32"/>
                    </a:cubicBezTo>
                    <a:cubicBezTo>
                      <a:pt x="57" y="32"/>
                      <a:pt x="64" y="39"/>
                      <a:pt x="64" y="48"/>
                    </a:cubicBezTo>
                    <a:cubicBezTo>
                      <a:pt x="64" y="57"/>
                      <a:pt x="71" y="64"/>
                      <a:pt x="80" y="64"/>
                    </a:cubicBezTo>
                    <a:cubicBezTo>
                      <a:pt x="89" y="64"/>
                      <a:pt x="96" y="57"/>
                      <a:pt x="96" y="48"/>
                    </a:cubicBezTo>
                    <a:cubicBezTo>
                      <a:pt x="96" y="48"/>
                      <a:pt x="96" y="48"/>
                      <a:pt x="96" y="47"/>
                    </a:cubicBezTo>
                    <a:close/>
                  </a:path>
                </a:pathLst>
              </a:cu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4" name="Oval 103">
                <a:extLst>
                  <a:ext uri="{FF2B5EF4-FFF2-40B4-BE49-F238E27FC236}">
                    <a16:creationId xmlns:a16="http://schemas.microsoft.com/office/drawing/2014/main" id="{3490B06B-9FCE-CFEF-8FB8-96E43B79D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8527" y="2576113"/>
                <a:ext cx="21478" cy="21478"/>
              </a:xfrm>
              <a:prstGeom prst="ellipse">
                <a:avLst/>
              </a:prstGeom>
              <a:solidFill>
                <a:srgbClr val="F759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5" name="Freeform 104">
                <a:extLst>
                  <a:ext uri="{FF2B5EF4-FFF2-40B4-BE49-F238E27FC236}">
                    <a16:creationId xmlns:a16="http://schemas.microsoft.com/office/drawing/2014/main" id="{E0222628-3E1F-31DE-03AC-2BC416D81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61853" y="2568765"/>
                <a:ext cx="24021" cy="24021"/>
              </a:xfrm>
              <a:custGeom>
                <a:avLst/>
                <a:gdLst>
                  <a:gd name="T0" fmla="*/ 15 w 36"/>
                  <a:gd name="T1" fmla="*/ 32 h 36"/>
                  <a:gd name="T2" fmla="*/ 35 w 36"/>
                  <a:gd name="T3" fmla="*/ 7 h 36"/>
                  <a:gd name="T4" fmla="*/ 35 w 36"/>
                  <a:gd name="T5" fmla="*/ 2 h 36"/>
                  <a:gd name="T6" fmla="*/ 29 w 36"/>
                  <a:gd name="T7" fmla="*/ 1 h 36"/>
                  <a:gd name="T8" fmla="*/ 4 w 36"/>
                  <a:gd name="T9" fmla="*/ 21 h 36"/>
                  <a:gd name="T10" fmla="*/ 3 w 36"/>
                  <a:gd name="T11" fmla="*/ 22 h 36"/>
                  <a:gd name="T12" fmla="*/ 3 w 36"/>
                  <a:gd name="T13" fmla="*/ 33 h 36"/>
                  <a:gd name="T14" fmla="*/ 15 w 36"/>
                  <a:gd name="T15" fmla="*/ 33 h 36"/>
                  <a:gd name="T16" fmla="*/ 15 w 36"/>
                  <a:gd name="T17" fmla="*/ 3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" h="36">
                    <a:moveTo>
                      <a:pt x="15" y="32"/>
                    </a:moveTo>
                    <a:cubicBezTo>
                      <a:pt x="35" y="7"/>
                      <a:pt x="35" y="7"/>
                      <a:pt x="35" y="7"/>
                    </a:cubicBezTo>
                    <a:cubicBezTo>
                      <a:pt x="36" y="5"/>
                      <a:pt x="36" y="3"/>
                      <a:pt x="35" y="2"/>
                    </a:cubicBezTo>
                    <a:cubicBezTo>
                      <a:pt x="33" y="0"/>
                      <a:pt x="31" y="0"/>
                      <a:pt x="29" y="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1"/>
                      <a:pt x="4" y="21"/>
                      <a:pt x="3" y="22"/>
                    </a:cubicBezTo>
                    <a:cubicBezTo>
                      <a:pt x="0" y="25"/>
                      <a:pt x="0" y="30"/>
                      <a:pt x="3" y="33"/>
                    </a:cubicBezTo>
                    <a:cubicBezTo>
                      <a:pt x="7" y="36"/>
                      <a:pt x="12" y="36"/>
                      <a:pt x="15" y="33"/>
                    </a:cubicBezTo>
                    <a:cubicBezTo>
                      <a:pt x="15" y="33"/>
                      <a:pt x="15" y="32"/>
                      <a:pt x="15" y="32"/>
                    </a:cubicBezTo>
                    <a:close/>
                  </a:path>
                </a:pathLst>
              </a:custGeom>
              <a:solidFill>
                <a:srgbClr val="1D22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6" name="Oval 105">
                <a:extLst>
                  <a:ext uri="{FF2B5EF4-FFF2-40B4-BE49-F238E27FC236}">
                    <a16:creationId xmlns:a16="http://schemas.microsoft.com/office/drawing/2014/main" id="{A788E9C4-D4F5-CBEC-A490-B4517D004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4832" y="2646481"/>
                <a:ext cx="85912" cy="85912"/>
              </a:xfrm>
              <a:prstGeom prst="ellipse">
                <a:avLst/>
              </a:pr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7" name="Freeform 106">
                <a:extLst>
                  <a:ext uri="{FF2B5EF4-FFF2-40B4-BE49-F238E27FC236}">
                    <a16:creationId xmlns:a16="http://schemas.microsoft.com/office/drawing/2014/main" id="{33A8F80D-832B-98D5-B97B-BBAEDCD7C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35571" y="2657220"/>
                <a:ext cx="64434" cy="42956"/>
              </a:xfrm>
              <a:custGeom>
                <a:avLst/>
                <a:gdLst>
                  <a:gd name="T0" fmla="*/ 96 w 96"/>
                  <a:gd name="T1" fmla="*/ 47 h 64"/>
                  <a:gd name="T2" fmla="*/ 48 w 96"/>
                  <a:gd name="T3" fmla="*/ 0 h 64"/>
                  <a:gd name="T4" fmla="*/ 0 w 96"/>
                  <a:gd name="T5" fmla="*/ 47 h 64"/>
                  <a:gd name="T6" fmla="*/ 0 w 96"/>
                  <a:gd name="T7" fmla="*/ 48 h 64"/>
                  <a:gd name="T8" fmla="*/ 16 w 96"/>
                  <a:gd name="T9" fmla="*/ 64 h 64"/>
                  <a:gd name="T10" fmla="*/ 32 w 96"/>
                  <a:gd name="T11" fmla="*/ 48 h 64"/>
                  <a:gd name="T12" fmla="*/ 48 w 96"/>
                  <a:gd name="T13" fmla="*/ 32 h 64"/>
                  <a:gd name="T14" fmla="*/ 64 w 96"/>
                  <a:gd name="T15" fmla="*/ 48 h 64"/>
                  <a:gd name="T16" fmla="*/ 80 w 96"/>
                  <a:gd name="T17" fmla="*/ 64 h 64"/>
                  <a:gd name="T18" fmla="*/ 96 w 96"/>
                  <a:gd name="T19" fmla="*/ 48 h 64"/>
                  <a:gd name="T20" fmla="*/ 96 w 96"/>
                  <a:gd name="T21" fmla="*/ 4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6" h="64">
                    <a:moveTo>
                      <a:pt x="96" y="47"/>
                    </a:moveTo>
                    <a:cubicBezTo>
                      <a:pt x="96" y="21"/>
                      <a:pt x="74" y="0"/>
                      <a:pt x="48" y="0"/>
                    </a:cubicBezTo>
                    <a:cubicBezTo>
                      <a:pt x="22" y="0"/>
                      <a:pt x="0" y="21"/>
                      <a:pt x="0" y="47"/>
                    </a:cubicBezTo>
                    <a:cubicBezTo>
                      <a:pt x="0" y="47"/>
                      <a:pt x="0" y="47"/>
                      <a:pt x="0" y="48"/>
                    </a:cubicBezTo>
                    <a:cubicBezTo>
                      <a:pt x="0" y="57"/>
                      <a:pt x="7" y="64"/>
                      <a:pt x="16" y="64"/>
                    </a:cubicBezTo>
                    <a:cubicBezTo>
                      <a:pt x="25" y="64"/>
                      <a:pt x="32" y="57"/>
                      <a:pt x="32" y="48"/>
                    </a:cubicBezTo>
                    <a:cubicBezTo>
                      <a:pt x="32" y="39"/>
                      <a:pt x="39" y="32"/>
                      <a:pt x="48" y="32"/>
                    </a:cubicBezTo>
                    <a:cubicBezTo>
                      <a:pt x="57" y="32"/>
                      <a:pt x="64" y="39"/>
                      <a:pt x="64" y="48"/>
                    </a:cubicBezTo>
                    <a:cubicBezTo>
                      <a:pt x="64" y="57"/>
                      <a:pt x="71" y="64"/>
                      <a:pt x="80" y="64"/>
                    </a:cubicBezTo>
                    <a:cubicBezTo>
                      <a:pt x="89" y="64"/>
                      <a:pt x="96" y="57"/>
                      <a:pt x="96" y="48"/>
                    </a:cubicBezTo>
                    <a:cubicBezTo>
                      <a:pt x="96" y="47"/>
                      <a:pt x="96" y="47"/>
                      <a:pt x="96" y="47"/>
                    </a:cubicBezTo>
                    <a:close/>
                  </a:path>
                </a:pathLst>
              </a:cu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8" name="Oval 107">
                <a:extLst>
                  <a:ext uri="{FF2B5EF4-FFF2-40B4-BE49-F238E27FC236}">
                    <a16:creationId xmlns:a16="http://schemas.microsoft.com/office/drawing/2014/main" id="{5336BBDD-F564-8185-61A4-6860FA7FD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8527" y="2678698"/>
                <a:ext cx="21478" cy="21478"/>
              </a:xfrm>
              <a:prstGeom prst="ellipse">
                <a:avLst/>
              </a:prstGeom>
              <a:solidFill>
                <a:srgbClr val="F759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9" name="Freeform 108">
                <a:extLst>
                  <a:ext uri="{FF2B5EF4-FFF2-40B4-BE49-F238E27FC236}">
                    <a16:creationId xmlns:a16="http://schemas.microsoft.com/office/drawing/2014/main" id="{2BA0D482-575F-3706-4BD8-3C1D832D9F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62418" y="2665416"/>
                <a:ext cx="10739" cy="29391"/>
              </a:xfrm>
              <a:custGeom>
                <a:avLst/>
                <a:gdLst>
                  <a:gd name="T0" fmla="*/ 16 w 16"/>
                  <a:gd name="T1" fmla="*/ 35 h 44"/>
                  <a:gd name="T2" fmla="*/ 12 w 16"/>
                  <a:gd name="T3" fmla="*/ 3 h 44"/>
                  <a:gd name="T4" fmla="*/ 8 w 16"/>
                  <a:gd name="T5" fmla="*/ 0 h 44"/>
                  <a:gd name="T6" fmla="*/ 4 w 16"/>
                  <a:gd name="T7" fmla="*/ 3 h 44"/>
                  <a:gd name="T8" fmla="*/ 0 w 16"/>
                  <a:gd name="T9" fmla="*/ 35 h 44"/>
                  <a:gd name="T10" fmla="*/ 0 w 16"/>
                  <a:gd name="T11" fmla="*/ 36 h 44"/>
                  <a:gd name="T12" fmla="*/ 8 w 16"/>
                  <a:gd name="T13" fmla="*/ 44 h 44"/>
                  <a:gd name="T14" fmla="*/ 16 w 16"/>
                  <a:gd name="T15" fmla="*/ 36 h 44"/>
                  <a:gd name="T16" fmla="*/ 16 w 16"/>
                  <a:gd name="T17" fmla="*/ 35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44">
                    <a:moveTo>
                      <a:pt x="16" y="35"/>
                    </a:moveTo>
                    <a:cubicBezTo>
                      <a:pt x="12" y="3"/>
                      <a:pt x="12" y="3"/>
                      <a:pt x="12" y="3"/>
                    </a:cubicBezTo>
                    <a:cubicBezTo>
                      <a:pt x="12" y="1"/>
                      <a:pt x="10" y="0"/>
                      <a:pt x="8" y="0"/>
                    </a:cubicBezTo>
                    <a:cubicBezTo>
                      <a:pt x="6" y="0"/>
                      <a:pt x="4" y="1"/>
                      <a:pt x="4" y="3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0" y="35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13" y="44"/>
                      <a:pt x="16" y="40"/>
                      <a:pt x="16" y="36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</a:path>
                </a:pathLst>
              </a:custGeom>
              <a:solidFill>
                <a:srgbClr val="1D22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0" name="Rectangle 109">
                <a:extLst>
                  <a:ext uri="{FF2B5EF4-FFF2-40B4-BE49-F238E27FC236}">
                    <a16:creationId xmlns:a16="http://schemas.microsoft.com/office/drawing/2014/main" id="{0B72AEC3-D976-CDA0-AD54-2551C35AA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03354" y="2829044"/>
                <a:ext cx="107390" cy="259148"/>
              </a:xfrm>
              <a:prstGeom prst="rect">
                <a:avLst/>
              </a:prstGeom>
              <a:solidFill>
                <a:srgbClr val="A2AB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1" name="Rectangle 110">
                <a:extLst>
                  <a:ext uri="{FF2B5EF4-FFF2-40B4-BE49-F238E27FC236}">
                    <a16:creationId xmlns:a16="http://schemas.microsoft.com/office/drawing/2014/main" id="{00B3DEAD-40A5-DA9F-1E0D-CE7B80B96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6310" y="2862108"/>
                <a:ext cx="21478" cy="193867"/>
              </a:xfrm>
              <a:prstGeom prst="rect">
                <a:avLst/>
              </a:prstGeom>
              <a:solidFill>
                <a:srgbClr val="4351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" name="Freeform 111">
                <a:extLst>
                  <a:ext uri="{FF2B5EF4-FFF2-40B4-BE49-F238E27FC236}">
                    <a16:creationId xmlns:a16="http://schemas.microsoft.com/office/drawing/2014/main" id="{46272802-1CEF-F2B0-ECAB-B309A203F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6310" y="2862108"/>
                <a:ext cx="21478" cy="107390"/>
              </a:xfrm>
              <a:custGeom>
                <a:avLst/>
                <a:gdLst>
                  <a:gd name="T0" fmla="*/ 0 w 32"/>
                  <a:gd name="T1" fmla="*/ 0 h 160"/>
                  <a:gd name="T2" fmla="*/ 32 w 32"/>
                  <a:gd name="T3" fmla="*/ 0 h 160"/>
                  <a:gd name="T4" fmla="*/ 32 w 32"/>
                  <a:gd name="T5" fmla="*/ 144 h 160"/>
                  <a:gd name="T6" fmla="*/ 16 w 32"/>
                  <a:gd name="T7" fmla="*/ 160 h 160"/>
                  <a:gd name="T8" fmla="*/ 16 w 32"/>
                  <a:gd name="T9" fmla="*/ 160 h 160"/>
                  <a:gd name="T10" fmla="*/ 0 w 32"/>
                  <a:gd name="T11" fmla="*/ 144 h 160"/>
                  <a:gd name="T12" fmla="*/ 0 w 32"/>
                  <a:gd name="T13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60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44"/>
                      <a:pt x="32" y="144"/>
                      <a:pt x="32" y="144"/>
                    </a:cubicBezTo>
                    <a:cubicBezTo>
                      <a:pt x="32" y="153"/>
                      <a:pt x="25" y="160"/>
                      <a:pt x="16" y="160"/>
                    </a:cubicBezTo>
                    <a:cubicBezTo>
                      <a:pt x="16" y="160"/>
                      <a:pt x="16" y="160"/>
                      <a:pt x="16" y="160"/>
                    </a:cubicBezTo>
                    <a:cubicBezTo>
                      <a:pt x="7" y="160"/>
                      <a:pt x="0" y="153"/>
                      <a:pt x="0" y="1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3" name="Oval 112">
                <a:extLst>
                  <a:ext uri="{FF2B5EF4-FFF2-40B4-BE49-F238E27FC236}">
                    <a16:creationId xmlns:a16="http://schemas.microsoft.com/office/drawing/2014/main" id="{75778F8B-C424-1E7A-15B7-37BEC38089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4832" y="2839783"/>
                <a:ext cx="64434" cy="65282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4" name="Oval 113">
                <a:extLst>
                  <a:ext uri="{FF2B5EF4-FFF2-40B4-BE49-F238E27FC236}">
                    <a16:creationId xmlns:a16="http://schemas.microsoft.com/office/drawing/2014/main" id="{3CE13326-2065-0539-3D34-1FA364358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2961" y="2839783"/>
                <a:ext cx="33065" cy="33065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5" name="Oval 114">
                <a:extLst>
                  <a:ext uri="{FF2B5EF4-FFF2-40B4-BE49-F238E27FC236}">
                    <a16:creationId xmlns:a16="http://schemas.microsoft.com/office/drawing/2014/main" id="{0B85228D-CE7E-5D52-3ED0-D51E914F9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2961" y="2905064"/>
                <a:ext cx="33065" cy="32217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6" name="Oval 115">
                <a:extLst>
                  <a:ext uri="{FF2B5EF4-FFF2-40B4-BE49-F238E27FC236}">
                    <a16:creationId xmlns:a16="http://schemas.microsoft.com/office/drawing/2014/main" id="{715143F5-F229-2811-615D-8B8516CCE7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2961" y="2969498"/>
                <a:ext cx="33065" cy="32217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7" name="Oval 116">
                <a:extLst>
                  <a:ext uri="{FF2B5EF4-FFF2-40B4-BE49-F238E27FC236}">
                    <a16:creationId xmlns:a16="http://schemas.microsoft.com/office/drawing/2014/main" id="{8A2B210C-FB67-9E13-84A2-826B85FD5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2961" y="3033932"/>
                <a:ext cx="33065" cy="32782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8" name="Oval 117">
                <a:extLst>
                  <a:ext uri="{FF2B5EF4-FFF2-40B4-BE49-F238E27FC236}">
                    <a16:creationId xmlns:a16="http://schemas.microsoft.com/office/drawing/2014/main" id="{3CFD7359-D9A2-4C67-F13F-7E7BB1B07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2199" y="2839783"/>
                <a:ext cx="32217" cy="33065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9" name="Oval 118">
                <a:extLst>
                  <a:ext uri="{FF2B5EF4-FFF2-40B4-BE49-F238E27FC236}">
                    <a16:creationId xmlns:a16="http://schemas.microsoft.com/office/drawing/2014/main" id="{0A12CF7E-93B2-72C8-3A13-FC00EF9DE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2199" y="2905064"/>
                <a:ext cx="32217" cy="32217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0" name="Oval 119">
                <a:extLst>
                  <a:ext uri="{FF2B5EF4-FFF2-40B4-BE49-F238E27FC236}">
                    <a16:creationId xmlns:a16="http://schemas.microsoft.com/office/drawing/2014/main" id="{9D4D5BEE-5670-26E3-3F59-792C96B40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2199" y="2969498"/>
                <a:ext cx="32217" cy="32217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1" name="Oval 120">
                <a:extLst>
                  <a:ext uri="{FF2B5EF4-FFF2-40B4-BE49-F238E27FC236}">
                    <a16:creationId xmlns:a16="http://schemas.microsoft.com/office/drawing/2014/main" id="{193FF6C2-4D25-6353-1EF2-8B17D7B67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2199" y="3033932"/>
                <a:ext cx="32217" cy="32782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2" name="Oval 121">
                <a:extLst>
                  <a:ext uri="{FF2B5EF4-FFF2-40B4-BE49-F238E27FC236}">
                    <a16:creationId xmlns:a16="http://schemas.microsoft.com/office/drawing/2014/main" id="{EB0C4D06-4BF1-D7AD-89F3-F9D6B3794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80589" y="2839783"/>
                <a:ext cx="32217" cy="33065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3" name="Oval 122">
                <a:extLst>
                  <a:ext uri="{FF2B5EF4-FFF2-40B4-BE49-F238E27FC236}">
                    <a16:creationId xmlns:a16="http://schemas.microsoft.com/office/drawing/2014/main" id="{04219333-17E3-6CBC-636F-5BAC6A522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80589" y="2905064"/>
                <a:ext cx="32217" cy="32217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4" name="Oval 123">
                <a:extLst>
                  <a:ext uri="{FF2B5EF4-FFF2-40B4-BE49-F238E27FC236}">
                    <a16:creationId xmlns:a16="http://schemas.microsoft.com/office/drawing/2014/main" id="{E4A5FA77-60BB-76E3-D6AC-C67B26001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80589" y="2969498"/>
                <a:ext cx="32217" cy="32217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5" name="Oval 124">
                <a:extLst>
                  <a:ext uri="{FF2B5EF4-FFF2-40B4-BE49-F238E27FC236}">
                    <a16:creationId xmlns:a16="http://schemas.microsoft.com/office/drawing/2014/main" id="{E06BCB62-AB18-B392-9E1B-176C70B06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80589" y="3033932"/>
                <a:ext cx="32217" cy="32782"/>
              </a:xfrm>
              <a:prstGeom prst="ellipse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6" name="Freeform 125">
                <a:extLst>
                  <a:ext uri="{FF2B5EF4-FFF2-40B4-BE49-F238E27FC236}">
                    <a16:creationId xmlns:a16="http://schemas.microsoft.com/office/drawing/2014/main" id="{69663555-DC0F-7829-EC32-6B655E5C5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7849" y="2851369"/>
                <a:ext cx="274974" cy="21478"/>
              </a:xfrm>
              <a:custGeom>
                <a:avLst/>
                <a:gdLst>
                  <a:gd name="T0" fmla="*/ 394 w 410"/>
                  <a:gd name="T1" fmla="*/ 32 h 32"/>
                  <a:gd name="T2" fmla="*/ 17 w 410"/>
                  <a:gd name="T3" fmla="*/ 32 h 32"/>
                  <a:gd name="T4" fmla="*/ 0 w 410"/>
                  <a:gd name="T5" fmla="*/ 16 h 32"/>
                  <a:gd name="T6" fmla="*/ 0 w 410"/>
                  <a:gd name="T7" fmla="*/ 16 h 32"/>
                  <a:gd name="T8" fmla="*/ 17 w 410"/>
                  <a:gd name="T9" fmla="*/ 0 h 32"/>
                  <a:gd name="T10" fmla="*/ 394 w 410"/>
                  <a:gd name="T11" fmla="*/ 0 h 32"/>
                  <a:gd name="T12" fmla="*/ 410 w 410"/>
                  <a:gd name="T13" fmla="*/ 16 h 32"/>
                  <a:gd name="T14" fmla="*/ 410 w 410"/>
                  <a:gd name="T15" fmla="*/ 16 h 32"/>
                  <a:gd name="T16" fmla="*/ 394 w 410"/>
                  <a:gd name="T1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0" h="32">
                    <a:moveTo>
                      <a:pt x="394" y="32"/>
                    </a:moveTo>
                    <a:cubicBezTo>
                      <a:pt x="17" y="32"/>
                      <a:pt x="17" y="32"/>
                      <a:pt x="17" y="32"/>
                    </a:cubicBezTo>
                    <a:cubicBezTo>
                      <a:pt x="8" y="32"/>
                      <a:pt x="0" y="24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394" y="0"/>
                      <a:pt x="394" y="0"/>
                      <a:pt x="394" y="0"/>
                    </a:cubicBezTo>
                    <a:cubicBezTo>
                      <a:pt x="403" y="0"/>
                      <a:pt x="410" y="7"/>
                      <a:pt x="410" y="16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24"/>
                      <a:pt x="403" y="32"/>
                      <a:pt x="394" y="32"/>
                    </a:cubicBezTo>
                    <a:close/>
                  </a:path>
                </a:pathLst>
              </a:cu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7" name="Rectangle 126">
                <a:extLst>
                  <a:ext uri="{FF2B5EF4-FFF2-40B4-BE49-F238E27FC236}">
                    <a16:creationId xmlns:a16="http://schemas.microsoft.com/office/drawing/2014/main" id="{6EED9242-8364-4535-D0C7-8221ECE9A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31500" y="2839783"/>
                <a:ext cx="21478" cy="43804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8" name="Freeform 127">
                <a:extLst>
                  <a:ext uri="{FF2B5EF4-FFF2-40B4-BE49-F238E27FC236}">
                    <a16:creationId xmlns:a16="http://schemas.microsoft.com/office/drawing/2014/main" id="{58636099-B2B8-C8ED-C7AA-6C18AB2E8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7849" y="2915803"/>
                <a:ext cx="274974" cy="21478"/>
              </a:xfrm>
              <a:custGeom>
                <a:avLst/>
                <a:gdLst>
                  <a:gd name="T0" fmla="*/ 394 w 410"/>
                  <a:gd name="T1" fmla="*/ 32 h 32"/>
                  <a:gd name="T2" fmla="*/ 17 w 410"/>
                  <a:gd name="T3" fmla="*/ 32 h 32"/>
                  <a:gd name="T4" fmla="*/ 0 w 410"/>
                  <a:gd name="T5" fmla="*/ 16 h 32"/>
                  <a:gd name="T6" fmla="*/ 0 w 410"/>
                  <a:gd name="T7" fmla="*/ 16 h 32"/>
                  <a:gd name="T8" fmla="*/ 17 w 410"/>
                  <a:gd name="T9" fmla="*/ 0 h 32"/>
                  <a:gd name="T10" fmla="*/ 394 w 410"/>
                  <a:gd name="T11" fmla="*/ 0 h 32"/>
                  <a:gd name="T12" fmla="*/ 410 w 410"/>
                  <a:gd name="T13" fmla="*/ 16 h 32"/>
                  <a:gd name="T14" fmla="*/ 410 w 410"/>
                  <a:gd name="T15" fmla="*/ 16 h 32"/>
                  <a:gd name="T16" fmla="*/ 394 w 410"/>
                  <a:gd name="T1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0" h="32">
                    <a:moveTo>
                      <a:pt x="394" y="32"/>
                    </a:moveTo>
                    <a:cubicBezTo>
                      <a:pt x="17" y="32"/>
                      <a:pt x="17" y="32"/>
                      <a:pt x="17" y="32"/>
                    </a:cubicBezTo>
                    <a:cubicBezTo>
                      <a:pt x="8" y="32"/>
                      <a:pt x="0" y="25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394" y="0"/>
                      <a:pt x="394" y="0"/>
                      <a:pt x="394" y="0"/>
                    </a:cubicBezTo>
                    <a:cubicBezTo>
                      <a:pt x="403" y="0"/>
                      <a:pt x="410" y="7"/>
                      <a:pt x="410" y="16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25"/>
                      <a:pt x="403" y="32"/>
                      <a:pt x="394" y="32"/>
                    </a:cubicBezTo>
                    <a:close/>
                  </a:path>
                </a:pathLst>
              </a:cu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9" name="Rectangle 128">
                <a:extLst>
                  <a:ext uri="{FF2B5EF4-FFF2-40B4-BE49-F238E27FC236}">
                    <a16:creationId xmlns:a16="http://schemas.microsoft.com/office/drawing/2014/main" id="{65EE3065-F43A-8796-AE35-87571CB22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85195" y="2905064"/>
                <a:ext cx="21478" cy="42956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0" name="Freeform 129">
                <a:extLst>
                  <a:ext uri="{FF2B5EF4-FFF2-40B4-BE49-F238E27FC236}">
                    <a16:creationId xmlns:a16="http://schemas.microsoft.com/office/drawing/2014/main" id="{33C4B102-03EC-E166-1987-7FB10B851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7849" y="2980237"/>
                <a:ext cx="274974" cy="21478"/>
              </a:xfrm>
              <a:custGeom>
                <a:avLst/>
                <a:gdLst>
                  <a:gd name="T0" fmla="*/ 394 w 410"/>
                  <a:gd name="T1" fmla="*/ 32 h 32"/>
                  <a:gd name="T2" fmla="*/ 17 w 410"/>
                  <a:gd name="T3" fmla="*/ 32 h 32"/>
                  <a:gd name="T4" fmla="*/ 0 w 410"/>
                  <a:gd name="T5" fmla="*/ 16 h 32"/>
                  <a:gd name="T6" fmla="*/ 0 w 410"/>
                  <a:gd name="T7" fmla="*/ 16 h 32"/>
                  <a:gd name="T8" fmla="*/ 17 w 410"/>
                  <a:gd name="T9" fmla="*/ 0 h 32"/>
                  <a:gd name="T10" fmla="*/ 394 w 410"/>
                  <a:gd name="T11" fmla="*/ 0 h 32"/>
                  <a:gd name="T12" fmla="*/ 410 w 410"/>
                  <a:gd name="T13" fmla="*/ 16 h 32"/>
                  <a:gd name="T14" fmla="*/ 410 w 410"/>
                  <a:gd name="T15" fmla="*/ 16 h 32"/>
                  <a:gd name="T16" fmla="*/ 394 w 410"/>
                  <a:gd name="T1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0" h="32">
                    <a:moveTo>
                      <a:pt x="394" y="32"/>
                    </a:moveTo>
                    <a:cubicBezTo>
                      <a:pt x="17" y="32"/>
                      <a:pt x="17" y="32"/>
                      <a:pt x="17" y="32"/>
                    </a:cubicBezTo>
                    <a:cubicBezTo>
                      <a:pt x="8" y="32"/>
                      <a:pt x="0" y="25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394" y="0"/>
                      <a:pt x="394" y="0"/>
                      <a:pt x="394" y="0"/>
                    </a:cubicBezTo>
                    <a:cubicBezTo>
                      <a:pt x="403" y="0"/>
                      <a:pt x="410" y="7"/>
                      <a:pt x="410" y="16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25"/>
                      <a:pt x="403" y="32"/>
                      <a:pt x="394" y="32"/>
                    </a:cubicBezTo>
                    <a:close/>
                  </a:path>
                </a:pathLst>
              </a:cu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1" name="Rectangle 130">
                <a:extLst>
                  <a:ext uri="{FF2B5EF4-FFF2-40B4-BE49-F238E27FC236}">
                    <a16:creationId xmlns:a16="http://schemas.microsoft.com/office/drawing/2014/main" id="{F7AFB3B9-1F70-45B0-778F-A4215BA8E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3174" y="2969498"/>
                <a:ext cx="21478" cy="42956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2" name="Freeform 131">
                <a:extLst>
                  <a:ext uri="{FF2B5EF4-FFF2-40B4-BE49-F238E27FC236}">
                    <a16:creationId xmlns:a16="http://schemas.microsoft.com/office/drawing/2014/main" id="{E2386BD9-D1E4-499A-1A55-7630400AE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7849" y="3044671"/>
                <a:ext cx="274974" cy="22043"/>
              </a:xfrm>
              <a:custGeom>
                <a:avLst/>
                <a:gdLst>
                  <a:gd name="T0" fmla="*/ 394 w 410"/>
                  <a:gd name="T1" fmla="*/ 33 h 33"/>
                  <a:gd name="T2" fmla="*/ 17 w 410"/>
                  <a:gd name="T3" fmla="*/ 33 h 33"/>
                  <a:gd name="T4" fmla="*/ 0 w 410"/>
                  <a:gd name="T5" fmla="*/ 17 h 33"/>
                  <a:gd name="T6" fmla="*/ 0 w 410"/>
                  <a:gd name="T7" fmla="*/ 17 h 33"/>
                  <a:gd name="T8" fmla="*/ 17 w 410"/>
                  <a:gd name="T9" fmla="*/ 0 h 33"/>
                  <a:gd name="T10" fmla="*/ 394 w 410"/>
                  <a:gd name="T11" fmla="*/ 0 h 33"/>
                  <a:gd name="T12" fmla="*/ 410 w 410"/>
                  <a:gd name="T13" fmla="*/ 17 h 33"/>
                  <a:gd name="T14" fmla="*/ 410 w 410"/>
                  <a:gd name="T15" fmla="*/ 17 h 33"/>
                  <a:gd name="T16" fmla="*/ 394 w 410"/>
                  <a:gd name="T17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0" h="33">
                    <a:moveTo>
                      <a:pt x="394" y="33"/>
                    </a:moveTo>
                    <a:cubicBezTo>
                      <a:pt x="17" y="33"/>
                      <a:pt x="17" y="33"/>
                      <a:pt x="17" y="33"/>
                    </a:cubicBezTo>
                    <a:cubicBezTo>
                      <a:pt x="8" y="33"/>
                      <a:pt x="0" y="25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394" y="0"/>
                      <a:pt x="394" y="0"/>
                      <a:pt x="394" y="0"/>
                    </a:cubicBezTo>
                    <a:cubicBezTo>
                      <a:pt x="403" y="0"/>
                      <a:pt x="410" y="8"/>
                      <a:pt x="410" y="17"/>
                    </a:cubicBezTo>
                    <a:cubicBezTo>
                      <a:pt x="410" y="17"/>
                      <a:pt x="410" y="17"/>
                      <a:pt x="410" y="17"/>
                    </a:cubicBezTo>
                    <a:cubicBezTo>
                      <a:pt x="410" y="25"/>
                      <a:pt x="403" y="33"/>
                      <a:pt x="394" y="33"/>
                    </a:cubicBezTo>
                    <a:close/>
                  </a:path>
                </a:pathLst>
              </a:custGeom>
              <a:solidFill>
                <a:srgbClr val="6B7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3" name="Rectangle 132">
                <a:extLst>
                  <a:ext uri="{FF2B5EF4-FFF2-40B4-BE49-F238E27FC236}">
                    <a16:creationId xmlns:a16="http://schemas.microsoft.com/office/drawing/2014/main" id="{05E7D44D-9B4C-B0CF-65CD-DBAAABF9C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60368" y="3033932"/>
                <a:ext cx="22326" cy="43521"/>
              </a:xfrm>
              <a:prstGeom prst="rect">
                <a:avLst/>
              </a:prstGeom>
              <a:solidFill>
                <a:srgbClr val="F7F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49" name="Group 448">
              <a:extLst>
                <a:ext uri="{FF2B5EF4-FFF2-40B4-BE49-F238E27FC236}">
                  <a16:creationId xmlns:a16="http://schemas.microsoft.com/office/drawing/2014/main" id="{85418DD6-5A66-49FF-7464-A2AFD5C3B8E9}"/>
                </a:ext>
              </a:extLst>
            </p:cNvPr>
            <p:cNvGrpSpPr/>
            <p:nvPr/>
          </p:nvGrpSpPr>
          <p:grpSpPr>
            <a:xfrm>
              <a:off x="9957819" y="2461954"/>
              <a:ext cx="601663" cy="576262"/>
              <a:chOff x="6474798" y="5348738"/>
              <a:chExt cx="601663" cy="576262"/>
            </a:xfrm>
          </p:grpSpPr>
          <p:sp>
            <p:nvSpPr>
              <p:cNvPr id="452" name="Freeform 5">
                <a:extLst>
                  <a:ext uri="{FF2B5EF4-FFF2-40B4-BE49-F238E27FC236}">
                    <a16:creationId xmlns:a16="http://schemas.microsoft.com/office/drawing/2014/main" id="{E5B654EF-D275-7BFD-D1E4-674588DFE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4798" y="5510663"/>
                <a:ext cx="415925" cy="414337"/>
              </a:xfrm>
              <a:custGeom>
                <a:avLst/>
                <a:gdLst>
                  <a:gd name="T0" fmla="*/ 521 w 648"/>
                  <a:gd name="T1" fmla="*/ 648 h 648"/>
                  <a:gd name="T2" fmla="*/ 546 w 648"/>
                  <a:gd name="T3" fmla="*/ 632 h 648"/>
                  <a:gd name="T4" fmla="*/ 648 w 648"/>
                  <a:gd name="T5" fmla="*/ 324 h 648"/>
                  <a:gd name="T6" fmla="*/ 324 w 648"/>
                  <a:gd name="T7" fmla="*/ 0 h 648"/>
                  <a:gd name="T8" fmla="*/ 0 w 648"/>
                  <a:gd name="T9" fmla="*/ 324 h 648"/>
                  <a:gd name="T10" fmla="*/ 105 w 648"/>
                  <a:gd name="T11" fmla="*/ 632 h 648"/>
                  <a:gd name="T12" fmla="*/ 130 w 648"/>
                  <a:gd name="T13" fmla="*/ 648 h 6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8" h="648">
                    <a:moveTo>
                      <a:pt x="521" y="648"/>
                    </a:moveTo>
                    <a:cubicBezTo>
                      <a:pt x="532" y="648"/>
                      <a:pt x="541" y="642"/>
                      <a:pt x="546" y="632"/>
                    </a:cubicBezTo>
                    <a:cubicBezTo>
                      <a:pt x="570" y="579"/>
                      <a:pt x="648" y="405"/>
                      <a:pt x="648" y="324"/>
                    </a:cubicBezTo>
                    <a:cubicBezTo>
                      <a:pt x="648" y="145"/>
                      <a:pt x="503" y="0"/>
                      <a:pt x="324" y="0"/>
                    </a:cubicBezTo>
                    <a:cubicBezTo>
                      <a:pt x="145" y="0"/>
                      <a:pt x="0" y="145"/>
                      <a:pt x="0" y="324"/>
                    </a:cubicBezTo>
                    <a:cubicBezTo>
                      <a:pt x="0" y="398"/>
                      <a:pt x="80" y="578"/>
                      <a:pt x="105" y="632"/>
                    </a:cubicBezTo>
                    <a:cubicBezTo>
                      <a:pt x="110" y="642"/>
                      <a:pt x="119" y="648"/>
                      <a:pt x="130" y="648"/>
                    </a:cubicBezTo>
                  </a:path>
                </a:pathLst>
              </a:custGeom>
              <a:gradFill>
                <a:gsLst>
                  <a:gs pos="0">
                    <a:srgbClr val="FFE39E">
                      <a:alpha val="70000"/>
                    </a:srgbClr>
                  </a:gs>
                  <a:gs pos="100000">
                    <a:srgbClr val="FFE39E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3" name="Freeform 6">
                <a:extLst>
                  <a:ext uri="{FF2B5EF4-FFF2-40B4-BE49-F238E27FC236}">
                    <a16:creationId xmlns:a16="http://schemas.microsoft.com/office/drawing/2014/main" id="{BD2F1B75-7DA5-E0A0-2D0D-3308C4598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8611" y="5610675"/>
                <a:ext cx="373063" cy="290512"/>
              </a:xfrm>
              <a:custGeom>
                <a:avLst/>
                <a:gdLst>
                  <a:gd name="T0" fmla="*/ 583 w 583"/>
                  <a:gd name="T1" fmla="*/ 168 h 454"/>
                  <a:gd name="T2" fmla="*/ 495 w 583"/>
                  <a:gd name="T3" fmla="*/ 429 h 454"/>
                  <a:gd name="T4" fmla="*/ 420 w 583"/>
                  <a:gd name="T5" fmla="*/ 442 h 454"/>
                  <a:gd name="T6" fmla="*/ 153 w 583"/>
                  <a:gd name="T7" fmla="*/ 439 h 454"/>
                  <a:gd name="T8" fmla="*/ 94 w 583"/>
                  <a:gd name="T9" fmla="*/ 445 h 454"/>
                  <a:gd name="T10" fmla="*/ 0 w 583"/>
                  <a:gd name="T11" fmla="*/ 168 h 454"/>
                  <a:gd name="T12" fmla="*/ 39 w 583"/>
                  <a:gd name="T13" fmla="*/ 22 h 454"/>
                  <a:gd name="T14" fmla="*/ 234 w 583"/>
                  <a:gd name="T15" fmla="*/ 22 h 454"/>
                  <a:gd name="T16" fmla="*/ 549 w 583"/>
                  <a:gd name="T17" fmla="*/ 32 h 454"/>
                  <a:gd name="T18" fmla="*/ 549 w 583"/>
                  <a:gd name="T19" fmla="*/ 32 h 454"/>
                  <a:gd name="T20" fmla="*/ 583 w 583"/>
                  <a:gd name="T21" fmla="*/ 168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3" h="454">
                    <a:moveTo>
                      <a:pt x="583" y="168"/>
                    </a:moveTo>
                    <a:cubicBezTo>
                      <a:pt x="583" y="241"/>
                      <a:pt x="523" y="374"/>
                      <a:pt x="495" y="429"/>
                    </a:cubicBezTo>
                    <a:cubicBezTo>
                      <a:pt x="485" y="448"/>
                      <a:pt x="429" y="442"/>
                      <a:pt x="420" y="442"/>
                    </a:cubicBezTo>
                    <a:cubicBezTo>
                      <a:pt x="153" y="439"/>
                      <a:pt x="153" y="439"/>
                      <a:pt x="153" y="439"/>
                    </a:cubicBezTo>
                    <a:cubicBezTo>
                      <a:pt x="144" y="439"/>
                      <a:pt x="98" y="454"/>
                      <a:pt x="94" y="445"/>
                    </a:cubicBezTo>
                    <a:cubicBezTo>
                      <a:pt x="72" y="396"/>
                      <a:pt x="0" y="235"/>
                      <a:pt x="0" y="168"/>
                    </a:cubicBezTo>
                    <a:cubicBezTo>
                      <a:pt x="0" y="115"/>
                      <a:pt x="14" y="65"/>
                      <a:pt x="39" y="22"/>
                    </a:cubicBezTo>
                    <a:cubicBezTo>
                      <a:pt x="39" y="22"/>
                      <a:pt x="133" y="9"/>
                      <a:pt x="234" y="22"/>
                    </a:cubicBezTo>
                    <a:cubicBezTo>
                      <a:pt x="335" y="35"/>
                      <a:pt x="473" y="0"/>
                      <a:pt x="549" y="32"/>
                    </a:cubicBezTo>
                    <a:cubicBezTo>
                      <a:pt x="549" y="32"/>
                      <a:pt x="549" y="32"/>
                      <a:pt x="549" y="32"/>
                    </a:cubicBezTo>
                    <a:cubicBezTo>
                      <a:pt x="570" y="72"/>
                      <a:pt x="583" y="119"/>
                      <a:pt x="583" y="16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E26"/>
                  </a:gs>
                  <a:gs pos="100000">
                    <a:srgbClr val="FCA523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4" name="Freeform 7">
                <a:extLst>
                  <a:ext uri="{FF2B5EF4-FFF2-40B4-BE49-F238E27FC236}">
                    <a16:creationId xmlns:a16="http://schemas.microsoft.com/office/drawing/2014/main" id="{A11D08E2-2E88-E07E-0102-3E5FEDDDB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7673" y="5472563"/>
                <a:ext cx="131763" cy="49212"/>
              </a:xfrm>
              <a:custGeom>
                <a:avLst/>
                <a:gdLst>
                  <a:gd name="T0" fmla="*/ 207 w 207"/>
                  <a:gd name="T1" fmla="*/ 9 h 76"/>
                  <a:gd name="T2" fmla="*/ 207 w 207"/>
                  <a:gd name="T3" fmla="*/ 67 h 76"/>
                  <a:gd name="T4" fmla="*/ 198 w 207"/>
                  <a:gd name="T5" fmla="*/ 76 h 76"/>
                  <a:gd name="T6" fmla="*/ 9 w 207"/>
                  <a:gd name="T7" fmla="*/ 76 h 76"/>
                  <a:gd name="T8" fmla="*/ 0 w 207"/>
                  <a:gd name="T9" fmla="*/ 67 h 76"/>
                  <a:gd name="T10" fmla="*/ 0 w 207"/>
                  <a:gd name="T11" fmla="*/ 9 h 76"/>
                  <a:gd name="T12" fmla="*/ 9 w 207"/>
                  <a:gd name="T13" fmla="*/ 0 h 76"/>
                  <a:gd name="T14" fmla="*/ 198 w 207"/>
                  <a:gd name="T15" fmla="*/ 0 h 76"/>
                  <a:gd name="T16" fmla="*/ 207 w 207"/>
                  <a:gd name="T17" fmla="*/ 9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7" h="76">
                    <a:moveTo>
                      <a:pt x="207" y="9"/>
                    </a:moveTo>
                    <a:cubicBezTo>
                      <a:pt x="207" y="67"/>
                      <a:pt x="207" y="67"/>
                      <a:pt x="207" y="67"/>
                    </a:cubicBezTo>
                    <a:cubicBezTo>
                      <a:pt x="207" y="72"/>
                      <a:pt x="203" y="76"/>
                      <a:pt x="198" y="76"/>
                    </a:cubicBezTo>
                    <a:cubicBezTo>
                      <a:pt x="9" y="76"/>
                      <a:pt x="9" y="76"/>
                      <a:pt x="9" y="76"/>
                    </a:cubicBezTo>
                    <a:cubicBezTo>
                      <a:pt x="4" y="76"/>
                      <a:pt x="0" y="72"/>
                      <a:pt x="0" y="6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203" y="0"/>
                      <a:pt x="207" y="4"/>
                      <a:pt x="207" y="9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5" name="Freeform 8">
                <a:extLst>
                  <a:ext uri="{FF2B5EF4-FFF2-40B4-BE49-F238E27FC236}">
                    <a16:creationId xmlns:a16="http://schemas.microsoft.com/office/drawing/2014/main" id="{C2D7D66E-899D-E2DF-4A81-D77E6DC8E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8786" y="5472563"/>
                <a:ext cx="120650" cy="49212"/>
              </a:xfrm>
              <a:custGeom>
                <a:avLst/>
                <a:gdLst>
                  <a:gd name="T0" fmla="*/ 188 w 188"/>
                  <a:gd name="T1" fmla="*/ 9 h 76"/>
                  <a:gd name="T2" fmla="*/ 188 w 188"/>
                  <a:gd name="T3" fmla="*/ 67 h 76"/>
                  <a:gd name="T4" fmla="*/ 179 w 188"/>
                  <a:gd name="T5" fmla="*/ 76 h 76"/>
                  <a:gd name="T6" fmla="*/ 10 w 188"/>
                  <a:gd name="T7" fmla="*/ 76 h 76"/>
                  <a:gd name="T8" fmla="*/ 0 w 188"/>
                  <a:gd name="T9" fmla="*/ 67 h 76"/>
                  <a:gd name="T10" fmla="*/ 0 w 188"/>
                  <a:gd name="T11" fmla="*/ 9 h 76"/>
                  <a:gd name="T12" fmla="*/ 10 w 188"/>
                  <a:gd name="T13" fmla="*/ 0 h 76"/>
                  <a:gd name="T14" fmla="*/ 179 w 188"/>
                  <a:gd name="T15" fmla="*/ 0 h 76"/>
                  <a:gd name="T16" fmla="*/ 188 w 188"/>
                  <a:gd name="T17" fmla="*/ 9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8" h="76">
                    <a:moveTo>
                      <a:pt x="188" y="9"/>
                    </a:moveTo>
                    <a:cubicBezTo>
                      <a:pt x="188" y="67"/>
                      <a:pt x="188" y="67"/>
                      <a:pt x="188" y="67"/>
                    </a:cubicBezTo>
                    <a:cubicBezTo>
                      <a:pt x="188" y="72"/>
                      <a:pt x="184" y="76"/>
                      <a:pt x="179" y="76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5" y="76"/>
                      <a:pt x="0" y="72"/>
                      <a:pt x="0" y="6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79" y="0"/>
                      <a:pt x="179" y="0"/>
                      <a:pt x="179" y="0"/>
                    </a:cubicBezTo>
                    <a:cubicBezTo>
                      <a:pt x="184" y="0"/>
                      <a:pt x="188" y="4"/>
                      <a:pt x="188" y="9"/>
                    </a:cubicBezTo>
                    <a:close/>
                  </a:path>
                </a:pathLst>
              </a:custGeom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6" name="Freeform 9">
                <a:extLst>
                  <a:ext uri="{FF2B5EF4-FFF2-40B4-BE49-F238E27FC236}">
                    <a16:creationId xmlns:a16="http://schemas.microsoft.com/office/drawing/2014/main" id="{5EB77424-6D64-9A1A-8365-5DFF7FBB4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8473" y="5348738"/>
                <a:ext cx="30163" cy="30162"/>
              </a:xfrm>
              <a:custGeom>
                <a:avLst/>
                <a:gdLst>
                  <a:gd name="T0" fmla="*/ 49 w 49"/>
                  <a:gd name="T1" fmla="*/ 24 h 49"/>
                  <a:gd name="T2" fmla="*/ 32 w 49"/>
                  <a:gd name="T3" fmla="*/ 47 h 49"/>
                  <a:gd name="T4" fmla="*/ 32 w 49"/>
                  <a:gd name="T5" fmla="*/ 47 h 49"/>
                  <a:gd name="T6" fmla="*/ 25 w 49"/>
                  <a:gd name="T7" fmla="*/ 49 h 49"/>
                  <a:gd name="T8" fmla="*/ 0 w 49"/>
                  <a:gd name="T9" fmla="*/ 24 h 49"/>
                  <a:gd name="T10" fmla="*/ 14 w 49"/>
                  <a:gd name="T11" fmla="*/ 2 h 49"/>
                  <a:gd name="T12" fmla="*/ 25 w 49"/>
                  <a:gd name="T13" fmla="*/ 0 h 49"/>
                  <a:gd name="T14" fmla="*/ 33 w 49"/>
                  <a:gd name="T15" fmla="*/ 1 h 49"/>
                  <a:gd name="T16" fmla="*/ 49 w 49"/>
                  <a:gd name="T17" fmla="*/ 2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49">
                    <a:moveTo>
                      <a:pt x="49" y="24"/>
                    </a:moveTo>
                    <a:cubicBezTo>
                      <a:pt x="49" y="35"/>
                      <a:pt x="42" y="44"/>
                      <a:pt x="32" y="47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0" y="48"/>
                      <a:pt x="27" y="49"/>
                      <a:pt x="25" y="49"/>
                    </a:cubicBezTo>
                    <a:cubicBezTo>
                      <a:pt x="11" y="49"/>
                      <a:pt x="0" y="38"/>
                      <a:pt x="0" y="24"/>
                    </a:cubicBezTo>
                    <a:cubicBezTo>
                      <a:pt x="0" y="15"/>
                      <a:pt x="6" y="6"/>
                      <a:pt x="14" y="2"/>
                    </a:cubicBezTo>
                    <a:cubicBezTo>
                      <a:pt x="17" y="1"/>
                      <a:pt x="21" y="0"/>
                      <a:pt x="25" y="0"/>
                    </a:cubicBezTo>
                    <a:cubicBezTo>
                      <a:pt x="27" y="0"/>
                      <a:pt x="30" y="0"/>
                      <a:pt x="33" y="1"/>
                    </a:cubicBezTo>
                    <a:cubicBezTo>
                      <a:pt x="42" y="5"/>
                      <a:pt x="49" y="14"/>
                      <a:pt x="49" y="24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7" name="Freeform 10">
                <a:extLst>
                  <a:ext uri="{FF2B5EF4-FFF2-40B4-BE49-F238E27FC236}">
                    <a16:creationId xmlns:a16="http://schemas.microsoft.com/office/drawing/2014/main" id="{F960890D-1FDB-EF47-A100-6DA4A3D59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4823" y="5348738"/>
                <a:ext cx="23813" cy="30162"/>
              </a:xfrm>
              <a:custGeom>
                <a:avLst/>
                <a:gdLst>
                  <a:gd name="T0" fmla="*/ 39 w 39"/>
                  <a:gd name="T1" fmla="*/ 24 h 47"/>
                  <a:gd name="T2" fmla="*/ 22 w 39"/>
                  <a:gd name="T3" fmla="*/ 47 h 47"/>
                  <a:gd name="T4" fmla="*/ 22 w 39"/>
                  <a:gd name="T5" fmla="*/ 47 h 47"/>
                  <a:gd name="T6" fmla="*/ 0 w 39"/>
                  <a:gd name="T7" fmla="*/ 17 h 47"/>
                  <a:gd name="T8" fmla="*/ 4 w 39"/>
                  <a:gd name="T9" fmla="*/ 2 h 47"/>
                  <a:gd name="T10" fmla="*/ 15 w 39"/>
                  <a:gd name="T11" fmla="*/ 0 h 47"/>
                  <a:gd name="T12" fmla="*/ 23 w 39"/>
                  <a:gd name="T13" fmla="*/ 1 h 47"/>
                  <a:gd name="T14" fmla="*/ 39 w 39"/>
                  <a:gd name="T15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47">
                    <a:moveTo>
                      <a:pt x="39" y="24"/>
                    </a:moveTo>
                    <a:cubicBezTo>
                      <a:pt x="39" y="35"/>
                      <a:pt x="32" y="44"/>
                      <a:pt x="22" y="47"/>
                    </a:cubicBezTo>
                    <a:cubicBezTo>
                      <a:pt x="22" y="47"/>
                      <a:pt x="22" y="47"/>
                      <a:pt x="22" y="47"/>
                    </a:cubicBezTo>
                    <a:cubicBezTo>
                      <a:pt x="10" y="44"/>
                      <a:pt x="0" y="31"/>
                      <a:pt x="0" y="17"/>
                    </a:cubicBezTo>
                    <a:cubicBezTo>
                      <a:pt x="0" y="12"/>
                      <a:pt x="2" y="7"/>
                      <a:pt x="4" y="2"/>
                    </a:cubicBezTo>
                    <a:cubicBezTo>
                      <a:pt x="7" y="1"/>
                      <a:pt x="11" y="0"/>
                      <a:pt x="15" y="0"/>
                    </a:cubicBezTo>
                    <a:cubicBezTo>
                      <a:pt x="17" y="0"/>
                      <a:pt x="20" y="0"/>
                      <a:pt x="23" y="1"/>
                    </a:cubicBezTo>
                    <a:cubicBezTo>
                      <a:pt x="32" y="5"/>
                      <a:pt x="39" y="14"/>
                      <a:pt x="39" y="24"/>
                    </a:cubicBezTo>
                    <a:close/>
                  </a:path>
                </a:pathLst>
              </a:custGeom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8" name="Freeform 11">
                <a:extLst>
                  <a:ext uri="{FF2B5EF4-FFF2-40B4-BE49-F238E27FC236}">
                    <a16:creationId xmlns:a16="http://schemas.microsoft.com/office/drawing/2014/main" id="{D2BC7AB5-93EB-B845-7D4C-0DCE8FCF1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7836" y="5428113"/>
                <a:ext cx="71438" cy="44450"/>
              </a:xfrm>
              <a:custGeom>
                <a:avLst/>
                <a:gdLst>
                  <a:gd name="T0" fmla="*/ 102 w 112"/>
                  <a:gd name="T1" fmla="*/ 69 h 69"/>
                  <a:gd name="T2" fmla="*/ 9 w 112"/>
                  <a:gd name="T3" fmla="*/ 69 h 69"/>
                  <a:gd name="T4" fmla="*/ 0 w 112"/>
                  <a:gd name="T5" fmla="*/ 59 h 69"/>
                  <a:gd name="T6" fmla="*/ 3 w 112"/>
                  <a:gd name="T7" fmla="*/ 53 h 69"/>
                  <a:gd name="T8" fmla="*/ 9 w 112"/>
                  <a:gd name="T9" fmla="*/ 51 h 69"/>
                  <a:gd name="T10" fmla="*/ 33 w 112"/>
                  <a:gd name="T11" fmla="*/ 27 h 69"/>
                  <a:gd name="T12" fmla="*/ 33 w 112"/>
                  <a:gd name="T13" fmla="*/ 0 h 69"/>
                  <a:gd name="T14" fmla="*/ 78 w 112"/>
                  <a:gd name="T15" fmla="*/ 0 h 69"/>
                  <a:gd name="T16" fmla="*/ 78 w 112"/>
                  <a:gd name="T17" fmla="*/ 27 h 69"/>
                  <a:gd name="T18" fmla="*/ 102 w 112"/>
                  <a:gd name="T19" fmla="*/ 51 h 69"/>
                  <a:gd name="T20" fmla="*/ 111 w 112"/>
                  <a:gd name="T21" fmla="*/ 58 h 69"/>
                  <a:gd name="T22" fmla="*/ 102 w 112"/>
                  <a:gd name="T2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2" h="69">
                    <a:moveTo>
                      <a:pt x="102" y="69"/>
                    </a:moveTo>
                    <a:cubicBezTo>
                      <a:pt x="9" y="69"/>
                      <a:pt x="9" y="69"/>
                      <a:pt x="9" y="69"/>
                    </a:cubicBezTo>
                    <a:cubicBezTo>
                      <a:pt x="4" y="69"/>
                      <a:pt x="0" y="64"/>
                      <a:pt x="0" y="59"/>
                    </a:cubicBezTo>
                    <a:cubicBezTo>
                      <a:pt x="1" y="57"/>
                      <a:pt x="2" y="55"/>
                      <a:pt x="3" y="53"/>
                    </a:cubicBezTo>
                    <a:cubicBezTo>
                      <a:pt x="5" y="52"/>
                      <a:pt x="7" y="51"/>
                      <a:pt x="9" y="51"/>
                    </a:cubicBezTo>
                    <a:cubicBezTo>
                      <a:pt x="23" y="51"/>
                      <a:pt x="33" y="40"/>
                      <a:pt x="33" y="27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40"/>
                      <a:pt x="88" y="51"/>
                      <a:pt x="102" y="51"/>
                    </a:cubicBezTo>
                    <a:cubicBezTo>
                      <a:pt x="106" y="51"/>
                      <a:pt x="110" y="54"/>
                      <a:pt x="111" y="58"/>
                    </a:cubicBezTo>
                    <a:cubicBezTo>
                      <a:pt x="112" y="64"/>
                      <a:pt x="107" y="69"/>
                      <a:pt x="102" y="69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9" name="Freeform 12">
                <a:extLst>
                  <a:ext uri="{FF2B5EF4-FFF2-40B4-BE49-F238E27FC236}">
                    <a16:creationId xmlns:a16="http://schemas.microsoft.com/office/drawing/2014/main" id="{693E71AA-B63B-4046-131E-8FC58B53D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5298" y="5428113"/>
                <a:ext cx="53975" cy="44450"/>
              </a:xfrm>
              <a:custGeom>
                <a:avLst/>
                <a:gdLst>
                  <a:gd name="T0" fmla="*/ 75 w 85"/>
                  <a:gd name="T1" fmla="*/ 69 h 69"/>
                  <a:gd name="T2" fmla="*/ 0 w 85"/>
                  <a:gd name="T3" fmla="*/ 69 h 69"/>
                  <a:gd name="T4" fmla="*/ 15 w 85"/>
                  <a:gd name="T5" fmla="*/ 35 h 69"/>
                  <a:gd name="T6" fmla="*/ 15 w 85"/>
                  <a:gd name="T7" fmla="*/ 0 h 69"/>
                  <a:gd name="T8" fmla="*/ 51 w 85"/>
                  <a:gd name="T9" fmla="*/ 0 h 69"/>
                  <a:gd name="T10" fmla="*/ 51 w 85"/>
                  <a:gd name="T11" fmla="*/ 27 h 69"/>
                  <a:gd name="T12" fmla="*/ 75 w 85"/>
                  <a:gd name="T13" fmla="*/ 51 h 69"/>
                  <a:gd name="T14" fmla="*/ 84 w 85"/>
                  <a:gd name="T15" fmla="*/ 58 h 69"/>
                  <a:gd name="T16" fmla="*/ 75 w 85"/>
                  <a:gd name="T17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69">
                    <a:moveTo>
                      <a:pt x="75" y="69"/>
                    </a:moveTo>
                    <a:cubicBezTo>
                      <a:pt x="0" y="69"/>
                      <a:pt x="0" y="69"/>
                      <a:pt x="0" y="69"/>
                    </a:cubicBezTo>
                    <a:cubicBezTo>
                      <a:pt x="9" y="61"/>
                      <a:pt x="15" y="49"/>
                      <a:pt x="15" y="3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27"/>
                      <a:pt x="51" y="27"/>
                      <a:pt x="51" y="27"/>
                    </a:cubicBezTo>
                    <a:cubicBezTo>
                      <a:pt x="51" y="40"/>
                      <a:pt x="61" y="51"/>
                      <a:pt x="75" y="51"/>
                    </a:cubicBezTo>
                    <a:cubicBezTo>
                      <a:pt x="79" y="51"/>
                      <a:pt x="83" y="54"/>
                      <a:pt x="84" y="58"/>
                    </a:cubicBezTo>
                    <a:cubicBezTo>
                      <a:pt x="85" y="64"/>
                      <a:pt x="80" y="69"/>
                      <a:pt x="75" y="69"/>
                    </a:cubicBezTo>
                    <a:close/>
                  </a:path>
                </a:pathLst>
              </a:custGeom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0" name="Freeform 13">
                <a:extLst>
                  <a:ext uri="{FF2B5EF4-FFF2-40B4-BE49-F238E27FC236}">
                    <a16:creationId xmlns:a16="http://schemas.microsoft.com/office/drawing/2014/main" id="{DF1BE9E4-CC4C-F607-E4F0-B3C1DC320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4348" y="5402713"/>
                <a:ext cx="209550" cy="73025"/>
              </a:xfrm>
              <a:custGeom>
                <a:avLst/>
                <a:gdLst>
                  <a:gd name="T0" fmla="*/ 319 w 327"/>
                  <a:gd name="T1" fmla="*/ 115 h 115"/>
                  <a:gd name="T2" fmla="*/ 171 w 327"/>
                  <a:gd name="T3" fmla="*/ 28 h 115"/>
                  <a:gd name="T4" fmla="*/ 129 w 327"/>
                  <a:gd name="T5" fmla="*/ 17 h 115"/>
                  <a:gd name="T6" fmla="*/ 0 w 327"/>
                  <a:gd name="T7" fmla="*/ 17 h 115"/>
                  <a:gd name="T8" fmla="*/ 0 w 327"/>
                  <a:gd name="T9" fmla="*/ 0 h 115"/>
                  <a:gd name="T10" fmla="*/ 129 w 327"/>
                  <a:gd name="T11" fmla="*/ 0 h 115"/>
                  <a:gd name="T12" fmla="*/ 179 w 327"/>
                  <a:gd name="T13" fmla="*/ 14 h 115"/>
                  <a:gd name="T14" fmla="*/ 327 w 327"/>
                  <a:gd name="T15" fmla="*/ 102 h 115"/>
                  <a:gd name="T16" fmla="*/ 319 w 327"/>
                  <a:gd name="T17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7" h="115">
                    <a:moveTo>
                      <a:pt x="319" y="115"/>
                    </a:moveTo>
                    <a:cubicBezTo>
                      <a:pt x="171" y="28"/>
                      <a:pt x="171" y="28"/>
                      <a:pt x="171" y="28"/>
                    </a:cubicBezTo>
                    <a:cubicBezTo>
                      <a:pt x="158" y="21"/>
                      <a:pt x="144" y="17"/>
                      <a:pt x="129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9" y="0"/>
                      <a:pt x="129" y="0"/>
                      <a:pt x="129" y="0"/>
                    </a:cubicBezTo>
                    <a:cubicBezTo>
                      <a:pt x="147" y="0"/>
                      <a:pt x="164" y="5"/>
                      <a:pt x="179" y="14"/>
                    </a:cubicBezTo>
                    <a:cubicBezTo>
                      <a:pt x="327" y="102"/>
                      <a:pt x="327" y="102"/>
                      <a:pt x="327" y="102"/>
                    </a:cubicBezTo>
                    <a:lnTo>
                      <a:pt x="319" y="115"/>
                    </a:lnTo>
                    <a:close/>
                  </a:path>
                </a:pathLst>
              </a:custGeom>
              <a:solidFill>
                <a:srgbClr val="A2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" name="Freeform 14">
                <a:extLst>
                  <a:ext uri="{FF2B5EF4-FFF2-40B4-BE49-F238E27FC236}">
                    <a16:creationId xmlns:a16="http://schemas.microsoft.com/office/drawing/2014/main" id="{9BC72C71-E3F7-1B37-6E5B-09F27B957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2623" y="5443988"/>
                <a:ext cx="17463" cy="22225"/>
              </a:xfrm>
              <a:custGeom>
                <a:avLst/>
                <a:gdLst>
                  <a:gd name="T0" fmla="*/ 5 w 29"/>
                  <a:gd name="T1" fmla="*/ 33 h 35"/>
                  <a:gd name="T2" fmla="*/ 5 w 29"/>
                  <a:gd name="T3" fmla="*/ 33 h 35"/>
                  <a:gd name="T4" fmla="*/ 3 w 29"/>
                  <a:gd name="T5" fmla="*/ 23 h 35"/>
                  <a:gd name="T6" fmla="*/ 14 w 29"/>
                  <a:gd name="T7" fmla="*/ 5 h 35"/>
                  <a:gd name="T8" fmla="*/ 25 w 29"/>
                  <a:gd name="T9" fmla="*/ 2 h 35"/>
                  <a:gd name="T10" fmla="*/ 25 w 29"/>
                  <a:gd name="T11" fmla="*/ 2 h 35"/>
                  <a:gd name="T12" fmla="*/ 27 w 29"/>
                  <a:gd name="T13" fmla="*/ 13 h 35"/>
                  <a:gd name="T14" fmla="*/ 15 w 29"/>
                  <a:gd name="T15" fmla="*/ 31 h 35"/>
                  <a:gd name="T16" fmla="*/ 5 w 29"/>
                  <a:gd name="T17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35">
                    <a:moveTo>
                      <a:pt x="5" y="33"/>
                    </a:moveTo>
                    <a:cubicBezTo>
                      <a:pt x="5" y="33"/>
                      <a:pt x="5" y="33"/>
                      <a:pt x="5" y="33"/>
                    </a:cubicBezTo>
                    <a:cubicBezTo>
                      <a:pt x="1" y="31"/>
                      <a:pt x="0" y="26"/>
                      <a:pt x="3" y="23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7" y="1"/>
                      <a:pt x="21" y="0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8" y="5"/>
                      <a:pt x="29" y="9"/>
                      <a:pt x="27" y="13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3" y="34"/>
                      <a:pt x="8" y="35"/>
                      <a:pt x="5" y="33"/>
                    </a:cubicBezTo>
                    <a:close/>
                  </a:path>
                </a:pathLst>
              </a:custGeom>
              <a:solidFill>
                <a:srgbClr val="E3880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2" name="Freeform 15">
                <a:extLst>
                  <a:ext uri="{FF2B5EF4-FFF2-40B4-BE49-F238E27FC236}">
                    <a16:creationId xmlns:a16="http://schemas.microsoft.com/office/drawing/2014/main" id="{5FB5E872-F0F8-1323-522C-9DEBEEBE5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4186" y="5378900"/>
                <a:ext cx="58738" cy="58737"/>
              </a:xfrm>
              <a:custGeom>
                <a:avLst/>
                <a:gdLst>
                  <a:gd name="T0" fmla="*/ 93 w 93"/>
                  <a:gd name="T1" fmla="*/ 46 h 93"/>
                  <a:gd name="T2" fmla="*/ 56 w 93"/>
                  <a:gd name="T3" fmla="*/ 92 h 93"/>
                  <a:gd name="T4" fmla="*/ 47 w 93"/>
                  <a:gd name="T5" fmla="*/ 93 h 93"/>
                  <a:gd name="T6" fmla="*/ 0 w 93"/>
                  <a:gd name="T7" fmla="*/ 46 h 93"/>
                  <a:gd name="T8" fmla="*/ 47 w 93"/>
                  <a:gd name="T9" fmla="*/ 0 h 93"/>
                  <a:gd name="T10" fmla="*/ 56 w 93"/>
                  <a:gd name="T11" fmla="*/ 1 h 93"/>
                  <a:gd name="T12" fmla="*/ 93 w 93"/>
                  <a:gd name="T13" fmla="*/ 46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93">
                    <a:moveTo>
                      <a:pt x="93" y="46"/>
                    </a:moveTo>
                    <a:cubicBezTo>
                      <a:pt x="93" y="69"/>
                      <a:pt x="77" y="88"/>
                      <a:pt x="56" y="92"/>
                    </a:cubicBezTo>
                    <a:cubicBezTo>
                      <a:pt x="53" y="93"/>
                      <a:pt x="50" y="93"/>
                      <a:pt x="47" y="93"/>
                    </a:cubicBezTo>
                    <a:cubicBezTo>
                      <a:pt x="21" y="93"/>
                      <a:pt x="0" y="72"/>
                      <a:pt x="0" y="46"/>
                    </a:cubicBezTo>
                    <a:cubicBezTo>
                      <a:pt x="0" y="21"/>
                      <a:pt x="21" y="0"/>
                      <a:pt x="47" y="0"/>
                    </a:cubicBezTo>
                    <a:cubicBezTo>
                      <a:pt x="50" y="0"/>
                      <a:pt x="53" y="0"/>
                      <a:pt x="56" y="1"/>
                    </a:cubicBezTo>
                    <a:cubicBezTo>
                      <a:pt x="77" y="5"/>
                      <a:pt x="93" y="24"/>
                      <a:pt x="93" y="46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3" name="Freeform 16">
                <a:extLst>
                  <a:ext uri="{FF2B5EF4-FFF2-40B4-BE49-F238E27FC236}">
                    <a16:creationId xmlns:a16="http://schemas.microsoft.com/office/drawing/2014/main" id="{97893D55-BACC-9354-E25A-6B4C811FB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5298" y="5378900"/>
                <a:ext cx="47625" cy="58737"/>
              </a:xfrm>
              <a:custGeom>
                <a:avLst/>
                <a:gdLst>
                  <a:gd name="T0" fmla="*/ 75 w 75"/>
                  <a:gd name="T1" fmla="*/ 45 h 91"/>
                  <a:gd name="T2" fmla="*/ 38 w 75"/>
                  <a:gd name="T3" fmla="*/ 91 h 91"/>
                  <a:gd name="T4" fmla="*/ 0 w 75"/>
                  <a:gd name="T5" fmla="*/ 45 h 91"/>
                  <a:gd name="T6" fmla="*/ 38 w 75"/>
                  <a:gd name="T7" fmla="*/ 0 h 91"/>
                  <a:gd name="T8" fmla="*/ 75 w 75"/>
                  <a:gd name="T9" fmla="*/ 45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91">
                    <a:moveTo>
                      <a:pt x="75" y="45"/>
                    </a:moveTo>
                    <a:cubicBezTo>
                      <a:pt x="75" y="68"/>
                      <a:pt x="59" y="87"/>
                      <a:pt x="38" y="91"/>
                    </a:cubicBezTo>
                    <a:cubicBezTo>
                      <a:pt x="16" y="87"/>
                      <a:pt x="0" y="68"/>
                      <a:pt x="0" y="45"/>
                    </a:cubicBezTo>
                    <a:cubicBezTo>
                      <a:pt x="0" y="23"/>
                      <a:pt x="16" y="4"/>
                      <a:pt x="38" y="0"/>
                    </a:cubicBezTo>
                    <a:cubicBezTo>
                      <a:pt x="59" y="4"/>
                      <a:pt x="75" y="23"/>
                      <a:pt x="75" y="4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4" name="Freeform 18">
                <a:extLst>
                  <a:ext uri="{FF2B5EF4-FFF2-40B4-BE49-F238E27FC236}">
                    <a16:creationId xmlns:a16="http://schemas.microsoft.com/office/drawing/2014/main" id="{F82D1124-DA1B-23CA-664D-8449E5FC88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6273" y="5421763"/>
                <a:ext cx="230188" cy="225425"/>
              </a:xfrm>
              <a:custGeom>
                <a:avLst/>
                <a:gdLst>
                  <a:gd name="T0" fmla="*/ 330 w 359"/>
                  <a:gd name="T1" fmla="*/ 268 h 351"/>
                  <a:gd name="T2" fmla="*/ 125 w 359"/>
                  <a:gd name="T3" fmla="*/ 304 h 351"/>
                  <a:gd name="T4" fmla="*/ 89 w 359"/>
                  <a:gd name="T5" fmla="*/ 268 h 351"/>
                  <a:gd name="T6" fmla="*/ 89 w 359"/>
                  <a:gd name="T7" fmla="*/ 268 h 351"/>
                  <a:gd name="T8" fmla="*/ 88 w 359"/>
                  <a:gd name="T9" fmla="*/ 267 h 351"/>
                  <a:gd name="T10" fmla="*/ 30 w 359"/>
                  <a:gd name="T11" fmla="*/ 181 h 351"/>
                  <a:gd name="T12" fmla="*/ 30 w 359"/>
                  <a:gd name="T13" fmla="*/ 181 h 351"/>
                  <a:gd name="T14" fmla="*/ 10 w 359"/>
                  <a:gd name="T15" fmla="*/ 83 h 351"/>
                  <a:gd name="T16" fmla="*/ 25 w 359"/>
                  <a:gd name="T17" fmla="*/ 54 h 351"/>
                  <a:gd name="T18" fmla="*/ 145 w 359"/>
                  <a:gd name="T19" fmla="*/ 15 h 351"/>
                  <a:gd name="T20" fmla="*/ 145 w 359"/>
                  <a:gd name="T21" fmla="*/ 14 h 351"/>
                  <a:gd name="T22" fmla="*/ 238 w 359"/>
                  <a:gd name="T23" fmla="*/ 38 h 351"/>
                  <a:gd name="T24" fmla="*/ 255 w 359"/>
                  <a:gd name="T25" fmla="*/ 43 h 351"/>
                  <a:gd name="T26" fmla="*/ 255 w 359"/>
                  <a:gd name="T27" fmla="*/ 43 h 351"/>
                  <a:gd name="T28" fmla="*/ 294 w 359"/>
                  <a:gd name="T29" fmla="*/ 62 h 351"/>
                  <a:gd name="T30" fmla="*/ 356 w 359"/>
                  <a:gd name="T31" fmla="*/ 171 h 351"/>
                  <a:gd name="T32" fmla="*/ 330 w 359"/>
                  <a:gd name="T33" fmla="*/ 268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9" h="351">
                    <a:moveTo>
                      <a:pt x="330" y="268"/>
                    </a:moveTo>
                    <a:cubicBezTo>
                      <a:pt x="284" y="334"/>
                      <a:pt x="192" y="351"/>
                      <a:pt x="125" y="304"/>
                    </a:cubicBezTo>
                    <a:cubicBezTo>
                      <a:pt x="110" y="294"/>
                      <a:pt x="98" y="281"/>
                      <a:pt x="89" y="268"/>
                    </a:cubicBezTo>
                    <a:cubicBezTo>
                      <a:pt x="89" y="268"/>
                      <a:pt x="89" y="268"/>
                      <a:pt x="89" y="268"/>
                    </a:cubicBezTo>
                    <a:cubicBezTo>
                      <a:pt x="88" y="267"/>
                      <a:pt x="88" y="267"/>
                      <a:pt x="88" y="267"/>
                    </a:cubicBezTo>
                    <a:cubicBezTo>
                      <a:pt x="30" y="181"/>
                      <a:pt x="30" y="181"/>
                      <a:pt x="30" y="181"/>
                    </a:cubicBezTo>
                    <a:cubicBezTo>
                      <a:pt x="30" y="181"/>
                      <a:pt x="30" y="181"/>
                      <a:pt x="30" y="181"/>
                    </a:cubicBezTo>
                    <a:cubicBezTo>
                      <a:pt x="7" y="154"/>
                      <a:pt x="0" y="117"/>
                      <a:pt x="10" y="83"/>
                    </a:cubicBezTo>
                    <a:cubicBezTo>
                      <a:pt x="14" y="73"/>
                      <a:pt x="18" y="63"/>
                      <a:pt x="25" y="54"/>
                    </a:cubicBezTo>
                    <a:cubicBezTo>
                      <a:pt x="52" y="14"/>
                      <a:pt x="102" y="0"/>
                      <a:pt x="145" y="15"/>
                    </a:cubicBezTo>
                    <a:cubicBezTo>
                      <a:pt x="145" y="14"/>
                      <a:pt x="145" y="14"/>
                      <a:pt x="145" y="14"/>
                    </a:cubicBezTo>
                    <a:cubicBezTo>
                      <a:pt x="238" y="38"/>
                      <a:pt x="238" y="38"/>
                      <a:pt x="238" y="38"/>
                    </a:cubicBezTo>
                    <a:cubicBezTo>
                      <a:pt x="243" y="39"/>
                      <a:pt x="249" y="41"/>
                      <a:pt x="255" y="43"/>
                    </a:cubicBezTo>
                    <a:cubicBezTo>
                      <a:pt x="255" y="43"/>
                      <a:pt x="255" y="43"/>
                      <a:pt x="255" y="43"/>
                    </a:cubicBezTo>
                    <a:cubicBezTo>
                      <a:pt x="268" y="47"/>
                      <a:pt x="282" y="54"/>
                      <a:pt x="294" y="62"/>
                    </a:cubicBezTo>
                    <a:cubicBezTo>
                      <a:pt x="331" y="88"/>
                      <a:pt x="353" y="129"/>
                      <a:pt x="356" y="171"/>
                    </a:cubicBezTo>
                    <a:cubicBezTo>
                      <a:pt x="359" y="204"/>
                      <a:pt x="351" y="238"/>
                      <a:pt x="330" y="268"/>
                    </a:cubicBezTo>
                    <a:close/>
                  </a:path>
                </a:pathLst>
              </a:custGeom>
              <a:solidFill>
                <a:srgbClr val="FCA52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5" name="Freeform 19">
                <a:extLst>
                  <a:ext uri="{FF2B5EF4-FFF2-40B4-BE49-F238E27FC236}">
                    <a16:creationId xmlns:a16="http://schemas.microsoft.com/office/drawing/2014/main" id="{DBEB53FD-EB08-A536-E06A-47C7FA46F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2623" y="5428113"/>
                <a:ext cx="222250" cy="155575"/>
              </a:xfrm>
              <a:custGeom>
                <a:avLst/>
                <a:gdLst>
                  <a:gd name="T0" fmla="*/ 343 w 346"/>
                  <a:gd name="T1" fmla="*/ 168 h 244"/>
                  <a:gd name="T2" fmla="*/ 311 w 346"/>
                  <a:gd name="T3" fmla="*/ 207 h 244"/>
                  <a:gd name="T4" fmla="*/ 286 w 346"/>
                  <a:gd name="T5" fmla="*/ 225 h 244"/>
                  <a:gd name="T6" fmla="*/ 266 w 346"/>
                  <a:gd name="T7" fmla="*/ 234 h 244"/>
                  <a:gd name="T8" fmla="*/ 241 w 346"/>
                  <a:gd name="T9" fmla="*/ 241 h 244"/>
                  <a:gd name="T10" fmla="*/ 227 w 346"/>
                  <a:gd name="T11" fmla="*/ 243 h 244"/>
                  <a:gd name="T12" fmla="*/ 199 w 346"/>
                  <a:gd name="T13" fmla="*/ 243 h 244"/>
                  <a:gd name="T14" fmla="*/ 195 w 346"/>
                  <a:gd name="T15" fmla="*/ 242 h 244"/>
                  <a:gd name="T16" fmla="*/ 172 w 346"/>
                  <a:gd name="T17" fmla="*/ 237 h 244"/>
                  <a:gd name="T18" fmla="*/ 158 w 346"/>
                  <a:gd name="T19" fmla="*/ 233 h 244"/>
                  <a:gd name="T20" fmla="*/ 149 w 346"/>
                  <a:gd name="T21" fmla="*/ 228 h 244"/>
                  <a:gd name="T22" fmla="*/ 129 w 346"/>
                  <a:gd name="T23" fmla="*/ 216 h 244"/>
                  <a:gd name="T24" fmla="*/ 115 w 346"/>
                  <a:gd name="T25" fmla="*/ 205 h 244"/>
                  <a:gd name="T26" fmla="*/ 114 w 346"/>
                  <a:gd name="T27" fmla="*/ 204 h 244"/>
                  <a:gd name="T28" fmla="*/ 107 w 346"/>
                  <a:gd name="T29" fmla="*/ 198 h 244"/>
                  <a:gd name="T30" fmla="*/ 91 w 346"/>
                  <a:gd name="T31" fmla="*/ 183 h 244"/>
                  <a:gd name="T32" fmla="*/ 77 w 346"/>
                  <a:gd name="T33" fmla="*/ 169 h 244"/>
                  <a:gd name="T34" fmla="*/ 59 w 346"/>
                  <a:gd name="T35" fmla="*/ 153 h 244"/>
                  <a:gd name="T36" fmla="*/ 42 w 346"/>
                  <a:gd name="T37" fmla="*/ 136 h 244"/>
                  <a:gd name="T38" fmla="*/ 39 w 346"/>
                  <a:gd name="T39" fmla="*/ 134 h 244"/>
                  <a:gd name="T40" fmla="*/ 25 w 346"/>
                  <a:gd name="T41" fmla="*/ 121 h 244"/>
                  <a:gd name="T42" fmla="*/ 12 w 346"/>
                  <a:gd name="T43" fmla="*/ 103 h 244"/>
                  <a:gd name="T44" fmla="*/ 2 w 346"/>
                  <a:gd name="T45" fmla="*/ 81 h 244"/>
                  <a:gd name="T46" fmla="*/ 12 w 346"/>
                  <a:gd name="T47" fmla="*/ 49 h 244"/>
                  <a:gd name="T48" fmla="*/ 34 w 346"/>
                  <a:gd name="T49" fmla="*/ 24 h 244"/>
                  <a:gd name="T50" fmla="*/ 59 w 346"/>
                  <a:gd name="T51" fmla="*/ 9 h 244"/>
                  <a:gd name="T52" fmla="*/ 84 w 346"/>
                  <a:gd name="T53" fmla="*/ 1 h 244"/>
                  <a:gd name="T54" fmla="*/ 105 w 346"/>
                  <a:gd name="T55" fmla="*/ 0 h 244"/>
                  <a:gd name="T56" fmla="*/ 117 w 346"/>
                  <a:gd name="T57" fmla="*/ 1 h 244"/>
                  <a:gd name="T58" fmla="*/ 130 w 346"/>
                  <a:gd name="T59" fmla="*/ 4 h 244"/>
                  <a:gd name="T60" fmla="*/ 142 w 346"/>
                  <a:gd name="T61" fmla="*/ 7 h 244"/>
                  <a:gd name="T62" fmla="*/ 152 w 346"/>
                  <a:gd name="T63" fmla="*/ 10 h 244"/>
                  <a:gd name="T64" fmla="*/ 171 w 346"/>
                  <a:gd name="T65" fmla="*/ 15 h 244"/>
                  <a:gd name="T66" fmla="*/ 197 w 346"/>
                  <a:gd name="T67" fmla="*/ 21 h 244"/>
                  <a:gd name="T68" fmla="*/ 201 w 346"/>
                  <a:gd name="T69" fmla="*/ 22 h 244"/>
                  <a:gd name="T70" fmla="*/ 223 w 346"/>
                  <a:gd name="T71" fmla="*/ 28 h 244"/>
                  <a:gd name="T72" fmla="*/ 241 w 346"/>
                  <a:gd name="T73" fmla="*/ 33 h 244"/>
                  <a:gd name="T74" fmla="*/ 245 w 346"/>
                  <a:gd name="T75" fmla="*/ 34 h 244"/>
                  <a:gd name="T76" fmla="*/ 251 w 346"/>
                  <a:gd name="T77" fmla="*/ 36 h 244"/>
                  <a:gd name="T78" fmla="*/ 271 w 346"/>
                  <a:gd name="T79" fmla="*/ 45 h 244"/>
                  <a:gd name="T80" fmla="*/ 286 w 346"/>
                  <a:gd name="T81" fmla="*/ 55 h 244"/>
                  <a:gd name="T82" fmla="*/ 294 w 346"/>
                  <a:gd name="T83" fmla="*/ 61 h 244"/>
                  <a:gd name="T84" fmla="*/ 310 w 346"/>
                  <a:gd name="T85" fmla="*/ 76 h 244"/>
                  <a:gd name="T86" fmla="*/ 324 w 346"/>
                  <a:gd name="T87" fmla="*/ 94 h 244"/>
                  <a:gd name="T88" fmla="*/ 333 w 346"/>
                  <a:gd name="T89" fmla="*/ 112 h 244"/>
                  <a:gd name="T90" fmla="*/ 342 w 346"/>
                  <a:gd name="T91" fmla="*/ 138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46" h="244">
                    <a:moveTo>
                      <a:pt x="346" y="162"/>
                    </a:moveTo>
                    <a:cubicBezTo>
                      <a:pt x="345" y="164"/>
                      <a:pt x="344" y="166"/>
                      <a:pt x="343" y="168"/>
                    </a:cubicBezTo>
                    <a:cubicBezTo>
                      <a:pt x="343" y="168"/>
                      <a:pt x="343" y="168"/>
                      <a:pt x="343" y="168"/>
                    </a:cubicBezTo>
                    <a:cubicBezTo>
                      <a:pt x="340" y="173"/>
                      <a:pt x="337" y="178"/>
                      <a:pt x="333" y="183"/>
                    </a:cubicBezTo>
                    <a:cubicBezTo>
                      <a:pt x="332" y="184"/>
                      <a:pt x="332" y="186"/>
                      <a:pt x="331" y="187"/>
                    </a:cubicBezTo>
                    <a:cubicBezTo>
                      <a:pt x="325" y="194"/>
                      <a:pt x="318" y="201"/>
                      <a:pt x="311" y="207"/>
                    </a:cubicBezTo>
                    <a:cubicBezTo>
                      <a:pt x="310" y="208"/>
                      <a:pt x="309" y="209"/>
                      <a:pt x="308" y="210"/>
                    </a:cubicBezTo>
                    <a:cubicBezTo>
                      <a:pt x="302" y="215"/>
                      <a:pt x="296" y="219"/>
                      <a:pt x="289" y="223"/>
                    </a:cubicBezTo>
                    <a:cubicBezTo>
                      <a:pt x="288" y="224"/>
                      <a:pt x="287" y="224"/>
                      <a:pt x="286" y="225"/>
                    </a:cubicBezTo>
                    <a:cubicBezTo>
                      <a:pt x="284" y="226"/>
                      <a:pt x="281" y="228"/>
                      <a:pt x="278" y="229"/>
                    </a:cubicBezTo>
                    <a:cubicBezTo>
                      <a:pt x="276" y="230"/>
                      <a:pt x="274" y="231"/>
                      <a:pt x="271" y="232"/>
                    </a:cubicBezTo>
                    <a:cubicBezTo>
                      <a:pt x="270" y="233"/>
                      <a:pt x="268" y="233"/>
                      <a:pt x="266" y="234"/>
                    </a:cubicBezTo>
                    <a:cubicBezTo>
                      <a:pt x="265" y="234"/>
                      <a:pt x="264" y="235"/>
                      <a:pt x="264" y="235"/>
                    </a:cubicBezTo>
                    <a:cubicBezTo>
                      <a:pt x="257" y="237"/>
                      <a:pt x="251" y="239"/>
                      <a:pt x="244" y="241"/>
                    </a:cubicBezTo>
                    <a:cubicBezTo>
                      <a:pt x="243" y="241"/>
                      <a:pt x="242" y="241"/>
                      <a:pt x="241" y="241"/>
                    </a:cubicBezTo>
                    <a:cubicBezTo>
                      <a:pt x="238" y="242"/>
                      <a:pt x="235" y="242"/>
                      <a:pt x="231" y="243"/>
                    </a:cubicBezTo>
                    <a:cubicBezTo>
                      <a:pt x="231" y="243"/>
                      <a:pt x="231" y="243"/>
                      <a:pt x="231" y="243"/>
                    </a:cubicBezTo>
                    <a:cubicBezTo>
                      <a:pt x="230" y="243"/>
                      <a:pt x="228" y="243"/>
                      <a:pt x="227" y="243"/>
                    </a:cubicBezTo>
                    <a:cubicBezTo>
                      <a:pt x="225" y="243"/>
                      <a:pt x="223" y="243"/>
                      <a:pt x="222" y="243"/>
                    </a:cubicBezTo>
                    <a:cubicBezTo>
                      <a:pt x="221" y="243"/>
                      <a:pt x="220" y="243"/>
                      <a:pt x="219" y="243"/>
                    </a:cubicBezTo>
                    <a:cubicBezTo>
                      <a:pt x="212" y="244"/>
                      <a:pt x="206" y="243"/>
                      <a:pt x="199" y="243"/>
                    </a:cubicBezTo>
                    <a:cubicBezTo>
                      <a:pt x="199" y="243"/>
                      <a:pt x="199" y="243"/>
                      <a:pt x="198" y="243"/>
                    </a:cubicBezTo>
                    <a:cubicBezTo>
                      <a:pt x="198" y="243"/>
                      <a:pt x="197" y="243"/>
                      <a:pt x="197" y="242"/>
                    </a:cubicBezTo>
                    <a:cubicBezTo>
                      <a:pt x="196" y="242"/>
                      <a:pt x="195" y="242"/>
                      <a:pt x="195" y="242"/>
                    </a:cubicBezTo>
                    <a:cubicBezTo>
                      <a:pt x="188" y="241"/>
                      <a:pt x="181" y="240"/>
                      <a:pt x="174" y="238"/>
                    </a:cubicBezTo>
                    <a:cubicBezTo>
                      <a:pt x="173" y="238"/>
                      <a:pt x="172" y="237"/>
                      <a:pt x="172" y="237"/>
                    </a:cubicBezTo>
                    <a:cubicBezTo>
                      <a:pt x="172" y="237"/>
                      <a:pt x="172" y="237"/>
                      <a:pt x="172" y="237"/>
                    </a:cubicBezTo>
                    <a:cubicBezTo>
                      <a:pt x="171" y="237"/>
                      <a:pt x="170" y="237"/>
                      <a:pt x="169" y="236"/>
                    </a:cubicBezTo>
                    <a:cubicBezTo>
                      <a:pt x="169" y="236"/>
                      <a:pt x="169" y="236"/>
                      <a:pt x="169" y="236"/>
                    </a:cubicBezTo>
                    <a:cubicBezTo>
                      <a:pt x="165" y="235"/>
                      <a:pt x="162" y="234"/>
                      <a:pt x="158" y="233"/>
                    </a:cubicBezTo>
                    <a:cubicBezTo>
                      <a:pt x="156" y="232"/>
                      <a:pt x="154" y="231"/>
                      <a:pt x="152" y="230"/>
                    </a:cubicBezTo>
                    <a:cubicBezTo>
                      <a:pt x="151" y="229"/>
                      <a:pt x="150" y="229"/>
                      <a:pt x="149" y="228"/>
                    </a:cubicBezTo>
                    <a:cubicBezTo>
                      <a:pt x="149" y="228"/>
                      <a:pt x="149" y="228"/>
                      <a:pt x="149" y="228"/>
                    </a:cubicBezTo>
                    <a:cubicBezTo>
                      <a:pt x="148" y="228"/>
                      <a:pt x="147" y="227"/>
                      <a:pt x="146" y="227"/>
                    </a:cubicBezTo>
                    <a:cubicBezTo>
                      <a:pt x="140" y="224"/>
                      <a:pt x="135" y="220"/>
                      <a:pt x="130" y="217"/>
                    </a:cubicBezTo>
                    <a:cubicBezTo>
                      <a:pt x="129" y="217"/>
                      <a:pt x="129" y="216"/>
                      <a:pt x="129" y="216"/>
                    </a:cubicBezTo>
                    <a:cubicBezTo>
                      <a:pt x="128" y="216"/>
                      <a:pt x="128" y="215"/>
                      <a:pt x="127" y="215"/>
                    </a:cubicBezTo>
                    <a:cubicBezTo>
                      <a:pt x="127" y="215"/>
                      <a:pt x="127" y="215"/>
                      <a:pt x="127" y="215"/>
                    </a:cubicBezTo>
                    <a:cubicBezTo>
                      <a:pt x="123" y="212"/>
                      <a:pt x="119" y="209"/>
                      <a:pt x="115" y="205"/>
                    </a:cubicBezTo>
                    <a:cubicBezTo>
                      <a:pt x="115" y="205"/>
                      <a:pt x="115" y="205"/>
                      <a:pt x="115" y="205"/>
                    </a:cubicBezTo>
                    <a:cubicBezTo>
                      <a:pt x="115" y="205"/>
                      <a:pt x="115" y="205"/>
                      <a:pt x="115" y="205"/>
                    </a:cubicBezTo>
                    <a:cubicBezTo>
                      <a:pt x="115" y="205"/>
                      <a:pt x="115" y="205"/>
                      <a:pt x="114" y="204"/>
                    </a:cubicBezTo>
                    <a:cubicBezTo>
                      <a:pt x="109" y="200"/>
                      <a:pt x="109" y="200"/>
                      <a:pt x="109" y="200"/>
                    </a:cubicBezTo>
                    <a:cubicBezTo>
                      <a:pt x="108" y="198"/>
                      <a:pt x="108" y="198"/>
                      <a:pt x="108" y="198"/>
                    </a:cubicBezTo>
                    <a:cubicBezTo>
                      <a:pt x="107" y="198"/>
                      <a:pt x="107" y="198"/>
                      <a:pt x="107" y="198"/>
                    </a:cubicBezTo>
                    <a:cubicBezTo>
                      <a:pt x="105" y="196"/>
                      <a:pt x="105" y="196"/>
                      <a:pt x="105" y="196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1" y="183"/>
                      <a:pt x="91" y="183"/>
                      <a:pt x="91" y="183"/>
                    </a:cubicBezTo>
                    <a:cubicBezTo>
                      <a:pt x="81" y="173"/>
                      <a:pt x="81" y="173"/>
                      <a:pt x="81" y="173"/>
                    </a:cubicBezTo>
                    <a:cubicBezTo>
                      <a:pt x="79" y="171"/>
                      <a:pt x="79" y="171"/>
                      <a:pt x="79" y="171"/>
                    </a:cubicBezTo>
                    <a:cubicBezTo>
                      <a:pt x="77" y="169"/>
                      <a:pt x="77" y="169"/>
                      <a:pt x="77" y="169"/>
                    </a:cubicBezTo>
                    <a:cubicBezTo>
                      <a:pt x="75" y="168"/>
                      <a:pt x="75" y="168"/>
                      <a:pt x="75" y="168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59" y="153"/>
                      <a:pt x="59" y="153"/>
                      <a:pt x="59" y="153"/>
                    </a:cubicBezTo>
                    <a:cubicBezTo>
                      <a:pt x="59" y="152"/>
                      <a:pt x="59" y="152"/>
                      <a:pt x="59" y="152"/>
                    </a:cubicBezTo>
                    <a:cubicBezTo>
                      <a:pt x="56" y="150"/>
                      <a:pt x="56" y="150"/>
                      <a:pt x="56" y="150"/>
                    </a:cubicBezTo>
                    <a:cubicBezTo>
                      <a:pt x="42" y="136"/>
                      <a:pt x="42" y="136"/>
                      <a:pt x="42" y="136"/>
                    </a:cubicBezTo>
                    <a:cubicBezTo>
                      <a:pt x="40" y="134"/>
                      <a:pt x="40" y="134"/>
                      <a:pt x="40" y="134"/>
                    </a:cubicBezTo>
                    <a:cubicBezTo>
                      <a:pt x="39" y="134"/>
                      <a:pt x="39" y="134"/>
                      <a:pt x="39" y="134"/>
                    </a:cubicBezTo>
                    <a:cubicBezTo>
                      <a:pt x="39" y="134"/>
                      <a:pt x="39" y="134"/>
                      <a:pt x="39" y="134"/>
                    </a:cubicBezTo>
                    <a:cubicBezTo>
                      <a:pt x="38" y="133"/>
                      <a:pt x="38" y="133"/>
                      <a:pt x="37" y="132"/>
                    </a:cubicBezTo>
                    <a:cubicBezTo>
                      <a:pt x="36" y="131"/>
                      <a:pt x="35" y="131"/>
                      <a:pt x="34" y="130"/>
                    </a:cubicBezTo>
                    <a:cubicBezTo>
                      <a:pt x="31" y="127"/>
                      <a:pt x="28" y="124"/>
                      <a:pt x="25" y="121"/>
                    </a:cubicBezTo>
                    <a:cubicBezTo>
                      <a:pt x="25" y="121"/>
                      <a:pt x="24" y="120"/>
                      <a:pt x="23" y="119"/>
                    </a:cubicBezTo>
                    <a:cubicBezTo>
                      <a:pt x="20" y="115"/>
                      <a:pt x="17" y="111"/>
                      <a:pt x="14" y="107"/>
                    </a:cubicBezTo>
                    <a:cubicBezTo>
                      <a:pt x="14" y="106"/>
                      <a:pt x="13" y="104"/>
                      <a:pt x="12" y="103"/>
                    </a:cubicBezTo>
                    <a:cubicBezTo>
                      <a:pt x="12" y="103"/>
                      <a:pt x="12" y="103"/>
                      <a:pt x="12" y="103"/>
                    </a:cubicBezTo>
                    <a:cubicBezTo>
                      <a:pt x="11" y="102"/>
                      <a:pt x="11" y="101"/>
                      <a:pt x="11" y="101"/>
                    </a:cubicBezTo>
                    <a:cubicBezTo>
                      <a:pt x="7" y="95"/>
                      <a:pt x="4" y="88"/>
                      <a:pt x="2" y="81"/>
                    </a:cubicBezTo>
                    <a:cubicBezTo>
                      <a:pt x="2" y="80"/>
                      <a:pt x="2" y="80"/>
                      <a:pt x="2" y="79"/>
                    </a:cubicBezTo>
                    <a:cubicBezTo>
                      <a:pt x="1" y="77"/>
                      <a:pt x="1" y="76"/>
                      <a:pt x="0" y="74"/>
                    </a:cubicBezTo>
                    <a:cubicBezTo>
                      <a:pt x="3" y="65"/>
                      <a:pt x="7" y="57"/>
                      <a:pt x="12" y="49"/>
                    </a:cubicBezTo>
                    <a:cubicBezTo>
                      <a:pt x="13" y="48"/>
                      <a:pt x="14" y="46"/>
                      <a:pt x="14" y="45"/>
                    </a:cubicBezTo>
                    <a:cubicBezTo>
                      <a:pt x="15" y="45"/>
                      <a:pt x="15" y="45"/>
                      <a:pt x="15" y="45"/>
                    </a:cubicBezTo>
                    <a:cubicBezTo>
                      <a:pt x="20" y="37"/>
                      <a:pt x="27" y="30"/>
                      <a:pt x="34" y="24"/>
                    </a:cubicBezTo>
                    <a:cubicBezTo>
                      <a:pt x="35" y="23"/>
                      <a:pt x="36" y="22"/>
                      <a:pt x="37" y="22"/>
                    </a:cubicBezTo>
                    <a:cubicBezTo>
                      <a:pt x="43" y="17"/>
                      <a:pt x="50" y="13"/>
                      <a:pt x="56" y="10"/>
                    </a:cubicBezTo>
                    <a:cubicBezTo>
                      <a:pt x="57" y="9"/>
                      <a:pt x="58" y="9"/>
                      <a:pt x="59" y="9"/>
                    </a:cubicBezTo>
                    <a:cubicBezTo>
                      <a:pt x="65" y="6"/>
                      <a:pt x="72" y="4"/>
                      <a:pt x="79" y="2"/>
                    </a:cubicBezTo>
                    <a:cubicBezTo>
                      <a:pt x="80" y="2"/>
                      <a:pt x="80" y="2"/>
                      <a:pt x="81" y="2"/>
                    </a:cubicBezTo>
                    <a:cubicBezTo>
                      <a:pt x="82" y="2"/>
                      <a:pt x="83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"/>
                      <a:pt x="87" y="1"/>
                      <a:pt x="88" y="1"/>
                    </a:cubicBezTo>
                    <a:cubicBezTo>
                      <a:pt x="94" y="0"/>
                      <a:pt x="99" y="0"/>
                      <a:pt x="105" y="0"/>
                    </a:cubicBezTo>
                    <a:cubicBezTo>
                      <a:pt x="106" y="0"/>
                      <a:pt x="106" y="0"/>
                      <a:pt x="107" y="0"/>
                    </a:cubicBezTo>
                    <a:cubicBezTo>
                      <a:pt x="110" y="0"/>
                      <a:pt x="113" y="1"/>
                      <a:pt x="117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8" y="1"/>
                      <a:pt x="119" y="1"/>
                      <a:pt x="120" y="2"/>
                    </a:cubicBezTo>
                    <a:cubicBezTo>
                      <a:pt x="122" y="2"/>
                      <a:pt x="125" y="3"/>
                      <a:pt x="127" y="3"/>
                    </a:cubicBezTo>
                    <a:cubicBezTo>
                      <a:pt x="128" y="3"/>
                      <a:pt x="129" y="4"/>
                      <a:pt x="130" y="4"/>
                    </a:cubicBezTo>
                    <a:cubicBezTo>
                      <a:pt x="131" y="4"/>
                      <a:pt x="133" y="5"/>
                      <a:pt x="135" y="6"/>
                    </a:cubicBezTo>
                    <a:cubicBezTo>
                      <a:pt x="135" y="5"/>
                      <a:pt x="135" y="5"/>
                      <a:pt x="135" y="5"/>
                    </a:cubicBezTo>
                    <a:cubicBezTo>
                      <a:pt x="142" y="7"/>
                      <a:pt x="142" y="7"/>
                      <a:pt x="142" y="7"/>
                    </a:cubicBezTo>
                    <a:cubicBezTo>
                      <a:pt x="145" y="8"/>
                      <a:pt x="145" y="8"/>
                      <a:pt x="145" y="8"/>
                    </a:cubicBezTo>
                    <a:cubicBezTo>
                      <a:pt x="149" y="9"/>
                      <a:pt x="149" y="9"/>
                      <a:pt x="149" y="9"/>
                    </a:cubicBezTo>
                    <a:cubicBezTo>
                      <a:pt x="152" y="10"/>
                      <a:pt x="152" y="10"/>
                      <a:pt x="152" y="10"/>
                    </a:cubicBezTo>
                    <a:cubicBezTo>
                      <a:pt x="168" y="14"/>
                      <a:pt x="168" y="14"/>
                      <a:pt x="168" y="14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2" y="15"/>
                      <a:pt x="172" y="15"/>
                      <a:pt x="172" y="15"/>
                    </a:cubicBezTo>
                    <a:cubicBezTo>
                      <a:pt x="174" y="16"/>
                      <a:pt x="174" y="16"/>
                      <a:pt x="174" y="16"/>
                    </a:cubicBezTo>
                    <a:cubicBezTo>
                      <a:pt x="197" y="21"/>
                      <a:pt x="197" y="21"/>
                      <a:pt x="197" y="21"/>
                    </a:cubicBezTo>
                    <a:cubicBezTo>
                      <a:pt x="198" y="22"/>
                      <a:pt x="198" y="22"/>
                      <a:pt x="198" y="22"/>
                    </a:cubicBezTo>
                    <a:cubicBezTo>
                      <a:pt x="199" y="22"/>
                      <a:pt x="199" y="22"/>
                      <a:pt x="199" y="22"/>
                    </a:cubicBezTo>
                    <a:cubicBezTo>
                      <a:pt x="201" y="22"/>
                      <a:pt x="201" y="22"/>
                      <a:pt x="201" y="22"/>
                    </a:cubicBezTo>
                    <a:cubicBezTo>
                      <a:pt x="219" y="27"/>
                      <a:pt x="219" y="27"/>
                      <a:pt x="219" y="27"/>
                    </a:cubicBezTo>
                    <a:cubicBezTo>
                      <a:pt x="222" y="28"/>
                      <a:pt x="222" y="28"/>
                      <a:pt x="222" y="28"/>
                    </a:cubicBezTo>
                    <a:cubicBezTo>
                      <a:pt x="223" y="28"/>
                      <a:pt x="223" y="28"/>
                      <a:pt x="223" y="28"/>
                    </a:cubicBezTo>
                    <a:cubicBezTo>
                      <a:pt x="226" y="29"/>
                      <a:pt x="226" y="29"/>
                      <a:pt x="226" y="29"/>
                    </a:cubicBezTo>
                    <a:cubicBezTo>
                      <a:pt x="228" y="29"/>
                      <a:pt x="228" y="29"/>
                      <a:pt x="228" y="29"/>
                    </a:cubicBezTo>
                    <a:cubicBezTo>
                      <a:pt x="232" y="30"/>
                      <a:pt x="237" y="31"/>
                      <a:pt x="241" y="33"/>
                    </a:cubicBezTo>
                    <a:cubicBezTo>
                      <a:pt x="242" y="33"/>
                      <a:pt x="243" y="33"/>
                      <a:pt x="244" y="33"/>
                    </a:cubicBezTo>
                    <a:cubicBezTo>
                      <a:pt x="244" y="33"/>
                      <a:pt x="244" y="33"/>
                      <a:pt x="245" y="34"/>
                    </a:cubicBezTo>
                    <a:cubicBezTo>
                      <a:pt x="245" y="34"/>
                      <a:pt x="245" y="34"/>
                      <a:pt x="245" y="34"/>
                    </a:cubicBezTo>
                    <a:cubicBezTo>
                      <a:pt x="246" y="34"/>
                      <a:pt x="247" y="34"/>
                      <a:pt x="249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6"/>
                      <a:pt x="251" y="36"/>
                    </a:cubicBezTo>
                    <a:cubicBezTo>
                      <a:pt x="255" y="37"/>
                      <a:pt x="260" y="39"/>
                      <a:pt x="264" y="41"/>
                    </a:cubicBezTo>
                    <a:cubicBezTo>
                      <a:pt x="264" y="42"/>
                      <a:pt x="265" y="42"/>
                      <a:pt x="266" y="42"/>
                    </a:cubicBezTo>
                    <a:cubicBezTo>
                      <a:pt x="268" y="43"/>
                      <a:pt x="269" y="44"/>
                      <a:pt x="271" y="45"/>
                    </a:cubicBezTo>
                    <a:cubicBezTo>
                      <a:pt x="271" y="45"/>
                      <a:pt x="272" y="46"/>
                      <a:pt x="273" y="46"/>
                    </a:cubicBezTo>
                    <a:cubicBezTo>
                      <a:pt x="277" y="48"/>
                      <a:pt x="280" y="51"/>
                      <a:pt x="284" y="53"/>
                    </a:cubicBezTo>
                    <a:cubicBezTo>
                      <a:pt x="285" y="54"/>
                      <a:pt x="285" y="54"/>
                      <a:pt x="286" y="55"/>
                    </a:cubicBezTo>
                    <a:cubicBezTo>
                      <a:pt x="287" y="55"/>
                      <a:pt x="288" y="56"/>
                      <a:pt x="289" y="57"/>
                    </a:cubicBezTo>
                    <a:cubicBezTo>
                      <a:pt x="290" y="57"/>
                      <a:pt x="291" y="58"/>
                      <a:pt x="292" y="59"/>
                    </a:cubicBezTo>
                    <a:cubicBezTo>
                      <a:pt x="293" y="60"/>
                      <a:pt x="293" y="60"/>
                      <a:pt x="294" y="61"/>
                    </a:cubicBezTo>
                    <a:cubicBezTo>
                      <a:pt x="299" y="65"/>
                      <a:pt x="304" y="70"/>
                      <a:pt x="308" y="74"/>
                    </a:cubicBezTo>
                    <a:cubicBezTo>
                      <a:pt x="308" y="74"/>
                      <a:pt x="308" y="74"/>
                      <a:pt x="308" y="75"/>
                    </a:cubicBezTo>
                    <a:cubicBezTo>
                      <a:pt x="309" y="75"/>
                      <a:pt x="309" y="76"/>
                      <a:pt x="310" y="76"/>
                    </a:cubicBezTo>
                    <a:cubicBezTo>
                      <a:pt x="310" y="77"/>
                      <a:pt x="311" y="77"/>
                      <a:pt x="311" y="77"/>
                    </a:cubicBezTo>
                    <a:cubicBezTo>
                      <a:pt x="315" y="82"/>
                      <a:pt x="319" y="87"/>
                      <a:pt x="322" y="92"/>
                    </a:cubicBezTo>
                    <a:cubicBezTo>
                      <a:pt x="323" y="93"/>
                      <a:pt x="323" y="93"/>
                      <a:pt x="324" y="94"/>
                    </a:cubicBezTo>
                    <a:cubicBezTo>
                      <a:pt x="326" y="98"/>
                      <a:pt x="329" y="102"/>
                      <a:pt x="331" y="107"/>
                    </a:cubicBezTo>
                    <a:cubicBezTo>
                      <a:pt x="332" y="108"/>
                      <a:pt x="332" y="110"/>
                      <a:pt x="333" y="112"/>
                    </a:cubicBezTo>
                    <a:cubicBezTo>
                      <a:pt x="333" y="112"/>
                      <a:pt x="333" y="112"/>
                      <a:pt x="333" y="112"/>
                    </a:cubicBezTo>
                    <a:cubicBezTo>
                      <a:pt x="334" y="113"/>
                      <a:pt x="334" y="114"/>
                      <a:pt x="334" y="115"/>
                    </a:cubicBezTo>
                    <a:cubicBezTo>
                      <a:pt x="337" y="121"/>
                      <a:pt x="340" y="128"/>
                      <a:pt x="342" y="135"/>
                    </a:cubicBezTo>
                    <a:cubicBezTo>
                      <a:pt x="342" y="136"/>
                      <a:pt x="342" y="137"/>
                      <a:pt x="342" y="138"/>
                    </a:cubicBezTo>
                    <a:cubicBezTo>
                      <a:pt x="344" y="146"/>
                      <a:pt x="346" y="153"/>
                      <a:pt x="346" y="161"/>
                    </a:cubicBezTo>
                    <a:cubicBezTo>
                      <a:pt x="346" y="161"/>
                      <a:pt x="346" y="161"/>
                      <a:pt x="346" y="162"/>
                    </a:cubicBezTo>
                    <a:close/>
                  </a:path>
                </a:pathLst>
              </a:custGeom>
              <a:solidFill>
                <a:srgbClr val="FED05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6" name="Freeform 20">
                <a:extLst>
                  <a:ext uri="{FF2B5EF4-FFF2-40B4-BE49-F238E27FC236}">
                    <a16:creationId xmlns:a16="http://schemas.microsoft.com/office/drawing/2014/main" id="{3739E44E-540B-DACA-4334-5801623155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4211" y="5428113"/>
                <a:ext cx="220663" cy="155575"/>
              </a:xfrm>
              <a:custGeom>
                <a:avLst/>
                <a:gdLst>
                  <a:gd name="T0" fmla="*/ 331 w 344"/>
                  <a:gd name="T1" fmla="*/ 112 h 243"/>
                  <a:gd name="T2" fmla="*/ 309 w 344"/>
                  <a:gd name="T3" fmla="*/ 103 h 243"/>
                  <a:gd name="T4" fmla="*/ 290 w 344"/>
                  <a:gd name="T5" fmla="*/ 59 h 243"/>
                  <a:gd name="T6" fmla="*/ 264 w 344"/>
                  <a:gd name="T7" fmla="*/ 49 h 243"/>
                  <a:gd name="T8" fmla="*/ 242 w 344"/>
                  <a:gd name="T9" fmla="*/ 39 h 243"/>
                  <a:gd name="T10" fmla="*/ 220 w 344"/>
                  <a:gd name="T11" fmla="*/ 28 h 243"/>
                  <a:gd name="T12" fmla="*/ 195 w 344"/>
                  <a:gd name="T13" fmla="*/ 23 h 243"/>
                  <a:gd name="T14" fmla="*/ 150 w 344"/>
                  <a:gd name="T15" fmla="*/ 29 h 243"/>
                  <a:gd name="T16" fmla="*/ 128 w 344"/>
                  <a:gd name="T17" fmla="*/ 4 h 243"/>
                  <a:gd name="T18" fmla="*/ 105 w 344"/>
                  <a:gd name="T19" fmla="*/ 0 h 243"/>
                  <a:gd name="T20" fmla="*/ 79 w 344"/>
                  <a:gd name="T21" fmla="*/ 2 h 243"/>
                  <a:gd name="T22" fmla="*/ 32 w 344"/>
                  <a:gd name="T23" fmla="*/ 24 h 243"/>
                  <a:gd name="T24" fmla="*/ 10 w 344"/>
                  <a:gd name="T25" fmla="*/ 100 h 243"/>
                  <a:gd name="T26" fmla="*/ 21 w 344"/>
                  <a:gd name="T27" fmla="*/ 119 h 243"/>
                  <a:gd name="T28" fmla="*/ 40 w 344"/>
                  <a:gd name="T29" fmla="*/ 136 h 243"/>
                  <a:gd name="T30" fmla="*/ 75 w 344"/>
                  <a:gd name="T31" fmla="*/ 169 h 243"/>
                  <a:gd name="T32" fmla="*/ 103 w 344"/>
                  <a:gd name="T33" fmla="*/ 174 h 243"/>
                  <a:gd name="T34" fmla="*/ 125 w 344"/>
                  <a:gd name="T35" fmla="*/ 214 h 243"/>
                  <a:gd name="T36" fmla="*/ 147 w 344"/>
                  <a:gd name="T37" fmla="*/ 228 h 243"/>
                  <a:gd name="T38" fmla="*/ 170 w 344"/>
                  <a:gd name="T39" fmla="*/ 237 h 243"/>
                  <a:gd name="T40" fmla="*/ 197 w 344"/>
                  <a:gd name="T41" fmla="*/ 243 h 243"/>
                  <a:gd name="T42" fmla="*/ 229 w 344"/>
                  <a:gd name="T43" fmla="*/ 243 h 243"/>
                  <a:gd name="T44" fmla="*/ 264 w 344"/>
                  <a:gd name="T45" fmla="*/ 210 h 243"/>
                  <a:gd name="T46" fmla="*/ 306 w 344"/>
                  <a:gd name="T47" fmla="*/ 201 h 243"/>
                  <a:gd name="T48" fmla="*/ 341 w 344"/>
                  <a:gd name="T49" fmla="*/ 168 h 243"/>
                  <a:gd name="T50" fmla="*/ 170 w 344"/>
                  <a:gd name="T51" fmla="*/ 141 h 243"/>
                  <a:gd name="T52" fmla="*/ 57 w 344"/>
                  <a:gd name="T53" fmla="*/ 59 h 243"/>
                  <a:gd name="T54" fmla="*/ 79 w 344"/>
                  <a:gd name="T55" fmla="*/ 68 h 243"/>
                  <a:gd name="T56" fmla="*/ 172 w 344"/>
                  <a:gd name="T57" fmla="*/ 170 h 243"/>
                  <a:gd name="T58" fmla="*/ 197 w 344"/>
                  <a:gd name="T59" fmla="*/ 115 h 243"/>
                  <a:gd name="T60" fmla="*/ 239 w 344"/>
                  <a:gd name="T61" fmla="*/ 110 h 243"/>
                  <a:gd name="T62" fmla="*/ 262 w 344"/>
                  <a:gd name="T63" fmla="*/ 117 h 243"/>
                  <a:gd name="T64" fmla="*/ 239 w 344"/>
                  <a:gd name="T65" fmla="*/ 107 h 243"/>
                  <a:gd name="T66" fmla="*/ 195 w 344"/>
                  <a:gd name="T67" fmla="*/ 57 h 243"/>
                  <a:gd name="T68" fmla="*/ 128 w 344"/>
                  <a:gd name="T69" fmla="*/ 89 h 243"/>
                  <a:gd name="T70" fmla="*/ 125 w 344"/>
                  <a:gd name="T71" fmla="*/ 92 h 243"/>
                  <a:gd name="T72" fmla="*/ 150 w 344"/>
                  <a:gd name="T73" fmla="*/ 129 h 243"/>
                  <a:gd name="T74" fmla="*/ 172 w 344"/>
                  <a:gd name="T75" fmla="*/ 174 h 243"/>
                  <a:gd name="T76" fmla="*/ 220 w 344"/>
                  <a:gd name="T77" fmla="*/ 187 h 243"/>
                  <a:gd name="T78" fmla="*/ 284 w 344"/>
                  <a:gd name="T79" fmla="*/ 156 h 243"/>
                  <a:gd name="T80" fmla="*/ 287 w 344"/>
                  <a:gd name="T81" fmla="*/ 154 h 243"/>
                  <a:gd name="T82" fmla="*/ 284 w 344"/>
                  <a:gd name="T83" fmla="*/ 68 h 243"/>
                  <a:gd name="T84" fmla="*/ 262 w 344"/>
                  <a:gd name="T85" fmla="*/ 55 h 243"/>
                  <a:gd name="T86" fmla="*/ 197 w 344"/>
                  <a:gd name="T87" fmla="*/ 54 h 243"/>
                  <a:gd name="T88" fmla="*/ 150 w 344"/>
                  <a:gd name="T89" fmla="*/ 95 h 243"/>
                  <a:gd name="T90" fmla="*/ 125 w 344"/>
                  <a:gd name="T91" fmla="*/ 52 h 243"/>
                  <a:gd name="T92" fmla="*/ 77 w 344"/>
                  <a:gd name="T93" fmla="*/ 10 h 243"/>
                  <a:gd name="T94" fmla="*/ 54 w 344"/>
                  <a:gd name="T95" fmla="*/ 31 h 243"/>
                  <a:gd name="T96" fmla="*/ 54 w 344"/>
                  <a:gd name="T97" fmla="*/ 88 h 243"/>
                  <a:gd name="T98" fmla="*/ 77 w 344"/>
                  <a:gd name="T99" fmla="*/ 101 h 243"/>
                  <a:gd name="T100" fmla="*/ 105 w 344"/>
                  <a:gd name="T101" fmla="*/ 141 h 243"/>
                  <a:gd name="T102" fmla="*/ 128 w 344"/>
                  <a:gd name="T103" fmla="*/ 212 h 243"/>
                  <a:gd name="T104" fmla="*/ 150 w 344"/>
                  <a:gd name="T105" fmla="*/ 222 h 243"/>
                  <a:gd name="T106" fmla="*/ 217 w 344"/>
                  <a:gd name="T107" fmla="*/ 220 h 243"/>
                  <a:gd name="T108" fmla="*/ 262 w 344"/>
                  <a:gd name="T109" fmla="*/ 181 h 243"/>
                  <a:gd name="T110" fmla="*/ 287 w 344"/>
                  <a:gd name="T111" fmla="*/ 189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44" h="243">
                    <a:moveTo>
                      <a:pt x="344" y="161"/>
                    </a:moveTo>
                    <a:cubicBezTo>
                      <a:pt x="331" y="174"/>
                      <a:pt x="331" y="174"/>
                      <a:pt x="331" y="174"/>
                    </a:cubicBezTo>
                    <a:cubicBezTo>
                      <a:pt x="331" y="147"/>
                      <a:pt x="331" y="147"/>
                      <a:pt x="331" y="147"/>
                    </a:cubicBezTo>
                    <a:cubicBezTo>
                      <a:pt x="340" y="138"/>
                      <a:pt x="340" y="138"/>
                      <a:pt x="340" y="138"/>
                    </a:cubicBezTo>
                    <a:cubicBezTo>
                      <a:pt x="340" y="137"/>
                      <a:pt x="340" y="136"/>
                      <a:pt x="340" y="135"/>
                    </a:cubicBezTo>
                    <a:cubicBezTo>
                      <a:pt x="331" y="143"/>
                      <a:pt x="331" y="143"/>
                      <a:pt x="331" y="143"/>
                    </a:cubicBezTo>
                    <a:cubicBezTo>
                      <a:pt x="331" y="116"/>
                      <a:pt x="331" y="116"/>
                      <a:pt x="331" y="116"/>
                    </a:cubicBezTo>
                    <a:cubicBezTo>
                      <a:pt x="332" y="115"/>
                      <a:pt x="332" y="115"/>
                      <a:pt x="332" y="115"/>
                    </a:cubicBezTo>
                    <a:cubicBezTo>
                      <a:pt x="332" y="114"/>
                      <a:pt x="332" y="113"/>
                      <a:pt x="331" y="112"/>
                    </a:cubicBezTo>
                    <a:cubicBezTo>
                      <a:pt x="331" y="112"/>
                      <a:pt x="331" y="112"/>
                      <a:pt x="331" y="112"/>
                    </a:cubicBezTo>
                    <a:cubicBezTo>
                      <a:pt x="331" y="112"/>
                      <a:pt x="331" y="112"/>
                      <a:pt x="331" y="112"/>
                    </a:cubicBezTo>
                    <a:cubicBezTo>
                      <a:pt x="330" y="110"/>
                      <a:pt x="330" y="108"/>
                      <a:pt x="329" y="107"/>
                    </a:cubicBezTo>
                    <a:cubicBezTo>
                      <a:pt x="329" y="115"/>
                      <a:pt x="329" y="115"/>
                      <a:pt x="329" y="115"/>
                    </a:cubicBezTo>
                    <a:cubicBezTo>
                      <a:pt x="309" y="133"/>
                      <a:pt x="309" y="133"/>
                      <a:pt x="309" y="133"/>
                    </a:cubicBezTo>
                    <a:cubicBezTo>
                      <a:pt x="309" y="106"/>
                      <a:pt x="309" y="106"/>
                      <a:pt x="309" y="106"/>
                    </a:cubicBezTo>
                    <a:cubicBezTo>
                      <a:pt x="322" y="94"/>
                      <a:pt x="322" y="94"/>
                      <a:pt x="322" y="94"/>
                    </a:cubicBezTo>
                    <a:cubicBezTo>
                      <a:pt x="321" y="93"/>
                      <a:pt x="321" y="93"/>
                      <a:pt x="320" y="92"/>
                    </a:cubicBezTo>
                    <a:cubicBezTo>
                      <a:pt x="309" y="103"/>
                      <a:pt x="309" y="103"/>
                      <a:pt x="309" y="103"/>
                    </a:cubicBezTo>
                    <a:cubicBezTo>
                      <a:pt x="309" y="75"/>
                      <a:pt x="309" y="75"/>
                      <a:pt x="309" y="75"/>
                    </a:cubicBezTo>
                    <a:cubicBezTo>
                      <a:pt x="308" y="76"/>
                      <a:pt x="308" y="76"/>
                      <a:pt x="308" y="76"/>
                    </a:cubicBezTo>
                    <a:cubicBezTo>
                      <a:pt x="307" y="76"/>
                      <a:pt x="307" y="75"/>
                      <a:pt x="306" y="75"/>
                    </a:cubicBezTo>
                    <a:cubicBezTo>
                      <a:pt x="306" y="74"/>
                      <a:pt x="306" y="74"/>
                      <a:pt x="306" y="74"/>
                    </a:cubicBezTo>
                    <a:cubicBezTo>
                      <a:pt x="306" y="74"/>
                      <a:pt x="306" y="74"/>
                      <a:pt x="306" y="74"/>
                    </a:cubicBezTo>
                    <a:cubicBezTo>
                      <a:pt x="287" y="93"/>
                      <a:pt x="287" y="93"/>
                      <a:pt x="287" y="93"/>
                    </a:cubicBezTo>
                    <a:cubicBezTo>
                      <a:pt x="287" y="66"/>
                      <a:pt x="287" y="66"/>
                      <a:pt x="287" y="66"/>
                    </a:cubicBezTo>
                    <a:cubicBezTo>
                      <a:pt x="292" y="61"/>
                      <a:pt x="292" y="61"/>
                      <a:pt x="292" y="61"/>
                    </a:cubicBezTo>
                    <a:cubicBezTo>
                      <a:pt x="291" y="60"/>
                      <a:pt x="291" y="60"/>
                      <a:pt x="290" y="59"/>
                    </a:cubicBezTo>
                    <a:cubicBezTo>
                      <a:pt x="287" y="62"/>
                      <a:pt x="287" y="62"/>
                      <a:pt x="287" y="62"/>
                    </a:cubicBezTo>
                    <a:cubicBezTo>
                      <a:pt x="287" y="57"/>
                      <a:pt x="287" y="57"/>
                      <a:pt x="287" y="57"/>
                    </a:cubicBezTo>
                    <a:cubicBezTo>
                      <a:pt x="286" y="56"/>
                      <a:pt x="285" y="55"/>
                      <a:pt x="284" y="55"/>
                    </a:cubicBezTo>
                    <a:cubicBezTo>
                      <a:pt x="284" y="65"/>
                      <a:pt x="284" y="65"/>
                      <a:pt x="284" y="65"/>
                    </a:cubicBezTo>
                    <a:cubicBezTo>
                      <a:pt x="264" y="84"/>
                      <a:pt x="264" y="84"/>
                      <a:pt x="264" y="84"/>
                    </a:cubicBezTo>
                    <a:cubicBezTo>
                      <a:pt x="264" y="53"/>
                      <a:pt x="264" y="53"/>
                      <a:pt x="264" y="53"/>
                    </a:cubicBezTo>
                    <a:cubicBezTo>
                      <a:pt x="271" y="46"/>
                      <a:pt x="271" y="46"/>
                      <a:pt x="271" y="46"/>
                    </a:cubicBezTo>
                    <a:cubicBezTo>
                      <a:pt x="270" y="46"/>
                      <a:pt x="269" y="45"/>
                      <a:pt x="269" y="45"/>
                    </a:cubicBezTo>
                    <a:cubicBezTo>
                      <a:pt x="264" y="49"/>
                      <a:pt x="264" y="49"/>
                      <a:pt x="264" y="49"/>
                    </a:cubicBezTo>
                    <a:cubicBezTo>
                      <a:pt x="264" y="42"/>
                      <a:pt x="264" y="42"/>
                      <a:pt x="264" y="42"/>
                    </a:cubicBezTo>
                    <a:cubicBezTo>
                      <a:pt x="263" y="42"/>
                      <a:pt x="262" y="42"/>
                      <a:pt x="262" y="41"/>
                    </a:cubicBezTo>
                    <a:cubicBezTo>
                      <a:pt x="262" y="52"/>
                      <a:pt x="262" y="52"/>
                      <a:pt x="262" y="52"/>
                    </a:cubicBezTo>
                    <a:cubicBezTo>
                      <a:pt x="242" y="70"/>
                      <a:pt x="242" y="70"/>
                      <a:pt x="242" y="70"/>
                    </a:cubicBezTo>
                    <a:cubicBezTo>
                      <a:pt x="242" y="43"/>
                      <a:pt x="242" y="43"/>
                      <a:pt x="242" y="43"/>
                    </a:cubicBezTo>
                    <a:cubicBezTo>
                      <a:pt x="249" y="36"/>
                      <a:pt x="249" y="36"/>
                      <a:pt x="249" y="36"/>
                    </a:cubicBezTo>
                    <a:cubicBezTo>
                      <a:pt x="248" y="36"/>
                      <a:pt x="248" y="35"/>
                      <a:pt x="247" y="35"/>
                    </a:cubicBezTo>
                    <a:cubicBezTo>
                      <a:pt x="247" y="35"/>
                      <a:pt x="247" y="35"/>
                      <a:pt x="247" y="35"/>
                    </a:cubicBezTo>
                    <a:cubicBezTo>
                      <a:pt x="242" y="39"/>
                      <a:pt x="242" y="39"/>
                      <a:pt x="242" y="39"/>
                    </a:cubicBezTo>
                    <a:cubicBezTo>
                      <a:pt x="242" y="33"/>
                      <a:pt x="242" y="33"/>
                      <a:pt x="242" y="33"/>
                    </a:cubicBezTo>
                    <a:cubicBezTo>
                      <a:pt x="241" y="33"/>
                      <a:pt x="240" y="33"/>
                      <a:pt x="239" y="33"/>
                    </a:cubicBezTo>
                    <a:cubicBezTo>
                      <a:pt x="239" y="42"/>
                      <a:pt x="239" y="42"/>
                      <a:pt x="239" y="42"/>
                    </a:cubicBezTo>
                    <a:cubicBezTo>
                      <a:pt x="220" y="60"/>
                      <a:pt x="220" y="60"/>
                      <a:pt x="220" y="60"/>
                    </a:cubicBezTo>
                    <a:cubicBezTo>
                      <a:pt x="220" y="33"/>
                      <a:pt x="220" y="33"/>
                      <a:pt x="220" y="33"/>
                    </a:cubicBezTo>
                    <a:cubicBezTo>
                      <a:pt x="224" y="29"/>
                      <a:pt x="224" y="29"/>
                      <a:pt x="224" y="29"/>
                    </a:cubicBezTo>
                    <a:cubicBezTo>
                      <a:pt x="221" y="28"/>
                      <a:pt x="221" y="28"/>
                      <a:pt x="221" y="28"/>
                    </a:cubicBezTo>
                    <a:cubicBezTo>
                      <a:pt x="220" y="30"/>
                      <a:pt x="220" y="30"/>
                      <a:pt x="220" y="30"/>
                    </a:cubicBezTo>
                    <a:cubicBezTo>
                      <a:pt x="220" y="28"/>
                      <a:pt x="220" y="28"/>
                      <a:pt x="220" y="28"/>
                    </a:cubicBezTo>
                    <a:cubicBezTo>
                      <a:pt x="217" y="27"/>
                      <a:pt x="217" y="27"/>
                      <a:pt x="217" y="27"/>
                    </a:cubicBezTo>
                    <a:cubicBezTo>
                      <a:pt x="217" y="32"/>
                      <a:pt x="217" y="32"/>
                      <a:pt x="217" y="32"/>
                    </a:cubicBezTo>
                    <a:cubicBezTo>
                      <a:pt x="197" y="51"/>
                      <a:pt x="197" y="51"/>
                      <a:pt x="197" y="51"/>
                    </a:cubicBezTo>
                    <a:cubicBezTo>
                      <a:pt x="197" y="24"/>
                      <a:pt x="197" y="24"/>
                      <a:pt x="197" y="24"/>
                    </a:cubicBezTo>
                    <a:cubicBezTo>
                      <a:pt x="199" y="22"/>
                      <a:pt x="199" y="22"/>
                      <a:pt x="199" y="22"/>
                    </a:cubicBezTo>
                    <a:cubicBezTo>
                      <a:pt x="197" y="22"/>
                      <a:pt x="197" y="22"/>
                      <a:pt x="197" y="22"/>
                    </a:cubicBezTo>
                    <a:cubicBezTo>
                      <a:pt x="196" y="22"/>
                      <a:pt x="196" y="22"/>
                      <a:pt x="196" y="22"/>
                    </a:cubicBezTo>
                    <a:cubicBezTo>
                      <a:pt x="195" y="21"/>
                      <a:pt x="195" y="21"/>
                      <a:pt x="195" y="21"/>
                    </a:cubicBezTo>
                    <a:cubicBezTo>
                      <a:pt x="195" y="23"/>
                      <a:pt x="195" y="23"/>
                      <a:pt x="195" y="23"/>
                    </a:cubicBezTo>
                    <a:cubicBezTo>
                      <a:pt x="172" y="44"/>
                      <a:pt x="172" y="44"/>
                      <a:pt x="172" y="44"/>
                    </a:cubicBezTo>
                    <a:cubicBezTo>
                      <a:pt x="172" y="16"/>
                      <a:pt x="172" y="16"/>
                      <a:pt x="172" y="16"/>
                    </a:cubicBezTo>
                    <a:cubicBezTo>
                      <a:pt x="170" y="15"/>
                      <a:pt x="170" y="15"/>
                      <a:pt x="170" y="15"/>
                    </a:cubicBezTo>
                    <a:cubicBezTo>
                      <a:pt x="170" y="46"/>
                      <a:pt x="170" y="46"/>
                      <a:pt x="170" y="46"/>
                    </a:cubicBezTo>
                    <a:cubicBezTo>
                      <a:pt x="150" y="65"/>
                      <a:pt x="150" y="65"/>
                      <a:pt x="150" y="65"/>
                    </a:cubicBezTo>
                    <a:cubicBezTo>
                      <a:pt x="150" y="33"/>
                      <a:pt x="150" y="33"/>
                      <a:pt x="150" y="33"/>
                    </a:cubicBezTo>
                    <a:cubicBezTo>
                      <a:pt x="169" y="15"/>
                      <a:pt x="169" y="15"/>
                      <a:pt x="169" y="15"/>
                    </a:cubicBezTo>
                    <a:cubicBezTo>
                      <a:pt x="166" y="14"/>
                      <a:pt x="166" y="14"/>
                      <a:pt x="166" y="14"/>
                    </a:cubicBezTo>
                    <a:cubicBezTo>
                      <a:pt x="150" y="29"/>
                      <a:pt x="150" y="29"/>
                      <a:pt x="150" y="29"/>
                    </a:cubicBezTo>
                    <a:cubicBezTo>
                      <a:pt x="150" y="10"/>
                      <a:pt x="150" y="10"/>
                      <a:pt x="150" y="10"/>
                    </a:cubicBezTo>
                    <a:cubicBezTo>
                      <a:pt x="147" y="9"/>
                      <a:pt x="147" y="9"/>
                      <a:pt x="147" y="9"/>
                    </a:cubicBezTo>
                    <a:cubicBezTo>
                      <a:pt x="147" y="31"/>
                      <a:pt x="147" y="31"/>
                      <a:pt x="147" y="31"/>
                    </a:cubicBezTo>
                    <a:cubicBezTo>
                      <a:pt x="128" y="50"/>
                      <a:pt x="128" y="50"/>
                      <a:pt x="128" y="50"/>
                    </a:cubicBezTo>
                    <a:cubicBezTo>
                      <a:pt x="128" y="23"/>
                      <a:pt x="128" y="23"/>
                      <a:pt x="128" y="23"/>
                    </a:cubicBezTo>
                    <a:cubicBezTo>
                      <a:pt x="143" y="8"/>
                      <a:pt x="143" y="8"/>
                      <a:pt x="143" y="8"/>
                    </a:cubicBezTo>
                    <a:cubicBezTo>
                      <a:pt x="140" y="7"/>
                      <a:pt x="140" y="7"/>
                      <a:pt x="140" y="7"/>
                    </a:cubicBezTo>
                    <a:cubicBezTo>
                      <a:pt x="128" y="19"/>
                      <a:pt x="128" y="19"/>
                      <a:pt x="128" y="19"/>
                    </a:cubicBezTo>
                    <a:cubicBezTo>
                      <a:pt x="128" y="4"/>
                      <a:pt x="128" y="4"/>
                      <a:pt x="128" y="4"/>
                    </a:cubicBezTo>
                    <a:cubicBezTo>
                      <a:pt x="127" y="4"/>
                      <a:pt x="126" y="3"/>
                      <a:pt x="125" y="3"/>
                    </a:cubicBezTo>
                    <a:cubicBezTo>
                      <a:pt x="125" y="22"/>
                      <a:pt x="125" y="22"/>
                      <a:pt x="125" y="22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5" y="13"/>
                      <a:pt x="105" y="13"/>
                      <a:pt x="105" y="13"/>
                    </a:cubicBezTo>
                    <a:cubicBezTo>
                      <a:pt x="118" y="2"/>
                      <a:pt x="118" y="2"/>
                      <a:pt x="118" y="2"/>
                    </a:cubicBezTo>
                    <a:cubicBezTo>
                      <a:pt x="117" y="1"/>
                      <a:pt x="116" y="1"/>
                      <a:pt x="115" y="1"/>
                    </a:cubicBezTo>
                    <a:cubicBezTo>
                      <a:pt x="115" y="1"/>
                      <a:pt x="115" y="1"/>
                      <a:pt x="115" y="1"/>
                    </a:cubicBezTo>
                    <a:cubicBezTo>
                      <a:pt x="105" y="10"/>
                      <a:pt x="105" y="10"/>
                      <a:pt x="105" y="1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4" y="0"/>
                      <a:pt x="104" y="0"/>
                      <a:pt x="103" y="0"/>
                    </a:cubicBezTo>
                    <a:cubicBezTo>
                      <a:pt x="103" y="12"/>
                      <a:pt x="103" y="12"/>
                      <a:pt x="103" y="12"/>
                    </a:cubicBezTo>
                    <a:cubicBezTo>
                      <a:pt x="79" y="34"/>
                      <a:pt x="79" y="34"/>
                      <a:pt x="79" y="34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79" y="4"/>
                      <a:pt x="79" y="4"/>
                      <a:pt x="79" y="4"/>
                    </a:cubicBezTo>
                    <a:cubicBezTo>
                      <a:pt x="79" y="2"/>
                      <a:pt x="79" y="2"/>
                      <a:pt x="79" y="2"/>
                    </a:cubicBezTo>
                    <a:cubicBezTo>
                      <a:pt x="78" y="2"/>
                      <a:pt x="78" y="2"/>
                      <a:pt x="77" y="2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6" y="9"/>
                      <a:pt x="55" y="9"/>
                      <a:pt x="54" y="10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2"/>
                      <a:pt x="33" y="23"/>
                      <a:pt x="32" y="24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2" y="45"/>
                      <a:pt x="12" y="45"/>
                      <a:pt x="12" y="45"/>
                    </a:cubicBezTo>
                    <a:cubicBezTo>
                      <a:pt x="12" y="46"/>
                      <a:pt x="11" y="48"/>
                      <a:pt x="10" y="49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80"/>
                      <a:pt x="0" y="80"/>
                      <a:pt x="0" y="81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9" y="101"/>
                      <a:pt x="9" y="102"/>
                      <a:pt x="10" y="103"/>
                    </a:cubicBezTo>
                    <a:cubicBezTo>
                      <a:pt x="10" y="103"/>
                      <a:pt x="10" y="103"/>
                      <a:pt x="10" y="103"/>
                    </a:cubicBezTo>
                    <a:cubicBezTo>
                      <a:pt x="10" y="103"/>
                      <a:pt x="10" y="103"/>
                      <a:pt x="10" y="103"/>
                    </a:cubicBezTo>
                    <a:cubicBezTo>
                      <a:pt x="11" y="104"/>
                      <a:pt x="12" y="106"/>
                      <a:pt x="12" y="107"/>
                    </a:cubicBezTo>
                    <a:cubicBezTo>
                      <a:pt x="12" y="101"/>
                      <a:pt x="12" y="101"/>
                      <a:pt x="12" y="101"/>
                    </a:cubicBezTo>
                    <a:cubicBezTo>
                      <a:pt x="32" y="82"/>
                      <a:pt x="32" y="82"/>
                      <a:pt x="32" y="82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21" y="119"/>
                      <a:pt x="21" y="119"/>
                      <a:pt x="21" y="119"/>
                    </a:cubicBezTo>
                    <a:cubicBezTo>
                      <a:pt x="22" y="120"/>
                      <a:pt x="23" y="121"/>
                      <a:pt x="23" y="121"/>
                    </a:cubicBezTo>
                    <a:cubicBezTo>
                      <a:pt x="32" y="113"/>
                      <a:pt x="32" y="113"/>
                      <a:pt x="32" y="113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3" y="131"/>
                      <a:pt x="34" y="131"/>
                      <a:pt x="35" y="132"/>
                    </a:cubicBezTo>
                    <a:cubicBezTo>
                      <a:pt x="35" y="110"/>
                      <a:pt x="35" y="110"/>
                      <a:pt x="35" y="110"/>
                    </a:cubicBezTo>
                    <a:cubicBezTo>
                      <a:pt x="54" y="92"/>
                      <a:pt x="54" y="92"/>
                      <a:pt x="54" y="92"/>
                    </a:cubicBezTo>
                    <a:cubicBezTo>
                      <a:pt x="54" y="119"/>
                      <a:pt x="54" y="119"/>
                      <a:pt x="54" y="119"/>
                    </a:cubicBezTo>
                    <a:cubicBezTo>
                      <a:pt x="38" y="134"/>
                      <a:pt x="38" y="134"/>
                      <a:pt x="38" y="134"/>
                    </a:cubicBezTo>
                    <a:cubicBezTo>
                      <a:pt x="40" y="136"/>
                      <a:pt x="40" y="136"/>
                      <a:pt x="40" y="136"/>
                    </a:cubicBezTo>
                    <a:cubicBezTo>
                      <a:pt x="54" y="122"/>
                      <a:pt x="54" y="122"/>
                      <a:pt x="54" y="122"/>
                    </a:cubicBezTo>
                    <a:cubicBezTo>
                      <a:pt x="54" y="150"/>
                      <a:pt x="54" y="150"/>
                      <a:pt x="54" y="150"/>
                    </a:cubicBezTo>
                    <a:cubicBezTo>
                      <a:pt x="57" y="152"/>
                      <a:pt x="57" y="152"/>
                      <a:pt x="57" y="152"/>
                    </a:cubicBezTo>
                    <a:cubicBezTo>
                      <a:pt x="57" y="153"/>
                      <a:pt x="57" y="153"/>
                      <a:pt x="57" y="153"/>
                    </a:cubicBezTo>
                    <a:cubicBezTo>
                      <a:pt x="59" y="154"/>
                      <a:pt x="59" y="154"/>
                      <a:pt x="59" y="154"/>
                    </a:cubicBezTo>
                    <a:cubicBezTo>
                      <a:pt x="77" y="137"/>
                      <a:pt x="77" y="137"/>
                      <a:pt x="77" y="137"/>
                    </a:cubicBezTo>
                    <a:cubicBezTo>
                      <a:pt x="77" y="164"/>
                      <a:pt x="77" y="164"/>
                      <a:pt x="77" y="164"/>
                    </a:cubicBezTo>
                    <a:cubicBezTo>
                      <a:pt x="73" y="168"/>
                      <a:pt x="73" y="168"/>
                      <a:pt x="73" y="168"/>
                    </a:cubicBezTo>
                    <a:cubicBezTo>
                      <a:pt x="75" y="169"/>
                      <a:pt x="75" y="169"/>
                      <a:pt x="75" y="169"/>
                    </a:cubicBezTo>
                    <a:cubicBezTo>
                      <a:pt x="77" y="168"/>
                      <a:pt x="77" y="168"/>
                      <a:pt x="77" y="168"/>
                    </a:cubicBezTo>
                    <a:cubicBezTo>
                      <a:pt x="77" y="171"/>
                      <a:pt x="77" y="171"/>
                      <a:pt x="77" y="171"/>
                    </a:cubicBezTo>
                    <a:cubicBezTo>
                      <a:pt x="79" y="173"/>
                      <a:pt x="79" y="173"/>
                      <a:pt x="79" y="173"/>
                    </a:cubicBezTo>
                    <a:cubicBezTo>
                      <a:pt x="79" y="165"/>
                      <a:pt x="79" y="165"/>
                      <a:pt x="79" y="165"/>
                    </a:cubicBezTo>
                    <a:cubicBezTo>
                      <a:pt x="103" y="143"/>
                      <a:pt x="103" y="143"/>
                      <a:pt x="103" y="143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9" y="183"/>
                      <a:pt x="89" y="183"/>
                      <a:pt x="89" y="183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103" y="174"/>
                      <a:pt x="103" y="174"/>
                      <a:pt x="103" y="174"/>
                    </a:cubicBezTo>
                    <a:cubicBezTo>
                      <a:pt x="103" y="196"/>
                      <a:pt x="103" y="196"/>
                      <a:pt x="103" y="196"/>
                    </a:cubicBezTo>
                    <a:cubicBezTo>
                      <a:pt x="105" y="198"/>
                      <a:pt x="105" y="198"/>
                      <a:pt x="105" y="198"/>
                    </a:cubicBezTo>
                    <a:cubicBezTo>
                      <a:pt x="105" y="171"/>
                      <a:pt x="105" y="171"/>
                      <a:pt x="105" y="171"/>
                    </a:cubicBezTo>
                    <a:cubicBezTo>
                      <a:pt x="125" y="153"/>
                      <a:pt x="125" y="153"/>
                      <a:pt x="125" y="153"/>
                    </a:cubicBezTo>
                    <a:cubicBezTo>
                      <a:pt x="125" y="180"/>
                      <a:pt x="125" y="180"/>
                      <a:pt x="125" y="180"/>
                    </a:cubicBezTo>
                    <a:cubicBezTo>
                      <a:pt x="106" y="198"/>
                      <a:pt x="106" y="198"/>
                      <a:pt x="106" y="198"/>
                    </a:cubicBezTo>
                    <a:cubicBezTo>
                      <a:pt x="107" y="200"/>
                      <a:pt x="107" y="200"/>
                      <a:pt x="107" y="200"/>
                    </a:cubicBezTo>
                    <a:cubicBezTo>
                      <a:pt x="125" y="183"/>
                      <a:pt x="125" y="183"/>
                      <a:pt x="125" y="183"/>
                    </a:cubicBezTo>
                    <a:cubicBezTo>
                      <a:pt x="125" y="214"/>
                      <a:pt x="125" y="214"/>
                      <a:pt x="125" y="214"/>
                    </a:cubicBezTo>
                    <a:cubicBezTo>
                      <a:pt x="125" y="215"/>
                      <a:pt x="125" y="215"/>
                      <a:pt x="125" y="215"/>
                    </a:cubicBezTo>
                    <a:cubicBezTo>
                      <a:pt x="125" y="215"/>
                      <a:pt x="125" y="215"/>
                      <a:pt x="125" y="215"/>
                    </a:cubicBezTo>
                    <a:cubicBezTo>
                      <a:pt x="126" y="215"/>
                      <a:pt x="126" y="216"/>
                      <a:pt x="127" y="216"/>
                    </a:cubicBezTo>
                    <a:cubicBezTo>
                      <a:pt x="127" y="216"/>
                      <a:pt x="127" y="217"/>
                      <a:pt x="128" y="217"/>
                    </a:cubicBezTo>
                    <a:cubicBezTo>
                      <a:pt x="128" y="215"/>
                      <a:pt x="128" y="215"/>
                      <a:pt x="128" y="215"/>
                    </a:cubicBezTo>
                    <a:cubicBezTo>
                      <a:pt x="147" y="197"/>
                      <a:pt x="147" y="197"/>
                      <a:pt x="147" y="197"/>
                    </a:cubicBezTo>
                    <a:cubicBezTo>
                      <a:pt x="147" y="224"/>
                      <a:pt x="147" y="224"/>
                      <a:pt x="147" y="224"/>
                    </a:cubicBezTo>
                    <a:cubicBezTo>
                      <a:pt x="144" y="227"/>
                      <a:pt x="144" y="227"/>
                      <a:pt x="144" y="227"/>
                    </a:cubicBezTo>
                    <a:cubicBezTo>
                      <a:pt x="145" y="227"/>
                      <a:pt x="146" y="228"/>
                      <a:pt x="147" y="228"/>
                    </a:cubicBezTo>
                    <a:cubicBezTo>
                      <a:pt x="147" y="227"/>
                      <a:pt x="147" y="227"/>
                      <a:pt x="147" y="227"/>
                    </a:cubicBezTo>
                    <a:cubicBezTo>
                      <a:pt x="147" y="228"/>
                      <a:pt x="147" y="228"/>
                      <a:pt x="147" y="228"/>
                    </a:cubicBezTo>
                    <a:cubicBezTo>
                      <a:pt x="148" y="229"/>
                      <a:pt x="149" y="229"/>
                      <a:pt x="150" y="230"/>
                    </a:cubicBezTo>
                    <a:cubicBezTo>
                      <a:pt x="150" y="225"/>
                      <a:pt x="150" y="225"/>
                      <a:pt x="150" y="225"/>
                    </a:cubicBezTo>
                    <a:cubicBezTo>
                      <a:pt x="170" y="207"/>
                      <a:pt x="170" y="207"/>
                      <a:pt x="170" y="207"/>
                    </a:cubicBezTo>
                    <a:cubicBezTo>
                      <a:pt x="170" y="234"/>
                      <a:pt x="170" y="234"/>
                      <a:pt x="170" y="234"/>
                    </a:cubicBezTo>
                    <a:cubicBezTo>
                      <a:pt x="167" y="236"/>
                      <a:pt x="167" y="236"/>
                      <a:pt x="167" y="236"/>
                    </a:cubicBezTo>
                    <a:cubicBezTo>
                      <a:pt x="168" y="237"/>
                      <a:pt x="169" y="237"/>
                      <a:pt x="170" y="237"/>
                    </a:cubicBezTo>
                    <a:cubicBezTo>
                      <a:pt x="170" y="237"/>
                      <a:pt x="170" y="237"/>
                      <a:pt x="170" y="237"/>
                    </a:cubicBezTo>
                    <a:cubicBezTo>
                      <a:pt x="170" y="237"/>
                      <a:pt x="170" y="237"/>
                      <a:pt x="170" y="237"/>
                    </a:cubicBezTo>
                    <a:cubicBezTo>
                      <a:pt x="170" y="237"/>
                      <a:pt x="171" y="238"/>
                      <a:pt x="172" y="238"/>
                    </a:cubicBezTo>
                    <a:cubicBezTo>
                      <a:pt x="172" y="235"/>
                      <a:pt x="172" y="235"/>
                      <a:pt x="172" y="235"/>
                    </a:cubicBezTo>
                    <a:cubicBezTo>
                      <a:pt x="195" y="213"/>
                      <a:pt x="195" y="213"/>
                      <a:pt x="195" y="213"/>
                    </a:cubicBezTo>
                    <a:cubicBezTo>
                      <a:pt x="195" y="241"/>
                      <a:pt x="195" y="241"/>
                      <a:pt x="195" y="241"/>
                    </a:cubicBezTo>
                    <a:cubicBezTo>
                      <a:pt x="193" y="242"/>
                      <a:pt x="193" y="242"/>
                      <a:pt x="193" y="242"/>
                    </a:cubicBezTo>
                    <a:cubicBezTo>
                      <a:pt x="193" y="242"/>
                      <a:pt x="194" y="242"/>
                      <a:pt x="195" y="242"/>
                    </a:cubicBezTo>
                    <a:cubicBezTo>
                      <a:pt x="195" y="243"/>
                      <a:pt x="196" y="243"/>
                      <a:pt x="196" y="243"/>
                    </a:cubicBezTo>
                    <a:cubicBezTo>
                      <a:pt x="197" y="243"/>
                      <a:pt x="197" y="243"/>
                      <a:pt x="197" y="243"/>
                    </a:cubicBezTo>
                    <a:cubicBezTo>
                      <a:pt x="197" y="242"/>
                      <a:pt x="197" y="242"/>
                      <a:pt x="197" y="242"/>
                    </a:cubicBezTo>
                    <a:cubicBezTo>
                      <a:pt x="217" y="223"/>
                      <a:pt x="217" y="223"/>
                      <a:pt x="217" y="223"/>
                    </a:cubicBezTo>
                    <a:cubicBezTo>
                      <a:pt x="217" y="243"/>
                      <a:pt x="217" y="243"/>
                      <a:pt x="217" y="243"/>
                    </a:cubicBezTo>
                    <a:cubicBezTo>
                      <a:pt x="218" y="243"/>
                      <a:pt x="219" y="243"/>
                      <a:pt x="220" y="243"/>
                    </a:cubicBezTo>
                    <a:cubicBezTo>
                      <a:pt x="220" y="221"/>
                      <a:pt x="220" y="221"/>
                      <a:pt x="220" y="221"/>
                    </a:cubicBezTo>
                    <a:cubicBezTo>
                      <a:pt x="239" y="202"/>
                      <a:pt x="239" y="202"/>
                      <a:pt x="239" y="202"/>
                    </a:cubicBezTo>
                    <a:cubicBezTo>
                      <a:pt x="239" y="230"/>
                      <a:pt x="239" y="230"/>
                      <a:pt x="239" y="230"/>
                    </a:cubicBezTo>
                    <a:cubicBezTo>
                      <a:pt x="225" y="243"/>
                      <a:pt x="225" y="243"/>
                      <a:pt x="225" y="243"/>
                    </a:cubicBezTo>
                    <a:cubicBezTo>
                      <a:pt x="226" y="243"/>
                      <a:pt x="228" y="243"/>
                      <a:pt x="229" y="243"/>
                    </a:cubicBezTo>
                    <a:cubicBezTo>
                      <a:pt x="229" y="243"/>
                      <a:pt x="229" y="243"/>
                      <a:pt x="229" y="243"/>
                    </a:cubicBezTo>
                    <a:cubicBezTo>
                      <a:pt x="239" y="233"/>
                      <a:pt x="239" y="233"/>
                      <a:pt x="239" y="233"/>
                    </a:cubicBezTo>
                    <a:cubicBezTo>
                      <a:pt x="239" y="241"/>
                      <a:pt x="239" y="241"/>
                      <a:pt x="239" y="241"/>
                    </a:cubicBezTo>
                    <a:cubicBezTo>
                      <a:pt x="240" y="241"/>
                      <a:pt x="241" y="241"/>
                      <a:pt x="242" y="241"/>
                    </a:cubicBezTo>
                    <a:cubicBezTo>
                      <a:pt x="242" y="231"/>
                      <a:pt x="242" y="231"/>
                      <a:pt x="242" y="231"/>
                    </a:cubicBezTo>
                    <a:cubicBezTo>
                      <a:pt x="262" y="212"/>
                      <a:pt x="262" y="212"/>
                      <a:pt x="262" y="212"/>
                    </a:cubicBezTo>
                    <a:cubicBezTo>
                      <a:pt x="262" y="235"/>
                      <a:pt x="262" y="235"/>
                      <a:pt x="262" y="235"/>
                    </a:cubicBezTo>
                    <a:cubicBezTo>
                      <a:pt x="262" y="235"/>
                      <a:pt x="263" y="234"/>
                      <a:pt x="264" y="234"/>
                    </a:cubicBezTo>
                    <a:cubicBezTo>
                      <a:pt x="264" y="210"/>
                      <a:pt x="264" y="210"/>
                      <a:pt x="264" y="210"/>
                    </a:cubicBezTo>
                    <a:cubicBezTo>
                      <a:pt x="284" y="191"/>
                      <a:pt x="284" y="191"/>
                      <a:pt x="284" y="191"/>
                    </a:cubicBezTo>
                    <a:cubicBezTo>
                      <a:pt x="284" y="218"/>
                      <a:pt x="284" y="218"/>
                      <a:pt x="284" y="218"/>
                    </a:cubicBezTo>
                    <a:cubicBezTo>
                      <a:pt x="269" y="232"/>
                      <a:pt x="269" y="232"/>
                      <a:pt x="269" y="232"/>
                    </a:cubicBezTo>
                    <a:cubicBezTo>
                      <a:pt x="272" y="231"/>
                      <a:pt x="274" y="230"/>
                      <a:pt x="276" y="229"/>
                    </a:cubicBezTo>
                    <a:cubicBezTo>
                      <a:pt x="284" y="222"/>
                      <a:pt x="284" y="222"/>
                      <a:pt x="284" y="222"/>
                    </a:cubicBezTo>
                    <a:cubicBezTo>
                      <a:pt x="284" y="225"/>
                      <a:pt x="284" y="225"/>
                      <a:pt x="284" y="225"/>
                    </a:cubicBezTo>
                    <a:cubicBezTo>
                      <a:pt x="285" y="224"/>
                      <a:pt x="286" y="224"/>
                      <a:pt x="287" y="223"/>
                    </a:cubicBezTo>
                    <a:cubicBezTo>
                      <a:pt x="287" y="219"/>
                      <a:pt x="287" y="219"/>
                      <a:pt x="287" y="219"/>
                    </a:cubicBezTo>
                    <a:cubicBezTo>
                      <a:pt x="306" y="201"/>
                      <a:pt x="306" y="201"/>
                      <a:pt x="306" y="201"/>
                    </a:cubicBezTo>
                    <a:cubicBezTo>
                      <a:pt x="306" y="210"/>
                      <a:pt x="306" y="210"/>
                      <a:pt x="306" y="210"/>
                    </a:cubicBezTo>
                    <a:cubicBezTo>
                      <a:pt x="307" y="209"/>
                      <a:pt x="308" y="208"/>
                      <a:pt x="309" y="207"/>
                    </a:cubicBezTo>
                    <a:cubicBezTo>
                      <a:pt x="309" y="198"/>
                      <a:pt x="309" y="198"/>
                      <a:pt x="309" y="198"/>
                    </a:cubicBezTo>
                    <a:cubicBezTo>
                      <a:pt x="329" y="180"/>
                      <a:pt x="329" y="180"/>
                      <a:pt x="329" y="180"/>
                    </a:cubicBezTo>
                    <a:cubicBezTo>
                      <a:pt x="329" y="187"/>
                      <a:pt x="329" y="187"/>
                      <a:pt x="329" y="187"/>
                    </a:cubicBezTo>
                    <a:cubicBezTo>
                      <a:pt x="330" y="186"/>
                      <a:pt x="330" y="184"/>
                      <a:pt x="331" y="183"/>
                    </a:cubicBezTo>
                    <a:cubicBezTo>
                      <a:pt x="331" y="177"/>
                      <a:pt x="331" y="177"/>
                      <a:pt x="331" y="177"/>
                    </a:cubicBezTo>
                    <a:cubicBezTo>
                      <a:pt x="341" y="168"/>
                      <a:pt x="341" y="168"/>
                      <a:pt x="341" y="168"/>
                    </a:cubicBezTo>
                    <a:cubicBezTo>
                      <a:pt x="341" y="168"/>
                      <a:pt x="341" y="168"/>
                      <a:pt x="341" y="168"/>
                    </a:cubicBezTo>
                    <a:cubicBezTo>
                      <a:pt x="342" y="166"/>
                      <a:pt x="343" y="164"/>
                      <a:pt x="344" y="162"/>
                    </a:cubicBezTo>
                    <a:cubicBezTo>
                      <a:pt x="344" y="161"/>
                      <a:pt x="344" y="161"/>
                      <a:pt x="344" y="161"/>
                    </a:cubicBezTo>
                    <a:close/>
                    <a:moveTo>
                      <a:pt x="329" y="118"/>
                    </a:moveTo>
                    <a:cubicBezTo>
                      <a:pt x="329" y="146"/>
                      <a:pt x="329" y="146"/>
                      <a:pt x="329" y="146"/>
                    </a:cubicBezTo>
                    <a:cubicBezTo>
                      <a:pt x="309" y="164"/>
                      <a:pt x="309" y="164"/>
                      <a:pt x="309" y="164"/>
                    </a:cubicBezTo>
                    <a:cubicBezTo>
                      <a:pt x="309" y="137"/>
                      <a:pt x="309" y="137"/>
                      <a:pt x="309" y="137"/>
                    </a:cubicBezTo>
                    <a:lnTo>
                      <a:pt x="329" y="118"/>
                    </a:lnTo>
                    <a:close/>
                    <a:moveTo>
                      <a:pt x="150" y="160"/>
                    </a:moveTo>
                    <a:cubicBezTo>
                      <a:pt x="170" y="141"/>
                      <a:pt x="170" y="141"/>
                      <a:pt x="170" y="141"/>
                    </a:cubicBezTo>
                    <a:cubicBezTo>
                      <a:pt x="170" y="172"/>
                      <a:pt x="170" y="172"/>
                      <a:pt x="170" y="172"/>
                    </a:cubicBezTo>
                    <a:cubicBezTo>
                      <a:pt x="150" y="191"/>
                      <a:pt x="150" y="191"/>
                      <a:pt x="150" y="191"/>
                    </a:cubicBezTo>
                    <a:lnTo>
                      <a:pt x="150" y="160"/>
                    </a:lnTo>
                    <a:close/>
                    <a:moveTo>
                      <a:pt x="79" y="99"/>
                    </a:moveTo>
                    <a:cubicBezTo>
                      <a:pt x="103" y="77"/>
                      <a:pt x="103" y="77"/>
                      <a:pt x="103" y="77"/>
                    </a:cubicBezTo>
                    <a:cubicBezTo>
                      <a:pt x="103" y="109"/>
                      <a:pt x="103" y="109"/>
                      <a:pt x="103" y="109"/>
                    </a:cubicBezTo>
                    <a:cubicBezTo>
                      <a:pt x="79" y="131"/>
                      <a:pt x="79" y="131"/>
                      <a:pt x="79" y="131"/>
                    </a:cubicBezTo>
                    <a:lnTo>
                      <a:pt x="79" y="99"/>
                    </a:lnTo>
                    <a:close/>
                    <a:moveTo>
                      <a:pt x="57" y="59"/>
                    </a:moveTo>
                    <a:cubicBezTo>
                      <a:pt x="77" y="40"/>
                      <a:pt x="77" y="40"/>
                      <a:pt x="77" y="40"/>
                    </a:cubicBezTo>
                    <a:cubicBezTo>
                      <a:pt x="77" y="67"/>
                      <a:pt x="77" y="67"/>
                      <a:pt x="77" y="67"/>
                    </a:cubicBezTo>
                    <a:cubicBezTo>
                      <a:pt x="57" y="86"/>
                      <a:pt x="57" y="86"/>
                      <a:pt x="57" y="86"/>
                    </a:cubicBezTo>
                    <a:lnTo>
                      <a:pt x="57" y="59"/>
                    </a:lnTo>
                    <a:close/>
                    <a:moveTo>
                      <a:pt x="79" y="68"/>
                    </a:moveTo>
                    <a:cubicBezTo>
                      <a:pt x="103" y="46"/>
                      <a:pt x="103" y="46"/>
                      <a:pt x="103" y="46"/>
                    </a:cubicBezTo>
                    <a:cubicBezTo>
                      <a:pt x="103" y="73"/>
                      <a:pt x="103" y="73"/>
                      <a:pt x="103" y="73"/>
                    </a:cubicBezTo>
                    <a:cubicBezTo>
                      <a:pt x="79" y="95"/>
                      <a:pt x="79" y="95"/>
                      <a:pt x="79" y="95"/>
                    </a:cubicBezTo>
                    <a:lnTo>
                      <a:pt x="79" y="68"/>
                    </a:lnTo>
                    <a:close/>
                    <a:moveTo>
                      <a:pt x="284" y="126"/>
                    </a:moveTo>
                    <a:cubicBezTo>
                      <a:pt x="264" y="145"/>
                      <a:pt x="264" y="145"/>
                      <a:pt x="264" y="145"/>
                    </a:cubicBezTo>
                    <a:cubicBezTo>
                      <a:pt x="264" y="118"/>
                      <a:pt x="264" y="118"/>
                      <a:pt x="264" y="118"/>
                    </a:cubicBezTo>
                    <a:cubicBezTo>
                      <a:pt x="284" y="99"/>
                      <a:pt x="284" y="99"/>
                      <a:pt x="284" y="99"/>
                    </a:cubicBezTo>
                    <a:lnTo>
                      <a:pt x="284" y="126"/>
                    </a:lnTo>
                    <a:close/>
                    <a:moveTo>
                      <a:pt x="172" y="139"/>
                    </a:move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49"/>
                      <a:pt x="195" y="149"/>
                      <a:pt x="195" y="149"/>
                    </a:cubicBezTo>
                    <a:cubicBezTo>
                      <a:pt x="172" y="170"/>
                      <a:pt x="172" y="170"/>
                      <a:pt x="172" y="170"/>
                    </a:cubicBezTo>
                    <a:lnTo>
                      <a:pt x="172" y="139"/>
                    </a:lnTo>
                    <a:close/>
                    <a:moveTo>
                      <a:pt x="172" y="108"/>
                    </a:moveTo>
                    <a:cubicBezTo>
                      <a:pt x="195" y="87"/>
                      <a:pt x="195" y="87"/>
                      <a:pt x="195" y="87"/>
                    </a:cubicBezTo>
                    <a:cubicBezTo>
                      <a:pt x="195" y="114"/>
                      <a:pt x="195" y="114"/>
                      <a:pt x="195" y="114"/>
                    </a:cubicBezTo>
                    <a:cubicBezTo>
                      <a:pt x="172" y="136"/>
                      <a:pt x="172" y="136"/>
                      <a:pt x="172" y="136"/>
                    </a:cubicBezTo>
                    <a:lnTo>
                      <a:pt x="172" y="108"/>
                    </a:lnTo>
                    <a:close/>
                    <a:moveTo>
                      <a:pt x="217" y="128"/>
                    </a:moveTo>
                    <a:cubicBezTo>
                      <a:pt x="197" y="146"/>
                      <a:pt x="197" y="146"/>
                      <a:pt x="197" y="146"/>
                    </a:cubicBezTo>
                    <a:cubicBezTo>
                      <a:pt x="197" y="115"/>
                      <a:pt x="197" y="115"/>
                      <a:pt x="197" y="115"/>
                    </a:cubicBezTo>
                    <a:cubicBezTo>
                      <a:pt x="217" y="97"/>
                      <a:pt x="217" y="97"/>
                      <a:pt x="217" y="97"/>
                    </a:cubicBezTo>
                    <a:lnTo>
                      <a:pt x="217" y="128"/>
                    </a:lnTo>
                    <a:close/>
                    <a:moveTo>
                      <a:pt x="197" y="150"/>
                    </a:moveTo>
                    <a:cubicBezTo>
                      <a:pt x="217" y="131"/>
                      <a:pt x="217" y="131"/>
                      <a:pt x="217" y="131"/>
                    </a:cubicBezTo>
                    <a:cubicBezTo>
                      <a:pt x="217" y="158"/>
                      <a:pt x="217" y="158"/>
                      <a:pt x="217" y="158"/>
                    </a:cubicBezTo>
                    <a:cubicBezTo>
                      <a:pt x="197" y="177"/>
                      <a:pt x="197" y="177"/>
                      <a:pt x="197" y="177"/>
                    </a:cubicBezTo>
                    <a:lnTo>
                      <a:pt x="197" y="150"/>
                    </a:lnTo>
                    <a:close/>
                    <a:moveTo>
                      <a:pt x="220" y="129"/>
                    </a:moveTo>
                    <a:cubicBezTo>
                      <a:pt x="239" y="110"/>
                      <a:pt x="239" y="110"/>
                      <a:pt x="239" y="110"/>
                    </a:cubicBezTo>
                    <a:cubicBezTo>
                      <a:pt x="239" y="138"/>
                      <a:pt x="239" y="138"/>
                      <a:pt x="239" y="138"/>
                    </a:cubicBezTo>
                    <a:cubicBezTo>
                      <a:pt x="220" y="156"/>
                      <a:pt x="220" y="156"/>
                      <a:pt x="220" y="156"/>
                    </a:cubicBezTo>
                    <a:lnTo>
                      <a:pt x="220" y="129"/>
                    </a:lnTo>
                    <a:close/>
                    <a:moveTo>
                      <a:pt x="242" y="139"/>
                    </a:moveTo>
                    <a:cubicBezTo>
                      <a:pt x="262" y="120"/>
                      <a:pt x="262" y="120"/>
                      <a:pt x="262" y="120"/>
                    </a:cubicBezTo>
                    <a:cubicBezTo>
                      <a:pt x="262" y="147"/>
                      <a:pt x="262" y="147"/>
                      <a:pt x="262" y="147"/>
                    </a:cubicBezTo>
                    <a:cubicBezTo>
                      <a:pt x="242" y="166"/>
                      <a:pt x="242" y="166"/>
                      <a:pt x="242" y="166"/>
                    </a:cubicBezTo>
                    <a:lnTo>
                      <a:pt x="242" y="139"/>
                    </a:lnTo>
                    <a:close/>
                    <a:moveTo>
                      <a:pt x="262" y="117"/>
                    </a:moveTo>
                    <a:cubicBezTo>
                      <a:pt x="242" y="135"/>
                      <a:pt x="242" y="135"/>
                      <a:pt x="242" y="135"/>
                    </a:cubicBezTo>
                    <a:cubicBezTo>
                      <a:pt x="242" y="108"/>
                      <a:pt x="242" y="108"/>
                      <a:pt x="242" y="108"/>
                    </a:cubicBezTo>
                    <a:cubicBezTo>
                      <a:pt x="262" y="89"/>
                      <a:pt x="262" y="89"/>
                      <a:pt x="262" y="89"/>
                    </a:cubicBezTo>
                    <a:lnTo>
                      <a:pt x="262" y="117"/>
                    </a:lnTo>
                    <a:close/>
                    <a:moveTo>
                      <a:pt x="239" y="107"/>
                    </a:moveTo>
                    <a:cubicBezTo>
                      <a:pt x="220" y="125"/>
                      <a:pt x="220" y="125"/>
                      <a:pt x="220" y="125"/>
                    </a:cubicBezTo>
                    <a:cubicBezTo>
                      <a:pt x="220" y="95"/>
                      <a:pt x="220" y="95"/>
                      <a:pt x="220" y="95"/>
                    </a:cubicBezTo>
                    <a:cubicBezTo>
                      <a:pt x="239" y="76"/>
                      <a:pt x="239" y="76"/>
                      <a:pt x="239" y="76"/>
                    </a:cubicBezTo>
                    <a:lnTo>
                      <a:pt x="239" y="107"/>
                    </a:lnTo>
                    <a:close/>
                    <a:moveTo>
                      <a:pt x="217" y="93"/>
                    </a:moveTo>
                    <a:cubicBezTo>
                      <a:pt x="197" y="112"/>
                      <a:pt x="197" y="112"/>
                      <a:pt x="197" y="112"/>
                    </a:cubicBezTo>
                    <a:cubicBezTo>
                      <a:pt x="197" y="85"/>
                      <a:pt x="197" y="85"/>
                      <a:pt x="197" y="85"/>
                    </a:cubicBezTo>
                    <a:cubicBezTo>
                      <a:pt x="217" y="66"/>
                      <a:pt x="217" y="66"/>
                      <a:pt x="217" y="66"/>
                    </a:cubicBezTo>
                    <a:lnTo>
                      <a:pt x="217" y="93"/>
                    </a:lnTo>
                    <a:close/>
                    <a:moveTo>
                      <a:pt x="195" y="84"/>
                    </a:moveTo>
                    <a:cubicBezTo>
                      <a:pt x="172" y="105"/>
                      <a:pt x="172" y="105"/>
                      <a:pt x="172" y="105"/>
                    </a:cubicBezTo>
                    <a:cubicBezTo>
                      <a:pt x="172" y="78"/>
                      <a:pt x="172" y="78"/>
                      <a:pt x="172" y="78"/>
                    </a:cubicBezTo>
                    <a:cubicBezTo>
                      <a:pt x="195" y="57"/>
                      <a:pt x="195" y="57"/>
                      <a:pt x="195" y="57"/>
                    </a:cubicBezTo>
                    <a:lnTo>
                      <a:pt x="195" y="84"/>
                    </a:lnTo>
                    <a:close/>
                    <a:moveTo>
                      <a:pt x="170" y="107"/>
                    </a:moveTo>
                    <a:cubicBezTo>
                      <a:pt x="150" y="126"/>
                      <a:pt x="150" y="126"/>
                      <a:pt x="150" y="126"/>
                    </a:cubicBezTo>
                    <a:cubicBezTo>
                      <a:pt x="150" y="99"/>
                      <a:pt x="150" y="99"/>
                      <a:pt x="150" y="99"/>
                    </a:cubicBezTo>
                    <a:cubicBezTo>
                      <a:pt x="170" y="80"/>
                      <a:pt x="170" y="80"/>
                      <a:pt x="170" y="80"/>
                    </a:cubicBezTo>
                    <a:lnTo>
                      <a:pt x="170" y="107"/>
                    </a:lnTo>
                    <a:close/>
                    <a:moveTo>
                      <a:pt x="147" y="98"/>
                    </a:moveTo>
                    <a:cubicBezTo>
                      <a:pt x="128" y="116"/>
                      <a:pt x="128" y="116"/>
                      <a:pt x="128" y="116"/>
                    </a:cubicBezTo>
                    <a:cubicBezTo>
                      <a:pt x="128" y="89"/>
                      <a:pt x="128" y="89"/>
                      <a:pt x="128" y="89"/>
                    </a:cubicBezTo>
                    <a:cubicBezTo>
                      <a:pt x="147" y="71"/>
                      <a:pt x="147" y="71"/>
                      <a:pt x="147" y="71"/>
                    </a:cubicBezTo>
                    <a:lnTo>
                      <a:pt x="147" y="98"/>
                    </a:lnTo>
                    <a:close/>
                    <a:moveTo>
                      <a:pt x="125" y="88"/>
                    </a:moveTo>
                    <a:cubicBezTo>
                      <a:pt x="105" y="107"/>
                      <a:pt x="105" y="107"/>
                      <a:pt x="105" y="107"/>
                    </a:cubicBezTo>
                    <a:cubicBezTo>
                      <a:pt x="105" y="74"/>
                      <a:pt x="105" y="74"/>
                      <a:pt x="105" y="74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25" y="88"/>
                    </a:lnTo>
                    <a:close/>
                    <a:moveTo>
                      <a:pt x="105" y="110"/>
                    </a:moveTo>
                    <a:cubicBezTo>
                      <a:pt x="125" y="92"/>
                      <a:pt x="125" y="92"/>
                      <a:pt x="125" y="92"/>
                    </a:cubicBezTo>
                    <a:cubicBezTo>
                      <a:pt x="125" y="119"/>
                      <a:pt x="125" y="119"/>
                      <a:pt x="125" y="119"/>
                    </a:cubicBezTo>
                    <a:cubicBezTo>
                      <a:pt x="105" y="137"/>
                      <a:pt x="105" y="137"/>
                      <a:pt x="105" y="137"/>
                    </a:cubicBezTo>
                    <a:lnTo>
                      <a:pt x="105" y="110"/>
                    </a:lnTo>
                    <a:close/>
                    <a:moveTo>
                      <a:pt x="128" y="120"/>
                    </a:moveTo>
                    <a:cubicBezTo>
                      <a:pt x="147" y="101"/>
                      <a:pt x="147" y="101"/>
                      <a:pt x="147" y="101"/>
                    </a:cubicBezTo>
                    <a:cubicBezTo>
                      <a:pt x="147" y="128"/>
                      <a:pt x="147" y="128"/>
                      <a:pt x="147" y="128"/>
                    </a:cubicBezTo>
                    <a:cubicBezTo>
                      <a:pt x="128" y="147"/>
                      <a:pt x="128" y="147"/>
                      <a:pt x="128" y="147"/>
                    </a:cubicBezTo>
                    <a:lnTo>
                      <a:pt x="128" y="120"/>
                    </a:lnTo>
                    <a:close/>
                    <a:moveTo>
                      <a:pt x="150" y="129"/>
                    </a:moveTo>
                    <a:cubicBezTo>
                      <a:pt x="170" y="111"/>
                      <a:pt x="170" y="111"/>
                      <a:pt x="170" y="111"/>
                    </a:cubicBezTo>
                    <a:cubicBezTo>
                      <a:pt x="170" y="138"/>
                      <a:pt x="170" y="138"/>
                      <a:pt x="170" y="138"/>
                    </a:cubicBezTo>
                    <a:cubicBezTo>
                      <a:pt x="150" y="157"/>
                      <a:pt x="150" y="157"/>
                      <a:pt x="150" y="157"/>
                    </a:cubicBezTo>
                    <a:lnTo>
                      <a:pt x="150" y="129"/>
                    </a:lnTo>
                    <a:close/>
                    <a:moveTo>
                      <a:pt x="172" y="174"/>
                    </a:moveTo>
                    <a:cubicBezTo>
                      <a:pt x="195" y="152"/>
                      <a:pt x="195" y="152"/>
                      <a:pt x="195" y="152"/>
                    </a:cubicBezTo>
                    <a:cubicBezTo>
                      <a:pt x="195" y="179"/>
                      <a:pt x="195" y="179"/>
                      <a:pt x="195" y="179"/>
                    </a:cubicBezTo>
                    <a:cubicBezTo>
                      <a:pt x="172" y="201"/>
                      <a:pt x="172" y="201"/>
                      <a:pt x="172" y="201"/>
                    </a:cubicBezTo>
                    <a:lnTo>
                      <a:pt x="172" y="174"/>
                    </a:lnTo>
                    <a:close/>
                    <a:moveTo>
                      <a:pt x="197" y="181"/>
                    </a:moveTo>
                    <a:cubicBezTo>
                      <a:pt x="217" y="162"/>
                      <a:pt x="217" y="162"/>
                      <a:pt x="217" y="162"/>
                    </a:cubicBezTo>
                    <a:cubicBezTo>
                      <a:pt x="217" y="189"/>
                      <a:pt x="217" y="189"/>
                      <a:pt x="217" y="189"/>
                    </a:cubicBezTo>
                    <a:cubicBezTo>
                      <a:pt x="197" y="208"/>
                      <a:pt x="197" y="208"/>
                      <a:pt x="197" y="208"/>
                    </a:cubicBezTo>
                    <a:lnTo>
                      <a:pt x="197" y="181"/>
                    </a:lnTo>
                    <a:close/>
                    <a:moveTo>
                      <a:pt x="220" y="160"/>
                    </a:moveTo>
                    <a:cubicBezTo>
                      <a:pt x="239" y="141"/>
                      <a:pt x="239" y="141"/>
                      <a:pt x="239" y="141"/>
                    </a:cubicBezTo>
                    <a:cubicBezTo>
                      <a:pt x="239" y="168"/>
                      <a:pt x="239" y="168"/>
                      <a:pt x="239" y="168"/>
                    </a:cubicBezTo>
                    <a:cubicBezTo>
                      <a:pt x="220" y="187"/>
                      <a:pt x="220" y="187"/>
                      <a:pt x="220" y="187"/>
                    </a:cubicBezTo>
                    <a:lnTo>
                      <a:pt x="220" y="160"/>
                    </a:lnTo>
                    <a:close/>
                    <a:moveTo>
                      <a:pt x="242" y="169"/>
                    </a:moveTo>
                    <a:cubicBezTo>
                      <a:pt x="262" y="151"/>
                      <a:pt x="262" y="151"/>
                      <a:pt x="262" y="151"/>
                    </a:cubicBezTo>
                    <a:cubicBezTo>
                      <a:pt x="262" y="178"/>
                      <a:pt x="262" y="178"/>
                      <a:pt x="262" y="178"/>
                    </a:cubicBezTo>
                    <a:cubicBezTo>
                      <a:pt x="242" y="196"/>
                      <a:pt x="242" y="196"/>
                      <a:pt x="242" y="196"/>
                    </a:cubicBezTo>
                    <a:lnTo>
                      <a:pt x="242" y="169"/>
                    </a:lnTo>
                    <a:close/>
                    <a:moveTo>
                      <a:pt x="264" y="148"/>
                    </a:moveTo>
                    <a:cubicBezTo>
                      <a:pt x="284" y="129"/>
                      <a:pt x="284" y="129"/>
                      <a:pt x="284" y="129"/>
                    </a:cubicBezTo>
                    <a:cubicBezTo>
                      <a:pt x="284" y="156"/>
                      <a:pt x="284" y="156"/>
                      <a:pt x="284" y="156"/>
                    </a:cubicBezTo>
                    <a:cubicBezTo>
                      <a:pt x="264" y="175"/>
                      <a:pt x="264" y="175"/>
                      <a:pt x="264" y="175"/>
                    </a:cubicBezTo>
                    <a:lnTo>
                      <a:pt x="264" y="148"/>
                    </a:lnTo>
                    <a:close/>
                    <a:moveTo>
                      <a:pt x="287" y="158"/>
                    </a:moveTo>
                    <a:cubicBezTo>
                      <a:pt x="306" y="139"/>
                      <a:pt x="306" y="139"/>
                      <a:pt x="306" y="139"/>
                    </a:cubicBezTo>
                    <a:cubicBezTo>
                      <a:pt x="306" y="167"/>
                      <a:pt x="306" y="167"/>
                      <a:pt x="306" y="167"/>
                    </a:cubicBezTo>
                    <a:cubicBezTo>
                      <a:pt x="287" y="185"/>
                      <a:pt x="287" y="185"/>
                      <a:pt x="287" y="185"/>
                    </a:cubicBezTo>
                    <a:lnTo>
                      <a:pt x="287" y="158"/>
                    </a:lnTo>
                    <a:close/>
                    <a:moveTo>
                      <a:pt x="306" y="136"/>
                    </a:moveTo>
                    <a:cubicBezTo>
                      <a:pt x="287" y="154"/>
                      <a:pt x="287" y="154"/>
                      <a:pt x="287" y="154"/>
                    </a:cubicBezTo>
                    <a:cubicBezTo>
                      <a:pt x="287" y="127"/>
                      <a:pt x="287" y="127"/>
                      <a:pt x="287" y="127"/>
                    </a:cubicBezTo>
                    <a:cubicBezTo>
                      <a:pt x="306" y="108"/>
                      <a:pt x="306" y="108"/>
                      <a:pt x="306" y="108"/>
                    </a:cubicBezTo>
                    <a:lnTo>
                      <a:pt x="306" y="136"/>
                    </a:lnTo>
                    <a:close/>
                    <a:moveTo>
                      <a:pt x="306" y="78"/>
                    </a:moveTo>
                    <a:cubicBezTo>
                      <a:pt x="306" y="105"/>
                      <a:pt x="306" y="105"/>
                      <a:pt x="306" y="105"/>
                    </a:cubicBezTo>
                    <a:cubicBezTo>
                      <a:pt x="287" y="124"/>
                      <a:pt x="287" y="124"/>
                      <a:pt x="287" y="124"/>
                    </a:cubicBezTo>
                    <a:cubicBezTo>
                      <a:pt x="287" y="96"/>
                      <a:pt x="287" y="96"/>
                      <a:pt x="287" y="96"/>
                    </a:cubicBezTo>
                    <a:lnTo>
                      <a:pt x="306" y="78"/>
                    </a:lnTo>
                    <a:close/>
                    <a:moveTo>
                      <a:pt x="284" y="68"/>
                    </a:moveTo>
                    <a:cubicBezTo>
                      <a:pt x="284" y="95"/>
                      <a:pt x="284" y="95"/>
                      <a:pt x="284" y="95"/>
                    </a:cubicBezTo>
                    <a:cubicBezTo>
                      <a:pt x="264" y="114"/>
                      <a:pt x="264" y="114"/>
                      <a:pt x="264" y="114"/>
                    </a:cubicBezTo>
                    <a:cubicBezTo>
                      <a:pt x="264" y="87"/>
                      <a:pt x="264" y="87"/>
                      <a:pt x="264" y="87"/>
                    </a:cubicBezTo>
                    <a:lnTo>
                      <a:pt x="284" y="68"/>
                    </a:lnTo>
                    <a:close/>
                    <a:moveTo>
                      <a:pt x="262" y="55"/>
                    </a:moveTo>
                    <a:cubicBezTo>
                      <a:pt x="262" y="86"/>
                      <a:pt x="262" y="86"/>
                      <a:pt x="262" y="86"/>
                    </a:cubicBezTo>
                    <a:cubicBezTo>
                      <a:pt x="242" y="105"/>
                      <a:pt x="242" y="105"/>
                      <a:pt x="242" y="105"/>
                    </a:cubicBezTo>
                    <a:cubicBezTo>
                      <a:pt x="242" y="74"/>
                      <a:pt x="242" y="74"/>
                      <a:pt x="242" y="74"/>
                    </a:cubicBezTo>
                    <a:lnTo>
                      <a:pt x="262" y="55"/>
                    </a:lnTo>
                    <a:close/>
                    <a:moveTo>
                      <a:pt x="239" y="45"/>
                    </a:moveTo>
                    <a:cubicBezTo>
                      <a:pt x="239" y="72"/>
                      <a:pt x="239" y="72"/>
                      <a:pt x="239" y="72"/>
                    </a:cubicBezTo>
                    <a:cubicBezTo>
                      <a:pt x="220" y="91"/>
                      <a:pt x="220" y="91"/>
                      <a:pt x="220" y="91"/>
                    </a:cubicBezTo>
                    <a:cubicBezTo>
                      <a:pt x="220" y="64"/>
                      <a:pt x="220" y="64"/>
                      <a:pt x="220" y="64"/>
                    </a:cubicBezTo>
                    <a:lnTo>
                      <a:pt x="239" y="45"/>
                    </a:lnTo>
                    <a:close/>
                    <a:moveTo>
                      <a:pt x="217" y="36"/>
                    </a:moveTo>
                    <a:cubicBezTo>
                      <a:pt x="217" y="63"/>
                      <a:pt x="217" y="63"/>
                      <a:pt x="217" y="63"/>
                    </a:cubicBezTo>
                    <a:cubicBezTo>
                      <a:pt x="197" y="81"/>
                      <a:pt x="197" y="81"/>
                      <a:pt x="197" y="81"/>
                    </a:cubicBezTo>
                    <a:cubicBezTo>
                      <a:pt x="197" y="54"/>
                      <a:pt x="197" y="54"/>
                      <a:pt x="197" y="54"/>
                    </a:cubicBezTo>
                    <a:lnTo>
                      <a:pt x="217" y="36"/>
                    </a:lnTo>
                    <a:close/>
                    <a:moveTo>
                      <a:pt x="195" y="26"/>
                    </a:moveTo>
                    <a:cubicBezTo>
                      <a:pt x="195" y="53"/>
                      <a:pt x="195" y="53"/>
                      <a:pt x="195" y="53"/>
                    </a:cubicBezTo>
                    <a:cubicBezTo>
                      <a:pt x="172" y="74"/>
                      <a:pt x="172" y="74"/>
                      <a:pt x="172" y="74"/>
                    </a:cubicBezTo>
                    <a:cubicBezTo>
                      <a:pt x="172" y="47"/>
                      <a:pt x="172" y="47"/>
                      <a:pt x="172" y="47"/>
                    </a:cubicBezTo>
                    <a:lnTo>
                      <a:pt x="195" y="26"/>
                    </a:lnTo>
                    <a:close/>
                    <a:moveTo>
                      <a:pt x="170" y="50"/>
                    </a:moveTo>
                    <a:cubicBezTo>
                      <a:pt x="170" y="77"/>
                      <a:pt x="170" y="77"/>
                      <a:pt x="170" y="77"/>
                    </a:cubicBezTo>
                    <a:cubicBezTo>
                      <a:pt x="150" y="95"/>
                      <a:pt x="150" y="95"/>
                      <a:pt x="150" y="95"/>
                    </a:cubicBezTo>
                    <a:cubicBezTo>
                      <a:pt x="150" y="68"/>
                      <a:pt x="150" y="68"/>
                      <a:pt x="150" y="68"/>
                    </a:cubicBezTo>
                    <a:lnTo>
                      <a:pt x="170" y="50"/>
                    </a:lnTo>
                    <a:close/>
                    <a:moveTo>
                      <a:pt x="147" y="35"/>
                    </a:moveTo>
                    <a:cubicBezTo>
                      <a:pt x="147" y="67"/>
                      <a:pt x="147" y="67"/>
                      <a:pt x="147" y="67"/>
                    </a:cubicBezTo>
                    <a:cubicBezTo>
                      <a:pt x="128" y="86"/>
                      <a:pt x="128" y="86"/>
                      <a:pt x="128" y="86"/>
                    </a:cubicBezTo>
                    <a:cubicBezTo>
                      <a:pt x="128" y="53"/>
                      <a:pt x="128" y="53"/>
                      <a:pt x="128" y="53"/>
                    </a:cubicBezTo>
                    <a:lnTo>
                      <a:pt x="147" y="35"/>
                    </a:lnTo>
                    <a:close/>
                    <a:moveTo>
                      <a:pt x="125" y="25"/>
                    </a:moveTo>
                    <a:cubicBezTo>
                      <a:pt x="125" y="52"/>
                      <a:pt x="125" y="52"/>
                      <a:pt x="125" y="52"/>
                    </a:cubicBezTo>
                    <a:cubicBezTo>
                      <a:pt x="105" y="71"/>
                      <a:pt x="105" y="71"/>
                      <a:pt x="105" y="71"/>
                    </a:cubicBezTo>
                    <a:cubicBezTo>
                      <a:pt x="105" y="44"/>
                      <a:pt x="105" y="44"/>
                      <a:pt x="105" y="44"/>
                    </a:cubicBezTo>
                    <a:lnTo>
                      <a:pt x="125" y="25"/>
                    </a:lnTo>
                    <a:close/>
                    <a:moveTo>
                      <a:pt x="103" y="16"/>
                    </a:moveTo>
                    <a:cubicBezTo>
                      <a:pt x="103" y="43"/>
                      <a:pt x="103" y="43"/>
                      <a:pt x="103" y="43"/>
                    </a:cubicBezTo>
                    <a:cubicBezTo>
                      <a:pt x="79" y="65"/>
                      <a:pt x="79" y="65"/>
                      <a:pt x="79" y="65"/>
                    </a:cubicBezTo>
                    <a:cubicBezTo>
                      <a:pt x="79" y="38"/>
                      <a:pt x="79" y="38"/>
                      <a:pt x="79" y="38"/>
                    </a:cubicBezTo>
                    <a:lnTo>
                      <a:pt x="103" y="16"/>
                    </a:lnTo>
                    <a:close/>
                    <a:moveTo>
                      <a:pt x="77" y="10"/>
                    </a:moveTo>
                    <a:cubicBezTo>
                      <a:pt x="77" y="37"/>
                      <a:pt x="77" y="37"/>
                      <a:pt x="77" y="37"/>
                    </a:cubicBezTo>
                    <a:cubicBezTo>
                      <a:pt x="57" y="55"/>
                      <a:pt x="57" y="55"/>
                      <a:pt x="57" y="55"/>
                    </a:cubicBezTo>
                    <a:cubicBezTo>
                      <a:pt x="57" y="28"/>
                      <a:pt x="57" y="28"/>
                      <a:pt x="57" y="28"/>
                    </a:cubicBezTo>
                    <a:lnTo>
                      <a:pt x="77" y="10"/>
                    </a:lnTo>
                    <a:close/>
                    <a:moveTo>
                      <a:pt x="54" y="31"/>
                    </a:moveTo>
                    <a:cubicBezTo>
                      <a:pt x="54" y="58"/>
                      <a:pt x="54" y="58"/>
                      <a:pt x="54" y="58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5" y="49"/>
                      <a:pt x="35" y="49"/>
                      <a:pt x="35" y="49"/>
                    </a:cubicBezTo>
                    <a:lnTo>
                      <a:pt x="54" y="31"/>
                    </a:lnTo>
                    <a:close/>
                    <a:moveTo>
                      <a:pt x="12" y="97"/>
                    </a:moveTo>
                    <a:cubicBezTo>
                      <a:pt x="12" y="70"/>
                      <a:pt x="12" y="70"/>
                      <a:pt x="12" y="70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79"/>
                      <a:pt x="32" y="79"/>
                      <a:pt x="32" y="79"/>
                    </a:cubicBezTo>
                    <a:lnTo>
                      <a:pt x="12" y="97"/>
                    </a:lnTo>
                    <a:close/>
                    <a:moveTo>
                      <a:pt x="35" y="107"/>
                    </a:moveTo>
                    <a:cubicBezTo>
                      <a:pt x="35" y="80"/>
                      <a:pt x="35" y="80"/>
                      <a:pt x="35" y="80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54" y="88"/>
                      <a:pt x="54" y="88"/>
                      <a:pt x="54" y="88"/>
                    </a:cubicBezTo>
                    <a:lnTo>
                      <a:pt x="35" y="107"/>
                    </a:lnTo>
                    <a:close/>
                    <a:moveTo>
                      <a:pt x="57" y="89"/>
                    </a:moveTo>
                    <a:cubicBezTo>
                      <a:pt x="77" y="71"/>
                      <a:pt x="77" y="71"/>
                      <a:pt x="77" y="71"/>
                    </a:cubicBezTo>
                    <a:cubicBezTo>
                      <a:pt x="77" y="98"/>
                      <a:pt x="77" y="98"/>
                      <a:pt x="77" y="98"/>
                    </a:cubicBezTo>
                    <a:cubicBezTo>
                      <a:pt x="57" y="116"/>
                      <a:pt x="57" y="116"/>
                      <a:pt x="57" y="116"/>
                    </a:cubicBezTo>
                    <a:lnTo>
                      <a:pt x="57" y="89"/>
                    </a:lnTo>
                    <a:close/>
                    <a:moveTo>
                      <a:pt x="57" y="152"/>
                    </a:moveTo>
                    <a:cubicBezTo>
                      <a:pt x="57" y="120"/>
                      <a:pt x="57" y="120"/>
                      <a:pt x="57" y="120"/>
                    </a:cubicBezTo>
                    <a:cubicBezTo>
                      <a:pt x="77" y="101"/>
                      <a:pt x="77" y="101"/>
                      <a:pt x="77" y="101"/>
                    </a:cubicBezTo>
                    <a:cubicBezTo>
                      <a:pt x="77" y="134"/>
                      <a:pt x="77" y="134"/>
                      <a:pt x="77" y="134"/>
                    </a:cubicBezTo>
                    <a:lnTo>
                      <a:pt x="57" y="152"/>
                    </a:lnTo>
                    <a:close/>
                    <a:moveTo>
                      <a:pt x="79" y="162"/>
                    </a:moveTo>
                    <a:cubicBezTo>
                      <a:pt x="79" y="135"/>
                      <a:pt x="79" y="135"/>
                      <a:pt x="79" y="135"/>
                    </a:cubicBezTo>
                    <a:cubicBezTo>
                      <a:pt x="103" y="113"/>
                      <a:pt x="103" y="113"/>
                      <a:pt x="103" y="113"/>
                    </a:cubicBezTo>
                    <a:cubicBezTo>
                      <a:pt x="103" y="140"/>
                      <a:pt x="103" y="140"/>
                      <a:pt x="103" y="140"/>
                    </a:cubicBezTo>
                    <a:lnTo>
                      <a:pt x="79" y="162"/>
                    </a:lnTo>
                    <a:close/>
                    <a:moveTo>
                      <a:pt x="105" y="168"/>
                    </a:moveTo>
                    <a:cubicBezTo>
                      <a:pt x="105" y="141"/>
                      <a:pt x="105" y="141"/>
                      <a:pt x="105" y="141"/>
                    </a:cubicBezTo>
                    <a:cubicBezTo>
                      <a:pt x="125" y="122"/>
                      <a:pt x="125" y="122"/>
                      <a:pt x="125" y="122"/>
                    </a:cubicBezTo>
                    <a:cubicBezTo>
                      <a:pt x="125" y="149"/>
                      <a:pt x="125" y="149"/>
                      <a:pt x="125" y="149"/>
                    </a:cubicBezTo>
                    <a:lnTo>
                      <a:pt x="105" y="168"/>
                    </a:lnTo>
                    <a:close/>
                    <a:moveTo>
                      <a:pt x="128" y="150"/>
                    </a:moveTo>
                    <a:cubicBezTo>
                      <a:pt x="147" y="132"/>
                      <a:pt x="147" y="132"/>
                      <a:pt x="147" y="132"/>
                    </a:cubicBezTo>
                    <a:cubicBezTo>
                      <a:pt x="147" y="159"/>
                      <a:pt x="147" y="159"/>
                      <a:pt x="147" y="159"/>
                    </a:cubicBezTo>
                    <a:cubicBezTo>
                      <a:pt x="128" y="177"/>
                      <a:pt x="128" y="177"/>
                      <a:pt x="128" y="177"/>
                    </a:cubicBezTo>
                    <a:lnTo>
                      <a:pt x="128" y="150"/>
                    </a:lnTo>
                    <a:close/>
                    <a:moveTo>
                      <a:pt x="128" y="212"/>
                    </a:moveTo>
                    <a:cubicBezTo>
                      <a:pt x="128" y="181"/>
                      <a:pt x="128" y="181"/>
                      <a:pt x="128" y="181"/>
                    </a:cubicBezTo>
                    <a:cubicBezTo>
                      <a:pt x="147" y="162"/>
                      <a:pt x="147" y="162"/>
                      <a:pt x="147" y="162"/>
                    </a:cubicBezTo>
                    <a:cubicBezTo>
                      <a:pt x="147" y="193"/>
                      <a:pt x="147" y="193"/>
                      <a:pt x="147" y="193"/>
                    </a:cubicBezTo>
                    <a:lnTo>
                      <a:pt x="128" y="212"/>
                    </a:lnTo>
                    <a:close/>
                    <a:moveTo>
                      <a:pt x="150" y="222"/>
                    </a:moveTo>
                    <a:cubicBezTo>
                      <a:pt x="150" y="194"/>
                      <a:pt x="150" y="194"/>
                      <a:pt x="150" y="194"/>
                    </a:cubicBezTo>
                    <a:cubicBezTo>
                      <a:pt x="170" y="176"/>
                      <a:pt x="170" y="176"/>
                      <a:pt x="170" y="176"/>
                    </a:cubicBezTo>
                    <a:cubicBezTo>
                      <a:pt x="170" y="203"/>
                      <a:pt x="170" y="203"/>
                      <a:pt x="170" y="203"/>
                    </a:cubicBezTo>
                    <a:lnTo>
                      <a:pt x="150" y="222"/>
                    </a:lnTo>
                    <a:close/>
                    <a:moveTo>
                      <a:pt x="172" y="231"/>
                    </a:moveTo>
                    <a:cubicBezTo>
                      <a:pt x="172" y="204"/>
                      <a:pt x="172" y="204"/>
                      <a:pt x="172" y="204"/>
                    </a:cubicBezTo>
                    <a:cubicBezTo>
                      <a:pt x="195" y="183"/>
                      <a:pt x="195" y="183"/>
                      <a:pt x="195" y="183"/>
                    </a:cubicBezTo>
                    <a:cubicBezTo>
                      <a:pt x="195" y="210"/>
                      <a:pt x="195" y="210"/>
                      <a:pt x="195" y="210"/>
                    </a:cubicBezTo>
                    <a:lnTo>
                      <a:pt x="172" y="231"/>
                    </a:lnTo>
                    <a:close/>
                    <a:moveTo>
                      <a:pt x="197" y="238"/>
                    </a:moveTo>
                    <a:cubicBezTo>
                      <a:pt x="197" y="211"/>
                      <a:pt x="197" y="211"/>
                      <a:pt x="197" y="211"/>
                    </a:cubicBezTo>
                    <a:cubicBezTo>
                      <a:pt x="217" y="193"/>
                      <a:pt x="217" y="193"/>
                      <a:pt x="217" y="193"/>
                    </a:cubicBezTo>
                    <a:cubicBezTo>
                      <a:pt x="217" y="220"/>
                      <a:pt x="217" y="220"/>
                      <a:pt x="217" y="220"/>
                    </a:cubicBezTo>
                    <a:lnTo>
                      <a:pt x="197" y="238"/>
                    </a:lnTo>
                    <a:close/>
                    <a:moveTo>
                      <a:pt x="220" y="217"/>
                    </a:moveTo>
                    <a:cubicBezTo>
                      <a:pt x="220" y="190"/>
                      <a:pt x="220" y="190"/>
                      <a:pt x="220" y="190"/>
                    </a:cubicBezTo>
                    <a:cubicBezTo>
                      <a:pt x="239" y="172"/>
                      <a:pt x="239" y="172"/>
                      <a:pt x="239" y="172"/>
                    </a:cubicBezTo>
                    <a:cubicBezTo>
                      <a:pt x="239" y="199"/>
                      <a:pt x="239" y="199"/>
                      <a:pt x="239" y="199"/>
                    </a:cubicBezTo>
                    <a:lnTo>
                      <a:pt x="220" y="217"/>
                    </a:lnTo>
                    <a:close/>
                    <a:moveTo>
                      <a:pt x="242" y="227"/>
                    </a:moveTo>
                    <a:cubicBezTo>
                      <a:pt x="242" y="200"/>
                      <a:pt x="242" y="200"/>
                      <a:pt x="242" y="200"/>
                    </a:cubicBezTo>
                    <a:cubicBezTo>
                      <a:pt x="262" y="181"/>
                      <a:pt x="262" y="181"/>
                      <a:pt x="262" y="181"/>
                    </a:cubicBezTo>
                    <a:cubicBezTo>
                      <a:pt x="262" y="209"/>
                      <a:pt x="262" y="209"/>
                      <a:pt x="262" y="209"/>
                    </a:cubicBezTo>
                    <a:lnTo>
                      <a:pt x="242" y="227"/>
                    </a:lnTo>
                    <a:close/>
                    <a:moveTo>
                      <a:pt x="264" y="206"/>
                    </a:moveTo>
                    <a:cubicBezTo>
                      <a:pt x="264" y="179"/>
                      <a:pt x="264" y="179"/>
                      <a:pt x="264" y="179"/>
                    </a:cubicBezTo>
                    <a:cubicBezTo>
                      <a:pt x="284" y="160"/>
                      <a:pt x="284" y="160"/>
                      <a:pt x="284" y="160"/>
                    </a:cubicBezTo>
                    <a:cubicBezTo>
                      <a:pt x="284" y="187"/>
                      <a:pt x="284" y="187"/>
                      <a:pt x="284" y="187"/>
                    </a:cubicBezTo>
                    <a:lnTo>
                      <a:pt x="264" y="206"/>
                    </a:lnTo>
                    <a:close/>
                    <a:moveTo>
                      <a:pt x="287" y="216"/>
                    </a:moveTo>
                    <a:cubicBezTo>
                      <a:pt x="287" y="189"/>
                      <a:pt x="287" y="189"/>
                      <a:pt x="287" y="189"/>
                    </a:cubicBezTo>
                    <a:cubicBezTo>
                      <a:pt x="306" y="170"/>
                      <a:pt x="306" y="170"/>
                      <a:pt x="306" y="170"/>
                    </a:cubicBezTo>
                    <a:cubicBezTo>
                      <a:pt x="306" y="197"/>
                      <a:pt x="306" y="197"/>
                      <a:pt x="306" y="197"/>
                    </a:cubicBezTo>
                    <a:lnTo>
                      <a:pt x="287" y="216"/>
                    </a:lnTo>
                    <a:close/>
                    <a:moveTo>
                      <a:pt x="309" y="195"/>
                    </a:moveTo>
                    <a:cubicBezTo>
                      <a:pt x="309" y="168"/>
                      <a:pt x="309" y="168"/>
                      <a:pt x="309" y="168"/>
                    </a:cubicBezTo>
                    <a:cubicBezTo>
                      <a:pt x="329" y="149"/>
                      <a:pt x="329" y="149"/>
                      <a:pt x="329" y="149"/>
                    </a:cubicBezTo>
                    <a:cubicBezTo>
                      <a:pt x="329" y="176"/>
                      <a:pt x="329" y="176"/>
                      <a:pt x="329" y="176"/>
                    </a:cubicBezTo>
                    <a:lnTo>
                      <a:pt x="309" y="195"/>
                    </a:lnTo>
                    <a:close/>
                  </a:path>
                </a:pathLst>
              </a:custGeom>
              <a:solidFill>
                <a:srgbClr val="FCA52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7" name="Freeform 21">
                <a:extLst>
                  <a:ext uri="{FF2B5EF4-FFF2-40B4-BE49-F238E27FC236}">
                    <a16:creationId xmlns:a16="http://schemas.microsoft.com/office/drawing/2014/main" id="{D2AA4A13-A7B7-EC91-048A-5FB7F80184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2423" y="5583688"/>
                <a:ext cx="327025" cy="66675"/>
              </a:xfrm>
              <a:custGeom>
                <a:avLst/>
                <a:gdLst>
                  <a:gd name="T0" fmla="*/ 31 w 510"/>
                  <a:gd name="T1" fmla="*/ 23 h 105"/>
                  <a:gd name="T2" fmla="*/ 0 w 510"/>
                  <a:gd name="T3" fmla="*/ 64 h 105"/>
                  <a:gd name="T4" fmla="*/ 362 w 510"/>
                  <a:gd name="T5" fmla="*/ 98 h 105"/>
                  <a:gd name="T6" fmla="*/ 510 w 510"/>
                  <a:gd name="T7" fmla="*/ 74 h 105"/>
                  <a:gd name="T8" fmla="*/ 462 w 510"/>
                  <a:gd name="T9" fmla="*/ 23 h 105"/>
                  <a:gd name="T10" fmla="*/ 379 w 510"/>
                  <a:gd name="T11" fmla="*/ 23 h 105"/>
                  <a:gd name="T12" fmla="*/ 217 w 510"/>
                  <a:gd name="T13" fmla="*/ 4 h 105"/>
                  <a:gd name="T14" fmla="*/ 116 w 510"/>
                  <a:gd name="T15" fmla="*/ 20 h 105"/>
                  <a:gd name="T16" fmla="*/ 31 w 510"/>
                  <a:gd name="T17" fmla="*/ 2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0" h="105">
                    <a:moveTo>
                      <a:pt x="31" y="23"/>
                    </a:moveTo>
                    <a:cubicBezTo>
                      <a:pt x="21" y="31"/>
                      <a:pt x="0" y="64"/>
                      <a:pt x="0" y="64"/>
                    </a:cubicBezTo>
                    <a:cubicBezTo>
                      <a:pt x="0" y="64"/>
                      <a:pt x="244" y="105"/>
                      <a:pt x="362" y="98"/>
                    </a:cubicBezTo>
                    <a:cubicBezTo>
                      <a:pt x="480" y="91"/>
                      <a:pt x="510" y="74"/>
                      <a:pt x="510" y="74"/>
                    </a:cubicBezTo>
                    <a:cubicBezTo>
                      <a:pt x="510" y="74"/>
                      <a:pt x="487" y="40"/>
                      <a:pt x="462" y="23"/>
                    </a:cubicBezTo>
                    <a:cubicBezTo>
                      <a:pt x="462" y="23"/>
                      <a:pt x="429" y="2"/>
                      <a:pt x="379" y="23"/>
                    </a:cubicBezTo>
                    <a:cubicBezTo>
                      <a:pt x="335" y="42"/>
                      <a:pt x="288" y="0"/>
                      <a:pt x="217" y="4"/>
                    </a:cubicBezTo>
                    <a:cubicBezTo>
                      <a:pt x="179" y="6"/>
                      <a:pt x="152" y="30"/>
                      <a:pt x="116" y="20"/>
                    </a:cubicBezTo>
                    <a:cubicBezTo>
                      <a:pt x="71" y="8"/>
                      <a:pt x="47" y="11"/>
                      <a:pt x="31" y="23"/>
                    </a:cubicBezTo>
                    <a:close/>
                  </a:path>
                </a:pathLst>
              </a:custGeom>
              <a:solidFill>
                <a:srgbClr val="FBBE2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8" name="Oval 22">
                <a:extLst>
                  <a:ext uri="{FF2B5EF4-FFF2-40B4-BE49-F238E27FC236}">
                    <a16:creationId xmlns:a16="http://schemas.microsoft.com/office/drawing/2014/main" id="{09070D78-9453-2D2B-239F-FAE97801F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0523" y="5602738"/>
                <a:ext cx="246063" cy="193675"/>
              </a:xfrm>
              <a:prstGeom prst="ellipse">
                <a:avLst/>
              </a:prstGeom>
              <a:solidFill>
                <a:srgbClr val="FFE39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9" name="Freeform 23">
                <a:extLst>
                  <a:ext uri="{FF2B5EF4-FFF2-40B4-BE49-F238E27FC236}">
                    <a16:creationId xmlns:a16="http://schemas.microsoft.com/office/drawing/2014/main" id="{87A29F23-608E-14C4-AC5D-3EBD76AC20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74811" y="5613850"/>
                <a:ext cx="217488" cy="171450"/>
              </a:xfrm>
              <a:custGeom>
                <a:avLst/>
                <a:gdLst>
                  <a:gd name="T0" fmla="*/ 169 w 339"/>
                  <a:gd name="T1" fmla="*/ 270 h 270"/>
                  <a:gd name="T2" fmla="*/ 49 w 339"/>
                  <a:gd name="T3" fmla="*/ 230 h 270"/>
                  <a:gd name="T4" fmla="*/ 0 w 339"/>
                  <a:gd name="T5" fmla="*/ 135 h 270"/>
                  <a:gd name="T6" fmla="*/ 49 w 339"/>
                  <a:gd name="T7" fmla="*/ 40 h 270"/>
                  <a:gd name="T8" fmla="*/ 169 w 339"/>
                  <a:gd name="T9" fmla="*/ 0 h 270"/>
                  <a:gd name="T10" fmla="*/ 289 w 339"/>
                  <a:gd name="T11" fmla="*/ 40 h 270"/>
                  <a:gd name="T12" fmla="*/ 339 w 339"/>
                  <a:gd name="T13" fmla="*/ 135 h 270"/>
                  <a:gd name="T14" fmla="*/ 289 w 339"/>
                  <a:gd name="T15" fmla="*/ 230 h 270"/>
                  <a:gd name="T16" fmla="*/ 169 w 339"/>
                  <a:gd name="T17" fmla="*/ 270 h 270"/>
                  <a:gd name="T18" fmla="*/ 169 w 339"/>
                  <a:gd name="T19" fmla="*/ 4 h 270"/>
                  <a:gd name="T20" fmla="*/ 3 w 339"/>
                  <a:gd name="T21" fmla="*/ 135 h 270"/>
                  <a:gd name="T22" fmla="*/ 169 w 339"/>
                  <a:gd name="T23" fmla="*/ 266 h 270"/>
                  <a:gd name="T24" fmla="*/ 335 w 339"/>
                  <a:gd name="T25" fmla="*/ 135 h 270"/>
                  <a:gd name="T26" fmla="*/ 169 w 339"/>
                  <a:gd name="T27" fmla="*/ 4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9" h="270">
                    <a:moveTo>
                      <a:pt x="169" y="270"/>
                    </a:moveTo>
                    <a:cubicBezTo>
                      <a:pt x="124" y="270"/>
                      <a:pt x="81" y="256"/>
                      <a:pt x="49" y="230"/>
                    </a:cubicBezTo>
                    <a:cubicBezTo>
                      <a:pt x="17" y="205"/>
                      <a:pt x="0" y="171"/>
                      <a:pt x="0" y="135"/>
                    </a:cubicBezTo>
                    <a:cubicBezTo>
                      <a:pt x="0" y="99"/>
                      <a:pt x="17" y="65"/>
                      <a:pt x="49" y="40"/>
                    </a:cubicBezTo>
                    <a:cubicBezTo>
                      <a:pt x="81" y="14"/>
                      <a:pt x="124" y="0"/>
                      <a:pt x="169" y="0"/>
                    </a:cubicBezTo>
                    <a:cubicBezTo>
                      <a:pt x="214" y="0"/>
                      <a:pt x="257" y="14"/>
                      <a:pt x="289" y="40"/>
                    </a:cubicBezTo>
                    <a:cubicBezTo>
                      <a:pt x="321" y="65"/>
                      <a:pt x="339" y="99"/>
                      <a:pt x="339" y="135"/>
                    </a:cubicBezTo>
                    <a:cubicBezTo>
                      <a:pt x="339" y="171"/>
                      <a:pt x="321" y="205"/>
                      <a:pt x="289" y="230"/>
                    </a:cubicBezTo>
                    <a:cubicBezTo>
                      <a:pt x="257" y="256"/>
                      <a:pt x="214" y="270"/>
                      <a:pt x="169" y="270"/>
                    </a:cubicBezTo>
                    <a:close/>
                    <a:moveTo>
                      <a:pt x="169" y="4"/>
                    </a:moveTo>
                    <a:cubicBezTo>
                      <a:pt x="77" y="4"/>
                      <a:pt x="3" y="63"/>
                      <a:pt x="3" y="135"/>
                    </a:cubicBezTo>
                    <a:cubicBezTo>
                      <a:pt x="3" y="207"/>
                      <a:pt x="77" y="266"/>
                      <a:pt x="169" y="266"/>
                    </a:cubicBezTo>
                    <a:cubicBezTo>
                      <a:pt x="261" y="266"/>
                      <a:pt x="335" y="207"/>
                      <a:pt x="335" y="135"/>
                    </a:cubicBezTo>
                    <a:cubicBezTo>
                      <a:pt x="335" y="63"/>
                      <a:pt x="261" y="4"/>
                      <a:pt x="169" y="4"/>
                    </a:cubicBezTo>
                    <a:close/>
                  </a:path>
                </a:pathLst>
              </a:custGeom>
              <a:solidFill>
                <a:srgbClr val="FF912B"/>
              </a:solidFill>
              <a:ln w="3175">
                <a:solidFill>
                  <a:srgbClr val="E38803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1280CBF2-4FB2-5F12-A9E7-AF7AAA2AF5B7}"/>
                  </a:ext>
                </a:extLst>
              </p:cNvPr>
              <p:cNvGrpSpPr/>
              <p:nvPr/>
            </p:nvGrpSpPr>
            <p:grpSpPr>
              <a:xfrm flipH="1">
                <a:off x="6571830" y="5552731"/>
                <a:ext cx="88901" cy="68262"/>
                <a:chOff x="6712923" y="5542413"/>
                <a:chExt cx="88901" cy="68262"/>
              </a:xfrm>
            </p:grpSpPr>
            <p:sp>
              <p:nvSpPr>
                <p:cNvPr id="471" name="Freeform 24">
                  <a:extLst>
                    <a:ext uri="{FF2B5EF4-FFF2-40B4-BE49-F238E27FC236}">
                      <a16:creationId xmlns:a16="http://schemas.microsoft.com/office/drawing/2014/main" id="{ABDDF962-7D4F-09A2-75EC-25E7C615C4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43086" y="5542413"/>
                  <a:ext cx="58738" cy="68262"/>
                </a:xfrm>
                <a:custGeom>
                  <a:avLst/>
                  <a:gdLst>
                    <a:gd name="T0" fmla="*/ 76 w 92"/>
                    <a:gd name="T1" fmla="*/ 31 h 105"/>
                    <a:gd name="T2" fmla="*/ 75 w 92"/>
                    <a:gd name="T3" fmla="*/ 93 h 105"/>
                    <a:gd name="T4" fmla="*/ 16 w 92"/>
                    <a:gd name="T5" fmla="*/ 74 h 105"/>
                    <a:gd name="T6" fmla="*/ 17 w 92"/>
                    <a:gd name="T7" fmla="*/ 12 h 105"/>
                    <a:gd name="T8" fmla="*/ 76 w 92"/>
                    <a:gd name="T9" fmla="*/ 31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105">
                      <a:moveTo>
                        <a:pt x="76" y="31"/>
                      </a:moveTo>
                      <a:cubicBezTo>
                        <a:pt x="92" y="54"/>
                        <a:pt x="92" y="82"/>
                        <a:pt x="75" y="93"/>
                      </a:cubicBezTo>
                      <a:cubicBezTo>
                        <a:pt x="58" y="105"/>
                        <a:pt x="32" y="97"/>
                        <a:pt x="16" y="74"/>
                      </a:cubicBezTo>
                      <a:cubicBezTo>
                        <a:pt x="0" y="52"/>
                        <a:pt x="0" y="24"/>
                        <a:pt x="17" y="12"/>
                      </a:cubicBezTo>
                      <a:cubicBezTo>
                        <a:pt x="33" y="0"/>
                        <a:pt x="60" y="9"/>
                        <a:pt x="76" y="31"/>
                      </a:cubicBezTo>
                      <a:close/>
                    </a:path>
                  </a:pathLst>
                </a:custGeom>
                <a:solidFill>
                  <a:srgbClr val="FFF3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2" name="Freeform 25">
                  <a:extLst>
                    <a:ext uri="{FF2B5EF4-FFF2-40B4-BE49-F238E27FC236}">
                      <a16:creationId xmlns:a16="http://schemas.microsoft.com/office/drawing/2014/main" id="{12BEF8E7-DAD7-4B03-1065-94D2792872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12923" y="5544000"/>
                  <a:ext cx="25400" cy="30162"/>
                </a:xfrm>
                <a:custGeom>
                  <a:avLst/>
                  <a:gdLst>
                    <a:gd name="T0" fmla="*/ 34 w 38"/>
                    <a:gd name="T1" fmla="*/ 19 h 47"/>
                    <a:gd name="T2" fmla="*/ 25 w 38"/>
                    <a:gd name="T3" fmla="*/ 44 h 47"/>
                    <a:gd name="T4" fmla="*/ 3 w 38"/>
                    <a:gd name="T5" fmla="*/ 28 h 47"/>
                    <a:gd name="T6" fmla="*/ 12 w 38"/>
                    <a:gd name="T7" fmla="*/ 2 h 47"/>
                    <a:gd name="T8" fmla="*/ 34 w 38"/>
                    <a:gd name="T9" fmla="*/ 19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47">
                      <a:moveTo>
                        <a:pt x="34" y="19"/>
                      </a:moveTo>
                      <a:cubicBezTo>
                        <a:pt x="38" y="30"/>
                        <a:pt x="34" y="42"/>
                        <a:pt x="25" y="44"/>
                      </a:cubicBezTo>
                      <a:cubicBezTo>
                        <a:pt x="16" y="47"/>
                        <a:pt x="6" y="40"/>
                        <a:pt x="3" y="28"/>
                      </a:cubicBezTo>
                      <a:cubicBezTo>
                        <a:pt x="0" y="16"/>
                        <a:pt x="4" y="5"/>
                        <a:pt x="12" y="2"/>
                      </a:cubicBezTo>
                      <a:cubicBezTo>
                        <a:pt x="21" y="0"/>
                        <a:pt x="31" y="7"/>
                        <a:pt x="34" y="19"/>
                      </a:cubicBezTo>
                      <a:close/>
                    </a:path>
                  </a:pathLst>
                </a:custGeom>
                <a:solidFill>
                  <a:srgbClr val="FFF3E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450" name="Freeform 29">
              <a:extLst>
                <a:ext uri="{FF2B5EF4-FFF2-40B4-BE49-F238E27FC236}">
                  <a16:creationId xmlns:a16="http://schemas.microsoft.com/office/drawing/2014/main" id="{C7D0A2C5-7AD5-BD51-137A-B136434F5D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6467" y="2978434"/>
              <a:ext cx="226291" cy="163911"/>
            </a:xfrm>
            <a:custGeom>
              <a:avLst/>
              <a:gdLst>
                <a:gd name="T0" fmla="*/ 424 w 1460"/>
                <a:gd name="T1" fmla="*/ 719 h 1056"/>
                <a:gd name="T2" fmla="*/ 424 w 1460"/>
                <a:gd name="T3" fmla="*/ 427 h 1056"/>
                <a:gd name="T4" fmla="*/ 789 w 1460"/>
                <a:gd name="T5" fmla="*/ 7 h 1056"/>
                <a:gd name="T6" fmla="*/ 829 w 1460"/>
                <a:gd name="T7" fmla="*/ 3 h 1056"/>
                <a:gd name="T8" fmla="*/ 855 w 1460"/>
                <a:gd name="T9" fmla="*/ 29 h 1056"/>
                <a:gd name="T10" fmla="*/ 854 w 1460"/>
                <a:gd name="T11" fmla="*/ 173 h 1056"/>
                <a:gd name="T12" fmla="*/ 854 w 1460"/>
                <a:gd name="T13" fmla="*/ 231 h 1056"/>
                <a:gd name="T14" fmla="*/ 835 w 1460"/>
                <a:gd name="T15" fmla="*/ 251 h 1056"/>
                <a:gd name="T16" fmla="*/ 672 w 1460"/>
                <a:gd name="T17" fmla="*/ 402 h 1056"/>
                <a:gd name="T18" fmla="*/ 695 w 1460"/>
                <a:gd name="T19" fmla="*/ 427 h 1056"/>
                <a:gd name="T20" fmla="*/ 833 w 1460"/>
                <a:gd name="T21" fmla="*/ 427 h 1056"/>
                <a:gd name="T22" fmla="*/ 854 w 1460"/>
                <a:gd name="T23" fmla="*/ 447 h 1056"/>
                <a:gd name="T24" fmla="*/ 854 w 1460"/>
                <a:gd name="T25" fmla="*/ 653 h 1056"/>
                <a:gd name="T26" fmla="*/ 831 w 1460"/>
                <a:gd name="T27" fmla="*/ 675 h 1056"/>
                <a:gd name="T28" fmla="*/ 693 w 1460"/>
                <a:gd name="T29" fmla="*/ 674 h 1056"/>
                <a:gd name="T30" fmla="*/ 671 w 1460"/>
                <a:gd name="T31" fmla="*/ 697 h 1056"/>
                <a:gd name="T32" fmla="*/ 671 w 1460"/>
                <a:gd name="T33" fmla="*/ 1027 h 1056"/>
                <a:gd name="T34" fmla="*/ 644 w 1460"/>
                <a:gd name="T35" fmla="*/ 1055 h 1056"/>
                <a:gd name="T36" fmla="*/ 446 w 1460"/>
                <a:gd name="T37" fmla="*/ 1055 h 1056"/>
                <a:gd name="T38" fmla="*/ 424 w 1460"/>
                <a:gd name="T39" fmla="*/ 1033 h 1056"/>
                <a:gd name="T40" fmla="*/ 424 w 1460"/>
                <a:gd name="T41" fmla="*/ 719 h 1056"/>
                <a:gd name="T42" fmla="*/ 1276 w 1460"/>
                <a:gd name="T43" fmla="*/ 1031 h 1056"/>
                <a:gd name="T44" fmla="*/ 1276 w 1460"/>
                <a:gd name="T45" fmla="*/ 701 h 1056"/>
                <a:gd name="T46" fmla="*/ 1302 w 1460"/>
                <a:gd name="T47" fmla="*/ 674 h 1056"/>
                <a:gd name="T48" fmla="*/ 1440 w 1460"/>
                <a:gd name="T49" fmla="*/ 674 h 1056"/>
                <a:gd name="T50" fmla="*/ 1460 w 1460"/>
                <a:gd name="T51" fmla="*/ 654 h 1056"/>
                <a:gd name="T52" fmla="*/ 1460 w 1460"/>
                <a:gd name="T53" fmla="*/ 447 h 1056"/>
                <a:gd name="T54" fmla="*/ 1440 w 1460"/>
                <a:gd name="T55" fmla="*/ 427 h 1056"/>
                <a:gd name="T56" fmla="*/ 1338 w 1460"/>
                <a:gd name="T57" fmla="*/ 427 h 1056"/>
                <a:gd name="T58" fmla="*/ 1279 w 1460"/>
                <a:gd name="T59" fmla="*/ 427 h 1056"/>
                <a:gd name="T60" fmla="*/ 1436 w 1460"/>
                <a:gd name="T61" fmla="*/ 251 h 1056"/>
                <a:gd name="T62" fmla="*/ 1460 w 1460"/>
                <a:gd name="T63" fmla="*/ 228 h 1056"/>
                <a:gd name="T64" fmla="*/ 1460 w 1460"/>
                <a:gd name="T65" fmla="*/ 24 h 1056"/>
                <a:gd name="T66" fmla="*/ 1438 w 1460"/>
                <a:gd name="T67" fmla="*/ 3 h 1056"/>
                <a:gd name="T68" fmla="*/ 1244 w 1460"/>
                <a:gd name="T69" fmla="*/ 59 h 1056"/>
                <a:gd name="T70" fmla="*/ 1030 w 1460"/>
                <a:gd name="T71" fmla="*/ 431 h 1056"/>
                <a:gd name="T72" fmla="*/ 1029 w 1460"/>
                <a:gd name="T73" fmla="*/ 1034 h 1056"/>
                <a:gd name="T74" fmla="*/ 1050 w 1460"/>
                <a:gd name="T75" fmla="*/ 1055 h 1056"/>
                <a:gd name="T76" fmla="*/ 1240 w 1460"/>
                <a:gd name="T77" fmla="*/ 1055 h 1056"/>
                <a:gd name="T78" fmla="*/ 1275 w 1460"/>
                <a:gd name="T79" fmla="*/ 1055 h 1056"/>
                <a:gd name="T80" fmla="*/ 1276 w 1460"/>
                <a:gd name="T81" fmla="*/ 1031 h 1056"/>
                <a:gd name="T82" fmla="*/ 0 w 1460"/>
                <a:gd name="T83" fmla="*/ 1029 h 1056"/>
                <a:gd name="T84" fmla="*/ 26 w 1460"/>
                <a:gd name="T85" fmla="*/ 1055 h 1056"/>
                <a:gd name="T86" fmla="*/ 224 w 1460"/>
                <a:gd name="T87" fmla="*/ 1055 h 1056"/>
                <a:gd name="T88" fmla="*/ 248 w 1460"/>
                <a:gd name="T89" fmla="*/ 1030 h 1056"/>
                <a:gd name="T90" fmla="*/ 248 w 1460"/>
                <a:gd name="T91" fmla="*/ 452 h 1056"/>
                <a:gd name="T92" fmla="*/ 222 w 1460"/>
                <a:gd name="T93" fmla="*/ 427 h 1056"/>
                <a:gd name="T94" fmla="*/ 82 w 1460"/>
                <a:gd name="T95" fmla="*/ 427 h 1056"/>
                <a:gd name="T96" fmla="*/ 64 w 1460"/>
                <a:gd name="T97" fmla="*/ 413 h 1056"/>
                <a:gd name="T98" fmla="*/ 225 w 1460"/>
                <a:gd name="T99" fmla="*/ 251 h 1056"/>
                <a:gd name="T100" fmla="*/ 248 w 1460"/>
                <a:gd name="T101" fmla="*/ 227 h 1056"/>
                <a:gd name="T102" fmla="*/ 248 w 1460"/>
                <a:gd name="T103" fmla="*/ 67 h 1056"/>
                <a:gd name="T104" fmla="*/ 224 w 1460"/>
                <a:gd name="T105" fmla="*/ 43 h 1056"/>
                <a:gd name="T106" fmla="*/ 28 w 1460"/>
                <a:gd name="T107" fmla="*/ 43 h 1056"/>
                <a:gd name="T108" fmla="*/ 1 w 1460"/>
                <a:gd name="T109" fmla="*/ 71 h 1056"/>
                <a:gd name="T110" fmla="*/ 1 w 1460"/>
                <a:gd name="T111" fmla="*/ 549 h 1056"/>
                <a:gd name="T112" fmla="*/ 0 w 1460"/>
                <a:gd name="T113" fmla="*/ 1029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460" h="1056">
                  <a:moveTo>
                    <a:pt x="424" y="719"/>
                  </a:moveTo>
                  <a:cubicBezTo>
                    <a:pt x="424" y="622"/>
                    <a:pt x="424" y="524"/>
                    <a:pt x="424" y="427"/>
                  </a:cubicBezTo>
                  <a:cubicBezTo>
                    <a:pt x="425" y="216"/>
                    <a:pt x="580" y="37"/>
                    <a:pt x="789" y="7"/>
                  </a:cubicBezTo>
                  <a:cubicBezTo>
                    <a:pt x="803" y="5"/>
                    <a:pt x="816" y="5"/>
                    <a:pt x="829" y="3"/>
                  </a:cubicBezTo>
                  <a:cubicBezTo>
                    <a:pt x="851" y="0"/>
                    <a:pt x="855" y="10"/>
                    <a:pt x="855" y="29"/>
                  </a:cubicBezTo>
                  <a:cubicBezTo>
                    <a:pt x="854" y="77"/>
                    <a:pt x="854" y="125"/>
                    <a:pt x="854" y="173"/>
                  </a:cubicBezTo>
                  <a:cubicBezTo>
                    <a:pt x="854" y="192"/>
                    <a:pt x="854" y="212"/>
                    <a:pt x="854" y="231"/>
                  </a:cubicBezTo>
                  <a:cubicBezTo>
                    <a:pt x="854" y="244"/>
                    <a:pt x="849" y="250"/>
                    <a:pt x="835" y="251"/>
                  </a:cubicBezTo>
                  <a:cubicBezTo>
                    <a:pt x="752" y="257"/>
                    <a:pt x="685" y="321"/>
                    <a:pt x="672" y="402"/>
                  </a:cubicBezTo>
                  <a:cubicBezTo>
                    <a:pt x="669" y="424"/>
                    <a:pt x="672" y="427"/>
                    <a:pt x="695" y="427"/>
                  </a:cubicBezTo>
                  <a:cubicBezTo>
                    <a:pt x="741" y="427"/>
                    <a:pt x="787" y="428"/>
                    <a:pt x="833" y="427"/>
                  </a:cubicBezTo>
                  <a:cubicBezTo>
                    <a:pt x="848" y="427"/>
                    <a:pt x="854" y="431"/>
                    <a:pt x="854" y="447"/>
                  </a:cubicBezTo>
                  <a:cubicBezTo>
                    <a:pt x="854" y="515"/>
                    <a:pt x="854" y="584"/>
                    <a:pt x="854" y="653"/>
                  </a:cubicBezTo>
                  <a:cubicBezTo>
                    <a:pt x="854" y="669"/>
                    <a:pt x="848" y="675"/>
                    <a:pt x="831" y="675"/>
                  </a:cubicBezTo>
                  <a:cubicBezTo>
                    <a:pt x="785" y="674"/>
                    <a:pt x="739" y="675"/>
                    <a:pt x="693" y="674"/>
                  </a:cubicBezTo>
                  <a:cubicBezTo>
                    <a:pt x="676" y="673"/>
                    <a:pt x="671" y="680"/>
                    <a:pt x="671" y="697"/>
                  </a:cubicBezTo>
                  <a:cubicBezTo>
                    <a:pt x="672" y="807"/>
                    <a:pt x="671" y="917"/>
                    <a:pt x="671" y="1027"/>
                  </a:cubicBezTo>
                  <a:cubicBezTo>
                    <a:pt x="671" y="1055"/>
                    <a:pt x="671" y="1055"/>
                    <a:pt x="644" y="1055"/>
                  </a:cubicBezTo>
                  <a:cubicBezTo>
                    <a:pt x="578" y="1055"/>
                    <a:pt x="512" y="1054"/>
                    <a:pt x="446" y="1055"/>
                  </a:cubicBezTo>
                  <a:cubicBezTo>
                    <a:pt x="429" y="1056"/>
                    <a:pt x="424" y="1051"/>
                    <a:pt x="424" y="1033"/>
                  </a:cubicBezTo>
                  <a:cubicBezTo>
                    <a:pt x="425" y="928"/>
                    <a:pt x="424" y="824"/>
                    <a:pt x="424" y="719"/>
                  </a:cubicBezTo>
                  <a:close/>
                  <a:moveTo>
                    <a:pt x="1276" y="1031"/>
                  </a:moveTo>
                  <a:cubicBezTo>
                    <a:pt x="1276" y="921"/>
                    <a:pt x="1276" y="811"/>
                    <a:pt x="1276" y="701"/>
                  </a:cubicBezTo>
                  <a:cubicBezTo>
                    <a:pt x="1276" y="674"/>
                    <a:pt x="1276" y="674"/>
                    <a:pt x="1302" y="674"/>
                  </a:cubicBezTo>
                  <a:cubicBezTo>
                    <a:pt x="1348" y="674"/>
                    <a:pt x="1394" y="674"/>
                    <a:pt x="1440" y="674"/>
                  </a:cubicBezTo>
                  <a:cubicBezTo>
                    <a:pt x="1454" y="675"/>
                    <a:pt x="1460" y="669"/>
                    <a:pt x="1460" y="654"/>
                  </a:cubicBezTo>
                  <a:cubicBezTo>
                    <a:pt x="1459" y="585"/>
                    <a:pt x="1459" y="516"/>
                    <a:pt x="1460" y="447"/>
                  </a:cubicBezTo>
                  <a:cubicBezTo>
                    <a:pt x="1460" y="432"/>
                    <a:pt x="1455" y="426"/>
                    <a:pt x="1440" y="427"/>
                  </a:cubicBezTo>
                  <a:cubicBezTo>
                    <a:pt x="1406" y="428"/>
                    <a:pt x="1372" y="427"/>
                    <a:pt x="1338" y="427"/>
                  </a:cubicBezTo>
                  <a:cubicBezTo>
                    <a:pt x="1319" y="427"/>
                    <a:pt x="1299" y="427"/>
                    <a:pt x="1279" y="427"/>
                  </a:cubicBezTo>
                  <a:cubicBezTo>
                    <a:pt x="1275" y="340"/>
                    <a:pt x="1351" y="256"/>
                    <a:pt x="1436" y="251"/>
                  </a:cubicBezTo>
                  <a:cubicBezTo>
                    <a:pt x="1453" y="250"/>
                    <a:pt x="1460" y="246"/>
                    <a:pt x="1460" y="228"/>
                  </a:cubicBezTo>
                  <a:cubicBezTo>
                    <a:pt x="1459" y="160"/>
                    <a:pt x="1459" y="92"/>
                    <a:pt x="1460" y="24"/>
                  </a:cubicBezTo>
                  <a:cubicBezTo>
                    <a:pt x="1460" y="7"/>
                    <a:pt x="1454" y="2"/>
                    <a:pt x="1438" y="3"/>
                  </a:cubicBezTo>
                  <a:cubicBezTo>
                    <a:pt x="1368" y="5"/>
                    <a:pt x="1303" y="24"/>
                    <a:pt x="1244" y="59"/>
                  </a:cubicBezTo>
                  <a:cubicBezTo>
                    <a:pt x="1105" y="143"/>
                    <a:pt x="1033" y="269"/>
                    <a:pt x="1030" y="431"/>
                  </a:cubicBezTo>
                  <a:cubicBezTo>
                    <a:pt x="1027" y="632"/>
                    <a:pt x="1030" y="833"/>
                    <a:pt x="1029" y="1034"/>
                  </a:cubicBezTo>
                  <a:cubicBezTo>
                    <a:pt x="1029" y="1049"/>
                    <a:pt x="1034" y="1055"/>
                    <a:pt x="1050" y="1055"/>
                  </a:cubicBezTo>
                  <a:cubicBezTo>
                    <a:pt x="1113" y="1054"/>
                    <a:pt x="1177" y="1055"/>
                    <a:pt x="1240" y="1055"/>
                  </a:cubicBezTo>
                  <a:cubicBezTo>
                    <a:pt x="1251" y="1055"/>
                    <a:pt x="1262" y="1055"/>
                    <a:pt x="1275" y="1055"/>
                  </a:cubicBezTo>
                  <a:cubicBezTo>
                    <a:pt x="1275" y="1045"/>
                    <a:pt x="1276" y="1038"/>
                    <a:pt x="1276" y="1031"/>
                  </a:cubicBezTo>
                  <a:close/>
                  <a:moveTo>
                    <a:pt x="0" y="1029"/>
                  </a:moveTo>
                  <a:cubicBezTo>
                    <a:pt x="0" y="1048"/>
                    <a:pt x="5" y="1056"/>
                    <a:pt x="26" y="1055"/>
                  </a:cubicBezTo>
                  <a:cubicBezTo>
                    <a:pt x="92" y="1054"/>
                    <a:pt x="158" y="1054"/>
                    <a:pt x="224" y="1055"/>
                  </a:cubicBezTo>
                  <a:cubicBezTo>
                    <a:pt x="244" y="1056"/>
                    <a:pt x="248" y="1049"/>
                    <a:pt x="248" y="1030"/>
                  </a:cubicBezTo>
                  <a:cubicBezTo>
                    <a:pt x="247" y="838"/>
                    <a:pt x="247" y="645"/>
                    <a:pt x="248" y="452"/>
                  </a:cubicBezTo>
                  <a:cubicBezTo>
                    <a:pt x="248" y="432"/>
                    <a:pt x="242" y="426"/>
                    <a:pt x="222" y="427"/>
                  </a:cubicBezTo>
                  <a:cubicBezTo>
                    <a:pt x="176" y="428"/>
                    <a:pt x="129" y="427"/>
                    <a:pt x="82" y="427"/>
                  </a:cubicBezTo>
                  <a:cubicBezTo>
                    <a:pt x="72" y="427"/>
                    <a:pt x="62" y="428"/>
                    <a:pt x="64" y="413"/>
                  </a:cubicBezTo>
                  <a:cubicBezTo>
                    <a:pt x="76" y="316"/>
                    <a:pt x="150" y="256"/>
                    <a:pt x="225" y="251"/>
                  </a:cubicBezTo>
                  <a:cubicBezTo>
                    <a:pt x="242" y="250"/>
                    <a:pt x="248" y="244"/>
                    <a:pt x="248" y="227"/>
                  </a:cubicBezTo>
                  <a:cubicBezTo>
                    <a:pt x="247" y="174"/>
                    <a:pt x="247" y="120"/>
                    <a:pt x="248" y="67"/>
                  </a:cubicBezTo>
                  <a:cubicBezTo>
                    <a:pt x="248" y="49"/>
                    <a:pt x="243" y="43"/>
                    <a:pt x="224" y="43"/>
                  </a:cubicBezTo>
                  <a:cubicBezTo>
                    <a:pt x="159" y="44"/>
                    <a:pt x="94" y="43"/>
                    <a:pt x="28" y="43"/>
                  </a:cubicBezTo>
                  <a:cubicBezTo>
                    <a:pt x="1" y="43"/>
                    <a:pt x="1" y="43"/>
                    <a:pt x="1" y="71"/>
                  </a:cubicBezTo>
                  <a:cubicBezTo>
                    <a:pt x="1" y="231"/>
                    <a:pt x="1" y="390"/>
                    <a:pt x="1" y="549"/>
                  </a:cubicBezTo>
                  <a:cubicBezTo>
                    <a:pt x="1" y="709"/>
                    <a:pt x="1" y="869"/>
                    <a:pt x="0" y="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451" name="Graphic 450">
              <a:extLst>
                <a:ext uri="{FF2B5EF4-FFF2-40B4-BE49-F238E27FC236}">
                  <a16:creationId xmlns:a16="http://schemas.microsoft.com/office/drawing/2014/main" id="{8C374509-2692-2A82-A010-8B9E06B4E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92569" y="3324980"/>
              <a:ext cx="284690" cy="725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7501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DDEDA-3AB7-30D1-8B86-D94006D5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1B91BEB-6AA8-1AD9-C99E-D3B1F49E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Ctu Mportaloremip su Mdolorsi’t Ametcon sec Tetura Dipis Cingelitsedd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9C47D5A-F854-DEE9-022B-BAA22BB59112}"/>
              </a:ext>
            </a:extLst>
          </p:cNvPr>
          <p:cNvSpPr/>
          <p:nvPr/>
        </p:nvSpPr>
        <p:spPr bwMode="auto">
          <a:xfrm>
            <a:off x="158597" y="1065852"/>
            <a:ext cx="11874589" cy="5281673"/>
          </a:xfrm>
          <a:prstGeom prst="roundRect">
            <a:avLst>
              <a:gd name="adj" fmla="val 1202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C228DCC-76F0-7CA3-7BAB-BE18D70573BB}"/>
              </a:ext>
            </a:extLst>
          </p:cNvPr>
          <p:cNvSpPr/>
          <p:nvPr/>
        </p:nvSpPr>
        <p:spPr bwMode="auto">
          <a:xfrm>
            <a:off x="8145420" y="1160399"/>
            <a:ext cx="3796788" cy="5092578"/>
          </a:xfrm>
          <a:prstGeom prst="roundRect">
            <a:avLst>
              <a:gd name="adj" fmla="val 1672"/>
            </a:avLst>
          </a:prstGeom>
          <a:pattFill prst="pct80">
            <a:fgClr>
              <a:srgbClr val="43515C"/>
            </a:fgClr>
            <a:bgClr>
              <a:srgbClr val="66737C"/>
            </a:bgClr>
          </a:patt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12CE3FA-E632-794E-8F99-90F69751A60A}"/>
              </a:ext>
            </a:extLst>
          </p:cNvPr>
          <p:cNvSpPr/>
          <p:nvPr/>
        </p:nvSpPr>
        <p:spPr>
          <a:xfrm>
            <a:off x="449369" y="3965816"/>
            <a:ext cx="3388190" cy="603931"/>
          </a:xfrm>
          <a:prstGeom prst="roundRect">
            <a:avLst>
              <a:gd name="adj" fmla="val 10514"/>
            </a:avLst>
          </a:prstGeom>
          <a:solidFill>
            <a:srgbClr val="A2ABB0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Oeiusmod Tempori Ncidi</a:t>
            </a:r>
          </a:p>
        </p:txBody>
      </p:sp>
      <p:grpSp>
        <p:nvGrpSpPr>
          <p:cNvPr id="34" name="Group 4">
            <a:extLst>
              <a:ext uri="{FF2B5EF4-FFF2-40B4-BE49-F238E27FC236}">
                <a16:creationId xmlns:a16="http://schemas.microsoft.com/office/drawing/2014/main" id="{8378EAD3-049A-E887-D308-0B08CE4635C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05584" y="3899596"/>
            <a:ext cx="763280" cy="346166"/>
            <a:chOff x="1228" y="2176"/>
            <a:chExt cx="402" cy="212"/>
          </a:xfrm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96477891-E6D6-8F32-D960-9F16EFA59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2190"/>
              <a:ext cx="48" cy="47"/>
            </a:xfrm>
            <a:custGeom>
              <a:avLst/>
              <a:gdLst>
                <a:gd name="T0" fmla="*/ 1 w 80"/>
                <a:gd name="T1" fmla="*/ 42 h 80"/>
                <a:gd name="T2" fmla="*/ 42 w 80"/>
                <a:gd name="T3" fmla="*/ 79 h 80"/>
                <a:gd name="T4" fmla="*/ 78 w 80"/>
                <a:gd name="T5" fmla="*/ 38 h 80"/>
                <a:gd name="T6" fmla="*/ 38 w 80"/>
                <a:gd name="T7" fmla="*/ 2 h 80"/>
                <a:gd name="T8" fmla="*/ 1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1" y="42"/>
                  </a:moveTo>
                  <a:cubicBezTo>
                    <a:pt x="2" y="64"/>
                    <a:pt x="20" y="80"/>
                    <a:pt x="42" y="79"/>
                  </a:cubicBezTo>
                  <a:cubicBezTo>
                    <a:pt x="63" y="78"/>
                    <a:pt x="80" y="60"/>
                    <a:pt x="78" y="38"/>
                  </a:cubicBezTo>
                  <a:cubicBezTo>
                    <a:pt x="77" y="17"/>
                    <a:pt x="59" y="0"/>
                    <a:pt x="38" y="2"/>
                  </a:cubicBezTo>
                  <a:cubicBezTo>
                    <a:pt x="16" y="3"/>
                    <a:pt x="0" y="21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F903CAC1-DB9E-B884-D849-48793AF9E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2205"/>
              <a:ext cx="48" cy="47"/>
            </a:xfrm>
            <a:custGeom>
              <a:avLst/>
              <a:gdLst>
                <a:gd name="T0" fmla="*/ 1 w 80"/>
                <a:gd name="T1" fmla="*/ 42 h 79"/>
                <a:gd name="T2" fmla="*/ 42 w 80"/>
                <a:gd name="T3" fmla="*/ 78 h 79"/>
                <a:gd name="T4" fmla="*/ 78 w 80"/>
                <a:gd name="T5" fmla="*/ 37 h 79"/>
                <a:gd name="T6" fmla="*/ 38 w 80"/>
                <a:gd name="T7" fmla="*/ 1 h 79"/>
                <a:gd name="T8" fmla="*/ 1 w 80"/>
                <a:gd name="T9" fmla="*/ 4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79">
                  <a:moveTo>
                    <a:pt x="1" y="42"/>
                  </a:moveTo>
                  <a:cubicBezTo>
                    <a:pt x="2" y="63"/>
                    <a:pt x="20" y="79"/>
                    <a:pt x="42" y="78"/>
                  </a:cubicBezTo>
                  <a:cubicBezTo>
                    <a:pt x="63" y="77"/>
                    <a:pt x="80" y="59"/>
                    <a:pt x="78" y="37"/>
                  </a:cubicBezTo>
                  <a:cubicBezTo>
                    <a:pt x="77" y="16"/>
                    <a:pt x="59" y="0"/>
                    <a:pt x="38" y="1"/>
                  </a:cubicBezTo>
                  <a:cubicBezTo>
                    <a:pt x="16" y="2"/>
                    <a:pt x="0" y="20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C3AA9BDE-4E7F-22CC-C748-0B698097F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207"/>
              <a:ext cx="48" cy="48"/>
            </a:xfrm>
            <a:custGeom>
              <a:avLst/>
              <a:gdLst>
                <a:gd name="T0" fmla="*/ 1 w 80"/>
                <a:gd name="T1" fmla="*/ 42 h 80"/>
                <a:gd name="T2" fmla="*/ 42 w 80"/>
                <a:gd name="T3" fmla="*/ 78 h 80"/>
                <a:gd name="T4" fmla="*/ 79 w 80"/>
                <a:gd name="T5" fmla="*/ 38 h 80"/>
                <a:gd name="T6" fmla="*/ 38 w 80"/>
                <a:gd name="T7" fmla="*/ 1 h 80"/>
                <a:gd name="T8" fmla="*/ 1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1" y="42"/>
                  </a:moveTo>
                  <a:cubicBezTo>
                    <a:pt x="2" y="63"/>
                    <a:pt x="21" y="80"/>
                    <a:pt x="42" y="78"/>
                  </a:cubicBezTo>
                  <a:cubicBezTo>
                    <a:pt x="63" y="77"/>
                    <a:pt x="80" y="59"/>
                    <a:pt x="79" y="38"/>
                  </a:cubicBezTo>
                  <a:cubicBezTo>
                    <a:pt x="77" y="16"/>
                    <a:pt x="59" y="0"/>
                    <a:pt x="38" y="1"/>
                  </a:cubicBezTo>
                  <a:cubicBezTo>
                    <a:pt x="16" y="2"/>
                    <a:pt x="0" y="20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DA9E15D2-F960-7BBD-D1EA-2A4E48993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0" y="2182"/>
              <a:ext cx="48" cy="48"/>
            </a:xfrm>
            <a:custGeom>
              <a:avLst/>
              <a:gdLst>
                <a:gd name="T0" fmla="*/ 1 w 80"/>
                <a:gd name="T1" fmla="*/ 42 h 80"/>
                <a:gd name="T2" fmla="*/ 42 w 80"/>
                <a:gd name="T3" fmla="*/ 79 h 80"/>
                <a:gd name="T4" fmla="*/ 79 w 80"/>
                <a:gd name="T5" fmla="*/ 38 h 80"/>
                <a:gd name="T6" fmla="*/ 38 w 80"/>
                <a:gd name="T7" fmla="*/ 1 h 80"/>
                <a:gd name="T8" fmla="*/ 1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1" y="42"/>
                  </a:moveTo>
                  <a:cubicBezTo>
                    <a:pt x="3" y="64"/>
                    <a:pt x="21" y="80"/>
                    <a:pt x="42" y="79"/>
                  </a:cubicBezTo>
                  <a:cubicBezTo>
                    <a:pt x="64" y="78"/>
                    <a:pt x="80" y="59"/>
                    <a:pt x="79" y="38"/>
                  </a:cubicBezTo>
                  <a:cubicBezTo>
                    <a:pt x="78" y="17"/>
                    <a:pt x="59" y="0"/>
                    <a:pt x="38" y="1"/>
                  </a:cubicBezTo>
                  <a:cubicBezTo>
                    <a:pt x="17" y="2"/>
                    <a:pt x="0" y="21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A00B2949-D907-D46F-C7D7-0737EDFEF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2207"/>
              <a:ext cx="48" cy="48"/>
            </a:xfrm>
            <a:custGeom>
              <a:avLst/>
              <a:gdLst>
                <a:gd name="T0" fmla="*/ 2 w 80"/>
                <a:gd name="T1" fmla="*/ 42 h 80"/>
                <a:gd name="T2" fmla="*/ 42 w 80"/>
                <a:gd name="T3" fmla="*/ 79 h 80"/>
                <a:gd name="T4" fmla="*/ 79 w 80"/>
                <a:gd name="T5" fmla="*/ 38 h 80"/>
                <a:gd name="T6" fmla="*/ 38 w 80"/>
                <a:gd name="T7" fmla="*/ 1 h 80"/>
                <a:gd name="T8" fmla="*/ 2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2" y="42"/>
                  </a:moveTo>
                  <a:cubicBezTo>
                    <a:pt x="3" y="63"/>
                    <a:pt x="21" y="80"/>
                    <a:pt x="42" y="79"/>
                  </a:cubicBezTo>
                  <a:cubicBezTo>
                    <a:pt x="64" y="77"/>
                    <a:pt x="80" y="59"/>
                    <a:pt x="79" y="38"/>
                  </a:cubicBezTo>
                  <a:cubicBezTo>
                    <a:pt x="78" y="16"/>
                    <a:pt x="60" y="0"/>
                    <a:pt x="38" y="1"/>
                  </a:cubicBezTo>
                  <a:cubicBezTo>
                    <a:pt x="17" y="2"/>
                    <a:pt x="0" y="21"/>
                    <a:pt x="2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E2848F33-7189-DF88-2E92-AF0EB53B1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" y="2188"/>
              <a:ext cx="57" cy="58"/>
            </a:xfrm>
            <a:custGeom>
              <a:avLst/>
              <a:gdLst>
                <a:gd name="T0" fmla="*/ 1 w 96"/>
                <a:gd name="T1" fmla="*/ 50 h 96"/>
                <a:gd name="T2" fmla="*/ 50 w 96"/>
                <a:gd name="T3" fmla="*/ 94 h 96"/>
                <a:gd name="T4" fmla="*/ 95 w 96"/>
                <a:gd name="T5" fmla="*/ 45 h 96"/>
                <a:gd name="T6" fmla="*/ 45 w 96"/>
                <a:gd name="T7" fmla="*/ 1 h 96"/>
                <a:gd name="T8" fmla="*/ 1 w 96"/>
                <a:gd name="T9" fmla="*/ 5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96">
                  <a:moveTo>
                    <a:pt x="1" y="50"/>
                  </a:moveTo>
                  <a:cubicBezTo>
                    <a:pt x="3" y="76"/>
                    <a:pt x="25" y="96"/>
                    <a:pt x="50" y="94"/>
                  </a:cubicBezTo>
                  <a:cubicBezTo>
                    <a:pt x="76" y="93"/>
                    <a:pt x="96" y="71"/>
                    <a:pt x="95" y="45"/>
                  </a:cubicBezTo>
                  <a:cubicBezTo>
                    <a:pt x="93" y="19"/>
                    <a:pt x="71" y="0"/>
                    <a:pt x="45" y="1"/>
                  </a:cubicBezTo>
                  <a:cubicBezTo>
                    <a:pt x="20" y="3"/>
                    <a:pt x="0" y="25"/>
                    <a:pt x="1" y="50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339E5D18-A0C5-2FCC-3953-F6F203743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2176"/>
              <a:ext cx="49" cy="49"/>
            </a:xfrm>
            <a:custGeom>
              <a:avLst/>
              <a:gdLst>
                <a:gd name="T0" fmla="*/ 1 w 82"/>
                <a:gd name="T1" fmla="*/ 43 h 82"/>
                <a:gd name="T2" fmla="*/ 43 w 82"/>
                <a:gd name="T3" fmla="*/ 81 h 82"/>
                <a:gd name="T4" fmla="*/ 81 w 82"/>
                <a:gd name="T5" fmla="*/ 39 h 82"/>
                <a:gd name="T6" fmla="*/ 39 w 82"/>
                <a:gd name="T7" fmla="*/ 1 h 82"/>
                <a:gd name="T8" fmla="*/ 1 w 82"/>
                <a:gd name="T9" fmla="*/ 4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82">
                  <a:moveTo>
                    <a:pt x="1" y="43"/>
                  </a:moveTo>
                  <a:cubicBezTo>
                    <a:pt x="2" y="66"/>
                    <a:pt x="21" y="82"/>
                    <a:pt x="43" y="81"/>
                  </a:cubicBezTo>
                  <a:cubicBezTo>
                    <a:pt x="65" y="80"/>
                    <a:pt x="82" y="61"/>
                    <a:pt x="81" y="39"/>
                  </a:cubicBezTo>
                  <a:cubicBezTo>
                    <a:pt x="80" y="17"/>
                    <a:pt x="61" y="0"/>
                    <a:pt x="39" y="1"/>
                  </a:cubicBezTo>
                  <a:cubicBezTo>
                    <a:pt x="17" y="3"/>
                    <a:pt x="0" y="21"/>
                    <a:pt x="1" y="43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Oval 21">
              <a:extLst>
                <a:ext uri="{FF2B5EF4-FFF2-40B4-BE49-F238E27FC236}">
                  <a16:creationId xmlns:a16="http://schemas.microsoft.com/office/drawing/2014/main" id="{8B493BB6-6AC5-E84F-48D5-98B136116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" y="2228"/>
              <a:ext cx="34" cy="34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0" name="Oval 22">
              <a:extLst>
                <a:ext uri="{FF2B5EF4-FFF2-40B4-BE49-F238E27FC236}">
                  <a16:creationId xmlns:a16="http://schemas.microsoft.com/office/drawing/2014/main" id="{54B7B439-04BE-F957-698B-E13949895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2241"/>
              <a:ext cx="34" cy="34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1" name="Oval 23">
              <a:extLst>
                <a:ext uri="{FF2B5EF4-FFF2-40B4-BE49-F238E27FC236}">
                  <a16:creationId xmlns:a16="http://schemas.microsoft.com/office/drawing/2014/main" id="{3168DC7C-6DD2-D237-F613-AA943FE1C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2234"/>
              <a:ext cx="34" cy="34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Oval 24">
              <a:extLst>
                <a:ext uri="{FF2B5EF4-FFF2-40B4-BE49-F238E27FC236}">
                  <a16:creationId xmlns:a16="http://schemas.microsoft.com/office/drawing/2014/main" id="{312E10CB-806F-729D-3C1C-93BD32733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2223"/>
              <a:ext cx="34" cy="34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0F6C67D3-6D73-F95A-455F-3B5EE5706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4" y="2206"/>
              <a:ext cx="34" cy="34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Oval 26">
              <a:extLst>
                <a:ext uri="{FF2B5EF4-FFF2-40B4-BE49-F238E27FC236}">
                  <a16:creationId xmlns:a16="http://schemas.microsoft.com/office/drawing/2014/main" id="{34C38D04-E385-D55F-3A1C-AD9B818A3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" y="2237"/>
              <a:ext cx="34" cy="35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Oval 27">
              <a:extLst>
                <a:ext uri="{FF2B5EF4-FFF2-40B4-BE49-F238E27FC236}">
                  <a16:creationId xmlns:a16="http://schemas.microsoft.com/office/drawing/2014/main" id="{BA886BF0-C495-F376-99A4-EFEEF762C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2224"/>
              <a:ext cx="42" cy="41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7" name="Oval 28">
              <a:extLst>
                <a:ext uri="{FF2B5EF4-FFF2-40B4-BE49-F238E27FC236}">
                  <a16:creationId xmlns:a16="http://schemas.microsoft.com/office/drawing/2014/main" id="{C5DC3BA9-B6DE-A2B6-2392-4BBDDB8E6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2209"/>
              <a:ext cx="47" cy="46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D65C7D37-2A3D-F094-2FC0-E33CC0D10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" y="2182"/>
              <a:ext cx="402" cy="206"/>
            </a:xfrm>
            <a:custGeom>
              <a:avLst/>
              <a:gdLst>
                <a:gd name="T0" fmla="*/ 661 w 671"/>
                <a:gd name="T1" fmla="*/ 63 h 346"/>
                <a:gd name="T2" fmla="*/ 566 w 671"/>
                <a:gd name="T3" fmla="*/ 5 h 346"/>
                <a:gd name="T4" fmla="*/ 542 w 671"/>
                <a:gd name="T5" fmla="*/ 0 h 346"/>
                <a:gd name="T6" fmla="*/ 505 w 671"/>
                <a:gd name="T7" fmla="*/ 38 h 346"/>
                <a:gd name="T8" fmla="*/ 521 w 671"/>
                <a:gd name="T9" fmla="*/ 74 h 346"/>
                <a:gd name="T10" fmla="*/ 358 w 671"/>
                <a:gd name="T11" fmla="*/ 131 h 346"/>
                <a:gd name="T12" fmla="*/ 201 w 671"/>
                <a:gd name="T13" fmla="*/ 78 h 346"/>
                <a:gd name="T14" fmla="*/ 209 w 671"/>
                <a:gd name="T15" fmla="*/ 48 h 346"/>
                <a:gd name="T16" fmla="*/ 175 w 671"/>
                <a:gd name="T17" fmla="*/ 15 h 346"/>
                <a:gd name="T18" fmla="*/ 158 w 671"/>
                <a:gd name="T19" fmla="*/ 17 h 346"/>
                <a:gd name="T20" fmla="*/ 20 w 671"/>
                <a:gd name="T21" fmla="*/ 59 h 346"/>
                <a:gd name="T22" fmla="*/ 0 w 671"/>
                <a:gd name="T23" fmla="*/ 59 h 346"/>
                <a:gd name="T24" fmla="*/ 358 w 671"/>
                <a:gd name="T25" fmla="*/ 346 h 346"/>
                <a:gd name="T26" fmla="*/ 671 w 671"/>
                <a:gd name="T27" fmla="*/ 63 h 346"/>
                <a:gd name="T28" fmla="*/ 661 w 671"/>
                <a:gd name="T29" fmla="*/ 63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1" h="346">
                  <a:moveTo>
                    <a:pt x="661" y="63"/>
                  </a:moveTo>
                  <a:cubicBezTo>
                    <a:pt x="626" y="63"/>
                    <a:pt x="596" y="22"/>
                    <a:pt x="566" y="5"/>
                  </a:cubicBezTo>
                  <a:cubicBezTo>
                    <a:pt x="559" y="1"/>
                    <a:pt x="551" y="0"/>
                    <a:pt x="542" y="0"/>
                  </a:cubicBezTo>
                  <a:cubicBezTo>
                    <a:pt x="522" y="2"/>
                    <a:pt x="506" y="18"/>
                    <a:pt x="505" y="38"/>
                  </a:cubicBezTo>
                  <a:cubicBezTo>
                    <a:pt x="504" y="53"/>
                    <a:pt x="511" y="66"/>
                    <a:pt x="521" y="74"/>
                  </a:cubicBezTo>
                  <a:cubicBezTo>
                    <a:pt x="477" y="110"/>
                    <a:pt x="420" y="131"/>
                    <a:pt x="358" y="131"/>
                  </a:cubicBezTo>
                  <a:cubicBezTo>
                    <a:pt x="299" y="131"/>
                    <a:pt x="244" y="111"/>
                    <a:pt x="201" y="78"/>
                  </a:cubicBezTo>
                  <a:cubicBezTo>
                    <a:pt x="207" y="70"/>
                    <a:pt x="211" y="60"/>
                    <a:pt x="209" y="48"/>
                  </a:cubicBezTo>
                  <a:cubicBezTo>
                    <a:pt x="207" y="31"/>
                    <a:pt x="193" y="16"/>
                    <a:pt x="175" y="15"/>
                  </a:cubicBezTo>
                  <a:cubicBezTo>
                    <a:pt x="169" y="14"/>
                    <a:pt x="163" y="15"/>
                    <a:pt x="158" y="17"/>
                  </a:cubicBezTo>
                  <a:cubicBezTo>
                    <a:pt x="122" y="29"/>
                    <a:pt x="57" y="59"/>
                    <a:pt x="20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32"/>
                    <a:pt x="185" y="346"/>
                    <a:pt x="358" y="346"/>
                  </a:cubicBezTo>
                  <a:cubicBezTo>
                    <a:pt x="531" y="346"/>
                    <a:pt x="671" y="236"/>
                    <a:pt x="671" y="63"/>
                  </a:cubicBezTo>
                  <a:lnTo>
                    <a:pt x="661" y="63"/>
                  </a:lnTo>
                  <a:close/>
                </a:path>
              </a:pathLst>
            </a:cu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51B15DE-1445-AFE6-2CA8-CC83C41594CC}"/>
              </a:ext>
            </a:extLst>
          </p:cNvPr>
          <p:cNvSpPr/>
          <p:nvPr/>
        </p:nvSpPr>
        <p:spPr>
          <a:xfrm>
            <a:off x="8357956" y="3002588"/>
            <a:ext cx="3388190" cy="603931"/>
          </a:xfrm>
          <a:prstGeom prst="roundRect">
            <a:avLst>
              <a:gd name="adj" fmla="val 10514"/>
            </a:avLst>
          </a:prstGeom>
          <a:solidFill>
            <a:srgbClr val="43515C"/>
          </a:solidFill>
          <a:ln w="6350" cap="flat" cmpd="sng" algn="ctr">
            <a:solidFill>
              <a:srgbClr val="A2ABB0"/>
            </a:solidFill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Dunt-Utl Aboreet Doloremag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D1B59073-4FE8-F1D3-F9F3-D0AD22BCC70C}"/>
              </a:ext>
            </a:extLst>
          </p:cNvPr>
          <p:cNvSpPr/>
          <p:nvPr/>
        </p:nvSpPr>
        <p:spPr>
          <a:xfrm>
            <a:off x="4387924" y="3542565"/>
            <a:ext cx="3388190" cy="603931"/>
          </a:xfrm>
          <a:prstGeom prst="roundRect">
            <a:avLst>
              <a:gd name="adj" fmla="val 10514"/>
            </a:avLst>
          </a:prstGeom>
          <a:solidFill>
            <a:srgbClr val="A2ABB0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Naaliquaute Nimadmini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BEE1817-6474-6FE7-9F7E-B91324AB47DE}"/>
              </a:ext>
            </a:extLst>
          </p:cNvPr>
          <p:cNvGrpSpPr/>
          <p:nvPr/>
        </p:nvGrpSpPr>
        <p:grpSpPr>
          <a:xfrm>
            <a:off x="9308274" y="1245175"/>
            <a:ext cx="1470910" cy="2085774"/>
            <a:chOff x="8675644" y="1057864"/>
            <a:chExt cx="1300206" cy="1843698"/>
          </a:xfrm>
          <a:effectLst>
            <a:outerShdw blurRad="152400" dir="5400000" sx="99000" sy="99000" algn="t" rotWithShape="0">
              <a:srgbClr val="0D4A81">
                <a:alpha val="33000"/>
              </a:srgbClr>
            </a:outerShdw>
          </a:effectLst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EBBFCE3-B8A8-DD61-84B4-0830D214DE7C}"/>
                </a:ext>
              </a:extLst>
            </p:cNvPr>
            <p:cNvSpPr/>
            <p:nvPr/>
          </p:nvSpPr>
          <p:spPr>
            <a:xfrm>
              <a:off x="8896675" y="2465510"/>
              <a:ext cx="310517" cy="198133"/>
            </a:xfrm>
            <a:custGeom>
              <a:avLst/>
              <a:gdLst>
                <a:gd name="connsiteX0" fmla="*/ 197949 w 360352"/>
                <a:gd name="connsiteY0" fmla="*/ 439410 h 439409"/>
                <a:gd name="connsiteX1" fmla="*/ 196110 w 360352"/>
                <a:gd name="connsiteY1" fmla="*/ 438184 h 439409"/>
                <a:gd name="connsiteX2" fmla="*/ 0 w 360352"/>
                <a:gd name="connsiteY2" fmla="*/ 316841 h 439409"/>
                <a:gd name="connsiteX3" fmla="*/ 3064 w 360352"/>
                <a:gd name="connsiteY3" fmla="*/ 311938 h 439409"/>
                <a:gd name="connsiteX4" fmla="*/ 197949 w 360352"/>
                <a:gd name="connsiteY4" fmla="*/ 432056 h 439409"/>
                <a:gd name="connsiteX5" fmla="*/ 286811 w 360352"/>
                <a:gd name="connsiteY5" fmla="*/ 378738 h 439409"/>
                <a:gd name="connsiteX6" fmla="*/ 286811 w 360352"/>
                <a:gd name="connsiteY6" fmla="*/ 252492 h 439409"/>
                <a:gd name="connsiteX7" fmla="*/ 354224 w 360352"/>
                <a:gd name="connsiteY7" fmla="*/ 144019 h 439409"/>
                <a:gd name="connsiteX8" fmla="*/ 354224 w 360352"/>
                <a:gd name="connsiteY8" fmla="*/ 0 h 439409"/>
                <a:gd name="connsiteX9" fmla="*/ 360353 w 360352"/>
                <a:gd name="connsiteY9" fmla="*/ 0 h 439409"/>
                <a:gd name="connsiteX10" fmla="*/ 360353 w 360352"/>
                <a:gd name="connsiteY10" fmla="*/ 145857 h 439409"/>
                <a:gd name="connsiteX11" fmla="*/ 292940 w 360352"/>
                <a:gd name="connsiteY11" fmla="*/ 254331 h 439409"/>
                <a:gd name="connsiteX12" fmla="*/ 292940 w 360352"/>
                <a:gd name="connsiteY12" fmla="*/ 382415 h 439409"/>
                <a:gd name="connsiteX0" fmla="*/ 197949 w 360353"/>
                <a:gd name="connsiteY0" fmla="*/ 439410 h 439410"/>
                <a:gd name="connsiteX1" fmla="*/ 196110 w 360353"/>
                <a:gd name="connsiteY1" fmla="*/ 438184 h 439410"/>
                <a:gd name="connsiteX2" fmla="*/ 0 w 360353"/>
                <a:gd name="connsiteY2" fmla="*/ 316841 h 439410"/>
                <a:gd name="connsiteX3" fmla="*/ 3064 w 360353"/>
                <a:gd name="connsiteY3" fmla="*/ 311938 h 439410"/>
                <a:gd name="connsiteX4" fmla="*/ 197949 w 360353"/>
                <a:gd name="connsiteY4" fmla="*/ 432056 h 439410"/>
                <a:gd name="connsiteX5" fmla="*/ 286811 w 360353"/>
                <a:gd name="connsiteY5" fmla="*/ 378738 h 439410"/>
                <a:gd name="connsiteX6" fmla="*/ 286811 w 360353"/>
                <a:gd name="connsiteY6" fmla="*/ 252492 h 439410"/>
                <a:gd name="connsiteX7" fmla="*/ 354224 w 360353"/>
                <a:gd name="connsiteY7" fmla="*/ 144019 h 439410"/>
                <a:gd name="connsiteX8" fmla="*/ 354224 w 360353"/>
                <a:gd name="connsiteY8" fmla="*/ 0 h 439410"/>
                <a:gd name="connsiteX9" fmla="*/ 360353 w 360353"/>
                <a:gd name="connsiteY9" fmla="*/ 145857 h 439410"/>
                <a:gd name="connsiteX10" fmla="*/ 292940 w 360353"/>
                <a:gd name="connsiteY10" fmla="*/ 254331 h 439410"/>
                <a:gd name="connsiteX11" fmla="*/ 292940 w 360353"/>
                <a:gd name="connsiteY11" fmla="*/ 382415 h 439410"/>
                <a:gd name="connsiteX12" fmla="*/ 197949 w 360353"/>
                <a:gd name="connsiteY12" fmla="*/ 439410 h 439410"/>
                <a:gd name="connsiteX0" fmla="*/ 197949 w 360353"/>
                <a:gd name="connsiteY0" fmla="*/ 295391 h 295391"/>
                <a:gd name="connsiteX1" fmla="*/ 196110 w 360353"/>
                <a:gd name="connsiteY1" fmla="*/ 294165 h 295391"/>
                <a:gd name="connsiteX2" fmla="*/ 0 w 360353"/>
                <a:gd name="connsiteY2" fmla="*/ 172822 h 295391"/>
                <a:gd name="connsiteX3" fmla="*/ 3064 w 360353"/>
                <a:gd name="connsiteY3" fmla="*/ 167919 h 295391"/>
                <a:gd name="connsiteX4" fmla="*/ 197949 w 360353"/>
                <a:gd name="connsiteY4" fmla="*/ 288037 h 295391"/>
                <a:gd name="connsiteX5" fmla="*/ 286811 w 360353"/>
                <a:gd name="connsiteY5" fmla="*/ 234719 h 295391"/>
                <a:gd name="connsiteX6" fmla="*/ 286811 w 360353"/>
                <a:gd name="connsiteY6" fmla="*/ 108473 h 295391"/>
                <a:gd name="connsiteX7" fmla="*/ 354224 w 360353"/>
                <a:gd name="connsiteY7" fmla="*/ 0 h 295391"/>
                <a:gd name="connsiteX8" fmla="*/ 360353 w 360353"/>
                <a:gd name="connsiteY8" fmla="*/ 1838 h 295391"/>
                <a:gd name="connsiteX9" fmla="*/ 292940 w 360353"/>
                <a:gd name="connsiteY9" fmla="*/ 110312 h 295391"/>
                <a:gd name="connsiteX10" fmla="*/ 292940 w 360353"/>
                <a:gd name="connsiteY10" fmla="*/ 238396 h 295391"/>
                <a:gd name="connsiteX11" fmla="*/ 197949 w 360353"/>
                <a:gd name="connsiteY11" fmla="*/ 295391 h 295391"/>
                <a:gd name="connsiteX0" fmla="*/ 197949 w 360353"/>
                <a:gd name="connsiteY0" fmla="*/ 295391 h 295391"/>
                <a:gd name="connsiteX1" fmla="*/ 196110 w 360353"/>
                <a:gd name="connsiteY1" fmla="*/ 294165 h 295391"/>
                <a:gd name="connsiteX2" fmla="*/ 0 w 360353"/>
                <a:gd name="connsiteY2" fmla="*/ 172822 h 295391"/>
                <a:gd name="connsiteX3" fmla="*/ 3064 w 360353"/>
                <a:gd name="connsiteY3" fmla="*/ 167919 h 295391"/>
                <a:gd name="connsiteX4" fmla="*/ 197949 w 360353"/>
                <a:gd name="connsiteY4" fmla="*/ 288037 h 295391"/>
                <a:gd name="connsiteX5" fmla="*/ 286811 w 360353"/>
                <a:gd name="connsiteY5" fmla="*/ 234719 h 295391"/>
                <a:gd name="connsiteX6" fmla="*/ 286811 w 360353"/>
                <a:gd name="connsiteY6" fmla="*/ 108473 h 295391"/>
                <a:gd name="connsiteX7" fmla="*/ 354224 w 360353"/>
                <a:gd name="connsiteY7" fmla="*/ 0 h 295391"/>
                <a:gd name="connsiteX8" fmla="*/ 360353 w 360353"/>
                <a:gd name="connsiteY8" fmla="*/ 1838 h 295391"/>
                <a:gd name="connsiteX9" fmla="*/ 292940 w 360353"/>
                <a:gd name="connsiteY9" fmla="*/ 110312 h 295391"/>
                <a:gd name="connsiteX10" fmla="*/ 292940 w 360353"/>
                <a:gd name="connsiteY10" fmla="*/ 238396 h 295391"/>
                <a:gd name="connsiteX11" fmla="*/ 197949 w 360353"/>
                <a:gd name="connsiteY11" fmla="*/ 295391 h 295391"/>
                <a:gd name="connsiteX0" fmla="*/ 197949 w 354224"/>
                <a:gd name="connsiteY0" fmla="*/ 295391 h 295391"/>
                <a:gd name="connsiteX1" fmla="*/ 196110 w 354224"/>
                <a:gd name="connsiteY1" fmla="*/ 294165 h 295391"/>
                <a:gd name="connsiteX2" fmla="*/ 0 w 354224"/>
                <a:gd name="connsiteY2" fmla="*/ 172822 h 295391"/>
                <a:gd name="connsiteX3" fmla="*/ 3064 w 354224"/>
                <a:gd name="connsiteY3" fmla="*/ 167919 h 295391"/>
                <a:gd name="connsiteX4" fmla="*/ 197949 w 354224"/>
                <a:gd name="connsiteY4" fmla="*/ 288037 h 295391"/>
                <a:gd name="connsiteX5" fmla="*/ 286811 w 354224"/>
                <a:gd name="connsiteY5" fmla="*/ 234719 h 295391"/>
                <a:gd name="connsiteX6" fmla="*/ 286811 w 354224"/>
                <a:gd name="connsiteY6" fmla="*/ 108473 h 295391"/>
                <a:gd name="connsiteX7" fmla="*/ 354224 w 354224"/>
                <a:gd name="connsiteY7" fmla="*/ 0 h 295391"/>
                <a:gd name="connsiteX8" fmla="*/ 292940 w 354224"/>
                <a:gd name="connsiteY8" fmla="*/ 110312 h 295391"/>
                <a:gd name="connsiteX9" fmla="*/ 292940 w 354224"/>
                <a:gd name="connsiteY9" fmla="*/ 238396 h 295391"/>
                <a:gd name="connsiteX10" fmla="*/ 197949 w 354224"/>
                <a:gd name="connsiteY10" fmla="*/ 295391 h 295391"/>
                <a:gd name="connsiteX0" fmla="*/ 197949 w 292940"/>
                <a:gd name="connsiteY0" fmla="*/ 186918 h 186918"/>
                <a:gd name="connsiteX1" fmla="*/ 196110 w 292940"/>
                <a:gd name="connsiteY1" fmla="*/ 185692 h 186918"/>
                <a:gd name="connsiteX2" fmla="*/ 0 w 292940"/>
                <a:gd name="connsiteY2" fmla="*/ 64349 h 186918"/>
                <a:gd name="connsiteX3" fmla="*/ 3064 w 292940"/>
                <a:gd name="connsiteY3" fmla="*/ 59446 h 186918"/>
                <a:gd name="connsiteX4" fmla="*/ 197949 w 292940"/>
                <a:gd name="connsiteY4" fmla="*/ 179564 h 186918"/>
                <a:gd name="connsiteX5" fmla="*/ 286811 w 292940"/>
                <a:gd name="connsiteY5" fmla="*/ 126246 h 186918"/>
                <a:gd name="connsiteX6" fmla="*/ 286811 w 292940"/>
                <a:gd name="connsiteY6" fmla="*/ 0 h 186918"/>
                <a:gd name="connsiteX7" fmla="*/ 292940 w 292940"/>
                <a:gd name="connsiteY7" fmla="*/ 1839 h 186918"/>
                <a:gd name="connsiteX8" fmla="*/ 292940 w 292940"/>
                <a:gd name="connsiteY8" fmla="*/ 129923 h 186918"/>
                <a:gd name="connsiteX9" fmla="*/ 197949 w 292940"/>
                <a:gd name="connsiteY9" fmla="*/ 186918 h 186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2940" h="186918">
                  <a:moveTo>
                    <a:pt x="197949" y="186918"/>
                  </a:moveTo>
                  <a:lnTo>
                    <a:pt x="196110" y="185692"/>
                  </a:lnTo>
                  <a:lnTo>
                    <a:pt x="0" y="64349"/>
                  </a:lnTo>
                  <a:lnTo>
                    <a:pt x="3064" y="59446"/>
                  </a:lnTo>
                  <a:lnTo>
                    <a:pt x="197949" y="179564"/>
                  </a:lnTo>
                  <a:lnTo>
                    <a:pt x="286811" y="126246"/>
                  </a:lnTo>
                  <a:lnTo>
                    <a:pt x="286811" y="0"/>
                  </a:lnTo>
                  <a:lnTo>
                    <a:pt x="292940" y="1839"/>
                  </a:lnTo>
                  <a:lnTo>
                    <a:pt x="292940" y="129923"/>
                  </a:lnTo>
                  <a:lnTo>
                    <a:pt x="197949" y="186918"/>
                  </a:lnTo>
                  <a:close/>
                </a:path>
              </a:pathLst>
            </a:custGeom>
            <a:solidFill>
              <a:srgbClr val="47FB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5BFBBDC-86F5-97D7-DB21-A652102DBC92}"/>
                </a:ext>
              </a:extLst>
            </p:cNvPr>
            <p:cNvSpPr/>
            <p:nvPr/>
          </p:nvSpPr>
          <p:spPr>
            <a:xfrm>
              <a:off x="9504068" y="2221740"/>
              <a:ext cx="302721" cy="311815"/>
            </a:xfrm>
            <a:custGeom>
              <a:avLst/>
              <a:gdLst>
                <a:gd name="connsiteX0" fmla="*/ 78444 w 285585"/>
                <a:gd name="connsiteY0" fmla="*/ 438184 h 438184"/>
                <a:gd name="connsiteX1" fmla="*/ 32481 w 285585"/>
                <a:gd name="connsiteY1" fmla="*/ 410606 h 438184"/>
                <a:gd name="connsiteX2" fmla="*/ 32481 w 285585"/>
                <a:gd name="connsiteY2" fmla="*/ 208367 h 438184"/>
                <a:gd name="connsiteX3" fmla="*/ 0 w 285585"/>
                <a:gd name="connsiteY3" fmla="*/ 145244 h 438184"/>
                <a:gd name="connsiteX4" fmla="*/ 0 w 285585"/>
                <a:gd name="connsiteY4" fmla="*/ 0 h 438184"/>
                <a:gd name="connsiteX5" fmla="*/ 6128 w 285585"/>
                <a:gd name="connsiteY5" fmla="*/ 0 h 438184"/>
                <a:gd name="connsiteX6" fmla="*/ 6128 w 285585"/>
                <a:gd name="connsiteY6" fmla="*/ 144019 h 438184"/>
                <a:gd name="connsiteX7" fmla="*/ 38609 w 285585"/>
                <a:gd name="connsiteY7" fmla="*/ 207142 h 438184"/>
                <a:gd name="connsiteX8" fmla="*/ 38609 w 285585"/>
                <a:gd name="connsiteY8" fmla="*/ 407542 h 438184"/>
                <a:gd name="connsiteX9" fmla="*/ 78444 w 285585"/>
                <a:gd name="connsiteY9" fmla="*/ 430830 h 438184"/>
                <a:gd name="connsiteX10" fmla="*/ 282521 w 285585"/>
                <a:gd name="connsiteY10" fmla="*/ 305810 h 438184"/>
                <a:gd name="connsiteX11" fmla="*/ 285586 w 285585"/>
                <a:gd name="connsiteY11" fmla="*/ 310712 h 438184"/>
                <a:gd name="connsiteX0" fmla="*/ 78444 w 285586"/>
                <a:gd name="connsiteY0" fmla="*/ 438184 h 438184"/>
                <a:gd name="connsiteX1" fmla="*/ 32481 w 285586"/>
                <a:gd name="connsiteY1" fmla="*/ 410606 h 438184"/>
                <a:gd name="connsiteX2" fmla="*/ 32481 w 285586"/>
                <a:gd name="connsiteY2" fmla="*/ 208367 h 438184"/>
                <a:gd name="connsiteX3" fmla="*/ 0 w 285586"/>
                <a:gd name="connsiteY3" fmla="*/ 145244 h 438184"/>
                <a:gd name="connsiteX4" fmla="*/ 0 w 285586"/>
                <a:gd name="connsiteY4" fmla="*/ 0 h 438184"/>
                <a:gd name="connsiteX5" fmla="*/ 6128 w 285586"/>
                <a:gd name="connsiteY5" fmla="*/ 144019 h 438184"/>
                <a:gd name="connsiteX6" fmla="*/ 38609 w 285586"/>
                <a:gd name="connsiteY6" fmla="*/ 207142 h 438184"/>
                <a:gd name="connsiteX7" fmla="*/ 38609 w 285586"/>
                <a:gd name="connsiteY7" fmla="*/ 407542 h 438184"/>
                <a:gd name="connsiteX8" fmla="*/ 78444 w 285586"/>
                <a:gd name="connsiteY8" fmla="*/ 430830 h 438184"/>
                <a:gd name="connsiteX9" fmla="*/ 282521 w 285586"/>
                <a:gd name="connsiteY9" fmla="*/ 305810 h 438184"/>
                <a:gd name="connsiteX10" fmla="*/ 285586 w 285586"/>
                <a:gd name="connsiteY10" fmla="*/ 310712 h 438184"/>
                <a:gd name="connsiteX11" fmla="*/ 78444 w 285586"/>
                <a:gd name="connsiteY11" fmla="*/ 438184 h 438184"/>
                <a:gd name="connsiteX0" fmla="*/ 78444 w 285586"/>
                <a:gd name="connsiteY0" fmla="*/ 294165 h 294165"/>
                <a:gd name="connsiteX1" fmla="*/ 32481 w 285586"/>
                <a:gd name="connsiteY1" fmla="*/ 266587 h 294165"/>
                <a:gd name="connsiteX2" fmla="*/ 32481 w 285586"/>
                <a:gd name="connsiteY2" fmla="*/ 64348 h 294165"/>
                <a:gd name="connsiteX3" fmla="*/ 0 w 285586"/>
                <a:gd name="connsiteY3" fmla="*/ 1225 h 294165"/>
                <a:gd name="connsiteX4" fmla="*/ 6128 w 285586"/>
                <a:gd name="connsiteY4" fmla="*/ 0 h 294165"/>
                <a:gd name="connsiteX5" fmla="*/ 38609 w 285586"/>
                <a:gd name="connsiteY5" fmla="*/ 63123 h 294165"/>
                <a:gd name="connsiteX6" fmla="*/ 38609 w 285586"/>
                <a:gd name="connsiteY6" fmla="*/ 263523 h 294165"/>
                <a:gd name="connsiteX7" fmla="*/ 78444 w 285586"/>
                <a:gd name="connsiteY7" fmla="*/ 286811 h 294165"/>
                <a:gd name="connsiteX8" fmla="*/ 282521 w 285586"/>
                <a:gd name="connsiteY8" fmla="*/ 161791 h 294165"/>
                <a:gd name="connsiteX9" fmla="*/ 285586 w 285586"/>
                <a:gd name="connsiteY9" fmla="*/ 166693 h 294165"/>
                <a:gd name="connsiteX10" fmla="*/ 78444 w 285586"/>
                <a:gd name="connsiteY10" fmla="*/ 294165 h 294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5586" h="294165">
                  <a:moveTo>
                    <a:pt x="78444" y="294165"/>
                  </a:moveTo>
                  <a:lnTo>
                    <a:pt x="32481" y="266587"/>
                  </a:lnTo>
                  <a:lnTo>
                    <a:pt x="32481" y="64348"/>
                  </a:lnTo>
                  <a:lnTo>
                    <a:pt x="0" y="1225"/>
                  </a:lnTo>
                  <a:lnTo>
                    <a:pt x="6128" y="0"/>
                  </a:lnTo>
                  <a:lnTo>
                    <a:pt x="38609" y="63123"/>
                  </a:lnTo>
                  <a:lnTo>
                    <a:pt x="38609" y="263523"/>
                  </a:lnTo>
                  <a:lnTo>
                    <a:pt x="78444" y="286811"/>
                  </a:lnTo>
                  <a:lnTo>
                    <a:pt x="282521" y="161791"/>
                  </a:lnTo>
                  <a:lnTo>
                    <a:pt x="285586" y="166693"/>
                  </a:lnTo>
                  <a:lnTo>
                    <a:pt x="78444" y="294165"/>
                  </a:lnTo>
                  <a:close/>
                </a:path>
              </a:pathLst>
            </a:custGeom>
            <a:solidFill>
              <a:srgbClr val="47FB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FB74043-A51B-5337-38DE-7BBFD92D057F}"/>
                </a:ext>
              </a:extLst>
            </p:cNvPr>
            <p:cNvSpPr/>
            <p:nvPr/>
          </p:nvSpPr>
          <p:spPr>
            <a:xfrm>
              <a:off x="9458593" y="2192506"/>
              <a:ext cx="302720" cy="464475"/>
            </a:xfrm>
            <a:custGeom>
              <a:avLst/>
              <a:gdLst>
                <a:gd name="connsiteX0" fmla="*/ 78444 w 285585"/>
                <a:gd name="connsiteY0" fmla="*/ 438184 h 438184"/>
                <a:gd name="connsiteX1" fmla="*/ 32481 w 285585"/>
                <a:gd name="connsiteY1" fmla="*/ 410606 h 438184"/>
                <a:gd name="connsiteX2" fmla="*/ 32481 w 285585"/>
                <a:gd name="connsiteY2" fmla="*/ 208367 h 438184"/>
                <a:gd name="connsiteX3" fmla="*/ 0 w 285585"/>
                <a:gd name="connsiteY3" fmla="*/ 145244 h 438184"/>
                <a:gd name="connsiteX4" fmla="*/ 0 w 285585"/>
                <a:gd name="connsiteY4" fmla="*/ 0 h 438184"/>
                <a:gd name="connsiteX5" fmla="*/ 6128 w 285585"/>
                <a:gd name="connsiteY5" fmla="*/ 0 h 438184"/>
                <a:gd name="connsiteX6" fmla="*/ 6128 w 285585"/>
                <a:gd name="connsiteY6" fmla="*/ 144019 h 438184"/>
                <a:gd name="connsiteX7" fmla="*/ 38609 w 285585"/>
                <a:gd name="connsiteY7" fmla="*/ 207142 h 438184"/>
                <a:gd name="connsiteX8" fmla="*/ 38609 w 285585"/>
                <a:gd name="connsiteY8" fmla="*/ 407542 h 438184"/>
                <a:gd name="connsiteX9" fmla="*/ 78444 w 285585"/>
                <a:gd name="connsiteY9" fmla="*/ 430830 h 438184"/>
                <a:gd name="connsiteX10" fmla="*/ 282521 w 285585"/>
                <a:gd name="connsiteY10" fmla="*/ 305810 h 438184"/>
                <a:gd name="connsiteX11" fmla="*/ 285586 w 285585"/>
                <a:gd name="connsiteY11" fmla="*/ 310712 h 43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5585" h="438184">
                  <a:moveTo>
                    <a:pt x="78444" y="438184"/>
                  </a:moveTo>
                  <a:lnTo>
                    <a:pt x="32481" y="410606"/>
                  </a:lnTo>
                  <a:lnTo>
                    <a:pt x="32481" y="208367"/>
                  </a:lnTo>
                  <a:lnTo>
                    <a:pt x="0" y="145244"/>
                  </a:lnTo>
                  <a:lnTo>
                    <a:pt x="0" y="0"/>
                  </a:lnTo>
                  <a:lnTo>
                    <a:pt x="6128" y="0"/>
                  </a:lnTo>
                  <a:lnTo>
                    <a:pt x="6128" y="144019"/>
                  </a:lnTo>
                  <a:lnTo>
                    <a:pt x="38609" y="207142"/>
                  </a:lnTo>
                  <a:lnTo>
                    <a:pt x="38609" y="407542"/>
                  </a:lnTo>
                  <a:lnTo>
                    <a:pt x="78444" y="430830"/>
                  </a:lnTo>
                  <a:lnTo>
                    <a:pt x="282521" y="305810"/>
                  </a:lnTo>
                  <a:lnTo>
                    <a:pt x="285586" y="310712"/>
                  </a:lnTo>
                  <a:close/>
                </a:path>
              </a:pathLst>
            </a:custGeom>
            <a:solidFill>
              <a:srgbClr val="47FB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6988DE7C-F245-5ACF-DADE-5D8D648AE3CD}"/>
                </a:ext>
              </a:extLst>
            </p:cNvPr>
            <p:cNvSpPr/>
            <p:nvPr/>
          </p:nvSpPr>
          <p:spPr>
            <a:xfrm>
              <a:off x="8895377" y="2221740"/>
              <a:ext cx="381974" cy="313114"/>
            </a:xfrm>
            <a:custGeom>
              <a:avLst/>
              <a:gdLst>
                <a:gd name="connsiteX0" fmla="*/ 197949 w 360352"/>
                <a:gd name="connsiteY0" fmla="*/ 438797 h 438796"/>
                <a:gd name="connsiteX1" fmla="*/ 196723 w 360352"/>
                <a:gd name="connsiteY1" fmla="*/ 438184 h 438796"/>
                <a:gd name="connsiteX2" fmla="*/ 0 w 360352"/>
                <a:gd name="connsiteY2" fmla="*/ 316841 h 438796"/>
                <a:gd name="connsiteX3" fmla="*/ 3677 w 360352"/>
                <a:gd name="connsiteY3" fmla="*/ 311325 h 438796"/>
                <a:gd name="connsiteX4" fmla="*/ 197949 w 360352"/>
                <a:gd name="connsiteY4" fmla="*/ 432056 h 438796"/>
                <a:gd name="connsiteX5" fmla="*/ 286811 w 360352"/>
                <a:gd name="connsiteY5" fmla="*/ 378738 h 438796"/>
                <a:gd name="connsiteX6" fmla="*/ 286811 w 360352"/>
                <a:gd name="connsiteY6" fmla="*/ 252492 h 438796"/>
                <a:gd name="connsiteX7" fmla="*/ 354224 w 360352"/>
                <a:gd name="connsiteY7" fmla="*/ 143406 h 438796"/>
                <a:gd name="connsiteX8" fmla="*/ 354224 w 360352"/>
                <a:gd name="connsiteY8" fmla="*/ 0 h 438796"/>
                <a:gd name="connsiteX9" fmla="*/ 360353 w 360352"/>
                <a:gd name="connsiteY9" fmla="*/ 0 h 438796"/>
                <a:gd name="connsiteX10" fmla="*/ 360353 w 360352"/>
                <a:gd name="connsiteY10" fmla="*/ 145244 h 438796"/>
                <a:gd name="connsiteX11" fmla="*/ 292940 w 360352"/>
                <a:gd name="connsiteY11" fmla="*/ 254331 h 438796"/>
                <a:gd name="connsiteX12" fmla="*/ 292940 w 360352"/>
                <a:gd name="connsiteY12" fmla="*/ 381802 h 438796"/>
                <a:gd name="connsiteX0" fmla="*/ 197949 w 360353"/>
                <a:gd name="connsiteY0" fmla="*/ 438797 h 438797"/>
                <a:gd name="connsiteX1" fmla="*/ 196723 w 360353"/>
                <a:gd name="connsiteY1" fmla="*/ 438184 h 438797"/>
                <a:gd name="connsiteX2" fmla="*/ 0 w 360353"/>
                <a:gd name="connsiteY2" fmla="*/ 316841 h 438797"/>
                <a:gd name="connsiteX3" fmla="*/ 3677 w 360353"/>
                <a:gd name="connsiteY3" fmla="*/ 311325 h 438797"/>
                <a:gd name="connsiteX4" fmla="*/ 197949 w 360353"/>
                <a:gd name="connsiteY4" fmla="*/ 432056 h 438797"/>
                <a:gd name="connsiteX5" fmla="*/ 286811 w 360353"/>
                <a:gd name="connsiteY5" fmla="*/ 378738 h 438797"/>
                <a:gd name="connsiteX6" fmla="*/ 286811 w 360353"/>
                <a:gd name="connsiteY6" fmla="*/ 252492 h 438797"/>
                <a:gd name="connsiteX7" fmla="*/ 354224 w 360353"/>
                <a:gd name="connsiteY7" fmla="*/ 143406 h 438797"/>
                <a:gd name="connsiteX8" fmla="*/ 354224 w 360353"/>
                <a:gd name="connsiteY8" fmla="*/ 0 h 438797"/>
                <a:gd name="connsiteX9" fmla="*/ 360353 w 360353"/>
                <a:gd name="connsiteY9" fmla="*/ 145244 h 438797"/>
                <a:gd name="connsiteX10" fmla="*/ 292940 w 360353"/>
                <a:gd name="connsiteY10" fmla="*/ 254331 h 438797"/>
                <a:gd name="connsiteX11" fmla="*/ 292940 w 360353"/>
                <a:gd name="connsiteY11" fmla="*/ 381802 h 438797"/>
                <a:gd name="connsiteX12" fmla="*/ 197949 w 360353"/>
                <a:gd name="connsiteY12" fmla="*/ 438797 h 438797"/>
                <a:gd name="connsiteX0" fmla="*/ 197949 w 360353"/>
                <a:gd name="connsiteY0" fmla="*/ 295391 h 295391"/>
                <a:gd name="connsiteX1" fmla="*/ 196723 w 360353"/>
                <a:gd name="connsiteY1" fmla="*/ 294778 h 295391"/>
                <a:gd name="connsiteX2" fmla="*/ 0 w 360353"/>
                <a:gd name="connsiteY2" fmla="*/ 173435 h 295391"/>
                <a:gd name="connsiteX3" fmla="*/ 3677 w 360353"/>
                <a:gd name="connsiteY3" fmla="*/ 167919 h 295391"/>
                <a:gd name="connsiteX4" fmla="*/ 197949 w 360353"/>
                <a:gd name="connsiteY4" fmla="*/ 288650 h 295391"/>
                <a:gd name="connsiteX5" fmla="*/ 286811 w 360353"/>
                <a:gd name="connsiteY5" fmla="*/ 235332 h 295391"/>
                <a:gd name="connsiteX6" fmla="*/ 286811 w 360353"/>
                <a:gd name="connsiteY6" fmla="*/ 109086 h 295391"/>
                <a:gd name="connsiteX7" fmla="*/ 354224 w 360353"/>
                <a:gd name="connsiteY7" fmla="*/ 0 h 295391"/>
                <a:gd name="connsiteX8" fmla="*/ 360353 w 360353"/>
                <a:gd name="connsiteY8" fmla="*/ 1838 h 295391"/>
                <a:gd name="connsiteX9" fmla="*/ 292940 w 360353"/>
                <a:gd name="connsiteY9" fmla="*/ 110925 h 295391"/>
                <a:gd name="connsiteX10" fmla="*/ 292940 w 360353"/>
                <a:gd name="connsiteY10" fmla="*/ 238396 h 295391"/>
                <a:gd name="connsiteX11" fmla="*/ 197949 w 360353"/>
                <a:gd name="connsiteY11" fmla="*/ 295391 h 29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0353" h="295391">
                  <a:moveTo>
                    <a:pt x="197949" y="295391"/>
                  </a:moveTo>
                  <a:lnTo>
                    <a:pt x="196723" y="294778"/>
                  </a:lnTo>
                  <a:lnTo>
                    <a:pt x="0" y="173435"/>
                  </a:lnTo>
                  <a:lnTo>
                    <a:pt x="3677" y="167919"/>
                  </a:lnTo>
                  <a:lnTo>
                    <a:pt x="197949" y="288650"/>
                  </a:lnTo>
                  <a:lnTo>
                    <a:pt x="286811" y="235332"/>
                  </a:lnTo>
                  <a:lnTo>
                    <a:pt x="286811" y="109086"/>
                  </a:lnTo>
                  <a:lnTo>
                    <a:pt x="354224" y="0"/>
                  </a:lnTo>
                  <a:lnTo>
                    <a:pt x="360353" y="1838"/>
                  </a:lnTo>
                  <a:lnTo>
                    <a:pt x="292940" y="110925"/>
                  </a:lnTo>
                  <a:lnTo>
                    <a:pt x="292940" y="238396"/>
                  </a:lnTo>
                  <a:lnTo>
                    <a:pt x="197949" y="295391"/>
                  </a:lnTo>
                  <a:close/>
                </a:path>
              </a:pathLst>
            </a:custGeom>
            <a:solidFill>
              <a:srgbClr val="47FB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584EAE7-6D8C-6153-F2C4-24E1959EA95F}"/>
                </a:ext>
              </a:extLst>
            </p:cNvPr>
            <p:cNvSpPr/>
            <p:nvPr/>
          </p:nvSpPr>
          <p:spPr>
            <a:xfrm>
              <a:off x="8975929" y="2271186"/>
              <a:ext cx="744459" cy="433943"/>
            </a:xfrm>
            <a:custGeom>
              <a:avLst/>
              <a:gdLst>
                <a:gd name="connsiteX0" fmla="*/ 0 w 702320"/>
                <a:gd name="connsiteY0" fmla="*/ 204690 h 409380"/>
                <a:gd name="connsiteX1" fmla="*/ 351773 w 702320"/>
                <a:gd name="connsiteY1" fmla="*/ 409380 h 409380"/>
                <a:gd name="connsiteX2" fmla="*/ 702320 w 702320"/>
                <a:gd name="connsiteY2" fmla="*/ 205303 h 409380"/>
                <a:gd name="connsiteX3" fmla="*/ 349935 w 702320"/>
                <a:gd name="connsiteY3" fmla="*/ 0 h 409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20" h="409380">
                  <a:moveTo>
                    <a:pt x="0" y="204690"/>
                  </a:moveTo>
                  <a:lnTo>
                    <a:pt x="351773" y="409380"/>
                  </a:lnTo>
                  <a:lnTo>
                    <a:pt x="702320" y="205303"/>
                  </a:lnTo>
                  <a:lnTo>
                    <a:pt x="349935" y="0"/>
                  </a:lnTo>
                  <a:close/>
                </a:path>
              </a:pathLst>
            </a:custGeom>
            <a:solidFill>
              <a:srgbClr val="0D4A81"/>
            </a:solidFill>
            <a:ln w="6100" cap="flat">
              <a:noFill/>
              <a:prstDash val="solid"/>
              <a:miter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82067DB-2551-F81A-5C95-C7F972624127}"/>
                </a:ext>
              </a:extLst>
            </p:cNvPr>
            <p:cNvSpPr/>
            <p:nvPr/>
          </p:nvSpPr>
          <p:spPr>
            <a:xfrm>
              <a:off x="9002563" y="2426013"/>
              <a:ext cx="346245" cy="262444"/>
            </a:xfrm>
            <a:custGeom>
              <a:avLst/>
              <a:gdLst>
                <a:gd name="connsiteX0" fmla="*/ 326646 w 326646"/>
                <a:gd name="connsiteY0" fmla="*/ 189982 h 247589"/>
                <a:gd name="connsiteX1" fmla="*/ 326646 w 326646"/>
                <a:gd name="connsiteY1" fmla="*/ 247589 h 247589"/>
                <a:gd name="connsiteX2" fmla="*/ 0 w 326646"/>
                <a:gd name="connsiteY2" fmla="*/ 56995 h 247589"/>
                <a:gd name="connsiteX3" fmla="*/ 0 w 326646"/>
                <a:gd name="connsiteY3" fmla="*/ 0 h 24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6646" h="247589">
                  <a:moveTo>
                    <a:pt x="326646" y="189982"/>
                  </a:moveTo>
                  <a:lnTo>
                    <a:pt x="326646" y="247589"/>
                  </a:lnTo>
                  <a:lnTo>
                    <a:pt x="0" y="56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8BBD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BD08DF9-48DD-7DC9-F7CB-0F13F0FF1A9C}"/>
                </a:ext>
              </a:extLst>
            </p:cNvPr>
            <p:cNvSpPr/>
            <p:nvPr/>
          </p:nvSpPr>
          <p:spPr>
            <a:xfrm>
              <a:off x="8975929" y="2072622"/>
              <a:ext cx="744459" cy="433943"/>
            </a:xfrm>
            <a:custGeom>
              <a:avLst/>
              <a:gdLst>
                <a:gd name="connsiteX0" fmla="*/ 0 w 702320"/>
                <a:gd name="connsiteY0" fmla="*/ 204690 h 409380"/>
                <a:gd name="connsiteX1" fmla="*/ 351773 w 702320"/>
                <a:gd name="connsiteY1" fmla="*/ 409380 h 409380"/>
                <a:gd name="connsiteX2" fmla="*/ 702320 w 702320"/>
                <a:gd name="connsiteY2" fmla="*/ 205303 h 409380"/>
                <a:gd name="connsiteX3" fmla="*/ 349935 w 702320"/>
                <a:gd name="connsiteY3" fmla="*/ 0 h 409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20" h="409380">
                  <a:moveTo>
                    <a:pt x="0" y="204690"/>
                  </a:moveTo>
                  <a:lnTo>
                    <a:pt x="351773" y="409380"/>
                  </a:lnTo>
                  <a:lnTo>
                    <a:pt x="702320" y="205303"/>
                  </a:lnTo>
                  <a:lnTo>
                    <a:pt x="349935" y="0"/>
                  </a:lnTo>
                  <a:close/>
                </a:path>
              </a:pathLst>
            </a:custGeom>
            <a:solidFill>
              <a:srgbClr val="1473CA"/>
            </a:solidFill>
            <a:ln w="6100" cap="flat">
              <a:noFill/>
              <a:prstDash val="solid"/>
              <a:miter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862E349-DAC6-939D-D644-64A52FF23204}"/>
                </a:ext>
              </a:extLst>
            </p:cNvPr>
            <p:cNvSpPr/>
            <p:nvPr/>
          </p:nvSpPr>
          <p:spPr>
            <a:xfrm>
              <a:off x="8975929" y="2289594"/>
              <a:ext cx="372878" cy="381973"/>
            </a:xfrm>
            <a:custGeom>
              <a:avLst/>
              <a:gdLst>
                <a:gd name="connsiteX0" fmla="*/ 351773 w 351772"/>
                <a:gd name="connsiteY0" fmla="*/ 204690 h 360352"/>
                <a:gd name="connsiteX1" fmla="*/ 351773 w 351772"/>
                <a:gd name="connsiteY1" fmla="*/ 360353 h 360352"/>
                <a:gd name="connsiteX2" fmla="*/ 0 w 351772"/>
                <a:gd name="connsiteY2" fmla="*/ 155050 h 360352"/>
                <a:gd name="connsiteX3" fmla="*/ 0 w 351772"/>
                <a:gd name="connsiteY3" fmla="*/ 0 h 36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772" h="360352">
                  <a:moveTo>
                    <a:pt x="351773" y="204690"/>
                  </a:moveTo>
                  <a:lnTo>
                    <a:pt x="351773" y="360353"/>
                  </a:lnTo>
                  <a:lnTo>
                    <a:pt x="0" y="155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B7F6"/>
            </a:solidFill>
            <a:ln w="6100" cap="flat">
              <a:noFill/>
              <a:prstDash val="solid"/>
              <a:miter/>
            </a:ln>
            <a:effectLst>
              <a:outerShdw blurRad="190500" dist="38100" dir="5400000" rotWithShape="0">
                <a:srgbClr val="459FED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0DF1AA6-28A8-92EF-0A98-0E9BFD78791B}"/>
                </a:ext>
              </a:extLst>
            </p:cNvPr>
            <p:cNvSpPr/>
            <p:nvPr/>
          </p:nvSpPr>
          <p:spPr>
            <a:xfrm>
              <a:off x="9348809" y="2487077"/>
              <a:ext cx="371580" cy="341048"/>
            </a:xfrm>
            <a:custGeom>
              <a:avLst/>
              <a:gdLst>
                <a:gd name="connsiteX0" fmla="*/ 0 w 350547"/>
                <a:gd name="connsiteY0" fmla="*/ 204690 h 321743"/>
                <a:gd name="connsiteX1" fmla="*/ 0 w 350547"/>
                <a:gd name="connsiteY1" fmla="*/ 321744 h 321743"/>
                <a:gd name="connsiteX2" fmla="*/ 350547 w 350547"/>
                <a:gd name="connsiteY2" fmla="*/ 117666 h 321743"/>
                <a:gd name="connsiteX3" fmla="*/ 350547 w 350547"/>
                <a:gd name="connsiteY3" fmla="*/ 0 h 321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0547" h="321743">
                  <a:moveTo>
                    <a:pt x="0" y="204690"/>
                  </a:moveTo>
                  <a:lnTo>
                    <a:pt x="0" y="321744"/>
                  </a:lnTo>
                  <a:lnTo>
                    <a:pt x="350547" y="117666"/>
                  </a:lnTo>
                  <a:lnTo>
                    <a:pt x="350547" y="0"/>
                  </a:lnTo>
                  <a:close/>
                </a:path>
              </a:pathLst>
            </a:custGeom>
            <a:solidFill>
              <a:srgbClr val="459FED"/>
            </a:solidFill>
            <a:ln w="6100" cap="flat">
              <a:noFill/>
              <a:prstDash val="solid"/>
              <a:miter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8D4FBA1-06E2-B2AA-83E8-FC30DBCEE355}"/>
                </a:ext>
              </a:extLst>
            </p:cNvPr>
            <p:cNvSpPr/>
            <p:nvPr/>
          </p:nvSpPr>
          <p:spPr>
            <a:xfrm>
              <a:off x="9348809" y="2426013"/>
              <a:ext cx="344945" cy="262444"/>
            </a:xfrm>
            <a:custGeom>
              <a:avLst/>
              <a:gdLst>
                <a:gd name="connsiteX0" fmla="*/ 0 w 325420"/>
                <a:gd name="connsiteY0" fmla="*/ 189982 h 247589"/>
                <a:gd name="connsiteX1" fmla="*/ 0 w 325420"/>
                <a:gd name="connsiteY1" fmla="*/ 247589 h 247589"/>
                <a:gd name="connsiteX2" fmla="*/ 325421 w 325420"/>
                <a:gd name="connsiteY2" fmla="*/ 57607 h 247589"/>
                <a:gd name="connsiteX3" fmla="*/ 325421 w 325420"/>
                <a:gd name="connsiteY3" fmla="*/ 0 h 24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5420" h="247589">
                  <a:moveTo>
                    <a:pt x="0" y="189982"/>
                  </a:moveTo>
                  <a:lnTo>
                    <a:pt x="0" y="247589"/>
                  </a:lnTo>
                  <a:lnTo>
                    <a:pt x="325421" y="57607"/>
                  </a:lnTo>
                  <a:lnTo>
                    <a:pt x="325421" y="0"/>
                  </a:lnTo>
                  <a:close/>
                </a:path>
              </a:pathLst>
            </a:custGeom>
            <a:solidFill>
              <a:srgbClr val="1473CA"/>
            </a:solidFill>
            <a:ln w="6100" cap="flat">
              <a:noFill/>
              <a:prstDash val="solid"/>
              <a:miter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B0F01AE-B48D-88F7-0A2D-C46EC45C2950}"/>
                </a:ext>
              </a:extLst>
            </p:cNvPr>
            <p:cNvSpPr/>
            <p:nvPr/>
          </p:nvSpPr>
          <p:spPr>
            <a:xfrm>
              <a:off x="9348809" y="2290243"/>
              <a:ext cx="371580" cy="381324"/>
            </a:xfrm>
            <a:custGeom>
              <a:avLst/>
              <a:gdLst>
                <a:gd name="connsiteX0" fmla="*/ 0 w 350547"/>
                <a:gd name="connsiteY0" fmla="*/ 204077 h 359740"/>
                <a:gd name="connsiteX1" fmla="*/ 0 w 350547"/>
                <a:gd name="connsiteY1" fmla="*/ 359740 h 359740"/>
                <a:gd name="connsiteX2" fmla="*/ 350547 w 350547"/>
                <a:gd name="connsiteY2" fmla="*/ 155050 h 359740"/>
                <a:gd name="connsiteX3" fmla="*/ 350547 w 350547"/>
                <a:gd name="connsiteY3" fmla="*/ 0 h 359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0547" h="359740">
                  <a:moveTo>
                    <a:pt x="0" y="204077"/>
                  </a:moveTo>
                  <a:lnTo>
                    <a:pt x="0" y="359740"/>
                  </a:lnTo>
                  <a:lnTo>
                    <a:pt x="350547" y="155050"/>
                  </a:lnTo>
                  <a:lnTo>
                    <a:pt x="350547" y="0"/>
                  </a:lnTo>
                  <a:close/>
                </a:path>
              </a:pathLst>
            </a:custGeom>
            <a:solidFill>
              <a:srgbClr val="459FED"/>
            </a:solidFill>
            <a:ln w="6100" cap="flat">
              <a:noFill/>
              <a:prstDash val="solid"/>
              <a:miter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6C03C03-9CED-BF70-262B-BAF5A450A2D1}"/>
                </a:ext>
              </a:extLst>
            </p:cNvPr>
            <p:cNvSpPr/>
            <p:nvPr/>
          </p:nvSpPr>
          <p:spPr>
            <a:xfrm>
              <a:off x="9389734" y="2441603"/>
              <a:ext cx="139667" cy="445343"/>
            </a:xfrm>
            <a:custGeom>
              <a:avLst/>
              <a:gdLst>
                <a:gd name="connsiteX0" fmla="*/ 128085 w 131761"/>
                <a:gd name="connsiteY0" fmla="*/ 560753 h 560753"/>
                <a:gd name="connsiteX1" fmla="*/ 0 w 131761"/>
                <a:gd name="connsiteY1" fmla="*/ 483535 h 560753"/>
                <a:gd name="connsiteX2" fmla="*/ 0 w 131761"/>
                <a:gd name="connsiteY2" fmla="*/ 352999 h 560753"/>
                <a:gd name="connsiteX3" fmla="*/ 100507 w 131761"/>
                <a:gd name="connsiteY3" fmla="*/ 144019 h 560753"/>
                <a:gd name="connsiteX4" fmla="*/ 100507 w 131761"/>
                <a:gd name="connsiteY4" fmla="*/ 0 h 560753"/>
                <a:gd name="connsiteX5" fmla="*/ 106635 w 131761"/>
                <a:gd name="connsiteY5" fmla="*/ 0 h 560753"/>
                <a:gd name="connsiteX6" fmla="*/ 106635 w 131761"/>
                <a:gd name="connsiteY6" fmla="*/ 145244 h 560753"/>
                <a:gd name="connsiteX7" fmla="*/ 106635 w 131761"/>
                <a:gd name="connsiteY7" fmla="*/ 145857 h 560753"/>
                <a:gd name="connsiteX8" fmla="*/ 6128 w 131761"/>
                <a:gd name="connsiteY8" fmla="*/ 355450 h 560753"/>
                <a:gd name="connsiteX9" fmla="*/ 6128 w 131761"/>
                <a:gd name="connsiteY9" fmla="*/ 479857 h 560753"/>
                <a:gd name="connsiteX10" fmla="*/ 131762 w 131761"/>
                <a:gd name="connsiteY10" fmla="*/ 555238 h 56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1761" h="560753">
                  <a:moveTo>
                    <a:pt x="128085" y="560753"/>
                  </a:moveTo>
                  <a:lnTo>
                    <a:pt x="0" y="483535"/>
                  </a:lnTo>
                  <a:lnTo>
                    <a:pt x="0" y="352999"/>
                  </a:lnTo>
                  <a:lnTo>
                    <a:pt x="100507" y="144019"/>
                  </a:lnTo>
                  <a:lnTo>
                    <a:pt x="100507" y="0"/>
                  </a:lnTo>
                  <a:lnTo>
                    <a:pt x="106635" y="0"/>
                  </a:lnTo>
                  <a:lnTo>
                    <a:pt x="106635" y="145244"/>
                  </a:lnTo>
                  <a:lnTo>
                    <a:pt x="106635" y="145857"/>
                  </a:lnTo>
                  <a:lnTo>
                    <a:pt x="6128" y="355450"/>
                  </a:lnTo>
                  <a:lnTo>
                    <a:pt x="6128" y="479857"/>
                  </a:lnTo>
                  <a:lnTo>
                    <a:pt x="131762" y="555238"/>
                  </a:lnTo>
                  <a:close/>
                </a:path>
              </a:pathLst>
            </a:custGeom>
            <a:gradFill>
              <a:gsLst>
                <a:gs pos="0">
                  <a:srgbClr val="1473CA"/>
                </a:gs>
                <a:gs pos="55000">
                  <a:srgbClr val="47FBFF"/>
                </a:gs>
                <a:gs pos="100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22343B3-11F3-73E5-D9C1-BB94894ECFAD}"/>
                </a:ext>
              </a:extLst>
            </p:cNvPr>
            <p:cNvSpPr/>
            <p:nvPr/>
          </p:nvSpPr>
          <p:spPr>
            <a:xfrm>
              <a:off x="9792333" y="2379920"/>
              <a:ext cx="37352" cy="21436"/>
            </a:xfrm>
            <a:custGeom>
              <a:avLst/>
              <a:gdLst>
                <a:gd name="connsiteX0" fmla="*/ 30183 w 35238"/>
                <a:gd name="connsiteY0" fmla="*/ 17466 h 20223"/>
                <a:gd name="connsiteX1" fmla="*/ 5056 w 35238"/>
                <a:gd name="connsiteY1" fmla="*/ 17466 h 20223"/>
                <a:gd name="connsiteX2" fmla="*/ 5056 w 35238"/>
                <a:gd name="connsiteY2" fmla="*/ 2758 h 20223"/>
                <a:gd name="connsiteX3" fmla="*/ 30183 w 35238"/>
                <a:gd name="connsiteY3" fmla="*/ 2758 h 20223"/>
                <a:gd name="connsiteX4" fmla="*/ 30183 w 35238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38" h="20223">
                  <a:moveTo>
                    <a:pt x="30183" y="17466"/>
                  </a:moveTo>
                  <a:cubicBezTo>
                    <a:pt x="23441" y="21143"/>
                    <a:pt x="12410" y="21143"/>
                    <a:pt x="5056" y="17466"/>
                  </a:cubicBezTo>
                  <a:cubicBezTo>
                    <a:pt x="-1685" y="13176"/>
                    <a:pt x="-1685" y="7048"/>
                    <a:pt x="5056" y="2758"/>
                  </a:cubicBezTo>
                  <a:cubicBezTo>
                    <a:pt x="11797" y="-919"/>
                    <a:pt x="22828" y="-919"/>
                    <a:pt x="30183" y="2758"/>
                  </a:cubicBezTo>
                  <a:cubicBezTo>
                    <a:pt x="36924" y="7048"/>
                    <a:pt x="36924" y="13789"/>
                    <a:pt x="30183" y="17466"/>
                  </a:cubicBezTo>
                  <a:close/>
                </a:path>
              </a:pathLst>
            </a:custGeom>
            <a:solidFill>
              <a:srgbClr val="47FB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7A31B84-CE23-275F-3BF9-4ADF8D12BCDB}"/>
                </a:ext>
              </a:extLst>
            </p:cNvPr>
            <p:cNvSpPr/>
            <p:nvPr/>
          </p:nvSpPr>
          <p:spPr>
            <a:xfrm>
              <a:off x="9746860" y="2503348"/>
              <a:ext cx="37352" cy="21436"/>
            </a:xfrm>
            <a:custGeom>
              <a:avLst/>
              <a:gdLst>
                <a:gd name="connsiteX0" fmla="*/ 30183 w 35238"/>
                <a:gd name="connsiteY0" fmla="*/ 17466 h 20223"/>
                <a:gd name="connsiteX1" fmla="*/ 5056 w 35238"/>
                <a:gd name="connsiteY1" fmla="*/ 17466 h 20223"/>
                <a:gd name="connsiteX2" fmla="*/ 5056 w 35238"/>
                <a:gd name="connsiteY2" fmla="*/ 2758 h 20223"/>
                <a:gd name="connsiteX3" fmla="*/ 30183 w 35238"/>
                <a:gd name="connsiteY3" fmla="*/ 2758 h 20223"/>
                <a:gd name="connsiteX4" fmla="*/ 30183 w 35238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38" h="20223">
                  <a:moveTo>
                    <a:pt x="30183" y="17466"/>
                  </a:moveTo>
                  <a:cubicBezTo>
                    <a:pt x="23441" y="21143"/>
                    <a:pt x="12410" y="21143"/>
                    <a:pt x="5056" y="17466"/>
                  </a:cubicBezTo>
                  <a:cubicBezTo>
                    <a:pt x="-1685" y="13176"/>
                    <a:pt x="-1685" y="7048"/>
                    <a:pt x="5056" y="2758"/>
                  </a:cubicBezTo>
                  <a:cubicBezTo>
                    <a:pt x="11797" y="-919"/>
                    <a:pt x="22828" y="-919"/>
                    <a:pt x="30183" y="2758"/>
                  </a:cubicBezTo>
                  <a:cubicBezTo>
                    <a:pt x="36924" y="7048"/>
                    <a:pt x="36924" y="13789"/>
                    <a:pt x="30183" y="17466"/>
                  </a:cubicBezTo>
                  <a:close/>
                </a:path>
              </a:pathLst>
            </a:custGeom>
            <a:solidFill>
              <a:srgbClr val="47FB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AC81C0C-64E2-6044-413D-5B2A4D0D10BA}"/>
                </a:ext>
              </a:extLst>
            </p:cNvPr>
            <p:cNvSpPr/>
            <p:nvPr/>
          </p:nvSpPr>
          <p:spPr>
            <a:xfrm>
              <a:off x="8868580" y="2390315"/>
              <a:ext cx="37840" cy="21436"/>
            </a:xfrm>
            <a:custGeom>
              <a:avLst/>
              <a:gdLst>
                <a:gd name="connsiteX0" fmla="*/ 30183 w 35698"/>
                <a:gd name="connsiteY0" fmla="*/ 17466 h 20223"/>
                <a:gd name="connsiteX1" fmla="*/ 5056 w 35698"/>
                <a:gd name="connsiteY1" fmla="*/ 17466 h 20223"/>
                <a:gd name="connsiteX2" fmla="*/ 5056 w 35698"/>
                <a:gd name="connsiteY2" fmla="*/ 2758 h 20223"/>
                <a:gd name="connsiteX3" fmla="*/ 30183 w 35698"/>
                <a:gd name="connsiteY3" fmla="*/ 2758 h 20223"/>
                <a:gd name="connsiteX4" fmla="*/ 30183 w 35698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98" h="20223">
                  <a:moveTo>
                    <a:pt x="30183" y="17466"/>
                  </a:moveTo>
                  <a:cubicBezTo>
                    <a:pt x="23441" y="21143"/>
                    <a:pt x="12410" y="21143"/>
                    <a:pt x="5056" y="17466"/>
                  </a:cubicBezTo>
                  <a:cubicBezTo>
                    <a:pt x="-1685" y="13176"/>
                    <a:pt x="-1685" y="7048"/>
                    <a:pt x="5056" y="2758"/>
                  </a:cubicBezTo>
                  <a:cubicBezTo>
                    <a:pt x="11797" y="-919"/>
                    <a:pt x="22828" y="-919"/>
                    <a:pt x="30183" y="2758"/>
                  </a:cubicBezTo>
                  <a:cubicBezTo>
                    <a:pt x="37537" y="7048"/>
                    <a:pt x="37537" y="13176"/>
                    <a:pt x="30183" y="17466"/>
                  </a:cubicBezTo>
                  <a:close/>
                </a:path>
              </a:pathLst>
            </a:custGeom>
            <a:solidFill>
              <a:srgbClr val="47FB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56B7672-8220-A637-0369-F711DAA47800}"/>
                </a:ext>
              </a:extLst>
            </p:cNvPr>
            <p:cNvSpPr/>
            <p:nvPr/>
          </p:nvSpPr>
          <p:spPr>
            <a:xfrm>
              <a:off x="8869880" y="2511793"/>
              <a:ext cx="37352" cy="21436"/>
            </a:xfrm>
            <a:custGeom>
              <a:avLst/>
              <a:gdLst>
                <a:gd name="connsiteX0" fmla="*/ 30183 w 35238"/>
                <a:gd name="connsiteY0" fmla="*/ 17466 h 20223"/>
                <a:gd name="connsiteX1" fmla="*/ 5056 w 35238"/>
                <a:gd name="connsiteY1" fmla="*/ 17466 h 20223"/>
                <a:gd name="connsiteX2" fmla="*/ 5056 w 35238"/>
                <a:gd name="connsiteY2" fmla="*/ 2758 h 20223"/>
                <a:gd name="connsiteX3" fmla="*/ 30183 w 35238"/>
                <a:gd name="connsiteY3" fmla="*/ 2758 h 20223"/>
                <a:gd name="connsiteX4" fmla="*/ 30183 w 35238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38" h="20223">
                  <a:moveTo>
                    <a:pt x="30183" y="17466"/>
                  </a:moveTo>
                  <a:cubicBezTo>
                    <a:pt x="23441" y="21143"/>
                    <a:pt x="12410" y="21143"/>
                    <a:pt x="5056" y="17466"/>
                  </a:cubicBezTo>
                  <a:cubicBezTo>
                    <a:pt x="-1685" y="13176"/>
                    <a:pt x="-1685" y="7048"/>
                    <a:pt x="5056" y="2758"/>
                  </a:cubicBezTo>
                  <a:cubicBezTo>
                    <a:pt x="11797" y="-919"/>
                    <a:pt x="22828" y="-919"/>
                    <a:pt x="30183" y="2758"/>
                  </a:cubicBezTo>
                  <a:cubicBezTo>
                    <a:pt x="36924" y="7048"/>
                    <a:pt x="36924" y="13789"/>
                    <a:pt x="30183" y="17466"/>
                  </a:cubicBezTo>
                  <a:close/>
                </a:path>
              </a:pathLst>
            </a:custGeom>
            <a:solidFill>
              <a:srgbClr val="47FB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34AC475-7C25-F267-ABE8-1D1FA486FA7D}"/>
                </a:ext>
              </a:extLst>
            </p:cNvPr>
            <p:cNvSpPr/>
            <p:nvPr/>
          </p:nvSpPr>
          <p:spPr>
            <a:xfrm>
              <a:off x="8975929" y="2486428"/>
              <a:ext cx="372878" cy="341697"/>
            </a:xfrm>
            <a:custGeom>
              <a:avLst/>
              <a:gdLst>
                <a:gd name="connsiteX0" fmla="*/ 351773 w 351772"/>
                <a:gd name="connsiteY0" fmla="*/ 205303 h 322356"/>
                <a:gd name="connsiteX1" fmla="*/ 351773 w 351772"/>
                <a:gd name="connsiteY1" fmla="*/ 322356 h 322356"/>
                <a:gd name="connsiteX2" fmla="*/ 0 w 351772"/>
                <a:gd name="connsiteY2" fmla="*/ 117666 h 322356"/>
                <a:gd name="connsiteX3" fmla="*/ 0 w 351772"/>
                <a:gd name="connsiteY3" fmla="*/ 0 h 322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772" h="322356">
                  <a:moveTo>
                    <a:pt x="351773" y="205303"/>
                  </a:moveTo>
                  <a:lnTo>
                    <a:pt x="351773" y="322356"/>
                  </a:lnTo>
                  <a:lnTo>
                    <a:pt x="0" y="117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B7F6"/>
            </a:solidFill>
            <a:ln w="6100" cap="flat">
              <a:noFill/>
              <a:prstDash val="solid"/>
              <a:miter/>
            </a:ln>
            <a:effectLst>
              <a:outerShdw blurRad="190500" dist="38100" dir="5400000" rotWithShape="0">
                <a:srgbClr val="459FED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B5C839A-884C-DA06-2E4E-CB66086DA410}"/>
                </a:ext>
              </a:extLst>
            </p:cNvPr>
            <p:cNvSpPr/>
            <p:nvPr/>
          </p:nvSpPr>
          <p:spPr>
            <a:xfrm>
              <a:off x="9066875" y="2201264"/>
              <a:ext cx="25984" cy="33804"/>
            </a:xfrm>
            <a:custGeom>
              <a:avLst/>
              <a:gdLst>
                <a:gd name="connsiteX0" fmla="*/ 24514 w 24513"/>
                <a:gd name="connsiteY0" fmla="*/ 22993 h 31891"/>
                <a:gd name="connsiteX1" fmla="*/ 12257 w 24513"/>
                <a:gd name="connsiteY1" fmla="*/ 30348 h 31891"/>
                <a:gd name="connsiteX2" fmla="*/ 0 w 24513"/>
                <a:gd name="connsiteY2" fmla="*/ 8898 h 31891"/>
                <a:gd name="connsiteX3" fmla="*/ 12257 w 24513"/>
                <a:gd name="connsiteY3" fmla="*/ 1544 h 31891"/>
                <a:gd name="connsiteX4" fmla="*/ 24514 w 24513"/>
                <a:gd name="connsiteY4" fmla="*/ 22993 h 31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3" h="31891">
                  <a:moveTo>
                    <a:pt x="24514" y="22993"/>
                  </a:moveTo>
                  <a:cubicBezTo>
                    <a:pt x="24514" y="30960"/>
                    <a:pt x="18998" y="34025"/>
                    <a:pt x="12257" y="30348"/>
                  </a:cubicBezTo>
                  <a:cubicBezTo>
                    <a:pt x="5516" y="26058"/>
                    <a:pt x="0" y="16865"/>
                    <a:pt x="0" y="8898"/>
                  </a:cubicBezTo>
                  <a:cubicBezTo>
                    <a:pt x="0" y="931"/>
                    <a:pt x="5516" y="-2133"/>
                    <a:pt x="12257" y="1544"/>
                  </a:cubicBezTo>
                  <a:cubicBezTo>
                    <a:pt x="18998" y="5834"/>
                    <a:pt x="24514" y="15026"/>
                    <a:pt x="24514" y="22993"/>
                  </a:cubicBezTo>
                  <a:close/>
                </a:path>
              </a:pathLst>
            </a:custGeom>
            <a:solidFill>
              <a:srgbClr val="1473CA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5F3D52F-7F78-9D87-7ACA-5F148551AF8B}"/>
                </a:ext>
              </a:extLst>
            </p:cNvPr>
            <p:cNvSpPr/>
            <p:nvPr/>
          </p:nvSpPr>
          <p:spPr>
            <a:xfrm>
              <a:off x="9485229" y="2431536"/>
              <a:ext cx="25984" cy="34089"/>
            </a:xfrm>
            <a:custGeom>
              <a:avLst/>
              <a:gdLst>
                <a:gd name="connsiteX0" fmla="*/ 24514 w 24513"/>
                <a:gd name="connsiteY0" fmla="*/ 8898 h 32159"/>
                <a:gd name="connsiteX1" fmla="*/ 12257 w 24513"/>
                <a:gd name="connsiteY1" fmla="*/ 30347 h 32159"/>
                <a:gd name="connsiteX2" fmla="*/ 0 w 24513"/>
                <a:gd name="connsiteY2" fmla="*/ 22993 h 32159"/>
                <a:gd name="connsiteX3" fmla="*/ 12257 w 24513"/>
                <a:gd name="connsiteY3" fmla="*/ 1544 h 32159"/>
                <a:gd name="connsiteX4" fmla="*/ 24514 w 24513"/>
                <a:gd name="connsiteY4" fmla="*/ 8898 h 3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3" h="32159">
                  <a:moveTo>
                    <a:pt x="24514" y="8898"/>
                  </a:moveTo>
                  <a:cubicBezTo>
                    <a:pt x="24514" y="16865"/>
                    <a:pt x="18998" y="26670"/>
                    <a:pt x="12257" y="30347"/>
                  </a:cubicBezTo>
                  <a:cubicBezTo>
                    <a:pt x="5516" y="34637"/>
                    <a:pt x="0" y="30960"/>
                    <a:pt x="0" y="22993"/>
                  </a:cubicBezTo>
                  <a:cubicBezTo>
                    <a:pt x="0" y="15026"/>
                    <a:pt x="5516" y="5221"/>
                    <a:pt x="12257" y="1544"/>
                  </a:cubicBezTo>
                  <a:cubicBezTo>
                    <a:pt x="18998" y="-2133"/>
                    <a:pt x="24514" y="931"/>
                    <a:pt x="24514" y="8898"/>
                  </a:cubicBezTo>
                  <a:close/>
                </a:path>
              </a:pathLst>
            </a:custGeom>
            <a:solidFill>
              <a:srgbClr val="1473CA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EF7ABD1-A48B-9B4E-E169-19678A4F8A0A}"/>
                </a:ext>
              </a:extLst>
            </p:cNvPr>
            <p:cNvSpPr/>
            <p:nvPr/>
          </p:nvSpPr>
          <p:spPr>
            <a:xfrm>
              <a:off x="9607356" y="2511725"/>
              <a:ext cx="25984" cy="34373"/>
            </a:xfrm>
            <a:custGeom>
              <a:avLst/>
              <a:gdLst>
                <a:gd name="connsiteX0" fmla="*/ 24514 w 24513"/>
                <a:gd name="connsiteY0" fmla="*/ 9166 h 32427"/>
                <a:gd name="connsiteX1" fmla="*/ 12257 w 24513"/>
                <a:gd name="connsiteY1" fmla="*/ 30616 h 32427"/>
                <a:gd name="connsiteX2" fmla="*/ 0 w 24513"/>
                <a:gd name="connsiteY2" fmla="*/ 23262 h 32427"/>
                <a:gd name="connsiteX3" fmla="*/ 12257 w 24513"/>
                <a:gd name="connsiteY3" fmla="*/ 1812 h 32427"/>
                <a:gd name="connsiteX4" fmla="*/ 24514 w 24513"/>
                <a:gd name="connsiteY4" fmla="*/ 9166 h 3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3" h="32427">
                  <a:moveTo>
                    <a:pt x="24514" y="9166"/>
                  </a:moveTo>
                  <a:cubicBezTo>
                    <a:pt x="24514" y="17133"/>
                    <a:pt x="18998" y="26939"/>
                    <a:pt x="12257" y="30616"/>
                  </a:cubicBezTo>
                  <a:cubicBezTo>
                    <a:pt x="5516" y="34906"/>
                    <a:pt x="0" y="31228"/>
                    <a:pt x="0" y="23262"/>
                  </a:cubicBezTo>
                  <a:cubicBezTo>
                    <a:pt x="0" y="15294"/>
                    <a:pt x="5516" y="5489"/>
                    <a:pt x="12257" y="1812"/>
                  </a:cubicBezTo>
                  <a:cubicBezTo>
                    <a:pt x="18998" y="-2478"/>
                    <a:pt x="24514" y="1199"/>
                    <a:pt x="24514" y="9166"/>
                  </a:cubicBezTo>
                  <a:close/>
                </a:path>
              </a:pathLst>
            </a:custGeom>
            <a:solidFill>
              <a:srgbClr val="1A84D1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1C87DD2-2C32-0955-AA2C-1068343C2F27}"/>
                </a:ext>
              </a:extLst>
            </p:cNvPr>
            <p:cNvSpPr/>
            <p:nvPr/>
          </p:nvSpPr>
          <p:spPr>
            <a:xfrm>
              <a:off x="9563831" y="2400696"/>
              <a:ext cx="25984" cy="34089"/>
            </a:xfrm>
            <a:custGeom>
              <a:avLst/>
              <a:gdLst>
                <a:gd name="connsiteX0" fmla="*/ 24514 w 24513"/>
                <a:gd name="connsiteY0" fmla="*/ 8898 h 32159"/>
                <a:gd name="connsiteX1" fmla="*/ 12257 w 24513"/>
                <a:gd name="connsiteY1" fmla="*/ 30348 h 32159"/>
                <a:gd name="connsiteX2" fmla="*/ 0 w 24513"/>
                <a:gd name="connsiteY2" fmla="*/ 22993 h 32159"/>
                <a:gd name="connsiteX3" fmla="*/ 12257 w 24513"/>
                <a:gd name="connsiteY3" fmla="*/ 1544 h 32159"/>
                <a:gd name="connsiteX4" fmla="*/ 24514 w 24513"/>
                <a:gd name="connsiteY4" fmla="*/ 8898 h 3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3" h="32159">
                  <a:moveTo>
                    <a:pt x="24514" y="8898"/>
                  </a:moveTo>
                  <a:cubicBezTo>
                    <a:pt x="24514" y="16865"/>
                    <a:pt x="18998" y="26671"/>
                    <a:pt x="12257" y="30348"/>
                  </a:cubicBezTo>
                  <a:cubicBezTo>
                    <a:pt x="5516" y="34637"/>
                    <a:pt x="0" y="30960"/>
                    <a:pt x="0" y="22993"/>
                  </a:cubicBezTo>
                  <a:cubicBezTo>
                    <a:pt x="0" y="15026"/>
                    <a:pt x="5516" y="5221"/>
                    <a:pt x="12257" y="1544"/>
                  </a:cubicBezTo>
                  <a:cubicBezTo>
                    <a:pt x="18998" y="-2133"/>
                    <a:pt x="24514" y="931"/>
                    <a:pt x="24514" y="8898"/>
                  </a:cubicBezTo>
                  <a:close/>
                </a:path>
              </a:pathLst>
            </a:custGeom>
            <a:solidFill>
              <a:srgbClr val="1473CA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A828BDF-79CE-A090-3CD3-57798B885748}"/>
                </a:ext>
              </a:extLst>
            </p:cNvPr>
            <p:cNvSpPr/>
            <p:nvPr/>
          </p:nvSpPr>
          <p:spPr>
            <a:xfrm>
              <a:off x="9487177" y="2417923"/>
              <a:ext cx="286480" cy="467723"/>
            </a:xfrm>
            <a:custGeom>
              <a:avLst/>
              <a:gdLst>
                <a:gd name="connsiteX0" fmla="*/ 226753 w 270264"/>
                <a:gd name="connsiteY0" fmla="*/ 441248 h 441248"/>
                <a:gd name="connsiteX1" fmla="*/ 0 w 270264"/>
                <a:gd name="connsiteY1" fmla="*/ 308261 h 441248"/>
                <a:gd name="connsiteX2" fmla="*/ 0 w 270264"/>
                <a:gd name="connsiteY2" fmla="*/ 270878 h 441248"/>
                <a:gd name="connsiteX3" fmla="*/ 613 w 270264"/>
                <a:gd name="connsiteY3" fmla="*/ 269652 h 441248"/>
                <a:gd name="connsiteX4" fmla="*/ 80896 w 270264"/>
                <a:gd name="connsiteY4" fmla="*/ 143406 h 441248"/>
                <a:gd name="connsiteX5" fmla="*/ 80896 w 270264"/>
                <a:gd name="connsiteY5" fmla="*/ 0 h 441248"/>
                <a:gd name="connsiteX6" fmla="*/ 87024 w 270264"/>
                <a:gd name="connsiteY6" fmla="*/ 0 h 441248"/>
                <a:gd name="connsiteX7" fmla="*/ 87024 w 270264"/>
                <a:gd name="connsiteY7" fmla="*/ 145244 h 441248"/>
                <a:gd name="connsiteX8" fmla="*/ 87024 w 270264"/>
                <a:gd name="connsiteY8" fmla="*/ 145857 h 441248"/>
                <a:gd name="connsiteX9" fmla="*/ 6128 w 270264"/>
                <a:gd name="connsiteY9" fmla="*/ 272103 h 441248"/>
                <a:gd name="connsiteX10" fmla="*/ 6128 w 270264"/>
                <a:gd name="connsiteY10" fmla="*/ 305197 h 441248"/>
                <a:gd name="connsiteX11" fmla="*/ 226753 w 270264"/>
                <a:gd name="connsiteY11" fmla="*/ 434507 h 441248"/>
                <a:gd name="connsiteX12" fmla="*/ 267200 w 270264"/>
                <a:gd name="connsiteY12" fmla="*/ 409993 h 441248"/>
                <a:gd name="connsiteX13" fmla="*/ 270265 w 270264"/>
                <a:gd name="connsiteY13" fmla="*/ 414896 h 441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0264" h="441248">
                  <a:moveTo>
                    <a:pt x="226753" y="441248"/>
                  </a:moveTo>
                  <a:lnTo>
                    <a:pt x="0" y="308261"/>
                  </a:lnTo>
                  <a:lnTo>
                    <a:pt x="0" y="270878"/>
                  </a:lnTo>
                  <a:lnTo>
                    <a:pt x="613" y="269652"/>
                  </a:lnTo>
                  <a:lnTo>
                    <a:pt x="80896" y="143406"/>
                  </a:lnTo>
                  <a:lnTo>
                    <a:pt x="80896" y="0"/>
                  </a:lnTo>
                  <a:lnTo>
                    <a:pt x="87024" y="0"/>
                  </a:lnTo>
                  <a:lnTo>
                    <a:pt x="87024" y="145244"/>
                  </a:lnTo>
                  <a:lnTo>
                    <a:pt x="87024" y="145857"/>
                  </a:lnTo>
                  <a:lnTo>
                    <a:pt x="6128" y="272103"/>
                  </a:lnTo>
                  <a:lnTo>
                    <a:pt x="6128" y="305197"/>
                  </a:lnTo>
                  <a:lnTo>
                    <a:pt x="226753" y="434507"/>
                  </a:lnTo>
                  <a:lnTo>
                    <a:pt x="267200" y="409993"/>
                  </a:lnTo>
                  <a:lnTo>
                    <a:pt x="270265" y="414896"/>
                  </a:lnTo>
                  <a:close/>
                </a:path>
              </a:pathLst>
            </a:custGeom>
            <a:gradFill>
              <a:gsLst>
                <a:gs pos="0">
                  <a:srgbClr val="1473CA"/>
                </a:gs>
                <a:gs pos="55000">
                  <a:srgbClr val="47FBFF"/>
                </a:gs>
                <a:gs pos="100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C4D8F718-390B-775C-468E-52C8F4F7AD21}"/>
                </a:ext>
              </a:extLst>
            </p:cNvPr>
            <p:cNvSpPr/>
            <p:nvPr/>
          </p:nvSpPr>
          <p:spPr>
            <a:xfrm>
              <a:off x="8702441" y="2224338"/>
              <a:ext cx="381973" cy="465773"/>
            </a:xfrm>
            <a:custGeom>
              <a:avLst/>
              <a:gdLst>
                <a:gd name="connsiteX0" fmla="*/ 197949 w 360352"/>
                <a:gd name="connsiteY0" fmla="*/ 439410 h 439409"/>
                <a:gd name="connsiteX1" fmla="*/ 196110 w 360352"/>
                <a:gd name="connsiteY1" fmla="*/ 438184 h 439409"/>
                <a:gd name="connsiteX2" fmla="*/ 0 w 360352"/>
                <a:gd name="connsiteY2" fmla="*/ 316841 h 439409"/>
                <a:gd name="connsiteX3" fmla="*/ 3064 w 360352"/>
                <a:gd name="connsiteY3" fmla="*/ 311938 h 439409"/>
                <a:gd name="connsiteX4" fmla="*/ 197949 w 360352"/>
                <a:gd name="connsiteY4" fmla="*/ 432056 h 439409"/>
                <a:gd name="connsiteX5" fmla="*/ 286811 w 360352"/>
                <a:gd name="connsiteY5" fmla="*/ 378738 h 439409"/>
                <a:gd name="connsiteX6" fmla="*/ 286811 w 360352"/>
                <a:gd name="connsiteY6" fmla="*/ 252492 h 439409"/>
                <a:gd name="connsiteX7" fmla="*/ 354224 w 360352"/>
                <a:gd name="connsiteY7" fmla="*/ 144019 h 439409"/>
                <a:gd name="connsiteX8" fmla="*/ 354224 w 360352"/>
                <a:gd name="connsiteY8" fmla="*/ 0 h 439409"/>
                <a:gd name="connsiteX9" fmla="*/ 360353 w 360352"/>
                <a:gd name="connsiteY9" fmla="*/ 0 h 439409"/>
                <a:gd name="connsiteX10" fmla="*/ 360353 w 360352"/>
                <a:gd name="connsiteY10" fmla="*/ 145244 h 439409"/>
                <a:gd name="connsiteX11" fmla="*/ 292940 w 360352"/>
                <a:gd name="connsiteY11" fmla="*/ 254331 h 439409"/>
                <a:gd name="connsiteX12" fmla="*/ 292940 w 360352"/>
                <a:gd name="connsiteY12" fmla="*/ 382415 h 439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0352" h="439409">
                  <a:moveTo>
                    <a:pt x="197949" y="439410"/>
                  </a:moveTo>
                  <a:lnTo>
                    <a:pt x="196110" y="438184"/>
                  </a:lnTo>
                  <a:lnTo>
                    <a:pt x="0" y="316841"/>
                  </a:lnTo>
                  <a:lnTo>
                    <a:pt x="3064" y="311938"/>
                  </a:lnTo>
                  <a:lnTo>
                    <a:pt x="197949" y="432056"/>
                  </a:lnTo>
                  <a:lnTo>
                    <a:pt x="286811" y="378738"/>
                  </a:lnTo>
                  <a:lnTo>
                    <a:pt x="286811" y="252492"/>
                  </a:lnTo>
                  <a:lnTo>
                    <a:pt x="354224" y="144019"/>
                  </a:lnTo>
                  <a:lnTo>
                    <a:pt x="354224" y="0"/>
                  </a:lnTo>
                  <a:lnTo>
                    <a:pt x="360353" y="0"/>
                  </a:lnTo>
                  <a:lnTo>
                    <a:pt x="360353" y="145244"/>
                  </a:lnTo>
                  <a:lnTo>
                    <a:pt x="292940" y="254331"/>
                  </a:lnTo>
                  <a:lnTo>
                    <a:pt x="292940" y="382415"/>
                  </a:lnTo>
                  <a:close/>
                </a:path>
              </a:pathLst>
            </a:custGeom>
            <a:gradFill>
              <a:gsLst>
                <a:gs pos="0">
                  <a:srgbClr val="1473CA"/>
                </a:gs>
                <a:gs pos="55000">
                  <a:srgbClr val="47FBFF"/>
                </a:gs>
                <a:gs pos="100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832C901C-4862-DF83-0247-76BA33E2EC5D}"/>
                </a:ext>
              </a:extLst>
            </p:cNvPr>
            <p:cNvSpPr/>
            <p:nvPr/>
          </p:nvSpPr>
          <p:spPr>
            <a:xfrm>
              <a:off x="8675644" y="2544923"/>
              <a:ext cx="37352" cy="21436"/>
            </a:xfrm>
            <a:custGeom>
              <a:avLst/>
              <a:gdLst>
                <a:gd name="connsiteX0" fmla="*/ 30183 w 35238"/>
                <a:gd name="connsiteY0" fmla="*/ 17466 h 20223"/>
                <a:gd name="connsiteX1" fmla="*/ 5056 w 35238"/>
                <a:gd name="connsiteY1" fmla="*/ 17466 h 20223"/>
                <a:gd name="connsiteX2" fmla="*/ 5056 w 35238"/>
                <a:gd name="connsiteY2" fmla="*/ 2758 h 20223"/>
                <a:gd name="connsiteX3" fmla="*/ 30183 w 35238"/>
                <a:gd name="connsiteY3" fmla="*/ 2758 h 20223"/>
                <a:gd name="connsiteX4" fmla="*/ 30183 w 35238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38" h="20223">
                  <a:moveTo>
                    <a:pt x="30183" y="17466"/>
                  </a:moveTo>
                  <a:cubicBezTo>
                    <a:pt x="23441" y="21143"/>
                    <a:pt x="12410" y="21143"/>
                    <a:pt x="5056" y="17466"/>
                  </a:cubicBezTo>
                  <a:cubicBezTo>
                    <a:pt x="-1685" y="13176"/>
                    <a:pt x="-1685" y="7048"/>
                    <a:pt x="5056" y="2758"/>
                  </a:cubicBezTo>
                  <a:cubicBezTo>
                    <a:pt x="11797" y="-919"/>
                    <a:pt x="22828" y="-919"/>
                    <a:pt x="30183" y="2758"/>
                  </a:cubicBezTo>
                  <a:cubicBezTo>
                    <a:pt x="36924" y="7048"/>
                    <a:pt x="36924" y="13789"/>
                    <a:pt x="30183" y="17466"/>
                  </a:cubicBezTo>
                  <a:close/>
                </a:path>
              </a:pathLst>
            </a:custGeom>
            <a:solidFill>
              <a:srgbClr val="47FB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8B4894D-6988-5118-34F4-1D98597BC320}"/>
                </a:ext>
              </a:extLst>
            </p:cNvPr>
            <p:cNvSpPr/>
            <p:nvPr/>
          </p:nvSpPr>
          <p:spPr>
            <a:xfrm>
              <a:off x="9155873" y="2451366"/>
              <a:ext cx="25984" cy="33804"/>
            </a:xfrm>
            <a:custGeom>
              <a:avLst/>
              <a:gdLst>
                <a:gd name="connsiteX0" fmla="*/ 24514 w 24513"/>
                <a:gd name="connsiteY0" fmla="*/ 22993 h 31891"/>
                <a:gd name="connsiteX1" fmla="*/ 12257 w 24513"/>
                <a:gd name="connsiteY1" fmla="*/ 30347 h 31891"/>
                <a:gd name="connsiteX2" fmla="*/ 0 w 24513"/>
                <a:gd name="connsiteY2" fmla="*/ 8898 h 31891"/>
                <a:gd name="connsiteX3" fmla="*/ 12257 w 24513"/>
                <a:gd name="connsiteY3" fmla="*/ 1544 h 31891"/>
                <a:gd name="connsiteX4" fmla="*/ 24514 w 24513"/>
                <a:gd name="connsiteY4" fmla="*/ 22993 h 31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3" h="31891">
                  <a:moveTo>
                    <a:pt x="24514" y="22993"/>
                  </a:moveTo>
                  <a:cubicBezTo>
                    <a:pt x="24514" y="30960"/>
                    <a:pt x="18998" y="34025"/>
                    <a:pt x="12257" y="30347"/>
                  </a:cubicBezTo>
                  <a:cubicBezTo>
                    <a:pt x="5516" y="26058"/>
                    <a:pt x="0" y="16865"/>
                    <a:pt x="0" y="8898"/>
                  </a:cubicBezTo>
                  <a:cubicBezTo>
                    <a:pt x="0" y="931"/>
                    <a:pt x="5516" y="-2133"/>
                    <a:pt x="12257" y="1544"/>
                  </a:cubicBezTo>
                  <a:cubicBezTo>
                    <a:pt x="18998" y="5834"/>
                    <a:pt x="24514" y="15026"/>
                    <a:pt x="24514" y="22993"/>
                  </a:cubicBezTo>
                  <a:close/>
                </a:path>
              </a:pathLst>
            </a:custGeom>
            <a:solidFill>
              <a:srgbClr val="1473CA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0F1D6E3-56C8-01FD-4DF1-18A77221BA2A}"/>
                </a:ext>
              </a:extLst>
            </p:cNvPr>
            <p:cNvSpPr/>
            <p:nvPr/>
          </p:nvSpPr>
          <p:spPr>
            <a:xfrm>
              <a:off x="8874589" y="2474439"/>
              <a:ext cx="298823" cy="335202"/>
            </a:xfrm>
            <a:custGeom>
              <a:avLst/>
              <a:gdLst>
                <a:gd name="connsiteX0" fmla="*/ 76606 w 281908"/>
                <a:gd name="connsiteY0" fmla="*/ 316228 h 316228"/>
                <a:gd name="connsiteX1" fmla="*/ 0 w 281908"/>
                <a:gd name="connsiteY1" fmla="*/ 278844 h 316228"/>
                <a:gd name="connsiteX2" fmla="*/ 3064 w 281908"/>
                <a:gd name="connsiteY2" fmla="*/ 273329 h 316228"/>
                <a:gd name="connsiteX3" fmla="*/ 76606 w 281908"/>
                <a:gd name="connsiteY3" fmla="*/ 309487 h 316228"/>
                <a:gd name="connsiteX4" fmla="*/ 240848 w 281908"/>
                <a:gd name="connsiteY4" fmla="*/ 212044 h 316228"/>
                <a:gd name="connsiteX5" fmla="*/ 240848 w 281908"/>
                <a:gd name="connsiteY5" fmla="*/ 129923 h 316228"/>
                <a:gd name="connsiteX6" fmla="*/ 275780 w 281908"/>
                <a:gd name="connsiteY6" fmla="*/ 75993 h 316228"/>
                <a:gd name="connsiteX7" fmla="*/ 275780 w 281908"/>
                <a:gd name="connsiteY7" fmla="*/ 0 h 316228"/>
                <a:gd name="connsiteX8" fmla="*/ 281909 w 281908"/>
                <a:gd name="connsiteY8" fmla="*/ 0 h 316228"/>
                <a:gd name="connsiteX9" fmla="*/ 281909 w 281908"/>
                <a:gd name="connsiteY9" fmla="*/ 77831 h 316228"/>
                <a:gd name="connsiteX10" fmla="*/ 246976 w 281908"/>
                <a:gd name="connsiteY10" fmla="*/ 131762 h 316228"/>
                <a:gd name="connsiteX11" fmla="*/ 246976 w 281908"/>
                <a:gd name="connsiteY11" fmla="*/ 215109 h 316228"/>
                <a:gd name="connsiteX12" fmla="*/ 245138 w 281908"/>
                <a:gd name="connsiteY12" fmla="*/ 216334 h 316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1908" h="316228">
                  <a:moveTo>
                    <a:pt x="76606" y="316228"/>
                  </a:moveTo>
                  <a:lnTo>
                    <a:pt x="0" y="278844"/>
                  </a:lnTo>
                  <a:lnTo>
                    <a:pt x="3064" y="273329"/>
                  </a:lnTo>
                  <a:lnTo>
                    <a:pt x="76606" y="309487"/>
                  </a:lnTo>
                  <a:lnTo>
                    <a:pt x="240848" y="212044"/>
                  </a:lnTo>
                  <a:lnTo>
                    <a:pt x="240848" y="129923"/>
                  </a:lnTo>
                  <a:lnTo>
                    <a:pt x="275780" y="75993"/>
                  </a:lnTo>
                  <a:lnTo>
                    <a:pt x="275780" y="0"/>
                  </a:lnTo>
                  <a:lnTo>
                    <a:pt x="281909" y="0"/>
                  </a:lnTo>
                  <a:lnTo>
                    <a:pt x="281909" y="77831"/>
                  </a:lnTo>
                  <a:lnTo>
                    <a:pt x="246976" y="131762"/>
                  </a:lnTo>
                  <a:lnTo>
                    <a:pt x="246976" y="215109"/>
                  </a:lnTo>
                  <a:lnTo>
                    <a:pt x="245138" y="216334"/>
                  </a:lnTo>
                  <a:close/>
                </a:path>
              </a:pathLst>
            </a:custGeom>
            <a:gradFill>
              <a:gsLst>
                <a:gs pos="0">
                  <a:srgbClr val="1473CA"/>
                </a:gs>
                <a:gs pos="55000">
                  <a:srgbClr val="47FBFF"/>
                </a:gs>
                <a:gs pos="100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30C6E77-3F9E-CFEB-AF7A-124CD606600C}"/>
                </a:ext>
              </a:extLst>
            </p:cNvPr>
            <p:cNvSpPr/>
            <p:nvPr/>
          </p:nvSpPr>
          <p:spPr>
            <a:xfrm>
              <a:off x="8846493" y="2756047"/>
              <a:ext cx="37352" cy="21436"/>
            </a:xfrm>
            <a:custGeom>
              <a:avLst/>
              <a:gdLst>
                <a:gd name="connsiteX0" fmla="*/ 30183 w 35238"/>
                <a:gd name="connsiteY0" fmla="*/ 17466 h 20223"/>
                <a:gd name="connsiteX1" fmla="*/ 5056 w 35238"/>
                <a:gd name="connsiteY1" fmla="*/ 17466 h 20223"/>
                <a:gd name="connsiteX2" fmla="*/ 5056 w 35238"/>
                <a:gd name="connsiteY2" fmla="*/ 2758 h 20223"/>
                <a:gd name="connsiteX3" fmla="*/ 30183 w 35238"/>
                <a:gd name="connsiteY3" fmla="*/ 2758 h 20223"/>
                <a:gd name="connsiteX4" fmla="*/ 30183 w 35238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38" h="20223">
                  <a:moveTo>
                    <a:pt x="30183" y="17466"/>
                  </a:moveTo>
                  <a:cubicBezTo>
                    <a:pt x="23441" y="21143"/>
                    <a:pt x="12410" y="21143"/>
                    <a:pt x="5056" y="17466"/>
                  </a:cubicBezTo>
                  <a:cubicBezTo>
                    <a:pt x="-1685" y="13176"/>
                    <a:pt x="-1685" y="7048"/>
                    <a:pt x="5056" y="2758"/>
                  </a:cubicBezTo>
                  <a:cubicBezTo>
                    <a:pt x="11797" y="-919"/>
                    <a:pt x="22828" y="-919"/>
                    <a:pt x="30183" y="2758"/>
                  </a:cubicBezTo>
                  <a:cubicBezTo>
                    <a:pt x="36924" y="7048"/>
                    <a:pt x="36924" y="13789"/>
                    <a:pt x="30183" y="17466"/>
                  </a:cubicBezTo>
                  <a:close/>
                </a:path>
              </a:pathLst>
            </a:custGeom>
            <a:solidFill>
              <a:srgbClr val="8DCB63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6AFF731-8207-A474-A67E-BD90B2CD19DD}"/>
                </a:ext>
              </a:extLst>
            </p:cNvPr>
            <p:cNvSpPr/>
            <p:nvPr/>
          </p:nvSpPr>
          <p:spPr>
            <a:xfrm>
              <a:off x="9201346" y="2591683"/>
              <a:ext cx="25984" cy="33804"/>
            </a:xfrm>
            <a:custGeom>
              <a:avLst/>
              <a:gdLst>
                <a:gd name="connsiteX0" fmla="*/ 24514 w 24513"/>
                <a:gd name="connsiteY0" fmla="*/ 22993 h 31891"/>
                <a:gd name="connsiteX1" fmla="*/ 12257 w 24513"/>
                <a:gd name="connsiteY1" fmla="*/ 30348 h 31891"/>
                <a:gd name="connsiteX2" fmla="*/ 0 w 24513"/>
                <a:gd name="connsiteY2" fmla="*/ 8898 h 31891"/>
                <a:gd name="connsiteX3" fmla="*/ 12257 w 24513"/>
                <a:gd name="connsiteY3" fmla="*/ 1544 h 31891"/>
                <a:gd name="connsiteX4" fmla="*/ 24514 w 24513"/>
                <a:gd name="connsiteY4" fmla="*/ 22993 h 31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3" h="31891">
                  <a:moveTo>
                    <a:pt x="24514" y="22993"/>
                  </a:moveTo>
                  <a:cubicBezTo>
                    <a:pt x="24514" y="30960"/>
                    <a:pt x="18998" y="34025"/>
                    <a:pt x="12257" y="30348"/>
                  </a:cubicBezTo>
                  <a:cubicBezTo>
                    <a:pt x="5516" y="26058"/>
                    <a:pt x="0" y="16865"/>
                    <a:pt x="0" y="8898"/>
                  </a:cubicBezTo>
                  <a:cubicBezTo>
                    <a:pt x="0" y="931"/>
                    <a:pt x="5516" y="-2133"/>
                    <a:pt x="12257" y="1544"/>
                  </a:cubicBezTo>
                  <a:cubicBezTo>
                    <a:pt x="18998" y="5221"/>
                    <a:pt x="24514" y="15026"/>
                    <a:pt x="24514" y="22993"/>
                  </a:cubicBezTo>
                  <a:close/>
                </a:path>
              </a:pathLst>
            </a:custGeom>
            <a:solidFill>
              <a:srgbClr val="1473CA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9E73461-31EA-A104-1154-29A678ACBA9C}"/>
                </a:ext>
              </a:extLst>
            </p:cNvPr>
            <p:cNvSpPr/>
            <p:nvPr/>
          </p:nvSpPr>
          <p:spPr>
            <a:xfrm>
              <a:off x="9235126" y="2371448"/>
              <a:ext cx="71457" cy="463822"/>
            </a:xfrm>
            <a:custGeom>
              <a:avLst/>
              <a:gdLst>
                <a:gd name="connsiteX0" fmla="*/ 3064 w 67412"/>
                <a:gd name="connsiteY0" fmla="*/ 447377 h 447376"/>
                <a:gd name="connsiteX1" fmla="*/ 0 w 67412"/>
                <a:gd name="connsiteY1" fmla="*/ 441861 h 447376"/>
                <a:gd name="connsiteX2" fmla="*/ 61284 w 67412"/>
                <a:gd name="connsiteY2" fmla="*/ 405703 h 447376"/>
                <a:gd name="connsiteX3" fmla="*/ 61284 w 67412"/>
                <a:gd name="connsiteY3" fmla="*/ 280683 h 447376"/>
                <a:gd name="connsiteX4" fmla="*/ 9193 w 67412"/>
                <a:gd name="connsiteY4" fmla="*/ 144631 h 447376"/>
                <a:gd name="connsiteX5" fmla="*/ 9193 w 67412"/>
                <a:gd name="connsiteY5" fmla="*/ 0 h 447376"/>
                <a:gd name="connsiteX6" fmla="*/ 15321 w 67412"/>
                <a:gd name="connsiteY6" fmla="*/ 0 h 447376"/>
                <a:gd name="connsiteX7" fmla="*/ 15321 w 67412"/>
                <a:gd name="connsiteY7" fmla="*/ 144019 h 447376"/>
                <a:gd name="connsiteX8" fmla="*/ 67413 w 67412"/>
                <a:gd name="connsiteY8" fmla="*/ 280070 h 447376"/>
                <a:gd name="connsiteX9" fmla="*/ 67413 w 67412"/>
                <a:gd name="connsiteY9" fmla="*/ 409380 h 447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412" h="447376">
                  <a:moveTo>
                    <a:pt x="3064" y="447377"/>
                  </a:moveTo>
                  <a:lnTo>
                    <a:pt x="0" y="441861"/>
                  </a:lnTo>
                  <a:lnTo>
                    <a:pt x="61284" y="405703"/>
                  </a:lnTo>
                  <a:lnTo>
                    <a:pt x="61284" y="280683"/>
                  </a:lnTo>
                  <a:lnTo>
                    <a:pt x="9193" y="144631"/>
                  </a:lnTo>
                  <a:lnTo>
                    <a:pt x="9193" y="0"/>
                  </a:lnTo>
                  <a:lnTo>
                    <a:pt x="15321" y="0"/>
                  </a:lnTo>
                  <a:lnTo>
                    <a:pt x="15321" y="144019"/>
                  </a:lnTo>
                  <a:lnTo>
                    <a:pt x="67413" y="280070"/>
                  </a:lnTo>
                  <a:lnTo>
                    <a:pt x="67413" y="409380"/>
                  </a:lnTo>
                  <a:close/>
                </a:path>
              </a:pathLst>
            </a:custGeom>
            <a:gradFill>
              <a:gsLst>
                <a:gs pos="100000">
                  <a:srgbClr val="1473CA"/>
                </a:gs>
                <a:gs pos="55000">
                  <a:srgbClr val="47FBFF"/>
                </a:gs>
                <a:gs pos="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CA38D05-2EF4-C04E-EB8C-D0CB97415F8C}"/>
                </a:ext>
              </a:extLst>
            </p:cNvPr>
            <p:cNvSpPr/>
            <p:nvPr/>
          </p:nvSpPr>
          <p:spPr>
            <a:xfrm>
              <a:off x="9218073" y="2825988"/>
              <a:ext cx="37840" cy="21436"/>
            </a:xfrm>
            <a:custGeom>
              <a:avLst/>
              <a:gdLst>
                <a:gd name="connsiteX0" fmla="*/ 30183 w 35698"/>
                <a:gd name="connsiteY0" fmla="*/ 17466 h 20223"/>
                <a:gd name="connsiteX1" fmla="*/ 5056 w 35698"/>
                <a:gd name="connsiteY1" fmla="*/ 17466 h 20223"/>
                <a:gd name="connsiteX2" fmla="*/ 5056 w 35698"/>
                <a:gd name="connsiteY2" fmla="*/ 2758 h 20223"/>
                <a:gd name="connsiteX3" fmla="*/ 30183 w 35698"/>
                <a:gd name="connsiteY3" fmla="*/ 2758 h 20223"/>
                <a:gd name="connsiteX4" fmla="*/ 30183 w 35698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98" h="20223">
                  <a:moveTo>
                    <a:pt x="30183" y="17466"/>
                  </a:moveTo>
                  <a:cubicBezTo>
                    <a:pt x="23441" y="21143"/>
                    <a:pt x="12410" y="21143"/>
                    <a:pt x="5056" y="17466"/>
                  </a:cubicBezTo>
                  <a:cubicBezTo>
                    <a:pt x="-1685" y="13176"/>
                    <a:pt x="-1685" y="7048"/>
                    <a:pt x="5056" y="2758"/>
                  </a:cubicBezTo>
                  <a:cubicBezTo>
                    <a:pt x="11797" y="-919"/>
                    <a:pt x="22828" y="-919"/>
                    <a:pt x="30183" y="2758"/>
                  </a:cubicBezTo>
                  <a:cubicBezTo>
                    <a:pt x="37537" y="7048"/>
                    <a:pt x="37537" y="13176"/>
                    <a:pt x="30183" y="17466"/>
                  </a:cubicBezTo>
                  <a:close/>
                </a:path>
              </a:pathLst>
            </a:custGeom>
            <a:solidFill>
              <a:srgbClr val="1A84D1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C8A0E47-CD11-7D76-C0FE-64E5E2D0ED44}"/>
                </a:ext>
              </a:extLst>
            </p:cNvPr>
            <p:cNvSpPr/>
            <p:nvPr/>
          </p:nvSpPr>
          <p:spPr>
            <a:xfrm>
              <a:off x="8988272" y="2616055"/>
              <a:ext cx="232562" cy="267641"/>
            </a:xfrm>
            <a:custGeom>
              <a:avLst/>
              <a:gdLst>
                <a:gd name="connsiteX0" fmla="*/ 3064 w 219398"/>
                <a:gd name="connsiteY0" fmla="*/ 252492 h 252492"/>
                <a:gd name="connsiteX1" fmla="*/ 0 w 219398"/>
                <a:gd name="connsiteY1" fmla="*/ 247589 h 252492"/>
                <a:gd name="connsiteX2" fmla="*/ 213270 w 219398"/>
                <a:gd name="connsiteY2" fmla="*/ 125633 h 252492"/>
                <a:gd name="connsiteX3" fmla="*/ 213270 w 219398"/>
                <a:gd name="connsiteY3" fmla="*/ 0 h 252492"/>
                <a:gd name="connsiteX4" fmla="*/ 219398 w 219398"/>
                <a:gd name="connsiteY4" fmla="*/ 0 h 252492"/>
                <a:gd name="connsiteX5" fmla="*/ 219398 w 219398"/>
                <a:gd name="connsiteY5" fmla="*/ 129310 h 252492"/>
                <a:gd name="connsiteX6" fmla="*/ 217560 w 219398"/>
                <a:gd name="connsiteY6" fmla="*/ 129923 h 2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398" h="252492">
                  <a:moveTo>
                    <a:pt x="3064" y="252492"/>
                  </a:moveTo>
                  <a:lnTo>
                    <a:pt x="0" y="247589"/>
                  </a:lnTo>
                  <a:lnTo>
                    <a:pt x="213270" y="125633"/>
                  </a:lnTo>
                  <a:lnTo>
                    <a:pt x="213270" y="0"/>
                  </a:lnTo>
                  <a:lnTo>
                    <a:pt x="219398" y="0"/>
                  </a:lnTo>
                  <a:lnTo>
                    <a:pt x="219398" y="129310"/>
                  </a:lnTo>
                  <a:lnTo>
                    <a:pt x="217560" y="129923"/>
                  </a:lnTo>
                  <a:close/>
                </a:path>
              </a:pathLst>
            </a:custGeom>
            <a:gradFill>
              <a:gsLst>
                <a:gs pos="0">
                  <a:srgbClr val="1473CA"/>
                </a:gs>
                <a:gs pos="55000">
                  <a:srgbClr val="47FBFF"/>
                </a:gs>
                <a:gs pos="100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EFF79B7-30A6-85A9-B3F3-49EEEAF8CFBC}"/>
                </a:ext>
              </a:extLst>
            </p:cNvPr>
            <p:cNvSpPr/>
            <p:nvPr/>
          </p:nvSpPr>
          <p:spPr>
            <a:xfrm>
              <a:off x="8969920" y="2871432"/>
              <a:ext cx="37352" cy="21685"/>
            </a:xfrm>
            <a:custGeom>
              <a:avLst/>
              <a:gdLst>
                <a:gd name="connsiteX0" fmla="*/ 30183 w 35238"/>
                <a:gd name="connsiteY0" fmla="*/ 17700 h 20458"/>
                <a:gd name="connsiteX1" fmla="*/ 5056 w 35238"/>
                <a:gd name="connsiteY1" fmla="*/ 17700 h 20458"/>
                <a:gd name="connsiteX2" fmla="*/ 5056 w 35238"/>
                <a:gd name="connsiteY2" fmla="*/ 2992 h 20458"/>
                <a:gd name="connsiteX3" fmla="*/ 30183 w 35238"/>
                <a:gd name="connsiteY3" fmla="*/ 2992 h 20458"/>
                <a:gd name="connsiteX4" fmla="*/ 30183 w 35238"/>
                <a:gd name="connsiteY4" fmla="*/ 17700 h 20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38" h="20458">
                  <a:moveTo>
                    <a:pt x="30183" y="17700"/>
                  </a:moveTo>
                  <a:cubicBezTo>
                    <a:pt x="23441" y="21377"/>
                    <a:pt x="12410" y="21377"/>
                    <a:pt x="5056" y="17700"/>
                  </a:cubicBezTo>
                  <a:cubicBezTo>
                    <a:pt x="-1685" y="13410"/>
                    <a:pt x="-1685" y="7282"/>
                    <a:pt x="5056" y="2992"/>
                  </a:cubicBezTo>
                  <a:cubicBezTo>
                    <a:pt x="11797" y="-1298"/>
                    <a:pt x="22828" y="-685"/>
                    <a:pt x="30183" y="2992"/>
                  </a:cubicBezTo>
                  <a:cubicBezTo>
                    <a:pt x="36924" y="7282"/>
                    <a:pt x="36924" y="14023"/>
                    <a:pt x="30183" y="17700"/>
                  </a:cubicBezTo>
                  <a:close/>
                </a:path>
              </a:pathLst>
            </a:custGeom>
            <a:solidFill>
              <a:srgbClr val="8DCB63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2083078-CC38-182D-9573-2B81EE953222}"/>
                </a:ext>
              </a:extLst>
            </p:cNvPr>
            <p:cNvSpPr/>
            <p:nvPr/>
          </p:nvSpPr>
          <p:spPr>
            <a:xfrm>
              <a:off x="9516896" y="2879877"/>
              <a:ext cx="37598" cy="21685"/>
            </a:xfrm>
            <a:custGeom>
              <a:avLst/>
              <a:gdLst>
                <a:gd name="connsiteX0" fmla="*/ 30183 w 35470"/>
                <a:gd name="connsiteY0" fmla="*/ 17700 h 20458"/>
                <a:gd name="connsiteX1" fmla="*/ 5056 w 35470"/>
                <a:gd name="connsiteY1" fmla="*/ 17700 h 20458"/>
                <a:gd name="connsiteX2" fmla="*/ 5056 w 35470"/>
                <a:gd name="connsiteY2" fmla="*/ 2992 h 20458"/>
                <a:gd name="connsiteX3" fmla="*/ 30183 w 35470"/>
                <a:gd name="connsiteY3" fmla="*/ 2992 h 20458"/>
                <a:gd name="connsiteX4" fmla="*/ 30183 w 35470"/>
                <a:gd name="connsiteY4" fmla="*/ 17700 h 20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70" h="20458">
                  <a:moveTo>
                    <a:pt x="30183" y="17700"/>
                  </a:moveTo>
                  <a:cubicBezTo>
                    <a:pt x="23441" y="21377"/>
                    <a:pt x="12410" y="21377"/>
                    <a:pt x="5056" y="17700"/>
                  </a:cubicBezTo>
                  <a:cubicBezTo>
                    <a:pt x="-1685" y="13411"/>
                    <a:pt x="-1685" y="7282"/>
                    <a:pt x="5056" y="2992"/>
                  </a:cubicBezTo>
                  <a:cubicBezTo>
                    <a:pt x="11797" y="-1298"/>
                    <a:pt x="22828" y="-685"/>
                    <a:pt x="30183" y="2992"/>
                  </a:cubicBezTo>
                  <a:cubicBezTo>
                    <a:pt x="36924" y="7282"/>
                    <a:pt x="37537" y="13411"/>
                    <a:pt x="30183" y="17700"/>
                  </a:cubicBezTo>
                  <a:close/>
                </a:path>
              </a:pathLst>
            </a:custGeom>
            <a:solidFill>
              <a:srgbClr val="85D075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AFDD7710-38C2-1D05-6C45-BA138D29F822}"/>
                </a:ext>
              </a:extLst>
            </p:cNvPr>
            <p:cNvSpPr/>
            <p:nvPr/>
          </p:nvSpPr>
          <p:spPr>
            <a:xfrm>
              <a:off x="9839106" y="2680043"/>
              <a:ext cx="37352" cy="21436"/>
            </a:xfrm>
            <a:custGeom>
              <a:avLst/>
              <a:gdLst>
                <a:gd name="connsiteX0" fmla="*/ 30183 w 35238"/>
                <a:gd name="connsiteY0" fmla="*/ 17466 h 20223"/>
                <a:gd name="connsiteX1" fmla="*/ 5056 w 35238"/>
                <a:gd name="connsiteY1" fmla="*/ 17466 h 20223"/>
                <a:gd name="connsiteX2" fmla="*/ 5056 w 35238"/>
                <a:gd name="connsiteY2" fmla="*/ 2758 h 20223"/>
                <a:gd name="connsiteX3" fmla="*/ 30183 w 35238"/>
                <a:gd name="connsiteY3" fmla="*/ 2758 h 20223"/>
                <a:gd name="connsiteX4" fmla="*/ 30183 w 35238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38" h="20223">
                  <a:moveTo>
                    <a:pt x="30183" y="17466"/>
                  </a:moveTo>
                  <a:cubicBezTo>
                    <a:pt x="23441" y="21143"/>
                    <a:pt x="12410" y="21143"/>
                    <a:pt x="5056" y="17466"/>
                  </a:cubicBezTo>
                  <a:cubicBezTo>
                    <a:pt x="-1685" y="13176"/>
                    <a:pt x="-1685" y="7048"/>
                    <a:pt x="5056" y="2758"/>
                  </a:cubicBezTo>
                  <a:cubicBezTo>
                    <a:pt x="11797" y="-919"/>
                    <a:pt x="22828" y="-919"/>
                    <a:pt x="30183" y="2758"/>
                  </a:cubicBezTo>
                  <a:cubicBezTo>
                    <a:pt x="36924" y="7048"/>
                    <a:pt x="36924" y="13789"/>
                    <a:pt x="30183" y="17466"/>
                  </a:cubicBezTo>
                  <a:close/>
                </a:path>
              </a:pathLst>
            </a:custGeom>
            <a:solidFill>
              <a:srgbClr val="7AD88D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FE14A53-0CF8-3B54-A0F2-DF4E233350C9}"/>
                </a:ext>
              </a:extLst>
            </p:cNvPr>
            <p:cNvSpPr/>
            <p:nvPr/>
          </p:nvSpPr>
          <p:spPr>
            <a:xfrm>
              <a:off x="9759203" y="2839199"/>
              <a:ext cx="37352" cy="21436"/>
            </a:xfrm>
            <a:custGeom>
              <a:avLst/>
              <a:gdLst>
                <a:gd name="connsiteX0" fmla="*/ 30183 w 35238"/>
                <a:gd name="connsiteY0" fmla="*/ 17466 h 20223"/>
                <a:gd name="connsiteX1" fmla="*/ 5056 w 35238"/>
                <a:gd name="connsiteY1" fmla="*/ 17466 h 20223"/>
                <a:gd name="connsiteX2" fmla="*/ 5056 w 35238"/>
                <a:gd name="connsiteY2" fmla="*/ 2758 h 20223"/>
                <a:gd name="connsiteX3" fmla="*/ 30183 w 35238"/>
                <a:gd name="connsiteY3" fmla="*/ 2758 h 20223"/>
                <a:gd name="connsiteX4" fmla="*/ 30183 w 35238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38" h="20223">
                  <a:moveTo>
                    <a:pt x="30183" y="17466"/>
                  </a:moveTo>
                  <a:cubicBezTo>
                    <a:pt x="23441" y="21143"/>
                    <a:pt x="12410" y="21143"/>
                    <a:pt x="5056" y="17466"/>
                  </a:cubicBezTo>
                  <a:cubicBezTo>
                    <a:pt x="-1685" y="13176"/>
                    <a:pt x="-1685" y="7048"/>
                    <a:pt x="5056" y="2758"/>
                  </a:cubicBezTo>
                  <a:cubicBezTo>
                    <a:pt x="11797" y="-919"/>
                    <a:pt x="22828" y="-919"/>
                    <a:pt x="30183" y="2758"/>
                  </a:cubicBezTo>
                  <a:cubicBezTo>
                    <a:pt x="36924" y="7048"/>
                    <a:pt x="36924" y="13789"/>
                    <a:pt x="30183" y="17466"/>
                  </a:cubicBezTo>
                  <a:close/>
                </a:path>
              </a:pathLst>
            </a:custGeom>
            <a:solidFill>
              <a:srgbClr val="99D37C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9CA8412-AFD4-D03C-4B2C-A5D8295D7C9B}"/>
                </a:ext>
              </a:extLst>
            </p:cNvPr>
            <p:cNvSpPr/>
            <p:nvPr/>
          </p:nvSpPr>
          <p:spPr>
            <a:xfrm>
              <a:off x="9641136" y="2177878"/>
              <a:ext cx="25984" cy="34089"/>
            </a:xfrm>
            <a:custGeom>
              <a:avLst/>
              <a:gdLst>
                <a:gd name="connsiteX0" fmla="*/ 24514 w 24513"/>
                <a:gd name="connsiteY0" fmla="*/ 8898 h 32159"/>
                <a:gd name="connsiteX1" fmla="*/ 12257 w 24513"/>
                <a:gd name="connsiteY1" fmla="*/ 30347 h 32159"/>
                <a:gd name="connsiteX2" fmla="*/ 0 w 24513"/>
                <a:gd name="connsiteY2" fmla="*/ 22993 h 32159"/>
                <a:gd name="connsiteX3" fmla="*/ 12257 w 24513"/>
                <a:gd name="connsiteY3" fmla="*/ 1544 h 32159"/>
                <a:gd name="connsiteX4" fmla="*/ 24514 w 24513"/>
                <a:gd name="connsiteY4" fmla="*/ 8898 h 3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3" h="32159">
                  <a:moveTo>
                    <a:pt x="24514" y="8898"/>
                  </a:moveTo>
                  <a:cubicBezTo>
                    <a:pt x="24514" y="16865"/>
                    <a:pt x="18998" y="26670"/>
                    <a:pt x="12257" y="30347"/>
                  </a:cubicBezTo>
                  <a:cubicBezTo>
                    <a:pt x="5516" y="34637"/>
                    <a:pt x="0" y="30960"/>
                    <a:pt x="0" y="22993"/>
                  </a:cubicBezTo>
                  <a:cubicBezTo>
                    <a:pt x="0" y="15026"/>
                    <a:pt x="5516" y="5221"/>
                    <a:pt x="12257" y="1544"/>
                  </a:cubicBezTo>
                  <a:cubicBezTo>
                    <a:pt x="18385" y="-2133"/>
                    <a:pt x="24514" y="931"/>
                    <a:pt x="24514" y="8898"/>
                  </a:cubicBezTo>
                  <a:close/>
                </a:path>
              </a:pathLst>
            </a:custGeom>
            <a:solidFill>
              <a:srgbClr val="1473CA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55D8533C-9D83-F9B6-D3E3-D06F3FDC1273}"/>
                </a:ext>
              </a:extLst>
            </p:cNvPr>
            <p:cNvSpPr/>
            <p:nvPr/>
          </p:nvSpPr>
          <p:spPr>
            <a:xfrm>
              <a:off x="9650231" y="2195105"/>
              <a:ext cx="302720" cy="463825"/>
            </a:xfrm>
            <a:custGeom>
              <a:avLst/>
              <a:gdLst>
                <a:gd name="connsiteX0" fmla="*/ 79057 w 285585"/>
                <a:gd name="connsiteY0" fmla="*/ 437571 h 437571"/>
                <a:gd name="connsiteX1" fmla="*/ 33094 w 285585"/>
                <a:gd name="connsiteY1" fmla="*/ 410606 h 437571"/>
                <a:gd name="connsiteX2" fmla="*/ 33094 w 285585"/>
                <a:gd name="connsiteY2" fmla="*/ 208367 h 437571"/>
                <a:gd name="connsiteX3" fmla="*/ 0 w 285585"/>
                <a:gd name="connsiteY3" fmla="*/ 145244 h 437571"/>
                <a:gd name="connsiteX4" fmla="*/ 0 w 285585"/>
                <a:gd name="connsiteY4" fmla="*/ 0 h 437571"/>
                <a:gd name="connsiteX5" fmla="*/ 6128 w 285585"/>
                <a:gd name="connsiteY5" fmla="*/ 0 h 437571"/>
                <a:gd name="connsiteX6" fmla="*/ 6128 w 285585"/>
                <a:gd name="connsiteY6" fmla="*/ 144019 h 437571"/>
                <a:gd name="connsiteX7" fmla="*/ 39222 w 285585"/>
                <a:gd name="connsiteY7" fmla="*/ 206529 h 437571"/>
                <a:gd name="connsiteX8" fmla="*/ 39222 w 285585"/>
                <a:gd name="connsiteY8" fmla="*/ 406929 h 437571"/>
                <a:gd name="connsiteX9" fmla="*/ 79057 w 285585"/>
                <a:gd name="connsiteY9" fmla="*/ 430830 h 437571"/>
                <a:gd name="connsiteX10" fmla="*/ 282521 w 285585"/>
                <a:gd name="connsiteY10" fmla="*/ 305197 h 437571"/>
                <a:gd name="connsiteX11" fmla="*/ 285586 w 285585"/>
                <a:gd name="connsiteY11" fmla="*/ 310712 h 43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5585" h="437571">
                  <a:moveTo>
                    <a:pt x="79057" y="437571"/>
                  </a:moveTo>
                  <a:lnTo>
                    <a:pt x="33094" y="410606"/>
                  </a:lnTo>
                  <a:lnTo>
                    <a:pt x="33094" y="208367"/>
                  </a:lnTo>
                  <a:lnTo>
                    <a:pt x="0" y="145244"/>
                  </a:lnTo>
                  <a:lnTo>
                    <a:pt x="0" y="0"/>
                  </a:lnTo>
                  <a:lnTo>
                    <a:pt x="6128" y="0"/>
                  </a:lnTo>
                  <a:lnTo>
                    <a:pt x="6128" y="144019"/>
                  </a:lnTo>
                  <a:lnTo>
                    <a:pt x="39222" y="206529"/>
                  </a:lnTo>
                  <a:lnTo>
                    <a:pt x="39222" y="406929"/>
                  </a:lnTo>
                  <a:lnTo>
                    <a:pt x="79057" y="430830"/>
                  </a:lnTo>
                  <a:lnTo>
                    <a:pt x="282521" y="305197"/>
                  </a:lnTo>
                  <a:lnTo>
                    <a:pt x="285586" y="310712"/>
                  </a:lnTo>
                  <a:close/>
                </a:path>
              </a:pathLst>
            </a:custGeom>
            <a:gradFill>
              <a:gsLst>
                <a:gs pos="0">
                  <a:srgbClr val="1473CA"/>
                </a:gs>
                <a:gs pos="55000">
                  <a:srgbClr val="47FBFF"/>
                </a:gs>
                <a:gs pos="100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80DE2F3-AB6B-47E4-FABC-9367F6019D3E}"/>
                </a:ext>
              </a:extLst>
            </p:cNvPr>
            <p:cNvSpPr/>
            <p:nvPr/>
          </p:nvSpPr>
          <p:spPr>
            <a:xfrm>
              <a:off x="9938498" y="2505698"/>
              <a:ext cx="37352" cy="21685"/>
            </a:xfrm>
            <a:custGeom>
              <a:avLst/>
              <a:gdLst>
                <a:gd name="connsiteX0" fmla="*/ 30183 w 35238"/>
                <a:gd name="connsiteY0" fmla="*/ 17700 h 20458"/>
                <a:gd name="connsiteX1" fmla="*/ 5056 w 35238"/>
                <a:gd name="connsiteY1" fmla="*/ 17700 h 20458"/>
                <a:gd name="connsiteX2" fmla="*/ 5056 w 35238"/>
                <a:gd name="connsiteY2" fmla="*/ 2992 h 20458"/>
                <a:gd name="connsiteX3" fmla="*/ 30183 w 35238"/>
                <a:gd name="connsiteY3" fmla="*/ 2992 h 20458"/>
                <a:gd name="connsiteX4" fmla="*/ 30183 w 35238"/>
                <a:gd name="connsiteY4" fmla="*/ 17700 h 20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38" h="20458">
                  <a:moveTo>
                    <a:pt x="30183" y="17700"/>
                  </a:moveTo>
                  <a:cubicBezTo>
                    <a:pt x="23441" y="21377"/>
                    <a:pt x="12410" y="21377"/>
                    <a:pt x="5056" y="17700"/>
                  </a:cubicBezTo>
                  <a:cubicBezTo>
                    <a:pt x="-1685" y="13410"/>
                    <a:pt x="-1685" y="7282"/>
                    <a:pt x="5056" y="2992"/>
                  </a:cubicBezTo>
                  <a:cubicBezTo>
                    <a:pt x="11797" y="-1298"/>
                    <a:pt x="22828" y="-685"/>
                    <a:pt x="30183" y="2992"/>
                  </a:cubicBezTo>
                  <a:cubicBezTo>
                    <a:pt x="36924" y="7282"/>
                    <a:pt x="36924" y="13410"/>
                    <a:pt x="30183" y="17700"/>
                  </a:cubicBezTo>
                  <a:close/>
                </a:path>
              </a:pathLst>
            </a:custGeom>
            <a:solidFill>
              <a:srgbClr val="66E6B9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4E5F529-0917-2D42-B9FA-791F14AAF0BE}"/>
                </a:ext>
              </a:extLst>
            </p:cNvPr>
            <p:cNvSpPr/>
            <p:nvPr/>
          </p:nvSpPr>
          <p:spPr>
            <a:xfrm>
              <a:off x="9615801" y="2535504"/>
              <a:ext cx="240357" cy="216971"/>
            </a:xfrm>
            <a:custGeom>
              <a:avLst/>
              <a:gdLst>
                <a:gd name="connsiteX0" fmla="*/ 226753 w 226752"/>
                <a:gd name="connsiteY0" fmla="*/ 150760 h 204690"/>
                <a:gd name="connsiteX1" fmla="*/ 223688 w 226752"/>
                <a:gd name="connsiteY1" fmla="*/ 145857 h 204690"/>
                <a:gd name="connsiteX2" fmla="*/ 131762 w 226752"/>
                <a:gd name="connsiteY2" fmla="*/ 198562 h 204690"/>
                <a:gd name="connsiteX3" fmla="*/ 6128 w 226752"/>
                <a:gd name="connsiteY3" fmla="*/ 125633 h 204690"/>
                <a:gd name="connsiteX4" fmla="*/ 6128 w 226752"/>
                <a:gd name="connsiteY4" fmla="*/ 0 h 204690"/>
                <a:gd name="connsiteX5" fmla="*/ 0 w 226752"/>
                <a:gd name="connsiteY5" fmla="*/ 0 h 204690"/>
                <a:gd name="connsiteX6" fmla="*/ 0 w 226752"/>
                <a:gd name="connsiteY6" fmla="*/ 129310 h 204690"/>
                <a:gd name="connsiteX7" fmla="*/ 129923 w 226752"/>
                <a:gd name="connsiteY7" fmla="*/ 204690 h 204690"/>
                <a:gd name="connsiteX8" fmla="*/ 132987 w 226752"/>
                <a:gd name="connsiteY8" fmla="*/ 204690 h 20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6752" h="204690">
                  <a:moveTo>
                    <a:pt x="226753" y="150760"/>
                  </a:moveTo>
                  <a:lnTo>
                    <a:pt x="223688" y="145857"/>
                  </a:lnTo>
                  <a:lnTo>
                    <a:pt x="131762" y="198562"/>
                  </a:lnTo>
                  <a:lnTo>
                    <a:pt x="6128" y="125633"/>
                  </a:lnTo>
                  <a:lnTo>
                    <a:pt x="6128" y="0"/>
                  </a:lnTo>
                  <a:lnTo>
                    <a:pt x="0" y="0"/>
                  </a:lnTo>
                  <a:lnTo>
                    <a:pt x="0" y="129310"/>
                  </a:lnTo>
                  <a:lnTo>
                    <a:pt x="129923" y="204690"/>
                  </a:lnTo>
                  <a:lnTo>
                    <a:pt x="132987" y="204690"/>
                  </a:lnTo>
                  <a:close/>
                </a:path>
              </a:pathLst>
            </a:custGeom>
            <a:gradFill>
              <a:gsLst>
                <a:gs pos="0">
                  <a:srgbClr val="1473CA"/>
                </a:gs>
                <a:gs pos="35000">
                  <a:srgbClr val="47FBFF"/>
                </a:gs>
                <a:gs pos="100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FA4CAE7-68E2-4138-1D7B-CF09B4A01D1C}"/>
                </a:ext>
              </a:extLst>
            </p:cNvPr>
            <p:cNvSpPr/>
            <p:nvPr/>
          </p:nvSpPr>
          <p:spPr>
            <a:xfrm>
              <a:off x="9236645" y="2344949"/>
              <a:ext cx="25984" cy="33804"/>
            </a:xfrm>
            <a:custGeom>
              <a:avLst/>
              <a:gdLst>
                <a:gd name="connsiteX0" fmla="*/ 24514 w 24513"/>
                <a:gd name="connsiteY0" fmla="*/ 22993 h 31891"/>
                <a:gd name="connsiteX1" fmla="*/ 12257 w 24513"/>
                <a:gd name="connsiteY1" fmla="*/ 30347 h 31891"/>
                <a:gd name="connsiteX2" fmla="*/ 0 w 24513"/>
                <a:gd name="connsiteY2" fmla="*/ 8898 h 31891"/>
                <a:gd name="connsiteX3" fmla="*/ 12257 w 24513"/>
                <a:gd name="connsiteY3" fmla="*/ 1544 h 31891"/>
                <a:gd name="connsiteX4" fmla="*/ 24514 w 24513"/>
                <a:gd name="connsiteY4" fmla="*/ 22993 h 31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3" h="31891">
                  <a:moveTo>
                    <a:pt x="24514" y="22993"/>
                  </a:moveTo>
                  <a:cubicBezTo>
                    <a:pt x="24514" y="30960"/>
                    <a:pt x="18998" y="34025"/>
                    <a:pt x="12257" y="30347"/>
                  </a:cubicBezTo>
                  <a:cubicBezTo>
                    <a:pt x="5516" y="26058"/>
                    <a:pt x="0" y="16865"/>
                    <a:pt x="0" y="8898"/>
                  </a:cubicBezTo>
                  <a:cubicBezTo>
                    <a:pt x="0" y="931"/>
                    <a:pt x="5516" y="-2133"/>
                    <a:pt x="12257" y="1544"/>
                  </a:cubicBezTo>
                  <a:cubicBezTo>
                    <a:pt x="18998" y="5834"/>
                    <a:pt x="24514" y="15026"/>
                    <a:pt x="24514" y="22993"/>
                  </a:cubicBezTo>
                  <a:close/>
                </a:path>
              </a:pathLst>
            </a:custGeom>
            <a:solidFill>
              <a:srgbClr val="85D075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B2818834-B603-C663-11A6-C2B0E5535A28}"/>
                </a:ext>
              </a:extLst>
            </p:cNvPr>
            <p:cNvGrpSpPr/>
            <p:nvPr/>
          </p:nvGrpSpPr>
          <p:grpSpPr>
            <a:xfrm>
              <a:off x="9117987" y="2132589"/>
              <a:ext cx="440112" cy="294930"/>
              <a:chOff x="9258473" y="2079280"/>
              <a:chExt cx="415202" cy="278243"/>
            </a:xfrm>
          </p:grpSpPr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FF6753E3-1C1B-2719-831C-377B6FBEFA11}"/>
                  </a:ext>
                </a:extLst>
              </p:cNvPr>
              <p:cNvSpPr/>
              <p:nvPr/>
            </p:nvSpPr>
            <p:spPr>
              <a:xfrm>
                <a:off x="9538544" y="2319527"/>
                <a:ext cx="35238" cy="20223"/>
              </a:xfrm>
              <a:custGeom>
                <a:avLst/>
                <a:gdLst>
                  <a:gd name="connsiteX0" fmla="*/ 30183 w 35238"/>
                  <a:gd name="connsiteY0" fmla="*/ 17466 h 20223"/>
                  <a:gd name="connsiteX1" fmla="*/ 5056 w 35238"/>
                  <a:gd name="connsiteY1" fmla="*/ 17466 h 20223"/>
                  <a:gd name="connsiteX2" fmla="*/ 5056 w 35238"/>
                  <a:gd name="connsiteY2" fmla="*/ 2758 h 20223"/>
                  <a:gd name="connsiteX3" fmla="*/ 30183 w 35238"/>
                  <a:gd name="connsiteY3" fmla="*/ 2758 h 20223"/>
                  <a:gd name="connsiteX4" fmla="*/ 30183 w 35238"/>
                  <a:gd name="connsiteY4" fmla="*/ 17466 h 2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238" h="20223">
                    <a:moveTo>
                      <a:pt x="30183" y="17466"/>
                    </a:moveTo>
                    <a:cubicBezTo>
                      <a:pt x="23441" y="21143"/>
                      <a:pt x="12410" y="21143"/>
                      <a:pt x="5056" y="17466"/>
                    </a:cubicBezTo>
                    <a:cubicBezTo>
                      <a:pt x="-1685" y="13176"/>
                      <a:pt x="-1685" y="7048"/>
                      <a:pt x="5056" y="2758"/>
                    </a:cubicBezTo>
                    <a:cubicBezTo>
                      <a:pt x="11797" y="-919"/>
                      <a:pt x="22828" y="-919"/>
                      <a:pt x="30183" y="2758"/>
                    </a:cubicBezTo>
                    <a:cubicBezTo>
                      <a:pt x="36924" y="7048"/>
                      <a:pt x="36924" y="13176"/>
                      <a:pt x="30183" y="17466"/>
                    </a:cubicBezTo>
                    <a:close/>
                  </a:path>
                </a:pathLst>
              </a:custGeom>
              <a:solidFill>
                <a:srgbClr val="2AF6FF"/>
              </a:solidFill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EC11FE56-2528-4758-1384-CF4F267559BA}"/>
                  </a:ext>
                </a:extLst>
              </p:cNvPr>
              <p:cNvSpPr/>
              <p:nvPr/>
            </p:nvSpPr>
            <p:spPr>
              <a:xfrm>
                <a:off x="9629857" y="2254566"/>
                <a:ext cx="35238" cy="20223"/>
              </a:xfrm>
              <a:custGeom>
                <a:avLst/>
                <a:gdLst>
                  <a:gd name="connsiteX0" fmla="*/ 30183 w 35238"/>
                  <a:gd name="connsiteY0" fmla="*/ 17466 h 20223"/>
                  <a:gd name="connsiteX1" fmla="*/ 5056 w 35238"/>
                  <a:gd name="connsiteY1" fmla="*/ 17466 h 20223"/>
                  <a:gd name="connsiteX2" fmla="*/ 5056 w 35238"/>
                  <a:gd name="connsiteY2" fmla="*/ 2758 h 20223"/>
                  <a:gd name="connsiteX3" fmla="*/ 30183 w 35238"/>
                  <a:gd name="connsiteY3" fmla="*/ 2758 h 20223"/>
                  <a:gd name="connsiteX4" fmla="*/ 30183 w 35238"/>
                  <a:gd name="connsiteY4" fmla="*/ 17466 h 2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238" h="20223">
                    <a:moveTo>
                      <a:pt x="30183" y="17466"/>
                    </a:moveTo>
                    <a:cubicBezTo>
                      <a:pt x="23441" y="21143"/>
                      <a:pt x="12410" y="21143"/>
                      <a:pt x="5056" y="17466"/>
                    </a:cubicBezTo>
                    <a:cubicBezTo>
                      <a:pt x="-1685" y="13176"/>
                      <a:pt x="-1685" y="7048"/>
                      <a:pt x="5056" y="2758"/>
                    </a:cubicBezTo>
                    <a:cubicBezTo>
                      <a:pt x="11797" y="-919"/>
                      <a:pt x="22828" y="-919"/>
                      <a:pt x="30183" y="2758"/>
                    </a:cubicBezTo>
                    <a:cubicBezTo>
                      <a:pt x="36924" y="7048"/>
                      <a:pt x="36924" y="13789"/>
                      <a:pt x="30183" y="17466"/>
                    </a:cubicBezTo>
                    <a:close/>
                  </a:path>
                </a:pathLst>
              </a:custGeom>
              <a:solidFill>
                <a:srgbClr val="2AF6FF"/>
              </a:solidFill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643F747F-3154-60C5-45D5-0CBCD1923A9D}"/>
                  </a:ext>
                </a:extLst>
              </p:cNvPr>
              <p:cNvSpPr/>
              <p:nvPr/>
            </p:nvSpPr>
            <p:spPr>
              <a:xfrm>
                <a:off x="9564283" y="2152833"/>
                <a:ext cx="35238" cy="20223"/>
              </a:xfrm>
              <a:custGeom>
                <a:avLst/>
                <a:gdLst>
                  <a:gd name="connsiteX0" fmla="*/ 30183 w 35238"/>
                  <a:gd name="connsiteY0" fmla="*/ 17466 h 20223"/>
                  <a:gd name="connsiteX1" fmla="*/ 5056 w 35238"/>
                  <a:gd name="connsiteY1" fmla="*/ 17466 h 20223"/>
                  <a:gd name="connsiteX2" fmla="*/ 5056 w 35238"/>
                  <a:gd name="connsiteY2" fmla="*/ 2758 h 20223"/>
                  <a:gd name="connsiteX3" fmla="*/ 30183 w 35238"/>
                  <a:gd name="connsiteY3" fmla="*/ 2758 h 20223"/>
                  <a:gd name="connsiteX4" fmla="*/ 30183 w 35238"/>
                  <a:gd name="connsiteY4" fmla="*/ 17466 h 2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238" h="20223">
                    <a:moveTo>
                      <a:pt x="30183" y="17466"/>
                    </a:moveTo>
                    <a:cubicBezTo>
                      <a:pt x="23441" y="21143"/>
                      <a:pt x="12410" y="21143"/>
                      <a:pt x="5056" y="17466"/>
                    </a:cubicBezTo>
                    <a:cubicBezTo>
                      <a:pt x="-1685" y="13176"/>
                      <a:pt x="-1685" y="7048"/>
                      <a:pt x="5056" y="2758"/>
                    </a:cubicBezTo>
                    <a:cubicBezTo>
                      <a:pt x="11797" y="-919"/>
                      <a:pt x="22828" y="-919"/>
                      <a:pt x="30183" y="2758"/>
                    </a:cubicBezTo>
                    <a:cubicBezTo>
                      <a:pt x="36924" y="7048"/>
                      <a:pt x="36924" y="13176"/>
                      <a:pt x="30183" y="17466"/>
                    </a:cubicBezTo>
                    <a:close/>
                  </a:path>
                </a:pathLst>
              </a:custGeom>
              <a:solidFill>
                <a:srgbClr val="2AF6FF"/>
              </a:solidFill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E55F7A6B-04A9-6136-2269-15610FFC5924}"/>
                  </a:ext>
                </a:extLst>
              </p:cNvPr>
              <p:cNvSpPr/>
              <p:nvPr/>
            </p:nvSpPr>
            <p:spPr>
              <a:xfrm>
                <a:off x="9557082" y="2216263"/>
                <a:ext cx="102345" cy="128697"/>
              </a:xfrm>
              <a:custGeom>
                <a:avLst/>
                <a:gdLst>
                  <a:gd name="connsiteX0" fmla="*/ 102345 w 102345"/>
                  <a:gd name="connsiteY0" fmla="*/ 128697 h 128697"/>
                  <a:gd name="connsiteX1" fmla="*/ 96217 w 102345"/>
                  <a:gd name="connsiteY1" fmla="*/ 128697 h 128697"/>
                  <a:gd name="connsiteX2" fmla="*/ 96217 w 102345"/>
                  <a:gd name="connsiteY2" fmla="*/ 102958 h 128697"/>
                  <a:gd name="connsiteX3" fmla="*/ 0 w 102345"/>
                  <a:gd name="connsiteY3" fmla="*/ 47802 h 128697"/>
                  <a:gd name="connsiteX4" fmla="*/ 0 w 102345"/>
                  <a:gd name="connsiteY4" fmla="*/ 0 h 128697"/>
                  <a:gd name="connsiteX5" fmla="*/ 6128 w 102345"/>
                  <a:gd name="connsiteY5" fmla="*/ 0 h 128697"/>
                  <a:gd name="connsiteX6" fmla="*/ 6128 w 102345"/>
                  <a:gd name="connsiteY6" fmla="*/ 44125 h 128697"/>
                  <a:gd name="connsiteX7" fmla="*/ 102345 w 102345"/>
                  <a:gd name="connsiteY7" fmla="*/ 99281 h 128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2345" h="128697">
                    <a:moveTo>
                      <a:pt x="102345" y="128697"/>
                    </a:moveTo>
                    <a:lnTo>
                      <a:pt x="96217" y="128697"/>
                    </a:lnTo>
                    <a:lnTo>
                      <a:pt x="96217" y="102958"/>
                    </a:lnTo>
                    <a:lnTo>
                      <a:pt x="0" y="47802"/>
                    </a:lnTo>
                    <a:lnTo>
                      <a:pt x="0" y="0"/>
                    </a:lnTo>
                    <a:lnTo>
                      <a:pt x="6128" y="0"/>
                    </a:lnTo>
                    <a:lnTo>
                      <a:pt x="6128" y="44125"/>
                    </a:lnTo>
                    <a:lnTo>
                      <a:pt x="102345" y="99281"/>
                    </a:lnTo>
                    <a:close/>
                  </a:path>
                </a:pathLst>
              </a:custGeom>
              <a:solidFill>
                <a:srgbClr val="2AF6FF"/>
              </a:solidFill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A506B15B-DC61-2CDF-B165-876E7AD03424}"/>
                  </a:ext>
                </a:extLst>
              </p:cNvPr>
              <p:cNvSpPr/>
              <p:nvPr/>
            </p:nvSpPr>
            <p:spPr>
              <a:xfrm>
                <a:off x="9638437" y="2337300"/>
                <a:ext cx="35238" cy="20223"/>
              </a:xfrm>
              <a:custGeom>
                <a:avLst/>
                <a:gdLst>
                  <a:gd name="connsiteX0" fmla="*/ 5056 w 35238"/>
                  <a:gd name="connsiteY0" fmla="*/ 17466 h 20223"/>
                  <a:gd name="connsiteX1" fmla="*/ 30183 w 35238"/>
                  <a:gd name="connsiteY1" fmla="*/ 17466 h 20223"/>
                  <a:gd name="connsiteX2" fmla="*/ 30183 w 35238"/>
                  <a:gd name="connsiteY2" fmla="*/ 2758 h 20223"/>
                  <a:gd name="connsiteX3" fmla="*/ 5056 w 35238"/>
                  <a:gd name="connsiteY3" fmla="*/ 2758 h 20223"/>
                  <a:gd name="connsiteX4" fmla="*/ 5056 w 35238"/>
                  <a:gd name="connsiteY4" fmla="*/ 17466 h 2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238" h="20223">
                    <a:moveTo>
                      <a:pt x="5056" y="17466"/>
                    </a:moveTo>
                    <a:cubicBezTo>
                      <a:pt x="11797" y="21143"/>
                      <a:pt x="22828" y="21143"/>
                      <a:pt x="30183" y="17466"/>
                    </a:cubicBezTo>
                    <a:cubicBezTo>
                      <a:pt x="36924" y="13176"/>
                      <a:pt x="36924" y="7048"/>
                      <a:pt x="30183" y="2758"/>
                    </a:cubicBezTo>
                    <a:cubicBezTo>
                      <a:pt x="23441" y="-919"/>
                      <a:pt x="12410" y="-919"/>
                      <a:pt x="5056" y="2758"/>
                    </a:cubicBezTo>
                    <a:cubicBezTo>
                      <a:pt x="-1685" y="7048"/>
                      <a:pt x="-1685" y="13789"/>
                      <a:pt x="5056" y="17466"/>
                    </a:cubicBezTo>
                    <a:close/>
                  </a:path>
                </a:pathLst>
              </a:custGeom>
              <a:solidFill>
                <a:srgbClr val="2AF6FF"/>
              </a:solidFill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FC440528-A5D1-DC37-C607-4F20254BF74D}"/>
                  </a:ext>
                </a:extLst>
              </p:cNvPr>
              <p:cNvSpPr/>
              <p:nvPr/>
            </p:nvSpPr>
            <p:spPr>
              <a:xfrm>
                <a:off x="9547277" y="2213493"/>
                <a:ext cx="24513" cy="31891"/>
              </a:xfrm>
              <a:custGeom>
                <a:avLst/>
                <a:gdLst>
                  <a:gd name="connsiteX0" fmla="*/ 0 w 24513"/>
                  <a:gd name="connsiteY0" fmla="*/ 22993 h 31891"/>
                  <a:gd name="connsiteX1" fmla="*/ 12257 w 24513"/>
                  <a:gd name="connsiteY1" fmla="*/ 30348 h 31891"/>
                  <a:gd name="connsiteX2" fmla="*/ 24514 w 24513"/>
                  <a:gd name="connsiteY2" fmla="*/ 8898 h 31891"/>
                  <a:gd name="connsiteX3" fmla="*/ 12257 w 24513"/>
                  <a:gd name="connsiteY3" fmla="*/ 1544 h 31891"/>
                  <a:gd name="connsiteX4" fmla="*/ 0 w 24513"/>
                  <a:gd name="connsiteY4" fmla="*/ 22993 h 31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13" h="31891">
                    <a:moveTo>
                      <a:pt x="0" y="22993"/>
                    </a:moveTo>
                    <a:cubicBezTo>
                      <a:pt x="0" y="30960"/>
                      <a:pt x="5516" y="34025"/>
                      <a:pt x="12257" y="30348"/>
                    </a:cubicBezTo>
                    <a:cubicBezTo>
                      <a:pt x="18998" y="26058"/>
                      <a:pt x="24514" y="16865"/>
                      <a:pt x="24514" y="8898"/>
                    </a:cubicBezTo>
                    <a:cubicBezTo>
                      <a:pt x="24514" y="931"/>
                      <a:pt x="18998" y="-2133"/>
                      <a:pt x="12257" y="1544"/>
                    </a:cubicBezTo>
                    <a:cubicBezTo>
                      <a:pt x="5516" y="5221"/>
                      <a:pt x="0" y="15026"/>
                      <a:pt x="0" y="22993"/>
                    </a:cubicBezTo>
                    <a:close/>
                  </a:path>
                </a:pathLst>
              </a:custGeom>
              <a:solidFill>
                <a:srgbClr val="2AF6FF"/>
              </a:solidFill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4BD0B4CD-FD44-B6F9-A213-2B4EF9EA01E6}"/>
                  </a:ext>
                </a:extLst>
              </p:cNvPr>
              <p:cNvSpPr/>
              <p:nvPr/>
            </p:nvSpPr>
            <p:spPr>
              <a:xfrm>
                <a:off x="9272722" y="2192975"/>
                <a:ext cx="117666" cy="145244"/>
              </a:xfrm>
              <a:custGeom>
                <a:avLst/>
                <a:gdLst>
                  <a:gd name="connsiteX0" fmla="*/ 6128 w 117666"/>
                  <a:gd name="connsiteY0" fmla="*/ 145244 h 145244"/>
                  <a:gd name="connsiteX1" fmla="*/ 0 w 117666"/>
                  <a:gd name="connsiteY1" fmla="*/ 145244 h 145244"/>
                  <a:gd name="connsiteX2" fmla="*/ 0 w 117666"/>
                  <a:gd name="connsiteY2" fmla="*/ 98055 h 145244"/>
                  <a:gd name="connsiteX3" fmla="*/ 111538 w 117666"/>
                  <a:gd name="connsiteY3" fmla="*/ 33706 h 145244"/>
                  <a:gd name="connsiteX4" fmla="*/ 111538 w 117666"/>
                  <a:gd name="connsiteY4" fmla="*/ 0 h 145244"/>
                  <a:gd name="connsiteX5" fmla="*/ 117666 w 117666"/>
                  <a:gd name="connsiteY5" fmla="*/ 0 h 145244"/>
                  <a:gd name="connsiteX6" fmla="*/ 117666 w 117666"/>
                  <a:gd name="connsiteY6" fmla="*/ 37384 h 145244"/>
                  <a:gd name="connsiteX7" fmla="*/ 6128 w 117666"/>
                  <a:gd name="connsiteY7" fmla="*/ 101732 h 14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666" h="145244">
                    <a:moveTo>
                      <a:pt x="6128" y="145244"/>
                    </a:moveTo>
                    <a:lnTo>
                      <a:pt x="0" y="145244"/>
                    </a:lnTo>
                    <a:lnTo>
                      <a:pt x="0" y="98055"/>
                    </a:lnTo>
                    <a:lnTo>
                      <a:pt x="111538" y="33706"/>
                    </a:lnTo>
                    <a:lnTo>
                      <a:pt x="111538" y="0"/>
                    </a:lnTo>
                    <a:lnTo>
                      <a:pt x="117666" y="0"/>
                    </a:lnTo>
                    <a:lnTo>
                      <a:pt x="117666" y="37384"/>
                    </a:lnTo>
                    <a:lnTo>
                      <a:pt x="6128" y="101732"/>
                    </a:lnTo>
                    <a:close/>
                  </a:path>
                </a:pathLst>
              </a:custGeom>
              <a:solidFill>
                <a:srgbClr val="2AF6FF"/>
              </a:solidFill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1698DD68-A079-81BC-8F95-1F946594F361}"/>
                  </a:ext>
                </a:extLst>
              </p:cNvPr>
              <p:cNvSpPr/>
              <p:nvPr/>
            </p:nvSpPr>
            <p:spPr>
              <a:xfrm>
                <a:off x="9258473" y="2330558"/>
                <a:ext cx="35238" cy="20223"/>
              </a:xfrm>
              <a:custGeom>
                <a:avLst/>
                <a:gdLst>
                  <a:gd name="connsiteX0" fmla="*/ 30183 w 35238"/>
                  <a:gd name="connsiteY0" fmla="*/ 17466 h 20223"/>
                  <a:gd name="connsiteX1" fmla="*/ 5056 w 35238"/>
                  <a:gd name="connsiteY1" fmla="*/ 17466 h 20223"/>
                  <a:gd name="connsiteX2" fmla="*/ 5056 w 35238"/>
                  <a:gd name="connsiteY2" fmla="*/ 2758 h 20223"/>
                  <a:gd name="connsiteX3" fmla="*/ 30183 w 35238"/>
                  <a:gd name="connsiteY3" fmla="*/ 2758 h 20223"/>
                  <a:gd name="connsiteX4" fmla="*/ 30183 w 35238"/>
                  <a:gd name="connsiteY4" fmla="*/ 17466 h 2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238" h="20223">
                    <a:moveTo>
                      <a:pt x="30183" y="17466"/>
                    </a:moveTo>
                    <a:cubicBezTo>
                      <a:pt x="23441" y="21143"/>
                      <a:pt x="12410" y="21143"/>
                      <a:pt x="5056" y="17466"/>
                    </a:cubicBezTo>
                    <a:cubicBezTo>
                      <a:pt x="-1685" y="13176"/>
                      <a:pt x="-1685" y="7048"/>
                      <a:pt x="5056" y="2758"/>
                    </a:cubicBezTo>
                    <a:cubicBezTo>
                      <a:pt x="11797" y="-919"/>
                      <a:pt x="22828" y="-919"/>
                      <a:pt x="30183" y="2758"/>
                    </a:cubicBezTo>
                    <a:cubicBezTo>
                      <a:pt x="36924" y="7048"/>
                      <a:pt x="36924" y="13176"/>
                      <a:pt x="30183" y="17466"/>
                    </a:cubicBezTo>
                    <a:close/>
                  </a:path>
                </a:pathLst>
              </a:custGeom>
              <a:solidFill>
                <a:srgbClr val="2AF6FF"/>
              </a:solidFill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84E33A79-B940-66C3-A854-90A2BA0F00AF}"/>
                  </a:ext>
                </a:extLst>
              </p:cNvPr>
              <p:cNvSpPr/>
              <p:nvPr/>
            </p:nvSpPr>
            <p:spPr>
              <a:xfrm>
                <a:off x="9375680" y="2169981"/>
                <a:ext cx="24513" cy="31891"/>
              </a:xfrm>
              <a:custGeom>
                <a:avLst/>
                <a:gdLst>
                  <a:gd name="connsiteX0" fmla="*/ 24514 w 24513"/>
                  <a:gd name="connsiteY0" fmla="*/ 22993 h 31891"/>
                  <a:gd name="connsiteX1" fmla="*/ 12257 w 24513"/>
                  <a:gd name="connsiteY1" fmla="*/ 30347 h 31891"/>
                  <a:gd name="connsiteX2" fmla="*/ 0 w 24513"/>
                  <a:gd name="connsiteY2" fmla="*/ 8898 h 31891"/>
                  <a:gd name="connsiteX3" fmla="*/ 12257 w 24513"/>
                  <a:gd name="connsiteY3" fmla="*/ 1544 h 31891"/>
                  <a:gd name="connsiteX4" fmla="*/ 24514 w 24513"/>
                  <a:gd name="connsiteY4" fmla="*/ 22993 h 31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13" h="31891">
                    <a:moveTo>
                      <a:pt x="24514" y="22993"/>
                    </a:moveTo>
                    <a:cubicBezTo>
                      <a:pt x="24514" y="30960"/>
                      <a:pt x="18998" y="34025"/>
                      <a:pt x="12257" y="30347"/>
                    </a:cubicBezTo>
                    <a:cubicBezTo>
                      <a:pt x="5516" y="26058"/>
                      <a:pt x="0" y="16865"/>
                      <a:pt x="0" y="8898"/>
                    </a:cubicBezTo>
                    <a:cubicBezTo>
                      <a:pt x="0" y="931"/>
                      <a:pt x="5516" y="-2133"/>
                      <a:pt x="12257" y="1544"/>
                    </a:cubicBezTo>
                    <a:cubicBezTo>
                      <a:pt x="18385" y="5221"/>
                      <a:pt x="24514" y="15026"/>
                      <a:pt x="24514" y="22993"/>
                    </a:cubicBezTo>
                    <a:close/>
                  </a:path>
                </a:pathLst>
              </a:custGeom>
              <a:solidFill>
                <a:srgbClr val="2AF6FF"/>
              </a:solidFill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F23694F7-1008-17A4-C1AE-324C31F6CB63}"/>
                  </a:ext>
                </a:extLst>
              </p:cNvPr>
              <p:cNvSpPr/>
              <p:nvPr/>
            </p:nvSpPr>
            <p:spPr>
              <a:xfrm>
                <a:off x="9375680" y="2079280"/>
                <a:ext cx="24513" cy="31891"/>
              </a:xfrm>
              <a:custGeom>
                <a:avLst/>
                <a:gdLst>
                  <a:gd name="connsiteX0" fmla="*/ 24514 w 24513"/>
                  <a:gd name="connsiteY0" fmla="*/ 22993 h 31891"/>
                  <a:gd name="connsiteX1" fmla="*/ 12257 w 24513"/>
                  <a:gd name="connsiteY1" fmla="*/ 30348 h 31891"/>
                  <a:gd name="connsiteX2" fmla="*/ 0 w 24513"/>
                  <a:gd name="connsiteY2" fmla="*/ 8898 h 31891"/>
                  <a:gd name="connsiteX3" fmla="*/ 12257 w 24513"/>
                  <a:gd name="connsiteY3" fmla="*/ 1544 h 31891"/>
                  <a:gd name="connsiteX4" fmla="*/ 24514 w 24513"/>
                  <a:gd name="connsiteY4" fmla="*/ 22993 h 31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13" h="31891">
                    <a:moveTo>
                      <a:pt x="24514" y="22993"/>
                    </a:moveTo>
                    <a:cubicBezTo>
                      <a:pt x="24514" y="30960"/>
                      <a:pt x="18998" y="34025"/>
                      <a:pt x="12257" y="30348"/>
                    </a:cubicBezTo>
                    <a:cubicBezTo>
                      <a:pt x="5516" y="26058"/>
                      <a:pt x="0" y="16865"/>
                      <a:pt x="0" y="8898"/>
                    </a:cubicBezTo>
                    <a:cubicBezTo>
                      <a:pt x="0" y="931"/>
                      <a:pt x="5516" y="-2133"/>
                      <a:pt x="12257" y="1544"/>
                    </a:cubicBezTo>
                    <a:cubicBezTo>
                      <a:pt x="18998" y="5221"/>
                      <a:pt x="24514" y="15026"/>
                      <a:pt x="24514" y="22993"/>
                    </a:cubicBezTo>
                    <a:close/>
                  </a:path>
                </a:pathLst>
              </a:custGeom>
              <a:solidFill>
                <a:srgbClr val="2AF6FF"/>
              </a:solidFill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82717B8-0630-C6D1-9CF4-CF1AAD249AFB}"/>
                </a:ext>
              </a:extLst>
            </p:cNvPr>
            <p:cNvSpPr/>
            <p:nvPr/>
          </p:nvSpPr>
          <p:spPr>
            <a:xfrm>
              <a:off x="9241622" y="1329407"/>
              <a:ext cx="195534" cy="1069916"/>
            </a:xfrm>
            <a:custGeom>
              <a:avLst/>
              <a:gdLst>
                <a:gd name="connsiteX0" fmla="*/ 184466 w 184466"/>
                <a:gd name="connsiteY0" fmla="*/ 1009356 h 1009355"/>
                <a:gd name="connsiteX1" fmla="*/ 178338 w 184466"/>
                <a:gd name="connsiteY1" fmla="*/ 1009356 h 1009355"/>
                <a:gd name="connsiteX2" fmla="*/ 178338 w 184466"/>
                <a:gd name="connsiteY2" fmla="*/ 971359 h 1009355"/>
                <a:gd name="connsiteX3" fmla="*/ 98055 w 184466"/>
                <a:gd name="connsiteY3" fmla="*/ 925396 h 1009355"/>
                <a:gd name="connsiteX4" fmla="*/ 98055 w 184466"/>
                <a:gd name="connsiteY4" fmla="*/ 291714 h 1009355"/>
                <a:gd name="connsiteX5" fmla="*/ 0 w 184466"/>
                <a:gd name="connsiteY5" fmla="*/ 142793 h 1009355"/>
                <a:gd name="connsiteX6" fmla="*/ 0 w 184466"/>
                <a:gd name="connsiteY6" fmla="*/ 0 h 1009355"/>
                <a:gd name="connsiteX7" fmla="*/ 6128 w 184466"/>
                <a:gd name="connsiteY7" fmla="*/ 0 h 1009355"/>
                <a:gd name="connsiteX8" fmla="*/ 6128 w 184466"/>
                <a:gd name="connsiteY8" fmla="*/ 140954 h 1009355"/>
                <a:gd name="connsiteX9" fmla="*/ 104184 w 184466"/>
                <a:gd name="connsiteY9" fmla="*/ 289876 h 1009355"/>
                <a:gd name="connsiteX10" fmla="*/ 104184 w 184466"/>
                <a:gd name="connsiteY10" fmla="*/ 921719 h 1009355"/>
                <a:gd name="connsiteX11" fmla="*/ 184466 w 184466"/>
                <a:gd name="connsiteY11" fmla="*/ 967682 h 1009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4466" h="1009355">
                  <a:moveTo>
                    <a:pt x="184466" y="1009356"/>
                  </a:moveTo>
                  <a:lnTo>
                    <a:pt x="178338" y="1009356"/>
                  </a:lnTo>
                  <a:lnTo>
                    <a:pt x="178338" y="971359"/>
                  </a:lnTo>
                  <a:lnTo>
                    <a:pt x="98055" y="925396"/>
                  </a:lnTo>
                  <a:lnTo>
                    <a:pt x="98055" y="291714"/>
                  </a:lnTo>
                  <a:lnTo>
                    <a:pt x="0" y="142793"/>
                  </a:lnTo>
                  <a:lnTo>
                    <a:pt x="0" y="0"/>
                  </a:lnTo>
                  <a:lnTo>
                    <a:pt x="6128" y="0"/>
                  </a:lnTo>
                  <a:lnTo>
                    <a:pt x="6128" y="140954"/>
                  </a:lnTo>
                  <a:lnTo>
                    <a:pt x="104184" y="289876"/>
                  </a:lnTo>
                  <a:lnTo>
                    <a:pt x="104184" y="921719"/>
                  </a:lnTo>
                  <a:lnTo>
                    <a:pt x="184466" y="967682"/>
                  </a:lnTo>
                  <a:close/>
                </a:path>
              </a:pathLst>
            </a:custGeom>
            <a:gradFill>
              <a:gsLst>
                <a:gs pos="0">
                  <a:srgbClr val="47FBFF"/>
                </a:gs>
                <a:gs pos="42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34E4134-A69C-9935-3F5E-767D907D5B4D}"/>
                </a:ext>
              </a:extLst>
            </p:cNvPr>
            <p:cNvSpPr/>
            <p:nvPr/>
          </p:nvSpPr>
          <p:spPr>
            <a:xfrm>
              <a:off x="9366348" y="1472972"/>
              <a:ext cx="183841" cy="854893"/>
            </a:xfrm>
            <a:custGeom>
              <a:avLst/>
              <a:gdLst>
                <a:gd name="connsiteX0" fmla="*/ 156888 w 173435"/>
                <a:gd name="connsiteY0" fmla="*/ 806504 h 806503"/>
                <a:gd name="connsiteX1" fmla="*/ 150760 w 173435"/>
                <a:gd name="connsiteY1" fmla="*/ 806504 h 806503"/>
                <a:gd name="connsiteX2" fmla="*/ 150760 w 173435"/>
                <a:gd name="connsiteY2" fmla="*/ 775249 h 806503"/>
                <a:gd name="connsiteX3" fmla="*/ 77218 w 173435"/>
                <a:gd name="connsiteY3" fmla="*/ 732963 h 806503"/>
                <a:gd name="connsiteX4" fmla="*/ 0 w 173435"/>
                <a:gd name="connsiteY4" fmla="*/ 778926 h 806503"/>
                <a:gd name="connsiteX5" fmla="*/ 0 w 173435"/>
                <a:gd name="connsiteY5" fmla="*/ 227978 h 806503"/>
                <a:gd name="connsiteX6" fmla="*/ 613 w 173435"/>
                <a:gd name="connsiteY6" fmla="*/ 227365 h 806503"/>
                <a:gd name="connsiteX7" fmla="*/ 168532 w 173435"/>
                <a:gd name="connsiteY7" fmla="*/ 0 h 806503"/>
                <a:gd name="connsiteX8" fmla="*/ 173435 w 173435"/>
                <a:gd name="connsiteY8" fmla="*/ 3677 h 806503"/>
                <a:gd name="connsiteX9" fmla="*/ 6128 w 173435"/>
                <a:gd name="connsiteY9" fmla="*/ 230430 h 806503"/>
                <a:gd name="connsiteX10" fmla="*/ 6128 w 173435"/>
                <a:gd name="connsiteY10" fmla="*/ 767895 h 806503"/>
                <a:gd name="connsiteX11" fmla="*/ 77218 w 173435"/>
                <a:gd name="connsiteY11" fmla="*/ 725608 h 806503"/>
                <a:gd name="connsiteX12" fmla="*/ 156888 w 173435"/>
                <a:gd name="connsiteY12" fmla="*/ 772185 h 80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3435" h="806503">
                  <a:moveTo>
                    <a:pt x="156888" y="806504"/>
                  </a:moveTo>
                  <a:lnTo>
                    <a:pt x="150760" y="806504"/>
                  </a:lnTo>
                  <a:lnTo>
                    <a:pt x="150760" y="775249"/>
                  </a:lnTo>
                  <a:lnTo>
                    <a:pt x="77218" y="732963"/>
                  </a:lnTo>
                  <a:lnTo>
                    <a:pt x="0" y="778926"/>
                  </a:lnTo>
                  <a:lnTo>
                    <a:pt x="0" y="227978"/>
                  </a:lnTo>
                  <a:lnTo>
                    <a:pt x="613" y="227365"/>
                  </a:lnTo>
                  <a:lnTo>
                    <a:pt x="168532" y="0"/>
                  </a:lnTo>
                  <a:lnTo>
                    <a:pt x="173435" y="3677"/>
                  </a:lnTo>
                  <a:lnTo>
                    <a:pt x="6128" y="230430"/>
                  </a:lnTo>
                  <a:lnTo>
                    <a:pt x="6128" y="767895"/>
                  </a:lnTo>
                  <a:lnTo>
                    <a:pt x="77218" y="725608"/>
                  </a:lnTo>
                  <a:lnTo>
                    <a:pt x="156888" y="772185"/>
                  </a:lnTo>
                  <a:close/>
                </a:path>
              </a:pathLst>
            </a:custGeom>
            <a:gradFill>
              <a:gsLst>
                <a:gs pos="0">
                  <a:srgbClr val="47FBFF"/>
                </a:gs>
                <a:gs pos="42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095DFFFB-BB31-018D-3131-536A9D5CE31F}"/>
                </a:ext>
              </a:extLst>
            </p:cNvPr>
            <p:cNvSpPr/>
            <p:nvPr/>
          </p:nvSpPr>
          <p:spPr>
            <a:xfrm>
              <a:off x="8883034" y="1536635"/>
              <a:ext cx="427446" cy="734065"/>
            </a:xfrm>
            <a:custGeom>
              <a:avLst/>
              <a:gdLst>
                <a:gd name="connsiteX0" fmla="*/ 275780 w 403251"/>
                <a:gd name="connsiteY0" fmla="*/ 692515 h 692514"/>
                <a:gd name="connsiteX1" fmla="*/ 269652 w 403251"/>
                <a:gd name="connsiteY1" fmla="*/ 692515 h 692514"/>
                <a:gd name="connsiteX2" fmla="*/ 269652 w 403251"/>
                <a:gd name="connsiteY2" fmla="*/ 580364 h 692514"/>
                <a:gd name="connsiteX3" fmla="*/ 397124 w 403251"/>
                <a:gd name="connsiteY3" fmla="*/ 652680 h 692514"/>
                <a:gd name="connsiteX4" fmla="*/ 397124 w 403251"/>
                <a:gd name="connsiteY4" fmla="*/ 385479 h 692514"/>
                <a:gd name="connsiteX5" fmla="*/ 324195 w 403251"/>
                <a:gd name="connsiteY5" fmla="*/ 233494 h 692514"/>
                <a:gd name="connsiteX6" fmla="*/ 116441 w 403251"/>
                <a:gd name="connsiteY6" fmla="*/ 138503 h 692514"/>
                <a:gd name="connsiteX7" fmla="*/ 116441 w 403251"/>
                <a:gd name="connsiteY7" fmla="*/ 138503 h 692514"/>
                <a:gd name="connsiteX8" fmla="*/ 0 w 403251"/>
                <a:gd name="connsiteY8" fmla="*/ 4290 h 692514"/>
                <a:gd name="connsiteX9" fmla="*/ 4903 w 403251"/>
                <a:gd name="connsiteY9" fmla="*/ 0 h 692514"/>
                <a:gd name="connsiteX10" fmla="*/ 120118 w 403251"/>
                <a:gd name="connsiteY10" fmla="*/ 133600 h 692514"/>
                <a:gd name="connsiteX11" fmla="*/ 329098 w 403251"/>
                <a:gd name="connsiteY11" fmla="*/ 229204 h 692514"/>
                <a:gd name="connsiteX12" fmla="*/ 403252 w 403251"/>
                <a:gd name="connsiteY12" fmla="*/ 384867 h 692514"/>
                <a:gd name="connsiteX13" fmla="*/ 403252 w 403251"/>
                <a:gd name="connsiteY13" fmla="*/ 663098 h 692514"/>
                <a:gd name="connsiteX14" fmla="*/ 275780 w 403251"/>
                <a:gd name="connsiteY14" fmla="*/ 591395 h 69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3251" h="692514">
                  <a:moveTo>
                    <a:pt x="275780" y="692515"/>
                  </a:moveTo>
                  <a:lnTo>
                    <a:pt x="269652" y="692515"/>
                  </a:lnTo>
                  <a:lnTo>
                    <a:pt x="269652" y="580364"/>
                  </a:lnTo>
                  <a:lnTo>
                    <a:pt x="397124" y="652680"/>
                  </a:lnTo>
                  <a:lnTo>
                    <a:pt x="397124" y="385479"/>
                  </a:lnTo>
                  <a:lnTo>
                    <a:pt x="324195" y="233494"/>
                  </a:lnTo>
                  <a:lnTo>
                    <a:pt x="116441" y="138503"/>
                  </a:lnTo>
                  <a:lnTo>
                    <a:pt x="116441" y="138503"/>
                  </a:lnTo>
                  <a:lnTo>
                    <a:pt x="0" y="4290"/>
                  </a:lnTo>
                  <a:lnTo>
                    <a:pt x="4903" y="0"/>
                  </a:lnTo>
                  <a:lnTo>
                    <a:pt x="120118" y="133600"/>
                  </a:lnTo>
                  <a:lnTo>
                    <a:pt x="329098" y="229204"/>
                  </a:lnTo>
                  <a:lnTo>
                    <a:pt x="403252" y="384867"/>
                  </a:lnTo>
                  <a:lnTo>
                    <a:pt x="403252" y="663098"/>
                  </a:lnTo>
                  <a:lnTo>
                    <a:pt x="275780" y="591395"/>
                  </a:lnTo>
                  <a:close/>
                </a:path>
              </a:pathLst>
            </a:custGeom>
            <a:gradFill>
              <a:gsLst>
                <a:gs pos="0">
                  <a:srgbClr val="47FBFF"/>
                </a:gs>
                <a:gs pos="42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DA63991-5CD7-E378-49F1-7400909AA5E8}"/>
                </a:ext>
              </a:extLst>
            </p:cNvPr>
            <p:cNvSpPr/>
            <p:nvPr/>
          </p:nvSpPr>
          <p:spPr>
            <a:xfrm>
              <a:off x="9085065" y="1580159"/>
              <a:ext cx="246204" cy="778239"/>
            </a:xfrm>
            <a:custGeom>
              <a:avLst/>
              <a:gdLst>
                <a:gd name="connsiteX0" fmla="*/ 175886 w 232268"/>
                <a:gd name="connsiteY0" fmla="*/ 734188 h 734188"/>
                <a:gd name="connsiteX1" fmla="*/ 169758 w 232268"/>
                <a:gd name="connsiteY1" fmla="*/ 734188 h 734188"/>
                <a:gd name="connsiteX2" fmla="*/ 169758 w 232268"/>
                <a:gd name="connsiteY2" fmla="*/ 685773 h 734188"/>
                <a:gd name="connsiteX3" fmla="*/ 226140 w 232268"/>
                <a:gd name="connsiteY3" fmla="*/ 655744 h 734188"/>
                <a:gd name="connsiteX4" fmla="*/ 226140 w 232268"/>
                <a:gd name="connsiteY4" fmla="*/ 232268 h 734188"/>
                <a:gd name="connsiteX5" fmla="*/ 178338 w 232268"/>
                <a:gd name="connsiteY5" fmla="*/ 133600 h 734188"/>
                <a:gd name="connsiteX6" fmla="*/ 77831 w 232268"/>
                <a:gd name="connsiteY6" fmla="*/ 94991 h 734188"/>
                <a:gd name="connsiteX7" fmla="*/ 0 w 232268"/>
                <a:gd name="connsiteY7" fmla="*/ 3677 h 734188"/>
                <a:gd name="connsiteX8" fmla="*/ 4290 w 232268"/>
                <a:gd name="connsiteY8" fmla="*/ 0 h 734188"/>
                <a:gd name="connsiteX9" fmla="*/ 81508 w 232268"/>
                <a:gd name="connsiteY9" fmla="*/ 90088 h 734188"/>
                <a:gd name="connsiteX10" fmla="*/ 182628 w 232268"/>
                <a:gd name="connsiteY10" fmla="*/ 128697 h 734188"/>
                <a:gd name="connsiteX11" fmla="*/ 232268 w 232268"/>
                <a:gd name="connsiteY11" fmla="*/ 230430 h 734188"/>
                <a:gd name="connsiteX12" fmla="*/ 232268 w 232268"/>
                <a:gd name="connsiteY12" fmla="*/ 658808 h 734188"/>
                <a:gd name="connsiteX13" fmla="*/ 175886 w 232268"/>
                <a:gd name="connsiteY13" fmla="*/ 689451 h 73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2268" h="734188">
                  <a:moveTo>
                    <a:pt x="175886" y="734188"/>
                  </a:moveTo>
                  <a:lnTo>
                    <a:pt x="169758" y="734188"/>
                  </a:lnTo>
                  <a:lnTo>
                    <a:pt x="169758" y="685773"/>
                  </a:lnTo>
                  <a:lnTo>
                    <a:pt x="226140" y="655744"/>
                  </a:lnTo>
                  <a:lnTo>
                    <a:pt x="226140" y="232268"/>
                  </a:lnTo>
                  <a:lnTo>
                    <a:pt x="178338" y="133600"/>
                  </a:lnTo>
                  <a:lnTo>
                    <a:pt x="77831" y="94991"/>
                  </a:lnTo>
                  <a:lnTo>
                    <a:pt x="0" y="3677"/>
                  </a:lnTo>
                  <a:lnTo>
                    <a:pt x="4290" y="0"/>
                  </a:lnTo>
                  <a:lnTo>
                    <a:pt x="81508" y="90088"/>
                  </a:lnTo>
                  <a:lnTo>
                    <a:pt x="182628" y="128697"/>
                  </a:lnTo>
                  <a:lnTo>
                    <a:pt x="232268" y="230430"/>
                  </a:lnTo>
                  <a:lnTo>
                    <a:pt x="232268" y="658808"/>
                  </a:lnTo>
                  <a:lnTo>
                    <a:pt x="175886" y="689451"/>
                  </a:lnTo>
                  <a:close/>
                </a:path>
              </a:pathLst>
            </a:custGeom>
            <a:gradFill>
              <a:gsLst>
                <a:gs pos="0">
                  <a:srgbClr val="47FBFF"/>
                </a:gs>
                <a:gs pos="42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1E66748-B651-EEB0-71F8-0E1110C526E7}"/>
                </a:ext>
              </a:extLst>
            </p:cNvPr>
            <p:cNvSpPr/>
            <p:nvPr/>
          </p:nvSpPr>
          <p:spPr>
            <a:xfrm>
              <a:off x="9385837" y="1507402"/>
              <a:ext cx="415753" cy="719774"/>
            </a:xfrm>
            <a:custGeom>
              <a:avLst/>
              <a:gdLst>
                <a:gd name="connsiteX0" fmla="*/ 0 w 392220"/>
                <a:gd name="connsiteY0" fmla="*/ 679032 h 679032"/>
                <a:gd name="connsiteX1" fmla="*/ 0 w 392220"/>
                <a:gd name="connsiteY1" fmla="*/ 392834 h 679032"/>
                <a:gd name="connsiteX2" fmla="*/ 613 w 392220"/>
                <a:gd name="connsiteY2" fmla="*/ 392221 h 679032"/>
                <a:gd name="connsiteX3" fmla="*/ 162404 w 392220"/>
                <a:gd name="connsiteY3" fmla="*/ 177725 h 679032"/>
                <a:gd name="connsiteX4" fmla="*/ 163017 w 392220"/>
                <a:gd name="connsiteY4" fmla="*/ 177725 h 679032"/>
                <a:gd name="connsiteX5" fmla="*/ 365256 w 392220"/>
                <a:gd name="connsiteY5" fmla="*/ 77218 h 679032"/>
                <a:gd name="connsiteX6" fmla="*/ 386092 w 392220"/>
                <a:gd name="connsiteY6" fmla="*/ 0 h 679032"/>
                <a:gd name="connsiteX7" fmla="*/ 392221 w 392220"/>
                <a:gd name="connsiteY7" fmla="*/ 1226 h 679032"/>
                <a:gd name="connsiteX8" fmla="*/ 370771 w 392220"/>
                <a:gd name="connsiteY8" fmla="*/ 81508 h 679032"/>
                <a:gd name="connsiteX9" fmla="*/ 166694 w 392220"/>
                <a:gd name="connsiteY9" fmla="*/ 182628 h 679032"/>
                <a:gd name="connsiteX10" fmla="*/ 6128 w 392220"/>
                <a:gd name="connsiteY10" fmla="*/ 395285 h 679032"/>
                <a:gd name="connsiteX11" fmla="*/ 6128 w 392220"/>
                <a:gd name="connsiteY11" fmla="*/ 668001 h 679032"/>
                <a:gd name="connsiteX12" fmla="*/ 74154 w 392220"/>
                <a:gd name="connsiteY12" fmla="*/ 626940 h 679032"/>
                <a:gd name="connsiteX13" fmla="*/ 74154 w 392220"/>
                <a:gd name="connsiteY13" fmla="*/ 672904 h 679032"/>
                <a:gd name="connsiteX14" fmla="*/ 68026 w 392220"/>
                <a:gd name="connsiteY14" fmla="*/ 672904 h 679032"/>
                <a:gd name="connsiteX15" fmla="*/ 68026 w 392220"/>
                <a:gd name="connsiteY15" fmla="*/ 637972 h 67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92220" h="679032">
                  <a:moveTo>
                    <a:pt x="0" y="679032"/>
                  </a:moveTo>
                  <a:lnTo>
                    <a:pt x="0" y="392834"/>
                  </a:lnTo>
                  <a:lnTo>
                    <a:pt x="613" y="392221"/>
                  </a:lnTo>
                  <a:lnTo>
                    <a:pt x="162404" y="177725"/>
                  </a:lnTo>
                  <a:lnTo>
                    <a:pt x="163017" y="177725"/>
                  </a:lnTo>
                  <a:lnTo>
                    <a:pt x="365256" y="77218"/>
                  </a:lnTo>
                  <a:lnTo>
                    <a:pt x="386092" y="0"/>
                  </a:lnTo>
                  <a:lnTo>
                    <a:pt x="392221" y="1226"/>
                  </a:lnTo>
                  <a:lnTo>
                    <a:pt x="370771" y="81508"/>
                  </a:lnTo>
                  <a:lnTo>
                    <a:pt x="166694" y="182628"/>
                  </a:lnTo>
                  <a:lnTo>
                    <a:pt x="6128" y="395285"/>
                  </a:lnTo>
                  <a:lnTo>
                    <a:pt x="6128" y="668001"/>
                  </a:lnTo>
                  <a:lnTo>
                    <a:pt x="74154" y="626940"/>
                  </a:lnTo>
                  <a:lnTo>
                    <a:pt x="74154" y="672904"/>
                  </a:lnTo>
                  <a:lnTo>
                    <a:pt x="68026" y="672904"/>
                  </a:lnTo>
                  <a:lnTo>
                    <a:pt x="68026" y="637972"/>
                  </a:lnTo>
                  <a:close/>
                </a:path>
              </a:pathLst>
            </a:custGeom>
            <a:gradFill>
              <a:gsLst>
                <a:gs pos="0">
                  <a:srgbClr val="47FBFF"/>
                </a:gs>
                <a:gs pos="42000">
                  <a:srgbClr val="8DCB63"/>
                </a:gs>
              </a:gsLst>
              <a:lin ang="5400000" scaled="1"/>
            </a:gra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3C247696-C55C-55E3-365E-4E1A01FC1C4E}"/>
                </a:ext>
              </a:extLst>
            </p:cNvPr>
            <p:cNvGrpSpPr/>
            <p:nvPr/>
          </p:nvGrpSpPr>
          <p:grpSpPr>
            <a:xfrm>
              <a:off x="8777138" y="1057864"/>
              <a:ext cx="1137476" cy="1087456"/>
              <a:chOff x="8936883" y="1065340"/>
              <a:chExt cx="1073091" cy="1025901"/>
            </a:xfrm>
            <a:solidFill>
              <a:srgbClr val="47FBFF"/>
            </a:solidFill>
            <a:effectLst>
              <a:glow rad="25400">
                <a:schemeClr val="accent4">
                  <a:satMod val="175000"/>
                  <a:alpha val="8000"/>
                </a:schemeClr>
              </a:glow>
              <a:outerShdw blurRad="25400" dist="38100" dir="4680000" sx="101000" sy="101000" algn="t" rotWithShape="0">
                <a:prstClr val="black">
                  <a:alpha val="19000"/>
                </a:prstClr>
              </a:outerShdw>
            </a:effectLst>
          </p:grpSpPr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011DF0B7-2545-A380-5CDC-2EE98214C8D0}"/>
                  </a:ext>
                </a:extLst>
              </p:cNvPr>
              <p:cNvSpPr/>
              <p:nvPr/>
            </p:nvSpPr>
            <p:spPr>
              <a:xfrm>
                <a:off x="9079063" y="1695345"/>
                <a:ext cx="309486" cy="222462"/>
              </a:xfrm>
              <a:custGeom>
                <a:avLst/>
                <a:gdLst>
                  <a:gd name="connsiteX0" fmla="*/ 303971 w 309486"/>
                  <a:gd name="connsiteY0" fmla="*/ 222463 h 222462"/>
                  <a:gd name="connsiteX1" fmla="*/ 258621 w 309486"/>
                  <a:gd name="connsiteY1" fmla="*/ 123795 h 222462"/>
                  <a:gd name="connsiteX2" fmla="*/ 0 w 309486"/>
                  <a:gd name="connsiteY2" fmla="*/ 5516 h 222462"/>
                  <a:gd name="connsiteX3" fmla="*/ 3064 w 309486"/>
                  <a:gd name="connsiteY3" fmla="*/ 0 h 222462"/>
                  <a:gd name="connsiteX4" fmla="*/ 262911 w 309486"/>
                  <a:gd name="connsiteY4" fmla="*/ 119505 h 222462"/>
                  <a:gd name="connsiteX5" fmla="*/ 309487 w 309486"/>
                  <a:gd name="connsiteY5" fmla="*/ 219398 h 222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9486" h="222462">
                    <a:moveTo>
                      <a:pt x="303971" y="222463"/>
                    </a:moveTo>
                    <a:lnTo>
                      <a:pt x="258621" y="123795"/>
                    </a:lnTo>
                    <a:lnTo>
                      <a:pt x="0" y="5516"/>
                    </a:lnTo>
                    <a:lnTo>
                      <a:pt x="3064" y="0"/>
                    </a:lnTo>
                    <a:lnTo>
                      <a:pt x="262911" y="119505"/>
                    </a:lnTo>
                    <a:lnTo>
                      <a:pt x="309487" y="219398"/>
                    </a:ln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7F918B22-FAE0-B470-7B6C-C04665BA3286}"/>
                  </a:ext>
                </a:extLst>
              </p:cNvPr>
              <p:cNvSpPr/>
              <p:nvPr/>
            </p:nvSpPr>
            <p:spPr>
              <a:xfrm>
                <a:off x="9221243" y="1382794"/>
                <a:ext cx="223688" cy="281295"/>
              </a:xfrm>
              <a:custGeom>
                <a:avLst/>
                <a:gdLst>
                  <a:gd name="connsiteX0" fmla="*/ 218173 w 223688"/>
                  <a:gd name="connsiteY0" fmla="*/ 281296 h 281295"/>
                  <a:gd name="connsiteX1" fmla="*/ 163017 w 223688"/>
                  <a:gd name="connsiteY1" fmla="*/ 168532 h 281295"/>
                  <a:gd name="connsiteX2" fmla="*/ 129310 w 223688"/>
                  <a:gd name="connsiteY2" fmla="*/ 155050 h 281295"/>
                  <a:gd name="connsiteX3" fmla="*/ 0 w 223688"/>
                  <a:gd name="connsiteY3" fmla="*/ 3677 h 281295"/>
                  <a:gd name="connsiteX4" fmla="*/ 4903 w 223688"/>
                  <a:gd name="connsiteY4" fmla="*/ 0 h 281295"/>
                  <a:gd name="connsiteX5" fmla="*/ 132987 w 223688"/>
                  <a:gd name="connsiteY5" fmla="*/ 150147 h 281295"/>
                  <a:gd name="connsiteX6" fmla="*/ 167307 w 223688"/>
                  <a:gd name="connsiteY6" fmla="*/ 163630 h 281295"/>
                  <a:gd name="connsiteX7" fmla="*/ 223688 w 223688"/>
                  <a:gd name="connsiteY7" fmla="*/ 278844 h 281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688" h="281295">
                    <a:moveTo>
                      <a:pt x="218173" y="281296"/>
                    </a:moveTo>
                    <a:lnTo>
                      <a:pt x="163017" y="168532"/>
                    </a:lnTo>
                    <a:lnTo>
                      <a:pt x="129310" y="155050"/>
                    </a:lnTo>
                    <a:lnTo>
                      <a:pt x="0" y="3677"/>
                    </a:lnTo>
                    <a:lnTo>
                      <a:pt x="4903" y="0"/>
                    </a:lnTo>
                    <a:lnTo>
                      <a:pt x="132987" y="150147"/>
                    </a:lnTo>
                    <a:lnTo>
                      <a:pt x="167307" y="163630"/>
                    </a:lnTo>
                    <a:lnTo>
                      <a:pt x="223688" y="278844"/>
                    </a:ln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AA86F24E-8035-A158-4E4E-39A373F27EAF}"/>
                  </a:ext>
                </a:extLst>
              </p:cNvPr>
              <p:cNvSpPr/>
              <p:nvPr/>
            </p:nvSpPr>
            <p:spPr>
              <a:xfrm>
                <a:off x="9464543" y="1444078"/>
                <a:ext cx="29416" cy="29416"/>
              </a:xfrm>
              <a:custGeom>
                <a:avLst/>
                <a:gdLst>
                  <a:gd name="connsiteX0" fmla="*/ 29417 w 29416"/>
                  <a:gd name="connsiteY0" fmla="*/ 14708 h 29416"/>
                  <a:gd name="connsiteX1" fmla="*/ 14708 w 29416"/>
                  <a:gd name="connsiteY1" fmla="*/ 29417 h 29416"/>
                  <a:gd name="connsiteX2" fmla="*/ 0 w 29416"/>
                  <a:gd name="connsiteY2" fmla="*/ 14708 h 29416"/>
                  <a:gd name="connsiteX3" fmla="*/ 14708 w 29416"/>
                  <a:gd name="connsiteY3" fmla="*/ 0 h 29416"/>
                  <a:gd name="connsiteX4" fmla="*/ 29417 w 29416"/>
                  <a:gd name="connsiteY4" fmla="*/ 14708 h 29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416" h="29416">
                    <a:moveTo>
                      <a:pt x="29417" y="14708"/>
                    </a:moveTo>
                    <a:cubicBezTo>
                      <a:pt x="29417" y="22831"/>
                      <a:pt x="22831" y="29417"/>
                      <a:pt x="14708" y="29417"/>
                    </a:cubicBezTo>
                    <a:cubicBezTo>
                      <a:pt x="6585" y="29417"/>
                      <a:pt x="0" y="22831"/>
                      <a:pt x="0" y="14708"/>
                    </a:cubicBezTo>
                    <a:cubicBezTo>
                      <a:pt x="0" y="6585"/>
                      <a:pt x="6585" y="0"/>
                      <a:pt x="14708" y="0"/>
                    </a:cubicBezTo>
                    <a:cubicBezTo>
                      <a:pt x="22832" y="0"/>
                      <a:pt x="29417" y="6585"/>
                      <a:pt x="29417" y="1470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B87BFED2-BB91-2EFD-8C58-5B0F60E7C33B}"/>
                  </a:ext>
                </a:extLst>
              </p:cNvPr>
              <p:cNvSpPr/>
              <p:nvPr/>
            </p:nvSpPr>
            <p:spPr>
              <a:xfrm>
                <a:off x="9705391" y="1820365"/>
                <a:ext cx="130535" cy="129923"/>
              </a:xfrm>
              <a:custGeom>
                <a:avLst/>
                <a:gdLst>
                  <a:gd name="connsiteX0" fmla="*/ 65574 w 130535"/>
                  <a:gd name="connsiteY0" fmla="*/ 129923 h 129923"/>
                  <a:gd name="connsiteX1" fmla="*/ 0 w 130535"/>
                  <a:gd name="connsiteY1" fmla="*/ 64962 h 129923"/>
                  <a:gd name="connsiteX2" fmla="*/ 65574 w 130535"/>
                  <a:gd name="connsiteY2" fmla="*/ 0 h 129923"/>
                  <a:gd name="connsiteX3" fmla="*/ 130536 w 130535"/>
                  <a:gd name="connsiteY3" fmla="*/ 64962 h 129923"/>
                  <a:gd name="connsiteX4" fmla="*/ 65574 w 130535"/>
                  <a:gd name="connsiteY4" fmla="*/ 129923 h 129923"/>
                  <a:gd name="connsiteX5" fmla="*/ 65574 w 130535"/>
                  <a:gd name="connsiteY5" fmla="*/ 5516 h 129923"/>
                  <a:gd name="connsiteX6" fmla="*/ 6128 w 130535"/>
                  <a:gd name="connsiteY6" fmla="*/ 64349 h 129923"/>
                  <a:gd name="connsiteX7" fmla="*/ 65574 w 130535"/>
                  <a:gd name="connsiteY7" fmla="*/ 123182 h 129923"/>
                  <a:gd name="connsiteX8" fmla="*/ 124408 w 130535"/>
                  <a:gd name="connsiteY8" fmla="*/ 64349 h 129923"/>
                  <a:gd name="connsiteX9" fmla="*/ 65574 w 130535"/>
                  <a:gd name="connsiteY9" fmla="*/ 5516 h 129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5" h="129923">
                    <a:moveTo>
                      <a:pt x="65574" y="129923"/>
                    </a:moveTo>
                    <a:cubicBezTo>
                      <a:pt x="29417" y="129923"/>
                      <a:pt x="0" y="100507"/>
                      <a:pt x="0" y="64962"/>
                    </a:cubicBezTo>
                    <a:cubicBezTo>
                      <a:pt x="0" y="28804"/>
                      <a:pt x="29417" y="0"/>
                      <a:pt x="65574" y="0"/>
                    </a:cubicBezTo>
                    <a:cubicBezTo>
                      <a:pt x="101732" y="0"/>
                      <a:pt x="130536" y="29417"/>
                      <a:pt x="130536" y="64962"/>
                    </a:cubicBezTo>
                    <a:cubicBezTo>
                      <a:pt x="130536" y="101119"/>
                      <a:pt x="101119" y="129923"/>
                      <a:pt x="65574" y="129923"/>
                    </a:cubicBezTo>
                    <a:close/>
                    <a:moveTo>
                      <a:pt x="65574" y="5516"/>
                    </a:moveTo>
                    <a:cubicBezTo>
                      <a:pt x="33094" y="5516"/>
                      <a:pt x="6128" y="31868"/>
                      <a:pt x="6128" y="64349"/>
                    </a:cubicBezTo>
                    <a:cubicBezTo>
                      <a:pt x="6128" y="96830"/>
                      <a:pt x="32481" y="123182"/>
                      <a:pt x="65574" y="123182"/>
                    </a:cubicBezTo>
                    <a:cubicBezTo>
                      <a:pt x="98055" y="123182"/>
                      <a:pt x="124408" y="96830"/>
                      <a:pt x="124408" y="64349"/>
                    </a:cubicBezTo>
                    <a:cubicBezTo>
                      <a:pt x="124408" y="32481"/>
                      <a:pt x="98055" y="5516"/>
                      <a:pt x="65574" y="5516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9B31A50F-1D86-D848-6D2F-21CFAD8F5E15}"/>
                  </a:ext>
                </a:extLst>
              </p:cNvPr>
              <p:cNvSpPr/>
              <p:nvPr/>
            </p:nvSpPr>
            <p:spPr>
              <a:xfrm>
                <a:off x="9117059" y="1784207"/>
                <a:ext cx="130535" cy="130535"/>
              </a:xfrm>
              <a:custGeom>
                <a:avLst/>
                <a:gdLst>
                  <a:gd name="connsiteX0" fmla="*/ 65574 w 130535"/>
                  <a:gd name="connsiteY0" fmla="*/ 130536 h 130535"/>
                  <a:gd name="connsiteX1" fmla="*/ 0 w 130535"/>
                  <a:gd name="connsiteY1" fmla="*/ 65574 h 130535"/>
                  <a:gd name="connsiteX2" fmla="*/ 65574 w 130535"/>
                  <a:gd name="connsiteY2" fmla="*/ 0 h 130535"/>
                  <a:gd name="connsiteX3" fmla="*/ 130536 w 130535"/>
                  <a:gd name="connsiteY3" fmla="*/ 64962 h 130535"/>
                  <a:gd name="connsiteX4" fmla="*/ 65574 w 130535"/>
                  <a:gd name="connsiteY4" fmla="*/ 130536 h 130535"/>
                  <a:gd name="connsiteX5" fmla="*/ 65574 w 130535"/>
                  <a:gd name="connsiteY5" fmla="*/ 6128 h 130535"/>
                  <a:gd name="connsiteX6" fmla="*/ 6128 w 130535"/>
                  <a:gd name="connsiteY6" fmla="*/ 64962 h 130535"/>
                  <a:gd name="connsiteX7" fmla="*/ 65574 w 130535"/>
                  <a:gd name="connsiteY7" fmla="*/ 123795 h 130535"/>
                  <a:gd name="connsiteX8" fmla="*/ 124407 w 130535"/>
                  <a:gd name="connsiteY8" fmla="*/ 64962 h 130535"/>
                  <a:gd name="connsiteX9" fmla="*/ 65574 w 130535"/>
                  <a:gd name="connsiteY9" fmla="*/ 6128 h 130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5" h="130535">
                    <a:moveTo>
                      <a:pt x="65574" y="130536"/>
                    </a:moveTo>
                    <a:cubicBezTo>
                      <a:pt x="29417" y="130536"/>
                      <a:pt x="0" y="101119"/>
                      <a:pt x="0" y="65574"/>
                    </a:cubicBezTo>
                    <a:cubicBezTo>
                      <a:pt x="0" y="30029"/>
                      <a:pt x="29417" y="0"/>
                      <a:pt x="65574" y="0"/>
                    </a:cubicBezTo>
                    <a:cubicBezTo>
                      <a:pt x="101732" y="0"/>
                      <a:pt x="130536" y="29417"/>
                      <a:pt x="130536" y="64962"/>
                    </a:cubicBezTo>
                    <a:cubicBezTo>
                      <a:pt x="130536" y="100507"/>
                      <a:pt x="101119" y="130536"/>
                      <a:pt x="65574" y="130536"/>
                    </a:cubicBezTo>
                    <a:close/>
                    <a:moveTo>
                      <a:pt x="65574" y="6128"/>
                    </a:moveTo>
                    <a:cubicBezTo>
                      <a:pt x="33094" y="6128"/>
                      <a:pt x="6128" y="32481"/>
                      <a:pt x="6128" y="64962"/>
                    </a:cubicBezTo>
                    <a:cubicBezTo>
                      <a:pt x="6128" y="97442"/>
                      <a:pt x="32481" y="123795"/>
                      <a:pt x="65574" y="123795"/>
                    </a:cubicBezTo>
                    <a:cubicBezTo>
                      <a:pt x="98055" y="123795"/>
                      <a:pt x="124407" y="97442"/>
                      <a:pt x="124407" y="64962"/>
                    </a:cubicBezTo>
                    <a:cubicBezTo>
                      <a:pt x="124407" y="33094"/>
                      <a:pt x="98055" y="6128"/>
                      <a:pt x="65574" y="612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BC472633-BE6F-73A3-6D1C-C72686B07F24}"/>
                  </a:ext>
                </a:extLst>
              </p:cNvPr>
              <p:cNvSpPr/>
              <p:nvPr/>
            </p:nvSpPr>
            <p:spPr>
              <a:xfrm>
                <a:off x="8936883" y="1408533"/>
                <a:ext cx="130535" cy="129923"/>
              </a:xfrm>
              <a:custGeom>
                <a:avLst/>
                <a:gdLst>
                  <a:gd name="connsiteX0" fmla="*/ 65574 w 130535"/>
                  <a:gd name="connsiteY0" fmla="*/ 129923 h 129923"/>
                  <a:gd name="connsiteX1" fmla="*/ 0 w 130535"/>
                  <a:gd name="connsiteY1" fmla="*/ 64962 h 129923"/>
                  <a:gd name="connsiteX2" fmla="*/ 65574 w 130535"/>
                  <a:gd name="connsiteY2" fmla="*/ 0 h 129923"/>
                  <a:gd name="connsiteX3" fmla="*/ 130536 w 130535"/>
                  <a:gd name="connsiteY3" fmla="*/ 64962 h 129923"/>
                  <a:gd name="connsiteX4" fmla="*/ 65574 w 130535"/>
                  <a:gd name="connsiteY4" fmla="*/ 129923 h 129923"/>
                  <a:gd name="connsiteX5" fmla="*/ 65574 w 130535"/>
                  <a:gd name="connsiteY5" fmla="*/ 5516 h 129923"/>
                  <a:gd name="connsiteX6" fmla="*/ 6128 w 130535"/>
                  <a:gd name="connsiteY6" fmla="*/ 64349 h 129923"/>
                  <a:gd name="connsiteX7" fmla="*/ 65574 w 130535"/>
                  <a:gd name="connsiteY7" fmla="*/ 123182 h 129923"/>
                  <a:gd name="connsiteX8" fmla="*/ 124407 w 130535"/>
                  <a:gd name="connsiteY8" fmla="*/ 64349 h 129923"/>
                  <a:gd name="connsiteX9" fmla="*/ 65574 w 130535"/>
                  <a:gd name="connsiteY9" fmla="*/ 5516 h 129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5" h="129923">
                    <a:moveTo>
                      <a:pt x="65574" y="129923"/>
                    </a:moveTo>
                    <a:cubicBezTo>
                      <a:pt x="29417" y="129923"/>
                      <a:pt x="0" y="100507"/>
                      <a:pt x="0" y="64962"/>
                    </a:cubicBezTo>
                    <a:cubicBezTo>
                      <a:pt x="0" y="29417"/>
                      <a:pt x="29417" y="0"/>
                      <a:pt x="65574" y="0"/>
                    </a:cubicBezTo>
                    <a:cubicBezTo>
                      <a:pt x="101732" y="0"/>
                      <a:pt x="130536" y="29417"/>
                      <a:pt x="130536" y="64962"/>
                    </a:cubicBezTo>
                    <a:cubicBezTo>
                      <a:pt x="130536" y="100507"/>
                      <a:pt x="101732" y="129923"/>
                      <a:pt x="65574" y="129923"/>
                    </a:cubicBezTo>
                    <a:close/>
                    <a:moveTo>
                      <a:pt x="65574" y="5516"/>
                    </a:moveTo>
                    <a:cubicBezTo>
                      <a:pt x="33094" y="5516"/>
                      <a:pt x="6128" y="31868"/>
                      <a:pt x="6128" y="64349"/>
                    </a:cubicBezTo>
                    <a:cubicBezTo>
                      <a:pt x="6128" y="96830"/>
                      <a:pt x="32481" y="123182"/>
                      <a:pt x="65574" y="123182"/>
                    </a:cubicBezTo>
                    <a:cubicBezTo>
                      <a:pt x="98055" y="123182"/>
                      <a:pt x="124407" y="96830"/>
                      <a:pt x="124407" y="64349"/>
                    </a:cubicBezTo>
                    <a:cubicBezTo>
                      <a:pt x="125020" y="32481"/>
                      <a:pt x="98055" y="5516"/>
                      <a:pt x="65574" y="5516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6A934ED-81C6-F7E9-095C-E8AC1027AA50}"/>
                  </a:ext>
                </a:extLst>
              </p:cNvPr>
              <p:cNvSpPr/>
              <p:nvPr/>
            </p:nvSpPr>
            <p:spPr>
              <a:xfrm>
                <a:off x="9131768" y="1442852"/>
                <a:ext cx="130535" cy="130535"/>
              </a:xfrm>
              <a:custGeom>
                <a:avLst/>
                <a:gdLst>
                  <a:gd name="connsiteX0" fmla="*/ 64962 w 130535"/>
                  <a:gd name="connsiteY0" fmla="*/ 130536 h 130535"/>
                  <a:gd name="connsiteX1" fmla="*/ 0 w 130535"/>
                  <a:gd name="connsiteY1" fmla="*/ 64962 h 130535"/>
                  <a:gd name="connsiteX2" fmla="*/ 64962 w 130535"/>
                  <a:gd name="connsiteY2" fmla="*/ 0 h 130535"/>
                  <a:gd name="connsiteX3" fmla="*/ 130536 w 130535"/>
                  <a:gd name="connsiteY3" fmla="*/ 64962 h 130535"/>
                  <a:gd name="connsiteX4" fmla="*/ 64962 w 130535"/>
                  <a:gd name="connsiteY4" fmla="*/ 130536 h 130535"/>
                  <a:gd name="connsiteX5" fmla="*/ 64962 w 130535"/>
                  <a:gd name="connsiteY5" fmla="*/ 6128 h 130535"/>
                  <a:gd name="connsiteX6" fmla="*/ 6128 w 130535"/>
                  <a:gd name="connsiteY6" fmla="*/ 64962 h 130535"/>
                  <a:gd name="connsiteX7" fmla="*/ 64962 w 130535"/>
                  <a:gd name="connsiteY7" fmla="*/ 124407 h 130535"/>
                  <a:gd name="connsiteX8" fmla="*/ 124408 w 130535"/>
                  <a:gd name="connsiteY8" fmla="*/ 64962 h 130535"/>
                  <a:gd name="connsiteX9" fmla="*/ 64962 w 130535"/>
                  <a:gd name="connsiteY9" fmla="*/ 6128 h 130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5" h="130535">
                    <a:moveTo>
                      <a:pt x="64962" y="130536"/>
                    </a:moveTo>
                    <a:cubicBezTo>
                      <a:pt x="28804" y="130536"/>
                      <a:pt x="0" y="101119"/>
                      <a:pt x="0" y="64962"/>
                    </a:cubicBezTo>
                    <a:cubicBezTo>
                      <a:pt x="0" y="28804"/>
                      <a:pt x="29417" y="0"/>
                      <a:pt x="64962" y="0"/>
                    </a:cubicBezTo>
                    <a:cubicBezTo>
                      <a:pt x="101119" y="0"/>
                      <a:pt x="130536" y="29417"/>
                      <a:pt x="130536" y="64962"/>
                    </a:cubicBezTo>
                    <a:cubicBezTo>
                      <a:pt x="130536" y="101119"/>
                      <a:pt x="101119" y="130536"/>
                      <a:pt x="64962" y="130536"/>
                    </a:cubicBezTo>
                    <a:close/>
                    <a:moveTo>
                      <a:pt x="64962" y="6128"/>
                    </a:moveTo>
                    <a:cubicBezTo>
                      <a:pt x="32481" y="6128"/>
                      <a:pt x="6128" y="32481"/>
                      <a:pt x="6128" y="64962"/>
                    </a:cubicBezTo>
                    <a:cubicBezTo>
                      <a:pt x="6128" y="97442"/>
                      <a:pt x="32481" y="124407"/>
                      <a:pt x="64962" y="124407"/>
                    </a:cubicBezTo>
                    <a:cubicBezTo>
                      <a:pt x="97442" y="124407"/>
                      <a:pt x="124408" y="98055"/>
                      <a:pt x="124408" y="64962"/>
                    </a:cubicBezTo>
                    <a:cubicBezTo>
                      <a:pt x="124408" y="32481"/>
                      <a:pt x="98055" y="6128"/>
                      <a:pt x="64962" y="612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3CCC0164-8807-11EE-36FE-10DC0FD81499}"/>
                  </a:ext>
                </a:extLst>
              </p:cNvPr>
              <p:cNvSpPr/>
              <p:nvPr/>
            </p:nvSpPr>
            <p:spPr>
              <a:xfrm>
                <a:off x="8954656" y="1611998"/>
                <a:ext cx="129923" cy="129923"/>
              </a:xfrm>
              <a:custGeom>
                <a:avLst/>
                <a:gdLst>
                  <a:gd name="connsiteX0" fmla="*/ 64962 w 129923"/>
                  <a:gd name="connsiteY0" fmla="*/ 129923 h 129923"/>
                  <a:gd name="connsiteX1" fmla="*/ 0 w 129923"/>
                  <a:gd name="connsiteY1" fmla="*/ 64962 h 129923"/>
                  <a:gd name="connsiteX2" fmla="*/ 64962 w 129923"/>
                  <a:gd name="connsiteY2" fmla="*/ 0 h 129923"/>
                  <a:gd name="connsiteX3" fmla="*/ 129923 w 129923"/>
                  <a:gd name="connsiteY3" fmla="*/ 64962 h 129923"/>
                  <a:gd name="connsiteX4" fmla="*/ 64962 w 129923"/>
                  <a:gd name="connsiteY4" fmla="*/ 129923 h 129923"/>
                  <a:gd name="connsiteX5" fmla="*/ 64962 w 129923"/>
                  <a:gd name="connsiteY5" fmla="*/ 5516 h 129923"/>
                  <a:gd name="connsiteX6" fmla="*/ 6128 w 129923"/>
                  <a:gd name="connsiteY6" fmla="*/ 64349 h 129923"/>
                  <a:gd name="connsiteX7" fmla="*/ 64962 w 129923"/>
                  <a:gd name="connsiteY7" fmla="*/ 123182 h 129923"/>
                  <a:gd name="connsiteX8" fmla="*/ 123795 w 129923"/>
                  <a:gd name="connsiteY8" fmla="*/ 64349 h 129923"/>
                  <a:gd name="connsiteX9" fmla="*/ 64962 w 129923"/>
                  <a:gd name="connsiteY9" fmla="*/ 5516 h 129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923" h="129923">
                    <a:moveTo>
                      <a:pt x="64962" y="129923"/>
                    </a:moveTo>
                    <a:cubicBezTo>
                      <a:pt x="28804" y="129923"/>
                      <a:pt x="0" y="100507"/>
                      <a:pt x="0" y="64962"/>
                    </a:cubicBezTo>
                    <a:cubicBezTo>
                      <a:pt x="0" y="28804"/>
                      <a:pt x="29417" y="0"/>
                      <a:pt x="64962" y="0"/>
                    </a:cubicBezTo>
                    <a:cubicBezTo>
                      <a:pt x="101119" y="0"/>
                      <a:pt x="129923" y="29417"/>
                      <a:pt x="129923" y="64962"/>
                    </a:cubicBezTo>
                    <a:cubicBezTo>
                      <a:pt x="129923" y="100507"/>
                      <a:pt x="100507" y="129923"/>
                      <a:pt x="64962" y="129923"/>
                    </a:cubicBezTo>
                    <a:close/>
                    <a:moveTo>
                      <a:pt x="64962" y="5516"/>
                    </a:moveTo>
                    <a:cubicBezTo>
                      <a:pt x="32481" y="5516"/>
                      <a:pt x="6128" y="31868"/>
                      <a:pt x="6128" y="64349"/>
                    </a:cubicBezTo>
                    <a:cubicBezTo>
                      <a:pt x="6128" y="96829"/>
                      <a:pt x="32481" y="123182"/>
                      <a:pt x="64962" y="123182"/>
                    </a:cubicBezTo>
                    <a:cubicBezTo>
                      <a:pt x="97442" y="123182"/>
                      <a:pt x="123795" y="96829"/>
                      <a:pt x="123795" y="64349"/>
                    </a:cubicBezTo>
                    <a:cubicBezTo>
                      <a:pt x="123795" y="31868"/>
                      <a:pt x="97442" y="5516"/>
                      <a:pt x="64962" y="5516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E03D3D5B-E697-DA10-308D-57C793857562}"/>
                  </a:ext>
                </a:extLst>
              </p:cNvPr>
              <p:cNvSpPr/>
              <p:nvPr/>
            </p:nvSpPr>
            <p:spPr>
              <a:xfrm>
                <a:off x="9118285" y="1268805"/>
                <a:ext cx="129923" cy="129923"/>
              </a:xfrm>
              <a:custGeom>
                <a:avLst/>
                <a:gdLst>
                  <a:gd name="connsiteX0" fmla="*/ 64962 w 129923"/>
                  <a:gd name="connsiteY0" fmla="*/ 129923 h 129923"/>
                  <a:gd name="connsiteX1" fmla="*/ 0 w 129923"/>
                  <a:gd name="connsiteY1" fmla="*/ 64962 h 129923"/>
                  <a:gd name="connsiteX2" fmla="*/ 64962 w 129923"/>
                  <a:gd name="connsiteY2" fmla="*/ 0 h 129923"/>
                  <a:gd name="connsiteX3" fmla="*/ 129923 w 129923"/>
                  <a:gd name="connsiteY3" fmla="*/ 64962 h 129923"/>
                  <a:gd name="connsiteX4" fmla="*/ 64962 w 129923"/>
                  <a:gd name="connsiteY4" fmla="*/ 129923 h 129923"/>
                  <a:gd name="connsiteX5" fmla="*/ 64962 w 129923"/>
                  <a:gd name="connsiteY5" fmla="*/ 5516 h 129923"/>
                  <a:gd name="connsiteX6" fmla="*/ 6128 w 129923"/>
                  <a:gd name="connsiteY6" fmla="*/ 64349 h 129923"/>
                  <a:gd name="connsiteX7" fmla="*/ 64962 w 129923"/>
                  <a:gd name="connsiteY7" fmla="*/ 123182 h 129923"/>
                  <a:gd name="connsiteX8" fmla="*/ 123795 w 129923"/>
                  <a:gd name="connsiteY8" fmla="*/ 64349 h 129923"/>
                  <a:gd name="connsiteX9" fmla="*/ 64962 w 129923"/>
                  <a:gd name="connsiteY9" fmla="*/ 5516 h 129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923" h="129923">
                    <a:moveTo>
                      <a:pt x="64962" y="129923"/>
                    </a:moveTo>
                    <a:cubicBezTo>
                      <a:pt x="28804" y="129923"/>
                      <a:pt x="0" y="100507"/>
                      <a:pt x="0" y="64962"/>
                    </a:cubicBezTo>
                    <a:cubicBezTo>
                      <a:pt x="0" y="29417"/>
                      <a:pt x="29417" y="0"/>
                      <a:pt x="64962" y="0"/>
                    </a:cubicBezTo>
                    <a:cubicBezTo>
                      <a:pt x="101119" y="0"/>
                      <a:pt x="129923" y="29417"/>
                      <a:pt x="129923" y="64962"/>
                    </a:cubicBezTo>
                    <a:cubicBezTo>
                      <a:pt x="129923" y="100507"/>
                      <a:pt x="101119" y="129923"/>
                      <a:pt x="64962" y="129923"/>
                    </a:cubicBezTo>
                    <a:close/>
                    <a:moveTo>
                      <a:pt x="64962" y="5516"/>
                    </a:moveTo>
                    <a:cubicBezTo>
                      <a:pt x="32481" y="5516"/>
                      <a:pt x="6128" y="31868"/>
                      <a:pt x="6128" y="64349"/>
                    </a:cubicBezTo>
                    <a:cubicBezTo>
                      <a:pt x="6128" y="96829"/>
                      <a:pt x="32481" y="123182"/>
                      <a:pt x="64962" y="123182"/>
                    </a:cubicBezTo>
                    <a:cubicBezTo>
                      <a:pt x="97442" y="123182"/>
                      <a:pt x="123795" y="96829"/>
                      <a:pt x="123795" y="64349"/>
                    </a:cubicBezTo>
                    <a:cubicBezTo>
                      <a:pt x="123795" y="31868"/>
                      <a:pt x="98055" y="5516"/>
                      <a:pt x="64962" y="5516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5803A6C6-C4D8-FCBE-9824-376E1E136674}"/>
                  </a:ext>
                </a:extLst>
              </p:cNvPr>
              <p:cNvSpPr/>
              <p:nvPr/>
            </p:nvSpPr>
            <p:spPr>
              <a:xfrm>
                <a:off x="9312557" y="1190360"/>
                <a:ext cx="130535" cy="130535"/>
              </a:xfrm>
              <a:custGeom>
                <a:avLst/>
                <a:gdLst>
                  <a:gd name="connsiteX0" fmla="*/ 64962 w 130535"/>
                  <a:gd name="connsiteY0" fmla="*/ 130536 h 130535"/>
                  <a:gd name="connsiteX1" fmla="*/ 0 w 130535"/>
                  <a:gd name="connsiteY1" fmla="*/ 64962 h 130535"/>
                  <a:gd name="connsiteX2" fmla="*/ 64962 w 130535"/>
                  <a:gd name="connsiteY2" fmla="*/ 0 h 130535"/>
                  <a:gd name="connsiteX3" fmla="*/ 130536 w 130535"/>
                  <a:gd name="connsiteY3" fmla="*/ 64962 h 130535"/>
                  <a:gd name="connsiteX4" fmla="*/ 64962 w 130535"/>
                  <a:gd name="connsiteY4" fmla="*/ 130536 h 130535"/>
                  <a:gd name="connsiteX5" fmla="*/ 64962 w 130535"/>
                  <a:gd name="connsiteY5" fmla="*/ 6128 h 130535"/>
                  <a:gd name="connsiteX6" fmla="*/ 6128 w 130535"/>
                  <a:gd name="connsiteY6" fmla="*/ 64962 h 130535"/>
                  <a:gd name="connsiteX7" fmla="*/ 64962 w 130535"/>
                  <a:gd name="connsiteY7" fmla="*/ 124408 h 130535"/>
                  <a:gd name="connsiteX8" fmla="*/ 124408 w 130535"/>
                  <a:gd name="connsiteY8" fmla="*/ 64962 h 130535"/>
                  <a:gd name="connsiteX9" fmla="*/ 64962 w 130535"/>
                  <a:gd name="connsiteY9" fmla="*/ 6128 h 130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5" h="130535">
                    <a:moveTo>
                      <a:pt x="64962" y="130536"/>
                    </a:moveTo>
                    <a:cubicBezTo>
                      <a:pt x="28804" y="130536"/>
                      <a:pt x="0" y="101119"/>
                      <a:pt x="0" y="64962"/>
                    </a:cubicBezTo>
                    <a:cubicBezTo>
                      <a:pt x="0" y="28804"/>
                      <a:pt x="29417" y="0"/>
                      <a:pt x="64962" y="0"/>
                    </a:cubicBezTo>
                    <a:cubicBezTo>
                      <a:pt x="101119" y="0"/>
                      <a:pt x="130536" y="29417"/>
                      <a:pt x="130536" y="64962"/>
                    </a:cubicBezTo>
                    <a:cubicBezTo>
                      <a:pt x="130536" y="101119"/>
                      <a:pt x="101119" y="130536"/>
                      <a:pt x="64962" y="130536"/>
                    </a:cubicBezTo>
                    <a:close/>
                    <a:moveTo>
                      <a:pt x="64962" y="6128"/>
                    </a:moveTo>
                    <a:cubicBezTo>
                      <a:pt x="32481" y="6128"/>
                      <a:pt x="6128" y="32481"/>
                      <a:pt x="6128" y="64962"/>
                    </a:cubicBezTo>
                    <a:cubicBezTo>
                      <a:pt x="6128" y="97442"/>
                      <a:pt x="32481" y="124408"/>
                      <a:pt x="64962" y="124408"/>
                    </a:cubicBezTo>
                    <a:cubicBezTo>
                      <a:pt x="97442" y="124408"/>
                      <a:pt x="124408" y="98055"/>
                      <a:pt x="124408" y="64962"/>
                    </a:cubicBezTo>
                    <a:cubicBezTo>
                      <a:pt x="124408" y="32481"/>
                      <a:pt x="98055" y="6128"/>
                      <a:pt x="64962" y="612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63F5A404-FD9F-1636-7DE1-9276C050A0BC}"/>
                  </a:ext>
                </a:extLst>
              </p:cNvPr>
              <p:cNvSpPr/>
              <p:nvPr/>
            </p:nvSpPr>
            <p:spPr>
              <a:xfrm>
                <a:off x="9414289" y="1065340"/>
                <a:ext cx="129923" cy="129923"/>
              </a:xfrm>
              <a:custGeom>
                <a:avLst/>
                <a:gdLst>
                  <a:gd name="connsiteX0" fmla="*/ 64962 w 129923"/>
                  <a:gd name="connsiteY0" fmla="*/ 129923 h 129923"/>
                  <a:gd name="connsiteX1" fmla="*/ 0 w 129923"/>
                  <a:gd name="connsiteY1" fmla="*/ 64962 h 129923"/>
                  <a:gd name="connsiteX2" fmla="*/ 64962 w 129923"/>
                  <a:gd name="connsiteY2" fmla="*/ 0 h 129923"/>
                  <a:gd name="connsiteX3" fmla="*/ 129923 w 129923"/>
                  <a:gd name="connsiteY3" fmla="*/ 64962 h 129923"/>
                  <a:gd name="connsiteX4" fmla="*/ 64962 w 129923"/>
                  <a:gd name="connsiteY4" fmla="*/ 129923 h 129923"/>
                  <a:gd name="connsiteX5" fmla="*/ 64962 w 129923"/>
                  <a:gd name="connsiteY5" fmla="*/ 5516 h 129923"/>
                  <a:gd name="connsiteX6" fmla="*/ 6128 w 129923"/>
                  <a:gd name="connsiteY6" fmla="*/ 64349 h 129923"/>
                  <a:gd name="connsiteX7" fmla="*/ 64962 w 129923"/>
                  <a:gd name="connsiteY7" fmla="*/ 123182 h 129923"/>
                  <a:gd name="connsiteX8" fmla="*/ 123795 w 129923"/>
                  <a:gd name="connsiteY8" fmla="*/ 64349 h 129923"/>
                  <a:gd name="connsiteX9" fmla="*/ 64962 w 129923"/>
                  <a:gd name="connsiteY9" fmla="*/ 5516 h 129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923" h="129923">
                    <a:moveTo>
                      <a:pt x="64962" y="129923"/>
                    </a:moveTo>
                    <a:cubicBezTo>
                      <a:pt x="28804" y="129923"/>
                      <a:pt x="0" y="100507"/>
                      <a:pt x="0" y="64962"/>
                    </a:cubicBezTo>
                    <a:cubicBezTo>
                      <a:pt x="0" y="29417"/>
                      <a:pt x="29417" y="0"/>
                      <a:pt x="64962" y="0"/>
                    </a:cubicBezTo>
                    <a:cubicBezTo>
                      <a:pt x="101119" y="0"/>
                      <a:pt x="129923" y="29417"/>
                      <a:pt x="129923" y="64962"/>
                    </a:cubicBezTo>
                    <a:cubicBezTo>
                      <a:pt x="129923" y="100507"/>
                      <a:pt x="101119" y="129923"/>
                      <a:pt x="64962" y="129923"/>
                    </a:cubicBezTo>
                    <a:close/>
                    <a:moveTo>
                      <a:pt x="64962" y="5516"/>
                    </a:moveTo>
                    <a:cubicBezTo>
                      <a:pt x="32481" y="5516"/>
                      <a:pt x="6128" y="31868"/>
                      <a:pt x="6128" y="64349"/>
                    </a:cubicBezTo>
                    <a:cubicBezTo>
                      <a:pt x="6128" y="96829"/>
                      <a:pt x="32481" y="123182"/>
                      <a:pt x="64962" y="123182"/>
                    </a:cubicBezTo>
                    <a:cubicBezTo>
                      <a:pt x="97442" y="123182"/>
                      <a:pt x="123795" y="96829"/>
                      <a:pt x="123795" y="64349"/>
                    </a:cubicBezTo>
                    <a:cubicBezTo>
                      <a:pt x="123795" y="31868"/>
                      <a:pt x="97442" y="5516"/>
                      <a:pt x="64962" y="5516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C23885AB-7BF1-A517-50BD-71455575AEFE}"/>
                  </a:ext>
                </a:extLst>
              </p:cNvPr>
              <p:cNvSpPr/>
              <p:nvPr/>
            </p:nvSpPr>
            <p:spPr>
              <a:xfrm>
                <a:off x="9576693" y="1148074"/>
                <a:ext cx="129923" cy="130535"/>
              </a:xfrm>
              <a:custGeom>
                <a:avLst/>
                <a:gdLst>
                  <a:gd name="connsiteX0" fmla="*/ 64962 w 129923"/>
                  <a:gd name="connsiteY0" fmla="*/ 130536 h 130535"/>
                  <a:gd name="connsiteX1" fmla="*/ 0 w 129923"/>
                  <a:gd name="connsiteY1" fmla="*/ 65574 h 130535"/>
                  <a:gd name="connsiteX2" fmla="*/ 64962 w 129923"/>
                  <a:gd name="connsiteY2" fmla="*/ 0 h 130535"/>
                  <a:gd name="connsiteX3" fmla="*/ 129923 w 129923"/>
                  <a:gd name="connsiteY3" fmla="*/ 64962 h 130535"/>
                  <a:gd name="connsiteX4" fmla="*/ 64962 w 129923"/>
                  <a:gd name="connsiteY4" fmla="*/ 130536 h 130535"/>
                  <a:gd name="connsiteX5" fmla="*/ 64962 w 129923"/>
                  <a:gd name="connsiteY5" fmla="*/ 6128 h 130535"/>
                  <a:gd name="connsiteX6" fmla="*/ 6128 w 129923"/>
                  <a:gd name="connsiteY6" fmla="*/ 65574 h 130535"/>
                  <a:gd name="connsiteX7" fmla="*/ 64962 w 129923"/>
                  <a:gd name="connsiteY7" fmla="*/ 124408 h 130535"/>
                  <a:gd name="connsiteX8" fmla="*/ 123795 w 129923"/>
                  <a:gd name="connsiteY8" fmla="*/ 65574 h 130535"/>
                  <a:gd name="connsiteX9" fmla="*/ 64962 w 129923"/>
                  <a:gd name="connsiteY9" fmla="*/ 6128 h 130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923" h="130535">
                    <a:moveTo>
                      <a:pt x="64962" y="130536"/>
                    </a:moveTo>
                    <a:cubicBezTo>
                      <a:pt x="28804" y="130536"/>
                      <a:pt x="0" y="101119"/>
                      <a:pt x="0" y="65574"/>
                    </a:cubicBezTo>
                    <a:cubicBezTo>
                      <a:pt x="0" y="29417"/>
                      <a:pt x="29417" y="0"/>
                      <a:pt x="64962" y="0"/>
                    </a:cubicBezTo>
                    <a:cubicBezTo>
                      <a:pt x="100507" y="0"/>
                      <a:pt x="129923" y="29417"/>
                      <a:pt x="129923" y="64962"/>
                    </a:cubicBezTo>
                    <a:cubicBezTo>
                      <a:pt x="129923" y="101119"/>
                      <a:pt x="101119" y="130536"/>
                      <a:pt x="64962" y="130536"/>
                    </a:cubicBezTo>
                    <a:close/>
                    <a:moveTo>
                      <a:pt x="64962" y="6128"/>
                    </a:moveTo>
                    <a:cubicBezTo>
                      <a:pt x="32481" y="6128"/>
                      <a:pt x="6128" y="32481"/>
                      <a:pt x="6128" y="65574"/>
                    </a:cubicBezTo>
                    <a:cubicBezTo>
                      <a:pt x="6128" y="98055"/>
                      <a:pt x="32481" y="124408"/>
                      <a:pt x="64962" y="124408"/>
                    </a:cubicBezTo>
                    <a:cubicBezTo>
                      <a:pt x="97442" y="124408"/>
                      <a:pt x="123795" y="98055"/>
                      <a:pt x="123795" y="65574"/>
                    </a:cubicBezTo>
                    <a:cubicBezTo>
                      <a:pt x="123795" y="32481"/>
                      <a:pt x="97442" y="6128"/>
                      <a:pt x="64962" y="612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3A1800C1-BDA0-2BBC-1545-0E530D5490B2}"/>
                  </a:ext>
                </a:extLst>
              </p:cNvPr>
              <p:cNvSpPr/>
              <p:nvPr/>
            </p:nvSpPr>
            <p:spPr>
              <a:xfrm>
                <a:off x="9628172" y="1336217"/>
                <a:ext cx="129932" cy="130535"/>
              </a:xfrm>
              <a:custGeom>
                <a:avLst/>
                <a:gdLst>
                  <a:gd name="connsiteX0" fmla="*/ 64962 w 129932"/>
                  <a:gd name="connsiteY0" fmla="*/ 130536 h 130535"/>
                  <a:gd name="connsiteX1" fmla="*/ 0 w 129932"/>
                  <a:gd name="connsiteY1" fmla="*/ 65574 h 130535"/>
                  <a:gd name="connsiteX2" fmla="*/ 64962 w 129932"/>
                  <a:gd name="connsiteY2" fmla="*/ 0 h 130535"/>
                  <a:gd name="connsiteX3" fmla="*/ 129923 w 129932"/>
                  <a:gd name="connsiteY3" fmla="*/ 65574 h 130535"/>
                  <a:gd name="connsiteX4" fmla="*/ 64962 w 129932"/>
                  <a:gd name="connsiteY4" fmla="*/ 130536 h 130535"/>
                  <a:gd name="connsiteX5" fmla="*/ 64962 w 129932"/>
                  <a:gd name="connsiteY5" fmla="*/ 6128 h 130535"/>
                  <a:gd name="connsiteX6" fmla="*/ 6128 w 129932"/>
                  <a:gd name="connsiteY6" fmla="*/ 65574 h 130535"/>
                  <a:gd name="connsiteX7" fmla="*/ 64962 w 129932"/>
                  <a:gd name="connsiteY7" fmla="*/ 124407 h 130535"/>
                  <a:gd name="connsiteX8" fmla="*/ 123795 w 129932"/>
                  <a:gd name="connsiteY8" fmla="*/ 65574 h 130535"/>
                  <a:gd name="connsiteX9" fmla="*/ 64962 w 129932"/>
                  <a:gd name="connsiteY9" fmla="*/ 6128 h 130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932" h="130535">
                    <a:moveTo>
                      <a:pt x="64962" y="130536"/>
                    </a:moveTo>
                    <a:cubicBezTo>
                      <a:pt x="28804" y="130536"/>
                      <a:pt x="0" y="101119"/>
                      <a:pt x="0" y="65574"/>
                    </a:cubicBezTo>
                    <a:cubicBezTo>
                      <a:pt x="0" y="29417"/>
                      <a:pt x="29417" y="0"/>
                      <a:pt x="64962" y="0"/>
                    </a:cubicBezTo>
                    <a:cubicBezTo>
                      <a:pt x="101119" y="0"/>
                      <a:pt x="129923" y="29417"/>
                      <a:pt x="129923" y="65574"/>
                    </a:cubicBezTo>
                    <a:cubicBezTo>
                      <a:pt x="130536" y="101119"/>
                      <a:pt x="101119" y="130536"/>
                      <a:pt x="64962" y="130536"/>
                    </a:cubicBezTo>
                    <a:close/>
                    <a:moveTo>
                      <a:pt x="64962" y="6128"/>
                    </a:moveTo>
                    <a:cubicBezTo>
                      <a:pt x="32481" y="6128"/>
                      <a:pt x="6128" y="32481"/>
                      <a:pt x="6128" y="65574"/>
                    </a:cubicBezTo>
                    <a:cubicBezTo>
                      <a:pt x="6128" y="98055"/>
                      <a:pt x="32481" y="124407"/>
                      <a:pt x="64962" y="124407"/>
                    </a:cubicBezTo>
                    <a:cubicBezTo>
                      <a:pt x="97442" y="124407"/>
                      <a:pt x="123795" y="98055"/>
                      <a:pt x="123795" y="65574"/>
                    </a:cubicBezTo>
                    <a:cubicBezTo>
                      <a:pt x="124408" y="32481"/>
                      <a:pt x="98055" y="6128"/>
                      <a:pt x="64962" y="612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A0FF596-7C40-29C6-FEAD-F37250B4D6F1}"/>
                  </a:ext>
                </a:extLst>
              </p:cNvPr>
              <p:cNvSpPr/>
              <p:nvPr/>
            </p:nvSpPr>
            <p:spPr>
              <a:xfrm>
                <a:off x="9774642" y="1197102"/>
                <a:ext cx="130535" cy="129923"/>
              </a:xfrm>
              <a:custGeom>
                <a:avLst/>
                <a:gdLst>
                  <a:gd name="connsiteX0" fmla="*/ 64962 w 130535"/>
                  <a:gd name="connsiteY0" fmla="*/ 129923 h 129923"/>
                  <a:gd name="connsiteX1" fmla="*/ 0 w 130535"/>
                  <a:gd name="connsiteY1" fmla="*/ 64962 h 129923"/>
                  <a:gd name="connsiteX2" fmla="*/ 64962 w 130535"/>
                  <a:gd name="connsiteY2" fmla="*/ 0 h 129923"/>
                  <a:gd name="connsiteX3" fmla="*/ 130536 w 130535"/>
                  <a:gd name="connsiteY3" fmla="*/ 64962 h 129923"/>
                  <a:gd name="connsiteX4" fmla="*/ 64962 w 130535"/>
                  <a:gd name="connsiteY4" fmla="*/ 129923 h 129923"/>
                  <a:gd name="connsiteX5" fmla="*/ 64962 w 130535"/>
                  <a:gd name="connsiteY5" fmla="*/ 5516 h 129923"/>
                  <a:gd name="connsiteX6" fmla="*/ 6128 w 130535"/>
                  <a:gd name="connsiteY6" fmla="*/ 64349 h 129923"/>
                  <a:gd name="connsiteX7" fmla="*/ 64962 w 130535"/>
                  <a:gd name="connsiteY7" fmla="*/ 123182 h 129923"/>
                  <a:gd name="connsiteX8" fmla="*/ 124407 w 130535"/>
                  <a:gd name="connsiteY8" fmla="*/ 64349 h 129923"/>
                  <a:gd name="connsiteX9" fmla="*/ 64962 w 130535"/>
                  <a:gd name="connsiteY9" fmla="*/ 5516 h 129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5" h="129923">
                    <a:moveTo>
                      <a:pt x="64962" y="129923"/>
                    </a:moveTo>
                    <a:cubicBezTo>
                      <a:pt x="28804" y="129923"/>
                      <a:pt x="0" y="100507"/>
                      <a:pt x="0" y="64962"/>
                    </a:cubicBezTo>
                    <a:cubicBezTo>
                      <a:pt x="0" y="29417"/>
                      <a:pt x="29416" y="0"/>
                      <a:pt x="64962" y="0"/>
                    </a:cubicBezTo>
                    <a:cubicBezTo>
                      <a:pt x="101119" y="0"/>
                      <a:pt x="130536" y="29417"/>
                      <a:pt x="130536" y="64962"/>
                    </a:cubicBezTo>
                    <a:cubicBezTo>
                      <a:pt x="130536" y="100507"/>
                      <a:pt x="101119" y="129923"/>
                      <a:pt x="64962" y="129923"/>
                    </a:cubicBezTo>
                    <a:close/>
                    <a:moveTo>
                      <a:pt x="64962" y="5516"/>
                    </a:moveTo>
                    <a:cubicBezTo>
                      <a:pt x="32481" y="5516"/>
                      <a:pt x="6128" y="31868"/>
                      <a:pt x="6128" y="64349"/>
                    </a:cubicBezTo>
                    <a:cubicBezTo>
                      <a:pt x="6128" y="96829"/>
                      <a:pt x="32481" y="123182"/>
                      <a:pt x="64962" y="123182"/>
                    </a:cubicBezTo>
                    <a:cubicBezTo>
                      <a:pt x="97442" y="123182"/>
                      <a:pt x="124407" y="96829"/>
                      <a:pt x="124407" y="64349"/>
                    </a:cubicBezTo>
                    <a:cubicBezTo>
                      <a:pt x="123795" y="32481"/>
                      <a:pt x="97442" y="5516"/>
                      <a:pt x="64962" y="5516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E52CF9FD-D6B4-1502-1824-6349244865A0}"/>
                  </a:ext>
                </a:extLst>
              </p:cNvPr>
              <p:cNvSpPr/>
              <p:nvPr/>
            </p:nvSpPr>
            <p:spPr>
              <a:xfrm>
                <a:off x="9848183" y="1363795"/>
                <a:ext cx="130535" cy="130535"/>
              </a:xfrm>
              <a:custGeom>
                <a:avLst/>
                <a:gdLst>
                  <a:gd name="connsiteX0" fmla="*/ 64962 w 130535"/>
                  <a:gd name="connsiteY0" fmla="*/ 130536 h 130535"/>
                  <a:gd name="connsiteX1" fmla="*/ 0 w 130535"/>
                  <a:gd name="connsiteY1" fmla="*/ 64962 h 130535"/>
                  <a:gd name="connsiteX2" fmla="*/ 64962 w 130535"/>
                  <a:gd name="connsiteY2" fmla="*/ 0 h 130535"/>
                  <a:gd name="connsiteX3" fmla="*/ 130536 w 130535"/>
                  <a:gd name="connsiteY3" fmla="*/ 64962 h 130535"/>
                  <a:gd name="connsiteX4" fmla="*/ 64962 w 130535"/>
                  <a:gd name="connsiteY4" fmla="*/ 130536 h 130535"/>
                  <a:gd name="connsiteX5" fmla="*/ 64962 w 130535"/>
                  <a:gd name="connsiteY5" fmla="*/ 6128 h 130535"/>
                  <a:gd name="connsiteX6" fmla="*/ 6128 w 130535"/>
                  <a:gd name="connsiteY6" fmla="*/ 64962 h 130535"/>
                  <a:gd name="connsiteX7" fmla="*/ 64962 w 130535"/>
                  <a:gd name="connsiteY7" fmla="*/ 124407 h 130535"/>
                  <a:gd name="connsiteX8" fmla="*/ 124407 w 130535"/>
                  <a:gd name="connsiteY8" fmla="*/ 64962 h 130535"/>
                  <a:gd name="connsiteX9" fmla="*/ 64962 w 130535"/>
                  <a:gd name="connsiteY9" fmla="*/ 6128 h 130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5" h="130535">
                    <a:moveTo>
                      <a:pt x="64962" y="130536"/>
                    </a:moveTo>
                    <a:cubicBezTo>
                      <a:pt x="28804" y="130536"/>
                      <a:pt x="0" y="101119"/>
                      <a:pt x="0" y="64962"/>
                    </a:cubicBezTo>
                    <a:cubicBezTo>
                      <a:pt x="0" y="28804"/>
                      <a:pt x="29416" y="0"/>
                      <a:pt x="64962" y="0"/>
                    </a:cubicBezTo>
                    <a:cubicBezTo>
                      <a:pt x="101119" y="0"/>
                      <a:pt x="130536" y="29417"/>
                      <a:pt x="130536" y="64962"/>
                    </a:cubicBezTo>
                    <a:cubicBezTo>
                      <a:pt x="129923" y="101732"/>
                      <a:pt x="100507" y="130536"/>
                      <a:pt x="64962" y="130536"/>
                    </a:cubicBezTo>
                    <a:close/>
                    <a:moveTo>
                      <a:pt x="64962" y="6128"/>
                    </a:moveTo>
                    <a:cubicBezTo>
                      <a:pt x="32481" y="6128"/>
                      <a:pt x="6128" y="32481"/>
                      <a:pt x="6128" y="64962"/>
                    </a:cubicBezTo>
                    <a:cubicBezTo>
                      <a:pt x="6128" y="97442"/>
                      <a:pt x="32481" y="124407"/>
                      <a:pt x="64962" y="124407"/>
                    </a:cubicBezTo>
                    <a:cubicBezTo>
                      <a:pt x="97442" y="124407"/>
                      <a:pt x="124407" y="98055"/>
                      <a:pt x="124407" y="64962"/>
                    </a:cubicBezTo>
                    <a:cubicBezTo>
                      <a:pt x="123795" y="33094"/>
                      <a:pt x="97442" y="6128"/>
                      <a:pt x="64962" y="612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6ECE8033-2782-741E-CDD7-7B3B33F94FE2}"/>
                  </a:ext>
                </a:extLst>
              </p:cNvPr>
              <p:cNvSpPr/>
              <p:nvPr/>
            </p:nvSpPr>
            <p:spPr>
              <a:xfrm>
                <a:off x="9879439" y="1594225"/>
                <a:ext cx="130535" cy="130535"/>
              </a:xfrm>
              <a:custGeom>
                <a:avLst/>
                <a:gdLst>
                  <a:gd name="connsiteX0" fmla="*/ 65574 w 130535"/>
                  <a:gd name="connsiteY0" fmla="*/ 130536 h 130535"/>
                  <a:gd name="connsiteX1" fmla="*/ 0 w 130535"/>
                  <a:gd name="connsiteY1" fmla="*/ 64962 h 130535"/>
                  <a:gd name="connsiteX2" fmla="*/ 65574 w 130535"/>
                  <a:gd name="connsiteY2" fmla="*/ 0 h 130535"/>
                  <a:gd name="connsiteX3" fmla="*/ 130536 w 130535"/>
                  <a:gd name="connsiteY3" fmla="*/ 64962 h 130535"/>
                  <a:gd name="connsiteX4" fmla="*/ 65574 w 130535"/>
                  <a:gd name="connsiteY4" fmla="*/ 130536 h 130535"/>
                  <a:gd name="connsiteX5" fmla="*/ 65574 w 130535"/>
                  <a:gd name="connsiteY5" fmla="*/ 6128 h 130535"/>
                  <a:gd name="connsiteX6" fmla="*/ 6128 w 130535"/>
                  <a:gd name="connsiteY6" fmla="*/ 64962 h 130535"/>
                  <a:gd name="connsiteX7" fmla="*/ 65574 w 130535"/>
                  <a:gd name="connsiteY7" fmla="*/ 124408 h 130535"/>
                  <a:gd name="connsiteX8" fmla="*/ 124408 w 130535"/>
                  <a:gd name="connsiteY8" fmla="*/ 64962 h 130535"/>
                  <a:gd name="connsiteX9" fmla="*/ 65574 w 130535"/>
                  <a:gd name="connsiteY9" fmla="*/ 6128 h 130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5" h="130535">
                    <a:moveTo>
                      <a:pt x="65574" y="130536"/>
                    </a:moveTo>
                    <a:cubicBezTo>
                      <a:pt x="29417" y="130536"/>
                      <a:pt x="0" y="101119"/>
                      <a:pt x="0" y="64962"/>
                    </a:cubicBezTo>
                    <a:cubicBezTo>
                      <a:pt x="0" y="28804"/>
                      <a:pt x="29417" y="0"/>
                      <a:pt x="65574" y="0"/>
                    </a:cubicBezTo>
                    <a:cubicBezTo>
                      <a:pt x="101732" y="0"/>
                      <a:pt x="130536" y="29417"/>
                      <a:pt x="130536" y="64962"/>
                    </a:cubicBezTo>
                    <a:cubicBezTo>
                      <a:pt x="130536" y="101732"/>
                      <a:pt x="101732" y="130536"/>
                      <a:pt x="65574" y="130536"/>
                    </a:cubicBezTo>
                    <a:close/>
                    <a:moveTo>
                      <a:pt x="65574" y="6128"/>
                    </a:moveTo>
                    <a:cubicBezTo>
                      <a:pt x="33094" y="6128"/>
                      <a:pt x="6128" y="32481"/>
                      <a:pt x="6128" y="64962"/>
                    </a:cubicBezTo>
                    <a:cubicBezTo>
                      <a:pt x="6128" y="97442"/>
                      <a:pt x="32481" y="124408"/>
                      <a:pt x="65574" y="124408"/>
                    </a:cubicBezTo>
                    <a:cubicBezTo>
                      <a:pt x="98055" y="124408"/>
                      <a:pt x="124408" y="98055"/>
                      <a:pt x="124408" y="64962"/>
                    </a:cubicBezTo>
                    <a:cubicBezTo>
                      <a:pt x="124408" y="33094"/>
                      <a:pt x="98055" y="6128"/>
                      <a:pt x="65574" y="612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6E89D3C7-699C-272E-E5AB-BE7377F17871}"/>
                  </a:ext>
                </a:extLst>
              </p:cNvPr>
              <p:cNvSpPr/>
              <p:nvPr/>
            </p:nvSpPr>
            <p:spPr>
              <a:xfrm>
                <a:off x="9554018" y="1911679"/>
                <a:ext cx="161178" cy="83959"/>
              </a:xfrm>
              <a:custGeom>
                <a:avLst/>
                <a:gdLst>
                  <a:gd name="connsiteX0" fmla="*/ 3064 w 161178"/>
                  <a:gd name="connsiteY0" fmla="*/ 83960 h 83959"/>
                  <a:gd name="connsiteX1" fmla="*/ 0 w 161178"/>
                  <a:gd name="connsiteY1" fmla="*/ 78444 h 83959"/>
                  <a:gd name="connsiteX2" fmla="*/ 158114 w 161178"/>
                  <a:gd name="connsiteY2" fmla="*/ 0 h 83959"/>
                  <a:gd name="connsiteX3" fmla="*/ 161178 w 161178"/>
                  <a:gd name="connsiteY3" fmla="*/ 5516 h 8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1178" h="83959">
                    <a:moveTo>
                      <a:pt x="3064" y="83960"/>
                    </a:moveTo>
                    <a:lnTo>
                      <a:pt x="0" y="78444"/>
                    </a:lnTo>
                    <a:lnTo>
                      <a:pt x="158114" y="0"/>
                    </a:lnTo>
                    <a:lnTo>
                      <a:pt x="161178" y="5516"/>
                    </a:ln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DF333D9E-9F1C-6A86-1F55-CB6E4EDBAF27}"/>
                  </a:ext>
                </a:extLst>
              </p:cNvPr>
              <p:cNvSpPr/>
              <p:nvPr/>
            </p:nvSpPr>
            <p:spPr>
              <a:xfrm>
                <a:off x="9375680" y="1903394"/>
                <a:ext cx="24513" cy="31891"/>
              </a:xfrm>
              <a:custGeom>
                <a:avLst/>
                <a:gdLst>
                  <a:gd name="connsiteX0" fmla="*/ 24514 w 24513"/>
                  <a:gd name="connsiteY0" fmla="*/ 22993 h 31891"/>
                  <a:gd name="connsiteX1" fmla="*/ 12257 w 24513"/>
                  <a:gd name="connsiteY1" fmla="*/ 30347 h 31891"/>
                  <a:gd name="connsiteX2" fmla="*/ 0 w 24513"/>
                  <a:gd name="connsiteY2" fmla="*/ 8898 h 31891"/>
                  <a:gd name="connsiteX3" fmla="*/ 12257 w 24513"/>
                  <a:gd name="connsiteY3" fmla="*/ 1544 h 31891"/>
                  <a:gd name="connsiteX4" fmla="*/ 24514 w 24513"/>
                  <a:gd name="connsiteY4" fmla="*/ 22993 h 31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13" h="31891">
                    <a:moveTo>
                      <a:pt x="24514" y="22993"/>
                    </a:moveTo>
                    <a:cubicBezTo>
                      <a:pt x="24514" y="30960"/>
                      <a:pt x="18998" y="34025"/>
                      <a:pt x="12257" y="30347"/>
                    </a:cubicBezTo>
                    <a:cubicBezTo>
                      <a:pt x="5516" y="26058"/>
                      <a:pt x="0" y="16865"/>
                      <a:pt x="0" y="8898"/>
                    </a:cubicBezTo>
                    <a:cubicBezTo>
                      <a:pt x="0" y="931"/>
                      <a:pt x="5516" y="-2133"/>
                      <a:pt x="12257" y="1544"/>
                    </a:cubicBezTo>
                    <a:cubicBezTo>
                      <a:pt x="18998" y="5221"/>
                      <a:pt x="24514" y="15026"/>
                      <a:pt x="24514" y="22993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B44B2FC7-B72C-7E0F-8134-E589FE11865E}"/>
                  </a:ext>
                </a:extLst>
              </p:cNvPr>
              <p:cNvSpPr/>
              <p:nvPr/>
            </p:nvSpPr>
            <p:spPr>
              <a:xfrm>
                <a:off x="9427159" y="1639870"/>
                <a:ext cx="24513" cy="31891"/>
              </a:xfrm>
              <a:custGeom>
                <a:avLst/>
                <a:gdLst>
                  <a:gd name="connsiteX0" fmla="*/ 24514 w 24513"/>
                  <a:gd name="connsiteY0" fmla="*/ 22993 h 31891"/>
                  <a:gd name="connsiteX1" fmla="*/ 12257 w 24513"/>
                  <a:gd name="connsiteY1" fmla="*/ 30348 h 31891"/>
                  <a:gd name="connsiteX2" fmla="*/ 0 w 24513"/>
                  <a:gd name="connsiteY2" fmla="*/ 8898 h 31891"/>
                  <a:gd name="connsiteX3" fmla="*/ 12257 w 24513"/>
                  <a:gd name="connsiteY3" fmla="*/ 1544 h 31891"/>
                  <a:gd name="connsiteX4" fmla="*/ 24514 w 24513"/>
                  <a:gd name="connsiteY4" fmla="*/ 22993 h 31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13" h="31891">
                    <a:moveTo>
                      <a:pt x="24514" y="22993"/>
                    </a:moveTo>
                    <a:cubicBezTo>
                      <a:pt x="24514" y="30960"/>
                      <a:pt x="18998" y="34025"/>
                      <a:pt x="12257" y="30348"/>
                    </a:cubicBezTo>
                    <a:cubicBezTo>
                      <a:pt x="5516" y="26058"/>
                      <a:pt x="0" y="16865"/>
                      <a:pt x="0" y="8898"/>
                    </a:cubicBezTo>
                    <a:cubicBezTo>
                      <a:pt x="0" y="931"/>
                      <a:pt x="5516" y="-2133"/>
                      <a:pt x="12257" y="1544"/>
                    </a:cubicBezTo>
                    <a:cubicBezTo>
                      <a:pt x="18998" y="5221"/>
                      <a:pt x="24514" y="15026"/>
                      <a:pt x="24514" y="22993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C37151F6-B0A4-A81C-69E7-C8C168CBE05C}"/>
                  </a:ext>
                </a:extLst>
              </p:cNvPr>
              <p:cNvSpPr/>
              <p:nvPr/>
            </p:nvSpPr>
            <p:spPr>
              <a:xfrm>
                <a:off x="9539922" y="1918715"/>
                <a:ext cx="24513" cy="32159"/>
              </a:xfrm>
              <a:custGeom>
                <a:avLst/>
                <a:gdLst>
                  <a:gd name="connsiteX0" fmla="*/ 24514 w 24513"/>
                  <a:gd name="connsiteY0" fmla="*/ 8898 h 32159"/>
                  <a:gd name="connsiteX1" fmla="*/ 12257 w 24513"/>
                  <a:gd name="connsiteY1" fmla="*/ 30347 h 32159"/>
                  <a:gd name="connsiteX2" fmla="*/ 0 w 24513"/>
                  <a:gd name="connsiteY2" fmla="*/ 22993 h 32159"/>
                  <a:gd name="connsiteX3" fmla="*/ 12257 w 24513"/>
                  <a:gd name="connsiteY3" fmla="*/ 1544 h 32159"/>
                  <a:gd name="connsiteX4" fmla="*/ 24514 w 24513"/>
                  <a:gd name="connsiteY4" fmla="*/ 8898 h 32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13" h="32159">
                    <a:moveTo>
                      <a:pt x="24514" y="8898"/>
                    </a:moveTo>
                    <a:cubicBezTo>
                      <a:pt x="24514" y="16865"/>
                      <a:pt x="18998" y="26670"/>
                      <a:pt x="12257" y="30347"/>
                    </a:cubicBezTo>
                    <a:cubicBezTo>
                      <a:pt x="5516" y="34637"/>
                      <a:pt x="0" y="30960"/>
                      <a:pt x="0" y="22993"/>
                    </a:cubicBezTo>
                    <a:cubicBezTo>
                      <a:pt x="0" y="15026"/>
                      <a:pt x="5516" y="5221"/>
                      <a:pt x="12257" y="1544"/>
                    </a:cubicBezTo>
                    <a:cubicBezTo>
                      <a:pt x="18998" y="-2133"/>
                      <a:pt x="24514" y="931"/>
                      <a:pt x="24514" y="889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D917240D-7570-3BF7-CCAB-132FD2BA852F}"/>
                  </a:ext>
                </a:extLst>
              </p:cNvPr>
              <p:cNvSpPr/>
              <p:nvPr/>
            </p:nvSpPr>
            <p:spPr>
              <a:xfrm>
                <a:off x="9538084" y="1981838"/>
                <a:ext cx="24513" cy="32159"/>
              </a:xfrm>
              <a:custGeom>
                <a:avLst/>
                <a:gdLst>
                  <a:gd name="connsiteX0" fmla="*/ 24514 w 24513"/>
                  <a:gd name="connsiteY0" fmla="*/ 8898 h 32159"/>
                  <a:gd name="connsiteX1" fmla="*/ 12257 w 24513"/>
                  <a:gd name="connsiteY1" fmla="*/ 30348 h 32159"/>
                  <a:gd name="connsiteX2" fmla="*/ 0 w 24513"/>
                  <a:gd name="connsiteY2" fmla="*/ 22993 h 32159"/>
                  <a:gd name="connsiteX3" fmla="*/ 12257 w 24513"/>
                  <a:gd name="connsiteY3" fmla="*/ 1544 h 32159"/>
                  <a:gd name="connsiteX4" fmla="*/ 24514 w 24513"/>
                  <a:gd name="connsiteY4" fmla="*/ 8898 h 32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13" h="32159">
                    <a:moveTo>
                      <a:pt x="24514" y="8898"/>
                    </a:moveTo>
                    <a:cubicBezTo>
                      <a:pt x="24514" y="16865"/>
                      <a:pt x="18998" y="26671"/>
                      <a:pt x="12257" y="30348"/>
                    </a:cubicBezTo>
                    <a:cubicBezTo>
                      <a:pt x="5516" y="34637"/>
                      <a:pt x="0" y="30960"/>
                      <a:pt x="0" y="22993"/>
                    </a:cubicBezTo>
                    <a:cubicBezTo>
                      <a:pt x="0" y="15026"/>
                      <a:pt x="5516" y="5221"/>
                      <a:pt x="12257" y="1544"/>
                    </a:cubicBezTo>
                    <a:cubicBezTo>
                      <a:pt x="18998" y="-2133"/>
                      <a:pt x="24514" y="931"/>
                      <a:pt x="24514" y="889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AE45D733-4CF9-DAE5-B526-8CFA0260E099}"/>
                  </a:ext>
                </a:extLst>
              </p:cNvPr>
              <p:cNvSpPr/>
              <p:nvPr/>
            </p:nvSpPr>
            <p:spPr>
              <a:xfrm rot="18018677">
                <a:off x="9535697" y="1706321"/>
                <a:ext cx="35545" cy="20836"/>
              </a:xfrm>
              <a:custGeom>
                <a:avLst/>
                <a:gdLst>
                  <a:gd name="connsiteX0" fmla="*/ 35545 w 35545"/>
                  <a:gd name="connsiteY0" fmla="*/ 10418 h 20836"/>
                  <a:gd name="connsiteX1" fmla="*/ 17773 w 35545"/>
                  <a:gd name="connsiteY1" fmla="*/ 20837 h 20836"/>
                  <a:gd name="connsiteX2" fmla="*/ 0 w 35545"/>
                  <a:gd name="connsiteY2" fmla="*/ 10418 h 20836"/>
                  <a:gd name="connsiteX3" fmla="*/ 17773 w 35545"/>
                  <a:gd name="connsiteY3" fmla="*/ 0 h 20836"/>
                  <a:gd name="connsiteX4" fmla="*/ 35545 w 35545"/>
                  <a:gd name="connsiteY4" fmla="*/ 10418 h 20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45" h="20836">
                    <a:moveTo>
                      <a:pt x="35545" y="10418"/>
                    </a:moveTo>
                    <a:cubicBezTo>
                      <a:pt x="35545" y="16172"/>
                      <a:pt x="27588" y="20837"/>
                      <a:pt x="17773" y="20837"/>
                    </a:cubicBezTo>
                    <a:cubicBezTo>
                      <a:pt x="7957" y="20837"/>
                      <a:pt x="0" y="16172"/>
                      <a:pt x="0" y="10418"/>
                    </a:cubicBezTo>
                    <a:cubicBezTo>
                      <a:pt x="0" y="4664"/>
                      <a:pt x="7957" y="0"/>
                      <a:pt x="17773" y="0"/>
                    </a:cubicBezTo>
                    <a:cubicBezTo>
                      <a:pt x="27588" y="0"/>
                      <a:pt x="35545" y="4664"/>
                      <a:pt x="35545" y="1041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3BFF842E-7536-422E-4A51-29A9AF762823}"/>
                  </a:ext>
                </a:extLst>
              </p:cNvPr>
              <p:cNvSpPr/>
              <p:nvPr/>
            </p:nvSpPr>
            <p:spPr>
              <a:xfrm>
                <a:off x="9484154" y="1516689"/>
                <a:ext cx="24513" cy="32159"/>
              </a:xfrm>
              <a:custGeom>
                <a:avLst/>
                <a:gdLst>
                  <a:gd name="connsiteX0" fmla="*/ 24514 w 24513"/>
                  <a:gd name="connsiteY0" fmla="*/ 8898 h 32159"/>
                  <a:gd name="connsiteX1" fmla="*/ 12257 w 24513"/>
                  <a:gd name="connsiteY1" fmla="*/ 30348 h 32159"/>
                  <a:gd name="connsiteX2" fmla="*/ 0 w 24513"/>
                  <a:gd name="connsiteY2" fmla="*/ 22993 h 32159"/>
                  <a:gd name="connsiteX3" fmla="*/ 12257 w 24513"/>
                  <a:gd name="connsiteY3" fmla="*/ 1544 h 32159"/>
                  <a:gd name="connsiteX4" fmla="*/ 24514 w 24513"/>
                  <a:gd name="connsiteY4" fmla="*/ 8898 h 32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13" h="32159">
                    <a:moveTo>
                      <a:pt x="24514" y="8898"/>
                    </a:moveTo>
                    <a:cubicBezTo>
                      <a:pt x="24514" y="16865"/>
                      <a:pt x="18998" y="26670"/>
                      <a:pt x="12257" y="30348"/>
                    </a:cubicBezTo>
                    <a:cubicBezTo>
                      <a:pt x="5516" y="34637"/>
                      <a:pt x="0" y="30960"/>
                      <a:pt x="0" y="22993"/>
                    </a:cubicBezTo>
                    <a:cubicBezTo>
                      <a:pt x="0" y="15026"/>
                      <a:pt x="5516" y="5221"/>
                      <a:pt x="12257" y="1544"/>
                    </a:cubicBezTo>
                    <a:cubicBezTo>
                      <a:pt x="18998" y="-2133"/>
                      <a:pt x="24514" y="931"/>
                      <a:pt x="24514" y="8898"/>
                    </a:cubicBez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963927A-2F98-A7CF-4C7E-F6392B1E7B0E}"/>
                  </a:ext>
                </a:extLst>
              </p:cNvPr>
              <p:cNvSpPr/>
              <p:nvPr/>
            </p:nvSpPr>
            <p:spPr>
              <a:xfrm>
                <a:off x="9548502" y="1322735"/>
                <a:ext cx="280683" cy="397736"/>
              </a:xfrm>
              <a:custGeom>
                <a:avLst/>
                <a:gdLst>
                  <a:gd name="connsiteX0" fmla="*/ 4903 w 280683"/>
                  <a:gd name="connsiteY0" fmla="*/ 397736 h 397736"/>
                  <a:gd name="connsiteX1" fmla="*/ 0 w 280683"/>
                  <a:gd name="connsiteY1" fmla="*/ 394059 h 397736"/>
                  <a:gd name="connsiteX2" fmla="*/ 88863 w 280683"/>
                  <a:gd name="connsiteY2" fmla="*/ 275167 h 397736"/>
                  <a:gd name="connsiteX3" fmla="*/ 89475 w 280683"/>
                  <a:gd name="connsiteY3" fmla="*/ 275167 h 397736"/>
                  <a:gd name="connsiteX4" fmla="*/ 216947 w 280683"/>
                  <a:gd name="connsiteY4" fmla="*/ 210206 h 397736"/>
                  <a:gd name="connsiteX5" fmla="*/ 274555 w 280683"/>
                  <a:gd name="connsiteY5" fmla="*/ 0 h 397736"/>
                  <a:gd name="connsiteX6" fmla="*/ 280683 w 280683"/>
                  <a:gd name="connsiteY6" fmla="*/ 1839 h 397736"/>
                  <a:gd name="connsiteX7" fmla="*/ 222463 w 280683"/>
                  <a:gd name="connsiteY7" fmla="*/ 214496 h 397736"/>
                  <a:gd name="connsiteX8" fmla="*/ 221237 w 280683"/>
                  <a:gd name="connsiteY8" fmla="*/ 215109 h 397736"/>
                  <a:gd name="connsiteX9" fmla="*/ 92540 w 280683"/>
                  <a:gd name="connsiteY9" fmla="*/ 280070 h 397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683" h="397736">
                    <a:moveTo>
                      <a:pt x="4903" y="397736"/>
                    </a:moveTo>
                    <a:lnTo>
                      <a:pt x="0" y="394059"/>
                    </a:lnTo>
                    <a:lnTo>
                      <a:pt x="88863" y="275167"/>
                    </a:lnTo>
                    <a:lnTo>
                      <a:pt x="89475" y="275167"/>
                    </a:lnTo>
                    <a:lnTo>
                      <a:pt x="216947" y="210206"/>
                    </a:lnTo>
                    <a:lnTo>
                      <a:pt x="274555" y="0"/>
                    </a:lnTo>
                    <a:lnTo>
                      <a:pt x="280683" y="1839"/>
                    </a:lnTo>
                    <a:lnTo>
                      <a:pt x="222463" y="214496"/>
                    </a:lnTo>
                    <a:lnTo>
                      <a:pt x="221237" y="215109"/>
                    </a:lnTo>
                    <a:lnTo>
                      <a:pt x="92540" y="280070"/>
                    </a:ln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F019C037-68E4-F7B6-1C6B-CA7A68C017AD}"/>
                  </a:ext>
                </a:extLst>
              </p:cNvPr>
              <p:cNvSpPr/>
              <p:nvPr/>
            </p:nvSpPr>
            <p:spPr>
              <a:xfrm>
                <a:off x="9489056" y="1269417"/>
                <a:ext cx="135438" cy="269038"/>
              </a:xfrm>
              <a:custGeom>
                <a:avLst/>
                <a:gdLst>
                  <a:gd name="connsiteX0" fmla="*/ 4903 w 135438"/>
                  <a:gd name="connsiteY0" fmla="*/ 269039 h 269038"/>
                  <a:gd name="connsiteX1" fmla="*/ 0 w 135438"/>
                  <a:gd name="connsiteY1" fmla="*/ 265362 h 269038"/>
                  <a:gd name="connsiteX2" fmla="*/ 93152 w 135438"/>
                  <a:gd name="connsiteY2" fmla="*/ 144019 h 269038"/>
                  <a:gd name="connsiteX3" fmla="*/ 129310 w 135438"/>
                  <a:gd name="connsiteY3" fmla="*/ 0 h 269038"/>
                  <a:gd name="connsiteX4" fmla="*/ 135439 w 135438"/>
                  <a:gd name="connsiteY4" fmla="*/ 1839 h 269038"/>
                  <a:gd name="connsiteX5" fmla="*/ 98668 w 135438"/>
                  <a:gd name="connsiteY5" fmla="*/ 147083 h 269038"/>
                  <a:gd name="connsiteX6" fmla="*/ 98668 w 135438"/>
                  <a:gd name="connsiteY6" fmla="*/ 147696 h 269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5438" h="269038">
                    <a:moveTo>
                      <a:pt x="4903" y="269039"/>
                    </a:moveTo>
                    <a:lnTo>
                      <a:pt x="0" y="265362"/>
                    </a:lnTo>
                    <a:lnTo>
                      <a:pt x="93152" y="144019"/>
                    </a:lnTo>
                    <a:lnTo>
                      <a:pt x="129310" y="0"/>
                    </a:lnTo>
                    <a:lnTo>
                      <a:pt x="135439" y="1839"/>
                    </a:lnTo>
                    <a:lnTo>
                      <a:pt x="98668" y="147083"/>
                    </a:lnTo>
                    <a:lnTo>
                      <a:pt x="98668" y="147696"/>
                    </a:ln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0C12AA88-75A7-EE47-154E-BFB0142BAA3A}"/>
                  </a:ext>
                </a:extLst>
              </p:cNvPr>
              <p:cNvSpPr/>
              <p:nvPr/>
            </p:nvSpPr>
            <p:spPr>
              <a:xfrm>
                <a:off x="9543599" y="1684313"/>
                <a:ext cx="348095" cy="260459"/>
              </a:xfrm>
              <a:custGeom>
                <a:avLst/>
                <a:gdLst>
                  <a:gd name="connsiteX0" fmla="*/ 4903 w 348095"/>
                  <a:gd name="connsiteY0" fmla="*/ 260459 h 260459"/>
                  <a:gd name="connsiteX1" fmla="*/ 0 w 348095"/>
                  <a:gd name="connsiteY1" fmla="*/ 256782 h 260459"/>
                  <a:gd name="connsiteX2" fmla="*/ 99894 w 348095"/>
                  <a:gd name="connsiteY2" fmla="*/ 123182 h 260459"/>
                  <a:gd name="connsiteX3" fmla="*/ 100507 w 348095"/>
                  <a:gd name="connsiteY3" fmla="*/ 123182 h 260459"/>
                  <a:gd name="connsiteX4" fmla="*/ 345645 w 348095"/>
                  <a:gd name="connsiteY4" fmla="*/ 0 h 260459"/>
                  <a:gd name="connsiteX5" fmla="*/ 348096 w 348095"/>
                  <a:gd name="connsiteY5" fmla="*/ 5516 h 260459"/>
                  <a:gd name="connsiteX6" fmla="*/ 103571 w 348095"/>
                  <a:gd name="connsiteY6" fmla="*/ 128085 h 260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8095" h="260459">
                    <a:moveTo>
                      <a:pt x="4903" y="260459"/>
                    </a:moveTo>
                    <a:lnTo>
                      <a:pt x="0" y="256782"/>
                    </a:lnTo>
                    <a:lnTo>
                      <a:pt x="99894" y="123182"/>
                    </a:lnTo>
                    <a:lnTo>
                      <a:pt x="100507" y="123182"/>
                    </a:lnTo>
                    <a:lnTo>
                      <a:pt x="345645" y="0"/>
                    </a:lnTo>
                    <a:lnTo>
                      <a:pt x="348096" y="5516"/>
                    </a:lnTo>
                    <a:lnTo>
                      <a:pt x="103571" y="128085"/>
                    </a:ln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B56A503A-E469-B4F9-A09C-4B04A821A1E1}"/>
                  </a:ext>
                </a:extLst>
              </p:cNvPr>
              <p:cNvSpPr/>
              <p:nvPr/>
            </p:nvSpPr>
            <p:spPr>
              <a:xfrm>
                <a:off x="9239628" y="1873682"/>
                <a:ext cx="152598" cy="217559"/>
              </a:xfrm>
              <a:custGeom>
                <a:avLst/>
                <a:gdLst>
                  <a:gd name="connsiteX0" fmla="*/ 152598 w 152598"/>
                  <a:gd name="connsiteY0" fmla="*/ 217560 h 217559"/>
                  <a:gd name="connsiteX1" fmla="*/ 146470 w 152598"/>
                  <a:gd name="connsiteY1" fmla="*/ 217560 h 217559"/>
                  <a:gd name="connsiteX2" fmla="*/ 146470 w 152598"/>
                  <a:gd name="connsiteY2" fmla="*/ 123182 h 217559"/>
                  <a:gd name="connsiteX3" fmla="*/ 113376 w 152598"/>
                  <a:gd name="connsiteY3" fmla="*/ 56382 h 217559"/>
                  <a:gd name="connsiteX4" fmla="*/ 0 w 152598"/>
                  <a:gd name="connsiteY4" fmla="*/ 5516 h 217559"/>
                  <a:gd name="connsiteX5" fmla="*/ 2451 w 152598"/>
                  <a:gd name="connsiteY5" fmla="*/ 0 h 217559"/>
                  <a:gd name="connsiteX6" fmla="*/ 118279 w 152598"/>
                  <a:gd name="connsiteY6" fmla="*/ 51479 h 217559"/>
                  <a:gd name="connsiteX7" fmla="*/ 152598 w 152598"/>
                  <a:gd name="connsiteY7" fmla="*/ 121956 h 217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598" h="217559">
                    <a:moveTo>
                      <a:pt x="152598" y="217560"/>
                    </a:moveTo>
                    <a:lnTo>
                      <a:pt x="146470" y="217560"/>
                    </a:lnTo>
                    <a:lnTo>
                      <a:pt x="146470" y="123182"/>
                    </a:lnTo>
                    <a:lnTo>
                      <a:pt x="113376" y="56382"/>
                    </a:lnTo>
                    <a:lnTo>
                      <a:pt x="0" y="5516"/>
                    </a:lnTo>
                    <a:lnTo>
                      <a:pt x="2451" y="0"/>
                    </a:lnTo>
                    <a:lnTo>
                      <a:pt x="118279" y="51479"/>
                    </a:lnTo>
                    <a:lnTo>
                      <a:pt x="152598" y="121956"/>
                    </a:ln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0810E827-3C43-73EE-8D5A-F0C024B56CBF}"/>
                  </a:ext>
                </a:extLst>
              </p:cNvPr>
              <p:cNvSpPr/>
              <p:nvPr/>
            </p:nvSpPr>
            <p:spPr>
              <a:xfrm>
                <a:off x="9476187" y="1192812"/>
                <a:ext cx="6128" cy="255556"/>
              </a:xfrm>
              <a:custGeom>
                <a:avLst/>
                <a:gdLst>
                  <a:gd name="connsiteX0" fmla="*/ 0 w 6128"/>
                  <a:gd name="connsiteY0" fmla="*/ 0 h 255556"/>
                  <a:gd name="connsiteX1" fmla="*/ 6128 w 6128"/>
                  <a:gd name="connsiteY1" fmla="*/ 0 h 255556"/>
                  <a:gd name="connsiteX2" fmla="*/ 6128 w 6128"/>
                  <a:gd name="connsiteY2" fmla="*/ 255556 h 255556"/>
                  <a:gd name="connsiteX3" fmla="*/ 0 w 6128"/>
                  <a:gd name="connsiteY3" fmla="*/ 255556 h 255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28" h="255556">
                    <a:moveTo>
                      <a:pt x="0" y="0"/>
                    </a:moveTo>
                    <a:lnTo>
                      <a:pt x="6128" y="0"/>
                    </a:lnTo>
                    <a:lnTo>
                      <a:pt x="6128" y="255556"/>
                    </a:lnTo>
                    <a:lnTo>
                      <a:pt x="0" y="255556"/>
                    </a:lnTo>
                    <a:close/>
                  </a:path>
                </a:pathLst>
              </a:custGeom>
              <a:grpFill/>
              <a:ln w="6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63" name="Graphic 8">
                <a:extLst>
                  <a:ext uri="{FF2B5EF4-FFF2-40B4-BE49-F238E27FC236}">
                    <a16:creationId xmlns:a16="http://schemas.microsoft.com/office/drawing/2014/main" id="{B9502B21-7E84-8AEE-F7AF-D74C005A1950}"/>
                  </a:ext>
                </a:extLst>
              </p:cNvPr>
              <p:cNvGrpSpPr/>
              <p:nvPr/>
            </p:nvGrpSpPr>
            <p:grpSpPr>
              <a:xfrm>
                <a:off x="8969977" y="1085564"/>
                <a:ext cx="1004452" cy="837146"/>
                <a:chOff x="8969977" y="1085564"/>
                <a:chExt cx="1004452" cy="837146"/>
              </a:xfrm>
              <a:grpFill/>
            </p:grpSpPr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786232ED-516F-1CE2-7984-5AAC18177B6E}"/>
                    </a:ext>
                  </a:extLst>
                </p:cNvPr>
                <p:cNvSpPr/>
                <p:nvPr/>
              </p:nvSpPr>
              <p:spPr>
                <a:xfrm>
                  <a:off x="9740323" y="1851620"/>
                  <a:ext cx="53317" cy="71090"/>
                </a:xfrm>
                <a:custGeom>
                  <a:avLst/>
                  <a:gdLst>
                    <a:gd name="connsiteX0" fmla="*/ 37384 w 53317"/>
                    <a:gd name="connsiteY0" fmla="*/ 8580 h 71090"/>
                    <a:gd name="connsiteX1" fmla="*/ 24514 w 53317"/>
                    <a:gd name="connsiteY1" fmla="*/ 12257 h 71090"/>
                    <a:gd name="connsiteX2" fmla="*/ 18998 w 53317"/>
                    <a:gd name="connsiteY2" fmla="*/ 18385 h 71090"/>
                    <a:gd name="connsiteX3" fmla="*/ 15934 w 53317"/>
                    <a:gd name="connsiteY3" fmla="*/ 26352 h 71090"/>
                    <a:gd name="connsiteX4" fmla="*/ 47802 w 53317"/>
                    <a:gd name="connsiteY4" fmla="*/ 26352 h 71090"/>
                    <a:gd name="connsiteX5" fmla="*/ 46576 w 53317"/>
                    <a:gd name="connsiteY5" fmla="*/ 32481 h 71090"/>
                    <a:gd name="connsiteX6" fmla="*/ 15321 w 53317"/>
                    <a:gd name="connsiteY6" fmla="*/ 32481 h 71090"/>
                    <a:gd name="connsiteX7" fmla="*/ 15321 w 53317"/>
                    <a:gd name="connsiteY7" fmla="*/ 34319 h 71090"/>
                    <a:gd name="connsiteX8" fmla="*/ 15321 w 53317"/>
                    <a:gd name="connsiteY8" fmla="*/ 38609 h 71090"/>
                    <a:gd name="connsiteX9" fmla="*/ 45350 w 53317"/>
                    <a:gd name="connsiteY9" fmla="*/ 38609 h 71090"/>
                    <a:gd name="connsiteX10" fmla="*/ 44125 w 53317"/>
                    <a:gd name="connsiteY10" fmla="*/ 44738 h 71090"/>
                    <a:gd name="connsiteX11" fmla="*/ 16547 w 53317"/>
                    <a:gd name="connsiteY11" fmla="*/ 44738 h 71090"/>
                    <a:gd name="connsiteX12" fmla="*/ 25739 w 53317"/>
                    <a:gd name="connsiteY12" fmla="*/ 60059 h 71090"/>
                    <a:gd name="connsiteX13" fmla="*/ 37384 w 53317"/>
                    <a:gd name="connsiteY13" fmla="*/ 63123 h 71090"/>
                    <a:gd name="connsiteX14" fmla="*/ 50866 w 53317"/>
                    <a:gd name="connsiteY14" fmla="*/ 58833 h 71090"/>
                    <a:gd name="connsiteX15" fmla="*/ 50866 w 53317"/>
                    <a:gd name="connsiteY15" fmla="*/ 68639 h 71090"/>
                    <a:gd name="connsiteX16" fmla="*/ 37996 w 53317"/>
                    <a:gd name="connsiteY16" fmla="*/ 71090 h 71090"/>
                    <a:gd name="connsiteX17" fmla="*/ 9806 w 53317"/>
                    <a:gd name="connsiteY17" fmla="*/ 53317 h 71090"/>
                    <a:gd name="connsiteX18" fmla="*/ 7354 w 53317"/>
                    <a:gd name="connsiteY18" fmla="*/ 44738 h 71090"/>
                    <a:gd name="connsiteX19" fmla="*/ 0 w 53317"/>
                    <a:gd name="connsiteY19" fmla="*/ 44738 h 71090"/>
                    <a:gd name="connsiteX20" fmla="*/ 1226 w 53317"/>
                    <a:gd name="connsiteY20" fmla="*/ 38609 h 71090"/>
                    <a:gd name="connsiteX21" fmla="*/ 6128 w 53317"/>
                    <a:gd name="connsiteY21" fmla="*/ 38609 h 71090"/>
                    <a:gd name="connsiteX22" fmla="*/ 6128 w 53317"/>
                    <a:gd name="connsiteY22" fmla="*/ 34319 h 71090"/>
                    <a:gd name="connsiteX23" fmla="*/ 6128 w 53317"/>
                    <a:gd name="connsiteY23" fmla="*/ 32481 h 71090"/>
                    <a:gd name="connsiteX24" fmla="*/ 0 w 53317"/>
                    <a:gd name="connsiteY24" fmla="*/ 32481 h 71090"/>
                    <a:gd name="connsiteX25" fmla="*/ 1226 w 53317"/>
                    <a:gd name="connsiteY25" fmla="*/ 26352 h 71090"/>
                    <a:gd name="connsiteX26" fmla="*/ 6741 w 53317"/>
                    <a:gd name="connsiteY26" fmla="*/ 26352 h 71090"/>
                    <a:gd name="connsiteX27" fmla="*/ 22062 w 53317"/>
                    <a:gd name="connsiteY27" fmla="*/ 4290 h 71090"/>
                    <a:gd name="connsiteX28" fmla="*/ 38609 w 53317"/>
                    <a:gd name="connsiteY28" fmla="*/ 0 h 71090"/>
                    <a:gd name="connsiteX29" fmla="*/ 53317 w 53317"/>
                    <a:gd name="connsiteY29" fmla="*/ 3677 h 71090"/>
                    <a:gd name="connsiteX30" fmla="*/ 51479 w 53317"/>
                    <a:gd name="connsiteY30" fmla="*/ 12257 h 71090"/>
                    <a:gd name="connsiteX31" fmla="*/ 37384 w 53317"/>
                    <a:gd name="connsiteY31" fmla="*/ 8580 h 71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53317" h="71090">
                      <a:moveTo>
                        <a:pt x="37384" y="8580"/>
                      </a:moveTo>
                      <a:cubicBezTo>
                        <a:pt x="31868" y="8580"/>
                        <a:pt x="27578" y="9806"/>
                        <a:pt x="24514" y="12257"/>
                      </a:cubicBezTo>
                      <a:cubicBezTo>
                        <a:pt x="22675" y="13483"/>
                        <a:pt x="20224" y="15934"/>
                        <a:pt x="18998" y="18385"/>
                      </a:cubicBezTo>
                      <a:cubicBezTo>
                        <a:pt x="17160" y="21450"/>
                        <a:pt x="15934" y="23901"/>
                        <a:pt x="15934" y="26352"/>
                      </a:cubicBezTo>
                      <a:lnTo>
                        <a:pt x="47802" y="26352"/>
                      </a:lnTo>
                      <a:lnTo>
                        <a:pt x="46576" y="32481"/>
                      </a:lnTo>
                      <a:lnTo>
                        <a:pt x="15321" y="32481"/>
                      </a:lnTo>
                      <a:cubicBezTo>
                        <a:pt x="15321" y="33094"/>
                        <a:pt x="15321" y="33706"/>
                        <a:pt x="15321" y="34319"/>
                      </a:cubicBezTo>
                      <a:cubicBezTo>
                        <a:pt x="15321" y="36771"/>
                        <a:pt x="15321" y="37996"/>
                        <a:pt x="15321" y="38609"/>
                      </a:cubicBezTo>
                      <a:lnTo>
                        <a:pt x="45350" y="38609"/>
                      </a:lnTo>
                      <a:lnTo>
                        <a:pt x="44125" y="44738"/>
                      </a:lnTo>
                      <a:lnTo>
                        <a:pt x="16547" y="44738"/>
                      </a:lnTo>
                      <a:cubicBezTo>
                        <a:pt x="17772" y="52092"/>
                        <a:pt x="20837" y="56995"/>
                        <a:pt x="25739" y="60059"/>
                      </a:cubicBezTo>
                      <a:cubicBezTo>
                        <a:pt x="29417" y="61897"/>
                        <a:pt x="33094" y="63123"/>
                        <a:pt x="37384" y="63123"/>
                      </a:cubicBezTo>
                      <a:cubicBezTo>
                        <a:pt x="42899" y="63123"/>
                        <a:pt x="47802" y="61897"/>
                        <a:pt x="50866" y="58833"/>
                      </a:cubicBezTo>
                      <a:lnTo>
                        <a:pt x="50866" y="68639"/>
                      </a:lnTo>
                      <a:cubicBezTo>
                        <a:pt x="47189" y="70477"/>
                        <a:pt x="42899" y="71090"/>
                        <a:pt x="37996" y="71090"/>
                      </a:cubicBezTo>
                      <a:cubicBezTo>
                        <a:pt x="23901" y="71090"/>
                        <a:pt x="14708" y="64962"/>
                        <a:pt x="9806" y="53317"/>
                      </a:cubicBezTo>
                      <a:cubicBezTo>
                        <a:pt x="8580" y="50866"/>
                        <a:pt x="7967" y="47802"/>
                        <a:pt x="7354" y="44738"/>
                      </a:cubicBezTo>
                      <a:lnTo>
                        <a:pt x="0" y="44738"/>
                      </a:lnTo>
                      <a:lnTo>
                        <a:pt x="1226" y="38609"/>
                      </a:lnTo>
                      <a:lnTo>
                        <a:pt x="6128" y="38609"/>
                      </a:lnTo>
                      <a:cubicBezTo>
                        <a:pt x="6128" y="37384"/>
                        <a:pt x="6128" y="36158"/>
                        <a:pt x="6128" y="34319"/>
                      </a:cubicBezTo>
                      <a:cubicBezTo>
                        <a:pt x="6128" y="33706"/>
                        <a:pt x="6128" y="33094"/>
                        <a:pt x="6128" y="32481"/>
                      </a:cubicBezTo>
                      <a:lnTo>
                        <a:pt x="0" y="32481"/>
                      </a:lnTo>
                      <a:lnTo>
                        <a:pt x="1226" y="26352"/>
                      </a:lnTo>
                      <a:lnTo>
                        <a:pt x="6741" y="26352"/>
                      </a:lnTo>
                      <a:cubicBezTo>
                        <a:pt x="8580" y="15934"/>
                        <a:pt x="13483" y="9193"/>
                        <a:pt x="22062" y="4290"/>
                      </a:cubicBezTo>
                      <a:cubicBezTo>
                        <a:pt x="26965" y="1839"/>
                        <a:pt x="32481" y="0"/>
                        <a:pt x="38609" y="0"/>
                      </a:cubicBezTo>
                      <a:cubicBezTo>
                        <a:pt x="44125" y="0"/>
                        <a:pt x="49028" y="1226"/>
                        <a:pt x="53317" y="3677"/>
                      </a:cubicBezTo>
                      <a:lnTo>
                        <a:pt x="51479" y="12257"/>
                      </a:lnTo>
                      <a:cubicBezTo>
                        <a:pt x="46576" y="10418"/>
                        <a:pt x="42286" y="8580"/>
                        <a:pt x="37384" y="8580"/>
                      </a:cubicBez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98143216-6C1D-A085-F73F-C0A98802F0B7}"/>
                    </a:ext>
                  </a:extLst>
                </p:cNvPr>
                <p:cNvSpPr/>
                <p:nvPr/>
              </p:nvSpPr>
              <p:spPr>
                <a:xfrm>
                  <a:off x="9922951" y="1616288"/>
                  <a:ext cx="51478" cy="87024"/>
                </a:xfrm>
                <a:custGeom>
                  <a:avLst/>
                  <a:gdLst>
                    <a:gd name="connsiteX0" fmla="*/ 16547 w 51478"/>
                    <a:gd name="connsiteY0" fmla="*/ 0 h 87024"/>
                    <a:gd name="connsiteX1" fmla="*/ 16547 w 51478"/>
                    <a:gd name="connsiteY1" fmla="*/ 9193 h 87024"/>
                    <a:gd name="connsiteX2" fmla="*/ 25739 w 51478"/>
                    <a:gd name="connsiteY2" fmla="*/ 9193 h 87024"/>
                    <a:gd name="connsiteX3" fmla="*/ 25739 w 51478"/>
                    <a:gd name="connsiteY3" fmla="*/ 0 h 87024"/>
                    <a:gd name="connsiteX4" fmla="*/ 33094 w 51478"/>
                    <a:gd name="connsiteY4" fmla="*/ 0 h 87024"/>
                    <a:gd name="connsiteX5" fmla="*/ 33094 w 51478"/>
                    <a:gd name="connsiteY5" fmla="*/ 9806 h 87024"/>
                    <a:gd name="connsiteX6" fmla="*/ 38609 w 51478"/>
                    <a:gd name="connsiteY6" fmla="*/ 11644 h 87024"/>
                    <a:gd name="connsiteX7" fmla="*/ 45963 w 51478"/>
                    <a:gd name="connsiteY7" fmla="*/ 17773 h 87024"/>
                    <a:gd name="connsiteX8" fmla="*/ 48415 w 51478"/>
                    <a:gd name="connsiteY8" fmla="*/ 26965 h 87024"/>
                    <a:gd name="connsiteX9" fmla="*/ 45963 w 51478"/>
                    <a:gd name="connsiteY9" fmla="*/ 34932 h 87024"/>
                    <a:gd name="connsiteX10" fmla="*/ 38609 w 51478"/>
                    <a:gd name="connsiteY10" fmla="*/ 41061 h 87024"/>
                    <a:gd name="connsiteX11" fmla="*/ 48415 w 51478"/>
                    <a:gd name="connsiteY11" fmla="*/ 47189 h 87024"/>
                    <a:gd name="connsiteX12" fmla="*/ 51479 w 51478"/>
                    <a:gd name="connsiteY12" fmla="*/ 57607 h 87024"/>
                    <a:gd name="connsiteX13" fmla="*/ 49640 w 51478"/>
                    <a:gd name="connsiteY13" fmla="*/ 66800 h 87024"/>
                    <a:gd name="connsiteX14" fmla="*/ 44738 w 51478"/>
                    <a:gd name="connsiteY14" fmla="*/ 72929 h 87024"/>
                    <a:gd name="connsiteX15" fmla="*/ 37383 w 51478"/>
                    <a:gd name="connsiteY15" fmla="*/ 76606 h 87024"/>
                    <a:gd name="connsiteX16" fmla="*/ 33094 w 51478"/>
                    <a:gd name="connsiteY16" fmla="*/ 77218 h 87024"/>
                    <a:gd name="connsiteX17" fmla="*/ 33094 w 51478"/>
                    <a:gd name="connsiteY17" fmla="*/ 87024 h 87024"/>
                    <a:gd name="connsiteX18" fmla="*/ 25739 w 51478"/>
                    <a:gd name="connsiteY18" fmla="*/ 87024 h 87024"/>
                    <a:gd name="connsiteX19" fmla="*/ 25739 w 51478"/>
                    <a:gd name="connsiteY19" fmla="*/ 77831 h 87024"/>
                    <a:gd name="connsiteX20" fmla="*/ 16547 w 51478"/>
                    <a:gd name="connsiteY20" fmla="*/ 77831 h 87024"/>
                    <a:gd name="connsiteX21" fmla="*/ 16547 w 51478"/>
                    <a:gd name="connsiteY21" fmla="*/ 87024 h 87024"/>
                    <a:gd name="connsiteX22" fmla="*/ 9193 w 51478"/>
                    <a:gd name="connsiteY22" fmla="*/ 87024 h 87024"/>
                    <a:gd name="connsiteX23" fmla="*/ 9193 w 51478"/>
                    <a:gd name="connsiteY23" fmla="*/ 77831 h 87024"/>
                    <a:gd name="connsiteX24" fmla="*/ 0 w 51478"/>
                    <a:gd name="connsiteY24" fmla="*/ 77831 h 87024"/>
                    <a:gd name="connsiteX25" fmla="*/ 0 w 51478"/>
                    <a:gd name="connsiteY25" fmla="*/ 9806 h 87024"/>
                    <a:gd name="connsiteX26" fmla="*/ 9193 w 51478"/>
                    <a:gd name="connsiteY26" fmla="*/ 9806 h 87024"/>
                    <a:gd name="connsiteX27" fmla="*/ 9193 w 51478"/>
                    <a:gd name="connsiteY27" fmla="*/ 613 h 87024"/>
                    <a:gd name="connsiteX28" fmla="*/ 16547 w 51478"/>
                    <a:gd name="connsiteY28" fmla="*/ 613 h 87024"/>
                    <a:gd name="connsiteX29" fmla="*/ 9193 w 51478"/>
                    <a:gd name="connsiteY29" fmla="*/ 37996 h 87024"/>
                    <a:gd name="connsiteX30" fmla="*/ 23901 w 51478"/>
                    <a:gd name="connsiteY30" fmla="*/ 37996 h 87024"/>
                    <a:gd name="connsiteX31" fmla="*/ 32481 w 51478"/>
                    <a:gd name="connsiteY31" fmla="*/ 37384 h 87024"/>
                    <a:gd name="connsiteX32" fmla="*/ 37383 w 51478"/>
                    <a:gd name="connsiteY32" fmla="*/ 33706 h 87024"/>
                    <a:gd name="connsiteX33" fmla="*/ 39222 w 51478"/>
                    <a:gd name="connsiteY33" fmla="*/ 27578 h 87024"/>
                    <a:gd name="connsiteX34" fmla="*/ 37383 w 51478"/>
                    <a:gd name="connsiteY34" fmla="*/ 21450 h 87024"/>
                    <a:gd name="connsiteX35" fmla="*/ 32481 w 51478"/>
                    <a:gd name="connsiteY35" fmla="*/ 17773 h 87024"/>
                    <a:gd name="connsiteX36" fmla="*/ 22062 w 51478"/>
                    <a:gd name="connsiteY36" fmla="*/ 16547 h 87024"/>
                    <a:gd name="connsiteX37" fmla="*/ 8580 w 51478"/>
                    <a:gd name="connsiteY37" fmla="*/ 16547 h 87024"/>
                    <a:gd name="connsiteX38" fmla="*/ 8580 w 51478"/>
                    <a:gd name="connsiteY38" fmla="*/ 37996 h 87024"/>
                    <a:gd name="connsiteX39" fmla="*/ 9193 w 51478"/>
                    <a:gd name="connsiteY39" fmla="*/ 69864 h 87024"/>
                    <a:gd name="connsiteX40" fmla="*/ 26352 w 51478"/>
                    <a:gd name="connsiteY40" fmla="*/ 69864 h 87024"/>
                    <a:gd name="connsiteX41" fmla="*/ 32481 w 51478"/>
                    <a:gd name="connsiteY41" fmla="*/ 69251 h 87024"/>
                    <a:gd name="connsiteX42" fmla="*/ 37996 w 51478"/>
                    <a:gd name="connsiteY42" fmla="*/ 67413 h 87024"/>
                    <a:gd name="connsiteX43" fmla="*/ 41673 w 51478"/>
                    <a:gd name="connsiteY43" fmla="*/ 63736 h 87024"/>
                    <a:gd name="connsiteX44" fmla="*/ 42899 w 51478"/>
                    <a:gd name="connsiteY44" fmla="*/ 58220 h 87024"/>
                    <a:gd name="connsiteX45" fmla="*/ 41061 w 51478"/>
                    <a:gd name="connsiteY45" fmla="*/ 51479 h 87024"/>
                    <a:gd name="connsiteX46" fmla="*/ 35545 w 51478"/>
                    <a:gd name="connsiteY46" fmla="*/ 47802 h 87024"/>
                    <a:gd name="connsiteX47" fmla="*/ 25739 w 51478"/>
                    <a:gd name="connsiteY47" fmla="*/ 46576 h 87024"/>
                    <a:gd name="connsiteX48" fmla="*/ 9805 w 51478"/>
                    <a:gd name="connsiteY48" fmla="*/ 46576 h 87024"/>
                    <a:gd name="connsiteX49" fmla="*/ 9805 w 51478"/>
                    <a:gd name="connsiteY49" fmla="*/ 69864 h 870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51478" h="87024">
                      <a:moveTo>
                        <a:pt x="16547" y="0"/>
                      </a:moveTo>
                      <a:lnTo>
                        <a:pt x="16547" y="9193"/>
                      </a:lnTo>
                      <a:lnTo>
                        <a:pt x="25739" y="9193"/>
                      </a:lnTo>
                      <a:lnTo>
                        <a:pt x="25739" y="0"/>
                      </a:lnTo>
                      <a:lnTo>
                        <a:pt x="33094" y="0"/>
                      </a:lnTo>
                      <a:lnTo>
                        <a:pt x="33094" y="9806"/>
                      </a:lnTo>
                      <a:cubicBezTo>
                        <a:pt x="34932" y="10418"/>
                        <a:pt x="36771" y="10418"/>
                        <a:pt x="38609" y="11644"/>
                      </a:cubicBezTo>
                      <a:cubicBezTo>
                        <a:pt x="41673" y="12870"/>
                        <a:pt x="44125" y="15321"/>
                        <a:pt x="45963" y="17773"/>
                      </a:cubicBezTo>
                      <a:cubicBezTo>
                        <a:pt x="47802" y="20837"/>
                        <a:pt x="48415" y="23901"/>
                        <a:pt x="48415" y="26965"/>
                      </a:cubicBezTo>
                      <a:cubicBezTo>
                        <a:pt x="48415" y="30029"/>
                        <a:pt x="47802" y="32481"/>
                        <a:pt x="45963" y="34932"/>
                      </a:cubicBezTo>
                      <a:cubicBezTo>
                        <a:pt x="44125" y="37384"/>
                        <a:pt x="42286" y="39835"/>
                        <a:pt x="38609" y="41061"/>
                      </a:cubicBezTo>
                      <a:cubicBezTo>
                        <a:pt x="42899" y="42286"/>
                        <a:pt x="45963" y="44125"/>
                        <a:pt x="48415" y="47189"/>
                      </a:cubicBezTo>
                      <a:cubicBezTo>
                        <a:pt x="50866" y="50253"/>
                        <a:pt x="51479" y="53318"/>
                        <a:pt x="51479" y="57607"/>
                      </a:cubicBezTo>
                      <a:cubicBezTo>
                        <a:pt x="51479" y="60672"/>
                        <a:pt x="50866" y="63736"/>
                        <a:pt x="49640" y="66800"/>
                      </a:cubicBezTo>
                      <a:cubicBezTo>
                        <a:pt x="48415" y="69251"/>
                        <a:pt x="46576" y="71703"/>
                        <a:pt x="44738" y="72929"/>
                      </a:cubicBezTo>
                      <a:cubicBezTo>
                        <a:pt x="42899" y="74154"/>
                        <a:pt x="40448" y="75380"/>
                        <a:pt x="37383" y="76606"/>
                      </a:cubicBezTo>
                      <a:cubicBezTo>
                        <a:pt x="36158" y="77218"/>
                        <a:pt x="34932" y="77218"/>
                        <a:pt x="33094" y="77218"/>
                      </a:cubicBezTo>
                      <a:lnTo>
                        <a:pt x="33094" y="87024"/>
                      </a:lnTo>
                      <a:lnTo>
                        <a:pt x="25739" y="87024"/>
                      </a:lnTo>
                      <a:lnTo>
                        <a:pt x="25739" y="77831"/>
                      </a:lnTo>
                      <a:lnTo>
                        <a:pt x="16547" y="77831"/>
                      </a:lnTo>
                      <a:lnTo>
                        <a:pt x="16547" y="87024"/>
                      </a:lnTo>
                      <a:lnTo>
                        <a:pt x="9193" y="87024"/>
                      </a:lnTo>
                      <a:lnTo>
                        <a:pt x="9193" y="77831"/>
                      </a:lnTo>
                      <a:lnTo>
                        <a:pt x="0" y="77831"/>
                      </a:lnTo>
                      <a:lnTo>
                        <a:pt x="0" y="9806"/>
                      </a:lnTo>
                      <a:lnTo>
                        <a:pt x="9193" y="9806"/>
                      </a:lnTo>
                      <a:lnTo>
                        <a:pt x="9193" y="613"/>
                      </a:lnTo>
                      <a:lnTo>
                        <a:pt x="16547" y="613"/>
                      </a:lnTo>
                      <a:close/>
                      <a:moveTo>
                        <a:pt x="9193" y="37996"/>
                      </a:moveTo>
                      <a:lnTo>
                        <a:pt x="23901" y="37996"/>
                      </a:lnTo>
                      <a:cubicBezTo>
                        <a:pt x="28191" y="37996"/>
                        <a:pt x="30642" y="37996"/>
                        <a:pt x="32481" y="37384"/>
                      </a:cubicBezTo>
                      <a:cubicBezTo>
                        <a:pt x="34932" y="36771"/>
                        <a:pt x="36771" y="35545"/>
                        <a:pt x="37383" y="33706"/>
                      </a:cubicBezTo>
                      <a:cubicBezTo>
                        <a:pt x="38609" y="31868"/>
                        <a:pt x="39222" y="30029"/>
                        <a:pt x="39222" y="27578"/>
                      </a:cubicBezTo>
                      <a:cubicBezTo>
                        <a:pt x="39222" y="25127"/>
                        <a:pt x="38609" y="23288"/>
                        <a:pt x="37383" y="21450"/>
                      </a:cubicBezTo>
                      <a:cubicBezTo>
                        <a:pt x="36158" y="19611"/>
                        <a:pt x="34932" y="18385"/>
                        <a:pt x="32481" y="17773"/>
                      </a:cubicBezTo>
                      <a:cubicBezTo>
                        <a:pt x="30642" y="17160"/>
                        <a:pt x="26965" y="16547"/>
                        <a:pt x="22062" y="16547"/>
                      </a:cubicBezTo>
                      <a:lnTo>
                        <a:pt x="8580" y="16547"/>
                      </a:lnTo>
                      <a:lnTo>
                        <a:pt x="8580" y="37996"/>
                      </a:lnTo>
                      <a:close/>
                      <a:moveTo>
                        <a:pt x="9193" y="69864"/>
                      </a:moveTo>
                      <a:lnTo>
                        <a:pt x="26352" y="69864"/>
                      </a:lnTo>
                      <a:cubicBezTo>
                        <a:pt x="29417" y="69864"/>
                        <a:pt x="31255" y="69864"/>
                        <a:pt x="32481" y="69251"/>
                      </a:cubicBezTo>
                      <a:cubicBezTo>
                        <a:pt x="34319" y="68639"/>
                        <a:pt x="36158" y="68026"/>
                        <a:pt x="37996" y="67413"/>
                      </a:cubicBezTo>
                      <a:cubicBezTo>
                        <a:pt x="39222" y="66800"/>
                        <a:pt x="40448" y="65574"/>
                        <a:pt x="41673" y="63736"/>
                      </a:cubicBezTo>
                      <a:cubicBezTo>
                        <a:pt x="42286" y="61897"/>
                        <a:pt x="42899" y="60059"/>
                        <a:pt x="42899" y="58220"/>
                      </a:cubicBezTo>
                      <a:cubicBezTo>
                        <a:pt x="42899" y="55769"/>
                        <a:pt x="42286" y="53318"/>
                        <a:pt x="41061" y="51479"/>
                      </a:cubicBezTo>
                      <a:cubicBezTo>
                        <a:pt x="39835" y="49640"/>
                        <a:pt x="37996" y="48415"/>
                        <a:pt x="35545" y="47802"/>
                      </a:cubicBezTo>
                      <a:cubicBezTo>
                        <a:pt x="33094" y="47189"/>
                        <a:pt x="30029" y="46576"/>
                        <a:pt x="25739" y="46576"/>
                      </a:cubicBezTo>
                      <a:lnTo>
                        <a:pt x="9805" y="46576"/>
                      </a:lnTo>
                      <a:lnTo>
                        <a:pt x="9805" y="69864"/>
                      </a:ln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9561FE8D-483E-FA60-E0D1-8D8BEBAE052C}"/>
                    </a:ext>
                  </a:extLst>
                </p:cNvPr>
                <p:cNvSpPr/>
                <p:nvPr/>
              </p:nvSpPr>
              <p:spPr>
                <a:xfrm>
                  <a:off x="9890470" y="1390761"/>
                  <a:ext cx="49027" cy="70477"/>
                </a:xfrm>
                <a:custGeom>
                  <a:avLst/>
                  <a:gdLst>
                    <a:gd name="connsiteX0" fmla="*/ 17160 w 49027"/>
                    <a:gd name="connsiteY0" fmla="*/ 31255 h 70477"/>
                    <a:gd name="connsiteX1" fmla="*/ 31868 w 49027"/>
                    <a:gd name="connsiteY1" fmla="*/ 31255 h 70477"/>
                    <a:gd name="connsiteX2" fmla="*/ 31868 w 49027"/>
                    <a:gd name="connsiteY2" fmla="*/ 37996 h 70477"/>
                    <a:gd name="connsiteX3" fmla="*/ 18385 w 49027"/>
                    <a:gd name="connsiteY3" fmla="*/ 37996 h 70477"/>
                    <a:gd name="connsiteX4" fmla="*/ 18998 w 49027"/>
                    <a:gd name="connsiteY4" fmla="*/ 42286 h 70477"/>
                    <a:gd name="connsiteX5" fmla="*/ 17160 w 49027"/>
                    <a:gd name="connsiteY5" fmla="*/ 50866 h 70477"/>
                    <a:gd name="connsiteX6" fmla="*/ 11031 w 49027"/>
                    <a:gd name="connsiteY6" fmla="*/ 60059 h 70477"/>
                    <a:gd name="connsiteX7" fmla="*/ 17772 w 49027"/>
                    <a:gd name="connsiteY7" fmla="*/ 58833 h 70477"/>
                    <a:gd name="connsiteX8" fmla="*/ 26352 w 49027"/>
                    <a:gd name="connsiteY8" fmla="*/ 60059 h 70477"/>
                    <a:gd name="connsiteX9" fmla="*/ 37384 w 49027"/>
                    <a:gd name="connsiteY9" fmla="*/ 61897 h 70477"/>
                    <a:gd name="connsiteX10" fmla="*/ 46576 w 49027"/>
                    <a:gd name="connsiteY10" fmla="*/ 59446 h 70477"/>
                    <a:gd name="connsiteX11" fmla="*/ 49028 w 49027"/>
                    <a:gd name="connsiteY11" fmla="*/ 67413 h 70477"/>
                    <a:gd name="connsiteX12" fmla="*/ 42286 w 49027"/>
                    <a:gd name="connsiteY12" fmla="*/ 69864 h 70477"/>
                    <a:gd name="connsiteX13" fmla="*/ 37384 w 49027"/>
                    <a:gd name="connsiteY13" fmla="*/ 70477 h 70477"/>
                    <a:gd name="connsiteX14" fmla="*/ 33706 w 49027"/>
                    <a:gd name="connsiteY14" fmla="*/ 69864 h 70477"/>
                    <a:gd name="connsiteX15" fmla="*/ 27578 w 49027"/>
                    <a:gd name="connsiteY15" fmla="*/ 68026 h 70477"/>
                    <a:gd name="connsiteX16" fmla="*/ 21450 w 49027"/>
                    <a:gd name="connsiteY16" fmla="*/ 66187 h 70477"/>
                    <a:gd name="connsiteX17" fmla="*/ 17160 w 49027"/>
                    <a:gd name="connsiteY17" fmla="*/ 65574 h 70477"/>
                    <a:gd name="connsiteX18" fmla="*/ 9806 w 49027"/>
                    <a:gd name="connsiteY18" fmla="*/ 66800 h 70477"/>
                    <a:gd name="connsiteX19" fmla="*/ 3064 w 49027"/>
                    <a:gd name="connsiteY19" fmla="*/ 69864 h 70477"/>
                    <a:gd name="connsiteX20" fmla="*/ 0 w 49027"/>
                    <a:gd name="connsiteY20" fmla="*/ 62510 h 70477"/>
                    <a:gd name="connsiteX21" fmla="*/ 7354 w 49027"/>
                    <a:gd name="connsiteY21" fmla="*/ 55156 h 70477"/>
                    <a:gd name="connsiteX22" fmla="*/ 10418 w 49027"/>
                    <a:gd name="connsiteY22" fmla="*/ 44125 h 70477"/>
                    <a:gd name="connsiteX23" fmla="*/ 9806 w 49027"/>
                    <a:gd name="connsiteY23" fmla="*/ 38609 h 70477"/>
                    <a:gd name="connsiteX24" fmla="*/ 613 w 49027"/>
                    <a:gd name="connsiteY24" fmla="*/ 38609 h 70477"/>
                    <a:gd name="connsiteX25" fmla="*/ 613 w 49027"/>
                    <a:gd name="connsiteY25" fmla="*/ 31868 h 70477"/>
                    <a:gd name="connsiteX26" fmla="*/ 7967 w 49027"/>
                    <a:gd name="connsiteY26" fmla="*/ 31868 h 70477"/>
                    <a:gd name="connsiteX27" fmla="*/ 6128 w 49027"/>
                    <a:gd name="connsiteY27" fmla="*/ 24514 h 70477"/>
                    <a:gd name="connsiteX28" fmla="*/ 5516 w 49027"/>
                    <a:gd name="connsiteY28" fmla="*/ 19611 h 70477"/>
                    <a:gd name="connsiteX29" fmla="*/ 12870 w 49027"/>
                    <a:gd name="connsiteY29" fmla="*/ 4290 h 70477"/>
                    <a:gd name="connsiteX30" fmla="*/ 26965 w 49027"/>
                    <a:gd name="connsiteY30" fmla="*/ 0 h 70477"/>
                    <a:gd name="connsiteX31" fmla="*/ 41061 w 49027"/>
                    <a:gd name="connsiteY31" fmla="*/ 4903 h 70477"/>
                    <a:gd name="connsiteX32" fmla="*/ 47802 w 49027"/>
                    <a:gd name="connsiteY32" fmla="*/ 17772 h 70477"/>
                    <a:gd name="connsiteX33" fmla="*/ 39222 w 49027"/>
                    <a:gd name="connsiteY33" fmla="*/ 18998 h 70477"/>
                    <a:gd name="connsiteX34" fmla="*/ 34932 w 49027"/>
                    <a:gd name="connsiteY34" fmla="*/ 10418 h 70477"/>
                    <a:gd name="connsiteX35" fmla="*/ 26352 w 49027"/>
                    <a:gd name="connsiteY35" fmla="*/ 7354 h 70477"/>
                    <a:gd name="connsiteX36" fmla="*/ 17772 w 49027"/>
                    <a:gd name="connsiteY36" fmla="*/ 10418 h 70477"/>
                    <a:gd name="connsiteX37" fmla="*/ 14095 w 49027"/>
                    <a:gd name="connsiteY37" fmla="*/ 18385 h 70477"/>
                    <a:gd name="connsiteX38" fmla="*/ 17160 w 49027"/>
                    <a:gd name="connsiteY38" fmla="*/ 31255 h 7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027" h="70477">
                      <a:moveTo>
                        <a:pt x="17160" y="31255"/>
                      </a:moveTo>
                      <a:lnTo>
                        <a:pt x="31868" y="31255"/>
                      </a:lnTo>
                      <a:lnTo>
                        <a:pt x="31868" y="37996"/>
                      </a:lnTo>
                      <a:lnTo>
                        <a:pt x="18385" y="37996"/>
                      </a:lnTo>
                      <a:cubicBezTo>
                        <a:pt x="18998" y="39222"/>
                        <a:pt x="18998" y="40448"/>
                        <a:pt x="18998" y="42286"/>
                      </a:cubicBezTo>
                      <a:cubicBezTo>
                        <a:pt x="18998" y="44738"/>
                        <a:pt x="18385" y="47802"/>
                        <a:pt x="17160" y="50866"/>
                      </a:cubicBezTo>
                      <a:cubicBezTo>
                        <a:pt x="15934" y="53930"/>
                        <a:pt x="13483" y="56995"/>
                        <a:pt x="11031" y="60059"/>
                      </a:cubicBezTo>
                      <a:cubicBezTo>
                        <a:pt x="13483" y="59446"/>
                        <a:pt x="15934" y="58833"/>
                        <a:pt x="17772" y="58833"/>
                      </a:cubicBezTo>
                      <a:cubicBezTo>
                        <a:pt x="20224" y="58833"/>
                        <a:pt x="23288" y="59446"/>
                        <a:pt x="26352" y="60059"/>
                      </a:cubicBezTo>
                      <a:cubicBezTo>
                        <a:pt x="31868" y="61284"/>
                        <a:pt x="35545" y="61897"/>
                        <a:pt x="37384" y="61897"/>
                      </a:cubicBezTo>
                      <a:cubicBezTo>
                        <a:pt x="39835" y="61897"/>
                        <a:pt x="42899" y="61284"/>
                        <a:pt x="46576" y="59446"/>
                      </a:cubicBezTo>
                      <a:lnTo>
                        <a:pt x="49028" y="67413"/>
                      </a:lnTo>
                      <a:cubicBezTo>
                        <a:pt x="45963" y="68639"/>
                        <a:pt x="44125" y="69251"/>
                        <a:pt x="42286" y="69864"/>
                      </a:cubicBezTo>
                      <a:cubicBezTo>
                        <a:pt x="40448" y="70477"/>
                        <a:pt x="39222" y="70477"/>
                        <a:pt x="37384" y="70477"/>
                      </a:cubicBezTo>
                      <a:cubicBezTo>
                        <a:pt x="36158" y="70477"/>
                        <a:pt x="34932" y="70477"/>
                        <a:pt x="33706" y="69864"/>
                      </a:cubicBezTo>
                      <a:cubicBezTo>
                        <a:pt x="33094" y="69864"/>
                        <a:pt x="30642" y="69251"/>
                        <a:pt x="27578" y="68026"/>
                      </a:cubicBezTo>
                      <a:cubicBezTo>
                        <a:pt x="24514" y="66800"/>
                        <a:pt x="22062" y="66187"/>
                        <a:pt x="21450" y="66187"/>
                      </a:cubicBezTo>
                      <a:cubicBezTo>
                        <a:pt x="20224" y="66187"/>
                        <a:pt x="18385" y="65574"/>
                        <a:pt x="17160" y="65574"/>
                      </a:cubicBezTo>
                      <a:cubicBezTo>
                        <a:pt x="14708" y="65574"/>
                        <a:pt x="12257" y="66187"/>
                        <a:pt x="9806" y="66800"/>
                      </a:cubicBezTo>
                      <a:cubicBezTo>
                        <a:pt x="7354" y="67413"/>
                        <a:pt x="4903" y="68639"/>
                        <a:pt x="3064" y="69864"/>
                      </a:cubicBezTo>
                      <a:lnTo>
                        <a:pt x="0" y="62510"/>
                      </a:lnTo>
                      <a:cubicBezTo>
                        <a:pt x="3064" y="60672"/>
                        <a:pt x="5516" y="58220"/>
                        <a:pt x="7354" y="55156"/>
                      </a:cubicBezTo>
                      <a:cubicBezTo>
                        <a:pt x="9193" y="52092"/>
                        <a:pt x="10418" y="48415"/>
                        <a:pt x="10418" y="44125"/>
                      </a:cubicBezTo>
                      <a:cubicBezTo>
                        <a:pt x="10418" y="42286"/>
                        <a:pt x="10418" y="40448"/>
                        <a:pt x="9806" y="38609"/>
                      </a:cubicBezTo>
                      <a:lnTo>
                        <a:pt x="613" y="38609"/>
                      </a:lnTo>
                      <a:lnTo>
                        <a:pt x="613" y="31868"/>
                      </a:lnTo>
                      <a:lnTo>
                        <a:pt x="7967" y="31868"/>
                      </a:lnTo>
                      <a:cubicBezTo>
                        <a:pt x="6741" y="28191"/>
                        <a:pt x="6128" y="25739"/>
                        <a:pt x="6128" y="24514"/>
                      </a:cubicBezTo>
                      <a:cubicBezTo>
                        <a:pt x="6128" y="22675"/>
                        <a:pt x="5516" y="21450"/>
                        <a:pt x="5516" y="19611"/>
                      </a:cubicBezTo>
                      <a:cubicBezTo>
                        <a:pt x="5516" y="12870"/>
                        <a:pt x="7967" y="7967"/>
                        <a:pt x="12870" y="4290"/>
                      </a:cubicBezTo>
                      <a:cubicBezTo>
                        <a:pt x="16547" y="1226"/>
                        <a:pt x="21450" y="0"/>
                        <a:pt x="26965" y="0"/>
                      </a:cubicBezTo>
                      <a:cubicBezTo>
                        <a:pt x="32481" y="0"/>
                        <a:pt x="37384" y="1839"/>
                        <a:pt x="41061" y="4903"/>
                      </a:cubicBezTo>
                      <a:cubicBezTo>
                        <a:pt x="44738" y="7967"/>
                        <a:pt x="47189" y="12257"/>
                        <a:pt x="47802" y="17772"/>
                      </a:cubicBezTo>
                      <a:lnTo>
                        <a:pt x="39222" y="18998"/>
                      </a:lnTo>
                      <a:cubicBezTo>
                        <a:pt x="38609" y="15321"/>
                        <a:pt x="37384" y="12257"/>
                        <a:pt x="34932" y="10418"/>
                      </a:cubicBezTo>
                      <a:cubicBezTo>
                        <a:pt x="32481" y="8580"/>
                        <a:pt x="30029" y="7354"/>
                        <a:pt x="26352" y="7354"/>
                      </a:cubicBezTo>
                      <a:cubicBezTo>
                        <a:pt x="22675" y="7354"/>
                        <a:pt x="20224" y="8580"/>
                        <a:pt x="17772" y="10418"/>
                      </a:cubicBezTo>
                      <a:cubicBezTo>
                        <a:pt x="15321" y="12870"/>
                        <a:pt x="14095" y="15321"/>
                        <a:pt x="14095" y="18385"/>
                      </a:cubicBezTo>
                      <a:cubicBezTo>
                        <a:pt x="14095" y="21450"/>
                        <a:pt x="15321" y="25739"/>
                        <a:pt x="17160" y="31255"/>
                      </a:cubicBez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06607FDC-69A3-598E-7F67-EA992F2243D3}"/>
                    </a:ext>
                  </a:extLst>
                </p:cNvPr>
                <p:cNvSpPr/>
                <p:nvPr/>
              </p:nvSpPr>
              <p:spPr>
                <a:xfrm>
                  <a:off x="9670458" y="1358280"/>
                  <a:ext cx="45350" cy="86411"/>
                </a:xfrm>
                <a:custGeom>
                  <a:avLst/>
                  <a:gdLst>
                    <a:gd name="connsiteX0" fmla="*/ 20224 w 45350"/>
                    <a:gd name="connsiteY0" fmla="*/ 86411 h 86411"/>
                    <a:gd name="connsiteX1" fmla="*/ 20224 w 45350"/>
                    <a:gd name="connsiteY1" fmla="*/ 77831 h 86411"/>
                    <a:gd name="connsiteX2" fmla="*/ 9805 w 45350"/>
                    <a:gd name="connsiteY2" fmla="*/ 74767 h 86411"/>
                    <a:gd name="connsiteX3" fmla="*/ 3064 w 45350"/>
                    <a:gd name="connsiteY3" fmla="*/ 68026 h 86411"/>
                    <a:gd name="connsiteX4" fmla="*/ 0 w 45350"/>
                    <a:gd name="connsiteY4" fmla="*/ 56995 h 86411"/>
                    <a:gd name="connsiteX5" fmla="*/ 8580 w 45350"/>
                    <a:gd name="connsiteY5" fmla="*/ 55156 h 86411"/>
                    <a:gd name="connsiteX6" fmla="*/ 12257 w 45350"/>
                    <a:gd name="connsiteY6" fmla="*/ 64962 h 86411"/>
                    <a:gd name="connsiteX7" fmla="*/ 20837 w 45350"/>
                    <a:gd name="connsiteY7" fmla="*/ 69864 h 86411"/>
                    <a:gd name="connsiteX8" fmla="*/ 20837 w 45350"/>
                    <a:gd name="connsiteY8" fmla="*/ 42899 h 86411"/>
                    <a:gd name="connsiteX9" fmla="*/ 10418 w 45350"/>
                    <a:gd name="connsiteY9" fmla="*/ 38609 h 86411"/>
                    <a:gd name="connsiteX10" fmla="*/ 4290 w 45350"/>
                    <a:gd name="connsiteY10" fmla="*/ 32481 h 86411"/>
                    <a:gd name="connsiteX11" fmla="*/ 1838 w 45350"/>
                    <a:gd name="connsiteY11" fmla="*/ 23288 h 86411"/>
                    <a:gd name="connsiteX12" fmla="*/ 7967 w 45350"/>
                    <a:gd name="connsiteY12" fmla="*/ 8580 h 86411"/>
                    <a:gd name="connsiteX13" fmla="*/ 20837 w 45350"/>
                    <a:gd name="connsiteY13" fmla="*/ 4290 h 86411"/>
                    <a:gd name="connsiteX14" fmla="*/ 20837 w 45350"/>
                    <a:gd name="connsiteY14" fmla="*/ 0 h 86411"/>
                    <a:gd name="connsiteX15" fmla="*/ 25739 w 45350"/>
                    <a:gd name="connsiteY15" fmla="*/ 0 h 86411"/>
                    <a:gd name="connsiteX16" fmla="*/ 25739 w 45350"/>
                    <a:gd name="connsiteY16" fmla="*/ 4290 h 86411"/>
                    <a:gd name="connsiteX17" fmla="*/ 37383 w 45350"/>
                    <a:gd name="connsiteY17" fmla="*/ 8580 h 86411"/>
                    <a:gd name="connsiteX18" fmla="*/ 44125 w 45350"/>
                    <a:gd name="connsiteY18" fmla="*/ 20837 h 86411"/>
                    <a:gd name="connsiteX19" fmla="*/ 35545 w 45350"/>
                    <a:gd name="connsiteY19" fmla="*/ 22062 h 86411"/>
                    <a:gd name="connsiteX20" fmla="*/ 32481 w 45350"/>
                    <a:gd name="connsiteY20" fmla="*/ 14708 h 86411"/>
                    <a:gd name="connsiteX21" fmla="*/ 25739 w 45350"/>
                    <a:gd name="connsiteY21" fmla="*/ 11031 h 86411"/>
                    <a:gd name="connsiteX22" fmla="*/ 25739 w 45350"/>
                    <a:gd name="connsiteY22" fmla="*/ 34932 h 86411"/>
                    <a:gd name="connsiteX23" fmla="*/ 34319 w 45350"/>
                    <a:gd name="connsiteY23" fmla="*/ 37384 h 86411"/>
                    <a:gd name="connsiteX24" fmla="*/ 40448 w 45350"/>
                    <a:gd name="connsiteY24" fmla="*/ 41673 h 86411"/>
                    <a:gd name="connsiteX25" fmla="*/ 44125 w 45350"/>
                    <a:gd name="connsiteY25" fmla="*/ 47802 h 86411"/>
                    <a:gd name="connsiteX26" fmla="*/ 45350 w 45350"/>
                    <a:gd name="connsiteY26" fmla="*/ 55156 h 86411"/>
                    <a:gd name="connsiteX27" fmla="*/ 39835 w 45350"/>
                    <a:gd name="connsiteY27" fmla="*/ 69864 h 86411"/>
                    <a:gd name="connsiteX28" fmla="*/ 25739 w 45350"/>
                    <a:gd name="connsiteY28" fmla="*/ 75993 h 86411"/>
                    <a:gd name="connsiteX29" fmla="*/ 25739 w 45350"/>
                    <a:gd name="connsiteY29" fmla="*/ 84573 h 86411"/>
                    <a:gd name="connsiteX30" fmla="*/ 20224 w 45350"/>
                    <a:gd name="connsiteY30" fmla="*/ 84573 h 86411"/>
                    <a:gd name="connsiteX31" fmla="*/ 20224 w 45350"/>
                    <a:gd name="connsiteY31" fmla="*/ 12870 h 86411"/>
                    <a:gd name="connsiteX32" fmla="*/ 12257 w 45350"/>
                    <a:gd name="connsiteY32" fmla="*/ 16547 h 86411"/>
                    <a:gd name="connsiteX33" fmla="*/ 9193 w 45350"/>
                    <a:gd name="connsiteY33" fmla="*/ 23901 h 86411"/>
                    <a:gd name="connsiteX34" fmla="*/ 11644 w 45350"/>
                    <a:gd name="connsiteY34" fmla="*/ 31255 h 86411"/>
                    <a:gd name="connsiteX35" fmla="*/ 19611 w 45350"/>
                    <a:gd name="connsiteY35" fmla="*/ 36158 h 86411"/>
                    <a:gd name="connsiteX36" fmla="*/ 19611 w 45350"/>
                    <a:gd name="connsiteY36" fmla="*/ 12870 h 86411"/>
                    <a:gd name="connsiteX37" fmla="*/ 25127 w 45350"/>
                    <a:gd name="connsiteY37" fmla="*/ 70477 h 86411"/>
                    <a:gd name="connsiteX38" fmla="*/ 33094 w 45350"/>
                    <a:gd name="connsiteY38" fmla="*/ 66187 h 86411"/>
                    <a:gd name="connsiteX39" fmla="*/ 36158 w 45350"/>
                    <a:gd name="connsiteY39" fmla="*/ 56995 h 86411"/>
                    <a:gd name="connsiteX40" fmla="*/ 33706 w 45350"/>
                    <a:gd name="connsiteY40" fmla="*/ 49640 h 86411"/>
                    <a:gd name="connsiteX41" fmla="*/ 24514 w 45350"/>
                    <a:gd name="connsiteY41" fmla="*/ 44738 h 86411"/>
                    <a:gd name="connsiteX42" fmla="*/ 24514 w 45350"/>
                    <a:gd name="connsiteY42" fmla="*/ 70477 h 86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45350" h="86411">
                      <a:moveTo>
                        <a:pt x="20224" y="86411"/>
                      </a:moveTo>
                      <a:lnTo>
                        <a:pt x="20224" y="77831"/>
                      </a:lnTo>
                      <a:cubicBezTo>
                        <a:pt x="15934" y="77218"/>
                        <a:pt x="12870" y="76606"/>
                        <a:pt x="9805" y="74767"/>
                      </a:cubicBezTo>
                      <a:cubicBezTo>
                        <a:pt x="7354" y="73541"/>
                        <a:pt x="4903" y="71090"/>
                        <a:pt x="3064" y="68026"/>
                      </a:cubicBezTo>
                      <a:cubicBezTo>
                        <a:pt x="1226" y="64962"/>
                        <a:pt x="0" y="61284"/>
                        <a:pt x="0" y="56995"/>
                      </a:cubicBezTo>
                      <a:lnTo>
                        <a:pt x="8580" y="55156"/>
                      </a:lnTo>
                      <a:cubicBezTo>
                        <a:pt x="9193" y="59446"/>
                        <a:pt x="10418" y="63123"/>
                        <a:pt x="12257" y="64962"/>
                      </a:cubicBezTo>
                      <a:cubicBezTo>
                        <a:pt x="14708" y="68026"/>
                        <a:pt x="17160" y="69864"/>
                        <a:pt x="20837" y="69864"/>
                      </a:cubicBezTo>
                      <a:lnTo>
                        <a:pt x="20837" y="42899"/>
                      </a:lnTo>
                      <a:cubicBezTo>
                        <a:pt x="17160" y="42286"/>
                        <a:pt x="14095" y="41061"/>
                        <a:pt x="10418" y="38609"/>
                      </a:cubicBezTo>
                      <a:cubicBezTo>
                        <a:pt x="7967" y="37384"/>
                        <a:pt x="5516" y="34932"/>
                        <a:pt x="4290" y="32481"/>
                      </a:cubicBezTo>
                      <a:cubicBezTo>
                        <a:pt x="3064" y="30029"/>
                        <a:pt x="1838" y="26965"/>
                        <a:pt x="1838" y="23288"/>
                      </a:cubicBezTo>
                      <a:cubicBezTo>
                        <a:pt x="1838" y="17160"/>
                        <a:pt x="3677" y="12257"/>
                        <a:pt x="7967" y="8580"/>
                      </a:cubicBezTo>
                      <a:cubicBezTo>
                        <a:pt x="11031" y="6128"/>
                        <a:pt x="14708" y="4290"/>
                        <a:pt x="20837" y="4290"/>
                      </a:cubicBezTo>
                      <a:lnTo>
                        <a:pt x="20837" y="0"/>
                      </a:lnTo>
                      <a:lnTo>
                        <a:pt x="25739" y="0"/>
                      </a:lnTo>
                      <a:lnTo>
                        <a:pt x="25739" y="4290"/>
                      </a:lnTo>
                      <a:cubicBezTo>
                        <a:pt x="30642" y="4903"/>
                        <a:pt x="34319" y="6128"/>
                        <a:pt x="37383" y="8580"/>
                      </a:cubicBezTo>
                      <a:cubicBezTo>
                        <a:pt x="41061" y="11644"/>
                        <a:pt x="43512" y="15934"/>
                        <a:pt x="44125" y="20837"/>
                      </a:cubicBezTo>
                      <a:lnTo>
                        <a:pt x="35545" y="22062"/>
                      </a:lnTo>
                      <a:cubicBezTo>
                        <a:pt x="34932" y="18998"/>
                        <a:pt x="34319" y="16547"/>
                        <a:pt x="32481" y="14708"/>
                      </a:cubicBezTo>
                      <a:cubicBezTo>
                        <a:pt x="30642" y="12870"/>
                        <a:pt x="28804" y="11644"/>
                        <a:pt x="25739" y="11031"/>
                      </a:cubicBezTo>
                      <a:lnTo>
                        <a:pt x="25739" y="34932"/>
                      </a:lnTo>
                      <a:cubicBezTo>
                        <a:pt x="30029" y="36158"/>
                        <a:pt x="32481" y="36771"/>
                        <a:pt x="34319" y="37384"/>
                      </a:cubicBezTo>
                      <a:cubicBezTo>
                        <a:pt x="36771" y="38609"/>
                        <a:pt x="39222" y="39835"/>
                        <a:pt x="40448" y="41673"/>
                      </a:cubicBezTo>
                      <a:cubicBezTo>
                        <a:pt x="42286" y="43512"/>
                        <a:pt x="43512" y="45351"/>
                        <a:pt x="44125" y="47802"/>
                      </a:cubicBezTo>
                      <a:cubicBezTo>
                        <a:pt x="44738" y="50253"/>
                        <a:pt x="45350" y="52705"/>
                        <a:pt x="45350" y="55156"/>
                      </a:cubicBezTo>
                      <a:cubicBezTo>
                        <a:pt x="45350" y="60672"/>
                        <a:pt x="43512" y="65574"/>
                        <a:pt x="39835" y="69864"/>
                      </a:cubicBezTo>
                      <a:cubicBezTo>
                        <a:pt x="36158" y="73541"/>
                        <a:pt x="31255" y="75993"/>
                        <a:pt x="25739" y="75993"/>
                      </a:cubicBezTo>
                      <a:lnTo>
                        <a:pt x="25739" y="84573"/>
                      </a:lnTo>
                      <a:lnTo>
                        <a:pt x="20224" y="84573"/>
                      </a:lnTo>
                      <a:close/>
                      <a:moveTo>
                        <a:pt x="20224" y="12870"/>
                      </a:moveTo>
                      <a:cubicBezTo>
                        <a:pt x="17160" y="13483"/>
                        <a:pt x="14095" y="14708"/>
                        <a:pt x="12257" y="16547"/>
                      </a:cubicBezTo>
                      <a:cubicBezTo>
                        <a:pt x="10418" y="18385"/>
                        <a:pt x="9193" y="21450"/>
                        <a:pt x="9193" y="23901"/>
                      </a:cubicBezTo>
                      <a:cubicBezTo>
                        <a:pt x="9193" y="26965"/>
                        <a:pt x="9805" y="29417"/>
                        <a:pt x="11644" y="31255"/>
                      </a:cubicBezTo>
                      <a:cubicBezTo>
                        <a:pt x="13483" y="33094"/>
                        <a:pt x="15934" y="34932"/>
                        <a:pt x="19611" y="36158"/>
                      </a:cubicBezTo>
                      <a:lnTo>
                        <a:pt x="19611" y="12870"/>
                      </a:lnTo>
                      <a:close/>
                      <a:moveTo>
                        <a:pt x="25127" y="70477"/>
                      </a:moveTo>
                      <a:cubicBezTo>
                        <a:pt x="28191" y="69864"/>
                        <a:pt x="31255" y="68639"/>
                        <a:pt x="33094" y="66187"/>
                      </a:cubicBezTo>
                      <a:cubicBezTo>
                        <a:pt x="34932" y="63736"/>
                        <a:pt x="36158" y="60672"/>
                        <a:pt x="36158" y="56995"/>
                      </a:cubicBezTo>
                      <a:cubicBezTo>
                        <a:pt x="36158" y="53930"/>
                        <a:pt x="35545" y="51479"/>
                        <a:pt x="33706" y="49640"/>
                      </a:cubicBezTo>
                      <a:cubicBezTo>
                        <a:pt x="32481" y="47802"/>
                        <a:pt x="29416" y="45963"/>
                        <a:pt x="24514" y="44738"/>
                      </a:cubicBezTo>
                      <a:lnTo>
                        <a:pt x="24514" y="70477"/>
                      </a:ln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A55796EE-9A1B-0EE4-1C47-948E51BB1A3D}"/>
                    </a:ext>
                  </a:extLst>
                </p:cNvPr>
                <p:cNvSpPr/>
                <p:nvPr/>
              </p:nvSpPr>
              <p:spPr>
                <a:xfrm>
                  <a:off x="9611012" y="1178716"/>
                  <a:ext cx="52704" cy="68638"/>
                </a:xfrm>
                <a:custGeom>
                  <a:avLst/>
                  <a:gdLst>
                    <a:gd name="connsiteX0" fmla="*/ 22675 w 52704"/>
                    <a:gd name="connsiteY0" fmla="*/ 68639 h 68638"/>
                    <a:gd name="connsiteX1" fmla="*/ 22675 w 52704"/>
                    <a:gd name="connsiteY1" fmla="*/ 53318 h 68638"/>
                    <a:gd name="connsiteX2" fmla="*/ 3064 w 52704"/>
                    <a:gd name="connsiteY2" fmla="*/ 53318 h 68638"/>
                    <a:gd name="connsiteX3" fmla="*/ 3064 w 52704"/>
                    <a:gd name="connsiteY3" fmla="*/ 46576 h 68638"/>
                    <a:gd name="connsiteX4" fmla="*/ 22675 w 52704"/>
                    <a:gd name="connsiteY4" fmla="*/ 46576 h 68638"/>
                    <a:gd name="connsiteX5" fmla="*/ 22675 w 52704"/>
                    <a:gd name="connsiteY5" fmla="*/ 39835 h 68638"/>
                    <a:gd name="connsiteX6" fmla="*/ 3064 w 52704"/>
                    <a:gd name="connsiteY6" fmla="*/ 39835 h 68638"/>
                    <a:gd name="connsiteX7" fmla="*/ 3064 w 52704"/>
                    <a:gd name="connsiteY7" fmla="*/ 33094 h 68638"/>
                    <a:gd name="connsiteX8" fmla="*/ 18998 w 52704"/>
                    <a:gd name="connsiteY8" fmla="*/ 33094 h 68638"/>
                    <a:gd name="connsiteX9" fmla="*/ 0 w 52704"/>
                    <a:gd name="connsiteY9" fmla="*/ 0 h 68638"/>
                    <a:gd name="connsiteX10" fmla="*/ 9193 w 52704"/>
                    <a:gd name="connsiteY10" fmla="*/ 0 h 68638"/>
                    <a:gd name="connsiteX11" fmla="*/ 22675 w 52704"/>
                    <a:gd name="connsiteY11" fmla="*/ 23901 h 68638"/>
                    <a:gd name="connsiteX12" fmla="*/ 26352 w 52704"/>
                    <a:gd name="connsiteY12" fmla="*/ 31255 h 68638"/>
                    <a:gd name="connsiteX13" fmla="*/ 30029 w 52704"/>
                    <a:gd name="connsiteY13" fmla="*/ 23901 h 68638"/>
                    <a:gd name="connsiteX14" fmla="*/ 42899 w 52704"/>
                    <a:gd name="connsiteY14" fmla="*/ 0 h 68638"/>
                    <a:gd name="connsiteX15" fmla="*/ 52705 w 52704"/>
                    <a:gd name="connsiteY15" fmla="*/ 0 h 68638"/>
                    <a:gd name="connsiteX16" fmla="*/ 33706 w 52704"/>
                    <a:gd name="connsiteY16" fmla="*/ 33094 h 68638"/>
                    <a:gd name="connsiteX17" fmla="*/ 49640 w 52704"/>
                    <a:gd name="connsiteY17" fmla="*/ 33094 h 68638"/>
                    <a:gd name="connsiteX18" fmla="*/ 49640 w 52704"/>
                    <a:gd name="connsiteY18" fmla="*/ 39835 h 68638"/>
                    <a:gd name="connsiteX19" fmla="*/ 30642 w 52704"/>
                    <a:gd name="connsiteY19" fmla="*/ 39835 h 68638"/>
                    <a:gd name="connsiteX20" fmla="*/ 30642 w 52704"/>
                    <a:gd name="connsiteY20" fmla="*/ 46576 h 68638"/>
                    <a:gd name="connsiteX21" fmla="*/ 49640 w 52704"/>
                    <a:gd name="connsiteY21" fmla="*/ 46576 h 68638"/>
                    <a:gd name="connsiteX22" fmla="*/ 49640 w 52704"/>
                    <a:gd name="connsiteY22" fmla="*/ 53318 h 68638"/>
                    <a:gd name="connsiteX23" fmla="*/ 30642 w 52704"/>
                    <a:gd name="connsiteY23" fmla="*/ 53318 h 68638"/>
                    <a:gd name="connsiteX24" fmla="*/ 30642 w 52704"/>
                    <a:gd name="connsiteY24" fmla="*/ 68639 h 68638"/>
                    <a:gd name="connsiteX25" fmla="*/ 22675 w 52704"/>
                    <a:gd name="connsiteY25" fmla="*/ 68639 h 68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2704" h="68638">
                      <a:moveTo>
                        <a:pt x="22675" y="68639"/>
                      </a:moveTo>
                      <a:lnTo>
                        <a:pt x="22675" y="53318"/>
                      </a:lnTo>
                      <a:lnTo>
                        <a:pt x="3064" y="53318"/>
                      </a:lnTo>
                      <a:lnTo>
                        <a:pt x="3064" y="46576"/>
                      </a:lnTo>
                      <a:lnTo>
                        <a:pt x="22675" y="46576"/>
                      </a:lnTo>
                      <a:lnTo>
                        <a:pt x="22675" y="39835"/>
                      </a:lnTo>
                      <a:lnTo>
                        <a:pt x="3064" y="39835"/>
                      </a:lnTo>
                      <a:lnTo>
                        <a:pt x="3064" y="33094"/>
                      </a:lnTo>
                      <a:lnTo>
                        <a:pt x="18998" y="33094"/>
                      </a:lnTo>
                      <a:lnTo>
                        <a:pt x="0" y="0"/>
                      </a:lnTo>
                      <a:lnTo>
                        <a:pt x="9193" y="0"/>
                      </a:lnTo>
                      <a:lnTo>
                        <a:pt x="22675" y="23901"/>
                      </a:lnTo>
                      <a:cubicBezTo>
                        <a:pt x="23901" y="26352"/>
                        <a:pt x="25127" y="28804"/>
                        <a:pt x="26352" y="31255"/>
                      </a:cubicBezTo>
                      <a:cubicBezTo>
                        <a:pt x="26965" y="29417"/>
                        <a:pt x="28191" y="26965"/>
                        <a:pt x="30029" y="23901"/>
                      </a:cubicBezTo>
                      <a:lnTo>
                        <a:pt x="42899" y="0"/>
                      </a:lnTo>
                      <a:lnTo>
                        <a:pt x="52705" y="0"/>
                      </a:lnTo>
                      <a:lnTo>
                        <a:pt x="33706" y="33094"/>
                      </a:lnTo>
                      <a:lnTo>
                        <a:pt x="49640" y="33094"/>
                      </a:lnTo>
                      <a:lnTo>
                        <a:pt x="49640" y="39835"/>
                      </a:lnTo>
                      <a:lnTo>
                        <a:pt x="30642" y="39835"/>
                      </a:lnTo>
                      <a:lnTo>
                        <a:pt x="30642" y="46576"/>
                      </a:lnTo>
                      <a:lnTo>
                        <a:pt x="49640" y="46576"/>
                      </a:lnTo>
                      <a:lnTo>
                        <a:pt x="49640" y="53318"/>
                      </a:lnTo>
                      <a:lnTo>
                        <a:pt x="30642" y="53318"/>
                      </a:lnTo>
                      <a:lnTo>
                        <a:pt x="30642" y="68639"/>
                      </a:lnTo>
                      <a:lnTo>
                        <a:pt x="22675" y="68639"/>
                      </a:ln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4" name="Freeform: Shape 193">
                  <a:extLst>
                    <a:ext uri="{FF2B5EF4-FFF2-40B4-BE49-F238E27FC236}">
                      <a16:creationId xmlns:a16="http://schemas.microsoft.com/office/drawing/2014/main" id="{DAFBB178-84EF-D306-A108-A8F9B82387BC}"/>
                    </a:ext>
                  </a:extLst>
                </p:cNvPr>
                <p:cNvSpPr/>
                <p:nvPr/>
              </p:nvSpPr>
              <p:spPr>
                <a:xfrm>
                  <a:off x="8969977" y="1439175"/>
                  <a:ext cx="53317" cy="71090"/>
                </a:xfrm>
                <a:custGeom>
                  <a:avLst/>
                  <a:gdLst>
                    <a:gd name="connsiteX0" fmla="*/ 37384 w 53317"/>
                    <a:gd name="connsiteY0" fmla="*/ 8580 h 71090"/>
                    <a:gd name="connsiteX1" fmla="*/ 24514 w 53317"/>
                    <a:gd name="connsiteY1" fmla="*/ 12257 h 71090"/>
                    <a:gd name="connsiteX2" fmla="*/ 18998 w 53317"/>
                    <a:gd name="connsiteY2" fmla="*/ 18385 h 71090"/>
                    <a:gd name="connsiteX3" fmla="*/ 15934 w 53317"/>
                    <a:gd name="connsiteY3" fmla="*/ 26352 h 71090"/>
                    <a:gd name="connsiteX4" fmla="*/ 47802 w 53317"/>
                    <a:gd name="connsiteY4" fmla="*/ 26352 h 71090"/>
                    <a:gd name="connsiteX5" fmla="*/ 46576 w 53317"/>
                    <a:gd name="connsiteY5" fmla="*/ 32481 h 71090"/>
                    <a:gd name="connsiteX6" fmla="*/ 15321 w 53317"/>
                    <a:gd name="connsiteY6" fmla="*/ 32481 h 71090"/>
                    <a:gd name="connsiteX7" fmla="*/ 15321 w 53317"/>
                    <a:gd name="connsiteY7" fmla="*/ 34319 h 71090"/>
                    <a:gd name="connsiteX8" fmla="*/ 15321 w 53317"/>
                    <a:gd name="connsiteY8" fmla="*/ 38609 h 71090"/>
                    <a:gd name="connsiteX9" fmla="*/ 45351 w 53317"/>
                    <a:gd name="connsiteY9" fmla="*/ 38609 h 71090"/>
                    <a:gd name="connsiteX10" fmla="*/ 44125 w 53317"/>
                    <a:gd name="connsiteY10" fmla="*/ 44738 h 71090"/>
                    <a:gd name="connsiteX11" fmla="*/ 16547 w 53317"/>
                    <a:gd name="connsiteY11" fmla="*/ 44738 h 71090"/>
                    <a:gd name="connsiteX12" fmla="*/ 25739 w 53317"/>
                    <a:gd name="connsiteY12" fmla="*/ 60059 h 71090"/>
                    <a:gd name="connsiteX13" fmla="*/ 37384 w 53317"/>
                    <a:gd name="connsiteY13" fmla="*/ 63123 h 71090"/>
                    <a:gd name="connsiteX14" fmla="*/ 50866 w 53317"/>
                    <a:gd name="connsiteY14" fmla="*/ 58833 h 71090"/>
                    <a:gd name="connsiteX15" fmla="*/ 50866 w 53317"/>
                    <a:gd name="connsiteY15" fmla="*/ 68639 h 71090"/>
                    <a:gd name="connsiteX16" fmla="*/ 37996 w 53317"/>
                    <a:gd name="connsiteY16" fmla="*/ 71090 h 71090"/>
                    <a:gd name="connsiteX17" fmla="*/ 9806 w 53317"/>
                    <a:gd name="connsiteY17" fmla="*/ 53318 h 71090"/>
                    <a:gd name="connsiteX18" fmla="*/ 7354 w 53317"/>
                    <a:gd name="connsiteY18" fmla="*/ 44738 h 71090"/>
                    <a:gd name="connsiteX19" fmla="*/ 0 w 53317"/>
                    <a:gd name="connsiteY19" fmla="*/ 44738 h 71090"/>
                    <a:gd name="connsiteX20" fmla="*/ 1226 w 53317"/>
                    <a:gd name="connsiteY20" fmla="*/ 38609 h 71090"/>
                    <a:gd name="connsiteX21" fmla="*/ 6128 w 53317"/>
                    <a:gd name="connsiteY21" fmla="*/ 38609 h 71090"/>
                    <a:gd name="connsiteX22" fmla="*/ 6128 w 53317"/>
                    <a:gd name="connsiteY22" fmla="*/ 34319 h 71090"/>
                    <a:gd name="connsiteX23" fmla="*/ 6128 w 53317"/>
                    <a:gd name="connsiteY23" fmla="*/ 32481 h 71090"/>
                    <a:gd name="connsiteX24" fmla="*/ 0 w 53317"/>
                    <a:gd name="connsiteY24" fmla="*/ 32481 h 71090"/>
                    <a:gd name="connsiteX25" fmla="*/ 1226 w 53317"/>
                    <a:gd name="connsiteY25" fmla="*/ 26352 h 71090"/>
                    <a:gd name="connsiteX26" fmla="*/ 6741 w 53317"/>
                    <a:gd name="connsiteY26" fmla="*/ 26352 h 71090"/>
                    <a:gd name="connsiteX27" fmla="*/ 22062 w 53317"/>
                    <a:gd name="connsiteY27" fmla="*/ 4290 h 71090"/>
                    <a:gd name="connsiteX28" fmla="*/ 38609 w 53317"/>
                    <a:gd name="connsiteY28" fmla="*/ 0 h 71090"/>
                    <a:gd name="connsiteX29" fmla="*/ 53318 w 53317"/>
                    <a:gd name="connsiteY29" fmla="*/ 3677 h 71090"/>
                    <a:gd name="connsiteX30" fmla="*/ 50253 w 53317"/>
                    <a:gd name="connsiteY30" fmla="*/ 12870 h 71090"/>
                    <a:gd name="connsiteX31" fmla="*/ 37384 w 53317"/>
                    <a:gd name="connsiteY31" fmla="*/ 8580 h 71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53317" h="71090">
                      <a:moveTo>
                        <a:pt x="37384" y="8580"/>
                      </a:moveTo>
                      <a:cubicBezTo>
                        <a:pt x="31868" y="8580"/>
                        <a:pt x="27578" y="9806"/>
                        <a:pt x="24514" y="12257"/>
                      </a:cubicBezTo>
                      <a:cubicBezTo>
                        <a:pt x="22675" y="13483"/>
                        <a:pt x="20224" y="15934"/>
                        <a:pt x="18998" y="18385"/>
                      </a:cubicBezTo>
                      <a:cubicBezTo>
                        <a:pt x="17160" y="21450"/>
                        <a:pt x="15934" y="23901"/>
                        <a:pt x="15934" y="26352"/>
                      </a:cubicBezTo>
                      <a:lnTo>
                        <a:pt x="47802" y="26352"/>
                      </a:lnTo>
                      <a:lnTo>
                        <a:pt x="46576" y="32481"/>
                      </a:lnTo>
                      <a:lnTo>
                        <a:pt x="15321" y="32481"/>
                      </a:lnTo>
                      <a:cubicBezTo>
                        <a:pt x="15321" y="33094"/>
                        <a:pt x="15321" y="33706"/>
                        <a:pt x="15321" y="34319"/>
                      </a:cubicBezTo>
                      <a:cubicBezTo>
                        <a:pt x="15321" y="36771"/>
                        <a:pt x="15321" y="37996"/>
                        <a:pt x="15321" y="38609"/>
                      </a:cubicBezTo>
                      <a:lnTo>
                        <a:pt x="45351" y="38609"/>
                      </a:lnTo>
                      <a:lnTo>
                        <a:pt x="44125" y="44738"/>
                      </a:lnTo>
                      <a:lnTo>
                        <a:pt x="16547" y="44738"/>
                      </a:lnTo>
                      <a:cubicBezTo>
                        <a:pt x="17773" y="52092"/>
                        <a:pt x="20837" y="56995"/>
                        <a:pt x="25739" y="60059"/>
                      </a:cubicBezTo>
                      <a:cubicBezTo>
                        <a:pt x="29417" y="61897"/>
                        <a:pt x="33094" y="63123"/>
                        <a:pt x="37384" y="63123"/>
                      </a:cubicBezTo>
                      <a:cubicBezTo>
                        <a:pt x="42899" y="63123"/>
                        <a:pt x="47802" y="61897"/>
                        <a:pt x="50866" y="58833"/>
                      </a:cubicBezTo>
                      <a:lnTo>
                        <a:pt x="50866" y="68639"/>
                      </a:lnTo>
                      <a:cubicBezTo>
                        <a:pt x="47189" y="70477"/>
                        <a:pt x="42899" y="71090"/>
                        <a:pt x="37996" y="71090"/>
                      </a:cubicBezTo>
                      <a:cubicBezTo>
                        <a:pt x="23901" y="71090"/>
                        <a:pt x="14708" y="64962"/>
                        <a:pt x="9806" y="53318"/>
                      </a:cubicBezTo>
                      <a:cubicBezTo>
                        <a:pt x="8580" y="50866"/>
                        <a:pt x="7967" y="47802"/>
                        <a:pt x="7354" y="44738"/>
                      </a:cubicBezTo>
                      <a:lnTo>
                        <a:pt x="0" y="44738"/>
                      </a:lnTo>
                      <a:lnTo>
                        <a:pt x="1226" y="38609"/>
                      </a:lnTo>
                      <a:lnTo>
                        <a:pt x="6128" y="38609"/>
                      </a:lnTo>
                      <a:cubicBezTo>
                        <a:pt x="6128" y="37384"/>
                        <a:pt x="6128" y="36158"/>
                        <a:pt x="6128" y="34319"/>
                      </a:cubicBezTo>
                      <a:cubicBezTo>
                        <a:pt x="6128" y="33706"/>
                        <a:pt x="6128" y="33094"/>
                        <a:pt x="6128" y="32481"/>
                      </a:cubicBezTo>
                      <a:lnTo>
                        <a:pt x="0" y="32481"/>
                      </a:lnTo>
                      <a:lnTo>
                        <a:pt x="1226" y="26352"/>
                      </a:lnTo>
                      <a:lnTo>
                        <a:pt x="6741" y="26352"/>
                      </a:lnTo>
                      <a:cubicBezTo>
                        <a:pt x="8580" y="15934"/>
                        <a:pt x="13483" y="9193"/>
                        <a:pt x="22062" y="4290"/>
                      </a:cubicBezTo>
                      <a:cubicBezTo>
                        <a:pt x="26965" y="1839"/>
                        <a:pt x="32481" y="0"/>
                        <a:pt x="38609" y="0"/>
                      </a:cubicBezTo>
                      <a:cubicBezTo>
                        <a:pt x="44125" y="0"/>
                        <a:pt x="49028" y="1226"/>
                        <a:pt x="53318" y="3677"/>
                      </a:cubicBezTo>
                      <a:lnTo>
                        <a:pt x="50253" y="12870"/>
                      </a:lnTo>
                      <a:cubicBezTo>
                        <a:pt x="46576" y="9806"/>
                        <a:pt x="42286" y="8580"/>
                        <a:pt x="37384" y="8580"/>
                      </a:cubicBez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5" name="Freeform: Shape 194">
                  <a:extLst>
                    <a:ext uri="{FF2B5EF4-FFF2-40B4-BE49-F238E27FC236}">
                      <a16:creationId xmlns:a16="http://schemas.microsoft.com/office/drawing/2014/main" id="{89383384-688C-849B-B65A-F8E63E396EAB}"/>
                    </a:ext>
                  </a:extLst>
                </p:cNvPr>
                <p:cNvSpPr/>
                <p:nvPr/>
              </p:nvSpPr>
              <p:spPr>
                <a:xfrm>
                  <a:off x="9458414" y="1085564"/>
                  <a:ext cx="51478" cy="87023"/>
                </a:xfrm>
                <a:custGeom>
                  <a:avLst/>
                  <a:gdLst>
                    <a:gd name="connsiteX0" fmla="*/ 16547 w 51478"/>
                    <a:gd name="connsiteY0" fmla="*/ 0 h 87023"/>
                    <a:gd name="connsiteX1" fmla="*/ 16547 w 51478"/>
                    <a:gd name="connsiteY1" fmla="*/ 9193 h 87023"/>
                    <a:gd name="connsiteX2" fmla="*/ 25739 w 51478"/>
                    <a:gd name="connsiteY2" fmla="*/ 9193 h 87023"/>
                    <a:gd name="connsiteX3" fmla="*/ 25739 w 51478"/>
                    <a:gd name="connsiteY3" fmla="*/ 0 h 87023"/>
                    <a:gd name="connsiteX4" fmla="*/ 33094 w 51478"/>
                    <a:gd name="connsiteY4" fmla="*/ 0 h 87023"/>
                    <a:gd name="connsiteX5" fmla="*/ 33094 w 51478"/>
                    <a:gd name="connsiteY5" fmla="*/ 9806 h 87023"/>
                    <a:gd name="connsiteX6" fmla="*/ 38609 w 51478"/>
                    <a:gd name="connsiteY6" fmla="*/ 11644 h 87023"/>
                    <a:gd name="connsiteX7" fmla="*/ 45963 w 51478"/>
                    <a:gd name="connsiteY7" fmla="*/ 17773 h 87023"/>
                    <a:gd name="connsiteX8" fmla="*/ 48415 w 51478"/>
                    <a:gd name="connsiteY8" fmla="*/ 26965 h 87023"/>
                    <a:gd name="connsiteX9" fmla="*/ 45963 w 51478"/>
                    <a:gd name="connsiteY9" fmla="*/ 34932 h 87023"/>
                    <a:gd name="connsiteX10" fmla="*/ 38609 w 51478"/>
                    <a:gd name="connsiteY10" fmla="*/ 41061 h 87023"/>
                    <a:gd name="connsiteX11" fmla="*/ 48415 w 51478"/>
                    <a:gd name="connsiteY11" fmla="*/ 47189 h 87023"/>
                    <a:gd name="connsiteX12" fmla="*/ 51479 w 51478"/>
                    <a:gd name="connsiteY12" fmla="*/ 57607 h 87023"/>
                    <a:gd name="connsiteX13" fmla="*/ 49640 w 51478"/>
                    <a:gd name="connsiteY13" fmla="*/ 66800 h 87023"/>
                    <a:gd name="connsiteX14" fmla="*/ 44738 w 51478"/>
                    <a:gd name="connsiteY14" fmla="*/ 72929 h 87023"/>
                    <a:gd name="connsiteX15" fmla="*/ 37384 w 51478"/>
                    <a:gd name="connsiteY15" fmla="*/ 76606 h 87023"/>
                    <a:gd name="connsiteX16" fmla="*/ 33094 w 51478"/>
                    <a:gd name="connsiteY16" fmla="*/ 77218 h 87023"/>
                    <a:gd name="connsiteX17" fmla="*/ 33094 w 51478"/>
                    <a:gd name="connsiteY17" fmla="*/ 87024 h 87023"/>
                    <a:gd name="connsiteX18" fmla="*/ 25739 w 51478"/>
                    <a:gd name="connsiteY18" fmla="*/ 87024 h 87023"/>
                    <a:gd name="connsiteX19" fmla="*/ 25739 w 51478"/>
                    <a:gd name="connsiteY19" fmla="*/ 77831 h 87023"/>
                    <a:gd name="connsiteX20" fmla="*/ 16547 w 51478"/>
                    <a:gd name="connsiteY20" fmla="*/ 77831 h 87023"/>
                    <a:gd name="connsiteX21" fmla="*/ 16547 w 51478"/>
                    <a:gd name="connsiteY21" fmla="*/ 87024 h 87023"/>
                    <a:gd name="connsiteX22" fmla="*/ 9193 w 51478"/>
                    <a:gd name="connsiteY22" fmla="*/ 87024 h 87023"/>
                    <a:gd name="connsiteX23" fmla="*/ 9193 w 51478"/>
                    <a:gd name="connsiteY23" fmla="*/ 77831 h 87023"/>
                    <a:gd name="connsiteX24" fmla="*/ 0 w 51478"/>
                    <a:gd name="connsiteY24" fmla="*/ 77831 h 87023"/>
                    <a:gd name="connsiteX25" fmla="*/ 0 w 51478"/>
                    <a:gd name="connsiteY25" fmla="*/ 9806 h 87023"/>
                    <a:gd name="connsiteX26" fmla="*/ 9193 w 51478"/>
                    <a:gd name="connsiteY26" fmla="*/ 9806 h 87023"/>
                    <a:gd name="connsiteX27" fmla="*/ 9193 w 51478"/>
                    <a:gd name="connsiteY27" fmla="*/ 0 h 87023"/>
                    <a:gd name="connsiteX28" fmla="*/ 16547 w 51478"/>
                    <a:gd name="connsiteY28" fmla="*/ 0 h 87023"/>
                    <a:gd name="connsiteX29" fmla="*/ 9193 w 51478"/>
                    <a:gd name="connsiteY29" fmla="*/ 38609 h 87023"/>
                    <a:gd name="connsiteX30" fmla="*/ 23901 w 51478"/>
                    <a:gd name="connsiteY30" fmla="*/ 38609 h 87023"/>
                    <a:gd name="connsiteX31" fmla="*/ 32481 w 51478"/>
                    <a:gd name="connsiteY31" fmla="*/ 37996 h 87023"/>
                    <a:gd name="connsiteX32" fmla="*/ 37384 w 51478"/>
                    <a:gd name="connsiteY32" fmla="*/ 34319 h 87023"/>
                    <a:gd name="connsiteX33" fmla="*/ 39222 w 51478"/>
                    <a:gd name="connsiteY33" fmla="*/ 28191 h 87023"/>
                    <a:gd name="connsiteX34" fmla="*/ 37384 w 51478"/>
                    <a:gd name="connsiteY34" fmla="*/ 22062 h 87023"/>
                    <a:gd name="connsiteX35" fmla="*/ 32481 w 51478"/>
                    <a:gd name="connsiteY35" fmla="*/ 18385 h 87023"/>
                    <a:gd name="connsiteX36" fmla="*/ 22062 w 51478"/>
                    <a:gd name="connsiteY36" fmla="*/ 17160 h 87023"/>
                    <a:gd name="connsiteX37" fmla="*/ 9193 w 51478"/>
                    <a:gd name="connsiteY37" fmla="*/ 17160 h 87023"/>
                    <a:gd name="connsiteX38" fmla="*/ 9193 w 51478"/>
                    <a:gd name="connsiteY38" fmla="*/ 38609 h 87023"/>
                    <a:gd name="connsiteX39" fmla="*/ 9193 w 51478"/>
                    <a:gd name="connsiteY39" fmla="*/ 69864 h 87023"/>
                    <a:gd name="connsiteX40" fmla="*/ 26352 w 51478"/>
                    <a:gd name="connsiteY40" fmla="*/ 69864 h 87023"/>
                    <a:gd name="connsiteX41" fmla="*/ 32481 w 51478"/>
                    <a:gd name="connsiteY41" fmla="*/ 69251 h 87023"/>
                    <a:gd name="connsiteX42" fmla="*/ 37996 w 51478"/>
                    <a:gd name="connsiteY42" fmla="*/ 67413 h 87023"/>
                    <a:gd name="connsiteX43" fmla="*/ 41673 w 51478"/>
                    <a:gd name="connsiteY43" fmla="*/ 63736 h 87023"/>
                    <a:gd name="connsiteX44" fmla="*/ 42899 w 51478"/>
                    <a:gd name="connsiteY44" fmla="*/ 58220 h 87023"/>
                    <a:gd name="connsiteX45" fmla="*/ 41061 w 51478"/>
                    <a:gd name="connsiteY45" fmla="*/ 51479 h 87023"/>
                    <a:gd name="connsiteX46" fmla="*/ 35545 w 51478"/>
                    <a:gd name="connsiteY46" fmla="*/ 47802 h 87023"/>
                    <a:gd name="connsiteX47" fmla="*/ 25739 w 51478"/>
                    <a:gd name="connsiteY47" fmla="*/ 46576 h 87023"/>
                    <a:gd name="connsiteX48" fmla="*/ 9193 w 51478"/>
                    <a:gd name="connsiteY48" fmla="*/ 46576 h 87023"/>
                    <a:gd name="connsiteX49" fmla="*/ 9193 w 51478"/>
                    <a:gd name="connsiteY49" fmla="*/ 69864 h 87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51478" h="87023">
                      <a:moveTo>
                        <a:pt x="16547" y="0"/>
                      </a:moveTo>
                      <a:lnTo>
                        <a:pt x="16547" y="9193"/>
                      </a:lnTo>
                      <a:lnTo>
                        <a:pt x="25739" y="9193"/>
                      </a:lnTo>
                      <a:lnTo>
                        <a:pt x="25739" y="0"/>
                      </a:lnTo>
                      <a:lnTo>
                        <a:pt x="33094" y="0"/>
                      </a:lnTo>
                      <a:lnTo>
                        <a:pt x="33094" y="9806"/>
                      </a:lnTo>
                      <a:cubicBezTo>
                        <a:pt x="34932" y="10418"/>
                        <a:pt x="36771" y="10418"/>
                        <a:pt x="38609" y="11644"/>
                      </a:cubicBezTo>
                      <a:cubicBezTo>
                        <a:pt x="41673" y="12870"/>
                        <a:pt x="44125" y="15321"/>
                        <a:pt x="45963" y="17773"/>
                      </a:cubicBezTo>
                      <a:cubicBezTo>
                        <a:pt x="47802" y="20837"/>
                        <a:pt x="48415" y="23901"/>
                        <a:pt x="48415" y="26965"/>
                      </a:cubicBezTo>
                      <a:cubicBezTo>
                        <a:pt x="48415" y="30029"/>
                        <a:pt x="47802" y="32481"/>
                        <a:pt x="45963" y="34932"/>
                      </a:cubicBezTo>
                      <a:cubicBezTo>
                        <a:pt x="44125" y="37384"/>
                        <a:pt x="42286" y="39835"/>
                        <a:pt x="38609" y="41061"/>
                      </a:cubicBezTo>
                      <a:cubicBezTo>
                        <a:pt x="42899" y="42286"/>
                        <a:pt x="45963" y="44125"/>
                        <a:pt x="48415" y="47189"/>
                      </a:cubicBezTo>
                      <a:cubicBezTo>
                        <a:pt x="50866" y="50253"/>
                        <a:pt x="51479" y="53318"/>
                        <a:pt x="51479" y="57607"/>
                      </a:cubicBezTo>
                      <a:cubicBezTo>
                        <a:pt x="51479" y="60672"/>
                        <a:pt x="50866" y="63736"/>
                        <a:pt x="49640" y="66800"/>
                      </a:cubicBezTo>
                      <a:cubicBezTo>
                        <a:pt x="48415" y="69251"/>
                        <a:pt x="46576" y="71703"/>
                        <a:pt x="44738" y="72929"/>
                      </a:cubicBezTo>
                      <a:cubicBezTo>
                        <a:pt x="42899" y="74154"/>
                        <a:pt x="40448" y="75380"/>
                        <a:pt x="37384" y="76606"/>
                      </a:cubicBezTo>
                      <a:cubicBezTo>
                        <a:pt x="36158" y="77218"/>
                        <a:pt x="34932" y="77218"/>
                        <a:pt x="33094" y="77218"/>
                      </a:cubicBezTo>
                      <a:lnTo>
                        <a:pt x="33094" y="87024"/>
                      </a:lnTo>
                      <a:lnTo>
                        <a:pt x="25739" y="87024"/>
                      </a:lnTo>
                      <a:lnTo>
                        <a:pt x="25739" y="77831"/>
                      </a:lnTo>
                      <a:lnTo>
                        <a:pt x="16547" y="77831"/>
                      </a:lnTo>
                      <a:lnTo>
                        <a:pt x="16547" y="87024"/>
                      </a:lnTo>
                      <a:lnTo>
                        <a:pt x="9193" y="87024"/>
                      </a:lnTo>
                      <a:lnTo>
                        <a:pt x="9193" y="77831"/>
                      </a:lnTo>
                      <a:lnTo>
                        <a:pt x="0" y="77831"/>
                      </a:lnTo>
                      <a:lnTo>
                        <a:pt x="0" y="9806"/>
                      </a:lnTo>
                      <a:lnTo>
                        <a:pt x="9193" y="9806"/>
                      </a:lnTo>
                      <a:lnTo>
                        <a:pt x="9193" y="0"/>
                      </a:lnTo>
                      <a:lnTo>
                        <a:pt x="16547" y="0"/>
                      </a:lnTo>
                      <a:close/>
                      <a:moveTo>
                        <a:pt x="9193" y="38609"/>
                      </a:moveTo>
                      <a:lnTo>
                        <a:pt x="23901" y="38609"/>
                      </a:lnTo>
                      <a:cubicBezTo>
                        <a:pt x="28191" y="38609"/>
                        <a:pt x="30642" y="38609"/>
                        <a:pt x="32481" y="37996"/>
                      </a:cubicBezTo>
                      <a:cubicBezTo>
                        <a:pt x="34932" y="37384"/>
                        <a:pt x="36771" y="36158"/>
                        <a:pt x="37384" y="34319"/>
                      </a:cubicBezTo>
                      <a:cubicBezTo>
                        <a:pt x="38609" y="32481"/>
                        <a:pt x="39222" y="30642"/>
                        <a:pt x="39222" y="28191"/>
                      </a:cubicBezTo>
                      <a:cubicBezTo>
                        <a:pt x="39222" y="25739"/>
                        <a:pt x="38609" y="23901"/>
                        <a:pt x="37384" y="22062"/>
                      </a:cubicBezTo>
                      <a:cubicBezTo>
                        <a:pt x="36158" y="20224"/>
                        <a:pt x="34932" y="18998"/>
                        <a:pt x="32481" y="18385"/>
                      </a:cubicBezTo>
                      <a:cubicBezTo>
                        <a:pt x="30642" y="17773"/>
                        <a:pt x="26965" y="17160"/>
                        <a:pt x="22062" y="17160"/>
                      </a:cubicBezTo>
                      <a:lnTo>
                        <a:pt x="9193" y="17160"/>
                      </a:lnTo>
                      <a:lnTo>
                        <a:pt x="9193" y="38609"/>
                      </a:lnTo>
                      <a:close/>
                      <a:moveTo>
                        <a:pt x="9193" y="69864"/>
                      </a:moveTo>
                      <a:lnTo>
                        <a:pt x="26352" y="69864"/>
                      </a:lnTo>
                      <a:cubicBezTo>
                        <a:pt x="29417" y="69864"/>
                        <a:pt x="31255" y="69864"/>
                        <a:pt x="32481" y="69251"/>
                      </a:cubicBezTo>
                      <a:cubicBezTo>
                        <a:pt x="34319" y="68639"/>
                        <a:pt x="36158" y="68026"/>
                        <a:pt x="37996" y="67413"/>
                      </a:cubicBezTo>
                      <a:cubicBezTo>
                        <a:pt x="39222" y="66800"/>
                        <a:pt x="40448" y="65574"/>
                        <a:pt x="41673" y="63736"/>
                      </a:cubicBezTo>
                      <a:cubicBezTo>
                        <a:pt x="42286" y="61897"/>
                        <a:pt x="42899" y="60059"/>
                        <a:pt x="42899" y="58220"/>
                      </a:cubicBezTo>
                      <a:cubicBezTo>
                        <a:pt x="42899" y="55769"/>
                        <a:pt x="42286" y="53318"/>
                        <a:pt x="41061" y="51479"/>
                      </a:cubicBezTo>
                      <a:cubicBezTo>
                        <a:pt x="39835" y="49640"/>
                        <a:pt x="37996" y="48415"/>
                        <a:pt x="35545" y="47802"/>
                      </a:cubicBezTo>
                      <a:cubicBezTo>
                        <a:pt x="33094" y="47189"/>
                        <a:pt x="30029" y="46576"/>
                        <a:pt x="25739" y="46576"/>
                      </a:cubicBezTo>
                      <a:lnTo>
                        <a:pt x="9193" y="46576"/>
                      </a:lnTo>
                      <a:lnTo>
                        <a:pt x="9193" y="69864"/>
                      </a:ln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6" name="Freeform: Shape 195">
                  <a:extLst>
                    <a:ext uri="{FF2B5EF4-FFF2-40B4-BE49-F238E27FC236}">
                      <a16:creationId xmlns:a16="http://schemas.microsoft.com/office/drawing/2014/main" id="{689FACC4-A664-FC4F-A1F4-3772F901E3E9}"/>
                    </a:ext>
                  </a:extLst>
                </p:cNvPr>
                <p:cNvSpPr/>
                <p:nvPr/>
              </p:nvSpPr>
              <p:spPr>
                <a:xfrm>
                  <a:off x="9161184" y="1297608"/>
                  <a:ext cx="49027" cy="71089"/>
                </a:xfrm>
                <a:custGeom>
                  <a:avLst/>
                  <a:gdLst>
                    <a:gd name="connsiteX0" fmla="*/ 17160 w 49027"/>
                    <a:gd name="connsiteY0" fmla="*/ 31868 h 71089"/>
                    <a:gd name="connsiteX1" fmla="*/ 31868 w 49027"/>
                    <a:gd name="connsiteY1" fmla="*/ 31868 h 71089"/>
                    <a:gd name="connsiteX2" fmla="*/ 31868 w 49027"/>
                    <a:gd name="connsiteY2" fmla="*/ 38609 h 71089"/>
                    <a:gd name="connsiteX3" fmla="*/ 18385 w 49027"/>
                    <a:gd name="connsiteY3" fmla="*/ 38609 h 71089"/>
                    <a:gd name="connsiteX4" fmla="*/ 18998 w 49027"/>
                    <a:gd name="connsiteY4" fmla="*/ 42899 h 71089"/>
                    <a:gd name="connsiteX5" fmla="*/ 17160 w 49027"/>
                    <a:gd name="connsiteY5" fmla="*/ 51479 h 71089"/>
                    <a:gd name="connsiteX6" fmla="*/ 11031 w 49027"/>
                    <a:gd name="connsiteY6" fmla="*/ 60672 h 71089"/>
                    <a:gd name="connsiteX7" fmla="*/ 17773 w 49027"/>
                    <a:gd name="connsiteY7" fmla="*/ 59446 h 71089"/>
                    <a:gd name="connsiteX8" fmla="*/ 26352 w 49027"/>
                    <a:gd name="connsiteY8" fmla="*/ 60672 h 71089"/>
                    <a:gd name="connsiteX9" fmla="*/ 37384 w 49027"/>
                    <a:gd name="connsiteY9" fmla="*/ 62510 h 71089"/>
                    <a:gd name="connsiteX10" fmla="*/ 46576 w 49027"/>
                    <a:gd name="connsiteY10" fmla="*/ 60059 h 71089"/>
                    <a:gd name="connsiteX11" fmla="*/ 49028 w 49027"/>
                    <a:gd name="connsiteY11" fmla="*/ 68026 h 71089"/>
                    <a:gd name="connsiteX12" fmla="*/ 42286 w 49027"/>
                    <a:gd name="connsiteY12" fmla="*/ 70477 h 71089"/>
                    <a:gd name="connsiteX13" fmla="*/ 37384 w 49027"/>
                    <a:gd name="connsiteY13" fmla="*/ 71090 h 71089"/>
                    <a:gd name="connsiteX14" fmla="*/ 33706 w 49027"/>
                    <a:gd name="connsiteY14" fmla="*/ 70477 h 71089"/>
                    <a:gd name="connsiteX15" fmla="*/ 27578 w 49027"/>
                    <a:gd name="connsiteY15" fmla="*/ 68639 h 71089"/>
                    <a:gd name="connsiteX16" fmla="*/ 21450 w 49027"/>
                    <a:gd name="connsiteY16" fmla="*/ 66800 h 71089"/>
                    <a:gd name="connsiteX17" fmla="*/ 17160 w 49027"/>
                    <a:gd name="connsiteY17" fmla="*/ 66187 h 71089"/>
                    <a:gd name="connsiteX18" fmla="*/ 9806 w 49027"/>
                    <a:gd name="connsiteY18" fmla="*/ 67413 h 71089"/>
                    <a:gd name="connsiteX19" fmla="*/ 3064 w 49027"/>
                    <a:gd name="connsiteY19" fmla="*/ 70477 h 71089"/>
                    <a:gd name="connsiteX20" fmla="*/ 0 w 49027"/>
                    <a:gd name="connsiteY20" fmla="*/ 62510 h 71089"/>
                    <a:gd name="connsiteX21" fmla="*/ 7354 w 49027"/>
                    <a:gd name="connsiteY21" fmla="*/ 55156 h 71089"/>
                    <a:gd name="connsiteX22" fmla="*/ 10418 w 49027"/>
                    <a:gd name="connsiteY22" fmla="*/ 44125 h 71089"/>
                    <a:gd name="connsiteX23" fmla="*/ 9806 w 49027"/>
                    <a:gd name="connsiteY23" fmla="*/ 38609 h 71089"/>
                    <a:gd name="connsiteX24" fmla="*/ 613 w 49027"/>
                    <a:gd name="connsiteY24" fmla="*/ 38609 h 71089"/>
                    <a:gd name="connsiteX25" fmla="*/ 613 w 49027"/>
                    <a:gd name="connsiteY25" fmla="*/ 31868 h 71089"/>
                    <a:gd name="connsiteX26" fmla="*/ 7967 w 49027"/>
                    <a:gd name="connsiteY26" fmla="*/ 31868 h 71089"/>
                    <a:gd name="connsiteX27" fmla="*/ 6128 w 49027"/>
                    <a:gd name="connsiteY27" fmla="*/ 24514 h 71089"/>
                    <a:gd name="connsiteX28" fmla="*/ 5516 w 49027"/>
                    <a:gd name="connsiteY28" fmla="*/ 19611 h 71089"/>
                    <a:gd name="connsiteX29" fmla="*/ 12870 w 49027"/>
                    <a:gd name="connsiteY29" fmla="*/ 4290 h 71089"/>
                    <a:gd name="connsiteX30" fmla="*/ 26965 w 49027"/>
                    <a:gd name="connsiteY30" fmla="*/ 0 h 71089"/>
                    <a:gd name="connsiteX31" fmla="*/ 41061 w 49027"/>
                    <a:gd name="connsiteY31" fmla="*/ 4903 h 71089"/>
                    <a:gd name="connsiteX32" fmla="*/ 47802 w 49027"/>
                    <a:gd name="connsiteY32" fmla="*/ 17773 h 71089"/>
                    <a:gd name="connsiteX33" fmla="*/ 39222 w 49027"/>
                    <a:gd name="connsiteY33" fmla="*/ 18998 h 71089"/>
                    <a:gd name="connsiteX34" fmla="*/ 34932 w 49027"/>
                    <a:gd name="connsiteY34" fmla="*/ 10418 h 71089"/>
                    <a:gd name="connsiteX35" fmla="*/ 26352 w 49027"/>
                    <a:gd name="connsiteY35" fmla="*/ 7354 h 71089"/>
                    <a:gd name="connsiteX36" fmla="*/ 17773 w 49027"/>
                    <a:gd name="connsiteY36" fmla="*/ 10418 h 71089"/>
                    <a:gd name="connsiteX37" fmla="*/ 14095 w 49027"/>
                    <a:gd name="connsiteY37" fmla="*/ 18385 h 71089"/>
                    <a:gd name="connsiteX38" fmla="*/ 17160 w 49027"/>
                    <a:gd name="connsiteY38" fmla="*/ 31868 h 710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9027" h="71089">
                      <a:moveTo>
                        <a:pt x="17160" y="31868"/>
                      </a:moveTo>
                      <a:lnTo>
                        <a:pt x="31868" y="31868"/>
                      </a:lnTo>
                      <a:lnTo>
                        <a:pt x="31868" y="38609"/>
                      </a:lnTo>
                      <a:lnTo>
                        <a:pt x="18385" y="38609"/>
                      </a:lnTo>
                      <a:cubicBezTo>
                        <a:pt x="18998" y="39835"/>
                        <a:pt x="18998" y="41061"/>
                        <a:pt x="18998" y="42899"/>
                      </a:cubicBezTo>
                      <a:cubicBezTo>
                        <a:pt x="18998" y="45351"/>
                        <a:pt x="18385" y="48415"/>
                        <a:pt x="17160" y="51479"/>
                      </a:cubicBezTo>
                      <a:cubicBezTo>
                        <a:pt x="15934" y="54543"/>
                        <a:pt x="13483" y="57607"/>
                        <a:pt x="11031" y="60672"/>
                      </a:cubicBezTo>
                      <a:cubicBezTo>
                        <a:pt x="13483" y="60059"/>
                        <a:pt x="15934" y="59446"/>
                        <a:pt x="17773" y="59446"/>
                      </a:cubicBezTo>
                      <a:cubicBezTo>
                        <a:pt x="20224" y="59446"/>
                        <a:pt x="23288" y="60059"/>
                        <a:pt x="26352" y="60672"/>
                      </a:cubicBezTo>
                      <a:cubicBezTo>
                        <a:pt x="31868" y="61897"/>
                        <a:pt x="35545" y="62510"/>
                        <a:pt x="37384" y="62510"/>
                      </a:cubicBezTo>
                      <a:cubicBezTo>
                        <a:pt x="39835" y="62510"/>
                        <a:pt x="42899" y="61897"/>
                        <a:pt x="46576" y="60059"/>
                      </a:cubicBezTo>
                      <a:lnTo>
                        <a:pt x="49028" y="68026"/>
                      </a:lnTo>
                      <a:cubicBezTo>
                        <a:pt x="45963" y="69251"/>
                        <a:pt x="44125" y="69864"/>
                        <a:pt x="42286" y="70477"/>
                      </a:cubicBezTo>
                      <a:cubicBezTo>
                        <a:pt x="40448" y="71090"/>
                        <a:pt x="39222" y="71090"/>
                        <a:pt x="37384" y="71090"/>
                      </a:cubicBezTo>
                      <a:cubicBezTo>
                        <a:pt x="36158" y="71090"/>
                        <a:pt x="34932" y="71090"/>
                        <a:pt x="33706" y="70477"/>
                      </a:cubicBezTo>
                      <a:cubicBezTo>
                        <a:pt x="33094" y="70477"/>
                        <a:pt x="30642" y="69864"/>
                        <a:pt x="27578" y="68639"/>
                      </a:cubicBezTo>
                      <a:cubicBezTo>
                        <a:pt x="24514" y="67413"/>
                        <a:pt x="22062" y="66800"/>
                        <a:pt x="21450" y="66800"/>
                      </a:cubicBezTo>
                      <a:cubicBezTo>
                        <a:pt x="20224" y="66800"/>
                        <a:pt x="18385" y="66187"/>
                        <a:pt x="17160" y="66187"/>
                      </a:cubicBezTo>
                      <a:cubicBezTo>
                        <a:pt x="14708" y="66187"/>
                        <a:pt x="12257" y="66800"/>
                        <a:pt x="9806" y="67413"/>
                      </a:cubicBezTo>
                      <a:cubicBezTo>
                        <a:pt x="7354" y="68026"/>
                        <a:pt x="4903" y="69251"/>
                        <a:pt x="3064" y="70477"/>
                      </a:cubicBezTo>
                      <a:lnTo>
                        <a:pt x="0" y="62510"/>
                      </a:lnTo>
                      <a:cubicBezTo>
                        <a:pt x="3064" y="60672"/>
                        <a:pt x="5516" y="58220"/>
                        <a:pt x="7354" y="55156"/>
                      </a:cubicBezTo>
                      <a:cubicBezTo>
                        <a:pt x="9193" y="52092"/>
                        <a:pt x="10418" y="48415"/>
                        <a:pt x="10418" y="44125"/>
                      </a:cubicBezTo>
                      <a:cubicBezTo>
                        <a:pt x="10418" y="42286"/>
                        <a:pt x="10418" y="40448"/>
                        <a:pt x="9806" y="38609"/>
                      </a:cubicBezTo>
                      <a:lnTo>
                        <a:pt x="613" y="38609"/>
                      </a:lnTo>
                      <a:lnTo>
                        <a:pt x="613" y="31868"/>
                      </a:lnTo>
                      <a:lnTo>
                        <a:pt x="7967" y="31868"/>
                      </a:lnTo>
                      <a:cubicBezTo>
                        <a:pt x="6741" y="28191"/>
                        <a:pt x="6128" y="25740"/>
                        <a:pt x="6128" y="24514"/>
                      </a:cubicBezTo>
                      <a:cubicBezTo>
                        <a:pt x="6128" y="22675"/>
                        <a:pt x="5516" y="21450"/>
                        <a:pt x="5516" y="19611"/>
                      </a:cubicBezTo>
                      <a:cubicBezTo>
                        <a:pt x="5516" y="12870"/>
                        <a:pt x="7967" y="7967"/>
                        <a:pt x="12870" y="4290"/>
                      </a:cubicBezTo>
                      <a:cubicBezTo>
                        <a:pt x="16547" y="1226"/>
                        <a:pt x="21450" y="0"/>
                        <a:pt x="26965" y="0"/>
                      </a:cubicBezTo>
                      <a:cubicBezTo>
                        <a:pt x="32481" y="0"/>
                        <a:pt x="37384" y="1839"/>
                        <a:pt x="41061" y="4903"/>
                      </a:cubicBezTo>
                      <a:cubicBezTo>
                        <a:pt x="44738" y="7967"/>
                        <a:pt x="47189" y="12257"/>
                        <a:pt x="47802" y="17773"/>
                      </a:cubicBezTo>
                      <a:lnTo>
                        <a:pt x="39222" y="18998"/>
                      </a:lnTo>
                      <a:cubicBezTo>
                        <a:pt x="38609" y="15321"/>
                        <a:pt x="37384" y="12257"/>
                        <a:pt x="34932" y="10418"/>
                      </a:cubicBezTo>
                      <a:cubicBezTo>
                        <a:pt x="32481" y="8580"/>
                        <a:pt x="30029" y="7354"/>
                        <a:pt x="26352" y="7354"/>
                      </a:cubicBezTo>
                      <a:cubicBezTo>
                        <a:pt x="22675" y="7354"/>
                        <a:pt x="20224" y="8580"/>
                        <a:pt x="17773" y="10418"/>
                      </a:cubicBezTo>
                      <a:cubicBezTo>
                        <a:pt x="15321" y="12870"/>
                        <a:pt x="14095" y="15321"/>
                        <a:pt x="14095" y="18385"/>
                      </a:cubicBezTo>
                      <a:cubicBezTo>
                        <a:pt x="14708" y="21450"/>
                        <a:pt x="15934" y="25740"/>
                        <a:pt x="17160" y="31868"/>
                      </a:cubicBez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7" name="Freeform: Shape 196">
                  <a:extLst>
                    <a:ext uri="{FF2B5EF4-FFF2-40B4-BE49-F238E27FC236}">
                      <a16:creationId xmlns:a16="http://schemas.microsoft.com/office/drawing/2014/main" id="{ABB2BB03-93C4-5FA5-69AE-75159167CFC7}"/>
                    </a:ext>
                  </a:extLst>
                </p:cNvPr>
                <p:cNvSpPr/>
                <p:nvPr/>
              </p:nvSpPr>
              <p:spPr>
                <a:xfrm>
                  <a:off x="8997555" y="1637124"/>
                  <a:ext cx="45350" cy="84572"/>
                </a:xfrm>
                <a:custGeom>
                  <a:avLst/>
                  <a:gdLst>
                    <a:gd name="connsiteX0" fmla="*/ 20224 w 45350"/>
                    <a:gd name="connsiteY0" fmla="*/ 83960 h 84572"/>
                    <a:gd name="connsiteX1" fmla="*/ 20224 w 45350"/>
                    <a:gd name="connsiteY1" fmla="*/ 75380 h 84572"/>
                    <a:gd name="connsiteX2" fmla="*/ 9806 w 45350"/>
                    <a:gd name="connsiteY2" fmla="*/ 72316 h 84572"/>
                    <a:gd name="connsiteX3" fmla="*/ 3064 w 45350"/>
                    <a:gd name="connsiteY3" fmla="*/ 65574 h 84572"/>
                    <a:gd name="connsiteX4" fmla="*/ 0 w 45350"/>
                    <a:gd name="connsiteY4" fmla="*/ 54543 h 84572"/>
                    <a:gd name="connsiteX5" fmla="*/ 8580 w 45350"/>
                    <a:gd name="connsiteY5" fmla="*/ 52705 h 84572"/>
                    <a:gd name="connsiteX6" fmla="*/ 12257 w 45350"/>
                    <a:gd name="connsiteY6" fmla="*/ 62510 h 84572"/>
                    <a:gd name="connsiteX7" fmla="*/ 20837 w 45350"/>
                    <a:gd name="connsiteY7" fmla="*/ 67413 h 84572"/>
                    <a:gd name="connsiteX8" fmla="*/ 20837 w 45350"/>
                    <a:gd name="connsiteY8" fmla="*/ 40448 h 84572"/>
                    <a:gd name="connsiteX9" fmla="*/ 10418 w 45350"/>
                    <a:gd name="connsiteY9" fmla="*/ 36158 h 84572"/>
                    <a:gd name="connsiteX10" fmla="*/ 4290 w 45350"/>
                    <a:gd name="connsiteY10" fmla="*/ 30029 h 84572"/>
                    <a:gd name="connsiteX11" fmla="*/ 1839 w 45350"/>
                    <a:gd name="connsiteY11" fmla="*/ 20837 h 84572"/>
                    <a:gd name="connsiteX12" fmla="*/ 7967 w 45350"/>
                    <a:gd name="connsiteY12" fmla="*/ 6128 h 84572"/>
                    <a:gd name="connsiteX13" fmla="*/ 20837 w 45350"/>
                    <a:gd name="connsiteY13" fmla="*/ 1839 h 84572"/>
                    <a:gd name="connsiteX14" fmla="*/ 20837 w 45350"/>
                    <a:gd name="connsiteY14" fmla="*/ 0 h 84572"/>
                    <a:gd name="connsiteX15" fmla="*/ 25739 w 45350"/>
                    <a:gd name="connsiteY15" fmla="*/ 0 h 84572"/>
                    <a:gd name="connsiteX16" fmla="*/ 25739 w 45350"/>
                    <a:gd name="connsiteY16" fmla="*/ 4290 h 84572"/>
                    <a:gd name="connsiteX17" fmla="*/ 37384 w 45350"/>
                    <a:gd name="connsiteY17" fmla="*/ 8580 h 84572"/>
                    <a:gd name="connsiteX18" fmla="*/ 44125 w 45350"/>
                    <a:gd name="connsiteY18" fmla="*/ 20837 h 84572"/>
                    <a:gd name="connsiteX19" fmla="*/ 35545 w 45350"/>
                    <a:gd name="connsiteY19" fmla="*/ 22062 h 84572"/>
                    <a:gd name="connsiteX20" fmla="*/ 32481 w 45350"/>
                    <a:gd name="connsiteY20" fmla="*/ 14708 h 84572"/>
                    <a:gd name="connsiteX21" fmla="*/ 25739 w 45350"/>
                    <a:gd name="connsiteY21" fmla="*/ 11031 h 84572"/>
                    <a:gd name="connsiteX22" fmla="*/ 25739 w 45350"/>
                    <a:gd name="connsiteY22" fmla="*/ 34932 h 84572"/>
                    <a:gd name="connsiteX23" fmla="*/ 34319 w 45350"/>
                    <a:gd name="connsiteY23" fmla="*/ 37384 h 84572"/>
                    <a:gd name="connsiteX24" fmla="*/ 40448 w 45350"/>
                    <a:gd name="connsiteY24" fmla="*/ 41673 h 84572"/>
                    <a:gd name="connsiteX25" fmla="*/ 44125 w 45350"/>
                    <a:gd name="connsiteY25" fmla="*/ 47802 h 84572"/>
                    <a:gd name="connsiteX26" fmla="*/ 45351 w 45350"/>
                    <a:gd name="connsiteY26" fmla="*/ 55156 h 84572"/>
                    <a:gd name="connsiteX27" fmla="*/ 39835 w 45350"/>
                    <a:gd name="connsiteY27" fmla="*/ 69864 h 84572"/>
                    <a:gd name="connsiteX28" fmla="*/ 25739 w 45350"/>
                    <a:gd name="connsiteY28" fmla="*/ 75993 h 84572"/>
                    <a:gd name="connsiteX29" fmla="*/ 25739 w 45350"/>
                    <a:gd name="connsiteY29" fmla="*/ 84573 h 84572"/>
                    <a:gd name="connsiteX30" fmla="*/ 20224 w 45350"/>
                    <a:gd name="connsiteY30" fmla="*/ 84573 h 84572"/>
                    <a:gd name="connsiteX31" fmla="*/ 20224 w 45350"/>
                    <a:gd name="connsiteY31" fmla="*/ 10418 h 84572"/>
                    <a:gd name="connsiteX32" fmla="*/ 12257 w 45350"/>
                    <a:gd name="connsiteY32" fmla="*/ 14095 h 84572"/>
                    <a:gd name="connsiteX33" fmla="*/ 9193 w 45350"/>
                    <a:gd name="connsiteY33" fmla="*/ 21450 h 84572"/>
                    <a:gd name="connsiteX34" fmla="*/ 11644 w 45350"/>
                    <a:gd name="connsiteY34" fmla="*/ 28804 h 84572"/>
                    <a:gd name="connsiteX35" fmla="*/ 19611 w 45350"/>
                    <a:gd name="connsiteY35" fmla="*/ 33706 h 84572"/>
                    <a:gd name="connsiteX36" fmla="*/ 19611 w 45350"/>
                    <a:gd name="connsiteY36" fmla="*/ 10418 h 84572"/>
                    <a:gd name="connsiteX37" fmla="*/ 25127 w 45350"/>
                    <a:gd name="connsiteY37" fmla="*/ 68639 h 84572"/>
                    <a:gd name="connsiteX38" fmla="*/ 33094 w 45350"/>
                    <a:gd name="connsiteY38" fmla="*/ 64349 h 84572"/>
                    <a:gd name="connsiteX39" fmla="*/ 36158 w 45350"/>
                    <a:gd name="connsiteY39" fmla="*/ 55156 h 84572"/>
                    <a:gd name="connsiteX40" fmla="*/ 33706 w 45350"/>
                    <a:gd name="connsiteY40" fmla="*/ 47802 h 84572"/>
                    <a:gd name="connsiteX41" fmla="*/ 24514 w 45350"/>
                    <a:gd name="connsiteY41" fmla="*/ 42899 h 84572"/>
                    <a:gd name="connsiteX42" fmla="*/ 24514 w 45350"/>
                    <a:gd name="connsiteY42" fmla="*/ 68639 h 84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45350" h="84572">
                      <a:moveTo>
                        <a:pt x="20224" y="83960"/>
                      </a:moveTo>
                      <a:lnTo>
                        <a:pt x="20224" y="75380"/>
                      </a:lnTo>
                      <a:cubicBezTo>
                        <a:pt x="15934" y="74767"/>
                        <a:pt x="12870" y="74154"/>
                        <a:pt x="9806" y="72316"/>
                      </a:cubicBezTo>
                      <a:cubicBezTo>
                        <a:pt x="7354" y="71090"/>
                        <a:pt x="4903" y="68639"/>
                        <a:pt x="3064" y="65574"/>
                      </a:cubicBezTo>
                      <a:cubicBezTo>
                        <a:pt x="1226" y="62510"/>
                        <a:pt x="0" y="58833"/>
                        <a:pt x="0" y="54543"/>
                      </a:cubicBezTo>
                      <a:lnTo>
                        <a:pt x="8580" y="52705"/>
                      </a:lnTo>
                      <a:cubicBezTo>
                        <a:pt x="9193" y="56995"/>
                        <a:pt x="10418" y="60672"/>
                        <a:pt x="12257" y="62510"/>
                      </a:cubicBezTo>
                      <a:cubicBezTo>
                        <a:pt x="14708" y="65574"/>
                        <a:pt x="17160" y="67413"/>
                        <a:pt x="20837" y="67413"/>
                      </a:cubicBezTo>
                      <a:lnTo>
                        <a:pt x="20837" y="40448"/>
                      </a:lnTo>
                      <a:cubicBezTo>
                        <a:pt x="17160" y="39835"/>
                        <a:pt x="14095" y="38609"/>
                        <a:pt x="10418" y="36158"/>
                      </a:cubicBezTo>
                      <a:cubicBezTo>
                        <a:pt x="7967" y="34932"/>
                        <a:pt x="5516" y="32481"/>
                        <a:pt x="4290" y="30029"/>
                      </a:cubicBezTo>
                      <a:cubicBezTo>
                        <a:pt x="3064" y="27578"/>
                        <a:pt x="1839" y="24514"/>
                        <a:pt x="1839" y="20837"/>
                      </a:cubicBezTo>
                      <a:cubicBezTo>
                        <a:pt x="1839" y="14708"/>
                        <a:pt x="3677" y="9806"/>
                        <a:pt x="7967" y="6128"/>
                      </a:cubicBezTo>
                      <a:cubicBezTo>
                        <a:pt x="11031" y="3677"/>
                        <a:pt x="14708" y="1839"/>
                        <a:pt x="20837" y="1839"/>
                      </a:cubicBezTo>
                      <a:lnTo>
                        <a:pt x="20837" y="0"/>
                      </a:lnTo>
                      <a:lnTo>
                        <a:pt x="25739" y="0"/>
                      </a:lnTo>
                      <a:lnTo>
                        <a:pt x="25739" y="4290"/>
                      </a:lnTo>
                      <a:cubicBezTo>
                        <a:pt x="30642" y="4903"/>
                        <a:pt x="34319" y="6128"/>
                        <a:pt x="37384" y="8580"/>
                      </a:cubicBezTo>
                      <a:cubicBezTo>
                        <a:pt x="41061" y="11644"/>
                        <a:pt x="43512" y="15934"/>
                        <a:pt x="44125" y="20837"/>
                      </a:cubicBezTo>
                      <a:lnTo>
                        <a:pt x="35545" y="22062"/>
                      </a:lnTo>
                      <a:cubicBezTo>
                        <a:pt x="34932" y="18998"/>
                        <a:pt x="34319" y="16547"/>
                        <a:pt x="32481" y="14708"/>
                      </a:cubicBezTo>
                      <a:cubicBezTo>
                        <a:pt x="30642" y="12870"/>
                        <a:pt x="28804" y="11644"/>
                        <a:pt x="25739" y="11031"/>
                      </a:cubicBezTo>
                      <a:lnTo>
                        <a:pt x="25739" y="34932"/>
                      </a:lnTo>
                      <a:cubicBezTo>
                        <a:pt x="30029" y="36158"/>
                        <a:pt x="32481" y="36771"/>
                        <a:pt x="34319" y="37384"/>
                      </a:cubicBezTo>
                      <a:cubicBezTo>
                        <a:pt x="36771" y="38609"/>
                        <a:pt x="39222" y="39835"/>
                        <a:pt x="40448" y="41673"/>
                      </a:cubicBezTo>
                      <a:cubicBezTo>
                        <a:pt x="42286" y="43512"/>
                        <a:pt x="43512" y="45350"/>
                        <a:pt x="44125" y="47802"/>
                      </a:cubicBezTo>
                      <a:cubicBezTo>
                        <a:pt x="44738" y="50253"/>
                        <a:pt x="45351" y="52705"/>
                        <a:pt x="45351" y="55156"/>
                      </a:cubicBezTo>
                      <a:cubicBezTo>
                        <a:pt x="45351" y="60672"/>
                        <a:pt x="43512" y="65574"/>
                        <a:pt x="39835" y="69864"/>
                      </a:cubicBezTo>
                      <a:cubicBezTo>
                        <a:pt x="36158" y="73541"/>
                        <a:pt x="31255" y="75993"/>
                        <a:pt x="25739" y="75993"/>
                      </a:cubicBezTo>
                      <a:lnTo>
                        <a:pt x="25739" y="84573"/>
                      </a:lnTo>
                      <a:lnTo>
                        <a:pt x="20224" y="84573"/>
                      </a:lnTo>
                      <a:close/>
                      <a:moveTo>
                        <a:pt x="20224" y="10418"/>
                      </a:moveTo>
                      <a:cubicBezTo>
                        <a:pt x="17160" y="11031"/>
                        <a:pt x="14095" y="12257"/>
                        <a:pt x="12257" y="14095"/>
                      </a:cubicBezTo>
                      <a:cubicBezTo>
                        <a:pt x="10418" y="15934"/>
                        <a:pt x="9193" y="18998"/>
                        <a:pt x="9193" y="21450"/>
                      </a:cubicBezTo>
                      <a:cubicBezTo>
                        <a:pt x="9193" y="24514"/>
                        <a:pt x="9806" y="26965"/>
                        <a:pt x="11644" y="28804"/>
                      </a:cubicBezTo>
                      <a:cubicBezTo>
                        <a:pt x="13483" y="30642"/>
                        <a:pt x="15934" y="32481"/>
                        <a:pt x="19611" y="33706"/>
                      </a:cubicBezTo>
                      <a:lnTo>
                        <a:pt x="19611" y="10418"/>
                      </a:lnTo>
                      <a:close/>
                      <a:moveTo>
                        <a:pt x="25127" y="68639"/>
                      </a:moveTo>
                      <a:cubicBezTo>
                        <a:pt x="28191" y="68026"/>
                        <a:pt x="31255" y="66800"/>
                        <a:pt x="33094" y="64349"/>
                      </a:cubicBezTo>
                      <a:cubicBezTo>
                        <a:pt x="34932" y="61897"/>
                        <a:pt x="36158" y="58833"/>
                        <a:pt x="36158" y="55156"/>
                      </a:cubicBezTo>
                      <a:cubicBezTo>
                        <a:pt x="36158" y="52092"/>
                        <a:pt x="35545" y="49640"/>
                        <a:pt x="33706" y="47802"/>
                      </a:cubicBezTo>
                      <a:cubicBezTo>
                        <a:pt x="32481" y="45963"/>
                        <a:pt x="29417" y="44125"/>
                        <a:pt x="24514" y="42899"/>
                      </a:cubicBezTo>
                      <a:lnTo>
                        <a:pt x="24514" y="68639"/>
                      </a:ln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98" name="Graphic 8">
                  <a:extLst>
                    <a:ext uri="{FF2B5EF4-FFF2-40B4-BE49-F238E27FC236}">
                      <a16:creationId xmlns:a16="http://schemas.microsoft.com/office/drawing/2014/main" id="{C52B3C1A-7B01-D5DF-30EB-2C6545392326}"/>
                    </a:ext>
                  </a:extLst>
                </p:cNvPr>
                <p:cNvGrpSpPr/>
                <p:nvPr/>
              </p:nvGrpSpPr>
              <p:grpSpPr>
                <a:xfrm>
                  <a:off x="9804671" y="1224680"/>
                  <a:ext cx="66800" cy="68638"/>
                  <a:chOff x="9804671" y="1224680"/>
                  <a:chExt cx="66800" cy="68638"/>
                </a:xfrm>
                <a:grpFill/>
              </p:grpSpPr>
              <p:sp>
                <p:nvSpPr>
                  <p:cNvPr id="203" name="Freeform: Shape 202">
                    <a:extLst>
                      <a:ext uri="{FF2B5EF4-FFF2-40B4-BE49-F238E27FC236}">
                        <a16:creationId xmlns:a16="http://schemas.microsoft.com/office/drawing/2014/main" id="{CAB6D585-36B3-10A4-24E2-773316A87706}"/>
                      </a:ext>
                    </a:extLst>
                  </p:cNvPr>
                  <p:cNvSpPr/>
                  <p:nvPr/>
                </p:nvSpPr>
                <p:spPr>
                  <a:xfrm>
                    <a:off x="9804671" y="1243678"/>
                    <a:ext cx="43512" cy="49640"/>
                  </a:xfrm>
                  <a:custGeom>
                    <a:avLst/>
                    <a:gdLst>
                      <a:gd name="connsiteX0" fmla="*/ 0 w 43512"/>
                      <a:gd name="connsiteY0" fmla="*/ 49640 h 49640"/>
                      <a:gd name="connsiteX1" fmla="*/ 0 w 43512"/>
                      <a:gd name="connsiteY1" fmla="*/ 42899 h 49640"/>
                      <a:gd name="connsiteX2" fmla="*/ 31255 w 43512"/>
                      <a:gd name="connsiteY2" fmla="*/ 6741 h 49640"/>
                      <a:gd name="connsiteX3" fmla="*/ 22062 w 43512"/>
                      <a:gd name="connsiteY3" fmla="*/ 6741 h 49640"/>
                      <a:gd name="connsiteX4" fmla="*/ 1839 w 43512"/>
                      <a:gd name="connsiteY4" fmla="*/ 6741 h 49640"/>
                      <a:gd name="connsiteX5" fmla="*/ 1839 w 43512"/>
                      <a:gd name="connsiteY5" fmla="*/ 0 h 49640"/>
                      <a:gd name="connsiteX6" fmla="*/ 42286 w 43512"/>
                      <a:gd name="connsiteY6" fmla="*/ 0 h 49640"/>
                      <a:gd name="connsiteX7" fmla="*/ 42286 w 43512"/>
                      <a:gd name="connsiteY7" fmla="*/ 5516 h 49640"/>
                      <a:gd name="connsiteX8" fmla="*/ 15321 w 43512"/>
                      <a:gd name="connsiteY8" fmla="*/ 36771 h 49640"/>
                      <a:gd name="connsiteX9" fmla="*/ 10418 w 43512"/>
                      <a:gd name="connsiteY9" fmla="*/ 42286 h 49640"/>
                      <a:gd name="connsiteX10" fmla="*/ 20837 w 43512"/>
                      <a:gd name="connsiteY10" fmla="*/ 41673 h 49640"/>
                      <a:gd name="connsiteX11" fmla="*/ 43512 w 43512"/>
                      <a:gd name="connsiteY11" fmla="*/ 41673 h 49640"/>
                      <a:gd name="connsiteX12" fmla="*/ 43512 w 43512"/>
                      <a:gd name="connsiteY12" fmla="*/ 49028 h 49640"/>
                      <a:gd name="connsiteX13" fmla="*/ 0 w 43512"/>
                      <a:gd name="connsiteY13" fmla="*/ 49028 h 49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3512" h="49640">
                        <a:moveTo>
                          <a:pt x="0" y="49640"/>
                        </a:moveTo>
                        <a:lnTo>
                          <a:pt x="0" y="42899"/>
                        </a:lnTo>
                        <a:lnTo>
                          <a:pt x="31255" y="6741"/>
                        </a:lnTo>
                        <a:cubicBezTo>
                          <a:pt x="27578" y="6741"/>
                          <a:pt x="24514" y="6741"/>
                          <a:pt x="22062" y="6741"/>
                        </a:cubicBezTo>
                        <a:lnTo>
                          <a:pt x="1839" y="6741"/>
                        </a:lnTo>
                        <a:lnTo>
                          <a:pt x="1839" y="0"/>
                        </a:lnTo>
                        <a:lnTo>
                          <a:pt x="42286" y="0"/>
                        </a:lnTo>
                        <a:lnTo>
                          <a:pt x="42286" y="5516"/>
                        </a:lnTo>
                        <a:lnTo>
                          <a:pt x="15321" y="36771"/>
                        </a:lnTo>
                        <a:lnTo>
                          <a:pt x="10418" y="42286"/>
                        </a:lnTo>
                        <a:cubicBezTo>
                          <a:pt x="14095" y="42286"/>
                          <a:pt x="17772" y="41673"/>
                          <a:pt x="20837" y="41673"/>
                        </a:cubicBezTo>
                        <a:lnTo>
                          <a:pt x="43512" y="41673"/>
                        </a:lnTo>
                        <a:lnTo>
                          <a:pt x="43512" y="49028"/>
                        </a:lnTo>
                        <a:lnTo>
                          <a:pt x="0" y="49028"/>
                        </a:lnTo>
                        <a:close/>
                      </a:path>
                    </a:pathLst>
                  </a:custGeom>
                  <a:grpFill/>
                  <a:ln w="61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4" name="Freeform: Shape 203">
                    <a:extLst>
                      <a:ext uri="{FF2B5EF4-FFF2-40B4-BE49-F238E27FC236}">
                        <a16:creationId xmlns:a16="http://schemas.microsoft.com/office/drawing/2014/main" id="{388F18DD-F416-B25C-CD84-84CD02FA6031}"/>
                      </a:ext>
                    </a:extLst>
                  </p:cNvPr>
                  <p:cNvSpPr/>
                  <p:nvPr/>
                </p:nvSpPr>
                <p:spPr>
                  <a:xfrm>
                    <a:off x="9850635" y="1224680"/>
                    <a:ext cx="20836" cy="68025"/>
                  </a:xfrm>
                  <a:custGeom>
                    <a:avLst/>
                    <a:gdLst>
                      <a:gd name="connsiteX0" fmla="*/ 6128 w 20836"/>
                      <a:gd name="connsiteY0" fmla="*/ 41673 h 68025"/>
                      <a:gd name="connsiteX1" fmla="*/ 0 w 20836"/>
                      <a:gd name="connsiteY1" fmla="*/ 46576 h 68025"/>
                      <a:gd name="connsiteX2" fmla="*/ 0 w 20836"/>
                      <a:gd name="connsiteY2" fmla="*/ 39222 h 68025"/>
                      <a:gd name="connsiteX3" fmla="*/ 6128 w 20836"/>
                      <a:gd name="connsiteY3" fmla="*/ 34319 h 68025"/>
                      <a:gd name="connsiteX4" fmla="*/ 6128 w 20836"/>
                      <a:gd name="connsiteY4" fmla="*/ 0 h 68025"/>
                      <a:gd name="connsiteX5" fmla="*/ 14708 w 20836"/>
                      <a:gd name="connsiteY5" fmla="*/ 0 h 68025"/>
                      <a:gd name="connsiteX6" fmla="*/ 14708 w 20836"/>
                      <a:gd name="connsiteY6" fmla="*/ 26965 h 68025"/>
                      <a:gd name="connsiteX7" fmla="*/ 20837 w 20836"/>
                      <a:gd name="connsiteY7" fmla="*/ 21450 h 68025"/>
                      <a:gd name="connsiteX8" fmla="*/ 20837 w 20836"/>
                      <a:gd name="connsiteY8" fmla="*/ 28804 h 68025"/>
                      <a:gd name="connsiteX9" fmla="*/ 14708 w 20836"/>
                      <a:gd name="connsiteY9" fmla="*/ 34319 h 68025"/>
                      <a:gd name="connsiteX10" fmla="*/ 14708 w 20836"/>
                      <a:gd name="connsiteY10" fmla="*/ 68026 h 68025"/>
                      <a:gd name="connsiteX11" fmla="*/ 6128 w 20836"/>
                      <a:gd name="connsiteY11" fmla="*/ 68026 h 68025"/>
                      <a:gd name="connsiteX12" fmla="*/ 6128 w 20836"/>
                      <a:gd name="connsiteY12" fmla="*/ 41673 h 680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0836" h="68025">
                        <a:moveTo>
                          <a:pt x="6128" y="41673"/>
                        </a:moveTo>
                        <a:lnTo>
                          <a:pt x="0" y="46576"/>
                        </a:lnTo>
                        <a:lnTo>
                          <a:pt x="0" y="39222"/>
                        </a:lnTo>
                        <a:lnTo>
                          <a:pt x="6128" y="34319"/>
                        </a:lnTo>
                        <a:lnTo>
                          <a:pt x="6128" y="0"/>
                        </a:lnTo>
                        <a:lnTo>
                          <a:pt x="14708" y="0"/>
                        </a:lnTo>
                        <a:lnTo>
                          <a:pt x="14708" y="26965"/>
                        </a:lnTo>
                        <a:lnTo>
                          <a:pt x="20837" y="21450"/>
                        </a:lnTo>
                        <a:lnTo>
                          <a:pt x="20837" y="28804"/>
                        </a:lnTo>
                        <a:lnTo>
                          <a:pt x="14708" y="34319"/>
                        </a:lnTo>
                        <a:lnTo>
                          <a:pt x="14708" y="68026"/>
                        </a:lnTo>
                        <a:lnTo>
                          <a:pt x="6128" y="68026"/>
                        </a:lnTo>
                        <a:lnTo>
                          <a:pt x="6128" y="41673"/>
                        </a:lnTo>
                        <a:close/>
                      </a:path>
                    </a:pathLst>
                  </a:custGeom>
                  <a:grpFill/>
                  <a:ln w="61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9" name="Freeform: Shape 198">
                  <a:extLst>
                    <a:ext uri="{FF2B5EF4-FFF2-40B4-BE49-F238E27FC236}">
                      <a16:creationId xmlns:a16="http://schemas.microsoft.com/office/drawing/2014/main" id="{EC438C96-E599-E0C7-6E77-A5CC6B6BDAB9}"/>
                    </a:ext>
                  </a:extLst>
                </p:cNvPr>
                <p:cNvSpPr/>
                <p:nvPr/>
              </p:nvSpPr>
              <p:spPr>
                <a:xfrm>
                  <a:off x="9357295" y="1221615"/>
                  <a:ext cx="50866" cy="68025"/>
                </a:xfrm>
                <a:custGeom>
                  <a:avLst/>
                  <a:gdLst>
                    <a:gd name="connsiteX0" fmla="*/ 14095 w 50866"/>
                    <a:gd name="connsiteY0" fmla="*/ 37996 h 68025"/>
                    <a:gd name="connsiteX1" fmla="*/ 14095 w 50866"/>
                    <a:gd name="connsiteY1" fmla="*/ 44738 h 68025"/>
                    <a:gd name="connsiteX2" fmla="*/ 41673 w 50866"/>
                    <a:gd name="connsiteY2" fmla="*/ 44738 h 68025"/>
                    <a:gd name="connsiteX3" fmla="*/ 41673 w 50866"/>
                    <a:gd name="connsiteY3" fmla="*/ 50866 h 68025"/>
                    <a:gd name="connsiteX4" fmla="*/ 14095 w 50866"/>
                    <a:gd name="connsiteY4" fmla="*/ 50866 h 68025"/>
                    <a:gd name="connsiteX5" fmla="*/ 14095 w 50866"/>
                    <a:gd name="connsiteY5" fmla="*/ 68026 h 68025"/>
                    <a:gd name="connsiteX6" fmla="*/ 4903 w 50866"/>
                    <a:gd name="connsiteY6" fmla="*/ 68026 h 68025"/>
                    <a:gd name="connsiteX7" fmla="*/ 4903 w 50866"/>
                    <a:gd name="connsiteY7" fmla="*/ 50866 h 68025"/>
                    <a:gd name="connsiteX8" fmla="*/ 0 w 50866"/>
                    <a:gd name="connsiteY8" fmla="*/ 50866 h 68025"/>
                    <a:gd name="connsiteX9" fmla="*/ 0 w 50866"/>
                    <a:gd name="connsiteY9" fmla="*/ 44738 h 68025"/>
                    <a:gd name="connsiteX10" fmla="*/ 4903 w 50866"/>
                    <a:gd name="connsiteY10" fmla="*/ 44738 h 68025"/>
                    <a:gd name="connsiteX11" fmla="*/ 4903 w 50866"/>
                    <a:gd name="connsiteY11" fmla="*/ 37996 h 68025"/>
                    <a:gd name="connsiteX12" fmla="*/ 0 w 50866"/>
                    <a:gd name="connsiteY12" fmla="*/ 37996 h 68025"/>
                    <a:gd name="connsiteX13" fmla="*/ 0 w 50866"/>
                    <a:gd name="connsiteY13" fmla="*/ 30029 h 68025"/>
                    <a:gd name="connsiteX14" fmla="*/ 4903 w 50866"/>
                    <a:gd name="connsiteY14" fmla="*/ 30029 h 68025"/>
                    <a:gd name="connsiteX15" fmla="*/ 4903 w 50866"/>
                    <a:gd name="connsiteY15" fmla="*/ 0 h 68025"/>
                    <a:gd name="connsiteX16" fmla="*/ 26352 w 50866"/>
                    <a:gd name="connsiteY16" fmla="*/ 0 h 68025"/>
                    <a:gd name="connsiteX17" fmla="*/ 40448 w 50866"/>
                    <a:gd name="connsiteY17" fmla="*/ 1839 h 68025"/>
                    <a:gd name="connsiteX18" fmla="*/ 47802 w 50866"/>
                    <a:gd name="connsiteY18" fmla="*/ 8580 h 68025"/>
                    <a:gd name="connsiteX19" fmla="*/ 50866 w 50866"/>
                    <a:gd name="connsiteY19" fmla="*/ 18998 h 68025"/>
                    <a:gd name="connsiteX20" fmla="*/ 49028 w 50866"/>
                    <a:gd name="connsiteY20" fmla="*/ 28191 h 68025"/>
                    <a:gd name="connsiteX21" fmla="*/ 43512 w 50866"/>
                    <a:gd name="connsiteY21" fmla="*/ 34319 h 68025"/>
                    <a:gd name="connsiteX22" fmla="*/ 35545 w 50866"/>
                    <a:gd name="connsiteY22" fmla="*/ 37384 h 68025"/>
                    <a:gd name="connsiteX23" fmla="*/ 26352 w 50866"/>
                    <a:gd name="connsiteY23" fmla="*/ 37996 h 68025"/>
                    <a:gd name="connsiteX24" fmla="*/ 14095 w 50866"/>
                    <a:gd name="connsiteY24" fmla="*/ 37996 h 68025"/>
                    <a:gd name="connsiteX25" fmla="*/ 25739 w 50866"/>
                    <a:gd name="connsiteY25" fmla="*/ 30642 h 68025"/>
                    <a:gd name="connsiteX26" fmla="*/ 31868 w 50866"/>
                    <a:gd name="connsiteY26" fmla="*/ 30029 h 68025"/>
                    <a:gd name="connsiteX27" fmla="*/ 36771 w 50866"/>
                    <a:gd name="connsiteY27" fmla="*/ 28191 h 68025"/>
                    <a:gd name="connsiteX28" fmla="*/ 40448 w 50866"/>
                    <a:gd name="connsiteY28" fmla="*/ 24514 h 68025"/>
                    <a:gd name="connsiteX29" fmla="*/ 41673 w 50866"/>
                    <a:gd name="connsiteY29" fmla="*/ 18998 h 68025"/>
                    <a:gd name="connsiteX30" fmla="*/ 40448 w 50866"/>
                    <a:gd name="connsiteY30" fmla="*/ 14095 h 68025"/>
                    <a:gd name="connsiteX31" fmla="*/ 37384 w 50866"/>
                    <a:gd name="connsiteY31" fmla="*/ 10418 h 68025"/>
                    <a:gd name="connsiteX32" fmla="*/ 32481 w 50866"/>
                    <a:gd name="connsiteY32" fmla="*/ 8580 h 68025"/>
                    <a:gd name="connsiteX33" fmla="*/ 26965 w 50866"/>
                    <a:gd name="connsiteY33" fmla="*/ 7967 h 68025"/>
                    <a:gd name="connsiteX34" fmla="*/ 14095 w 50866"/>
                    <a:gd name="connsiteY34" fmla="*/ 7967 h 68025"/>
                    <a:gd name="connsiteX35" fmla="*/ 14095 w 50866"/>
                    <a:gd name="connsiteY35" fmla="*/ 30642 h 68025"/>
                    <a:gd name="connsiteX36" fmla="*/ 25739 w 50866"/>
                    <a:gd name="connsiteY36" fmla="*/ 30642 h 68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50866" h="68025">
                      <a:moveTo>
                        <a:pt x="14095" y="37996"/>
                      </a:moveTo>
                      <a:lnTo>
                        <a:pt x="14095" y="44738"/>
                      </a:lnTo>
                      <a:lnTo>
                        <a:pt x="41673" y="44738"/>
                      </a:lnTo>
                      <a:lnTo>
                        <a:pt x="41673" y="50866"/>
                      </a:lnTo>
                      <a:lnTo>
                        <a:pt x="14095" y="50866"/>
                      </a:lnTo>
                      <a:lnTo>
                        <a:pt x="14095" y="68026"/>
                      </a:lnTo>
                      <a:lnTo>
                        <a:pt x="4903" y="68026"/>
                      </a:lnTo>
                      <a:lnTo>
                        <a:pt x="4903" y="50866"/>
                      </a:lnTo>
                      <a:lnTo>
                        <a:pt x="0" y="50866"/>
                      </a:lnTo>
                      <a:lnTo>
                        <a:pt x="0" y="44738"/>
                      </a:lnTo>
                      <a:lnTo>
                        <a:pt x="4903" y="44738"/>
                      </a:lnTo>
                      <a:lnTo>
                        <a:pt x="4903" y="37996"/>
                      </a:lnTo>
                      <a:lnTo>
                        <a:pt x="0" y="37996"/>
                      </a:lnTo>
                      <a:lnTo>
                        <a:pt x="0" y="30029"/>
                      </a:lnTo>
                      <a:lnTo>
                        <a:pt x="4903" y="30029"/>
                      </a:lnTo>
                      <a:lnTo>
                        <a:pt x="4903" y="0"/>
                      </a:lnTo>
                      <a:lnTo>
                        <a:pt x="26352" y="0"/>
                      </a:lnTo>
                      <a:cubicBezTo>
                        <a:pt x="32481" y="0"/>
                        <a:pt x="37384" y="613"/>
                        <a:pt x="40448" y="1839"/>
                      </a:cubicBezTo>
                      <a:cubicBezTo>
                        <a:pt x="43512" y="3064"/>
                        <a:pt x="45963" y="5516"/>
                        <a:pt x="47802" y="8580"/>
                      </a:cubicBezTo>
                      <a:cubicBezTo>
                        <a:pt x="49640" y="11644"/>
                        <a:pt x="50866" y="15321"/>
                        <a:pt x="50866" y="18998"/>
                      </a:cubicBezTo>
                      <a:cubicBezTo>
                        <a:pt x="50866" y="22675"/>
                        <a:pt x="50253" y="25739"/>
                        <a:pt x="49028" y="28191"/>
                      </a:cubicBezTo>
                      <a:cubicBezTo>
                        <a:pt x="47802" y="30642"/>
                        <a:pt x="45963" y="32481"/>
                        <a:pt x="43512" y="34319"/>
                      </a:cubicBezTo>
                      <a:cubicBezTo>
                        <a:pt x="41061" y="35545"/>
                        <a:pt x="38609" y="36771"/>
                        <a:pt x="35545" y="37384"/>
                      </a:cubicBezTo>
                      <a:cubicBezTo>
                        <a:pt x="32481" y="37996"/>
                        <a:pt x="29417" y="37996"/>
                        <a:pt x="26352" y="37996"/>
                      </a:cubicBezTo>
                      <a:lnTo>
                        <a:pt x="14095" y="37996"/>
                      </a:lnTo>
                      <a:close/>
                      <a:moveTo>
                        <a:pt x="25739" y="30642"/>
                      </a:moveTo>
                      <a:cubicBezTo>
                        <a:pt x="27578" y="30642"/>
                        <a:pt x="30029" y="30642"/>
                        <a:pt x="31868" y="30029"/>
                      </a:cubicBezTo>
                      <a:cubicBezTo>
                        <a:pt x="33706" y="29417"/>
                        <a:pt x="35545" y="28804"/>
                        <a:pt x="36771" y="28191"/>
                      </a:cubicBezTo>
                      <a:cubicBezTo>
                        <a:pt x="37996" y="27578"/>
                        <a:pt x="39222" y="26352"/>
                        <a:pt x="40448" y="24514"/>
                      </a:cubicBezTo>
                      <a:cubicBezTo>
                        <a:pt x="41061" y="23288"/>
                        <a:pt x="41673" y="20837"/>
                        <a:pt x="41673" y="18998"/>
                      </a:cubicBezTo>
                      <a:cubicBezTo>
                        <a:pt x="41673" y="17160"/>
                        <a:pt x="41061" y="15321"/>
                        <a:pt x="40448" y="14095"/>
                      </a:cubicBezTo>
                      <a:cubicBezTo>
                        <a:pt x="39835" y="12870"/>
                        <a:pt x="38609" y="11644"/>
                        <a:pt x="37384" y="10418"/>
                      </a:cubicBezTo>
                      <a:cubicBezTo>
                        <a:pt x="36158" y="9806"/>
                        <a:pt x="34319" y="9193"/>
                        <a:pt x="32481" y="8580"/>
                      </a:cubicBezTo>
                      <a:cubicBezTo>
                        <a:pt x="30642" y="7967"/>
                        <a:pt x="28804" y="7967"/>
                        <a:pt x="26965" y="7967"/>
                      </a:cubicBezTo>
                      <a:lnTo>
                        <a:pt x="14095" y="7967"/>
                      </a:lnTo>
                      <a:lnTo>
                        <a:pt x="14095" y="30642"/>
                      </a:lnTo>
                      <a:lnTo>
                        <a:pt x="25739" y="30642"/>
                      </a:ln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0" name="Freeform: Shape 199">
                  <a:extLst>
                    <a:ext uri="{FF2B5EF4-FFF2-40B4-BE49-F238E27FC236}">
                      <a16:creationId xmlns:a16="http://schemas.microsoft.com/office/drawing/2014/main" id="{1157C2C0-6B68-925B-0EC6-5A6B6084E452}"/>
                    </a:ext>
                  </a:extLst>
                </p:cNvPr>
                <p:cNvSpPr/>
                <p:nvPr/>
              </p:nvSpPr>
              <p:spPr>
                <a:xfrm>
                  <a:off x="9171603" y="1472882"/>
                  <a:ext cx="52704" cy="73541"/>
                </a:xfrm>
                <a:custGeom>
                  <a:avLst/>
                  <a:gdLst>
                    <a:gd name="connsiteX0" fmla="*/ 52705 w 52704"/>
                    <a:gd name="connsiteY0" fmla="*/ 49028 h 73541"/>
                    <a:gd name="connsiteX1" fmla="*/ 12870 w 52704"/>
                    <a:gd name="connsiteY1" fmla="*/ 49028 h 73541"/>
                    <a:gd name="connsiteX2" fmla="*/ 12257 w 52704"/>
                    <a:gd name="connsiteY2" fmla="*/ 52705 h 73541"/>
                    <a:gd name="connsiteX3" fmla="*/ 15321 w 52704"/>
                    <a:gd name="connsiteY3" fmla="*/ 61897 h 73541"/>
                    <a:gd name="connsiteX4" fmla="*/ 25740 w 52704"/>
                    <a:gd name="connsiteY4" fmla="*/ 66187 h 73541"/>
                    <a:gd name="connsiteX5" fmla="*/ 36158 w 52704"/>
                    <a:gd name="connsiteY5" fmla="*/ 61897 h 73541"/>
                    <a:gd name="connsiteX6" fmla="*/ 39835 w 52704"/>
                    <a:gd name="connsiteY6" fmla="*/ 53318 h 73541"/>
                    <a:gd name="connsiteX7" fmla="*/ 48415 w 52704"/>
                    <a:gd name="connsiteY7" fmla="*/ 55156 h 73541"/>
                    <a:gd name="connsiteX8" fmla="*/ 41673 w 52704"/>
                    <a:gd name="connsiteY8" fmla="*/ 68639 h 73541"/>
                    <a:gd name="connsiteX9" fmla="*/ 25740 w 52704"/>
                    <a:gd name="connsiteY9" fmla="*/ 73541 h 73541"/>
                    <a:gd name="connsiteX10" fmla="*/ 15934 w 52704"/>
                    <a:gd name="connsiteY10" fmla="*/ 71703 h 73541"/>
                    <a:gd name="connsiteX11" fmla="*/ 8580 w 52704"/>
                    <a:gd name="connsiteY11" fmla="*/ 66800 h 73541"/>
                    <a:gd name="connsiteX12" fmla="*/ 3064 w 52704"/>
                    <a:gd name="connsiteY12" fmla="*/ 52092 h 73541"/>
                    <a:gd name="connsiteX13" fmla="*/ 3064 w 52704"/>
                    <a:gd name="connsiteY13" fmla="*/ 49028 h 73541"/>
                    <a:gd name="connsiteX14" fmla="*/ 0 w 52704"/>
                    <a:gd name="connsiteY14" fmla="*/ 49028 h 73541"/>
                    <a:gd name="connsiteX15" fmla="*/ 0 w 52704"/>
                    <a:gd name="connsiteY15" fmla="*/ 41061 h 73541"/>
                    <a:gd name="connsiteX16" fmla="*/ 6128 w 52704"/>
                    <a:gd name="connsiteY16" fmla="*/ 41061 h 73541"/>
                    <a:gd name="connsiteX17" fmla="*/ 14708 w 52704"/>
                    <a:gd name="connsiteY17" fmla="*/ 34319 h 73541"/>
                    <a:gd name="connsiteX18" fmla="*/ 24514 w 52704"/>
                    <a:gd name="connsiteY18" fmla="*/ 31255 h 73541"/>
                    <a:gd name="connsiteX19" fmla="*/ 613 w 52704"/>
                    <a:gd name="connsiteY19" fmla="*/ 31255 h 73541"/>
                    <a:gd name="connsiteX20" fmla="*/ 613 w 52704"/>
                    <a:gd name="connsiteY20" fmla="*/ 23288 h 73541"/>
                    <a:gd name="connsiteX21" fmla="*/ 37996 w 52704"/>
                    <a:gd name="connsiteY21" fmla="*/ 23288 h 73541"/>
                    <a:gd name="connsiteX22" fmla="*/ 38609 w 52704"/>
                    <a:gd name="connsiteY22" fmla="*/ 18385 h 73541"/>
                    <a:gd name="connsiteX23" fmla="*/ 35545 w 52704"/>
                    <a:gd name="connsiteY23" fmla="*/ 11031 h 73541"/>
                    <a:gd name="connsiteX24" fmla="*/ 25740 w 52704"/>
                    <a:gd name="connsiteY24" fmla="*/ 7354 h 73541"/>
                    <a:gd name="connsiteX25" fmla="*/ 16547 w 52704"/>
                    <a:gd name="connsiteY25" fmla="*/ 10418 h 73541"/>
                    <a:gd name="connsiteX26" fmla="*/ 13483 w 52704"/>
                    <a:gd name="connsiteY26" fmla="*/ 17773 h 73541"/>
                    <a:gd name="connsiteX27" fmla="*/ 4903 w 52704"/>
                    <a:gd name="connsiteY27" fmla="*/ 16547 h 73541"/>
                    <a:gd name="connsiteX28" fmla="*/ 11644 w 52704"/>
                    <a:gd name="connsiteY28" fmla="*/ 4290 h 73541"/>
                    <a:gd name="connsiteX29" fmla="*/ 25127 w 52704"/>
                    <a:gd name="connsiteY29" fmla="*/ 0 h 73541"/>
                    <a:gd name="connsiteX30" fmla="*/ 41061 w 52704"/>
                    <a:gd name="connsiteY30" fmla="*/ 4290 h 73541"/>
                    <a:gd name="connsiteX31" fmla="*/ 47189 w 52704"/>
                    <a:gd name="connsiteY31" fmla="*/ 18998 h 73541"/>
                    <a:gd name="connsiteX32" fmla="*/ 46576 w 52704"/>
                    <a:gd name="connsiteY32" fmla="*/ 23288 h 73541"/>
                    <a:gd name="connsiteX33" fmla="*/ 52092 w 52704"/>
                    <a:gd name="connsiteY33" fmla="*/ 23288 h 73541"/>
                    <a:gd name="connsiteX34" fmla="*/ 52092 w 52704"/>
                    <a:gd name="connsiteY34" fmla="*/ 31255 h 73541"/>
                    <a:gd name="connsiteX35" fmla="*/ 42899 w 52704"/>
                    <a:gd name="connsiteY35" fmla="*/ 31255 h 73541"/>
                    <a:gd name="connsiteX36" fmla="*/ 38609 w 52704"/>
                    <a:gd name="connsiteY36" fmla="*/ 34319 h 73541"/>
                    <a:gd name="connsiteX37" fmla="*/ 23288 w 52704"/>
                    <a:gd name="connsiteY37" fmla="*/ 39222 h 73541"/>
                    <a:gd name="connsiteX38" fmla="*/ 20837 w 52704"/>
                    <a:gd name="connsiteY38" fmla="*/ 39835 h 73541"/>
                    <a:gd name="connsiteX39" fmla="*/ 52705 w 52704"/>
                    <a:gd name="connsiteY39" fmla="*/ 39835 h 73541"/>
                    <a:gd name="connsiteX40" fmla="*/ 52705 w 52704"/>
                    <a:gd name="connsiteY40" fmla="*/ 49028 h 735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</a:cxnLst>
                  <a:rect l="l" t="t" r="r" b="b"/>
                  <a:pathLst>
                    <a:path w="52704" h="73541">
                      <a:moveTo>
                        <a:pt x="52705" y="49028"/>
                      </a:moveTo>
                      <a:lnTo>
                        <a:pt x="12870" y="49028"/>
                      </a:lnTo>
                      <a:cubicBezTo>
                        <a:pt x="12870" y="50253"/>
                        <a:pt x="12257" y="51479"/>
                        <a:pt x="12257" y="52705"/>
                      </a:cubicBezTo>
                      <a:cubicBezTo>
                        <a:pt x="12257" y="56382"/>
                        <a:pt x="13483" y="59446"/>
                        <a:pt x="15321" y="61897"/>
                      </a:cubicBezTo>
                      <a:cubicBezTo>
                        <a:pt x="17773" y="64962"/>
                        <a:pt x="21450" y="66187"/>
                        <a:pt x="25740" y="66187"/>
                      </a:cubicBezTo>
                      <a:cubicBezTo>
                        <a:pt x="30029" y="66187"/>
                        <a:pt x="33706" y="64962"/>
                        <a:pt x="36158" y="61897"/>
                      </a:cubicBezTo>
                      <a:cubicBezTo>
                        <a:pt x="37996" y="59446"/>
                        <a:pt x="39835" y="56995"/>
                        <a:pt x="39835" y="53318"/>
                      </a:cubicBezTo>
                      <a:lnTo>
                        <a:pt x="48415" y="55156"/>
                      </a:lnTo>
                      <a:cubicBezTo>
                        <a:pt x="47802" y="60672"/>
                        <a:pt x="45351" y="64962"/>
                        <a:pt x="41673" y="68639"/>
                      </a:cubicBezTo>
                      <a:cubicBezTo>
                        <a:pt x="37384" y="71703"/>
                        <a:pt x="32481" y="73541"/>
                        <a:pt x="25740" y="73541"/>
                      </a:cubicBezTo>
                      <a:cubicBezTo>
                        <a:pt x="22675" y="73541"/>
                        <a:pt x="19611" y="72929"/>
                        <a:pt x="15934" y="71703"/>
                      </a:cubicBezTo>
                      <a:cubicBezTo>
                        <a:pt x="12870" y="70477"/>
                        <a:pt x="10418" y="69251"/>
                        <a:pt x="8580" y="66800"/>
                      </a:cubicBezTo>
                      <a:cubicBezTo>
                        <a:pt x="4903" y="63123"/>
                        <a:pt x="3064" y="58220"/>
                        <a:pt x="3064" y="52092"/>
                      </a:cubicBezTo>
                      <a:cubicBezTo>
                        <a:pt x="3064" y="50866"/>
                        <a:pt x="3064" y="50253"/>
                        <a:pt x="3064" y="49028"/>
                      </a:cubicBezTo>
                      <a:lnTo>
                        <a:pt x="0" y="49028"/>
                      </a:lnTo>
                      <a:lnTo>
                        <a:pt x="0" y="41061"/>
                      </a:lnTo>
                      <a:lnTo>
                        <a:pt x="6128" y="41061"/>
                      </a:lnTo>
                      <a:cubicBezTo>
                        <a:pt x="7967" y="38609"/>
                        <a:pt x="11031" y="36158"/>
                        <a:pt x="14708" y="34319"/>
                      </a:cubicBezTo>
                      <a:cubicBezTo>
                        <a:pt x="15321" y="33706"/>
                        <a:pt x="18385" y="33094"/>
                        <a:pt x="24514" y="31255"/>
                      </a:cubicBezTo>
                      <a:lnTo>
                        <a:pt x="613" y="31255"/>
                      </a:lnTo>
                      <a:lnTo>
                        <a:pt x="613" y="23288"/>
                      </a:lnTo>
                      <a:lnTo>
                        <a:pt x="37996" y="23288"/>
                      </a:lnTo>
                      <a:cubicBezTo>
                        <a:pt x="38609" y="22062"/>
                        <a:pt x="38609" y="20224"/>
                        <a:pt x="38609" y="18385"/>
                      </a:cubicBezTo>
                      <a:cubicBezTo>
                        <a:pt x="38609" y="15321"/>
                        <a:pt x="37384" y="12870"/>
                        <a:pt x="35545" y="11031"/>
                      </a:cubicBezTo>
                      <a:cubicBezTo>
                        <a:pt x="33094" y="8580"/>
                        <a:pt x="30029" y="7354"/>
                        <a:pt x="25740" y="7354"/>
                      </a:cubicBezTo>
                      <a:cubicBezTo>
                        <a:pt x="21450" y="7354"/>
                        <a:pt x="18385" y="8580"/>
                        <a:pt x="16547" y="10418"/>
                      </a:cubicBezTo>
                      <a:cubicBezTo>
                        <a:pt x="14708" y="12257"/>
                        <a:pt x="14095" y="14708"/>
                        <a:pt x="13483" y="17773"/>
                      </a:cubicBezTo>
                      <a:lnTo>
                        <a:pt x="4903" y="16547"/>
                      </a:lnTo>
                      <a:cubicBezTo>
                        <a:pt x="5516" y="11031"/>
                        <a:pt x="7967" y="7354"/>
                        <a:pt x="11644" y="4290"/>
                      </a:cubicBezTo>
                      <a:cubicBezTo>
                        <a:pt x="15321" y="1226"/>
                        <a:pt x="19611" y="0"/>
                        <a:pt x="25127" y="0"/>
                      </a:cubicBezTo>
                      <a:cubicBezTo>
                        <a:pt x="31868" y="0"/>
                        <a:pt x="37384" y="1226"/>
                        <a:pt x="41061" y="4290"/>
                      </a:cubicBezTo>
                      <a:cubicBezTo>
                        <a:pt x="45351" y="7967"/>
                        <a:pt x="47189" y="12870"/>
                        <a:pt x="47189" y="18998"/>
                      </a:cubicBezTo>
                      <a:cubicBezTo>
                        <a:pt x="47189" y="20224"/>
                        <a:pt x="47189" y="21450"/>
                        <a:pt x="46576" y="23288"/>
                      </a:cubicBezTo>
                      <a:lnTo>
                        <a:pt x="52092" y="23288"/>
                      </a:lnTo>
                      <a:lnTo>
                        <a:pt x="52092" y="31255"/>
                      </a:lnTo>
                      <a:lnTo>
                        <a:pt x="42899" y="31255"/>
                      </a:lnTo>
                      <a:cubicBezTo>
                        <a:pt x="41673" y="32481"/>
                        <a:pt x="40448" y="33706"/>
                        <a:pt x="38609" y="34319"/>
                      </a:cubicBezTo>
                      <a:cubicBezTo>
                        <a:pt x="36158" y="35545"/>
                        <a:pt x="31255" y="37384"/>
                        <a:pt x="23288" y="39222"/>
                      </a:cubicBezTo>
                      <a:cubicBezTo>
                        <a:pt x="22675" y="39222"/>
                        <a:pt x="21450" y="39835"/>
                        <a:pt x="20837" y="39835"/>
                      </a:cubicBezTo>
                      <a:lnTo>
                        <a:pt x="52705" y="39835"/>
                      </a:lnTo>
                      <a:lnTo>
                        <a:pt x="52705" y="49028"/>
                      </a:ln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1" name="Freeform: Shape 200">
                  <a:extLst>
                    <a:ext uri="{FF2B5EF4-FFF2-40B4-BE49-F238E27FC236}">
                      <a16:creationId xmlns:a16="http://schemas.microsoft.com/office/drawing/2014/main" id="{48E6F1BF-BE4A-8F6A-43F2-BE706E343731}"/>
                    </a:ext>
                  </a:extLst>
                </p:cNvPr>
                <p:cNvSpPr/>
                <p:nvPr/>
              </p:nvSpPr>
              <p:spPr>
                <a:xfrm>
                  <a:off x="9152604" y="1816075"/>
                  <a:ext cx="41060" cy="68638"/>
                </a:xfrm>
                <a:custGeom>
                  <a:avLst/>
                  <a:gdLst>
                    <a:gd name="connsiteX0" fmla="*/ 0 w 41060"/>
                    <a:gd name="connsiteY0" fmla="*/ 68026 h 68638"/>
                    <a:gd name="connsiteX1" fmla="*/ 0 w 41060"/>
                    <a:gd name="connsiteY1" fmla="*/ 0 h 68638"/>
                    <a:gd name="connsiteX2" fmla="*/ 8580 w 41060"/>
                    <a:gd name="connsiteY2" fmla="*/ 0 h 68638"/>
                    <a:gd name="connsiteX3" fmla="*/ 8580 w 41060"/>
                    <a:gd name="connsiteY3" fmla="*/ 39222 h 68638"/>
                    <a:gd name="connsiteX4" fmla="*/ 28191 w 41060"/>
                    <a:gd name="connsiteY4" fmla="*/ 18998 h 68638"/>
                    <a:gd name="connsiteX5" fmla="*/ 39222 w 41060"/>
                    <a:gd name="connsiteY5" fmla="*/ 18998 h 68638"/>
                    <a:gd name="connsiteX6" fmla="*/ 20224 w 41060"/>
                    <a:gd name="connsiteY6" fmla="*/ 37384 h 68638"/>
                    <a:gd name="connsiteX7" fmla="*/ 41061 w 41060"/>
                    <a:gd name="connsiteY7" fmla="*/ 68639 h 68638"/>
                    <a:gd name="connsiteX8" fmla="*/ 30642 w 41060"/>
                    <a:gd name="connsiteY8" fmla="*/ 68639 h 68638"/>
                    <a:gd name="connsiteX9" fmla="*/ 14095 w 41060"/>
                    <a:gd name="connsiteY9" fmla="*/ 43512 h 68638"/>
                    <a:gd name="connsiteX10" fmla="*/ 7967 w 41060"/>
                    <a:gd name="connsiteY10" fmla="*/ 49028 h 68638"/>
                    <a:gd name="connsiteX11" fmla="*/ 7967 w 41060"/>
                    <a:gd name="connsiteY11" fmla="*/ 68639 h 68638"/>
                    <a:gd name="connsiteX12" fmla="*/ 0 w 41060"/>
                    <a:gd name="connsiteY12" fmla="*/ 68639 h 68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1060" h="68638">
                      <a:moveTo>
                        <a:pt x="0" y="68026"/>
                      </a:moveTo>
                      <a:lnTo>
                        <a:pt x="0" y="0"/>
                      </a:lnTo>
                      <a:lnTo>
                        <a:pt x="8580" y="0"/>
                      </a:lnTo>
                      <a:lnTo>
                        <a:pt x="8580" y="39222"/>
                      </a:lnTo>
                      <a:lnTo>
                        <a:pt x="28191" y="18998"/>
                      </a:lnTo>
                      <a:lnTo>
                        <a:pt x="39222" y="18998"/>
                      </a:lnTo>
                      <a:lnTo>
                        <a:pt x="20224" y="37384"/>
                      </a:lnTo>
                      <a:lnTo>
                        <a:pt x="41061" y="68639"/>
                      </a:lnTo>
                      <a:lnTo>
                        <a:pt x="30642" y="68639"/>
                      </a:lnTo>
                      <a:lnTo>
                        <a:pt x="14095" y="43512"/>
                      </a:lnTo>
                      <a:lnTo>
                        <a:pt x="7967" y="49028"/>
                      </a:lnTo>
                      <a:lnTo>
                        <a:pt x="7967" y="68639"/>
                      </a:lnTo>
                      <a:lnTo>
                        <a:pt x="0" y="68639"/>
                      </a:ln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ED504C46-2ABF-12DF-BDFB-33A159811CC4}"/>
                    </a:ext>
                  </a:extLst>
                </p:cNvPr>
                <p:cNvSpPr/>
                <p:nvPr/>
              </p:nvSpPr>
              <p:spPr>
                <a:xfrm>
                  <a:off x="9200406" y="1833235"/>
                  <a:ext cx="26965" cy="50866"/>
                </a:xfrm>
                <a:custGeom>
                  <a:avLst/>
                  <a:gdLst>
                    <a:gd name="connsiteX0" fmla="*/ 0 w 26965"/>
                    <a:gd name="connsiteY0" fmla="*/ 50866 h 50866"/>
                    <a:gd name="connsiteX1" fmla="*/ 0 w 26965"/>
                    <a:gd name="connsiteY1" fmla="*/ 1226 h 50866"/>
                    <a:gd name="connsiteX2" fmla="*/ 7354 w 26965"/>
                    <a:gd name="connsiteY2" fmla="*/ 1226 h 50866"/>
                    <a:gd name="connsiteX3" fmla="*/ 7354 w 26965"/>
                    <a:gd name="connsiteY3" fmla="*/ 8580 h 50866"/>
                    <a:gd name="connsiteX4" fmla="*/ 12870 w 26965"/>
                    <a:gd name="connsiteY4" fmla="*/ 1839 h 50866"/>
                    <a:gd name="connsiteX5" fmla="*/ 18385 w 26965"/>
                    <a:gd name="connsiteY5" fmla="*/ 0 h 50866"/>
                    <a:gd name="connsiteX6" fmla="*/ 26965 w 26965"/>
                    <a:gd name="connsiteY6" fmla="*/ 2451 h 50866"/>
                    <a:gd name="connsiteX7" fmla="*/ 23901 w 26965"/>
                    <a:gd name="connsiteY7" fmla="*/ 10418 h 50866"/>
                    <a:gd name="connsiteX8" fmla="*/ 17773 w 26965"/>
                    <a:gd name="connsiteY8" fmla="*/ 8580 h 50866"/>
                    <a:gd name="connsiteX9" fmla="*/ 12870 w 26965"/>
                    <a:gd name="connsiteY9" fmla="*/ 10418 h 50866"/>
                    <a:gd name="connsiteX10" fmla="*/ 9806 w 26965"/>
                    <a:gd name="connsiteY10" fmla="*/ 14708 h 50866"/>
                    <a:gd name="connsiteX11" fmla="*/ 8580 w 26965"/>
                    <a:gd name="connsiteY11" fmla="*/ 24514 h 50866"/>
                    <a:gd name="connsiteX12" fmla="*/ 8580 w 26965"/>
                    <a:gd name="connsiteY12" fmla="*/ 50253 h 50866"/>
                    <a:gd name="connsiteX13" fmla="*/ 0 w 26965"/>
                    <a:gd name="connsiteY13" fmla="*/ 50253 h 50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6965" h="50866">
                      <a:moveTo>
                        <a:pt x="0" y="50866"/>
                      </a:moveTo>
                      <a:lnTo>
                        <a:pt x="0" y="1226"/>
                      </a:lnTo>
                      <a:lnTo>
                        <a:pt x="7354" y="1226"/>
                      </a:lnTo>
                      <a:lnTo>
                        <a:pt x="7354" y="8580"/>
                      </a:lnTo>
                      <a:cubicBezTo>
                        <a:pt x="9193" y="4903"/>
                        <a:pt x="11031" y="2451"/>
                        <a:pt x="12870" y="1839"/>
                      </a:cubicBezTo>
                      <a:cubicBezTo>
                        <a:pt x="14708" y="613"/>
                        <a:pt x="16547" y="0"/>
                        <a:pt x="18385" y="0"/>
                      </a:cubicBezTo>
                      <a:cubicBezTo>
                        <a:pt x="21450" y="0"/>
                        <a:pt x="23901" y="613"/>
                        <a:pt x="26965" y="2451"/>
                      </a:cubicBezTo>
                      <a:lnTo>
                        <a:pt x="23901" y="10418"/>
                      </a:lnTo>
                      <a:cubicBezTo>
                        <a:pt x="22062" y="9193"/>
                        <a:pt x="19611" y="8580"/>
                        <a:pt x="17773" y="8580"/>
                      </a:cubicBezTo>
                      <a:cubicBezTo>
                        <a:pt x="15934" y="8580"/>
                        <a:pt x="14095" y="9193"/>
                        <a:pt x="12870" y="10418"/>
                      </a:cubicBezTo>
                      <a:cubicBezTo>
                        <a:pt x="11644" y="11644"/>
                        <a:pt x="10418" y="12870"/>
                        <a:pt x="9806" y="14708"/>
                      </a:cubicBezTo>
                      <a:cubicBezTo>
                        <a:pt x="8580" y="17772"/>
                        <a:pt x="8580" y="20837"/>
                        <a:pt x="8580" y="24514"/>
                      </a:cubicBezTo>
                      <a:lnTo>
                        <a:pt x="8580" y="50253"/>
                      </a:lnTo>
                      <a:lnTo>
                        <a:pt x="0" y="50253"/>
                      </a:lnTo>
                      <a:close/>
                    </a:path>
                  </a:pathLst>
                </a:custGeom>
                <a:grpFill/>
                <a:ln w="61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9161857C-1B49-62A7-9128-A317EE7AC6BF}"/>
                </a:ext>
              </a:extLst>
            </p:cNvPr>
            <p:cNvSpPr/>
            <p:nvPr/>
          </p:nvSpPr>
          <p:spPr>
            <a:xfrm>
              <a:off x="9153515" y="2261281"/>
              <a:ext cx="37845" cy="21436"/>
            </a:xfrm>
            <a:custGeom>
              <a:avLst/>
              <a:gdLst>
                <a:gd name="connsiteX0" fmla="*/ 30415 w 35703"/>
                <a:gd name="connsiteY0" fmla="*/ 17466 h 20223"/>
                <a:gd name="connsiteX1" fmla="*/ 5288 w 35703"/>
                <a:gd name="connsiteY1" fmla="*/ 17466 h 20223"/>
                <a:gd name="connsiteX2" fmla="*/ 5288 w 35703"/>
                <a:gd name="connsiteY2" fmla="*/ 2758 h 20223"/>
                <a:gd name="connsiteX3" fmla="*/ 30415 w 35703"/>
                <a:gd name="connsiteY3" fmla="*/ 2758 h 20223"/>
                <a:gd name="connsiteX4" fmla="*/ 30415 w 35703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03" h="20223">
                  <a:moveTo>
                    <a:pt x="30415" y="17466"/>
                  </a:moveTo>
                  <a:cubicBezTo>
                    <a:pt x="23674" y="21143"/>
                    <a:pt x="12642" y="21143"/>
                    <a:pt x="5288" y="17466"/>
                  </a:cubicBezTo>
                  <a:cubicBezTo>
                    <a:pt x="-2066" y="13789"/>
                    <a:pt x="-1453" y="7048"/>
                    <a:pt x="5288" y="2758"/>
                  </a:cubicBezTo>
                  <a:cubicBezTo>
                    <a:pt x="12030" y="-919"/>
                    <a:pt x="23061" y="-919"/>
                    <a:pt x="30415" y="2758"/>
                  </a:cubicBezTo>
                  <a:cubicBezTo>
                    <a:pt x="37156" y="7048"/>
                    <a:pt x="37769" y="13176"/>
                    <a:pt x="30415" y="17466"/>
                  </a:cubicBezTo>
                  <a:close/>
                </a:path>
              </a:pathLst>
            </a:custGeom>
            <a:solidFill>
              <a:srgbClr val="2AF6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29AF978-BB18-FA09-A0B8-E1DA22E01F7E}"/>
                </a:ext>
              </a:extLst>
            </p:cNvPr>
            <p:cNvSpPr/>
            <p:nvPr/>
          </p:nvSpPr>
          <p:spPr>
            <a:xfrm>
              <a:off x="9252797" y="2348784"/>
              <a:ext cx="37845" cy="21436"/>
            </a:xfrm>
            <a:custGeom>
              <a:avLst/>
              <a:gdLst>
                <a:gd name="connsiteX0" fmla="*/ 30415 w 35703"/>
                <a:gd name="connsiteY0" fmla="*/ 17466 h 20223"/>
                <a:gd name="connsiteX1" fmla="*/ 5288 w 35703"/>
                <a:gd name="connsiteY1" fmla="*/ 17466 h 20223"/>
                <a:gd name="connsiteX2" fmla="*/ 5288 w 35703"/>
                <a:gd name="connsiteY2" fmla="*/ 2758 h 20223"/>
                <a:gd name="connsiteX3" fmla="*/ 30415 w 35703"/>
                <a:gd name="connsiteY3" fmla="*/ 2758 h 20223"/>
                <a:gd name="connsiteX4" fmla="*/ 30415 w 35703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03" h="20223">
                  <a:moveTo>
                    <a:pt x="30415" y="17466"/>
                  </a:moveTo>
                  <a:cubicBezTo>
                    <a:pt x="23674" y="21143"/>
                    <a:pt x="12642" y="21143"/>
                    <a:pt x="5288" y="17466"/>
                  </a:cubicBezTo>
                  <a:cubicBezTo>
                    <a:pt x="-2066" y="13789"/>
                    <a:pt x="-1453" y="7048"/>
                    <a:pt x="5288" y="2758"/>
                  </a:cubicBezTo>
                  <a:cubicBezTo>
                    <a:pt x="12030" y="-919"/>
                    <a:pt x="23061" y="-919"/>
                    <a:pt x="30415" y="2758"/>
                  </a:cubicBezTo>
                  <a:cubicBezTo>
                    <a:pt x="37156" y="7048"/>
                    <a:pt x="37769" y="13176"/>
                    <a:pt x="30415" y="17466"/>
                  </a:cubicBezTo>
                  <a:close/>
                </a:path>
              </a:pathLst>
            </a:custGeom>
            <a:solidFill>
              <a:srgbClr val="2AF6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E47071F-0D64-391E-017C-6C4A68CF57AC}"/>
                </a:ext>
              </a:extLst>
            </p:cNvPr>
            <p:cNvSpPr/>
            <p:nvPr/>
          </p:nvSpPr>
          <p:spPr>
            <a:xfrm>
              <a:off x="9417707" y="2387487"/>
              <a:ext cx="37845" cy="21436"/>
            </a:xfrm>
            <a:custGeom>
              <a:avLst/>
              <a:gdLst>
                <a:gd name="connsiteX0" fmla="*/ 30415 w 35703"/>
                <a:gd name="connsiteY0" fmla="*/ 17466 h 20223"/>
                <a:gd name="connsiteX1" fmla="*/ 5288 w 35703"/>
                <a:gd name="connsiteY1" fmla="*/ 17466 h 20223"/>
                <a:gd name="connsiteX2" fmla="*/ 5288 w 35703"/>
                <a:gd name="connsiteY2" fmla="*/ 2758 h 20223"/>
                <a:gd name="connsiteX3" fmla="*/ 30415 w 35703"/>
                <a:gd name="connsiteY3" fmla="*/ 2758 h 20223"/>
                <a:gd name="connsiteX4" fmla="*/ 30415 w 35703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03" h="20223">
                  <a:moveTo>
                    <a:pt x="30415" y="17466"/>
                  </a:moveTo>
                  <a:cubicBezTo>
                    <a:pt x="23674" y="21143"/>
                    <a:pt x="12642" y="21143"/>
                    <a:pt x="5288" y="17466"/>
                  </a:cubicBezTo>
                  <a:cubicBezTo>
                    <a:pt x="-2066" y="13789"/>
                    <a:pt x="-1453" y="7048"/>
                    <a:pt x="5288" y="2758"/>
                  </a:cubicBezTo>
                  <a:cubicBezTo>
                    <a:pt x="12030" y="-919"/>
                    <a:pt x="23061" y="-919"/>
                    <a:pt x="30415" y="2758"/>
                  </a:cubicBezTo>
                  <a:cubicBezTo>
                    <a:pt x="37156" y="7048"/>
                    <a:pt x="37769" y="13176"/>
                    <a:pt x="30415" y="17466"/>
                  </a:cubicBezTo>
                  <a:close/>
                </a:path>
              </a:pathLst>
            </a:custGeom>
            <a:solidFill>
              <a:srgbClr val="2AF6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E8816D8-403B-BA65-CDBC-40E5CE53760F}"/>
                </a:ext>
              </a:extLst>
            </p:cNvPr>
            <p:cNvSpPr/>
            <p:nvPr/>
          </p:nvSpPr>
          <p:spPr>
            <a:xfrm>
              <a:off x="9508575" y="2320177"/>
              <a:ext cx="37845" cy="21436"/>
            </a:xfrm>
            <a:custGeom>
              <a:avLst/>
              <a:gdLst>
                <a:gd name="connsiteX0" fmla="*/ 30415 w 35703"/>
                <a:gd name="connsiteY0" fmla="*/ 17466 h 20223"/>
                <a:gd name="connsiteX1" fmla="*/ 5288 w 35703"/>
                <a:gd name="connsiteY1" fmla="*/ 17466 h 20223"/>
                <a:gd name="connsiteX2" fmla="*/ 5288 w 35703"/>
                <a:gd name="connsiteY2" fmla="*/ 2758 h 20223"/>
                <a:gd name="connsiteX3" fmla="*/ 30415 w 35703"/>
                <a:gd name="connsiteY3" fmla="*/ 2758 h 20223"/>
                <a:gd name="connsiteX4" fmla="*/ 30415 w 35703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03" h="20223">
                  <a:moveTo>
                    <a:pt x="30415" y="17466"/>
                  </a:moveTo>
                  <a:cubicBezTo>
                    <a:pt x="23674" y="21143"/>
                    <a:pt x="12642" y="21143"/>
                    <a:pt x="5288" y="17466"/>
                  </a:cubicBezTo>
                  <a:cubicBezTo>
                    <a:pt x="-2066" y="13789"/>
                    <a:pt x="-1453" y="7048"/>
                    <a:pt x="5288" y="2758"/>
                  </a:cubicBezTo>
                  <a:cubicBezTo>
                    <a:pt x="12030" y="-919"/>
                    <a:pt x="23061" y="-919"/>
                    <a:pt x="30415" y="2758"/>
                  </a:cubicBezTo>
                  <a:cubicBezTo>
                    <a:pt x="37156" y="7048"/>
                    <a:pt x="37769" y="13176"/>
                    <a:pt x="30415" y="17466"/>
                  </a:cubicBezTo>
                  <a:close/>
                </a:path>
              </a:pathLst>
            </a:custGeom>
            <a:solidFill>
              <a:srgbClr val="2AF6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2AC8B20-8083-40B8-5BBB-9A45DC46430C}"/>
                </a:ext>
              </a:extLst>
            </p:cNvPr>
            <p:cNvSpPr/>
            <p:nvPr/>
          </p:nvSpPr>
          <p:spPr>
            <a:xfrm>
              <a:off x="9439582" y="2205750"/>
              <a:ext cx="37845" cy="21436"/>
            </a:xfrm>
            <a:custGeom>
              <a:avLst/>
              <a:gdLst>
                <a:gd name="connsiteX0" fmla="*/ 30415 w 35703"/>
                <a:gd name="connsiteY0" fmla="*/ 17466 h 20223"/>
                <a:gd name="connsiteX1" fmla="*/ 5288 w 35703"/>
                <a:gd name="connsiteY1" fmla="*/ 17466 h 20223"/>
                <a:gd name="connsiteX2" fmla="*/ 5288 w 35703"/>
                <a:gd name="connsiteY2" fmla="*/ 2758 h 20223"/>
                <a:gd name="connsiteX3" fmla="*/ 30415 w 35703"/>
                <a:gd name="connsiteY3" fmla="*/ 2758 h 20223"/>
                <a:gd name="connsiteX4" fmla="*/ 30415 w 35703"/>
                <a:gd name="connsiteY4" fmla="*/ 17466 h 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703" h="20223">
                  <a:moveTo>
                    <a:pt x="30415" y="17466"/>
                  </a:moveTo>
                  <a:cubicBezTo>
                    <a:pt x="23674" y="21143"/>
                    <a:pt x="12642" y="21143"/>
                    <a:pt x="5288" y="17466"/>
                  </a:cubicBezTo>
                  <a:cubicBezTo>
                    <a:pt x="-2066" y="13789"/>
                    <a:pt x="-1453" y="7048"/>
                    <a:pt x="5288" y="2758"/>
                  </a:cubicBezTo>
                  <a:cubicBezTo>
                    <a:pt x="12030" y="-919"/>
                    <a:pt x="23061" y="-919"/>
                    <a:pt x="30415" y="2758"/>
                  </a:cubicBezTo>
                  <a:cubicBezTo>
                    <a:pt x="37156" y="7048"/>
                    <a:pt x="37769" y="13176"/>
                    <a:pt x="30415" y="17466"/>
                  </a:cubicBezTo>
                  <a:close/>
                </a:path>
              </a:pathLst>
            </a:custGeom>
            <a:solidFill>
              <a:srgbClr val="2AF6FF"/>
            </a:solidFill>
            <a:ln w="6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5" name="Group 4">
            <a:extLst>
              <a:ext uri="{FF2B5EF4-FFF2-40B4-BE49-F238E27FC236}">
                <a16:creationId xmlns:a16="http://schemas.microsoft.com/office/drawing/2014/main" id="{ECDAE901-8AFD-61FF-A1D8-7A5992DB5F4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69629" y="3476345"/>
            <a:ext cx="763280" cy="346166"/>
            <a:chOff x="1228" y="2176"/>
            <a:chExt cx="402" cy="212"/>
          </a:xfrm>
        </p:grpSpPr>
        <p:sp>
          <p:nvSpPr>
            <p:cNvPr id="216" name="Freeform 14">
              <a:extLst>
                <a:ext uri="{FF2B5EF4-FFF2-40B4-BE49-F238E27FC236}">
                  <a16:creationId xmlns:a16="http://schemas.microsoft.com/office/drawing/2014/main" id="{7F8E37A0-53DA-7CD9-6D32-1C8ADAAA8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2190"/>
              <a:ext cx="48" cy="47"/>
            </a:xfrm>
            <a:custGeom>
              <a:avLst/>
              <a:gdLst>
                <a:gd name="T0" fmla="*/ 1 w 80"/>
                <a:gd name="T1" fmla="*/ 42 h 80"/>
                <a:gd name="T2" fmla="*/ 42 w 80"/>
                <a:gd name="T3" fmla="*/ 79 h 80"/>
                <a:gd name="T4" fmla="*/ 78 w 80"/>
                <a:gd name="T5" fmla="*/ 38 h 80"/>
                <a:gd name="T6" fmla="*/ 38 w 80"/>
                <a:gd name="T7" fmla="*/ 2 h 80"/>
                <a:gd name="T8" fmla="*/ 1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1" y="42"/>
                  </a:moveTo>
                  <a:cubicBezTo>
                    <a:pt x="2" y="64"/>
                    <a:pt x="20" y="80"/>
                    <a:pt x="42" y="79"/>
                  </a:cubicBezTo>
                  <a:cubicBezTo>
                    <a:pt x="63" y="78"/>
                    <a:pt x="80" y="60"/>
                    <a:pt x="78" y="38"/>
                  </a:cubicBezTo>
                  <a:cubicBezTo>
                    <a:pt x="77" y="17"/>
                    <a:pt x="59" y="0"/>
                    <a:pt x="38" y="2"/>
                  </a:cubicBezTo>
                  <a:cubicBezTo>
                    <a:pt x="16" y="3"/>
                    <a:pt x="0" y="21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17" name="Freeform 15">
              <a:extLst>
                <a:ext uri="{FF2B5EF4-FFF2-40B4-BE49-F238E27FC236}">
                  <a16:creationId xmlns:a16="http://schemas.microsoft.com/office/drawing/2014/main" id="{91273290-3064-F39C-9EB2-0E7B31288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2205"/>
              <a:ext cx="48" cy="47"/>
            </a:xfrm>
            <a:custGeom>
              <a:avLst/>
              <a:gdLst>
                <a:gd name="T0" fmla="*/ 1 w 80"/>
                <a:gd name="T1" fmla="*/ 42 h 79"/>
                <a:gd name="T2" fmla="*/ 42 w 80"/>
                <a:gd name="T3" fmla="*/ 78 h 79"/>
                <a:gd name="T4" fmla="*/ 78 w 80"/>
                <a:gd name="T5" fmla="*/ 37 h 79"/>
                <a:gd name="T6" fmla="*/ 38 w 80"/>
                <a:gd name="T7" fmla="*/ 1 h 79"/>
                <a:gd name="T8" fmla="*/ 1 w 80"/>
                <a:gd name="T9" fmla="*/ 4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79">
                  <a:moveTo>
                    <a:pt x="1" y="42"/>
                  </a:moveTo>
                  <a:cubicBezTo>
                    <a:pt x="2" y="63"/>
                    <a:pt x="20" y="79"/>
                    <a:pt x="42" y="78"/>
                  </a:cubicBezTo>
                  <a:cubicBezTo>
                    <a:pt x="63" y="77"/>
                    <a:pt x="80" y="59"/>
                    <a:pt x="78" y="37"/>
                  </a:cubicBezTo>
                  <a:cubicBezTo>
                    <a:pt x="77" y="16"/>
                    <a:pt x="59" y="0"/>
                    <a:pt x="38" y="1"/>
                  </a:cubicBezTo>
                  <a:cubicBezTo>
                    <a:pt x="16" y="2"/>
                    <a:pt x="0" y="20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18" name="Freeform 16">
              <a:extLst>
                <a:ext uri="{FF2B5EF4-FFF2-40B4-BE49-F238E27FC236}">
                  <a16:creationId xmlns:a16="http://schemas.microsoft.com/office/drawing/2014/main" id="{CE737D36-E543-77E4-1E89-5949C3357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207"/>
              <a:ext cx="48" cy="48"/>
            </a:xfrm>
            <a:custGeom>
              <a:avLst/>
              <a:gdLst>
                <a:gd name="T0" fmla="*/ 1 w 80"/>
                <a:gd name="T1" fmla="*/ 42 h 80"/>
                <a:gd name="T2" fmla="*/ 42 w 80"/>
                <a:gd name="T3" fmla="*/ 78 h 80"/>
                <a:gd name="T4" fmla="*/ 79 w 80"/>
                <a:gd name="T5" fmla="*/ 38 h 80"/>
                <a:gd name="T6" fmla="*/ 38 w 80"/>
                <a:gd name="T7" fmla="*/ 1 h 80"/>
                <a:gd name="T8" fmla="*/ 1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1" y="42"/>
                  </a:moveTo>
                  <a:cubicBezTo>
                    <a:pt x="2" y="63"/>
                    <a:pt x="21" y="80"/>
                    <a:pt x="42" y="78"/>
                  </a:cubicBezTo>
                  <a:cubicBezTo>
                    <a:pt x="63" y="77"/>
                    <a:pt x="80" y="59"/>
                    <a:pt x="79" y="38"/>
                  </a:cubicBezTo>
                  <a:cubicBezTo>
                    <a:pt x="77" y="16"/>
                    <a:pt x="59" y="0"/>
                    <a:pt x="38" y="1"/>
                  </a:cubicBezTo>
                  <a:cubicBezTo>
                    <a:pt x="16" y="2"/>
                    <a:pt x="0" y="20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19" name="Freeform 17">
              <a:extLst>
                <a:ext uri="{FF2B5EF4-FFF2-40B4-BE49-F238E27FC236}">
                  <a16:creationId xmlns:a16="http://schemas.microsoft.com/office/drawing/2014/main" id="{65C528F8-4D34-52C0-C129-EBE1A68D6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0" y="2182"/>
              <a:ext cx="48" cy="48"/>
            </a:xfrm>
            <a:custGeom>
              <a:avLst/>
              <a:gdLst>
                <a:gd name="T0" fmla="*/ 1 w 80"/>
                <a:gd name="T1" fmla="*/ 42 h 80"/>
                <a:gd name="T2" fmla="*/ 42 w 80"/>
                <a:gd name="T3" fmla="*/ 79 h 80"/>
                <a:gd name="T4" fmla="*/ 79 w 80"/>
                <a:gd name="T5" fmla="*/ 38 h 80"/>
                <a:gd name="T6" fmla="*/ 38 w 80"/>
                <a:gd name="T7" fmla="*/ 1 h 80"/>
                <a:gd name="T8" fmla="*/ 1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1" y="42"/>
                  </a:moveTo>
                  <a:cubicBezTo>
                    <a:pt x="3" y="64"/>
                    <a:pt x="21" y="80"/>
                    <a:pt x="42" y="79"/>
                  </a:cubicBezTo>
                  <a:cubicBezTo>
                    <a:pt x="64" y="78"/>
                    <a:pt x="80" y="59"/>
                    <a:pt x="79" y="38"/>
                  </a:cubicBezTo>
                  <a:cubicBezTo>
                    <a:pt x="78" y="17"/>
                    <a:pt x="59" y="0"/>
                    <a:pt x="38" y="1"/>
                  </a:cubicBezTo>
                  <a:cubicBezTo>
                    <a:pt x="17" y="2"/>
                    <a:pt x="0" y="21"/>
                    <a:pt x="1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0" name="Freeform 18">
              <a:extLst>
                <a:ext uri="{FF2B5EF4-FFF2-40B4-BE49-F238E27FC236}">
                  <a16:creationId xmlns:a16="http://schemas.microsoft.com/office/drawing/2014/main" id="{C21BDD15-C252-4756-9BD5-56A930AAD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2207"/>
              <a:ext cx="48" cy="48"/>
            </a:xfrm>
            <a:custGeom>
              <a:avLst/>
              <a:gdLst>
                <a:gd name="T0" fmla="*/ 2 w 80"/>
                <a:gd name="T1" fmla="*/ 42 h 80"/>
                <a:gd name="T2" fmla="*/ 42 w 80"/>
                <a:gd name="T3" fmla="*/ 79 h 80"/>
                <a:gd name="T4" fmla="*/ 79 w 80"/>
                <a:gd name="T5" fmla="*/ 38 h 80"/>
                <a:gd name="T6" fmla="*/ 38 w 80"/>
                <a:gd name="T7" fmla="*/ 1 h 80"/>
                <a:gd name="T8" fmla="*/ 2 w 80"/>
                <a:gd name="T9" fmla="*/ 4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2" y="42"/>
                  </a:moveTo>
                  <a:cubicBezTo>
                    <a:pt x="3" y="63"/>
                    <a:pt x="21" y="80"/>
                    <a:pt x="42" y="79"/>
                  </a:cubicBezTo>
                  <a:cubicBezTo>
                    <a:pt x="64" y="77"/>
                    <a:pt x="80" y="59"/>
                    <a:pt x="79" y="38"/>
                  </a:cubicBezTo>
                  <a:cubicBezTo>
                    <a:pt x="78" y="16"/>
                    <a:pt x="60" y="0"/>
                    <a:pt x="38" y="1"/>
                  </a:cubicBezTo>
                  <a:cubicBezTo>
                    <a:pt x="17" y="2"/>
                    <a:pt x="0" y="21"/>
                    <a:pt x="2" y="42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1" name="Freeform 19">
              <a:extLst>
                <a:ext uri="{FF2B5EF4-FFF2-40B4-BE49-F238E27FC236}">
                  <a16:creationId xmlns:a16="http://schemas.microsoft.com/office/drawing/2014/main" id="{211659B8-C145-305A-B408-8FC51E64D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" y="2188"/>
              <a:ext cx="57" cy="58"/>
            </a:xfrm>
            <a:custGeom>
              <a:avLst/>
              <a:gdLst>
                <a:gd name="T0" fmla="*/ 1 w 96"/>
                <a:gd name="T1" fmla="*/ 50 h 96"/>
                <a:gd name="T2" fmla="*/ 50 w 96"/>
                <a:gd name="T3" fmla="*/ 94 h 96"/>
                <a:gd name="T4" fmla="*/ 95 w 96"/>
                <a:gd name="T5" fmla="*/ 45 h 96"/>
                <a:gd name="T6" fmla="*/ 45 w 96"/>
                <a:gd name="T7" fmla="*/ 1 h 96"/>
                <a:gd name="T8" fmla="*/ 1 w 96"/>
                <a:gd name="T9" fmla="*/ 5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96">
                  <a:moveTo>
                    <a:pt x="1" y="50"/>
                  </a:moveTo>
                  <a:cubicBezTo>
                    <a:pt x="3" y="76"/>
                    <a:pt x="25" y="96"/>
                    <a:pt x="50" y="94"/>
                  </a:cubicBezTo>
                  <a:cubicBezTo>
                    <a:pt x="76" y="93"/>
                    <a:pt x="96" y="71"/>
                    <a:pt x="95" y="45"/>
                  </a:cubicBezTo>
                  <a:cubicBezTo>
                    <a:pt x="93" y="19"/>
                    <a:pt x="71" y="0"/>
                    <a:pt x="45" y="1"/>
                  </a:cubicBezTo>
                  <a:cubicBezTo>
                    <a:pt x="20" y="3"/>
                    <a:pt x="0" y="25"/>
                    <a:pt x="1" y="50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2" name="Freeform 20">
              <a:extLst>
                <a:ext uri="{FF2B5EF4-FFF2-40B4-BE49-F238E27FC236}">
                  <a16:creationId xmlns:a16="http://schemas.microsoft.com/office/drawing/2014/main" id="{3CEC99BA-A636-15AE-2FD6-0624BF063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2176"/>
              <a:ext cx="49" cy="49"/>
            </a:xfrm>
            <a:custGeom>
              <a:avLst/>
              <a:gdLst>
                <a:gd name="T0" fmla="*/ 1 w 82"/>
                <a:gd name="T1" fmla="*/ 43 h 82"/>
                <a:gd name="T2" fmla="*/ 43 w 82"/>
                <a:gd name="T3" fmla="*/ 81 h 82"/>
                <a:gd name="T4" fmla="*/ 81 w 82"/>
                <a:gd name="T5" fmla="*/ 39 h 82"/>
                <a:gd name="T6" fmla="*/ 39 w 82"/>
                <a:gd name="T7" fmla="*/ 1 h 82"/>
                <a:gd name="T8" fmla="*/ 1 w 82"/>
                <a:gd name="T9" fmla="*/ 4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82">
                  <a:moveTo>
                    <a:pt x="1" y="43"/>
                  </a:moveTo>
                  <a:cubicBezTo>
                    <a:pt x="2" y="66"/>
                    <a:pt x="21" y="82"/>
                    <a:pt x="43" y="81"/>
                  </a:cubicBezTo>
                  <a:cubicBezTo>
                    <a:pt x="65" y="80"/>
                    <a:pt x="82" y="61"/>
                    <a:pt x="81" y="39"/>
                  </a:cubicBezTo>
                  <a:cubicBezTo>
                    <a:pt x="80" y="17"/>
                    <a:pt x="61" y="0"/>
                    <a:pt x="39" y="1"/>
                  </a:cubicBezTo>
                  <a:cubicBezTo>
                    <a:pt x="17" y="3"/>
                    <a:pt x="0" y="21"/>
                    <a:pt x="1" y="43"/>
                  </a:cubicBezTo>
                  <a:close/>
                </a:path>
              </a:pathLst>
            </a:custGeom>
            <a:solidFill>
              <a:srgbClr val="8B5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3" name="Oval 21">
              <a:extLst>
                <a:ext uri="{FF2B5EF4-FFF2-40B4-BE49-F238E27FC236}">
                  <a16:creationId xmlns:a16="http://schemas.microsoft.com/office/drawing/2014/main" id="{EF28C3A0-DCEB-F0B9-E024-C13DCAF98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" y="2228"/>
              <a:ext cx="34" cy="34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4" name="Oval 22">
              <a:extLst>
                <a:ext uri="{FF2B5EF4-FFF2-40B4-BE49-F238E27FC236}">
                  <a16:creationId xmlns:a16="http://schemas.microsoft.com/office/drawing/2014/main" id="{E519766B-B114-8718-03F4-78C4906A9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2241"/>
              <a:ext cx="34" cy="34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5" name="Oval 23">
              <a:extLst>
                <a:ext uri="{FF2B5EF4-FFF2-40B4-BE49-F238E27FC236}">
                  <a16:creationId xmlns:a16="http://schemas.microsoft.com/office/drawing/2014/main" id="{E3DB9B8A-5748-47DF-4062-6303B7F77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2234"/>
              <a:ext cx="34" cy="34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6" name="Oval 24">
              <a:extLst>
                <a:ext uri="{FF2B5EF4-FFF2-40B4-BE49-F238E27FC236}">
                  <a16:creationId xmlns:a16="http://schemas.microsoft.com/office/drawing/2014/main" id="{4FAC9076-4568-4288-4383-A60A7259D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2223"/>
              <a:ext cx="34" cy="34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7" name="Oval 25">
              <a:extLst>
                <a:ext uri="{FF2B5EF4-FFF2-40B4-BE49-F238E27FC236}">
                  <a16:creationId xmlns:a16="http://schemas.microsoft.com/office/drawing/2014/main" id="{9C5DAD42-04DC-DF90-5B9D-E72D319DC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4" y="2206"/>
              <a:ext cx="34" cy="34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8" name="Oval 26">
              <a:extLst>
                <a:ext uri="{FF2B5EF4-FFF2-40B4-BE49-F238E27FC236}">
                  <a16:creationId xmlns:a16="http://schemas.microsoft.com/office/drawing/2014/main" id="{5EECD3BB-6511-324A-52EA-11BB9045A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" y="2237"/>
              <a:ext cx="34" cy="35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9" name="Oval 27">
              <a:extLst>
                <a:ext uri="{FF2B5EF4-FFF2-40B4-BE49-F238E27FC236}">
                  <a16:creationId xmlns:a16="http://schemas.microsoft.com/office/drawing/2014/main" id="{D4B523C5-39C0-3BCC-9C36-45F4C878B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2224"/>
              <a:ext cx="42" cy="41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0" name="Oval 28">
              <a:extLst>
                <a:ext uri="{FF2B5EF4-FFF2-40B4-BE49-F238E27FC236}">
                  <a16:creationId xmlns:a16="http://schemas.microsoft.com/office/drawing/2014/main" id="{60611C83-F6A2-68F9-03EB-4721C447D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2209"/>
              <a:ext cx="47" cy="46"/>
            </a:xfrm>
            <a:prstGeom prst="ellipse">
              <a:avLst/>
            </a:pr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1" name="Freeform 29">
              <a:extLst>
                <a:ext uri="{FF2B5EF4-FFF2-40B4-BE49-F238E27FC236}">
                  <a16:creationId xmlns:a16="http://schemas.microsoft.com/office/drawing/2014/main" id="{57DE5DAA-E913-1B1E-03E0-C1596BF1F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" y="2182"/>
              <a:ext cx="402" cy="206"/>
            </a:xfrm>
            <a:custGeom>
              <a:avLst/>
              <a:gdLst>
                <a:gd name="T0" fmla="*/ 661 w 671"/>
                <a:gd name="T1" fmla="*/ 63 h 346"/>
                <a:gd name="T2" fmla="*/ 566 w 671"/>
                <a:gd name="T3" fmla="*/ 5 h 346"/>
                <a:gd name="T4" fmla="*/ 542 w 671"/>
                <a:gd name="T5" fmla="*/ 0 h 346"/>
                <a:gd name="T6" fmla="*/ 505 w 671"/>
                <a:gd name="T7" fmla="*/ 38 h 346"/>
                <a:gd name="T8" fmla="*/ 521 w 671"/>
                <a:gd name="T9" fmla="*/ 74 h 346"/>
                <a:gd name="T10" fmla="*/ 358 w 671"/>
                <a:gd name="T11" fmla="*/ 131 h 346"/>
                <a:gd name="T12" fmla="*/ 201 w 671"/>
                <a:gd name="T13" fmla="*/ 78 h 346"/>
                <a:gd name="T14" fmla="*/ 209 w 671"/>
                <a:gd name="T15" fmla="*/ 48 h 346"/>
                <a:gd name="T16" fmla="*/ 175 w 671"/>
                <a:gd name="T17" fmla="*/ 15 h 346"/>
                <a:gd name="T18" fmla="*/ 158 w 671"/>
                <a:gd name="T19" fmla="*/ 17 h 346"/>
                <a:gd name="T20" fmla="*/ 20 w 671"/>
                <a:gd name="T21" fmla="*/ 59 h 346"/>
                <a:gd name="T22" fmla="*/ 0 w 671"/>
                <a:gd name="T23" fmla="*/ 59 h 346"/>
                <a:gd name="T24" fmla="*/ 358 w 671"/>
                <a:gd name="T25" fmla="*/ 346 h 346"/>
                <a:gd name="T26" fmla="*/ 671 w 671"/>
                <a:gd name="T27" fmla="*/ 63 h 346"/>
                <a:gd name="T28" fmla="*/ 661 w 671"/>
                <a:gd name="T29" fmla="*/ 63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1" h="346">
                  <a:moveTo>
                    <a:pt x="661" y="63"/>
                  </a:moveTo>
                  <a:cubicBezTo>
                    <a:pt x="626" y="63"/>
                    <a:pt x="596" y="22"/>
                    <a:pt x="566" y="5"/>
                  </a:cubicBezTo>
                  <a:cubicBezTo>
                    <a:pt x="559" y="1"/>
                    <a:pt x="551" y="0"/>
                    <a:pt x="542" y="0"/>
                  </a:cubicBezTo>
                  <a:cubicBezTo>
                    <a:pt x="522" y="2"/>
                    <a:pt x="506" y="18"/>
                    <a:pt x="505" y="38"/>
                  </a:cubicBezTo>
                  <a:cubicBezTo>
                    <a:pt x="504" y="53"/>
                    <a:pt x="511" y="66"/>
                    <a:pt x="521" y="74"/>
                  </a:cubicBezTo>
                  <a:cubicBezTo>
                    <a:pt x="477" y="110"/>
                    <a:pt x="420" y="131"/>
                    <a:pt x="358" y="131"/>
                  </a:cubicBezTo>
                  <a:cubicBezTo>
                    <a:pt x="299" y="131"/>
                    <a:pt x="244" y="111"/>
                    <a:pt x="201" y="78"/>
                  </a:cubicBezTo>
                  <a:cubicBezTo>
                    <a:pt x="207" y="70"/>
                    <a:pt x="211" y="60"/>
                    <a:pt x="209" y="48"/>
                  </a:cubicBezTo>
                  <a:cubicBezTo>
                    <a:pt x="207" y="31"/>
                    <a:pt x="193" y="16"/>
                    <a:pt x="175" y="15"/>
                  </a:cubicBezTo>
                  <a:cubicBezTo>
                    <a:pt x="169" y="14"/>
                    <a:pt x="163" y="15"/>
                    <a:pt x="158" y="17"/>
                  </a:cubicBezTo>
                  <a:cubicBezTo>
                    <a:pt x="122" y="29"/>
                    <a:pt x="57" y="59"/>
                    <a:pt x="20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32"/>
                    <a:pt x="185" y="346"/>
                    <a:pt x="358" y="346"/>
                  </a:cubicBezTo>
                  <a:cubicBezTo>
                    <a:pt x="531" y="346"/>
                    <a:pt x="671" y="236"/>
                    <a:pt x="671" y="63"/>
                  </a:cubicBezTo>
                  <a:lnTo>
                    <a:pt x="661" y="63"/>
                  </a:lnTo>
                  <a:close/>
                </a:path>
              </a:pathLst>
            </a:custGeom>
            <a:solidFill>
              <a:srgbClr val="A97C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232" name="Graphic 231">
            <a:extLst>
              <a:ext uri="{FF2B5EF4-FFF2-40B4-BE49-F238E27FC236}">
                <a16:creationId xmlns:a16="http://schemas.microsoft.com/office/drawing/2014/main" id="{C8EEB1AB-2918-A78C-9996-395F8B2B6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7434" y="2021904"/>
            <a:ext cx="2866569" cy="1955657"/>
          </a:xfrm>
          <a:prstGeom prst="rect">
            <a:avLst/>
          </a:prstGeom>
          <a:effectLst>
            <a:outerShdw blurRad="114300" dir="12720000" sx="94000" sy="94000" kx="1200000" algn="br" rotWithShape="0">
              <a:srgbClr val="475560">
                <a:alpha val="8000"/>
              </a:srgbClr>
            </a:outerShdw>
          </a:effectLst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FE76FEAA-DAB9-84E6-AC0D-B18120752C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0600" y="3443597"/>
            <a:ext cx="492268" cy="551522"/>
          </a:xfrm>
          <a:prstGeom prst="rect">
            <a:avLst/>
          </a:prstGeom>
        </p:spPr>
      </p:pic>
      <p:sp>
        <p:nvSpPr>
          <p:cNvPr id="234" name="Freeform: Shape 233">
            <a:extLst>
              <a:ext uri="{FF2B5EF4-FFF2-40B4-BE49-F238E27FC236}">
                <a16:creationId xmlns:a16="http://schemas.microsoft.com/office/drawing/2014/main" id="{83B138F8-5AF4-8F94-717C-D2C268E08323}"/>
              </a:ext>
            </a:extLst>
          </p:cNvPr>
          <p:cNvSpPr/>
          <p:nvPr/>
        </p:nvSpPr>
        <p:spPr>
          <a:xfrm flipH="1">
            <a:off x="6522676" y="3349207"/>
            <a:ext cx="73164" cy="110006"/>
          </a:xfrm>
          <a:custGeom>
            <a:avLst/>
            <a:gdLst>
              <a:gd name="connsiteX0" fmla="*/ 0 w 57156"/>
              <a:gd name="connsiteY0" fmla="*/ 44017 h 72367"/>
              <a:gd name="connsiteX1" fmla="*/ 28578 w 57156"/>
              <a:gd name="connsiteY1" fmla="*/ 72596 h 72367"/>
              <a:gd name="connsiteX2" fmla="*/ 57156 w 57156"/>
              <a:gd name="connsiteY2" fmla="*/ 44017 h 72367"/>
              <a:gd name="connsiteX3" fmla="*/ 39198 w 57156"/>
              <a:gd name="connsiteY3" fmla="*/ 12217 h 72367"/>
              <a:gd name="connsiteX4" fmla="*/ 28578 w 57156"/>
              <a:gd name="connsiteY4" fmla="*/ 0 h 72367"/>
              <a:gd name="connsiteX5" fmla="*/ 18103 w 57156"/>
              <a:gd name="connsiteY5" fmla="*/ 12042 h 72367"/>
              <a:gd name="connsiteX6" fmla="*/ 0 w 57156"/>
              <a:gd name="connsiteY6" fmla="*/ 44017 h 7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156" h="72367">
                <a:moveTo>
                  <a:pt x="0" y="44017"/>
                </a:moveTo>
                <a:cubicBezTo>
                  <a:pt x="0" y="59775"/>
                  <a:pt x="12821" y="72596"/>
                  <a:pt x="28578" y="72596"/>
                </a:cubicBezTo>
                <a:cubicBezTo>
                  <a:pt x="44335" y="72596"/>
                  <a:pt x="57156" y="59775"/>
                  <a:pt x="57156" y="44017"/>
                </a:cubicBezTo>
                <a:cubicBezTo>
                  <a:pt x="57156" y="42402"/>
                  <a:pt x="56290" y="33275"/>
                  <a:pt x="39198" y="12217"/>
                </a:cubicBezTo>
                <a:cubicBezTo>
                  <a:pt x="35969" y="8239"/>
                  <a:pt x="32404" y="4139"/>
                  <a:pt x="28578" y="0"/>
                </a:cubicBezTo>
                <a:cubicBezTo>
                  <a:pt x="24819" y="4066"/>
                  <a:pt x="21302" y="8108"/>
                  <a:pt x="18103" y="12042"/>
                </a:cubicBezTo>
                <a:cubicBezTo>
                  <a:pt x="873" y="33220"/>
                  <a:pt x="0" y="42393"/>
                  <a:pt x="0" y="44017"/>
                </a:cubicBezTo>
                <a:close/>
              </a:path>
            </a:pathLst>
          </a:custGeom>
          <a:solidFill>
            <a:srgbClr val="498CC3"/>
          </a:solidFill>
          <a:ln w="23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A9F810CA-AAB2-68EF-21FA-7F34F6A06993}"/>
              </a:ext>
            </a:extLst>
          </p:cNvPr>
          <p:cNvGrpSpPr/>
          <p:nvPr/>
        </p:nvGrpSpPr>
        <p:grpSpPr>
          <a:xfrm>
            <a:off x="524965" y="2777187"/>
            <a:ext cx="902269" cy="873085"/>
            <a:chOff x="524965" y="1505608"/>
            <a:chExt cx="902269" cy="873085"/>
          </a:xfrm>
          <a:effectLst>
            <a:outerShdw blurRad="76200" dist="12700" dir="8100000" sy="-23000" kx="800400" algn="br" rotWithShape="0">
              <a:srgbClr val="627787">
                <a:alpha val="14000"/>
              </a:srgbClr>
            </a:outerShdw>
          </a:effectLst>
        </p:grpSpPr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5E52C820-829B-2EB6-7706-FDCD15FF58DE}"/>
                </a:ext>
              </a:extLst>
            </p:cNvPr>
            <p:cNvSpPr/>
            <p:nvPr/>
          </p:nvSpPr>
          <p:spPr>
            <a:xfrm flipH="1">
              <a:off x="562217" y="1505608"/>
              <a:ext cx="669159" cy="493101"/>
            </a:xfrm>
            <a:custGeom>
              <a:avLst/>
              <a:gdLst>
                <a:gd name="connsiteX0" fmla="*/ 629774 w 669159"/>
                <a:gd name="connsiteY0" fmla="*/ 491950 h 493101"/>
                <a:gd name="connsiteX1" fmla="*/ 632690 w 669159"/>
                <a:gd name="connsiteY1" fmla="*/ 492679 h 493101"/>
                <a:gd name="connsiteX2" fmla="*/ 653835 w 669159"/>
                <a:gd name="connsiteY2" fmla="*/ 478825 h 493101"/>
                <a:gd name="connsiteX3" fmla="*/ 583109 w 669159"/>
                <a:gd name="connsiteY3" fmla="*/ 82905 h 493101"/>
                <a:gd name="connsiteX4" fmla="*/ 330828 w 669159"/>
                <a:gd name="connsiteY4" fmla="*/ 3430 h 493101"/>
                <a:gd name="connsiteX5" fmla="*/ 1989 w 669159"/>
                <a:gd name="connsiteY5" fmla="*/ 221441 h 493101"/>
                <a:gd name="connsiteX6" fmla="*/ 10009 w 669159"/>
                <a:gd name="connsiteY6" fmla="*/ 245502 h 493101"/>
                <a:gd name="connsiteX7" fmla="*/ 34071 w 669159"/>
                <a:gd name="connsiteY7" fmla="*/ 237482 h 493101"/>
                <a:gd name="connsiteX8" fmla="*/ 335932 w 669159"/>
                <a:gd name="connsiteY8" fmla="*/ 39157 h 493101"/>
                <a:gd name="connsiteX9" fmla="*/ 556860 w 669159"/>
                <a:gd name="connsiteY9" fmla="*/ 106967 h 493101"/>
                <a:gd name="connsiteX10" fmla="*/ 618107 w 669159"/>
                <a:gd name="connsiteY10" fmla="*/ 470805 h 493101"/>
                <a:gd name="connsiteX11" fmla="*/ 629774 w 669159"/>
                <a:gd name="connsiteY11" fmla="*/ 491950 h 493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9159" h="493101">
                  <a:moveTo>
                    <a:pt x="629774" y="491950"/>
                  </a:moveTo>
                  <a:cubicBezTo>
                    <a:pt x="630503" y="491950"/>
                    <a:pt x="631232" y="492679"/>
                    <a:pt x="632690" y="492679"/>
                  </a:cubicBezTo>
                  <a:cubicBezTo>
                    <a:pt x="642169" y="494866"/>
                    <a:pt x="651648" y="488304"/>
                    <a:pt x="653835" y="478825"/>
                  </a:cubicBezTo>
                  <a:cubicBezTo>
                    <a:pt x="688834" y="309666"/>
                    <a:pt x="663314" y="168943"/>
                    <a:pt x="583109" y="82905"/>
                  </a:cubicBezTo>
                  <a:cubicBezTo>
                    <a:pt x="522591" y="18012"/>
                    <a:pt x="432907" y="-10424"/>
                    <a:pt x="330828" y="3430"/>
                  </a:cubicBezTo>
                  <a:cubicBezTo>
                    <a:pt x="101151" y="34783"/>
                    <a:pt x="5634" y="213420"/>
                    <a:pt x="1989" y="221441"/>
                  </a:cubicBezTo>
                  <a:cubicBezTo>
                    <a:pt x="-2386" y="230191"/>
                    <a:pt x="531" y="241128"/>
                    <a:pt x="10009" y="245502"/>
                  </a:cubicBezTo>
                  <a:cubicBezTo>
                    <a:pt x="18759" y="249877"/>
                    <a:pt x="29696" y="246961"/>
                    <a:pt x="34071" y="237482"/>
                  </a:cubicBezTo>
                  <a:cubicBezTo>
                    <a:pt x="35529" y="234565"/>
                    <a:pt x="125942" y="67594"/>
                    <a:pt x="335932" y="39157"/>
                  </a:cubicBezTo>
                  <a:cubicBezTo>
                    <a:pt x="427074" y="26762"/>
                    <a:pt x="503633" y="50094"/>
                    <a:pt x="556860" y="106967"/>
                  </a:cubicBezTo>
                  <a:cubicBezTo>
                    <a:pt x="629044" y="184255"/>
                    <a:pt x="650918" y="313312"/>
                    <a:pt x="618107" y="470805"/>
                  </a:cubicBezTo>
                  <a:cubicBezTo>
                    <a:pt x="616649" y="480284"/>
                    <a:pt x="621753" y="489033"/>
                    <a:pt x="629774" y="491950"/>
                  </a:cubicBezTo>
                  <a:close/>
                </a:path>
              </a:pathLst>
            </a:custGeom>
            <a:solidFill>
              <a:srgbClr val="B6BDC2"/>
            </a:solidFill>
            <a:ln w="3175" cap="rnd">
              <a:solidFill>
                <a:srgbClr val="909C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572B8B19-A335-717D-4EF5-D7CE115C61E7}"/>
                </a:ext>
              </a:extLst>
            </p:cNvPr>
            <p:cNvSpPr/>
            <p:nvPr/>
          </p:nvSpPr>
          <p:spPr>
            <a:xfrm flipH="1">
              <a:off x="525870" y="1679656"/>
              <a:ext cx="725392" cy="699037"/>
            </a:xfrm>
            <a:custGeom>
              <a:avLst/>
              <a:gdLst>
                <a:gd name="connsiteX0" fmla="*/ 16041 w 725392"/>
                <a:gd name="connsiteY0" fmla="*/ 329569 h 699037"/>
                <a:gd name="connsiteX1" fmla="*/ 436752 w 725392"/>
                <a:gd name="connsiteY1" fmla="*/ 0 h 699037"/>
                <a:gd name="connsiteX2" fmla="*/ 719656 w 725392"/>
                <a:gd name="connsiteY2" fmla="*/ 385712 h 699037"/>
                <a:gd name="connsiteX3" fmla="*/ 580391 w 725392"/>
                <a:gd name="connsiteY3" fmla="*/ 594245 h 699037"/>
                <a:gd name="connsiteX4" fmla="*/ 348526 w 725392"/>
                <a:gd name="connsiteY4" fmla="*/ 688303 h 699037"/>
                <a:gd name="connsiteX5" fmla="*/ 0 w 725392"/>
                <a:gd name="connsiteY5" fmla="*/ 356547 h 699037"/>
                <a:gd name="connsiteX6" fmla="*/ 16041 w 725392"/>
                <a:gd name="connsiteY6" fmla="*/ 329569 h 699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5392" h="699037">
                  <a:moveTo>
                    <a:pt x="16041" y="329569"/>
                  </a:moveTo>
                  <a:lnTo>
                    <a:pt x="436752" y="0"/>
                  </a:lnTo>
                  <a:lnTo>
                    <a:pt x="719656" y="385712"/>
                  </a:lnTo>
                  <a:cubicBezTo>
                    <a:pt x="745176" y="417065"/>
                    <a:pt x="683199" y="510394"/>
                    <a:pt x="580391" y="594245"/>
                  </a:cubicBezTo>
                  <a:cubicBezTo>
                    <a:pt x="477583" y="678095"/>
                    <a:pt x="374046" y="720385"/>
                    <a:pt x="348526" y="688303"/>
                  </a:cubicBezTo>
                  <a:lnTo>
                    <a:pt x="0" y="356547"/>
                  </a:lnTo>
                  <a:lnTo>
                    <a:pt x="16041" y="329569"/>
                  </a:lnTo>
                  <a:close/>
                </a:path>
              </a:pathLst>
            </a:custGeom>
            <a:solidFill>
              <a:srgbClr val="B6BDC2"/>
            </a:solidFill>
            <a:ln w="3175" cap="rnd">
              <a:solidFill>
                <a:srgbClr val="909C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433A5DE9-95E1-19A8-9C60-0168DD9695CE}"/>
                </a:ext>
              </a:extLst>
            </p:cNvPr>
            <p:cNvSpPr/>
            <p:nvPr/>
          </p:nvSpPr>
          <p:spPr>
            <a:xfrm flipH="1">
              <a:off x="524965" y="1678926"/>
              <a:ext cx="361000" cy="489978"/>
            </a:xfrm>
            <a:custGeom>
              <a:avLst/>
              <a:gdLst>
                <a:gd name="connsiteX0" fmla="*/ 296029 w 361000"/>
                <a:gd name="connsiteY0" fmla="*/ 453522 h 489978"/>
                <a:gd name="connsiteX1" fmla="*/ 180096 w 361000"/>
                <a:gd name="connsiteY1" fmla="*/ 293112 h 489978"/>
                <a:gd name="connsiteX2" fmla="*/ 56143 w 361000"/>
                <a:gd name="connsiteY2" fmla="*/ 129057 h 489978"/>
                <a:gd name="connsiteX3" fmla="*/ 0 w 361000"/>
                <a:gd name="connsiteY3" fmla="*/ 56143 h 489978"/>
                <a:gd name="connsiteX4" fmla="*/ 72184 w 361000"/>
                <a:gd name="connsiteY4" fmla="*/ 0 h 489978"/>
                <a:gd name="connsiteX5" fmla="*/ 355088 w 361000"/>
                <a:gd name="connsiteY5" fmla="*/ 385712 h 489978"/>
                <a:gd name="connsiteX6" fmla="*/ 319361 w 361000"/>
                <a:gd name="connsiteY6" fmla="*/ 489978 h 489978"/>
                <a:gd name="connsiteX7" fmla="*/ 296029 w 361000"/>
                <a:gd name="connsiteY7" fmla="*/ 453522 h 489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000" h="489978">
                  <a:moveTo>
                    <a:pt x="296029" y="453522"/>
                  </a:moveTo>
                  <a:cubicBezTo>
                    <a:pt x="259572" y="398837"/>
                    <a:pt x="220199" y="345610"/>
                    <a:pt x="180096" y="293112"/>
                  </a:cubicBezTo>
                  <a:cubicBezTo>
                    <a:pt x="138536" y="238427"/>
                    <a:pt x="96975" y="183742"/>
                    <a:pt x="56143" y="129057"/>
                  </a:cubicBezTo>
                  <a:cubicBezTo>
                    <a:pt x="37915" y="104995"/>
                    <a:pt x="19687" y="80205"/>
                    <a:pt x="0" y="56143"/>
                  </a:cubicBezTo>
                  <a:lnTo>
                    <a:pt x="72184" y="0"/>
                  </a:lnTo>
                  <a:lnTo>
                    <a:pt x="355088" y="385712"/>
                  </a:lnTo>
                  <a:cubicBezTo>
                    <a:pt x="370400" y="403941"/>
                    <a:pt x="355088" y="443314"/>
                    <a:pt x="319361" y="489978"/>
                  </a:cubicBezTo>
                  <a:cubicBezTo>
                    <a:pt x="312070" y="478312"/>
                    <a:pt x="304049" y="465917"/>
                    <a:pt x="296029" y="453522"/>
                  </a:cubicBezTo>
                  <a:close/>
                </a:path>
              </a:pathLst>
            </a:custGeom>
            <a:solidFill>
              <a:srgbClr val="B6BDC2"/>
            </a:solidFill>
            <a:ln w="3175" cap="rnd">
              <a:solidFill>
                <a:srgbClr val="909C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9CCFF50-7B19-5B87-D88A-8A47A5DCCA3A}"/>
                </a:ext>
              </a:extLst>
            </p:cNvPr>
            <p:cNvSpPr/>
            <p:nvPr/>
          </p:nvSpPr>
          <p:spPr>
            <a:xfrm flipH="1">
              <a:off x="747431" y="1950165"/>
              <a:ext cx="503831" cy="428444"/>
            </a:xfrm>
            <a:custGeom>
              <a:avLst/>
              <a:gdLst>
                <a:gd name="connsiteX0" fmla="*/ 91871 w 503831"/>
                <a:gd name="connsiteY0" fmla="*/ 0 h 428444"/>
                <a:gd name="connsiteX1" fmla="*/ 99162 w 503831"/>
                <a:gd name="connsiteY1" fmla="*/ 9479 h 428444"/>
                <a:gd name="connsiteX2" fmla="*/ 256655 w 503831"/>
                <a:gd name="connsiteY2" fmla="*/ 200512 h 428444"/>
                <a:gd name="connsiteX3" fmla="*/ 340506 w 503831"/>
                <a:gd name="connsiteY3" fmla="*/ 294570 h 428444"/>
                <a:gd name="connsiteX4" fmla="*/ 413419 w 503831"/>
                <a:gd name="connsiteY4" fmla="*/ 366026 h 428444"/>
                <a:gd name="connsiteX5" fmla="*/ 491437 w 503831"/>
                <a:gd name="connsiteY5" fmla="*/ 382796 h 428444"/>
                <a:gd name="connsiteX6" fmla="*/ 503832 w 503831"/>
                <a:gd name="connsiteY6" fmla="*/ 378421 h 428444"/>
                <a:gd name="connsiteX7" fmla="*/ 348526 w 503831"/>
                <a:gd name="connsiteY7" fmla="*/ 417794 h 428444"/>
                <a:gd name="connsiteX8" fmla="*/ 0 w 503831"/>
                <a:gd name="connsiteY8" fmla="*/ 86038 h 428444"/>
                <a:gd name="connsiteX9" fmla="*/ 16041 w 503831"/>
                <a:gd name="connsiteY9" fmla="*/ 59060 h 428444"/>
                <a:gd name="connsiteX10" fmla="*/ 91871 w 503831"/>
                <a:gd name="connsiteY10" fmla="*/ 0 h 4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3831" h="428444">
                  <a:moveTo>
                    <a:pt x="91871" y="0"/>
                  </a:moveTo>
                  <a:cubicBezTo>
                    <a:pt x="94058" y="2917"/>
                    <a:pt x="96975" y="6562"/>
                    <a:pt x="99162" y="9479"/>
                  </a:cubicBezTo>
                  <a:cubicBezTo>
                    <a:pt x="150931" y="73643"/>
                    <a:pt x="202699" y="137806"/>
                    <a:pt x="256655" y="200512"/>
                  </a:cubicBezTo>
                  <a:cubicBezTo>
                    <a:pt x="284362" y="232594"/>
                    <a:pt x="312070" y="263947"/>
                    <a:pt x="340506" y="294570"/>
                  </a:cubicBezTo>
                  <a:cubicBezTo>
                    <a:pt x="363109" y="319361"/>
                    <a:pt x="385712" y="347068"/>
                    <a:pt x="413419" y="366026"/>
                  </a:cubicBezTo>
                  <a:cubicBezTo>
                    <a:pt x="436752" y="382066"/>
                    <a:pt x="463000" y="391545"/>
                    <a:pt x="491437" y="382796"/>
                  </a:cubicBezTo>
                  <a:cubicBezTo>
                    <a:pt x="495811" y="381337"/>
                    <a:pt x="499457" y="379879"/>
                    <a:pt x="503832" y="378421"/>
                  </a:cubicBezTo>
                  <a:cubicBezTo>
                    <a:pt x="430189" y="423627"/>
                    <a:pt x="367484" y="441856"/>
                    <a:pt x="348526" y="417794"/>
                  </a:cubicBezTo>
                  <a:lnTo>
                    <a:pt x="0" y="86038"/>
                  </a:lnTo>
                  <a:lnTo>
                    <a:pt x="16041" y="59060"/>
                  </a:lnTo>
                  <a:lnTo>
                    <a:pt x="91871" y="0"/>
                  </a:lnTo>
                  <a:close/>
                </a:path>
              </a:pathLst>
            </a:custGeom>
            <a:solidFill>
              <a:srgbClr val="B6BDC2"/>
            </a:solidFill>
            <a:ln w="3175" cap="rnd">
              <a:solidFill>
                <a:srgbClr val="909C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5DAD4906-6E8B-CBB6-7F17-5F8C0C9A0FF7}"/>
                </a:ext>
              </a:extLst>
            </p:cNvPr>
            <p:cNvSpPr/>
            <p:nvPr/>
          </p:nvSpPr>
          <p:spPr>
            <a:xfrm flipH="1">
              <a:off x="807083" y="1667301"/>
              <a:ext cx="450877" cy="380526"/>
            </a:xfrm>
            <a:custGeom>
              <a:avLst/>
              <a:gdLst>
                <a:gd name="connsiteX0" fmla="*/ 170753 w 450877"/>
                <a:gd name="connsiteY0" fmla="*/ 123183 h 380526"/>
                <a:gd name="connsiteX1" fmla="*/ 6698 w 450877"/>
                <a:gd name="connsiteY1" fmla="*/ 368172 h 380526"/>
                <a:gd name="connsiteX2" fmla="*/ 280124 w 450877"/>
                <a:gd name="connsiteY2" fmla="*/ 257344 h 380526"/>
                <a:gd name="connsiteX3" fmla="*/ 444179 w 450877"/>
                <a:gd name="connsiteY3" fmla="*/ 12355 h 380526"/>
                <a:gd name="connsiteX4" fmla="*/ 170753 w 450877"/>
                <a:gd name="connsiteY4" fmla="*/ 123183 h 38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877" h="380526">
                  <a:moveTo>
                    <a:pt x="170753" y="123183"/>
                  </a:moveTo>
                  <a:cubicBezTo>
                    <a:pt x="49717" y="221616"/>
                    <a:pt x="-23196" y="331716"/>
                    <a:pt x="6698" y="368172"/>
                  </a:cubicBezTo>
                  <a:cubicBezTo>
                    <a:pt x="36593" y="405358"/>
                    <a:pt x="159087" y="355777"/>
                    <a:pt x="280124" y="257344"/>
                  </a:cubicBezTo>
                  <a:cubicBezTo>
                    <a:pt x="401160" y="158911"/>
                    <a:pt x="474073" y="49540"/>
                    <a:pt x="444179" y="12355"/>
                  </a:cubicBezTo>
                  <a:cubicBezTo>
                    <a:pt x="413555" y="-24831"/>
                    <a:pt x="291061" y="24750"/>
                    <a:pt x="170753" y="123183"/>
                  </a:cubicBezTo>
                  <a:close/>
                </a:path>
              </a:pathLst>
            </a:custGeom>
            <a:solidFill>
              <a:srgbClr val="B6BDC2"/>
            </a:solidFill>
            <a:ln w="3175" cap="rnd">
              <a:solidFill>
                <a:srgbClr val="909C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41" name="Graphic 60">
              <a:extLst>
                <a:ext uri="{FF2B5EF4-FFF2-40B4-BE49-F238E27FC236}">
                  <a16:creationId xmlns:a16="http://schemas.microsoft.com/office/drawing/2014/main" id="{0DCC18F3-7FC3-33F3-3AA9-F9BF1213CB13}"/>
                </a:ext>
              </a:extLst>
            </p:cNvPr>
            <p:cNvGrpSpPr/>
            <p:nvPr/>
          </p:nvGrpSpPr>
          <p:grpSpPr>
            <a:xfrm flipH="1">
              <a:off x="981805" y="2062816"/>
              <a:ext cx="445429" cy="246082"/>
              <a:chOff x="1047529" y="2062816"/>
              <a:chExt cx="445429" cy="246082"/>
            </a:xfrm>
            <a:solidFill>
              <a:srgbClr val="B6BDC2"/>
            </a:solidFill>
          </p:grpSpPr>
          <p:grpSp>
            <p:nvGrpSpPr>
              <p:cNvPr id="245" name="Graphic 60">
                <a:extLst>
                  <a:ext uri="{FF2B5EF4-FFF2-40B4-BE49-F238E27FC236}">
                    <a16:creationId xmlns:a16="http://schemas.microsoft.com/office/drawing/2014/main" id="{BC0A5E5C-68EB-74C9-709F-41B40AA60982}"/>
                  </a:ext>
                </a:extLst>
              </p:cNvPr>
              <p:cNvGrpSpPr/>
              <p:nvPr/>
            </p:nvGrpSpPr>
            <p:grpSpPr>
              <a:xfrm>
                <a:off x="1047529" y="2062816"/>
                <a:ext cx="445429" cy="246082"/>
                <a:chOff x="1047529" y="2062816"/>
                <a:chExt cx="445429" cy="246082"/>
              </a:xfrm>
              <a:grpFill/>
            </p:grpSpPr>
            <p:sp>
              <p:nvSpPr>
                <p:cNvPr id="251" name="Freeform: Shape 250">
                  <a:extLst>
                    <a:ext uri="{FF2B5EF4-FFF2-40B4-BE49-F238E27FC236}">
                      <a16:creationId xmlns:a16="http://schemas.microsoft.com/office/drawing/2014/main" id="{E9D53F0A-19BC-C483-EF13-5F3ED2B377CA}"/>
                    </a:ext>
                  </a:extLst>
                </p:cNvPr>
                <p:cNvSpPr/>
                <p:nvPr/>
              </p:nvSpPr>
              <p:spPr>
                <a:xfrm>
                  <a:off x="1139651" y="2170363"/>
                  <a:ext cx="353307" cy="102808"/>
                </a:xfrm>
                <a:custGeom>
                  <a:avLst/>
                  <a:gdLst>
                    <a:gd name="connsiteX0" fmla="*/ 287279 w 353307"/>
                    <a:gd name="connsiteY0" fmla="*/ 17499 h 102808"/>
                    <a:gd name="connsiteX1" fmla="*/ 289466 w 353307"/>
                    <a:gd name="connsiteY1" fmla="*/ 18228 h 102808"/>
                    <a:gd name="connsiteX2" fmla="*/ 324465 w 353307"/>
                    <a:gd name="connsiteY2" fmla="*/ 48123 h 102808"/>
                    <a:gd name="connsiteX3" fmla="*/ 346339 w 353307"/>
                    <a:gd name="connsiteY3" fmla="*/ 76559 h 102808"/>
                    <a:gd name="connsiteX4" fmla="*/ 352901 w 353307"/>
                    <a:gd name="connsiteY4" fmla="*/ 102808 h 102808"/>
                    <a:gd name="connsiteX5" fmla="*/ 7291 w 353307"/>
                    <a:gd name="connsiteY5" fmla="*/ 46665 h 102808"/>
                    <a:gd name="connsiteX6" fmla="*/ 0 w 353307"/>
                    <a:gd name="connsiteY6" fmla="*/ 0 h 102808"/>
                    <a:gd name="connsiteX7" fmla="*/ 287279 w 353307"/>
                    <a:gd name="connsiteY7" fmla="*/ 17499 h 102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53307" h="102808">
                      <a:moveTo>
                        <a:pt x="287279" y="17499"/>
                      </a:moveTo>
                      <a:cubicBezTo>
                        <a:pt x="288008" y="17499"/>
                        <a:pt x="288737" y="18228"/>
                        <a:pt x="289466" y="18228"/>
                      </a:cubicBezTo>
                      <a:cubicBezTo>
                        <a:pt x="303320" y="24791"/>
                        <a:pt x="313528" y="36457"/>
                        <a:pt x="324465" y="48123"/>
                      </a:cubicBezTo>
                      <a:cubicBezTo>
                        <a:pt x="332485" y="56873"/>
                        <a:pt x="340506" y="66351"/>
                        <a:pt x="346339" y="76559"/>
                      </a:cubicBezTo>
                      <a:cubicBezTo>
                        <a:pt x="347797" y="79476"/>
                        <a:pt x="355089" y="96246"/>
                        <a:pt x="352901" y="102808"/>
                      </a:cubicBezTo>
                      <a:lnTo>
                        <a:pt x="7291" y="46665"/>
                      </a:lnTo>
                      <a:lnTo>
                        <a:pt x="0" y="0"/>
                      </a:lnTo>
                      <a:lnTo>
                        <a:pt x="287279" y="17499"/>
                      </a:lnTo>
                      <a:close/>
                    </a:path>
                  </a:pathLst>
                </a:custGeom>
                <a:grpFill/>
                <a:ln w="3175" cap="rnd">
                  <a:solidFill>
                    <a:srgbClr val="909CA6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52" name="Graphic 60">
                  <a:extLst>
                    <a:ext uri="{FF2B5EF4-FFF2-40B4-BE49-F238E27FC236}">
                      <a16:creationId xmlns:a16="http://schemas.microsoft.com/office/drawing/2014/main" id="{2E7D75EA-DC5F-DA6D-A471-285172D5A502}"/>
                    </a:ext>
                  </a:extLst>
                </p:cNvPr>
                <p:cNvGrpSpPr/>
                <p:nvPr/>
              </p:nvGrpSpPr>
              <p:grpSpPr>
                <a:xfrm>
                  <a:off x="1052155" y="2066097"/>
                  <a:ext cx="119152" cy="242072"/>
                  <a:chOff x="1052155" y="2066097"/>
                  <a:chExt cx="119152" cy="242072"/>
                </a:xfrm>
                <a:grpFill/>
              </p:grpSpPr>
              <p:sp>
                <p:nvSpPr>
                  <p:cNvPr id="258" name="Freeform: Shape 257">
                    <a:extLst>
                      <a:ext uri="{FF2B5EF4-FFF2-40B4-BE49-F238E27FC236}">
                        <a16:creationId xmlns:a16="http://schemas.microsoft.com/office/drawing/2014/main" id="{3AF80C13-0F87-488A-9E7D-2BB7F7000E31}"/>
                      </a:ext>
                    </a:extLst>
                  </p:cNvPr>
                  <p:cNvSpPr/>
                  <p:nvPr/>
                </p:nvSpPr>
                <p:spPr>
                  <a:xfrm>
                    <a:off x="1055944" y="2068988"/>
                    <a:ext cx="115363" cy="236344"/>
                  </a:xfrm>
                  <a:custGeom>
                    <a:avLst/>
                    <a:gdLst>
                      <a:gd name="connsiteX0" fmla="*/ 105581 w 115363"/>
                      <a:gd name="connsiteY0" fmla="*/ 151686 h 236344"/>
                      <a:gd name="connsiteX1" fmla="*/ 11523 w 115363"/>
                      <a:gd name="connsiteY1" fmla="*/ 236265 h 236344"/>
                      <a:gd name="connsiteX2" fmla="*/ 27563 w 115363"/>
                      <a:gd name="connsiteY2" fmla="*/ 26 h 236344"/>
                      <a:gd name="connsiteX3" fmla="*/ 105581 w 115363"/>
                      <a:gd name="connsiteY3" fmla="*/ 151686 h 2363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5363" h="236344">
                        <a:moveTo>
                          <a:pt x="105581" y="151686"/>
                        </a:moveTo>
                        <a:cubicBezTo>
                          <a:pt x="105581" y="151686"/>
                          <a:pt x="61833" y="223870"/>
                          <a:pt x="11523" y="236265"/>
                        </a:cubicBezTo>
                        <a:cubicBezTo>
                          <a:pt x="-9622" y="241369"/>
                          <a:pt x="-144" y="-2891"/>
                          <a:pt x="27563" y="26"/>
                        </a:cubicBezTo>
                        <a:cubicBezTo>
                          <a:pt x="54541" y="2942"/>
                          <a:pt x="144954" y="97730"/>
                          <a:pt x="105581" y="151686"/>
                        </a:cubicBezTo>
                        <a:close/>
                      </a:path>
                    </a:pathLst>
                  </a:custGeom>
                  <a:grpFill/>
                  <a:ln w="3175" cap="rnd">
                    <a:solidFill>
                      <a:srgbClr val="909CA6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9" name="Freeform: Shape 258">
                    <a:extLst>
                      <a:ext uri="{FF2B5EF4-FFF2-40B4-BE49-F238E27FC236}">
                        <a16:creationId xmlns:a16="http://schemas.microsoft.com/office/drawing/2014/main" id="{218F0914-13F7-06DA-5658-4F34CE04D4D0}"/>
                      </a:ext>
                    </a:extLst>
                  </p:cNvPr>
                  <p:cNvSpPr/>
                  <p:nvPr/>
                </p:nvSpPr>
                <p:spPr>
                  <a:xfrm>
                    <a:off x="1052155" y="2066097"/>
                    <a:ext cx="32811" cy="242072"/>
                  </a:xfrm>
                  <a:custGeom>
                    <a:avLst/>
                    <a:gdLst>
                      <a:gd name="connsiteX0" fmla="*/ 13854 w 32811"/>
                      <a:gd name="connsiteY0" fmla="*/ 242073 h 242072"/>
                      <a:gd name="connsiteX1" fmla="*/ 2917 w 32811"/>
                      <a:gd name="connsiteY1" fmla="*/ 218011 h 242072"/>
                      <a:gd name="connsiteX2" fmla="*/ 0 w 32811"/>
                      <a:gd name="connsiteY2" fmla="*/ 166243 h 242072"/>
                      <a:gd name="connsiteX3" fmla="*/ 7291 w 32811"/>
                      <a:gd name="connsiteY3" fmla="*/ 58331 h 242072"/>
                      <a:gd name="connsiteX4" fmla="*/ 29895 w 32811"/>
                      <a:gd name="connsiteY4" fmla="*/ 0 h 242072"/>
                      <a:gd name="connsiteX5" fmla="*/ 32811 w 32811"/>
                      <a:gd name="connsiteY5" fmla="*/ 2917 h 242072"/>
                      <a:gd name="connsiteX6" fmla="*/ 29895 w 32811"/>
                      <a:gd name="connsiteY6" fmla="*/ 5833 h 242072"/>
                      <a:gd name="connsiteX7" fmla="*/ 13124 w 32811"/>
                      <a:gd name="connsiteY7" fmla="*/ 59060 h 242072"/>
                      <a:gd name="connsiteX8" fmla="*/ 5833 w 32811"/>
                      <a:gd name="connsiteY8" fmla="*/ 166243 h 242072"/>
                      <a:gd name="connsiteX9" fmla="*/ 13854 w 32811"/>
                      <a:gd name="connsiteY9" fmla="*/ 236240 h 242072"/>
                      <a:gd name="connsiteX10" fmla="*/ 13854 w 32811"/>
                      <a:gd name="connsiteY10" fmla="*/ 236240 h 242072"/>
                      <a:gd name="connsiteX11" fmla="*/ 16770 w 32811"/>
                      <a:gd name="connsiteY11" fmla="*/ 239156 h 242072"/>
                      <a:gd name="connsiteX12" fmla="*/ 13854 w 32811"/>
                      <a:gd name="connsiteY12" fmla="*/ 242073 h 242072"/>
                      <a:gd name="connsiteX13" fmla="*/ 13854 w 32811"/>
                      <a:gd name="connsiteY13" fmla="*/ 242073 h 242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2811" h="242072">
                        <a:moveTo>
                          <a:pt x="13854" y="242073"/>
                        </a:moveTo>
                        <a:cubicBezTo>
                          <a:pt x="8020" y="242073"/>
                          <a:pt x="5104" y="234781"/>
                          <a:pt x="2917" y="218011"/>
                        </a:cubicBezTo>
                        <a:cubicBezTo>
                          <a:pt x="1458" y="204887"/>
                          <a:pt x="0" y="187388"/>
                          <a:pt x="0" y="166243"/>
                        </a:cubicBezTo>
                        <a:cubicBezTo>
                          <a:pt x="0" y="129786"/>
                          <a:pt x="2917" y="88954"/>
                          <a:pt x="7291" y="58331"/>
                        </a:cubicBezTo>
                        <a:cubicBezTo>
                          <a:pt x="14583" y="5833"/>
                          <a:pt x="24061" y="0"/>
                          <a:pt x="29895" y="0"/>
                        </a:cubicBezTo>
                        <a:cubicBezTo>
                          <a:pt x="31353" y="0"/>
                          <a:pt x="32811" y="1458"/>
                          <a:pt x="32811" y="2917"/>
                        </a:cubicBezTo>
                        <a:cubicBezTo>
                          <a:pt x="32811" y="4375"/>
                          <a:pt x="31353" y="5833"/>
                          <a:pt x="29895" y="5833"/>
                        </a:cubicBezTo>
                        <a:cubicBezTo>
                          <a:pt x="26249" y="5833"/>
                          <a:pt x="18957" y="16770"/>
                          <a:pt x="13124" y="59060"/>
                        </a:cubicBezTo>
                        <a:cubicBezTo>
                          <a:pt x="8750" y="89684"/>
                          <a:pt x="5833" y="129786"/>
                          <a:pt x="5833" y="166243"/>
                        </a:cubicBezTo>
                        <a:cubicBezTo>
                          <a:pt x="5833" y="220199"/>
                          <a:pt x="11666" y="234781"/>
                          <a:pt x="13854" y="236240"/>
                        </a:cubicBezTo>
                        <a:lnTo>
                          <a:pt x="13854" y="236240"/>
                        </a:lnTo>
                        <a:cubicBezTo>
                          <a:pt x="15312" y="236240"/>
                          <a:pt x="16770" y="237698"/>
                          <a:pt x="16770" y="239156"/>
                        </a:cubicBezTo>
                        <a:cubicBezTo>
                          <a:pt x="17499" y="240614"/>
                          <a:pt x="16041" y="242073"/>
                          <a:pt x="13854" y="242073"/>
                        </a:cubicBezTo>
                        <a:lnTo>
                          <a:pt x="13854" y="242073"/>
                        </a:lnTo>
                        <a:close/>
                      </a:path>
                    </a:pathLst>
                  </a:custGeom>
                  <a:grpFill/>
                  <a:ln w="3175" cap="rnd">
                    <a:solidFill>
                      <a:srgbClr val="909CA6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53" name="Graphic 60">
                  <a:extLst>
                    <a:ext uri="{FF2B5EF4-FFF2-40B4-BE49-F238E27FC236}">
                      <a16:creationId xmlns:a16="http://schemas.microsoft.com/office/drawing/2014/main" id="{8F6C5FD1-E7BE-A8B4-48ED-84CFAEAA88DB}"/>
                    </a:ext>
                  </a:extLst>
                </p:cNvPr>
                <p:cNvGrpSpPr/>
                <p:nvPr/>
              </p:nvGrpSpPr>
              <p:grpSpPr>
                <a:xfrm>
                  <a:off x="1047529" y="2062816"/>
                  <a:ext cx="59977" cy="246082"/>
                  <a:chOff x="1047529" y="2062816"/>
                  <a:chExt cx="59977" cy="246082"/>
                </a:xfrm>
                <a:grpFill/>
              </p:grpSpPr>
              <p:sp>
                <p:nvSpPr>
                  <p:cNvPr id="254" name="Freeform: Shape 253">
                    <a:extLst>
                      <a:ext uri="{FF2B5EF4-FFF2-40B4-BE49-F238E27FC236}">
                        <a16:creationId xmlns:a16="http://schemas.microsoft.com/office/drawing/2014/main" id="{457FE00E-C777-CC59-65AD-BFDB7F252DA2}"/>
                      </a:ext>
                    </a:extLst>
                  </p:cNvPr>
                  <p:cNvSpPr/>
                  <p:nvPr/>
                </p:nvSpPr>
                <p:spPr>
                  <a:xfrm>
                    <a:off x="1055717" y="2069743"/>
                    <a:ext cx="44044" cy="231135"/>
                  </a:xfrm>
                  <a:custGeom>
                    <a:avLst/>
                    <a:gdLst>
                      <a:gd name="connsiteX0" fmla="*/ 40915 w 44044"/>
                      <a:gd name="connsiteY0" fmla="*/ 126140 h 231135"/>
                      <a:gd name="connsiteX1" fmla="*/ 24145 w 44044"/>
                      <a:gd name="connsiteY1" fmla="*/ 0 h 231135"/>
                      <a:gd name="connsiteX2" fmla="*/ 6645 w 44044"/>
                      <a:gd name="connsiteY2" fmla="*/ 231136 h 231135"/>
                      <a:gd name="connsiteX3" fmla="*/ 40915 w 44044"/>
                      <a:gd name="connsiteY3" fmla="*/ 126140 h 231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4044" h="231135">
                        <a:moveTo>
                          <a:pt x="40915" y="126140"/>
                        </a:moveTo>
                        <a:cubicBezTo>
                          <a:pt x="43831" y="104266"/>
                          <a:pt x="51123" y="18228"/>
                          <a:pt x="24145" y="0"/>
                        </a:cubicBezTo>
                        <a:cubicBezTo>
                          <a:pt x="1542" y="13124"/>
                          <a:pt x="-7208" y="200512"/>
                          <a:pt x="6645" y="231136"/>
                        </a:cubicBezTo>
                        <a:cubicBezTo>
                          <a:pt x="26332" y="199783"/>
                          <a:pt x="36540" y="161139"/>
                          <a:pt x="40915" y="126140"/>
                        </a:cubicBezTo>
                        <a:close/>
                      </a:path>
                    </a:pathLst>
                  </a:custGeom>
                  <a:grpFill/>
                  <a:ln w="3175" cap="rnd">
                    <a:solidFill>
                      <a:srgbClr val="909CA6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55" name="Graphic 60">
                    <a:extLst>
                      <a:ext uri="{FF2B5EF4-FFF2-40B4-BE49-F238E27FC236}">
                        <a16:creationId xmlns:a16="http://schemas.microsoft.com/office/drawing/2014/main" id="{087F0803-58EE-1EF4-1C06-A93AFAE1BAD8}"/>
                      </a:ext>
                    </a:extLst>
                  </p:cNvPr>
                  <p:cNvGrpSpPr/>
                  <p:nvPr/>
                </p:nvGrpSpPr>
                <p:grpSpPr>
                  <a:xfrm>
                    <a:off x="1047529" y="2062816"/>
                    <a:ext cx="59977" cy="246082"/>
                    <a:chOff x="1047529" y="2062816"/>
                    <a:chExt cx="59977" cy="246082"/>
                  </a:xfrm>
                  <a:grpFill/>
                </p:grpSpPr>
                <p:sp>
                  <p:nvSpPr>
                    <p:cNvPr id="256" name="Freeform: Shape 255">
                      <a:extLst>
                        <a:ext uri="{FF2B5EF4-FFF2-40B4-BE49-F238E27FC236}">
                          <a16:creationId xmlns:a16="http://schemas.microsoft.com/office/drawing/2014/main" id="{52E1EF4D-53C3-5974-9116-2157647C92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0879" y="2064821"/>
                      <a:ext cx="53879" cy="240432"/>
                    </a:xfrm>
                    <a:custGeom>
                      <a:avLst/>
                      <a:gdLst>
                        <a:gd name="connsiteX0" fmla="*/ 14400 w 53879"/>
                        <a:gd name="connsiteY0" fmla="*/ 239703 h 240432"/>
                        <a:gd name="connsiteX1" fmla="*/ 11483 w 53879"/>
                        <a:gd name="connsiteY1" fmla="*/ 240432 h 240432"/>
                        <a:gd name="connsiteX2" fmla="*/ 7108 w 53879"/>
                        <a:gd name="connsiteY2" fmla="*/ 237516 h 240432"/>
                        <a:gd name="connsiteX3" fmla="*/ 25337 w 53879"/>
                        <a:gd name="connsiteY3" fmla="*/ 1276 h 240432"/>
                        <a:gd name="connsiteX4" fmla="*/ 26795 w 53879"/>
                        <a:gd name="connsiteY4" fmla="*/ 547 h 240432"/>
                        <a:gd name="connsiteX5" fmla="*/ 31899 w 53879"/>
                        <a:gd name="connsiteY5" fmla="*/ 547 h 240432"/>
                        <a:gd name="connsiteX6" fmla="*/ 50857 w 53879"/>
                        <a:gd name="connsiteY6" fmla="*/ 131062 h 240432"/>
                        <a:gd name="connsiteX7" fmla="*/ 15858 w 53879"/>
                        <a:gd name="connsiteY7" fmla="*/ 237516 h 240432"/>
                        <a:gd name="connsiteX8" fmla="*/ 14400 w 53879"/>
                        <a:gd name="connsiteY8" fmla="*/ 239703 h 2404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53879" h="240432">
                          <a:moveTo>
                            <a:pt x="14400" y="239703"/>
                          </a:moveTo>
                          <a:cubicBezTo>
                            <a:pt x="13671" y="240432"/>
                            <a:pt x="12212" y="240432"/>
                            <a:pt x="11483" y="240432"/>
                          </a:cubicBezTo>
                          <a:cubicBezTo>
                            <a:pt x="10025" y="240432"/>
                            <a:pt x="7838" y="238974"/>
                            <a:pt x="7108" y="237516"/>
                          </a:cubicBezTo>
                          <a:cubicBezTo>
                            <a:pt x="-6745" y="206892"/>
                            <a:pt x="-183" y="20963"/>
                            <a:pt x="25337" y="1276"/>
                          </a:cubicBezTo>
                          <a:cubicBezTo>
                            <a:pt x="25337" y="1276"/>
                            <a:pt x="26066" y="547"/>
                            <a:pt x="26795" y="547"/>
                          </a:cubicBezTo>
                          <a:cubicBezTo>
                            <a:pt x="28253" y="-182"/>
                            <a:pt x="30441" y="-182"/>
                            <a:pt x="31899" y="547"/>
                          </a:cubicBezTo>
                          <a:cubicBezTo>
                            <a:pt x="63252" y="21692"/>
                            <a:pt x="52315" y="120125"/>
                            <a:pt x="50857" y="131062"/>
                          </a:cubicBezTo>
                          <a:cubicBezTo>
                            <a:pt x="47211" y="160227"/>
                            <a:pt x="37732" y="202517"/>
                            <a:pt x="15858" y="237516"/>
                          </a:cubicBezTo>
                          <a:cubicBezTo>
                            <a:pt x="15129" y="238974"/>
                            <a:pt x="14400" y="239703"/>
                            <a:pt x="14400" y="239703"/>
                          </a:cubicBezTo>
                          <a:close/>
                        </a:path>
                      </a:pathLst>
                    </a:custGeom>
                    <a:grpFill/>
                    <a:ln w="3175" cap="rnd">
                      <a:solidFill>
                        <a:srgbClr val="909CA6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7" name="Freeform: Shape 256">
                      <a:extLst>
                        <a:ext uri="{FF2B5EF4-FFF2-40B4-BE49-F238E27FC236}">
                          <a16:creationId xmlns:a16="http://schemas.microsoft.com/office/drawing/2014/main" id="{B794AEF9-BE7B-DE02-056E-B7D94752A0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7529" y="2062816"/>
                      <a:ext cx="59977" cy="246082"/>
                    </a:xfrm>
                    <a:custGeom>
                      <a:avLst/>
                      <a:gdLst>
                        <a:gd name="connsiteX0" fmla="*/ 14834 w 59977"/>
                        <a:gd name="connsiteY0" fmla="*/ 246083 h 246082"/>
                        <a:gd name="connsiteX1" fmla="*/ 14834 w 59977"/>
                        <a:gd name="connsiteY1" fmla="*/ 246083 h 246082"/>
                        <a:gd name="connsiteX2" fmla="*/ 7543 w 59977"/>
                        <a:gd name="connsiteY2" fmla="*/ 241708 h 246082"/>
                        <a:gd name="connsiteX3" fmla="*/ 27229 w 59977"/>
                        <a:gd name="connsiteY3" fmla="*/ 1823 h 246082"/>
                        <a:gd name="connsiteX4" fmla="*/ 28688 w 59977"/>
                        <a:gd name="connsiteY4" fmla="*/ 1094 h 246082"/>
                        <a:gd name="connsiteX5" fmla="*/ 36708 w 59977"/>
                        <a:gd name="connsiteY5" fmla="*/ 1094 h 246082"/>
                        <a:gd name="connsiteX6" fmla="*/ 56395 w 59977"/>
                        <a:gd name="connsiteY6" fmla="*/ 134525 h 246082"/>
                        <a:gd name="connsiteX7" fmla="*/ 20667 w 59977"/>
                        <a:gd name="connsiteY7" fmla="*/ 242437 h 246082"/>
                        <a:gd name="connsiteX8" fmla="*/ 18480 w 59977"/>
                        <a:gd name="connsiteY8" fmla="*/ 244625 h 246082"/>
                        <a:gd name="connsiteX9" fmla="*/ 14834 w 59977"/>
                        <a:gd name="connsiteY9" fmla="*/ 246083 h 246082"/>
                        <a:gd name="connsiteX10" fmla="*/ 32333 w 59977"/>
                        <a:gd name="connsiteY10" fmla="*/ 5468 h 246082"/>
                        <a:gd name="connsiteX11" fmla="*/ 31604 w 59977"/>
                        <a:gd name="connsiteY11" fmla="*/ 5468 h 246082"/>
                        <a:gd name="connsiteX12" fmla="*/ 30875 w 59977"/>
                        <a:gd name="connsiteY12" fmla="*/ 6198 h 246082"/>
                        <a:gd name="connsiteX13" fmla="*/ 13376 w 59977"/>
                        <a:gd name="connsiteY13" fmla="*/ 238792 h 246082"/>
                        <a:gd name="connsiteX14" fmla="*/ 14834 w 59977"/>
                        <a:gd name="connsiteY14" fmla="*/ 239521 h 246082"/>
                        <a:gd name="connsiteX15" fmla="*/ 14834 w 59977"/>
                        <a:gd name="connsiteY15" fmla="*/ 242437 h 246082"/>
                        <a:gd name="connsiteX16" fmla="*/ 14834 w 59977"/>
                        <a:gd name="connsiteY16" fmla="*/ 239521 h 246082"/>
                        <a:gd name="connsiteX17" fmla="*/ 15563 w 59977"/>
                        <a:gd name="connsiteY17" fmla="*/ 238792 h 246082"/>
                        <a:gd name="connsiteX18" fmla="*/ 16292 w 59977"/>
                        <a:gd name="connsiteY18" fmla="*/ 238062 h 246082"/>
                        <a:gd name="connsiteX19" fmla="*/ 50562 w 59977"/>
                        <a:gd name="connsiteY19" fmla="*/ 132338 h 246082"/>
                        <a:gd name="connsiteX20" fmla="*/ 33062 w 59977"/>
                        <a:gd name="connsiteY20" fmla="*/ 4739 h 246082"/>
                        <a:gd name="connsiteX21" fmla="*/ 32333 w 59977"/>
                        <a:gd name="connsiteY21" fmla="*/ 5468 h 246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59977" h="246082">
                          <a:moveTo>
                            <a:pt x="14834" y="246083"/>
                          </a:moveTo>
                          <a:cubicBezTo>
                            <a:pt x="14834" y="246083"/>
                            <a:pt x="14105" y="246083"/>
                            <a:pt x="14834" y="246083"/>
                          </a:cubicBezTo>
                          <a:cubicBezTo>
                            <a:pt x="11188" y="246083"/>
                            <a:pt x="9001" y="243895"/>
                            <a:pt x="7543" y="241708"/>
                          </a:cubicBezTo>
                          <a:cubicBezTo>
                            <a:pt x="-7040" y="209626"/>
                            <a:pt x="-478" y="22968"/>
                            <a:pt x="27229" y="1823"/>
                          </a:cubicBezTo>
                          <a:cubicBezTo>
                            <a:pt x="27229" y="1823"/>
                            <a:pt x="28688" y="1094"/>
                            <a:pt x="28688" y="1094"/>
                          </a:cubicBezTo>
                          <a:cubicBezTo>
                            <a:pt x="30875" y="-365"/>
                            <a:pt x="34521" y="-365"/>
                            <a:pt x="36708" y="1094"/>
                          </a:cubicBezTo>
                          <a:cubicBezTo>
                            <a:pt x="68790" y="22968"/>
                            <a:pt x="59311" y="116297"/>
                            <a:pt x="56395" y="134525"/>
                          </a:cubicBezTo>
                          <a:cubicBezTo>
                            <a:pt x="52749" y="164420"/>
                            <a:pt x="43270" y="206710"/>
                            <a:pt x="20667" y="242437"/>
                          </a:cubicBezTo>
                          <a:cubicBezTo>
                            <a:pt x="19938" y="243166"/>
                            <a:pt x="19209" y="243895"/>
                            <a:pt x="18480" y="244625"/>
                          </a:cubicBezTo>
                          <a:cubicBezTo>
                            <a:pt x="17751" y="245354"/>
                            <a:pt x="16292" y="246083"/>
                            <a:pt x="14834" y="246083"/>
                          </a:cubicBezTo>
                          <a:close/>
                          <a:moveTo>
                            <a:pt x="32333" y="5468"/>
                          </a:moveTo>
                          <a:cubicBezTo>
                            <a:pt x="32333" y="5468"/>
                            <a:pt x="31604" y="5468"/>
                            <a:pt x="31604" y="5468"/>
                          </a:cubicBezTo>
                          <a:cubicBezTo>
                            <a:pt x="31604" y="5468"/>
                            <a:pt x="30875" y="6198"/>
                            <a:pt x="30875" y="6198"/>
                          </a:cubicBezTo>
                          <a:cubicBezTo>
                            <a:pt x="8272" y="23697"/>
                            <a:pt x="-1207" y="206710"/>
                            <a:pt x="13376" y="238792"/>
                          </a:cubicBezTo>
                          <a:cubicBezTo>
                            <a:pt x="13376" y="239521"/>
                            <a:pt x="14105" y="239521"/>
                            <a:pt x="14834" y="239521"/>
                          </a:cubicBezTo>
                          <a:lnTo>
                            <a:pt x="14834" y="242437"/>
                          </a:lnTo>
                          <a:lnTo>
                            <a:pt x="14834" y="239521"/>
                          </a:lnTo>
                          <a:cubicBezTo>
                            <a:pt x="15563" y="239521"/>
                            <a:pt x="15563" y="239521"/>
                            <a:pt x="15563" y="238792"/>
                          </a:cubicBezTo>
                          <a:cubicBezTo>
                            <a:pt x="15563" y="238792"/>
                            <a:pt x="15563" y="238792"/>
                            <a:pt x="16292" y="238062"/>
                          </a:cubicBezTo>
                          <a:cubicBezTo>
                            <a:pt x="38166" y="203793"/>
                            <a:pt x="46916" y="161503"/>
                            <a:pt x="50562" y="132338"/>
                          </a:cubicBezTo>
                          <a:cubicBezTo>
                            <a:pt x="55666" y="92236"/>
                            <a:pt x="57853" y="20780"/>
                            <a:pt x="33062" y="4739"/>
                          </a:cubicBezTo>
                          <a:cubicBezTo>
                            <a:pt x="33062" y="5468"/>
                            <a:pt x="32333" y="5468"/>
                            <a:pt x="32333" y="5468"/>
                          </a:cubicBezTo>
                          <a:close/>
                        </a:path>
                      </a:pathLst>
                    </a:custGeom>
                    <a:grpFill/>
                    <a:ln w="3175" cap="rnd">
                      <a:solidFill>
                        <a:srgbClr val="909CA6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29B58288-1165-6202-5D33-8FB28E1385B4}"/>
                  </a:ext>
                </a:extLst>
              </p:cNvPr>
              <p:cNvSpPr/>
              <p:nvPr/>
            </p:nvSpPr>
            <p:spPr>
              <a:xfrm>
                <a:off x="1074029" y="2105470"/>
                <a:ext cx="5833" cy="18957"/>
              </a:xfrm>
              <a:custGeom>
                <a:avLst/>
                <a:gdLst>
                  <a:gd name="connsiteX0" fmla="*/ 5833 w 5833"/>
                  <a:gd name="connsiteY0" fmla="*/ 9479 h 18957"/>
                  <a:gd name="connsiteX1" fmla="*/ 2917 w 5833"/>
                  <a:gd name="connsiteY1" fmla="*/ 18957 h 18957"/>
                  <a:gd name="connsiteX2" fmla="*/ 0 w 5833"/>
                  <a:gd name="connsiteY2" fmla="*/ 9479 h 18957"/>
                  <a:gd name="connsiteX3" fmla="*/ 2917 w 5833"/>
                  <a:gd name="connsiteY3" fmla="*/ 0 h 18957"/>
                  <a:gd name="connsiteX4" fmla="*/ 5833 w 5833"/>
                  <a:gd name="connsiteY4" fmla="*/ 9479 h 1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33" h="18957">
                    <a:moveTo>
                      <a:pt x="5833" y="9479"/>
                    </a:moveTo>
                    <a:cubicBezTo>
                      <a:pt x="5833" y="14583"/>
                      <a:pt x="5104" y="18957"/>
                      <a:pt x="2917" y="18957"/>
                    </a:cubicBezTo>
                    <a:cubicBezTo>
                      <a:pt x="1458" y="18957"/>
                      <a:pt x="0" y="14583"/>
                      <a:pt x="0" y="9479"/>
                    </a:cubicBezTo>
                    <a:cubicBezTo>
                      <a:pt x="0" y="4375"/>
                      <a:pt x="729" y="0"/>
                      <a:pt x="2917" y="0"/>
                    </a:cubicBezTo>
                    <a:cubicBezTo>
                      <a:pt x="3646" y="0"/>
                      <a:pt x="5104" y="4375"/>
                      <a:pt x="5833" y="9479"/>
                    </a:cubicBezTo>
                    <a:close/>
                  </a:path>
                </a:pathLst>
              </a:custGeom>
              <a:grpFill/>
              <a:ln w="3175" cap="rnd">
                <a:solidFill>
                  <a:srgbClr val="909CA6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D25732DD-1099-0098-2A5E-8ADAB901DBD1}"/>
                  </a:ext>
                </a:extLst>
              </p:cNvPr>
              <p:cNvSpPr/>
              <p:nvPr/>
            </p:nvSpPr>
            <p:spPr>
              <a:xfrm>
                <a:off x="1066008" y="2234527"/>
                <a:ext cx="6022" cy="18957"/>
              </a:xfrm>
              <a:custGeom>
                <a:avLst/>
                <a:gdLst>
                  <a:gd name="connsiteX0" fmla="*/ 5833 w 6022"/>
                  <a:gd name="connsiteY0" fmla="*/ 9479 h 18957"/>
                  <a:gd name="connsiteX1" fmla="*/ 2916 w 6022"/>
                  <a:gd name="connsiteY1" fmla="*/ 18958 h 18957"/>
                  <a:gd name="connsiteX2" fmla="*/ 0 w 6022"/>
                  <a:gd name="connsiteY2" fmla="*/ 9479 h 18957"/>
                  <a:gd name="connsiteX3" fmla="*/ 2916 w 6022"/>
                  <a:gd name="connsiteY3" fmla="*/ 0 h 18957"/>
                  <a:gd name="connsiteX4" fmla="*/ 5833 w 6022"/>
                  <a:gd name="connsiteY4" fmla="*/ 9479 h 1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22" h="18957">
                    <a:moveTo>
                      <a:pt x="5833" y="9479"/>
                    </a:moveTo>
                    <a:cubicBezTo>
                      <a:pt x="5833" y="14583"/>
                      <a:pt x="4375" y="18958"/>
                      <a:pt x="2916" y="18958"/>
                    </a:cubicBezTo>
                    <a:cubicBezTo>
                      <a:pt x="1458" y="18958"/>
                      <a:pt x="0" y="14583"/>
                      <a:pt x="0" y="9479"/>
                    </a:cubicBezTo>
                    <a:cubicBezTo>
                      <a:pt x="0" y="4375"/>
                      <a:pt x="1458" y="0"/>
                      <a:pt x="2916" y="0"/>
                    </a:cubicBezTo>
                    <a:cubicBezTo>
                      <a:pt x="5104" y="0"/>
                      <a:pt x="6562" y="4375"/>
                      <a:pt x="5833" y="9479"/>
                    </a:cubicBezTo>
                    <a:close/>
                  </a:path>
                </a:pathLst>
              </a:custGeom>
              <a:grpFill/>
              <a:ln w="3175" cap="rnd">
                <a:solidFill>
                  <a:srgbClr val="909CA6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1BB37134-4368-D779-7E8D-C755E1981D64}"/>
                  </a:ext>
                </a:extLst>
              </p:cNvPr>
              <p:cNvSpPr/>
              <p:nvPr/>
            </p:nvSpPr>
            <p:spPr>
              <a:xfrm>
                <a:off x="1076216" y="2203903"/>
                <a:ext cx="5833" cy="18957"/>
              </a:xfrm>
              <a:custGeom>
                <a:avLst/>
                <a:gdLst>
                  <a:gd name="connsiteX0" fmla="*/ 5833 w 5833"/>
                  <a:gd name="connsiteY0" fmla="*/ 9479 h 18957"/>
                  <a:gd name="connsiteX1" fmla="*/ 2917 w 5833"/>
                  <a:gd name="connsiteY1" fmla="*/ 18957 h 18957"/>
                  <a:gd name="connsiteX2" fmla="*/ 0 w 5833"/>
                  <a:gd name="connsiteY2" fmla="*/ 9479 h 18957"/>
                  <a:gd name="connsiteX3" fmla="*/ 2917 w 5833"/>
                  <a:gd name="connsiteY3" fmla="*/ 0 h 18957"/>
                  <a:gd name="connsiteX4" fmla="*/ 5833 w 5833"/>
                  <a:gd name="connsiteY4" fmla="*/ 9479 h 1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33" h="18957">
                    <a:moveTo>
                      <a:pt x="5833" y="9479"/>
                    </a:moveTo>
                    <a:cubicBezTo>
                      <a:pt x="5833" y="14583"/>
                      <a:pt x="4375" y="18957"/>
                      <a:pt x="2917" y="18957"/>
                    </a:cubicBezTo>
                    <a:cubicBezTo>
                      <a:pt x="1458" y="18957"/>
                      <a:pt x="0" y="14583"/>
                      <a:pt x="0" y="9479"/>
                    </a:cubicBezTo>
                    <a:cubicBezTo>
                      <a:pt x="0" y="4375"/>
                      <a:pt x="1458" y="0"/>
                      <a:pt x="2917" y="0"/>
                    </a:cubicBezTo>
                    <a:cubicBezTo>
                      <a:pt x="4375" y="0"/>
                      <a:pt x="5833" y="4375"/>
                      <a:pt x="5833" y="9479"/>
                    </a:cubicBezTo>
                    <a:close/>
                  </a:path>
                </a:pathLst>
              </a:custGeom>
              <a:grpFill/>
              <a:ln w="3175" cap="rnd">
                <a:solidFill>
                  <a:srgbClr val="909CA6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20616BF3-AEE0-B9AF-92DA-4CCCC48359B4}"/>
                  </a:ext>
                </a:extLst>
              </p:cNvPr>
              <p:cNvSpPr/>
              <p:nvPr/>
            </p:nvSpPr>
            <p:spPr>
              <a:xfrm>
                <a:off x="1083508" y="2141927"/>
                <a:ext cx="6022" cy="18957"/>
              </a:xfrm>
              <a:custGeom>
                <a:avLst/>
                <a:gdLst>
                  <a:gd name="connsiteX0" fmla="*/ 5833 w 6022"/>
                  <a:gd name="connsiteY0" fmla="*/ 9479 h 18957"/>
                  <a:gd name="connsiteX1" fmla="*/ 2917 w 6022"/>
                  <a:gd name="connsiteY1" fmla="*/ 18957 h 18957"/>
                  <a:gd name="connsiteX2" fmla="*/ 0 w 6022"/>
                  <a:gd name="connsiteY2" fmla="*/ 9479 h 18957"/>
                  <a:gd name="connsiteX3" fmla="*/ 2917 w 6022"/>
                  <a:gd name="connsiteY3" fmla="*/ 0 h 18957"/>
                  <a:gd name="connsiteX4" fmla="*/ 5833 w 6022"/>
                  <a:gd name="connsiteY4" fmla="*/ 9479 h 1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22" h="18957">
                    <a:moveTo>
                      <a:pt x="5833" y="9479"/>
                    </a:moveTo>
                    <a:cubicBezTo>
                      <a:pt x="5833" y="14583"/>
                      <a:pt x="4375" y="18957"/>
                      <a:pt x="2917" y="18957"/>
                    </a:cubicBezTo>
                    <a:cubicBezTo>
                      <a:pt x="1458" y="18957"/>
                      <a:pt x="0" y="14583"/>
                      <a:pt x="0" y="9479"/>
                    </a:cubicBezTo>
                    <a:cubicBezTo>
                      <a:pt x="0" y="4375"/>
                      <a:pt x="1458" y="0"/>
                      <a:pt x="2917" y="0"/>
                    </a:cubicBezTo>
                    <a:cubicBezTo>
                      <a:pt x="5104" y="0"/>
                      <a:pt x="6562" y="4375"/>
                      <a:pt x="5833" y="9479"/>
                    </a:cubicBezTo>
                    <a:close/>
                  </a:path>
                </a:pathLst>
              </a:custGeom>
              <a:grpFill/>
              <a:ln w="3175" cap="rnd">
                <a:solidFill>
                  <a:srgbClr val="909CA6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FDACDD3A-29E3-9856-7EA1-9C5504B57635}"/>
                  </a:ext>
                </a:extLst>
              </p:cNvPr>
              <p:cNvSpPr/>
              <p:nvPr/>
            </p:nvSpPr>
            <p:spPr>
              <a:xfrm>
                <a:off x="1067273" y="2167447"/>
                <a:ext cx="6027" cy="18957"/>
              </a:xfrm>
              <a:custGeom>
                <a:avLst/>
                <a:gdLst>
                  <a:gd name="connsiteX0" fmla="*/ 6027 w 6027"/>
                  <a:gd name="connsiteY0" fmla="*/ 9479 h 18957"/>
                  <a:gd name="connsiteX1" fmla="*/ 2381 w 6027"/>
                  <a:gd name="connsiteY1" fmla="*/ 18957 h 18957"/>
                  <a:gd name="connsiteX2" fmla="*/ 194 w 6027"/>
                  <a:gd name="connsiteY2" fmla="*/ 9479 h 18957"/>
                  <a:gd name="connsiteX3" fmla="*/ 3840 w 6027"/>
                  <a:gd name="connsiteY3" fmla="*/ 0 h 18957"/>
                  <a:gd name="connsiteX4" fmla="*/ 6027 w 6027"/>
                  <a:gd name="connsiteY4" fmla="*/ 9479 h 1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27" h="18957">
                    <a:moveTo>
                      <a:pt x="6027" y="9479"/>
                    </a:moveTo>
                    <a:cubicBezTo>
                      <a:pt x="6027" y="14583"/>
                      <a:pt x="4569" y="18957"/>
                      <a:pt x="2381" y="18957"/>
                    </a:cubicBezTo>
                    <a:cubicBezTo>
                      <a:pt x="923" y="18957"/>
                      <a:pt x="-535" y="14583"/>
                      <a:pt x="194" y="9479"/>
                    </a:cubicBezTo>
                    <a:cubicBezTo>
                      <a:pt x="194" y="4375"/>
                      <a:pt x="1652" y="0"/>
                      <a:pt x="3840" y="0"/>
                    </a:cubicBezTo>
                    <a:cubicBezTo>
                      <a:pt x="4569" y="0"/>
                      <a:pt x="6027" y="4375"/>
                      <a:pt x="6027" y="9479"/>
                    </a:cubicBezTo>
                    <a:close/>
                  </a:path>
                </a:pathLst>
              </a:custGeom>
              <a:grpFill/>
              <a:ln w="3175" cap="rnd">
                <a:solidFill>
                  <a:srgbClr val="909CA6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1C530D15-F603-9628-A797-112196282872}"/>
                </a:ext>
              </a:extLst>
            </p:cNvPr>
            <p:cNvSpPr/>
            <p:nvPr/>
          </p:nvSpPr>
          <p:spPr>
            <a:xfrm flipH="1">
              <a:off x="923881" y="1720870"/>
              <a:ext cx="359377" cy="324254"/>
            </a:xfrm>
            <a:custGeom>
              <a:avLst/>
              <a:gdLst>
                <a:gd name="connsiteX0" fmla="*/ 359377 w 359377"/>
                <a:gd name="connsiteY0" fmla="*/ 154193 h 324254"/>
                <a:gd name="connsiteX1" fmla="*/ 37829 w 359377"/>
                <a:gd name="connsiteY1" fmla="*/ 321165 h 324254"/>
                <a:gd name="connsiteX2" fmla="*/ 41475 w 359377"/>
                <a:gd name="connsiteY2" fmla="*/ 4721 h 324254"/>
                <a:gd name="connsiteX3" fmla="*/ 359377 w 359377"/>
                <a:gd name="connsiteY3" fmla="*/ 154193 h 324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377" h="324254">
                  <a:moveTo>
                    <a:pt x="359377" y="154193"/>
                  </a:moveTo>
                  <a:cubicBezTo>
                    <a:pt x="359377" y="154193"/>
                    <a:pt x="158136" y="351060"/>
                    <a:pt x="37829" y="321165"/>
                  </a:cubicBezTo>
                  <a:cubicBezTo>
                    <a:pt x="37829" y="321165"/>
                    <a:pt x="-49667" y="192108"/>
                    <a:pt x="41475" y="4721"/>
                  </a:cubicBezTo>
                  <a:cubicBezTo>
                    <a:pt x="41475" y="3992"/>
                    <a:pt x="236154" y="-39757"/>
                    <a:pt x="359377" y="154193"/>
                  </a:cubicBezTo>
                  <a:close/>
                </a:path>
              </a:pathLst>
            </a:custGeom>
            <a:solidFill>
              <a:srgbClr val="B6BDC2"/>
            </a:solidFill>
            <a:ln w="3175" cap="rnd">
              <a:solidFill>
                <a:srgbClr val="909C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D9D1D696-54F2-81B7-6606-AF3E1324DB4E}"/>
                </a:ext>
              </a:extLst>
            </p:cNvPr>
            <p:cNvSpPr/>
            <p:nvPr/>
          </p:nvSpPr>
          <p:spPr>
            <a:xfrm flipH="1">
              <a:off x="923880" y="1870689"/>
              <a:ext cx="358005" cy="172978"/>
            </a:xfrm>
            <a:custGeom>
              <a:avLst/>
              <a:gdLst>
                <a:gd name="connsiteX0" fmla="*/ 28436 w 358005"/>
                <a:gd name="connsiteY0" fmla="*/ 89684 h 172978"/>
                <a:gd name="connsiteX1" fmla="*/ 133432 w 358005"/>
                <a:gd name="connsiteY1" fmla="*/ 121765 h 172978"/>
                <a:gd name="connsiteX2" fmla="*/ 256655 w 358005"/>
                <a:gd name="connsiteY2" fmla="*/ 70726 h 172978"/>
                <a:gd name="connsiteX3" fmla="*/ 355818 w 358005"/>
                <a:gd name="connsiteY3" fmla="*/ 0 h 172978"/>
                <a:gd name="connsiteX4" fmla="*/ 358005 w 358005"/>
                <a:gd name="connsiteY4" fmla="*/ 2917 h 172978"/>
                <a:gd name="connsiteX5" fmla="*/ 36457 w 358005"/>
                <a:gd name="connsiteY5" fmla="*/ 169888 h 172978"/>
                <a:gd name="connsiteX6" fmla="*/ 0 w 358005"/>
                <a:gd name="connsiteY6" fmla="*/ 53227 h 172978"/>
                <a:gd name="connsiteX7" fmla="*/ 28436 w 358005"/>
                <a:gd name="connsiteY7" fmla="*/ 89684 h 172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8005" h="172978">
                  <a:moveTo>
                    <a:pt x="28436" y="89684"/>
                  </a:moveTo>
                  <a:cubicBezTo>
                    <a:pt x="56143" y="111558"/>
                    <a:pt x="97704" y="124682"/>
                    <a:pt x="133432" y="121765"/>
                  </a:cubicBezTo>
                  <a:cubicBezTo>
                    <a:pt x="177180" y="118849"/>
                    <a:pt x="220199" y="93329"/>
                    <a:pt x="256655" y="70726"/>
                  </a:cubicBezTo>
                  <a:cubicBezTo>
                    <a:pt x="291654" y="49581"/>
                    <a:pt x="322277" y="23332"/>
                    <a:pt x="355818" y="0"/>
                  </a:cubicBezTo>
                  <a:cubicBezTo>
                    <a:pt x="356547" y="729"/>
                    <a:pt x="357276" y="2187"/>
                    <a:pt x="358005" y="2917"/>
                  </a:cubicBezTo>
                  <a:cubicBezTo>
                    <a:pt x="358005" y="2917"/>
                    <a:pt x="156764" y="199783"/>
                    <a:pt x="36457" y="169888"/>
                  </a:cubicBezTo>
                  <a:cubicBezTo>
                    <a:pt x="36457" y="169888"/>
                    <a:pt x="7291" y="126140"/>
                    <a:pt x="0" y="53227"/>
                  </a:cubicBezTo>
                  <a:cubicBezTo>
                    <a:pt x="8021" y="67810"/>
                    <a:pt x="16770" y="80205"/>
                    <a:pt x="28436" y="89684"/>
                  </a:cubicBezTo>
                  <a:close/>
                </a:path>
              </a:pathLst>
            </a:custGeom>
            <a:solidFill>
              <a:srgbClr val="B6BDC2"/>
            </a:solidFill>
            <a:ln w="3175" cap="rnd">
              <a:solidFill>
                <a:srgbClr val="909C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875BE4E7-3B15-B2C5-5C01-239E932761ED}"/>
                </a:ext>
              </a:extLst>
            </p:cNvPr>
            <p:cNvSpPr/>
            <p:nvPr/>
          </p:nvSpPr>
          <p:spPr>
            <a:xfrm flipH="1">
              <a:off x="1114185" y="1720609"/>
              <a:ext cx="169102" cy="324099"/>
            </a:xfrm>
            <a:custGeom>
              <a:avLst/>
              <a:gdLst>
                <a:gd name="connsiteX0" fmla="*/ 41504 w 169102"/>
                <a:gd name="connsiteY0" fmla="*/ 4253 h 324099"/>
                <a:gd name="connsiteX1" fmla="*/ 160353 w 169102"/>
                <a:gd name="connsiteY1" fmla="*/ 7898 h 324099"/>
                <a:gd name="connsiteX2" fmla="*/ 139208 w 169102"/>
                <a:gd name="connsiteY2" fmla="*/ 54563 h 324099"/>
                <a:gd name="connsiteX3" fmla="*/ 127542 w 169102"/>
                <a:gd name="connsiteY3" fmla="*/ 181433 h 324099"/>
                <a:gd name="connsiteX4" fmla="*/ 169103 w 169102"/>
                <a:gd name="connsiteY4" fmla="*/ 293719 h 324099"/>
                <a:gd name="connsiteX5" fmla="*/ 37129 w 169102"/>
                <a:gd name="connsiteY5" fmla="*/ 320697 h 324099"/>
                <a:gd name="connsiteX6" fmla="*/ 41504 w 169102"/>
                <a:gd name="connsiteY6" fmla="*/ 4253 h 32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102" h="324099">
                  <a:moveTo>
                    <a:pt x="41504" y="4253"/>
                  </a:moveTo>
                  <a:cubicBezTo>
                    <a:pt x="41504" y="4253"/>
                    <a:pt x="93273" y="-7413"/>
                    <a:pt x="160353" y="7898"/>
                  </a:cubicBezTo>
                  <a:cubicBezTo>
                    <a:pt x="150145" y="21752"/>
                    <a:pt x="144312" y="39980"/>
                    <a:pt x="139208" y="54563"/>
                  </a:cubicBezTo>
                  <a:cubicBezTo>
                    <a:pt x="125355" y="95395"/>
                    <a:pt x="121709" y="139143"/>
                    <a:pt x="127542" y="181433"/>
                  </a:cubicBezTo>
                  <a:cubicBezTo>
                    <a:pt x="133375" y="222993"/>
                    <a:pt x="147229" y="260908"/>
                    <a:pt x="169103" y="293719"/>
                  </a:cubicBezTo>
                  <a:cubicBezTo>
                    <a:pt x="123167" y="317052"/>
                    <a:pt x="75773" y="330905"/>
                    <a:pt x="37129" y="320697"/>
                  </a:cubicBezTo>
                  <a:cubicBezTo>
                    <a:pt x="37858" y="320697"/>
                    <a:pt x="-49638" y="191640"/>
                    <a:pt x="41504" y="4253"/>
                  </a:cubicBezTo>
                  <a:close/>
                </a:path>
              </a:pathLst>
            </a:custGeom>
            <a:solidFill>
              <a:srgbClr val="B6BDC2"/>
            </a:solidFill>
            <a:ln w="3175" cap="rnd">
              <a:solidFill>
                <a:srgbClr val="909C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0" name="Graphic 60">
            <a:extLst>
              <a:ext uri="{FF2B5EF4-FFF2-40B4-BE49-F238E27FC236}">
                <a16:creationId xmlns:a16="http://schemas.microsoft.com/office/drawing/2014/main" id="{94E538CB-2616-4EC9-E554-7F965B6266C8}"/>
              </a:ext>
            </a:extLst>
          </p:cNvPr>
          <p:cNvGrpSpPr/>
          <p:nvPr/>
        </p:nvGrpSpPr>
        <p:grpSpPr>
          <a:xfrm flipH="1">
            <a:off x="1383393" y="3316277"/>
            <a:ext cx="568303" cy="547973"/>
            <a:chOff x="523067" y="2044698"/>
            <a:chExt cx="568303" cy="547973"/>
          </a:xfrm>
          <a:solidFill>
            <a:srgbClr val="3DAFF5"/>
          </a:solidFill>
        </p:grpSpPr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74FD88BC-BBE2-1A88-91B0-4C0421578421}"/>
                </a:ext>
              </a:extLst>
            </p:cNvPr>
            <p:cNvSpPr/>
            <p:nvPr/>
          </p:nvSpPr>
          <p:spPr>
            <a:xfrm>
              <a:off x="523067" y="2044698"/>
              <a:ext cx="564086" cy="122305"/>
            </a:xfrm>
            <a:custGeom>
              <a:avLst/>
              <a:gdLst>
                <a:gd name="connsiteX0" fmla="*/ 1924 w 564086"/>
                <a:gd name="connsiteY0" fmla="*/ 120561 h 122305"/>
                <a:gd name="connsiteX1" fmla="*/ 1924 w 564086"/>
                <a:gd name="connsiteY1" fmla="*/ 111812 h 122305"/>
                <a:gd name="connsiteX2" fmla="*/ 15048 w 564086"/>
                <a:gd name="connsiteY2" fmla="*/ 98687 h 122305"/>
                <a:gd name="connsiteX3" fmla="*/ 23798 w 564086"/>
                <a:gd name="connsiteY3" fmla="*/ 98687 h 122305"/>
                <a:gd name="connsiteX4" fmla="*/ 23798 w 564086"/>
                <a:gd name="connsiteY4" fmla="*/ 107437 h 122305"/>
                <a:gd name="connsiteX5" fmla="*/ 11402 w 564086"/>
                <a:gd name="connsiteY5" fmla="*/ 120561 h 122305"/>
                <a:gd name="connsiteX6" fmla="*/ 4840 w 564086"/>
                <a:gd name="connsiteY6" fmla="*/ 122020 h 122305"/>
                <a:gd name="connsiteX7" fmla="*/ 1924 w 564086"/>
                <a:gd name="connsiteY7" fmla="*/ 120561 h 122305"/>
                <a:gd name="connsiteX8" fmla="*/ 70462 w 564086"/>
                <a:gd name="connsiteY8" fmla="*/ 61501 h 122305"/>
                <a:gd name="connsiteX9" fmla="*/ 72650 w 564086"/>
                <a:gd name="connsiteY9" fmla="*/ 53481 h 122305"/>
                <a:gd name="connsiteX10" fmla="*/ 138272 w 564086"/>
                <a:gd name="connsiteY10" fmla="*/ 21399 h 122305"/>
                <a:gd name="connsiteX11" fmla="*/ 146292 w 564086"/>
                <a:gd name="connsiteY11" fmla="*/ 25045 h 122305"/>
                <a:gd name="connsiteX12" fmla="*/ 142647 w 564086"/>
                <a:gd name="connsiteY12" fmla="*/ 33065 h 122305"/>
                <a:gd name="connsiteX13" fmla="*/ 79212 w 564086"/>
                <a:gd name="connsiteY13" fmla="*/ 63689 h 122305"/>
                <a:gd name="connsiteX14" fmla="*/ 74108 w 564086"/>
                <a:gd name="connsiteY14" fmla="*/ 64418 h 122305"/>
                <a:gd name="connsiteX15" fmla="*/ 70462 w 564086"/>
                <a:gd name="connsiteY15" fmla="*/ 61501 h 122305"/>
                <a:gd name="connsiteX16" fmla="*/ 204623 w 564086"/>
                <a:gd name="connsiteY16" fmla="*/ 10462 h 122305"/>
                <a:gd name="connsiteX17" fmla="*/ 209727 w 564086"/>
                <a:gd name="connsiteY17" fmla="*/ 3900 h 122305"/>
                <a:gd name="connsiteX18" fmla="*/ 282640 w 564086"/>
                <a:gd name="connsiteY18" fmla="*/ 254 h 122305"/>
                <a:gd name="connsiteX19" fmla="*/ 288474 w 564086"/>
                <a:gd name="connsiteY19" fmla="*/ 6087 h 122305"/>
                <a:gd name="connsiteX20" fmla="*/ 282640 w 564086"/>
                <a:gd name="connsiteY20" fmla="*/ 11920 h 122305"/>
                <a:gd name="connsiteX21" fmla="*/ 211914 w 564086"/>
                <a:gd name="connsiteY21" fmla="*/ 15566 h 122305"/>
                <a:gd name="connsiteX22" fmla="*/ 208998 w 564086"/>
                <a:gd name="connsiteY22" fmla="*/ 15566 h 122305"/>
                <a:gd name="connsiteX23" fmla="*/ 204623 w 564086"/>
                <a:gd name="connsiteY23" fmla="*/ 10462 h 122305"/>
                <a:gd name="connsiteX24" fmla="*/ 348263 w 564086"/>
                <a:gd name="connsiteY24" fmla="*/ 11920 h 122305"/>
                <a:gd name="connsiteX25" fmla="*/ 354825 w 564086"/>
                <a:gd name="connsiteY25" fmla="*/ 6816 h 122305"/>
                <a:gd name="connsiteX26" fmla="*/ 425551 w 564086"/>
                <a:gd name="connsiteY26" fmla="*/ 22857 h 122305"/>
                <a:gd name="connsiteX27" fmla="*/ 429926 w 564086"/>
                <a:gd name="connsiteY27" fmla="*/ 30149 h 122305"/>
                <a:gd name="connsiteX28" fmla="*/ 422634 w 564086"/>
                <a:gd name="connsiteY28" fmla="*/ 34523 h 122305"/>
                <a:gd name="connsiteX29" fmla="*/ 352637 w 564086"/>
                <a:gd name="connsiteY29" fmla="*/ 18482 h 122305"/>
                <a:gd name="connsiteX30" fmla="*/ 351179 w 564086"/>
                <a:gd name="connsiteY30" fmla="*/ 18482 h 122305"/>
                <a:gd name="connsiteX31" fmla="*/ 348263 w 564086"/>
                <a:gd name="connsiteY31" fmla="*/ 11920 h 122305"/>
                <a:gd name="connsiteX32" fmla="*/ 555337 w 564086"/>
                <a:gd name="connsiteY32" fmla="*/ 87750 h 122305"/>
                <a:gd name="connsiteX33" fmla="*/ 490444 w 564086"/>
                <a:gd name="connsiteY33" fmla="*/ 57856 h 122305"/>
                <a:gd name="connsiteX34" fmla="*/ 486798 w 564086"/>
                <a:gd name="connsiteY34" fmla="*/ 49835 h 122305"/>
                <a:gd name="connsiteX35" fmla="*/ 494819 w 564086"/>
                <a:gd name="connsiteY35" fmla="*/ 46190 h 122305"/>
                <a:gd name="connsiteX36" fmla="*/ 494819 w 564086"/>
                <a:gd name="connsiteY36" fmla="*/ 46190 h 122305"/>
                <a:gd name="connsiteX37" fmla="*/ 561170 w 564086"/>
                <a:gd name="connsiteY37" fmla="*/ 76813 h 122305"/>
                <a:gd name="connsiteX38" fmla="*/ 563357 w 564086"/>
                <a:gd name="connsiteY38" fmla="*/ 84834 h 122305"/>
                <a:gd name="connsiteX39" fmla="*/ 556066 w 564086"/>
                <a:gd name="connsiteY39" fmla="*/ 87750 h 122305"/>
                <a:gd name="connsiteX40" fmla="*/ 555337 w 564086"/>
                <a:gd name="connsiteY40" fmla="*/ 87750 h 122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64086" h="122305">
                  <a:moveTo>
                    <a:pt x="1924" y="120561"/>
                  </a:moveTo>
                  <a:cubicBezTo>
                    <a:pt x="-264" y="118374"/>
                    <a:pt x="-993" y="114728"/>
                    <a:pt x="1924" y="111812"/>
                  </a:cubicBezTo>
                  <a:cubicBezTo>
                    <a:pt x="6298" y="107437"/>
                    <a:pt x="10673" y="103062"/>
                    <a:pt x="15048" y="98687"/>
                  </a:cubicBezTo>
                  <a:cubicBezTo>
                    <a:pt x="17235" y="96500"/>
                    <a:pt x="20881" y="96500"/>
                    <a:pt x="23798" y="98687"/>
                  </a:cubicBezTo>
                  <a:cubicBezTo>
                    <a:pt x="25985" y="100875"/>
                    <a:pt x="25985" y="104520"/>
                    <a:pt x="23798" y="107437"/>
                  </a:cubicBezTo>
                  <a:cubicBezTo>
                    <a:pt x="19423" y="111812"/>
                    <a:pt x="15048" y="116186"/>
                    <a:pt x="11402" y="120561"/>
                  </a:cubicBezTo>
                  <a:cubicBezTo>
                    <a:pt x="9944" y="122020"/>
                    <a:pt x="7028" y="122749"/>
                    <a:pt x="4840" y="122020"/>
                  </a:cubicBezTo>
                  <a:cubicBezTo>
                    <a:pt x="3382" y="121290"/>
                    <a:pt x="2653" y="120561"/>
                    <a:pt x="1924" y="120561"/>
                  </a:cubicBezTo>
                  <a:close/>
                  <a:moveTo>
                    <a:pt x="70462" y="61501"/>
                  </a:moveTo>
                  <a:cubicBezTo>
                    <a:pt x="69004" y="58585"/>
                    <a:pt x="69733" y="54939"/>
                    <a:pt x="72650" y="53481"/>
                  </a:cubicBezTo>
                  <a:cubicBezTo>
                    <a:pt x="93065" y="40356"/>
                    <a:pt x="115669" y="30149"/>
                    <a:pt x="138272" y="21399"/>
                  </a:cubicBezTo>
                  <a:cubicBezTo>
                    <a:pt x="141188" y="19941"/>
                    <a:pt x="144834" y="22128"/>
                    <a:pt x="146292" y="25045"/>
                  </a:cubicBezTo>
                  <a:cubicBezTo>
                    <a:pt x="147751" y="27961"/>
                    <a:pt x="145563" y="31607"/>
                    <a:pt x="142647" y="33065"/>
                  </a:cubicBezTo>
                  <a:cubicBezTo>
                    <a:pt x="120043" y="41086"/>
                    <a:pt x="98899" y="51293"/>
                    <a:pt x="79212" y="63689"/>
                  </a:cubicBezTo>
                  <a:cubicBezTo>
                    <a:pt x="77754" y="64418"/>
                    <a:pt x="75566" y="65147"/>
                    <a:pt x="74108" y="64418"/>
                  </a:cubicBezTo>
                  <a:cubicBezTo>
                    <a:pt x="72650" y="63689"/>
                    <a:pt x="71191" y="62960"/>
                    <a:pt x="70462" y="61501"/>
                  </a:cubicBezTo>
                  <a:close/>
                  <a:moveTo>
                    <a:pt x="204623" y="10462"/>
                  </a:moveTo>
                  <a:cubicBezTo>
                    <a:pt x="203894" y="6816"/>
                    <a:pt x="206081" y="3900"/>
                    <a:pt x="209727" y="3900"/>
                  </a:cubicBezTo>
                  <a:cubicBezTo>
                    <a:pt x="233059" y="254"/>
                    <a:pt x="257850" y="-475"/>
                    <a:pt x="282640" y="254"/>
                  </a:cubicBezTo>
                  <a:cubicBezTo>
                    <a:pt x="286286" y="254"/>
                    <a:pt x="288474" y="3171"/>
                    <a:pt x="288474" y="6087"/>
                  </a:cubicBezTo>
                  <a:cubicBezTo>
                    <a:pt x="288474" y="9733"/>
                    <a:pt x="285557" y="11920"/>
                    <a:pt x="282640" y="11920"/>
                  </a:cubicBezTo>
                  <a:cubicBezTo>
                    <a:pt x="257850" y="11191"/>
                    <a:pt x="234518" y="12649"/>
                    <a:pt x="211914" y="15566"/>
                  </a:cubicBezTo>
                  <a:cubicBezTo>
                    <a:pt x="211185" y="15566"/>
                    <a:pt x="209727" y="15566"/>
                    <a:pt x="208998" y="15566"/>
                  </a:cubicBezTo>
                  <a:cubicBezTo>
                    <a:pt x="206081" y="14837"/>
                    <a:pt x="204623" y="12649"/>
                    <a:pt x="204623" y="10462"/>
                  </a:cubicBezTo>
                  <a:close/>
                  <a:moveTo>
                    <a:pt x="348263" y="11920"/>
                  </a:moveTo>
                  <a:cubicBezTo>
                    <a:pt x="348992" y="9004"/>
                    <a:pt x="351908" y="6087"/>
                    <a:pt x="354825" y="6816"/>
                  </a:cubicBezTo>
                  <a:cubicBezTo>
                    <a:pt x="378157" y="10462"/>
                    <a:pt x="402219" y="16295"/>
                    <a:pt x="425551" y="22857"/>
                  </a:cubicBezTo>
                  <a:cubicBezTo>
                    <a:pt x="428467" y="23586"/>
                    <a:pt x="430655" y="27232"/>
                    <a:pt x="429926" y="30149"/>
                  </a:cubicBezTo>
                  <a:cubicBezTo>
                    <a:pt x="429196" y="33065"/>
                    <a:pt x="425551" y="35253"/>
                    <a:pt x="422634" y="34523"/>
                  </a:cubicBezTo>
                  <a:cubicBezTo>
                    <a:pt x="399302" y="27961"/>
                    <a:pt x="375970" y="22128"/>
                    <a:pt x="352637" y="18482"/>
                  </a:cubicBezTo>
                  <a:cubicBezTo>
                    <a:pt x="351908" y="18482"/>
                    <a:pt x="351908" y="18482"/>
                    <a:pt x="351179" y="18482"/>
                  </a:cubicBezTo>
                  <a:cubicBezTo>
                    <a:pt x="349721" y="17753"/>
                    <a:pt x="348263" y="14837"/>
                    <a:pt x="348263" y="11920"/>
                  </a:cubicBezTo>
                  <a:close/>
                  <a:moveTo>
                    <a:pt x="555337" y="87750"/>
                  </a:moveTo>
                  <a:cubicBezTo>
                    <a:pt x="555337" y="87750"/>
                    <a:pt x="530546" y="73897"/>
                    <a:pt x="490444" y="57856"/>
                  </a:cubicBezTo>
                  <a:cubicBezTo>
                    <a:pt x="487527" y="56397"/>
                    <a:pt x="486069" y="53481"/>
                    <a:pt x="486798" y="49835"/>
                  </a:cubicBezTo>
                  <a:cubicBezTo>
                    <a:pt x="488256" y="46919"/>
                    <a:pt x="491173" y="45460"/>
                    <a:pt x="494819" y="46190"/>
                  </a:cubicBezTo>
                  <a:cubicBezTo>
                    <a:pt x="494819" y="46190"/>
                    <a:pt x="494819" y="46190"/>
                    <a:pt x="494819" y="46190"/>
                  </a:cubicBezTo>
                  <a:cubicBezTo>
                    <a:pt x="535650" y="62231"/>
                    <a:pt x="559712" y="76084"/>
                    <a:pt x="561170" y="76813"/>
                  </a:cubicBezTo>
                  <a:cubicBezTo>
                    <a:pt x="564086" y="78271"/>
                    <a:pt x="564816" y="81917"/>
                    <a:pt x="563357" y="84834"/>
                  </a:cubicBezTo>
                  <a:cubicBezTo>
                    <a:pt x="561899" y="87750"/>
                    <a:pt x="558982" y="88479"/>
                    <a:pt x="556066" y="87750"/>
                  </a:cubicBezTo>
                  <a:cubicBezTo>
                    <a:pt x="556066" y="88479"/>
                    <a:pt x="556066" y="88479"/>
                    <a:pt x="555337" y="87750"/>
                  </a:cubicBezTo>
                  <a:close/>
                </a:path>
              </a:pathLst>
            </a:custGeom>
            <a:grpFill/>
            <a:ln w="3175" cap="flat">
              <a:solidFill>
                <a:srgbClr val="7CC9F8"/>
              </a:solidFill>
              <a:prstDash val="solid"/>
              <a:miter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2" name="Graphic 60">
              <a:extLst>
                <a:ext uri="{FF2B5EF4-FFF2-40B4-BE49-F238E27FC236}">
                  <a16:creationId xmlns:a16="http://schemas.microsoft.com/office/drawing/2014/main" id="{584DCA58-5188-C340-46E6-AE39A5FAEF68}"/>
                </a:ext>
              </a:extLst>
            </p:cNvPr>
            <p:cNvGrpSpPr/>
            <p:nvPr/>
          </p:nvGrpSpPr>
          <p:grpSpPr>
            <a:xfrm>
              <a:off x="531690" y="2106928"/>
              <a:ext cx="559680" cy="147558"/>
              <a:chOff x="531690" y="2106928"/>
              <a:chExt cx="559680" cy="147558"/>
            </a:xfrm>
            <a:grpFill/>
          </p:grpSpPr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3C3ACA61-2EF4-5CF4-AFAC-146B889D17D5}"/>
                  </a:ext>
                </a:extLst>
              </p:cNvPr>
              <p:cNvSpPr/>
              <p:nvPr/>
            </p:nvSpPr>
            <p:spPr>
              <a:xfrm>
                <a:off x="1045128" y="2147296"/>
                <a:ext cx="46242" cy="24788"/>
              </a:xfrm>
              <a:custGeom>
                <a:avLst/>
                <a:gdLst>
                  <a:gd name="connsiteX0" fmla="*/ 38379 w 46242"/>
                  <a:gd name="connsiteY0" fmla="*/ 24526 h 24788"/>
                  <a:gd name="connsiteX1" fmla="*/ 45670 w 46242"/>
                  <a:gd name="connsiteY1" fmla="*/ 21609 h 24788"/>
                  <a:gd name="connsiteX2" fmla="*/ 42754 w 46242"/>
                  <a:gd name="connsiteY2" fmla="*/ 13589 h 24788"/>
                  <a:gd name="connsiteX3" fmla="*/ 8485 w 46242"/>
                  <a:gd name="connsiteY3" fmla="*/ 464 h 24788"/>
                  <a:gd name="connsiteX4" fmla="*/ 464 w 46242"/>
                  <a:gd name="connsiteY4" fmla="*/ 4110 h 24788"/>
                  <a:gd name="connsiteX5" fmla="*/ 4110 w 46242"/>
                  <a:gd name="connsiteY5" fmla="*/ 11401 h 24788"/>
                  <a:gd name="connsiteX6" fmla="*/ 4110 w 46242"/>
                  <a:gd name="connsiteY6" fmla="*/ 11401 h 24788"/>
                  <a:gd name="connsiteX7" fmla="*/ 38379 w 46242"/>
                  <a:gd name="connsiteY7" fmla="*/ 24526 h 24788"/>
                  <a:gd name="connsiteX8" fmla="*/ 38379 w 46242"/>
                  <a:gd name="connsiteY8" fmla="*/ 24526 h 2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242" h="24788">
                    <a:moveTo>
                      <a:pt x="38379" y="24526"/>
                    </a:moveTo>
                    <a:cubicBezTo>
                      <a:pt x="41296" y="25255"/>
                      <a:pt x="44941" y="24526"/>
                      <a:pt x="45670" y="21609"/>
                    </a:cubicBezTo>
                    <a:cubicBezTo>
                      <a:pt x="47129" y="18693"/>
                      <a:pt x="45670" y="15047"/>
                      <a:pt x="42754" y="13589"/>
                    </a:cubicBezTo>
                    <a:cubicBezTo>
                      <a:pt x="42025" y="13589"/>
                      <a:pt x="29630" y="7756"/>
                      <a:pt x="8485" y="464"/>
                    </a:cubicBezTo>
                    <a:cubicBezTo>
                      <a:pt x="5568" y="-994"/>
                      <a:pt x="1922" y="1193"/>
                      <a:pt x="464" y="4110"/>
                    </a:cubicBezTo>
                    <a:cubicBezTo>
                      <a:pt x="-994" y="7026"/>
                      <a:pt x="1193" y="10672"/>
                      <a:pt x="4110" y="11401"/>
                    </a:cubicBezTo>
                    <a:cubicBezTo>
                      <a:pt x="4110" y="11401"/>
                      <a:pt x="4110" y="11401"/>
                      <a:pt x="4110" y="11401"/>
                    </a:cubicBezTo>
                    <a:cubicBezTo>
                      <a:pt x="25255" y="18693"/>
                      <a:pt x="37650" y="24526"/>
                      <a:pt x="38379" y="24526"/>
                    </a:cubicBezTo>
                    <a:cubicBezTo>
                      <a:pt x="37650" y="24526"/>
                      <a:pt x="37650" y="24526"/>
                      <a:pt x="38379" y="2452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7CC9F8"/>
                </a:solidFill>
                <a:prstDash val="solid"/>
                <a:miter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EF3988D6-1AFE-4CB2-0037-A7868BAE8F73}"/>
                  </a:ext>
                </a:extLst>
              </p:cNvPr>
              <p:cNvSpPr/>
              <p:nvPr/>
            </p:nvSpPr>
            <p:spPr>
              <a:xfrm>
                <a:off x="612863" y="2106928"/>
                <a:ext cx="373081" cy="72663"/>
              </a:xfrm>
              <a:custGeom>
                <a:avLst/>
                <a:gdLst>
                  <a:gd name="connsiteX0" fmla="*/ 1082 w 373081"/>
                  <a:gd name="connsiteY0" fmla="*/ 69268 h 72663"/>
                  <a:gd name="connsiteX1" fmla="*/ 2540 w 373081"/>
                  <a:gd name="connsiteY1" fmla="*/ 61247 h 72663"/>
                  <a:gd name="connsiteX2" fmla="*/ 70350 w 373081"/>
                  <a:gd name="connsiteY2" fmla="*/ 26249 h 72663"/>
                  <a:gd name="connsiteX3" fmla="*/ 78370 w 373081"/>
                  <a:gd name="connsiteY3" fmla="*/ 29895 h 72663"/>
                  <a:gd name="connsiteX4" fmla="*/ 74725 w 373081"/>
                  <a:gd name="connsiteY4" fmla="*/ 37915 h 72663"/>
                  <a:gd name="connsiteX5" fmla="*/ 9832 w 373081"/>
                  <a:gd name="connsiteY5" fmla="*/ 71455 h 72663"/>
                  <a:gd name="connsiteX6" fmla="*/ 4728 w 373081"/>
                  <a:gd name="connsiteY6" fmla="*/ 72184 h 72663"/>
                  <a:gd name="connsiteX7" fmla="*/ 1082 w 373081"/>
                  <a:gd name="connsiteY7" fmla="*/ 69268 h 72663"/>
                  <a:gd name="connsiteX8" fmla="*/ 138888 w 373081"/>
                  <a:gd name="connsiteY8" fmla="*/ 13854 h 72663"/>
                  <a:gd name="connsiteX9" fmla="*/ 143992 w 373081"/>
                  <a:gd name="connsiteY9" fmla="*/ 6562 h 72663"/>
                  <a:gd name="connsiteX10" fmla="*/ 219093 w 373081"/>
                  <a:gd name="connsiteY10" fmla="*/ 0 h 72663"/>
                  <a:gd name="connsiteX11" fmla="*/ 224926 w 373081"/>
                  <a:gd name="connsiteY11" fmla="*/ 5833 h 72663"/>
                  <a:gd name="connsiteX12" fmla="*/ 219093 w 373081"/>
                  <a:gd name="connsiteY12" fmla="*/ 11666 h 72663"/>
                  <a:gd name="connsiteX13" fmla="*/ 145451 w 373081"/>
                  <a:gd name="connsiteY13" fmla="*/ 17499 h 72663"/>
                  <a:gd name="connsiteX14" fmla="*/ 142534 w 373081"/>
                  <a:gd name="connsiteY14" fmla="*/ 17499 h 72663"/>
                  <a:gd name="connsiteX15" fmla="*/ 138888 w 373081"/>
                  <a:gd name="connsiteY15" fmla="*/ 13854 h 72663"/>
                  <a:gd name="connsiteX16" fmla="*/ 287632 w 373081"/>
                  <a:gd name="connsiteY16" fmla="*/ 10208 h 72663"/>
                  <a:gd name="connsiteX17" fmla="*/ 294194 w 373081"/>
                  <a:gd name="connsiteY17" fmla="*/ 5104 h 72663"/>
                  <a:gd name="connsiteX18" fmla="*/ 368566 w 373081"/>
                  <a:gd name="connsiteY18" fmla="*/ 18957 h 72663"/>
                  <a:gd name="connsiteX19" fmla="*/ 372941 w 373081"/>
                  <a:gd name="connsiteY19" fmla="*/ 26249 h 72663"/>
                  <a:gd name="connsiteX20" fmla="*/ 365649 w 373081"/>
                  <a:gd name="connsiteY20" fmla="*/ 30624 h 72663"/>
                  <a:gd name="connsiteX21" fmla="*/ 292736 w 373081"/>
                  <a:gd name="connsiteY21" fmla="*/ 17499 h 72663"/>
                  <a:gd name="connsiteX22" fmla="*/ 291278 w 373081"/>
                  <a:gd name="connsiteY22" fmla="*/ 17499 h 72663"/>
                  <a:gd name="connsiteX23" fmla="*/ 287632 w 373081"/>
                  <a:gd name="connsiteY23" fmla="*/ 10208 h 7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73081" h="72663">
                    <a:moveTo>
                      <a:pt x="1082" y="69268"/>
                    </a:moveTo>
                    <a:cubicBezTo>
                      <a:pt x="-1105" y="66351"/>
                      <a:pt x="353" y="62706"/>
                      <a:pt x="2540" y="61247"/>
                    </a:cubicBezTo>
                    <a:cubicBezTo>
                      <a:pt x="23685" y="47394"/>
                      <a:pt x="46288" y="35728"/>
                      <a:pt x="70350" y="26249"/>
                    </a:cubicBezTo>
                    <a:cubicBezTo>
                      <a:pt x="73266" y="24791"/>
                      <a:pt x="76912" y="26249"/>
                      <a:pt x="78370" y="29895"/>
                    </a:cubicBezTo>
                    <a:cubicBezTo>
                      <a:pt x="79829" y="32811"/>
                      <a:pt x="78370" y="36457"/>
                      <a:pt x="74725" y="37915"/>
                    </a:cubicBezTo>
                    <a:cubicBezTo>
                      <a:pt x="51392" y="46665"/>
                      <a:pt x="29518" y="58331"/>
                      <a:pt x="9832" y="71455"/>
                    </a:cubicBezTo>
                    <a:cubicBezTo>
                      <a:pt x="8373" y="72913"/>
                      <a:pt x="6186" y="72913"/>
                      <a:pt x="4728" y="72184"/>
                    </a:cubicBezTo>
                    <a:cubicBezTo>
                      <a:pt x="2540" y="71455"/>
                      <a:pt x="1811" y="70726"/>
                      <a:pt x="1082" y="69268"/>
                    </a:cubicBezTo>
                    <a:close/>
                    <a:moveTo>
                      <a:pt x="138888" y="13854"/>
                    </a:moveTo>
                    <a:cubicBezTo>
                      <a:pt x="138159" y="10208"/>
                      <a:pt x="140347" y="7291"/>
                      <a:pt x="143992" y="6562"/>
                    </a:cubicBezTo>
                    <a:cubicBezTo>
                      <a:pt x="168054" y="2187"/>
                      <a:pt x="193574" y="729"/>
                      <a:pt x="219093" y="0"/>
                    </a:cubicBezTo>
                    <a:cubicBezTo>
                      <a:pt x="222739" y="0"/>
                      <a:pt x="224926" y="2917"/>
                      <a:pt x="224926" y="5833"/>
                    </a:cubicBezTo>
                    <a:cubicBezTo>
                      <a:pt x="224926" y="9479"/>
                      <a:pt x="222010" y="11666"/>
                      <a:pt x="219093" y="11666"/>
                    </a:cubicBezTo>
                    <a:cubicBezTo>
                      <a:pt x="193574" y="11666"/>
                      <a:pt x="168783" y="13854"/>
                      <a:pt x="145451" y="17499"/>
                    </a:cubicBezTo>
                    <a:cubicBezTo>
                      <a:pt x="144722" y="17499"/>
                      <a:pt x="143263" y="17499"/>
                      <a:pt x="142534" y="17499"/>
                    </a:cubicBezTo>
                    <a:cubicBezTo>
                      <a:pt x="140347" y="17499"/>
                      <a:pt x="138888" y="16041"/>
                      <a:pt x="138888" y="13854"/>
                    </a:cubicBezTo>
                    <a:close/>
                    <a:moveTo>
                      <a:pt x="287632" y="10208"/>
                    </a:moveTo>
                    <a:cubicBezTo>
                      <a:pt x="288361" y="6562"/>
                      <a:pt x="291278" y="4375"/>
                      <a:pt x="294194" y="5104"/>
                    </a:cubicBezTo>
                    <a:cubicBezTo>
                      <a:pt x="318256" y="8020"/>
                      <a:pt x="343775" y="13124"/>
                      <a:pt x="368566" y="18957"/>
                    </a:cubicBezTo>
                    <a:cubicBezTo>
                      <a:pt x="371482" y="19687"/>
                      <a:pt x="373670" y="23332"/>
                      <a:pt x="372941" y="26249"/>
                    </a:cubicBezTo>
                    <a:cubicBezTo>
                      <a:pt x="372212" y="29165"/>
                      <a:pt x="368566" y="31353"/>
                      <a:pt x="365649" y="30624"/>
                    </a:cubicBezTo>
                    <a:cubicBezTo>
                      <a:pt x="340859" y="24791"/>
                      <a:pt x="316797" y="20416"/>
                      <a:pt x="292736" y="17499"/>
                    </a:cubicBezTo>
                    <a:cubicBezTo>
                      <a:pt x="292007" y="17499"/>
                      <a:pt x="292007" y="17499"/>
                      <a:pt x="291278" y="17499"/>
                    </a:cubicBezTo>
                    <a:cubicBezTo>
                      <a:pt x="289090" y="16041"/>
                      <a:pt x="287632" y="13124"/>
                      <a:pt x="287632" y="1020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7CC9F8"/>
                </a:solidFill>
                <a:prstDash val="solid"/>
                <a:miter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FF4614D8-0469-EACC-ED4F-D9BFA41EDB51}"/>
                  </a:ext>
                </a:extLst>
              </p:cNvPr>
              <p:cNvSpPr/>
              <p:nvPr/>
            </p:nvSpPr>
            <p:spPr>
              <a:xfrm>
                <a:off x="531690" y="2214658"/>
                <a:ext cx="35772" cy="39828"/>
              </a:xfrm>
              <a:custGeom>
                <a:avLst/>
                <a:gdLst>
                  <a:gd name="connsiteX0" fmla="*/ 4237 w 35772"/>
                  <a:gd name="connsiteY0" fmla="*/ 39556 h 39828"/>
                  <a:gd name="connsiteX1" fmla="*/ 10799 w 35772"/>
                  <a:gd name="connsiteY1" fmla="*/ 37368 h 39828"/>
                  <a:gd name="connsiteX2" fmla="*/ 34132 w 35772"/>
                  <a:gd name="connsiteY2" fmla="*/ 10390 h 39828"/>
                  <a:gd name="connsiteX3" fmla="*/ 34132 w 35772"/>
                  <a:gd name="connsiteY3" fmla="*/ 1641 h 39828"/>
                  <a:gd name="connsiteX4" fmla="*/ 25382 w 35772"/>
                  <a:gd name="connsiteY4" fmla="*/ 1641 h 39828"/>
                  <a:gd name="connsiteX5" fmla="*/ 1321 w 35772"/>
                  <a:gd name="connsiteY5" fmla="*/ 29348 h 39828"/>
                  <a:gd name="connsiteX6" fmla="*/ 2050 w 35772"/>
                  <a:gd name="connsiteY6" fmla="*/ 38097 h 39828"/>
                  <a:gd name="connsiteX7" fmla="*/ 4237 w 35772"/>
                  <a:gd name="connsiteY7" fmla="*/ 39556 h 3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772" h="39828">
                    <a:moveTo>
                      <a:pt x="4237" y="39556"/>
                    </a:moveTo>
                    <a:cubicBezTo>
                      <a:pt x="6425" y="40285"/>
                      <a:pt x="9341" y="39556"/>
                      <a:pt x="10799" y="37368"/>
                    </a:cubicBezTo>
                    <a:cubicBezTo>
                      <a:pt x="18091" y="27889"/>
                      <a:pt x="26111" y="19140"/>
                      <a:pt x="34132" y="10390"/>
                    </a:cubicBezTo>
                    <a:cubicBezTo>
                      <a:pt x="36319" y="8203"/>
                      <a:pt x="36319" y="3828"/>
                      <a:pt x="34132" y="1641"/>
                    </a:cubicBezTo>
                    <a:cubicBezTo>
                      <a:pt x="31944" y="-547"/>
                      <a:pt x="27570" y="-547"/>
                      <a:pt x="25382" y="1641"/>
                    </a:cubicBezTo>
                    <a:cubicBezTo>
                      <a:pt x="17362" y="10390"/>
                      <a:pt x="9341" y="19869"/>
                      <a:pt x="1321" y="29348"/>
                    </a:cubicBezTo>
                    <a:cubicBezTo>
                      <a:pt x="-867" y="32264"/>
                      <a:pt x="-138" y="35910"/>
                      <a:pt x="2050" y="38097"/>
                    </a:cubicBezTo>
                    <a:cubicBezTo>
                      <a:pt x="3508" y="39556"/>
                      <a:pt x="4237" y="39556"/>
                      <a:pt x="4237" y="3955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7CC9F8"/>
                </a:solidFill>
                <a:prstDash val="solid"/>
                <a:miter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85E2447C-4B85-B23B-2BF1-8D76B66CCF42}"/>
                </a:ext>
              </a:extLst>
            </p:cNvPr>
            <p:cNvSpPr/>
            <p:nvPr/>
          </p:nvSpPr>
          <p:spPr>
            <a:xfrm>
              <a:off x="628345" y="2244006"/>
              <a:ext cx="451516" cy="348665"/>
            </a:xfrm>
            <a:custGeom>
              <a:avLst/>
              <a:gdLst>
                <a:gd name="connsiteX0" fmla="*/ 182 w 451516"/>
                <a:gd name="connsiteY0" fmla="*/ 341235 h 348665"/>
                <a:gd name="connsiteX1" fmla="*/ 3828 w 451516"/>
                <a:gd name="connsiteY1" fmla="*/ 323007 h 348665"/>
                <a:gd name="connsiteX2" fmla="*/ 11119 w 451516"/>
                <a:gd name="connsiteY2" fmla="*/ 318632 h 348665"/>
                <a:gd name="connsiteX3" fmla="*/ 15494 w 451516"/>
                <a:gd name="connsiteY3" fmla="*/ 325923 h 348665"/>
                <a:gd name="connsiteX4" fmla="*/ 12578 w 451516"/>
                <a:gd name="connsiteY4" fmla="*/ 343422 h 348665"/>
                <a:gd name="connsiteX5" fmla="*/ 6015 w 451516"/>
                <a:gd name="connsiteY5" fmla="*/ 348526 h 348665"/>
                <a:gd name="connsiteX6" fmla="*/ 4557 w 451516"/>
                <a:gd name="connsiteY6" fmla="*/ 348526 h 348665"/>
                <a:gd name="connsiteX7" fmla="*/ 182 w 451516"/>
                <a:gd name="connsiteY7" fmla="*/ 341235 h 348665"/>
                <a:gd name="connsiteX8" fmla="*/ 28619 w 451516"/>
                <a:gd name="connsiteY8" fmla="*/ 261030 h 348665"/>
                <a:gd name="connsiteX9" fmla="*/ 25702 w 451516"/>
                <a:gd name="connsiteY9" fmla="*/ 253010 h 348665"/>
                <a:gd name="connsiteX10" fmla="*/ 62888 w 451516"/>
                <a:gd name="connsiteY10" fmla="*/ 189575 h 348665"/>
                <a:gd name="connsiteX11" fmla="*/ 71637 w 451516"/>
                <a:gd name="connsiteY11" fmla="*/ 188117 h 348665"/>
                <a:gd name="connsiteX12" fmla="*/ 73096 w 451516"/>
                <a:gd name="connsiteY12" fmla="*/ 196866 h 348665"/>
                <a:gd name="connsiteX13" fmla="*/ 37368 w 451516"/>
                <a:gd name="connsiteY13" fmla="*/ 258114 h 348665"/>
                <a:gd name="connsiteX14" fmla="*/ 28619 w 451516"/>
                <a:gd name="connsiteY14" fmla="*/ 261030 h 348665"/>
                <a:gd name="connsiteX15" fmla="*/ 28619 w 451516"/>
                <a:gd name="connsiteY15" fmla="*/ 261030 h 348665"/>
                <a:gd name="connsiteX16" fmla="*/ 111011 w 451516"/>
                <a:gd name="connsiteY16" fmla="*/ 144369 h 348665"/>
                <a:gd name="connsiteX17" fmla="*/ 111740 w 451516"/>
                <a:gd name="connsiteY17" fmla="*/ 135619 h 348665"/>
                <a:gd name="connsiteX18" fmla="*/ 170071 w 451516"/>
                <a:gd name="connsiteY18" fmla="*/ 91142 h 348665"/>
                <a:gd name="connsiteX19" fmla="*/ 178091 w 451516"/>
                <a:gd name="connsiteY19" fmla="*/ 93329 h 348665"/>
                <a:gd name="connsiteX20" fmla="*/ 175904 w 451516"/>
                <a:gd name="connsiteY20" fmla="*/ 101350 h 348665"/>
                <a:gd name="connsiteX21" fmla="*/ 119031 w 451516"/>
                <a:gd name="connsiteY21" fmla="*/ 144369 h 348665"/>
                <a:gd name="connsiteX22" fmla="*/ 113198 w 451516"/>
                <a:gd name="connsiteY22" fmla="*/ 145827 h 348665"/>
                <a:gd name="connsiteX23" fmla="*/ 111011 w 451516"/>
                <a:gd name="connsiteY23" fmla="*/ 144369 h 348665"/>
                <a:gd name="connsiteX24" fmla="*/ 231318 w 451516"/>
                <a:gd name="connsiteY24" fmla="*/ 64893 h 348665"/>
                <a:gd name="connsiteX25" fmla="*/ 234234 w 451516"/>
                <a:gd name="connsiteY25" fmla="*/ 56873 h 348665"/>
                <a:gd name="connsiteX26" fmla="*/ 302044 w 451516"/>
                <a:gd name="connsiteY26" fmla="*/ 30624 h 348665"/>
                <a:gd name="connsiteX27" fmla="*/ 309335 w 451516"/>
                <a:gd name="connsiteY27" fmla="*/ 34269 h 348665"/>
                <a:gd name="connsiteX28" fmla="*/ 305690 w 451516"/>
                <a:gd name="connsiteY28" fmla="*/ 41561 h 348665"/>
                <a:gd name="connsiteX29" fmla="*/ 238609 w 451516"/>
                <a:gd name="connsiteY29" fmla="*/ 67080 h 348665"/>
                <a:gd name="connsiteX30" fmla="*/ 234234 w 451516"/>
                <a:gd name="connsiteY30" fmla="*/ 67080 h 348665"/>
                <a:gd name="connsiteX31" fmla="*/ 231318 w 451516"/>
                <a:gd name="connsiteY31" fmla="*/ 64893 h 348665"/>
                <a:gd name="connsiteX32" fmla="*/ 368395 w 451516"/>
                <a:gd name="connsiteY32" fmla="*/ 18957 h 348665"/>
                <a:gd name="connsiteX33" fmla="*/ 372770 w 451516"/>
                <a:gd name="connsiteY33" fmla="*/ 11666 h 348665"/>
                <a:gd name="connsiteX34" fmla="*/ 444954 w 451516"/>
                <a:gd name="connsiteY34" fmla="*/ 0 h 348665"/>
                <a:gd name="connsiteX35" fmla="*/ 451517 w 451516"/>
                <a:gd name="connsiteY35" fmla="*/ 5833 h 348665"/>
                <a:gd name="connsiteX36" fmla="*/ 445683 w 451516"/>
                <a:gd name="connsiteY36" fmla="*/ 12395 h 348665"/>
                <a:gd name="connsiteX37" fmla="*/ 374957 w 451516"/>
                <a:gd name="connsiteY37" fmla="*/ 23332 h 348665"/>
                <a:gd name="connsiteX38" fmla="*/ 371312 w 451516"/>
                <a:gd name="connsiteY38" fmla="*/ 23332 h 348665"/>
                <a:gd name="connsiteX39" fmla="*/ 368395 w 451516"/>
                <a:gd name="connsiteY39" fmla="*/ 18957 h 348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51516" h="348665">
                  <a:moveTo>
                    <a:pt x="182" y="341235"/>
                  </a:moveTo>
                  <a:cubicBezTo>
                    <a:pt x="911" y="335402"/>
                    <a:pt x="2370" y="329569"/>
                    <a:pt x="3828" y="323007"/>
                  </a:cubicBezTo>
                  <a:cubicBezTo>
                    <a:pt x="4557" y="320090"/>
                    <a:pt x="7474" y="317903"/>
                    <a:pt x="11119" y="318632"/>
                  </a:cubicBezTo>
                  <a:cubicBezTo>
                    <a:pt x="14036" y="319361"/>
                    <a:pt x="16223" y="322277"/>
                    <a:pt x="15494" y="325923"/>
                  </a:cubicBezTo>
                  <a:cubicBezTo>
                    <a:pt x="14036" y="331756"/>
                    <a:pt x="13307" y="337589"/>
                    <a:pt x="12578" y="343422"/>
                  </a:cubicBezTo>
                  <a:cubicBezTo>
                    <a:pt x="11848" y="347068"/>
                    <a:pt x="8932" y="349255"/>
                    <a:pt x="6015" y="348526"/>
                  </a:cubicBezTo>
                  <a:cubicBezTo>
                    <a:pt x="5286" y="348526"/>
                    <a:pt x="5286" y="348526"/>
                    <a:pt x="4557" y="348526"/>
                  </a:cubicBezTo>
                  <a:cubicBezTo>
                    <a:pt x="911" y="346339"/>
                    <a:pt x="-547" y="344151"/>
                    <a:pt x="182" y="341235"/>
                  </a:cubicBezTo>
                  <a:close/>
                  <a:moveTo>
                    <a:pt x="28619" y="261030"/>
                  </a:moveTo>
                  <a:cubicBezTo>
                    <a:pt x="25702" y="259572"/>
                    <a:pt x="24244" y="255926"/>
                    <a:pt x="25702" y="253010"/>
                  </a:cubicBezTo>
                  <a:cubicBezTo>
                    <a:pt x="35910" y="230406"/>
                    <a:pt x="48305" y="209262"/>
                    <a:pt x="62888" y="189575"/>
                  </a:cubicBezTo>
                  <a:cubicBezTo>
                    <a:pt x="65075" y="186658"/>
                    <a:pt x="68721" y="186658"/>
                    <a:pt x="71637" y="188117"/>
                  </a:cubicBezTo>
                  <a:cubicBezTo>
                    <a:pt x="74554" y="190304"/>
                    <a:pt x="74554" y="193950"/>
                    <a:pt x="73096" y="196866"/>
                  </a:cubicBezTo>
                  <a:cubicBezTo>
                    <a:pt x="59242" y="215824"/>
                    <a:pt x="46847" y="236240"/>
                    <a:pt x="37368" y="258114"/>
                  </a:cubicBezTo>
                  <a:cubicBezTo>
                    <a:pt x="35181" y="261030"/>
                    <a:pt x="32264" y="262488"/>
                    <a:pt x="28619" y="261030"/>
                  </a:cubicBezTo>
                  <a:cubicBezTo>
                    <a:pt x="28619" y="261030"/>
                    <a:pt x="28619" y="261030"/>
                    <a:pt x="28619" y="261030"/>
                  </a:cubicBezTo>
                  <a:close/>
                  <a:moveTo>
                    <a:pt x="111011" y="144369"/>
                  </a:moveTo>
                  <a:cubicBezTo>
                    <a:pt x="108823" y="142181"/>
                    <a:pt x="108823" y="137806"/>
                    <a:pt x="111740" y="135619"/>
                  </a:cubicBezTo>
                  <a:cubicBezTo>
                    <a:pt x="129239" y="119578"/>
                    <a:pt x="148926" y="104995"/>
                    <a:pt x="170071" y="91142"/>
                  </a:cubicBezTo>
                  <a:cubicBezTo>
                    <a:pt x="172987" y="89684"/>
                    <a:pt x="176633" y="90413"/>
                    <a:pt x="178091" y="93329"/>
                  </a:cubicBezTo>
                  <a:cubicBezTo>
                    <a:pt x="179549" y="96246"/>
                    <a:pt x="178820" y="99891"/>
                    <a:pt x="175904" y="101350"/>
                  </a:cubicBezTo>
                  <a:cubicBezTo>
                    <a:pt x="155488" y="114474"/>
                    <a:pt x="136530" y="129057"/>
                    <a:pt x="119031" y="144369"/>
                  </a:cubicBezTo>
                  <a:cubicBezTo>
                    <a:pt x="117573" y="145827"/>
                    <a:pt x="114656" y="146556"/>
                    <a:pt x="113198" y="145827"/>
                  </a:cubicBezTo>
                  <a:cubicBezTo>
                    <a:pt x="112469" y="145827"/>
                    <a:pt x="111740" y="145098"/>
                    <a:pt x="111011" y="144369"/>
                  </a:cubicBezTo>
                  <a:close/>
                  <a:moveTo>
                    <a:pt x="231318" y="64893"/>
                  </a:moveTo>
                  <a:cubicBezTo>
                    <a:pt x="229860" y="61976"/>
                    <a:pt x="231318" y="58331"/>
                    <a:pt x="234234" y="56873"/>
                  </a:cubicBezTo>
                  <a:cubicBezTo>
                    <a:pt x="255379" y="47394"/>
                    <a:pt x="278712" y="37915"/>
                    <a:pt x="302044" y="30624"/>
                  </a:cubicBezTo>
                  <a:cubicBezTo>
                    <a:pt x="304961" y="29894"/>
                    <a:pt x="308606" y="31353"/>
                    <a:pt x="309335" y="34269"/>
                  </a:cubicBezTo>
                  <a:cubicBezTo>
                    <a:pt x="310064" y="37186"/>
                    <a:pt x="308606" y="40831"/>
                    <a:pt x="305690" y="41561"/>
                  </a:cubicBezTo>
                  <a:cubicBezTo>
                    <a:pt x="282357" y="48852"/>
                    <a:pt x="259754" y="57602"/>
                    <a:pt x="238609" y="67080"/>
                  </a:cubicBezTo>
                  <a:cubicBezTo>
                    <a:pt x="237151" y="67810"/>
                    <a:pt x="235693" y="67810"/>
                    <a:pt x="234234" y="67080"/>
                  </a:cubicBezTo>
                  <a:cubicBezTo>
                    <a:pt x="233505" y="67810"/>
                    <a:pt x="232047" y="66351"/>
                    <a:pt x="231318" y="64893"/>
                  </a:cubicBezTo>
                  <a:close/>
                  <a:moveTo>
                    <a:pt x="368395" y="18957"/>
                  </a:moveTo>
                  <a:cubicBezTo>
                    <a:pt x="367666" y="16041"/>
                    <a:pt x="369853" y="12395"/>
                    <a:pt x="372770" y="11666"/>
                  </a:cubicBezTo>
                  <a:cubicBezTo>
                    <a:pt x="415789" y="2187"/>
                    <a:pt x="444225" y="0"/>
                    <a:pt x="444954" y="0"/>
                  </a:cubicBezTo>
                  <a:cubicBezTo>
                    <a:pt x="448600" y="0"/>
                    <a:pt x="450787" y="2187"/>
                    <a:pt x="451517" y="5833"/>
                  </a:cubicBezTo>
                  <a:cubicBezTo>
                    <a:pt x="451517" y="9479"/>
                    <a:pt x="449329" y="11666"/>
                    <a:pt x="445683" y="12395"/>
                  </a:cubicBezTo>
                  <a:cubicBezTo>
                    <a:pt x="445683" y="12395"/>
                    <a:pt x="416518" y="14583"/>
                    <a:pt x="374957" y="23332"/>
                  </a:cubicBezTo>
                  <a:cubicBezTo>
                    <a:pt x="373499" y="23332"/>
                    <a:pt x="372770" y="23332"/>
                    <a:pt x="371312" y="23332"/>
                  </a:cubicBezTo>
                  <a:cubicBezTo>
                    <a:pt x="369853" y="22603"/>
                    <a:pt x="368395" y="21145"/>
                    <a:pt x="368395" y="18957"/>
                  </a:cubicBezTo>
                  <a:close/>
                </a:path>
              </a:pathLst>
            </a:custGeom>
            <a:grpFill/>
            <a:ln w="3175" cap="flat">
              <a:solidFill>
                <a:srgbClr val="7CC9F8"/>
              </a:solidFill>
              <a:prstDash val="solid"/>
              <a:miter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4" name="Graphic 60">
              <a:extLst>
                <a:ext uri="{FF2B5EF4-FFF2-40B4-BE49-F238E27FC236}">
                  <a16:creationId xmlns:a16="http://schemas.microsoft.com/office/drawing/2014/main" id="{F5DBE2E7-0CB7-9559-05D6-103B25D17E2B}"/>
                </a:ext>
              </a:extLst>
            </p:cNvPr>
            <p:cNvGrpSpPr/>
            <p:nvPr/>
          </p:nvGrpSpPr>
          <p:grpSpPr>
            <a:xfrm>
              <a:off x="574729" y="2216299"/>
              <a:ext cx="511079" cy="254202"/>
              <a:chOff x="574729" y="2216299"/>
              <a:chExt cx="511079" cy="254202"/>
            </a:xfrm>
            <a:grpFill/>
          </p:grpSpPr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FB6D9319-AB69-9615-73F7-4A921B1838A5}"/>
                  </a:ext>
                </a:extLst>
              </p:cNvPr>
              <p:cNvSpPr/>
              <p:nvPr/>
            </p:nvSpPr>
            <p:spPr>
              <a:xfrm>
                <a:off x="1037572" y="2217028"/>
                <a:ext cx="48236" cy="14696"/>
              </a:xfrm>
              <a:custGeom>
                <a:avLst/>
                <a:gdLst>
                  <a:gd name="connsiteX0" fmla="*/ 3646 w 48236"/>
                  <a:gd name="connsiteY0" fmla="*/ 10937 h 14696"/>
                  <a:gd name="connsiteX1" fmla="*/ 5833 w 48236"/>
                  <a:gd name="connsiteY1" fmla="*/ 11666 h 14696"/>
                  <a:gd name="connsiteX2" fmla="*/ 41561 w 48236"/>
                  <a:gd name="connsiteY2" fmla="*/ 14583 h 14696"/>
                  <a:gd name="connsiteX3" fmla="*/ 48123 w 48236"/>
                  <a:gd name="connsiteY3" fmla="*/ 9479 h 14696"/>
                  <a:gd name="connsiteX4" fmla="*/ 43019 w 48236"/>
                  <a:gd name="connsiteY4" fmla="*/ 2917 h 14696"/>
                  <a:gd name="connsiteX5" fmla="*/ 6562 w 48236"/>
                  <a:gd name="connsiteY5" fmla="*/ 0 h 14696"/>
                  <a:gd name="connsiteX6" fmla="*/ 0 w 48236"/>
                  <a:gd name="connsiteY6" fmla="*/ 5833 h 14696"/>
                  <a:gd name="connsiteX7" fmla="*/ 3646 w 48236"/>
                  <a:gd name="connsiteY7" fmla="*/ 10937 h 14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236" h="14696">
                    <a:moveTo>
                      <a:pt x="3646" y="10937"/>
                    </a:moveTo>
                    <a:cubicBezTo>
                      <a:pt x="4375" y="10937"/>
                      <a:pt x="5104" y="10937"/>
                      <a:pt x="5833" y="11666"/>
                    </a:cubicBezTo>
                    <a:cubicBezTo>
                      <a:pt x="27707" y="12395"/>
                      <a:pt x="40832" y="14583"/>
                      <a:pt x="41561" y="14583"/>
                    </a:cubicBezTo>
                    <a:cubicBezTo>
                      <a:pt x="45206" y="15312"/>
                      <a:pt x="48123" y="12395"/>
                      <a:pt x="48123" y="9479"/>
                    </a:cubicBezTo>
                    <a:cubicBezTo>
                      <a:pt x="48852" y="5833"/>
                      <a:pt x="45935" y="2917"/>
                      <a:pt x="43019" y="2917"/>
                    </a:cubicBezTo>
                    <a:cubicBezTo>
                      <a:pt x="42290" y="2917"/>
                      <a:pt x="29165" y="1458"/>
                      <a:pt x="6562" y="0"/>
                    </a:cubicBezTo>
                    <a:cubicBezTo>
                      <a:pt x="2917" y="0"/>
                      <a:pt x="729" y="2187"/>
                      <a:pt x="0" y="5833"/>
                    </a:cubicBezTo>
                    <a:cubicBezTo>
                      <a:pt x="0" y="8020"/>
                      <a:pt x="1458" y="10208"/>
                      <a:pt x="3646" y="1093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7CC9F8"/>
                </a:solidFill>
                <a:prstDash val="solid"/>
                <a:miter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EE014056-23EC-2B2F-A410-13E1113695C4}"/>
                  </a:ext>
                </a:extLst>
              </p:cNvPr>
              <p:cNvSpPr/>
              <p:nvPr/>
            </p:nvSpPr>
            <p:spPr>
              <a:xfrm>
                <a:off x="629885" y="2216299"/>
                <a:ext cx="345710" cy="157766"/>
              </a:xfrm>
              <a:custGeom>
                <a:avLst/>
                <a:gdLst>
                  <a:gd name="connsiteX0" fmla="*/ 2288 w 345710"/>
                  <a:gd name="connsiteY0" fmla="*/ 156764 h 157766"/>
                  <a:gd name="connsiteX1" fmla="*/ 1559 w 345710"/>
                  <a:gd name="connsiteY1" fmla="*/ 148014 h 157766"/>
                  <a:gd name="connsiteX2" fmla="*/ 56244 w 345710"/>
                  <a:gd name="connsiteY2" fmla="*/ 94787 h 157766"/>
                  <a:gd name="connsiteX3" fmla="*/ 64994 w 345710"/>
                  <a:gd name="connsiteY3" fmla="*/ 95517 h 157766"/>
                  <a:gd name="connsiteX4" fmla="*/ 64265 w 345710"/>
                  <a:gd name="connsiteY4" fmla="*/ 104266 h 157766"/>
                  <a:gd name="connsiteX5" fmla="*/ 11767 w 345710"/>
                  <a:gd name="connsiteY5" fmla="*/ 155306 h 157766"/>
                  <a:gd name="connsiteX6" fmla="*/ 5205 w 345710"/>
                  <a:gd name="connsiteY6" fmla="*/ 157493 h 157766"/>
                  <a:gd name="connsiteX7" fmla="*/ 2288 w 345710"/>
                  <a:gd name="connsiteY7" fmla="*/ 156764 h 157766"/>
                  <a:gd name="connsiteX8" fmla="*/ 116762 w 345710"/>
                  <a:gd name="connsiteY8" fmla="*/ 63435 h 157766"/>
                  <a:gd name="connsiteX9" fmla="*/ 119679 w 345710"/>
                  <a:gd name="connsiteY9" fmla="*/ 55414 h 157766"/>
                  <a:gd name="connsiteX10" fmla="*/ 189676 w 345710"/>
                  <a:gd name="connsiteY10" fmla="*/ 26978 h 157766"/>
                  <a:gd name="connsiteX11" fmla="*/ 196967 w 345710"/>
                  <a:gd name="connsiteY11" fmla="*/ 30624 h 157766"/>
                  <a:gd name="connsiteX12" fmla="*/ 193322 w 345710"/>
                  <a:gd name="connsiteY12" fmla="*/ 37915 h 157766"/>
                  <a:gd name="connsiteX13" fmla="*/ 124783 w 345710"/>
                  <a:gd name="connsiteY13" fmla="*/ 65622 h 157766"/>
                  <a:gd name="connsiteX14" fmla="*/ 119679 w 345710"/>
                  <a:gd name="connsiteY14" fmla="*/ 65622 h 157766"/>
                  <a:gd name="connsiteX15" fmla="*/ 116762 w 345710"/>
                  <a:gd name="connsiteY15" fmla="*/ 63435 h 157766"/>
                  <a:gd name="connsiteX16" fmla="*/ 258944 w 345710"/>
                  <a:gd name="connsiteY16" fmla="*/ 16041 h 157766"/>
                  <a:gd name="connsiteX17" fmla="*/ 264048 w 345710"/>
                  <a:gd name="connsiteY17" fmla="*/ 8750 h 157766"/>
                  <a:gd name="connsiteX18" fmla="*/ 339148 w 345710"/>
                  <a:gd name="connsiteY18" fmla="*/ 0 h 157766"/>
                  <a:gd name="connsiteX19" fmla="*/ 345711 w 345710"/>
                  <a:gd name="connsiteY19" fmla="*/ 5833 h 157766"/>
                  <a:gd name="connsiteX20" fmla="*/ 339878 w 345710"/>
                  <a:gd name="connsiteY20" fmla="*/ 12395 h 157766"/>
                  <a:gd name="connsiteX21" fmla="*/ 266235 w 345710"/>
                  <a:gd name="connsiteY21" fmla="*/ 21145 h 157766"/>
                  <a:gd name="connsiteX22" fmla="*/ 263318 w 345710"/>
                  <a:gd name="connsiteY22" fmla="*/ 21145 h 157766"/>
                  <a:gd name="connsiteX23" fmla="*/ 258944 w 345710"/>
                  <a:gd name="connsiteY23" fmla="*/ 16041 h 157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45710" h="157766">
                    <a:moveTo>
                      <a:pt x="2288" y="156764"/>
                    </a:moveTo>
                    <a:cubicBezTo>
                      <a:pt x="-628" y="154576"/>
                      <a:pt x="-628" y="150931"/>
                      <a:pt x="1559" y="148014"/>
                    </a:cubicBezTo>
                    <a:cubicBezTo>
                      <a:pt x="17600" y="128328"/>
                      <a:pt x="35829" y="110828"/>
                      <a:pt x="56244" y="94787"/>
                    </a:cubicBezTo>
                    <a:cubicBezTo>
                      <a:pt x="59161" y="92600"/>
                      <a:pt x="62806" y="93329"/>
                      <a:pt x="64994" y="95517"/>
                    </a:cubicBezTo>
                    <a:cubicBezTo>
                      <a:pt x="67181" y="98433"/>
                      <a:pt x="66452" y="102079"/>
                      <a:pt x="64265" y="104266"/>
                    </a:cubicBezTo>
                    <a:cubicBezTo>
                      <a:pt x="44578" y="119578"/>
                      <a:pt x="27079" y="136348"/>
                      <a:pt x="11767" y="155306"/>
                    </a:cubicBezTo>
                    <a:cubicBezTo>
                      <a:pt x="10309" y="157493"/>
                      <a:pt x="7392" y="158222"/>
                      <a:pt x="5205" y="157493"/>
                    </a:cubicBezTo>
                    <a:cubicBezTo>
                      <a:pt x="3017" y="157493"/>
                      <a:pt x="2288" y="157493"/>
                      <a:pt x="2288" y="156764"/>
                    </a:cubicBezTo>
                    <a:close/>
                    <a:moveTo>
                      <a:pt x="116762" y="63435"/>
                    </a:moveTo>
                    <a:cubicBezTo>
                      <a:pt x="115304" y="60518"/>
                      <a:pt x="116762" y="56873"/>
                      <a:pt x="119679" y="55414"/>
                    </a:cubicBezTo>
                    <a:cubicBezTo>
                      <a:pt x="141553" y="44477"/>
                      <a:pt x="164885" y="34998"/>
                      <a:pt x="189676" y="26978"/>
                    </a:cubicBezTo>
                    <a:cubicBezTo>
                      <a:pt x="192592" y="26249"/>
                      <a:pt x="196238" y="27707"/>
                      <a:pt x="196967" y="30624"/>
                    </a:cubicBezTo>
                    <a:cubicBezTo>
                      <a:pt x="197696" y="33540"/>
                      <a:pt x="196238" y="37186"/>
                      <a:pt x="193322" y="37915"/>
                    </a:cubicBezTo>
                    <a:cubicBezTo>
                      <a:pt x="169260" y="45206"/>
                      <a:pt x="145928" y="54685"/>
                      <a:pt x="124783" y="65622"/>
                    </a:cubicBezTo>
                    <a:cubicBezTo>
                      <a:pt x="123325" y="66351"/>
                      <a:pt x="121137" y="66351"/>
                      <a:pt x="119679" y="65622"/>
                    </a:cubicBezTo>
                    <a:cubicBezTo>
                      <a:pt x="118950" y="65622"/>
                      <a:pt x="117492" y="64893"/>
                      <a:pt x="116762" y="63435"/>
                    </a:cubicBezTo>
                    <a:close/>
                    <a:moveTo>
                      <a:pt x="258944" y="16041"/>
                    </a:moveTo>
                    <a:cubicBezTo>
                      <a:pt x="258215" y="13124"/>
                      <a:pt x="260402" y="9479"/>
                      <a:pt x="264048" y="8750"/>
                    </a:cubicBezTo>
                    <a:cubicBezTo>
                      <a:pt x="288109" y="4375"/>
                      <a:pt x="313629" y="1458"/>
                      <a:pt x="339148" y="0"/>
                    </a:cubicBezTo>
                    <a:cubicBezTo>
                      <a:pt x="342794" y="0"/>
                      <a:pt x="344982" y="2187"/>
                      <a:pt x="345711" y="5833"/>
                    </a:cubicBezTo>
                    <a:cubicBezTo>
                      <a:pt x="345711" y="9479"/>
                      <a:pt x="343523" y="11666"/>
                      <a:pt x="339878" y="12395"/>
                    </a:cubicBezTo>
                    <a:cubicBezTo>
                      <a:pt x="314358" y="13854"/>
                      <a:pt x="289567" y="16770"/>
                      <a:pt x="266235" y="21145"/>
                    </a:cubicBezTo>
                    <a:cubicBezTo>
                      <a:pt x="265506" y="21145"/>
                      <a:pt x="264048" y="21145"/>
                      <a:pt x="263318" y="21145"/>
                    </a:cubicBezTo>
                    <a:cubicBezTo>
                      <a:pt x="260402" y="20416"/>
                      <a:pt x="258944" y="18228"/>
                      <a:pt x="258944" y="1604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7CC9F8"/>
                </a:solidFill>
                <a:prstDash val="solid"/>
                <a:miter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57C51721-F459-1A2C-8456-314D22409101}"/>
                  </a:ext>
                </a:extLst>
              </p:cNvPr>
              <p:cNvSpPr/>
              <p:nvPr/>
            </p:nvSpPr>
            <p:spPr>
              <a:xfrm>
                <a:off x="574729" y="2424988"/>
                <a:ext cx="26663" cy="45513"/>
              </a:xfrm>
              <a:custGeom>
                <a:avLst/>
                <a:gdLst>
                  <a:gd name="connsiteX0" fmla="*/ 3489 w 26663"/>
                  <a:gd name="connsiteY0" fmla="*/ 45049 h 45513"/>
                  <a:gd name="connsiteX1" fmla="*/ 11509 w 26663"/>
                  <a:gd name="connsiteY1" fmla="*/ 41404 h 45513"/>
                  <a:gd name="connsiteX2" fmla="*/ 26092 w 26663"/>
                  <a:gd name="connsiteY2" fmla="*/ 8593 h 45513"/>
                  <a:gd name="connsiteX3" fmla="*/ 23175 w 26663"/>
                  <a:gd name="connsiteY3" fmla="*/ 572 h 45513"/>
                  <a:gd name="connsiteX4" fmla="*/ 15155 w 26663"/>
                  <a:gd name="connsiteY4" fmla="*/ 3489 h 45513"/>
                  <a:gd name="connsiteX5" fmla="*/ 572 w 26663"/>
                  <a:gd name="connsiteY5" fmla="*/ 37029 h 45513"/>
                  <a:gd name="connsiteX6" fmla="*/ 3489 w 26663"/>
                  <a:gd name="connsiteY6" fmla="*/ 45049 h 45513"/>
                  <a:gd name="connsiteX7" fmla="*/ 3489 w 26663"/>
                  <a:gd name="connsiteY7" fmla="*/ 45049 h 45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663" h="45513">
                    <a:moveTo>
                      <a:pt x="3489" y="45049"/>
                    </a:moveTo>
                    <a:cubicBezTo>
                      <a:pt x="6405" y="46508"/>
                      <a:pt x="10051" y="44320"/>
                      <a:pt x="11509" y="41404"/>
                    </a:cubicBezTo>
                    <a:cubicBezTo>
                      <a:pt x="15884" y="30467"/>
                      <a:pt x="20259" y="19530"/>
                      <a:pt x="26092" y="8593"/>
                    </a:cubicBezTo>
                    <a:cubicBezTo>
                      <a:pt x="27550" y="5676"/>
                      <a:pt x="26092" y="2030"/>
                      <a:pt x="23175" y="572"/>
                    </a:cubicBezTo>
                    <a:cubicBezTo>
                      <a:pt x="20259" y="-886"/>
                      <a:pt x="16613" y="572"/>
                      <a:pt x="15155" y="3489"/>
                    </a:cubicBezTo>
                    <a:cubicBezTo>
                      <a:pt x="10051" y="14426"/>
                      <a:pt x="4947" y="25363"/>
                      <a:pt x="572" y="37029"/>
                    </a:cubicBezTo>
                    <a:cubicBezTo>
                      <a:pt x="-886" y="40674"/>
                      <a:pt x="572" y="43591"/>
                      <a:pt x="3489" y="45049"/>
                    </a:cubicBezTo>
                    <a:cubicBezTo>
                      <a:pt x="3489" y="45049"/>
                      <a:pt x="3489" y="45049"/>
                      <a:pt x="3489" y="4504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7CC9F8"/>
                </a:solidFill>
                <a:prstDash val="solid"/>
                <a:miter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E009F30B-12A1-AAC6-F3CD-7F2BA59D0EA9}"/>
                </a:ext>
              </a:extLst>
            </p:cNvPr>
            <p:cNvSpPr/>
            <p:nvPr/>
          </p:nvSpPr>
          <p:spPr>
            <a:xfrm>
              <a:off x="541031" y="2166353"/>
              <a:ext cx="542211" cy="191660"/>
            </a:xfrm>
            <a:custGeom>
              <a:avLst/>
              <a:gdLst>
                <a:gd name="connsiteX0" fmla="*/ 2917 w 542211"/>
                <a:gd name="connsiteY0" fmla="*/ 189940 h 191660"/>
                <a:gd name="connsiteX1" fmla="*/ 729 w 542211"/>
                <a:gd name="connsiteY1" fmla="*/ 181919 h 191660"/>
                <a:gd name="connsiteX2" fmla="*/ 10208 w 542211"/>
                <a:gd name="connsiteY2" fmla="*/ 166607 h 191660"/>
                <a:gd name="connsiteX3" fmla="*/ 18228 w 542211"/>
                <a:gd name="connsiteY3" fmla="*/ 165149 h 191660"/>
                <a:gd name="connsiteX4" fmla="*/ 19687 w 542211"/>
                <a:gd name="connsiteY4" fmla="*/ 173169 h 191660"/>
                <a:gd name="connsiteX5" fmla="*/ 10208 w 542211"/>
                <a:gd name="connsiteY5" fmla="*/ 188481 h 191660"/>
                <a:gd name="connsiteX6" fmla="*/ 2917 w 542211"/>
                <a:gd name="connsiteY6" fmla="*/ 191398 h 191660"/>
                <a:gd name="connsiteX7" fmla="*/ 2917 w 542211"/>
                <a:gd name="connsiteY7" fmla="*/ 189940 h 191660"/>
                <a:gd name="connsiteX8" fmla="*/ 56143 w 542211"/>
                <a:gd name="connsiteY8" fmla="*/ 117755 h 191660"/>
                <a:gd name="connsiteX9" fmla="*/ 56143 w 542211"/>
                <a:gd name="connsiteY9" fmla="*/ 109006 h 191660"/>
                <a:gd name="connsiteX10" fmla="*/ 113016 w 542211"/>
                <a:gd name="connsiteY10" fmla="*/ 63070 h 191660"/>
                <a:gd name="connsiteX11" fmla="*/ 121036 w 542211"/>
                <a:gd name="connsiteY11" fmla="*/ 65258 h 191660"/>
                <a:gd name="connsiteX12" fmla="*/ 118849 w 542211"/>
                <a:gd name="connsiteY12" fmla="*/ 73278 h 191660"/>
                <a:gd name="connsiteX13" fmla="*/ 63435 w 542211"/>
                <a:gd name="connsiteY13" fmla="*/ 117026 h 191660"/>
                <a:gd name="connsiteX14" fmla="*/ 56872 w 542211"/>
                <a:gd name="connsiteY14" fmla="*/ 118484 h 191660"/>
                <a:gd name="connsiteX15" fmla="*/ 56143 w 542211"/>
                <a:gd name="connsiteY15" fmla="*/ 117755 h 191660"/>
                <a:gd name="connsiteX16" fmla="*/ 175721 w 542211"/>
                <a:gd name="connsiteY16" fmla="*/ 38280 h 191660"/>
                <a:gd name="connsiteX17" fmla="*/ 179367 w 542211"/>
                <a:gd name="connsiteY17" fmla="*/ 30259 h 191660"/>
                <a:gd name="connsiteX18" fmla="*/ 249364 w 542211"/>
                <a:gd name="connsiteY18" fmla="*/ 9843 h 191660"/>
                <a:gd name="connsiteX19" fmla="*/ 256655 w 542211"/>
                <a:gd name="connsiteY19" fmla="*/ 14218 h 191660"/>
                <a:gd name="connsiteX20" fmla="*/ 252281 w 542211"/>
                <a:gd name="connsiteY20" fmla="*/ 21509 h 191660"/>
                <a:gd name="connsiteX21" fmla="*/ 183742 w 542211"/>
                <a:gd name="connsiteY21" fmla="*/ 41196 h 191660"/>
                <a:gd name="connsiteX22" fmla="*/ 179367 w 542211"/>
                <a:gd name="connsiteY22" fmla="*/ 41196 h 191660"/>
                <a:gd name="connsiteX23" fmla="*/ 175721 w 542211"/>
                <a:gd name="connsiteY23" fmla="*/ 38280 h 191660"/>
                <a:gd name="connsiteX24" fmla="*/ 316444 w 542211"/>
                <a:gd name="connsiteY24" fmla="*/ 7656 h 191660"/>
                <a:gd name="connsiteX25" fmla="*/ 322277 w 542211"/>
                <a:gd name="connsiteY25" fmla="*/ 1094 h 191660"/>
                <a:gd name="connsiteX26" fmla="*/ 395191 w 542211"/>
                <a:gd name="connsiteY26" fmla="*/ 1094 h 191660"/>
                <a:gd name="connsiteX27" fmla="*/ 401024 w 542211"/>
                <a:gd name="connsiteY27" fmla="*/ 7656 h 191660"/>
                <a:gd name="connsiteX28" fmla="*/ 394462 w 542211"/>
                <a:gd name="connsiteY28" fmla="*/ 13489 h 191660"/>
                <a:gd name="connsiteX29" fmla="*/ 323007 w 542211"/>
                <a:gd name="connsiteY29" fmla="*/ 13489 h 191660"/>
                <a:gd name="connsiteX30" fmla="*/ 320819 w 542211"/>
                <a:gd name="connsiteY30" fmla="*/ 13489 h 191660"/>
                <a:gd name="connsiteX31" fmla="*/ 316444 w 542211"/>
                <a:gd name="connsiteY31" fmla="*/ 7656 h 191660"/>
                <a:gd name="connsiteX32" fmla="*/ 460084 w 542211"/>
                <a:gd name="connsiteY32" fmla="*/ 14218 h 191660"/>
                <a:gd name="connsiteX33" fmla="*/ 466646 w 542211"/>
                <a:gd name="connsiteY33" fmla="*/ 9114 h 191660"/>
                <a:gd name="connsiteX34" fmla="*/ 538101 w 542211"/>
                <a:gd name="connsiteY34" fmla="*/ 24426 h 191660"/>
                <a:gd name="connsiteX35" fmla="*/ 541747 w 542211"/>
                <a:gd name="connsiteY35" fmla="*/ 31717 h 191660"/>
                <a:gd name="connsiteX36" fmla="*/ 534456 w 542211"/>
                <a:gd name="connsiteY36" fmla="*/ 35363 h 191660"/>
                <a:gd name="connsiteX37" fmla="*/ 464459 w 542211"/>
                <a:gd name="connsiteY37" fmla="*/ 20051 h 191660"/>
                <a:gd name="connsiteX38" fmla="*/ 463000 w 542211"/>
                <a:gd name="connsiteY38" fmla="*/ 20051 h 191660"/>
                <a:gd name="connsiteX39" fmla="*/ 460084 w 542211"/>
                <a:gd name="connsiteY39" fmla="*/ 14218 h 19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42211" h="191660">
                  <a:moveTo>
                    <a:pt x="2917" y="189940"/>
                  </a:moveTo>
                  <a:cubicBezTo>
                    <a:pt x="0" y="188481"/>
                    <a:pt x="-729" y="184836"/>
                    <a:pt x="729" y="181919"/>
                  </a:cubicBezTo>
                  <a:cubicBezTo>
                    <a:pt x="3646" y="176815"/>
                    <a:pt x="7291" y="171711"/>
                    <a:pt x="10208" y="166607"/>
                  </a:cubicBezTo>
                  <a:cubicBezTo>
                    <a:pt x="11666" y="163691"/>
                    <a:pt x="16041" y="162962"/>
                    <a:pt x="18228" y="165149"/>
                  </a:cubicBezTo>
                  <a:cubicBezTo>
                    <a:pt x="21145" y="166607"/>
                    <a:pt x="21874" y="170982"/>
                    <a:pt x="19687" y="173169"/>
                  </a:cubicBezTo>
                  <a:cubicBezTo>
                    <a:pt x="16770" y="178273"/>
                    <a:pt x="13124" y="183377"/>
                    <a:pt x="10208" y="188481"/>
                  </a:cubicBezTo>
                  <a:cubicBezTo>
                    <a:pt x="8750" y="191398"/>
                    <a:pt x="5833" y="192127"/>
                    <a:pt x="2917" y="191398"/>
                  </a:cubicBezTo>
                  <a:cubicBezTo>
                    <a:pt x="3646" y="190669"/>
                    <a:pt x="2917" y="189940"/>
                    <a:pt x="2917" y="189940"/>
                  </a:cubicBezTo>
                  <a:close/>
                  <a:moveTo>
                    <a:pt x="56143" y="117755"/>
                  </a:moveTo>
                  <a:cubicBezTo>
                    <a:pt x="53956" y="115568"/>
                    <a:pt x="53956" y="111922"/>
                    <a:pt x="56143" y="109006"/>
                  </a:cubicBezTo>
                  <a:cubicBezTo>
                    <a:pt x="73643" y="91506"/>
                    <a:pt x="92600" y="76195"/>
                    <a:pt x="113016" y="63070"/>
                  </a:cubicBezTo>
                  <a:cubicBezTo>
                    <a:pt x="115932" y="61612"/>
                    <a:pt x="119578" y="62341"/>
                    <a:pt x="121036" y="65258"/>
                  </a:cubicBezTo>
                  <a:cubicBezTo>
                    <a:pt x="122495" y="68174"/>
                    <a:pt x="121765" y="71820"/>
                    <a:pt x="118849" y="73278"/>
                  </a:cubicBezTo>
                  <a:cubicBezTo>
                    <a:pt x="99162" y="85673"/>
                    <a:pt x="80205" y="100985"/>
                    <a:pt x="63435" y="117026"/>
                  </a:cubicBezTo>
                  <a:cubicBezTo>
                    <a:pt x="61976" y="118484"/>
                    <a:pt x="59060" y="119213"/>
                    <a:pt x="56872" y="118484"/>
                  </a:cubicBezTo>
                  <a:cubicBezTo>
                    <a:pt x="57602" y="119213"/>
                    <a:pt x="56872" y="118484"/>
                    <a:pt x="56143" y="117755"/>
                  </a:cubicBezTo>
                  <a:close/>
                  <a:moveTo>
                    <a:pt x="175721" y="38280"/>
                  </a:moveTo>
                  <a:cubicBezTo>
                    <a:pt x="174263" y="35363"/>
                    <a:pt x="175721" y="31717"/>
                    <a:pt x="179367" y="30259"/>
                  </a:cubicBezTo>
                  <a:cubicBezTo>
                    <a:pt x="201241" y="21509"/>
                    <a:pt x="225303" y="14947"/>
                    <a:pt x="249364" y="9843"/>
                  </a:cubicBezTo>
                  <a:cubicBezTo>
                    <a:pt x="252281" y="9114"/>
                    <a:pt x="255926" y="11302"/>
                    <a:pt x="256655" y="14218"/>
                  </a:cubicBezTo>
                  <a:cubicBezTo>
                    <a:pt x="257384" y="17135"/>
                    <a:pt x="255197" y="20780"/>
                    <a:pt x="252281" y="21509"/>
                  </a:cubicBezTo>
                  <a:cubicBezTo>
                    <a:pt x="228219" y="26613"/>
                    <a:pt x="205616" y="33176"/>
                    <a:pt x="183742" y="41196"/>
                  </a:cubicBezTo>
                  <a:cubicBezTo>
                    <a:pt x="182284" y="41925"/>
                    <a:pt x="180825" y="41925"/>
                    <a:pt x="179367" y="41196"/>
                  </a:cubicBezTo>
                  <a:cubicBezTo>
                    <a:pt x="177180" y="41196"/>
                    <a:pt x="176451" y="40467"/>
                    <a:pt x="175721" y="38280"/>
                  </a:cubicBezTo>
                  <a:close/>
                  <a:moveTo>
                    <a:pt x="316444" y="7656"/>
                  </a:moveTo>
                  <a:cubicBezTo>
                    <a:pt x="316444" y="4010"/>
                    <a:pt x="318632" y="1823"/>
                    <a:pt x="322277" y="1094"/>
                  </a:cubicBezTo>
                  <a:cubicBezTo>
                    <a:pt x="345610" y="-365"/>
                    <a:pt x="370400" y="-365"/>
                    <a:pt x="395191" y="1094"/>
                  </a:cubicBezTo>
                  <a:cubicBezTo>
                    <a:pt x="398837" y="1094"/>
                    <a:pt x="401024" y="4010"/>
                    <a:pt x="401024" y="7656"/>
                  </a:cubicBezTo>
                  <a:cubicBezTo>
                    <a:pt x="401024" y="11302"/>
                    <a:pt x="398107" y="13489"/>
                    <a:pt x="394462" y="13489"/>
                  </a:cubicBezTo>
                  <a:cubicBezTo>
                    <a:pt x="370400" y="12031"/>
                    <a:pt x="345610" y="12031"/>
                    <a:pt x="323007" y="13489"/>
                  </a:cubicBezTo>
                  <a:cubicBezTo>
                    <a:pt x="322277" y="13489"/>
                    <a:pt x="321548" y="13489"/>
                    <a:pt x="320819" y="13489"/>
                  </a:cubicBezTo>
                  <a:cubicBezTo>
                    <a:pt x="317903" y="12760"/>
                    <a:pt x="316444" y="10572"/>
                    <a:pt x="316444" y="7656"/>
                  </a:cubicBezTo>
                  <a:close/>
                  <a:moveTo>
                    <a:pt x="460084" y="14218"/>
                  </a:moveTo>
                  <a:cubicBezTo>
                    <a:pt x="460813" y="11302"/>
                    <a:pt x="463730" y="8385"/>
                    <a:pt x="466646" y="9114"/>
                  </a:cubicBezTo>
                  <a:cubicBezTo>
                    <a:pt x="509665" y="15676"/>
                    <a:pt x="537372" y="24426"/>
                    <a:pt x="538101" y="24426"/>
                  </a:cubicBezTo>
                  <a:cubicBezTo>
                    <a:pt x="541018" y="25155"/>
                    <a:pt x="543205" y="28801"/>
                    <a:pt x="541747" y="31717"/>
                  </a:cubicBezTo>
                  <a:cubicBezTo>
                    <a:pt x="541018" y="34634"/>
                    <a:pt x="537372" y="36821"/>
                    <a:pt x="534456" y="35363"/>
                  </a:cubicBezTo>
                  <a:cubicBezTo>
                    <a:pt x="534456" y="35363"/>
                    <a:pt x="506749" y="27343"/>
                    <a:pt x="464459" y="20051"/>
                  </a:cubicBezTo>
                  <a:cubicBezTo>
                    <a:pt x="463730" y="20051"/>
                    <a:pt x="463730" y="20051"/>
                    <a:pt x="463000" y="20051"/>
                  </a:cubicBezTo>
                  <a:cubicBezTo>
                    <a:pt x="461542" y="20051"/>
                    <a:pt x="460084" y="17135"/>
                    <a:pt x="460084" y="14218"/>
                  </a:cubicBezTo>
                  <a:close/>
                </a:path>
              </a:pathLst>
            </a:custGeom>
            <a:grpFill/>
            <a:ln w="3175" cap="flat">
              <a:solidFill>
                <a:srgbClr val="7CC9F8"/>
              </a:solidFill>
              <a:prstDash val="solid"/>
              <a:miter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72" name="Graphic 271">
            <a:extLst>
              <a:ext uri="{FF2B5EF4-FFF2-40B4-BE49-F238E27FC236}">
                <a16:creationId xmlns:a16="http://schemas.microsoft.com/office/drawing/2014/main" id="{A75142BC-AEDD-278E-889E-EB772B2D15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4982" y="2245170"/>
            <a:ext cx="652603" cy="1341636"/>
          </a:xfrm>
          <a:prstGeom prst="rect">
            <a:avLst/>
          </a:prstGeom>
        </p:spPr>
      </p:pic>
      <p:sp>
        <p:nvSpPr>
          <p:cNvPr id="273" name="TextBox 272">
            <a:extLst>
              <a:ext uri="{FF2B5EF4-FFF2-40B4-BE49-F238E27FC236}">
                <a16:creationId xmlns:a16="http://schemas.microsoft.com/office/drawing/2014/main" id="{192A4D7E-8C09-8A6C-E5CB-2F1AA981B7BC}"/>
              </a:ext>
            </a:extLst>
          </p:cNvPr>
          <p:cNvSpPr txBox="1"/>
          <p:nvPr/>
        </p:nvSpPr>
        <p:spPr>
          <a:xfrm>
            <a:off x="383210" y="1257717"/>
            <a:ext cx="6292681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Mveniamqu Isnostrudexerc it Ationullamc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– Olabori snisiutaliq uipe xeac ommodoco nse q uatdui sa uteiruredol orinrepre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62126B70-7732-5F7F-F1E6-8ED8C9D13798}"/>
              </a:ext>
            </a:extLst>
          </p:cNvPr>
          <p:cNvSpPr txBox="1"/>
          <p:nvPr/>
        </p:nvSpPr>
        <p:spPr>
          <a:xfrm>
            <a:off x="8245382" y="3699509"/>
            <a:ext cx="359686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Henderitin Voluptate – velitesse cillumd olo reeufugiat nulla pa riat urexce-pteur sintoccaeca</a:t>
            </a:r>
          </a:p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alibri" panose="020F0502020204030204" pitchFamily="34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Tcupidatatno Nproiden – Tsunti nculpaqui off iciadeser untmollit animide</a:t>
            </a:r>
          </a:p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alibri" panose="020F0502020204030204" pitchFamily="34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Stlabor umcur-abiturno nnulla sita metnisltempu sconval</a:t>
            </a:r>
          </a:p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alibri" panose="020F0502020204030204" pitchFamily="34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Lisquisac lectuspe lle ntesquei nipsumidorc ip orta da pibusvi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49B6F99C-7D5A-D66E-F003-4939CB4533AB}"/>
              </a:ext>
            </a:extLst>
          </p:cNvPr>
          <p:cNvSpPr txBox="1"/>
          <p:nvPr/>
        </p:nvSpPr>
        <p:spPr>
          <a:xfrm>
            <a:off x="4343371" y="4321229"/>
            <a:ext cx="343274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Vamus susc ipitt ortoreg et</a:t>
            </a:r>
            <a:r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felispor ttitorvo lutpatcr, asultrici esli gulased, magnad ictumpo, rtalorem ipsumdolo, rsi., tam etcon SE/CT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et uradipis cingel, its. </a:t>
            </a:r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0D5FCC1D-1D90-0283-EB42-ACCFBAD47EAC}"/>
              </a:ext>
            </a:extLst>
          </p:cNvPr>
          <p:cNvSpPr txBox="1"/>
          <p:nvPr/>
        </p:nvSpPr>
        <p:spPr>
          <a:xfrm>
            <a:off x="424584" y="4688936"/>
            <a:ext cx="3412975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Eddoe iusm odtempo rincid idu ntutl aboreetdo </a:t>
            </a:r>
          </a:p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alibri" panose="020F0502020204030204" pitchFamily="34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Lore magnaaliquau – tenimad mini mveniamq, uisno strudexercit, ation ullamcola, borisnisiu taliq, uipexeac ommodoconse, quatdui sauteirur, edo.</a:t>
            </a:r>
          </a:p>
        </p:txBody>
      </p: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8587988B-253A-EB3A-CA45-017982E67954}"/>
              </a:ext>
            </a:extLst>
          </p:cNvPr>
          <p:cNvCxnSpPr>
            <a:cxnSpLocks/>
          </p:cNvCxnSpPr>
          <p:nvPr/>
        </p:nvCxnSpPr>
        <p:spPr bwMode="auto">
          <a:xfrm>
            <a:off x="4117974" y="2437272"/>
            <a:ext cx="0" cy="3648743"/>
          </a:xfrm>
          <a:prstGeom prst="line">
            <a:avLst/>
          </a:prstGeom>
          <a:noFill/>
          <a:ln w="12700" cap="flat" cmpd="sng" algn="ctr">
            <a:solidFill>
              <a:srgbClr val="A2ABB0"/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3F77F9B1-C0E4-D41A-E6B1-818CDA83C1B1}"/>
              </a:ext>
            </a:extLst>
          </p:cNvPr>
          <p:cNvCxnSpPr>
            <a:cxnSpLocks/>
          </p:cNvCxnSpPr>
          <p:nvPr/>
        </p:nvCxnSpPr>
        <p:spPr bwMode="auto">
          <a:xfrm>
            <a:off x="8074026" y="1160399"/>
            <a:ext cx="0" cy="4925616"/>
          </a:xfrm>
          <a:prstGeom prst="line">
            <a:avLst/>
          </a:prstGeom>
          <a:noFill/>
          <a:ln w="12700" cap="flat" cmpd="sng" algn="ctr">
            <a:solidFill>
              <a:srgbClr val="A2ABB0"/>
            </a:solidFill>
            <a:prstDash val="solid"/>
            <a:round/>
            <a:headEnd type="oval" w="sm" len="sm"/>
            <a:tailEnd type="oval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4193925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23EF-97BA-7C08-59E1-29D96AB7B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B98F04B-D815-C83A-53BE-5C4FFFB3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LOR’i Nrepre hen Deri Tinvolup: </a:t>
            </a:r>
            <a:r>
              <a:rPr lang="en-US" b="0"/>
              <a:t>Tatev eli tesse cillumdolo reeu fugiatn Ulla Pariatur’ ex cepte ursintoccae catc upid atat nonproidentsu nti nculpaquio ffic iad 3+ eser untmoll</a:t>
            </a:r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B0DD7F-B1BF-96A4-CC2A-15B5646C257A}"/>
              </a:ext>
            </a:extLst>
          </p:cNvPr>
          <p:cNvGrpSpPr/>
          <p:nvPr/>
        </p:nvGrpSpPr>
        <p:grpSpPr>
          <a:xfrm>
            <a:off x="168293" y="947693"/>
            <a:ext cx="11855415" cy="2348338"/>
            <a:chOff x="168293" y="891085"/>
            <a:chExt cx="11855415" cy="23483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DEB2D6B-471E-139F-8EC0-411454029B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8294" y="894131"/>
              <a:ext cx="11855414" cy="2343115"/>
            </a:xfrm>
            <a:prstGeom prst="roundRect">
              <a:avLst>
                <a:gd name="adj" fmla="val 3131"/>
              </a:avLst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17D1B34-3505-EC1C-9DC0-768921C0DA78}"/>
                </a:ext>
              </a:extLst>
            </p:cNvPr>
            <p:cNvSpPr/>
            <p:nvPr/>
          </p:nvSpPr>
          <p:spPr bwMode="auto">
            <a:xfrm>
              <a:off x="168293" y="891085"/>
              <a:ext cx="11855413" cy="2348338"/>
            </a:xfrm>
            <a:prstGeom prst="roundRect">
              <a:avLst>
                <a:gd name="adj" fmla="val 2705"/>
              </a:avLst>
            </a:prstGeom>
            <a:solidFill>
              <a:schemeClr val="bg1">
                <a:alpha val="61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/>
            <a:lstStyle/>
            <a:p>
              <a:pPr algn="ctr"/>
              <a:endParaRPr lang="en-IN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FAB00924-8778-E82C-5A75-AEF8D33BA7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2665" y="1973643"/>
            <a:ext cx="1461778" cy="8214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8DD0602-22AA-DCC5-84EA-53254A3305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0842" y="1148997"/>
            <a:ext cx="1583464" cy="1315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351278-7774-08FC-AED7-C7D2B304FF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7792" y="848876"/>
            <a:ext cx="1957505" cy="139554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9CAFB3-7D37-F495-C144-085E9BD822DF}"/>
              </a:ext>
            </a:extLst>
          </p:cNvPr>
          <p:cNvSpPr/>
          <p:nvPr/>
        </p:nvSpPr>
        <p:spPr>
          <a:xfrm>
            <a:off x="219825" y="2774950"/>
            <a:ext cx="3811593" cy="3589621"/>
          </a:xfrm>
          <a:prstGeom prst="roundRect">
            <a:avLst>
              <a:gd name="adj" fmla="val 1841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59F0C4-3540-23EA-BC71-163208DD1881}"/>
              </a:ext>
            </a:extLst>
          </p:cNvPr>
          <p:cNvSpPr/>
          <p:nvPr/>
        </p:nvSpPr>
        <p:spPr>
          <a:xfrm>
            <a:off x="272670" y="5596846"/>
            <a:ext cx="3705903" cy="683771"/>
          </a:xfrm>
          <a:prstGeom prst="roundRect">
            <a:avLst>
              <a:gd name="adj" fmla="val 9287"/>
            </a:avLst>
          </a:prstGeom>
          <a:solidFill>
            <a:srgbClr val="DFE3E6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8994F0-6BC5-7310-CEAC-08C9F647EDF1}"/>
              </a:ext>
            </a:extLst>
          </p:cNvPr>
          <p:cNvCxnSpPr/>
          <p:nvPr/>
        </p:nvCxnSpPr>
        <p:spPr>
          <a:xfrm>
            <a:off x="1499522" y="5616752"/>
            <a:ext cx="0" cy="609182"/>
          </a:xfrm>
          <a:prstGeom prst="line">
            <a:avLst/>
          </a:prstGeom>
          <a:ln>
            <a:solidFill>
              <a:srgbClr val="A2AB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D8C303-3B29-C6CB-E97B-46B49A9D56B1}"/>
              </a:ext>
            </a:extLst>
          </p:cNvPr>
          <p:cNvCxnSpPr/>
          <p:nvPr/>
        </p:nvCxnSpPr>
        <p:spPr>
          <a:xfrm>
            <a:off x="2732107" y="5616752"/>
            <a:ext cx="0" cy="609182"/>
          </a:xfrm>
          <a:prstGeom prst="line">
            <a:avLst/>
          </a:prstGeom>
          <a:ln>
            <a:solidFill>
              <a:srgbClr val="A2AB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DB2115-B663-5022-CDB3-072AB594647C}"/>
              </a:ext>
            </a:extLst>
          </p:cNvPr>
          <p:cNvSpPr/>
          <p:nvPr/>
        </p:nvSpPr>
        <p:spPr>
          <a:xfrm>
            <a:off x="8160582" y="2201634"/>
            <a:ext cx="3811593" cy="4162938"/>
          </a:xfrm>
          <a:prstGeom prst="roundRect">
            <a:avLst>
              <a:gd name="adj" fmla="val 1841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9DB20C-24F1-9C64-7192-51078E14ECEE}"/>
              </a:ext>
            </a:extLst>
          </p:cNvPr>
          <p:cNvSpPr/>
          <p:nvPr/>
        </p:nvSpPr>
        <p:spPr>
          <a:xfrm>
            <a:off x="4222110" y="2460734"/>
            <a:ext cx="3811593" cy="3903837"/>
          </a:xfrm>
          <a:prstGeom prst="roundRect">
            <a:avLst>
              <a:gd name="adj" fmla="val 1841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D2FC41-32C0-340B-97B3-C6B6EA890DF3}"/>
              </a:ext>
            </a:extLst>
          </p:cNvPr>
          <p:cNvSpPr/>
          <p:nvPr/>
        </p:nvSpPr>
        <p:spPr>
          <a:xfrm>
            <a:off x="4299106" y="2559418"/>
            <a:ext cx="3657600" cy="334666"/>
          </a:xfrm>
          <a:prstGeom prst="roundRect">
            <a:avLst>
              <a:gd name="adj" fmla="val 14611"/>
            </a:avLst>
          </a:prstGeom>
          <a:solidFill>
            <a:srgbClr val="7ECAF8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Itanimi Destlab Orumcurabi tur N2O Nnull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C39B51-FDA9-D7AE-A6FF-DD9D9C4D32D6}"/>
              </a:ext>
            </a:extLst>
          </p:cNvPr>
          <p:cNvSpPr/>
          <p:nvPr/>
        </p:nvSpPr>
        <p:spPr>
          <a:xfrm>
            <a:off x="8237578" y="2279361"/>
            <a:ext cx="3657600" cy="334666"/>
          </a:xfrm>
          <a:prstGeom prst="roundRect">
            <a:avLst>
              <a:gd name="adj" fmla="val 18974"/>
            </a:avLst>
          </a:prstGeom>
          <a:solidFill>
            <a:srgbClr val="FFE39E"/>
          </a:solidFill>
          <a:ln w="6350" cap="flat" cmpd="sng" algn="ctr">
            <a:noFill/>
            <a:prstDash val="solid"/>
            <a:miter lim="800000"/>
          </a:ln>
          <a:effectLst>
            <a:outerShdw blurRad="254000" dist="38100" dir="5400000" rotWithShape="0">
              <a:srgbClr val="DA9C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Asitame-Tni Sltempusco Nvallisquis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CC488FF-CE20-4C0A-B575-CB56692F1C71}"/>
              </a:ext>
            </a:extLst>
          </p:cNvPr>
          <p:cNvSpPr/>
          <p:nvPr/>
        </p:nvSpPr>
        <p:spPr>
          <a:xfrm>
            <a:off x="299317" y="2830023"/>
            <a:ext cx="3652609" cy="334666"/>
          </a:xfrm>
          <a:prstGeom prst="roundRect">
            <a:avLst>
              <a:gd name="adj" fmla="val 14611"/>
            </a:avLst>
          </a:prstGeom>
          <a:solidFill>
            <a:srgbClr val="A2ABB0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Aclectusp Ellen Tesqu ein Ipsumid Orcip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9B1CB9-43F8-2360-A22E-EA2D6AC7A3EB}"/>
              </a:ext>
            </a:extLst>
          </p:cNvPr>
          <p:cNvSpPr txBox="1"/>
          <p:nvPr/>
        </p:nvSpPr>
        <p:spPr>
          <a:xfrm>
            <a:off x="4305526" y="2910750"/>
            <a:ext cx="3675331" cy="186204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Ortadapi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: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Busvivam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ussuscipit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tortoregetf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elis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porttit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orv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olutpat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crasultrici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esligulase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dmagnadic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tu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mport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aloremipsu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Mdolo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Rsita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Metconse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cteturad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ipisc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ingel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itseddoeiu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smod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temporincid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id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unt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utlabore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etdol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ore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magnaal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iqua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uteni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madmi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ni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mveniamq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uisnostrud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exer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citatio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Nullamcolab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orisnisiut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aliquipexea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commodoco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nsequa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tduisau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Teir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Uredolor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’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inreprehen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(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Deritinvo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+3</a:t>
            </a:r>
            <a:r>
              <a:rPr kumimoji="0" lang="en-US" sz="1100" b="0" i="0" u="none" strike="noStrike" kern="0" cap="none" spc="0" normalizeH="0" baseline="3000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lu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Ptate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D4D153-DA8F-C915-A1FC-CD57FA4FFB01}"/>
              </a:ext>
            </a:extLst>
          </p:cNvPr>
          <p:cNvSpPr txBox="1"/>
          <p:nvPr/>
        </p:nvSpPr>
        <p:spPr>
          <a:xfrm>
            <a:off x="8216822" y="2612826"/>
            <a:ext cx="3702508" cy="22672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Occaecat: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50" charset="-128"/>
                <a:cs typeface="Arial" pitchFamily="34" charset="0"/>
              </a:rPr>
              <a:t>Cupidatatnonproi dentsun-tin culpaquio ffi ciades eruntmol litanimi des tlaborumcur abiturnon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Nulla Sitam</a:t>
            </a: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Etnis ltempuscon vallisqu isaclec tuspe ll entesqu einip sumi dorcipor tadapibu svivamu</a:t>
            </a: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Ssuscipi tt ortoregetfelis po rttitorvol utpatcrasul tricieslig (Ul. Asedmagn, adictu mporta, lor.)</a:t>
            </a: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Emipsumd olor sitametco nsec teturad ipisc in gelits eddoeiusmod temporincid iduntutlaboree tdo lorem agnaaliqua utenimadmin</a:t>
            </a: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Imvenia mquisnostr ude XE-rcitat ionullamc ola borisn isiutaliquip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C54FC2-F0CD-37D5-0967-0E91F9952F85}"/>
              </a:ext>
            </a:extLst>
          </p:cNvPr>
          <p:cNvSpPr txBox="1"/>
          <p:nvPr/>
        </p:nvSpPr>
        <p:spPr>
          <a:xfrm>
            <a:off x="283637" y="3146798"/>
            <a:ext cx="3714560" cy="214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Exeacomm: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Odoco nse quatd uisauteiru, redolorin repreh enderitin, vol uptat evelite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Sseci Llumd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Oloreeu fugiatnull apariatu rexce pt eursintoc caecatcupid atatnonpr oiden tsun tinculpaquio fficiad eseruntm, ollitanimides tla borumcurab iturnonnul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Lasitam etnis, ltempus convalli squisacl ect uspelle ntesquein ipsumido rciporta da pibus viva mussusc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Ipitto RTO REGET F2E lisport ti torvolu tpatcr asultricies LIG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Ulase dmagna dictumport alorem Ipsu Mdolorsi ta metco ns ect etu radipisci ngeli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5E1E803-06F6-6069-E0AE-B67DEFACC444}"/>
              </a:ext>
            </a:extLst>
          </p:cNvPr>
          <p:cNvSpPr/>
          <p:nvPr/>
        </p:nvSpPr>
        <p:spPr>
          <a:xfrm>
            <a:off x="369784" y="2675047"/>
            <a:ext cx="686393" cy="222243"/>
          </a:xfrm>
          <a:prstGeom prst="roundRect">
            <a:avLst/>
          </a:prstGeom>
          <a:solidFill>
            <a:srgbClr val="66737C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Tsed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FA9B66-065C-0B38-8631-BFDC66F689B3}"/>
              </a:ext>
            </a:extLst>
          </p:cNvPr>
          <p:cNvSpPr txBox="1"/>
          <p:nvPr/>
        </p:nvSpPr>
        <p:spPr>
          <a:xfrm>
            <a:off x="272062" y="5418320"/>
            <a:ext cx="1346332" cy="284321"/>
          </a:xfrm>
          <a:prstGeom prst="roundRect">
            <a:avLst>
              <a:gd name="adj" fmla="val 23310"/>
            </a:avLst>
          </a:prstGeom>
          <a:solidFill>
            <a:srgbClr val="FFFFFF"/>
          </a:solidFill>
          <a:ln w="6350" cmpd="sng">
            <a:solidFill>
              <a:srgbClr val="20303D"/>
            </a:solidFill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Doeiu Smodtempo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26A724-807B-E4F1-6189-E8FC93775B9C}"/>
              </a:ext>
            </a:extLst>
          </p:cNvPr>
          <p:cNvSpPr txBox="1"/>
          <p:nvPr/>
        </p:nvSpPr>
        <p:spPr>
          <a:xfrm>
            <a:off x="685653" y="5685610"/>
            <a:ext cx="764953" cy="5539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Rincididu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Ntutlabor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Eetdo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30161C-140F-ABA1-5B64-8B4F36F5A3C0}"/>
              </a:ext>
            </a:extLst>
          </p:cNvPr>
          <p:cNvSpPr txBox="1"/>
          <p:nvPr/>
        </p:nvSpPr>
        <p:spPr>
          <a:xfrm>
            <a:off x="1932118" y="5674069"/>
            <a:ext cx="665567" cy="57708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Magnaal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7D4297-7D1C-C166-E548-5E99134CF2E7}"/>
              </a:ext>
            </a:extLst>
          </p:cNvPr>
          <p:cNvSpPr txBox="1"/>
          <p:nvPr/>
        </p:nvSpPr>
        <p:spPr>
          <a:xfrm>
            <a:off x="3131982" y="5674069"/>
            <a:ext cx="716863" cy="57708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I2Q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Uautenim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DE2CE6A-911D-BA66-D830-25E0403EC423}"/>
              </a:ext>
            </a:extLst>
          </p:cNvPr>
          <p:cNvSpPr/>
          <p:nvPr/>
        </p:nvSpPr>
        <p:spPr>
          <a:xfrm>
            <a:off x="4386321" y="2400648"/>
            <a:ext cx="752417" cy="222243"/>
          </a:xfrm>
          <a:prstGeom prst="roundRect">
            <a:avLst/>
          </a:prstGeom>
          <a:solidFill>
            <a:srgbClr val="459FED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Admi 2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2195282-B37C-2749-FD49-D3040BE47B93}"/>
              </a:ext>
            </a:extLst>
          </p:cNvPr>
          <p:cNvSpPr/>
          <p:nvPr/>
        </p:nvSpPr>
        <p:spPr>
          <a:xfrm>
            <a:off x="4274955" y="5033044"/>
            <a:ext cx="3705903" cy="1247574"/>
          </a:xfrm>
          <a:prstGeom prst="roundRect">
            <a:avLst>
              <a:gd name="adj" fmla="val 4907"/>
            </a:avLst>
          </a:prstGeom>
          <a:solidFill>
            <a:srgbClr val="D3EDFE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7BC6FB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9D29DE-E68E-BFE5-2D49-84EC6F53CF78}"/>
              </a:ext>
            </a:extLst>
          </p:cNvPr>
          <p:cNvSpPr txBox="1"/>
          <p:nvPr/>
        </p:nvSpPr>
        <p:spPr>
          <a:xfrm>
            <a:off x="4325917" y="4878440"/>
            <a:ext cx="1308393" cy="284321"/>
          </a:xfrm>
          <a:prstGeom prst="roundRect">
            <a:avLst>
              <a:gd name="adj" fmla="val 23310"/>
            </a:avLst>
          </a:prstGeom>
          <a:solidFill>
            <a:srgbClr val="FFFFFF"/>
          </a:solidFill>
          <a:ln w="6350" cmpd="sng">
            <a:solidFill>
              <a:srgbClr val="459FED"/>
            </a:soli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Nimve Niamquisn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29AFC60-34D0-DC83-A9CB-28056E548019}"/>
              </a:ext>
            </a:extLst>
          </p:cNvPr>
          <p:cNvCxnSpPr>
            <a:cxnSpLocks/>
          </p:cNvCxnSpPr>
          <p:nvPr/>
        </p:nvCxnSpPr>
        <p:spPr>
          <a:xfrm>
            <a:off x="6127906" y="5079266"/>
            <a:ext cx="0" cy="1155130"/>
          </a:xfrm>
          <a:prstGeom prst="line">
            <a:avLst/>
          </a:prstGeom>
          <a:ln>
            <a:solidFill>
              <a:srgbClr val="7ECA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C00349F-7E7C-5E2E-FE78-5BDBC2A1B037}"/>
              </a:ext>
            </a:extLst>
          </p:cNvPr>
          <p:cNvCxnSpPr>
            <a:cxnSpLocks/>
          </p:cNvCxnSpPr>
          <p:nvPr/>
        </p:nvCxnSpPr>
        <p:spPr>
          <a:xfrm flipH="1">
            <a:off x="4348748" y="5656831"/>
            <a:ext cx="3558316" cy="0"/>
          </a:xfrm>
          <a:prstGeom prst="line">
            <a:avLst/>
          </a:prstGeom>
          <a:ln>
            <a:solidFill>
              <a:srgbClr val="7ECA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CC0F9EA-A505-6DB1-C34A-1F33C24F5A63}"/>
              </a:ext>
            </a:extLst>
          </p:cNvPr>
          <p:cNvSpPr txBox="1"/>
          <p:nvPr/>
        </p:nvSpPr>
        <p:spPr>
          <a:xfrm>
            <a:off x="4800129" y="5249699"/>
            <a:ext cx="1021972" cy="24622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Ostrude Xercit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D7327D-58DD-D64F-B546-8B13EBFA634F}"/>
              </a:ext>
            </a:extLst>
          </p:cNvPr>
          <p:cNvSpPr txBox="1"/>
          <p:nvPr/>
        </p:nvSpPr>
        <p:spPr>
          <a:xfrm>
            <a:off x="4800128" y="5762641"/>
            <a:ext cx="1221505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A2T Ionu Llamcolabor Isni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B71C08-D5D9-2956-2FDF-A3260F189700}"/>
              </a:ext>
            </a:extLst>
          </p:cNvPr>
          <p:cNvSpPr txBox="1"/>
          <p:nvPr/>
        </p:nvSpPr>
        <p:spPr>
          <a:xfrm>
            <a:off x="6636215" y="5172754"/>
            <a:ext cx="1112713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Siutaliquipe X2E Acommodoc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E188F3-6023-AAE0-39BA-F629D5DF4C21}"/>
              </a:ext>
            </a:extLst>
          </p:cNvPr>
          <p:cNvSpPr txBox="1"/>
          <p:nvPr/>
        </p:nvSpPr>
        <p:spPr>
          <a:xfrm>
            <a:off x="6636215" y="5762641"/>
            <a:ext cx="1221505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Onsequat Duisa Uteiruredo/Lorinre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203C1DD-DB40-4741-40A2-1520F6F7F310}"/>
              </a:ext>
            </a:extLst>
          </p:cNvPr>
          <p:cNvSpPr/>
          <p:nvPr/>
        </p:nvSpPr>
        <p:spPr>
          <a:xfrm>
            <a:off x="8213427" y="5033044"/>
            <a:ext cx="3705903" cy="1247574"/>
          </a:xfrm>
          <a:prstGeom prst="roundRect">
            <a:avLst>
              <a:gd name="adj" fmla="val 4907"/>
            </a:avLst>
          </a:prstGeom>
          <a:solidFill>
            <a:srgbClr val="FFE39E"/>
          </a:solidFill>
          <a:ln w="6350" cmpd="sng">
            <a:solidFill>
              <a:srgbClr val="FFD26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DA9C0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3DB21A-93AC-9143-5C1B-F4A8F2EA8539}"/>
              </a:ext>
            </a:extLst>
          </p:cNvPr>
          <p:cNvSpPr txBox="1"/>
          <p:nvPr/>
        </p:nvSpPr>
        <p:spPr>
          <a:xfrm>
            <a:off x="8335065" y="4865351"/>
            <a:ext cx="1176432" cy="284321"/>
          </a:xfrm>
          <a:prstGeom prst="roundRect">
            <a:avLst>
              <a:gd name="adj" fmla="val 23310"/>
            </a:avLst>
          </a:prstGeom>
          <a:solidFill>
            <a:srgbClr val="FFFFFF"/>
          </a:solidFill>
          <a:ln w="6350" cmpd="sng">
            <a:solidFill>
              <a:srgbClr val="E38803"/>
            </a:solidFill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Prehe Nderitinv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D57AE76-173C-9CFE-7945-0B0E5F1D3797}"/>
              </a:ext>
            </a:extLst>
          </p:cNvPr>
          <p:cNvCxnSpPr>
            <a:cxnSpLocks/>
          </p:cNvCxnSpPr>
          <p:nvPr/>
        </p:nvCxnSpPr>
        <p:spPr>
          <a:xfrm>
            <a:off x="10066378" y="5079266"/>
            <a:ext cx="0" cy="1155130"/>
          </a:xfrm>
          <a:prstGeom prst="line">
            <a:avLst/>
          </a:prstGeom>
          <a:ln>
            <a:solidFill>
              <a:srgbClr val="FBBE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B121CF-B30F-3C7A-1E34-0ACA9C3F9CED}"/>
              </a:ext>
            </a:extLst>
          </p:cNvPr>
          <p:cNvCxnSpPr>
            <a:cxnSpLocks/>
          </p:cNvCxnSpPr>
          <p:nvPr/>
        </p:nvCxnSpPr>
        <p:spPr>
          <a:xfrm flipH="1">
            <a:off x="8287220" y="5656831"/>
            <a:ext cx="3558316" cy="0"/>
          </a:xfrm>
          <a:prstGeom prst="line">
            <a:avLst/>
          </a:prstGeom>
          <a:ln>
            <a:solidFill>
              <a:srgbClr val="FBBE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454443D-B05E-CBF9-B248-63A581F98539}"/>
              </a:ext>
            </a:extLst>
          </p:cNvPr>
          <p:cNvSpPr txBox="1"/>
          <p:nvPr/>
        </p:nvSpPr>
        <p:spPr>
          <a:xfrm>
            <a:off x="8738601" y="5174659"/>
            <a:ext cx="1021972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Oluptate Veli Tessecillu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1B4086-D50C-5355-2DF3-24AC30314A75}"/>
              </a:ext>
            </a:extLst>
          </p:cNvPr>
          <p:cNvSpPr txBox="1"/>
          <p:nvPr/>
        </p:nvSpPr>
        <p:spPr>
          <a:xfrm>
            <a:off x="8738600" y="5845936"/>
            <a:ext cx="1221505" cy="24622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Mdol Oreeufugia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B23167-968F-1FFD-17BE-20DA69C18B54}"/>
              </a:ext>
            </a:extLst>
          </p:cNvPr>
          <p:cNvSpPr txBox="1"/>
          <p:nvPr/>
        </p:nvSpPr>
        <p:spPr>
          <a:xfrm>
            <a:off x="10574687" y="5174659"/>
            <a:ext cx="1112713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Tnull Apar Iaturexce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6B2916-F5A2-DA55-ECB8-27EA6DA01C72}"/>
              </a:ext>
            </a:extLst>
          </p:cNvPr>
          <p:cNvSpPr txBox="1"/>
          <p:nvPr/>
        </p:nvSpPr>
        <p:spPr>
          <a:xfrm>
            <a:off x="10574687" y="5768991"/>
            <a:ext cx="1221505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Pteursinto Ccaecatcupi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A6E3ED0-DBE7-4805-98F3-5C65A7D380D0}"/>
              </a:ext>
            </a:extLst>
          </p:cNvPr>
          <p:cNvSpPr/>
          <p:nvPr/>
        </p:nvSpPr>
        <p:spPr>
          <a:xfrm>
            <a:off x="8320031" y="2133284"/>
            <a:ext cx="686393" cy="222243"/>
          </a:xfrm>
          <a:prstGeom prst="roundRect">
            <a:avLst/>
          </a:prstGeom>
          <a:solidFill>
            <a:srgbClr val="FCA523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E38803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 3</a:t>
            </a:r>
          </a:p>
        </p:txBody>
      </p:sp>
      <p:sp>
        <p:nvSpPr>
          <p:cNvPr id="56" name="Freeform 141">
            <a:extLst>
              <a:ext uri="{FF2B5EF4-FFF2-40B4-BE49-F238E27FC236}">
                <a16:creationId xmlns:a16="http://schemas.microsoft.com/office/drawing/2014/main" id="{DB96DF63-9594-4246-AFCE-8F954F081F2E}"/>
              </a:ext>
            </a:extLst>
          </p:cNvPr>
          <p:cNvSpPr>
            <a:spLocks noEditPoints="1"/>
          </p:cNvSpPr>
          <p:nvPr/>
        </p:nvSpPr>
        <p:spPr bwMode="auto">
          <a:xfrm>
            <a:off x="378130" y="5813421"/>
            <a:ext cx="263183" cy="298376"/>
          </a:xfrm>
          <a:custGeom>
            <a:avLst/>
            <a:gdLst>
              <a:gd name="T0" fmla="*/ 126 w 198"/>
              <a:gd name="T1" fmla="*/ 124 h 226"/>
              <a:gd name="T2" fmla="*/ 73 w 198"/>
              <a:gd name="T3" fmla="*/ 102 h 226"/>
              <a:gd name="T4" fmla="*/ 91 w 198"/>
              <a:gd name="T5" fmla="*/ 93 h 226"/>
              <a:gd name="T6" fmla="*/ 108 w 198"/>
              <a:gd name="T7" fmla="*/ 133 h 226"/>
              <a:gd name="T8" fmla="*/ 198 w 198"/>
              <a:gd name="T9" fmla="*/ 113 h 226"/>
              <a:gd name="T10" fmla="*/ 107 w 198"/>
              <a:gd name="T11" fmla="*/ 225 h 226"/>
              <a:gd name="T12" fmla="*/ 87 w 198"/>
              <a:gd name="T13" fmla="*/ 206 h 226"/>
              <a:gd name="T14" fmla="*/ 108 w 198"/>
              <a:gd name="T15" fmla="*/ 194 h 226"/>
              <a:gd name="T16" fmla="*/ 191 w 198"/>
              <a:gd name="T17" fmla="*/ 113 h 226"/>
              <a:gd name="T18" fmla="*/ 77 w 198"/>
              <a:gd name="T19" fmla="*/ 178 h 226"/>
              <a:gd name="T20" fmla="*/ 107 w 198"/>
              <a:gd name="T21" fmla="*/ 168 h 226"/>
              <a:gd name="T22" fmla="*/ 130 w 198"/>
              <a:gd name="T23" fmla="*/ 175 h 226"/>
              <a:gd name="T24" fmla="*/ 134 w 198"/>
              <a:gd name="T25" fmla="*/ 157 h 226"/>
              <a:gd name="T26" fmla="*/ 162 w 198"/>
              <a:gd name="T27" fmla="*/ 144 h 226"/>
              <a:gd name="T28" fmla="*/ 155 w 198"/>
              <a:gd name="T29" fmla="*/ 121 h 226"/>
              <a:gd name="T30" fmla="*/ 160 w 198"/>
              <a:gd name="T31" fmla="*/ 103 h 226"/>
              <a:gd name="T32" fmla="*/ 150 w 198"/>
              <a:gd name="T33" fmla="*/ 77 h 226"/>
              <a:gd name="T34" fmla="*/ 133 w 198"/>
              <a:gd name="T35" fmla="*/ 68 h 226"/>
              <a:gd name="T36" fmla="*/ 122 w 198"/>
              <a:gd name="T37" fmla="*/ 47 h 226"/>
              <a:gd name="T38" fmla="*/ 92 w 198"/>
              <a:gd name="T39" fmla="*/ 57 h 226"/>
              <a:gd name="T40" fmla="*/ 69 w 198"/>
              <a:gd name="T41" fmla="*/ 51 h 226"/>
              <a:gd name="T42" fmla="*/ 65 w 198"/>
              <a:gd name="T43" fmla="*/ 68 h 226"/>
              <a:gd name="T44" fmla="*/ 37 w 198"/>
              <a:gd name="T45" fmla="*/ 82 h 226"/>
              <a:gd name="T46" fmla="*/ 44 w 198"/>
              <a:gd name="T47" fmla="*/ 105 h 226"/>
              <a:gd name="T48" fmla="*/ 39 w 198"/>
              <a:gd name="T49" fmla="*/ 123 h 226"/>
              <a:gd name="T50" fmla="*/ 49 w 198"/>
              <a:gd name="T51" fmla="*/ 149 h 226"/>
              <a:gd name="T52" fmla="*/ 66 w 198"/>
              <a:gd name="T53" fmla="*/ 158 h 226"/>
              <a:gd name="T54" fmla="*/ 54 w 198"/>
              <a:gd name="T55" fmla="*/ 138 h 226"/>
              <a:gd name="T56" fmla="*/ 40 w 198"/>
              <a:gd name="T57" fmla="*/ 130 h 226"/>
              <a:gd name="T58" fmla="*/ 51 w 198"/>
              <a:gd name="T59" fmla="*/ 103 h 226"/>
              <a:gd name="T60" fmla="*/ 40 w 198"/>
              <a:gd name="T61" fmla="*/ 93 h 226"/>
              <a:gd name="T62" fmla="*/ 54 w 198"/>
              <a:gd name="T63" fmla="*/ 87 h 226"/>
              <a:gd name="T64" fmla="*/ 70 w 198"/>
              <a:gd name="T65" fmla="*/ 60 h 226"/>
              <a:gd name="T66" fmla="*/ 83 w 198"/>
              <a:gd name="T67" fmla="*/ 55 h 226"/>
              <a:gd name="T68" fmla="*/ 113 w 198"/>
              <a:gd name="T69" fmla="*/ 63 h 226"/>
              <a:gd name="T70" fmla="*/ 128 w 198"/>
              <a:gd name="T71" fmla="*/ 57 h 226"/>
              <a:gd name="T72" fmla="*/ 127 w 198"/>
              <a:gd name="T73" fmla="*/ 72 h 226"/>
              <a:gd name="T74" fmla="*/ 155 w 198"/>
              <a:gd name="T75" fmla="*/ 85 h 226"/>
              <a:gd name="T76" fmla="*/ 147 w 198"/>
              <a:gd name="T77" fmla="*/ 103 h 226"/>
              <a:gd name="T78" fmla="*/ 159 w 198"/>
              <a:gd name="T79" fmla="*/ 131 h 226"/>
              <a:gd name="T80" fmla="*/ 153 w 198"/>
              <a:gd name="T81" fmla="*/ 142 h 226"/>
              <a:gd name="T82" fmla="*/ 125 w 198"/>
              <a:gd name="T83" fmla="*/ 158 h 226"/>
              <a:gd name="T84" fmla="*/ 119 w 198"/>
              <a:gd name="T85" fmla="*/ 172 h 226"/>
              <a:gd name="T86" fmla="*/ 109 w 198"/>
              <a:gd name="T87" fmla="*/ 161 h 226"/>
              <a:gd name="T88" fmla="*/ 81 w 198"/>
              <a:gd name="T89" fmla="*/ 172 h 226"/>
              <a:gd name="T90" fmla="*/ 70 w 198"/>
              <a:gd name="T91" fmla="*/ 166 h 226"/>
              <a:gd name="T92" fmla="*/ 0 w 198"/>
              <a:gd name="T93" fmla="*/ 113 h 226"/>
              <a:gd name="T94" fmla="*/ 92 w 198"/>
              <a:gd name="T95" fmla="*/ 1 h 226"/>
              <a:gd name="T96" fmla="*/ 112 w 198"/>
              <a:gd name="T97" fmla="*/ 20 h 226"/>
              <a:gd name="T98" fmla="*/ 92 w 198"/>
              <a:gd name="T99" fmla="*/ 29 h 226"/>
              <a:gd name="T100" fmla="*/ 4 w 198"/>
              <a:gd name="T101" fmla="*/ 116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98" h="226">
                <a:moveTo>
                  <a:pt x="99" y="141"/>
                </a:moveTo>
                <a:cubicBezTo>
                  <a:pt x="103" y="141"/>
                  <a:pt x="107" y="141"/>
                  <a:pt x="110" y="139"/>
                </a:cubicBezTo>
                <a:cubicBezTo>
                  <a:pt x="110" y="139"/>
                  <a:pt x="110" y="139"/>
                  <a:pt x="110" y="139"/>
                </a:cubicBezTo>
                <a:cubicBezTo>
                  <a:pt x="117" y="136"/>
                  <a:pt x="123" y="131"/>
                  <a:pt x="126" y="124"/>
                </a:cubicBezTo>
                <a:cubicBezTo>
                  <a:pt x="129" y="117"/>
                  <a:pt x="129" y="109"/>
                  <a:pt x="126" y="102"/>
                </a:cubicBezTo>
                <a:cubicBezTo>
                  <a:pt x="121" y="91"/>
                  <a:pt x="111" y="84"/>
                  <a:pt x="99" y="84"/>
                </a:cubicBezTo>
                <a:cubicBezTo>
                  <a:pt x="96" y="84"/>
                  <a:pt x="92" y="85"/>
                  <a:pt x="89" y="86"/>
                </a:cubicBezTo>
                <a:cubicBezTo>
                  <a:pt x="81" y="89"/>
                  <a:pt x="76" y="95"/>
                  <a:pt x="73" y="102"/>
                </a:cubicBezTo>
                <a:cubicBezTo>
                  <a:pt x="70" y="109"/>
                  <a:pt x="70" y="117"/>
                  <a:pt x="73" y="124"/>
                </a:cubicBezTo>
                <a:cubicBezTo>
                  <a:pt x="78" y="134"/>
                  <a:pt x="88" y="141"/>
                  <a:pt x="99" y="141"/>
                </a:cubicBezTo>
                <a:close/>
                <a:moveTo>
                  <a:pt x="80" y="105"/>
                </a:moveTo>
                <a:cubicBezTo>
                  <a:pt x="82" y="99"/>
                  <a:pt x="86" y="95"/>
                  <a:pt x="91" y="93"/>
                </a:cubicBezTo>
                <a:cubicBezTo>
                  <a:pt x="94" y="92"/>
                  <a:pt x="97" y="91"/>
                  <a:pt x="99" y="91"/>
                </a:cubicBezTo>
                <a:cubicBezTo>
                  <a:pt x="108" y="91"/>
                  <a:pt x="116" y="97"/>
                  <a:pt x="119" y="105"/>
                </a:cubicBezTo>
                <a:cubicBezTo>
                  <a:pt x="121" y="110"/>
                  <a:pt x="121" y="116"/>
                  <a:pt x="119" y="121"/>
                </a:cubicBezTo>
                <a:cubicBezTo>
                  <a:pt x="117" y="126"/>
                  <a:pt x="113" y="130"/>
                  <a:pt x="108" y="133"/>
                </a:cubicBezTo>
                <a:cubicBezTo>
                  <a:pt x="105" y="134"/>
                  <a:pt x="102" y="134"/>
                  <a:pt x="99" y="134"/>
                </a:cubicBezTo>
                <a:cubicBezTo>
                  <a:pt x="91" y="134"/>
                  <a:pt x="83" y="129"/>
                  <a:pt x="80" y="121"/>
                </a:cubicBezTo>
                <a:cubicBezTo>
                  <a:pt x="78" y="116"/>
                  <a:pt x="78" y="110"/>
                  <a:pt x="80" y="105"/>
                </a:cubicBezTo>
                <a:close/>
                <a:moveTo>
                  <a:pt x="198" y="113"/>
                </a:moveTo>
                <a:cubicBezTo>
                  <a:pt x="198" y="167"/>
                  <a:pt x="155" y="211"/>
                  <a:pt x="101" y="212"/>
                </a:cubicBezTo>
                <a:cubicBezTo>
                  <a:pt x="99" y="212"/>
                  <a:pt x="99" y="212"/>
                  <a:pt x="99" y="212"/>
                </a:cubicBezTo>
                <a:cubicBezTo>
                  <a:pt x="107" y="220"/>
                  <a:pt x="107" y="220"/>
                  <a:pt x="107" y="220"/>
                </a:cubicBezTo>
                <a:cubicBezTo>
                  <a:pt x="108" y="221"/>
                  <a:pt x="108" y="223"/>
                  <a:pt x="107" y="225"/>
                </a:cubicBezTo>
                <a:cubicBezTo>
                  <a:pt x="105" y="226"/>
                  <a:pt x="103" y="226"/>
                  <a:pt x="101" y="225"/>
                </a:cubicBezTo>
                <a:cubicBezTo>
                  <a:pt x="87" y="211"/>
                  <a:pt x="87" y="211"/>
                  <a:pt x="87" y="211"/>
                </a:cubicBezTo>
                <a:cubicBezTo>
                  <a:pt x="87" y="210"/>
                  <a:pt x="86" y="209"/>
                  <a:pt x="86" y="208"/>
                </a:cubicBezTo>
                <a:cubicBezTo>
                  <a:pt x="86" y="207"/>
                  <a:pt x="87" y="206"/>
                  <a:pt x="87" y="206"/>
                </a:cubicBezTo>
                <a:cubicBezTo>
                  <a:pt x="101" y="191"/>
                  <a:pt x="101" y="191"/>
                  <a:pt x="101" y="191"/>
                </a:cubicBezTo>
                <a:cubicBezTo>
                  <a:pt x="102" y="191"/>
                  <a:pt x="103" y="190"/>
                  <a:pt x="104" y="190"/>
                </a:cubicBezTo>
                <a:cubicBezTo>
                  <a:pt x="105" y="190"/>
                  <a:pt x="106" y="191"/>
                  <a:pt x="107" y="191"/>
                </a:cubicBezTo>
                <a:cubicBezTo>
                  <a:pt x="107" y="192"/>
                  <a:pt x="108" y="193"/>
                  <a:pt x="108" y="194"/>
                </a:cubicBezTo>
                <a:cubicBezTo>
                  <a:pt x="108" y="195"/>
                  <a:pt x="107" y="196"/>
                  <a:pt x="107" y="197"/>
                </a:cubicBezTo>
                <a:cubicBezTo>
                  <a:pt x="98" y="205"/>
                  <a:pt x="98" y="205"/>
                  <a:pt x="98" y="205"/>
                </a:cubicBezTo>
                <a:cubicBezTo>
                  <a:pt x="101" y="204"/>
                  <a:pt x="101" y="204"/>
                  <a:pt x="101" y="204"/>
                </a:cubicBezTo>
                <a:cubicBezTo>
                  <a:pt x="151" y="204"/>
                  <a:pt x="191" y="163"/>
                  <a:pt x="191" y="113"/>
                </a:cubicBezTo>
                <a:cubicBezTo>
                  <a:pt x="191" y="111"/>
                  <a:pt x="193" y="109"/>
                  <a:pt x="195" y="109"/>
                </a:cubicBezTo>
                <a:cubicBezTo>
                  <a:pt x="197" y="109"/>
                  <a:pt x="198" y="111"/>
                  <a:pt x="198" y="113"/>
                </a:cubicBezTo>
                <a:close/>
                <a:moveTo>
                  <a:pt x="69" y="175"/>
                </a:moveTo>
                <a:cubicBezTo>
                  <a:pt x="77" y="178"/>
                  <a:pt x="77" y="178"/>
                  <a:pt x="77" y="178"/>
                </a:cubicBezTo>
                <a:cubicBezTo>
                  <a:pt x="82" y="180"/>
                  <a:pt x="87" y="178"/>
                  <a:pt x="89" y="173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7" y="169"/>
                  <a:pt x="102" y="169"/>
                  <a:pt x="107" y="168"/>
                </a:cubicBezTo>
                <a:cubicBezTo>
                  <a:pt x="107" y="168"/>
                  <a:pt x="107" y="168"/>
                  <a:pt x="107" y="168"/>
                </a:cubicBezTo>
                <a:cubicBezTo>
                  <a:pt x="110" y="173"/>
                  <a:pt x="110" y="173"/>
                  <a:pt x="110" y="173"/>
                </a:cubicBezTo>
                <a:cubicBezTo>
                  <a:pt x="112" y="178"/>
                  <a:pt x="117" y="180"/>
                  <a:pt x="122" y="178"/>
                </a:cubicBezTo>
                <a:cubicBezTo>
                  <a:pt x="130" y="175"/>
                  <a:pt x="130" y="175"/>
                  <a:pt x="130" y="175"/>
                </a:cubicBezTo>
                <a:cubicBezTo>
                  <a:pt x="133" y="174"/>
                  <a:pt x="134" y="172"/>
                  <a:pt x="135" y="170"/>
                </a:cubicBezTo>
                <a:cubicBezTo>
                  <a:pt x="136" y="168"/>
                  <a:pt x="136" y="165"/>
                  <a:pt x="135" y="163"/>
                </a:cubicBezTo>
                <a:cubicBezTo>
                  <a:pt x="133" y="158"/>
                  <a:pt x="133" y="158"/>
                  <a:pt x="133" y="158"/>
                </a:cubicBezTo>
                <a:cubicBezTo>
                  <a:pt x="134" y="157"/>
                  <a:pt x="134" y="157"/>
                  <a:pt x="134" y="157"/>
                </a:cubicBezTo>
                <a:cubicBezTo>
                  <a:pt x="138" y="154"/>
                  <a:pt x="141" y="151"/>
                  <a:pt x="144" y="147"/>
                </a:cubicBezTo>
                <a:cubicBezTo>
                  <a:pt x="144" y="146"/>
                  <a:pt x="144" y="146"/>
                  <a:pt x="144" y="146"/>
                </a:cubicBezTo>
                <a:cubicBezTo>
                  <a:pt x="150" y="148"/>
                  <a:pt x="150" y="148"/>
                  <a:pt x="150" y="148"/>
                </a:cubicBezTo>
                <a:cubicBezTo>
                  <a:pt x="155" y="150"/>
                  <a:pt x="160" y="148"/>
                  <a:pt x="162" y="144"/>
                </a:cubicBezTo>
                <a:cubicBezTo>
                  <a:pt x="165" y="135"/>
                  <a:pt x="165" y="135"/>
                  <a:pt x="165" y="135"/>
                </a:cubicBezTo>
                <a:cubicBezTo>
                  <a:pt x="166" y="133"/>
                  <a:pt x="166" y="130"/>
                  <a:pt x="165" y="128"/>
                </a:cubicBezTo>
                <a:cubicBezTo>
                  <a:pt x="164" y="126"/>
                  <a:pt x="163" y="124"/>
                  <a:pt x="160" y="123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5" y="120"/>
                  <a:pt x="155" y="120"/>
                  <a:pt x="155" y="120"/>
                </a:cubicBezTo>
                <a:cubicBezTo>
                  <a:pt x="156" y="115"/>
                  <a:pt x="156" y="110"/>
                  <a:pt x="155" y="105"/>
                </a:cubicBezTo>
                <a:cubicBezTo>
                  <a:pt x="155" y="105"/>
                  <a:pt x="155" y="105"/>
                  <a:pt x="155" y="105"/>
                </a:cubicBezTo>
                <a:cubicBezTo>
                  <a:pt x="160" y="103"/>
                  <a:pt x="160" y="103"/>
                  <a:pt x="160" y="103"/>
                </a:cubicBezTo>
                <a:cubicBezTo>
                  <a:pt x="163" y="102"/>
                  <a:pt x="164" y="100"/>
                  <a:pt x="165" y="98"/>
                </a:cubicBezTo>
                <a:cubicBezTo>
                  <a:pt x="166" y="95"/>
                  <a:pt x="166" y="93"/>
                  <a:pt x="165" y="91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160" y="77"/>
                  <a:pt x="155" y="75"/>
                  <a:pt x="150" y="77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1" y="75"/>
                  <a:pt x="137" y="71"/>
                  <a:pt x="134" y="68"/>
                </a:cubicBezTo>
                <a:cubicBezTo>
                  <a:pt x="133" y="68"/>
                  <a:pt x="133" y="68"/>
                  <a:pt x="133" y="68"/>
                </a:cubicBezTo>
                <a:cubicBezTo>
                  <a:pt x="135" y="63"/>
                  <a:pt x="135" y="63"/>
                  <a:pt x="135" y="63"/>
                </a:cubicBezTo>
                <a:cubicBezTo>
                  <a:pt x="136" y="60"/>
                  <a:pt x="136" y="58"/>
                  <a:pt x="135" y="56"/>
                </a:cubicBezTo>
                <a:cubicBezTo>
                  <a:pt x="134" y="53"/>
                  <a:pt x="133" y="52"/>
                  <a:pt x="130" y="51"/>
                </a:cubicBezTo>
                <a:cubicBezTo>
                  <a:pt x="122" y="47"/>
                  <a:pt x="122" y="47"/>
                  <a:pt x="122" y="47"/>
                </a:cubicBezTo>
                <a:cubicBezTo>
                  <a:pt x="117" y="45"/>
                  <a:pt x="112" y="47"/>
                  <a:pt x="110" y="52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2" y="57"/>
                  <a:pt x="97" y="57"/>
                  <a:pt x="92" y="57"/>
                </a:cubicBezTo>
                <a:cubicBezTo>
                  <a:pt x="92" y="57"/>
                  <a:pt x="92" y="57"/>
                  <a:pt x="92" y="57"/>
                </a:cubicBezTo>
                <a:cubicBezTo>
                  <a:pt x="89" y="52"/>
                  <a:pt x="89" y="52"/>
                  <a:pt x="89" y="52"/>
                </a:cubicBezTo>
                <a:cubicBezTo>
                  <a:pt x="87" y="47"/>
                  <a:pt x="82" y="45"/>
                  <a:pt x="77" y="47"/>
                </a:cubicBezTo>
                <a:cubicBezTo>
                  <a:pt x="69" y="51"/>
                  <a:pt x="69" y="51"/>
                  <a:pt x="69" y="51"/>
                </a:cubicBezTo>
                <a:cubicBezTo>
                  <a:pt x="66" y="51"/>
                  <a:pt x="65" y="53"/>
                  <a:pt x="64" y="56"/>
                </a:cubicBezTo>
                <a:cubicBezTo>
                  <a:pt x="63" y="58"/>
                  <a:pt x="63" y="60"/>
                  <a:pt x="64" y="63"/>
                </a:cubicBezTo>
                <a:cubicBezTo>
                  <a:pt x="66" y="68"/>
                  <a:pt x="66" y="68"/>
                  <a:pt x="66" y="68"/>
                </a:cubicBezTo>
                <a:cubicBezTo>
                  <a:pt x="65" y="68"/>
                  <a:pt x="65" y="68"/>
                  <a:pt x="65" y="68"/>
                </a:cubicBezTo>
                <a:cubicBezTo>
                  <a:pt x="61" y="71"/>
                  <a:pt x="58" y="75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49" y="77"/>
                  <a:pt x="49" y="77"/>
                  <a:pt x="49" y="77"/>
                </a:cubicBezTo>
                <a:cubicBezTo>
                  <a:pt x="44" y="75"/>
                  <a:pt x="39" y="77"/>
                  <a:pt x="37" y="82"/>
                </a:cubicBezTo>
                <a:cubicBezTo>
                  <a:pt x="34" y="91"/>
                  <a:pt x="34" y="91"/>
                  <a:pt x="34" y="91"/>
                </a:cubicBezTo>
                <a:cubicBezTo>
                  <a:pt x="33" y="93"/>
                  <a:pt x="33" y="95"/>
                  <a:pt x="34" y="98"/>
                </a:cubicBezTo>
                <a:cubicBezTo>
                  <a:pt x="35" y="100"/>
                  <a:pt x="36" y="102"/>
                  <a:pt x="39" y="103"/>
                </a:cubicBezTo>
                <a:cubicBezTo>
                  <a:pt x="44" y="105"/>
                  <a:pt x="44" y="105"/>
                  <a:pt x="44" y="105"/>
                </a:cubicBezTo>
                <a:cubicBezTo>
                  <a:pt x="44" y="106"/>
                  <a:pt x="44" y="106"/>
                  <a:pt x="44" y="106"/>
                </a:cubicBezTo>
                <a:cubicBezTo>
                  <a:pt x="43" y="110"/>
                  <a:pt x="43" y="115"/>
                  <a:pt x="44" y="120"/>
                </a:cubicBezTo>
                <a:cubicBezTo>
                  <a:pt x="44" y="121"/>
                  <a:pt x="44" y="121"/>
                  <a:pt x="44" y="121"/>
                </a:cubicBezTo>
                <a:cubicBezTo>
                  <a:pt x="39" y="123"/>
                  <a:pt x="39" y="123"/>
                  <a:pt x="39" y="123"/>
                </a:cubicBezTo>
                <a:cubicBezTo>
                  <a:pt x="36" y="124"/>
                  <a:pt x="35" y="126"/>
                  <a:pt x="34" y="128"/>
                </a:cubicBezTo>
                <a:cubicBezTo>
                  <a:pt x="33" y="130"/>
                  <a:pt x="33" y="133"/>
                  <a:pt x="34" y="135"/>
                </a:cubicBezTo>
                <a:cubicBezTo>
                  <a:pt x="37" y="144"/>
                  <a:pt x="37" y="144"/>
                  <a:pt x="37" y="144"/>
                </a:cubicBezTo>
                <a:cubicBezTo>
                  <a:pt x="39" y="148"/>
                  <a:pt x="44" y="150"/>
                  <a:pt x="49" y="149"/>
                </a:cubicBezTo>
                <a:cubicBezTo>
                  <a:pt x="55" y="146"/>
                  <a:pt x="55" y="146"/>
                  <a:pt x="55" y="146"/>
                </a:cubicBezTo>
                <a:cubicBezTo>
                  <a:pt x="55" y="147"/>
                  <a:pt x="55" y="147"/>
                  <a:pt x="55" y="147"/>
                </a:cubicBezTo>
                <a:cubicBezTo>
                  <a:pt x="58" y="151"/>
                  <a:pt x="62" y="154"/>
                  <a:pt x="65" y="157"/>
                </a:cubicBezTo>
                <a:cubicBezTo>
                  <a:pt x="66" y="158"/>
                  <a:pt x="66" y="158"/>
                  <a:pt x="66" y="158"/>
                </a:cubicBezTo>
                <a:cubicBezTo>
                  <a:pt x="64" y="163"/>
                  <a:pt x="64" y="163"/>
                  <a:pt x="64" y="163"/>
                </a:cubicBezTo>
                <a:cubicBezTo>
                  <a:pt x="62" y="168"/>
                  <a:pt x="64" y="173"/>
                  <a:pt x="69" y="175"/>
                </a:cubicBezTo>
                <a:close/>
                <a:moveTo>
                  <a:pt x="59" y="140"/>
                </a:moveTo>
                <a:cubicBezTo>
                  <a:pt x="58" y="138"/>
                  <a:pt x="56" y="138"/>
                  <a:pt x="54" y="138"/>
                </a:cubicBezTo>
                <a:cubicBezTo>
                  <a:pt x="46" y="142"/>
                  <a:pt x="46" y="142"/>
                  <a:pt x="46" y="142"/>
                </a:cubicBezTo>
                <a:cubicBezTo>
                  <a:pt x="45" y="142"/>
                  <a:pt x="44" y="142"/>
                  <a:pt x="44" y="141"/>
                </a:cubicBezTo>
                <a:cubicBezTo>
                  <a:pt x="40" y="132"/>
                  <a:pt x="40" y="132"/>
                  <a:pt x="40" y="132"/>
                </a:cubicBezTo>
                <a:cubicBezTo>
                  <a:pt x="40" y="131"/>
                  <a:pt x="40" y="131"/>
                  <a:pt x="40" y="130"/>
                </a:cubicBezTo>
                <a:cubicBezTo>
                  <a:pt x="40" y="130"/>
                  <a:pt x="41" y="130"/>
                  <a:pt x="41" y="129"/>
                </a:cubicBezTo>
                <a:cubicBezTo>
                  <a:pt x="49" y="126"/>
                  <a:pt x="49" y="126"/>
                  <a:pt x="49" y="126"/>
                </a:cubicBezTo>
                <a:cubicBezTo>
                  <a:pt x="51" y="126"/>
                  <a:pt x="52" y="124"/>
                  <a:pt x="51" y="122"/>
                </a:cubicBezTo>
                <a:cubicBezTo>
                  <a:pt x="50" y="116"/>
                  <a:pt x="50" y="110"/>
                  <a:pt x="51" y="103"/>
                </a:cubicBezTo>
                <a:cubicBezTo>
                  <a:pt x="52" y="101"/>
                  <a:pt x="51" y="100"/>
                  <a:pt x="49" y="99"/>
                </a:cubicBezTo>
                <a:cubicBezTo>
                  <a:pt x="41" y="96"/>
                  <a:pt x="41" y="96"/>
                  <a:pt x="41" y="96"/>
                </a:cubicBezTo>
                <a:cubicBezTo>
                  <a:pt x="41" y="96"/>
                  <a:pt x="40" y="95"/>
                  <a:pt x="40" y="95"/>
                </a:cubicBezTo>
                <a:cubicBezTo>
                  <a:pt x="40" y="94"/>
                  <a:pt x="40" y="94"/>
                  <a:pt x="40" y="93"/>
                </a:cubicBezTo>
                <a:cubicBezTo>
                  <a:pt x="44" y="85"/>
                  <a:pt x="44" y="85"/>
                  <a:pt x="44" y="85"/>
                </a:cubicBezTo>
                <a:cubicBezTo>
                  <a:pt x="44" y="84"/>
                  <a:pt x="45" y="83"/>
                  <a:pt x="46" y="83"/>
                </a:cubicBezTo>
                <a:cubicBezTo>
                  <a:pt x="46" y="83"/>
                  <a:pt x="46" y="83"/>
                  <a:pt x="46" y="83"/>
                </a:cubicBezTo>
                <a:cubicBezTo>
                  <a:pt x="54" y="87"/>
                  <a:pt x="54" y="87"/>
                  <a:pt x="54" y="87"/>
                </a:cubicBezTo>
                <a:cubicBezTo>
                  <a:pt x="56" y="87"/>
                  <a:pt x="58" y="87"/>
                  <a:pt x="59" y="86"/>
                </a:cubicBezTo>
                <a:cubicBezTo>
                  <a:pt x="62" y="80"/>
                  <a:pt x="67" y="76"/>
                  <a:pt x="72" y="72"/>
                </a:cubicBezTo>
                <a:cubicBezTo>
                  <a:pt x="74" y="71"/>
                  <a:pt x="74" y="69"/>
                  <a:pt x="74" y="68"/>
                </a:cubicBezTo>
                <a:cubicBezTo>
                  <a:pt x="70" y="60"/>
                  <a:pt x="70" y="60"/>
                  <a:pt x="70" y="60"/>
                </a:cubicBezTo>
                <a:cubicBezTo>
                  <a:pt x="70" y="59"/>
                  <a:pt x="70" y="59"/>
                  <a:pt x="70" y="58"/>
                </a:cubicBezTo>
                <a:cubicBezTo>
                  <a:pt x="70" y="58"/>
                  <a:pt x="71" y="57"/>
                  <a:pt x="71" y="57"/>
                </a:cubicBezTo>
                <a:cubicBezTo>
                  <a:pt x="80" y="54"/>
                  <a:pt x="80" y="54"/>
                  <a:pt x="80" y="54"/>
                </a:cubicBezTo>
                <a:cubicBezTo>
                  <a:pt x="81" y="53"/>
                  <a:pt x="82" y="54"/>
                  <a:pt x="83" y="55"/>
                </a:cubicBezTo>
                <a:cubicBezTo>
                  <a:pt x="86" y="63"/>
                  <a:pt x="86" y="63"/>
                  <a:pt x="86" y="63"/>
                </a:cubicBezTo>
                <a:cubicBezTo>
                  <a:pt x="87" y="64"/>
                  <a:pt x="88" y="65"/>
                  <a:pt x="90" y="65"/>
                </a:cubicBezTo>
                <a:cubicBezTo>
                  <a:pt x="96" y="63"/>
                  <a:pt x="103" y="63"/>
                  <a:pt x="109" y="65"/>
                </a:cubicBezTo>
                <a:cubicBezTo>
                  <a:pt x="111" y="65"/>
                  <a:pt x="112" y="64"/>
                  <a:pt x="113" y="63"/>
                </a:cubicBezTo>
                <a:cubicBezTo>
                  <a:pt x="116" y="55"/>
                  <a:pt x="116" y="55"/>
                  <a:pt x="116" y="55"/>
                </a:cubicBezTo>
                <a:cubicBezTo>
                  <a:pt x="117" y="54"/>
                  <a:pt x="117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ubicBezTo>
                  <a:pt x="128" y="57"/>
                  <a:pt x="128" y="57"/>
                  <a:pt x="128" y="57"/>
                </a:cubicBezTo>
                <a:cubicBezTo>
                  <a:pt x="128" y="57"/>
                  <a:pt x="128" y="58"/>
                  <a:pt x="129" y="58"/>
                </a:cubicBezTo>
                <a:cubicBezTo>
                  <a:pt x="129" y="59"/>
                  <a:pt x="129" y="59"/>
                  <a:pt x="129" y="60"/>
                </a:cubicBezTo>
                <a:cubicBezTo>
                  <a:pt x="125" y="68"/>
                  <a:pt x="125" y="68"/>
                  <a:pt x="125" y="68"/>
                </a:cubicBezTo>
                <a:cubicBezTo>
                  <a:pt x="125" y="69"/>
                  <a:pt x="125" y="71"/>
                  <a:pt x="127" y="72"/>
                </a:cubicBezTo>
                <a:cubicBezTo>
                  <a:pt x="132" y="76"/>
                  <a:pt x="137" y="80"/>
                  <a:pt x="140" y="86"/>
                </a:cubicBezTo>
                <a:cubicBezTo>
                  <a:pt x="141" y="87"/>
                  <a:pt x="143" y="87"/>
                  <a:pt x="144" y="87"/>
                </a:cubicBezTo>
                <a:cubicBezTo>
                  <a:pt x="152" y="84"/>
                  <a:pt x="152" y="84"/>
                  <a:pt x="152" y="84"/>
                </a:cubicBezTo>
                <a:cubicBezTo>
                  <a:pt x="153" y="83"/>
                  <a:pt x="155" y="84"/>
                  <a:pt x="155" y="85"/>
                </a:cubicBezTo>
                <a:cubicBezTo>
                  <a:pt x="159" y="93"/>
                  <a:pt x="159" y="93"/>
                  <a:pt x="159" y="93"/>
                </a:cubicBezTo>
                <a:cubicBezTo>
                  <a:pt x="159" y="94"/>
                  <a:pt x="159" y="95"/>
                  <a:pt x="158" y="96"/>
                </a:cubicBezTo>
                <a:cubicBezTo>
                  <a:pt x="150" y="99"/>
                  <a:pt x="150" y="99"/>
                  <a:pt x="150" y="99"/>
                </a:cubicBezTo>
                <a:cubicBezTo>
                  <a:pt x="148" y="100"/>
                  <a:pt x="147" y="101"/>
                  <a:pt x="147" y="103"/>
                </a:cubicBezTo>
                <a:cubicBezTo>
                  <a:pt x="149" y="109"/>
                  <a:pt x="149" y="116"/>
                  <a:pt x="147" y="122"/>
                </a:cubicBezTo>
                <a:cubicBezTo>
                  <a:pt x="147" y="124"/>
                  <a:pt x="148" y="126"/>
                  <a:pt x="150" y="126"/>
                </a:cubicBezTo>
                <a:cubicBezTo>
                  <a:pt x="158" y="130"/>
                  <a:pt x="158" y="130"/>
                  <a:pt x="158" y="130"/>
                </a:cubicBezTo>
                <a:cubicBezTo>
                  <a:pt x="158" y="130"/>
                  <a:pt x="158" y="130"/>
                  <a:pt x="159" y="131"/>
                </a:cubicBezTo>
                <a:cubicBezTo>
                  <a:pt x="159" y="131"/>
                  <a:pt x="159" y="132"/>
                  <a:pt x="159" y="132"/>
                </a:cubicBezTo>
                <a:cubicBezTo>
                  <a:pt x="155" y="141"/>
                  <a:pt x="155" y="141"/>
                  <a:pt x="155" y="141"/>
                </a:cubicBezTo>
                <a:cubicBezTo>
                  <a:pt x="155" y="142"/>
                  <a:pt x="154" y="142"/>
                  <a:pt x="153" y="142"/>
                </a:cubicBezTo>
                <a:cubicBezTo>
                  <a:pt x="153" y="142"/>
                  <a:pt x="153" y="142"/>
                  <a:pt x="153" y="142"/>
                </a:cubicBezTo>
                <a:cubicBezTo>
                  <a:pt x="144" y="139"/>
                  <a:pt x="144" y="139"/>
                  <a:pt x="144" y="139"/>
                </a:cubicBezTo>
                <a:cubicBezTo>
                  <a:pt x="143" y="138"/>
                  <a:pt x="141" y="138"/>
                  <a:pt x="140" y="140"/>
                </a:cubicBezTo>
                <a:cubicBezTo>
                  <a:pt x="136" y="145"/>
                  <a:pt x="132" y="150"/>
                  <a:pt x="127" y="153"/>
                </a:cubicBezTo>
                <a:cubicBezTo>
                  <a:pt x="125" y="154"/>
                  <a:pt x="125" y="156"/>
                  <a:pt x="125" y="158"/>
                </a:cubicBezTo>
                <a:cubicBezTo>
                  <a:pt x="129" y="166"/>
                  <a:pt x="129" y="166"/>
                  <a:pt x="129" y="166"/>
                </a:cubicBezTo>
                <a:cubicBezTo>
                  <a:pt x="129" y="166"/>
                  <a:pt x="129" y="167"/>
                  <a:pt x="128" y="167"/>
                </a:cubicBezTo>
                <a:cubicBezTo>
                  <a:pt x="128" y="168"/>
                  <a:pt x="128" y="168"/>
                  <a:pt x="127" y="168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119" y="172"/>
                  <a:pt x="118" y="172"/>
                  <a:pt x="118" y="172"/>
                </a:cubicBezTo>
                <a:cubicBezTo>
                  <a:pt x="117" y="172"/>
                  <a:pt x="117" y="171"/>
                  <a:pt x="116" y="171"/>
                </a:cubicBezTo>
                <a:cubicBezTo>
                  <a:pt x="113" y="163"/>
                  <a:pt x="113" y="163"/>
                  <a:pt x="113" y="163"/>
                </a:cubicBezTo>
                <a:cubicBezTo>
                  <a:pt x="112" y="161"/>
                  <a:pt x="111" y="160"/>
                  <a:pt x="109" y="161"/>
                </a:cubicBezTo>
                <a:cubicBezTo>
                  <a:pt x="103" y="162"/>
                  <a:pt x="96" y="162"/>
                  <a:pt x="90" y="161"/>
                </a:cubicBezTo>
                <a:cubicBezTo>
                  <a:pt x="88" y="160"/>
                  <a:pt x="87" y="161"/>
                  <a:pt x="86" y="163"/>
                </a:cubicBezTo>
                <a:cubicBezTo>
                  <a:pt x="83" y="171"/>
                  <a:pt x="83" y="171"/>
                  <a:pt x="83" y="171"/>
                </a:cubicBezTo>
                <a:cubicBezTo>
                  <a:pt x="82" y="171"/>
                  <a:pt x="82" y="172"/>
                  <a:pt x="81" y="172"/>
                </a:cubicBezTo>
                <a:cubicBezTo>
                  <a:pt x="80" y="172"/>
                  <a:pt x="80" y="172"/>
                  <a:pt x="80" y="172"/>
                </a:cubicBezTo>
                <a:cubicBezTo>
                  <a:pt x="71" y="168"/>
                  <a:pt x="71" y="168"/>
                  <a:pt x="71" y="168"/>
                </a:cubicBezTo>
                <a:cubicBezTo>
                  <a:pt x="71" y="168"/>
                  <a:pt x="70" y="168"/>
                  <a:pt x="70" y="167"/>
                </a:cubicBezTo>
                <a:cubicBezTo>
                  <a:pt x="70" y="167"/>
                  <a:pt x="70" y="166"/>
                  <a:pt x="70" y="166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4" y="156"/>
                  <a:pt x="74" y="154"/>
                  <a:pt x="72" y="153"/>
                </a:cubicBezTo>
                <a:cubicBezTo>
                  <a:pt x="67" y="150"/>
                  <a:pt x="62" y="145"/>
                  <a:pt x="59" y="140"/>
                </a:cubicBezTo>
                <a:close/>
                <a:moveTo>
                  <a:pt x="0" y="113"/>
                </a:moveTo>
                <a:cubicBezTo>
                  <a:pt x="0" y="59"/>
                  <a:pt x="44" y="14"/>
                  <a:pt x="98" y="14"/>
                </a:cubicBezTo>
                <a:cubicBezTo>
                  <a:pt x="100" y="14"/>
                  <a:pt x="100" y="14"/>
                  <a:pt x="100" y="14"/>
                </a:cubicBezTo>
                <a:cubicBezTo>
                  <a:pt x="92" y="6"/>
                  <a:pt x="92" y="6"/>
                  <a:pt x="92" y="6"/>
                </a:cubicBezTo>
                <a:cubicBezTo>
                  <a:pt x="91" y="4"/>
                  <a:pt x="91" y="2"/>
                  <a:pt x="92" y="1"/>
                </a:cubicBezTo>
                <a:cubicBezTo>
                  <a:pt x="93" y="0"/>
                  <a:pt x="94" y="0"/>
                  <a:pt x="95" y="0"/>
                </a:cubicBezTo>
                <a:cubicBezTo>
                  <a:pt x="96" y="0"/>
                  <a:pt x="97" y="0"/>
                  <a:pt x="98" y="1"/>
                </a:cubicBezTo>
                <a:cubicBezTo>
                  <a:pt x="112" y="15"/>
                  <a:pt x="112" y="15"/>
                  <a:pt x="112" y="15"/>
                </a:cubicBezTo>
                <a:cubicBezTo>
                  <a:pt x="113" y="16"/>
                  <a:pt x="113" y="18"/>
                  <a:pt x="112" y="20"/>
                </a:cubicBezTo>
                <a:cubicBezTo>
                  <a:pt x="98" y="34"/>
                  <a:pt x="98" y="34"/>
                  <a:pt x="98" y="34"/>
                </a:cubicBezTo>
                <a:cubicBezTo>
                  <a:pt x="96" y="35"/>
                  <a:pt x="94" y="35"/>
                  <a:pt x="92" y="34"/>
                </a:cubicBezTo>
                <a:cubicBezTo>
                  <a:pt x="92" y="33"/>
                  <a:pt x="91" y="32"/>
                  <a:pt x="91" y="31"/>
                </a:cubicBezTo>
                <a:cubicBezTo>
                  <a:pt x="91" y="30"/>
                  <a:pt x="92" y="30"/>
                  <a:pt x="92" y="29"/>
                </a:cubicBezTo>
                <a:cubicBezTo>
                  <a:pt x="100" y="21"/>
                  <a:pt x="100" y="21"/>
                  <a:pt x="100" y="21"/>
                </a:cubicBezTo>
                <a:cubicBezTo>
                  <a:pt x="98" y="21"/>
                  <a:pt x="98" y="21"/>
                  <a:pt x="98" y="21"/>
                </a:cubicBezTo>
                <a:cubicBezTo>
                  <a:pt x="48" y="22"/>
                  <a:pt x="8" y="63"/>
                  <a:pt x="8" y="113"/>
                </a:cubicBezTo>
                <a:cubicBezTo>
                  <a:pt x="8" y="115"/>
                  <a:pt x="6" y="116"/>
                  <a:pt x="4" y="116"/>
                </a:cubicBezTo>
                <a:cubicBezTo>
                  <a:pt x="2" y="116"/>
                  <a:pt x="0" y="115"/>
                  <a:pt x="0" y="1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Freeform 37">
            <a:extLst>
              <a:ext uri="{FF2B5EF4-FFF2-40B4-BE49-F238E27FC236}">
                <a16:creationId xmlns:a16="http://schemas.microsoft.com/office/drawing/2014/main" id="{B35A294B-5FE6-2B32-8BB5-73C2C63FE7AD}"/>
              </a:ext>
            </a:extLst>
          </p:cNvPr>
          <p:cNvSpPr>
            <a:spLocks noEditPoints="1"/>
          </p:cNvSpPr>
          <p:nvPr/>
        </p:nvSpPr>
        <p:spPr bwMode="auto">
          <a:xfrm>
            <a:off x="1593676" y="5811830"/>
            <a:ext cx="325470" cy="301559"/>
          </a:xfrm>
          <a:custGeom>
            <a:avLst/>
            <a:gdLst>
              <a:gd name="T0" fmla="*/ 1453 w 1536"/>
              <a:gd name="T1" fmla="*/ 1007 h 1423"/>
              <a:gd name="T2" fmla="*/ 1346 w 1536"/>
              <a:gd name="T3" fmla="*/ 1033 h 1423"/>
              <a:gd name="T4" fmla="*/ 1444 w 1536"/>
              <a:gd name="T5" fmla="*/ 943 h 1423"/>
              <a:gd name="T6" fmla="*/ 1387 w 1536"/>
              <a:gd name="T7" fmla="*/ 845 h 1423"/>
              <a:gd name="T8" fmla="*/ 972 w 1536"/>
              <a:gd name="T9" fmla="*/ 1017 h 1423"/>
              <a:gd name="T10" fmla="*/ 704 w 1536"/>
              <a:gd name="T11" fmla="*/ 983 h 1423"/>
              <a:gd name="T12" fmla="*/ 956 w 1536"/>
              <a:gd name="T13" fmla="*/ 957 h 1423"/>
              <a:gd name="T14" fmla="*/ 1038 w 1536"/>
              <a:gd name="T15" fmla="*/ 904 h 1423"/>
              <a:gd name="T16" fmla="*/ 782 w 1536"/>
              <a:gd name="T17" fmla="*/ 838 h 1423"/>
              <a:gd name="T18" fmla="*/ 374 w 1536"/>
              <a:gd name="T19" fmla="*/ 819 h 1423"/>
              <a:gd name="T20" fmla="*/ 450 w 1536"/>
              <a:gd name="T21" fmla="*/ 1193 h 1423"/>
              <a:gd name="T22" fmla="*/ 1116 w 1536"/>
              <a:gd name="T23" fmla="*/ 1128 h 1423"/>
              <a:gd name="T24" fmla="*/ 1143 w 1536"/>
              <a:gd name="T25" fmla="*/ 1181 h 1423"/>
              <a:gd name="T26" fmla="*/ 755 w 1536"/>
              <a:gd name="T27" fmla="*/ 1251 h 1423"/>
              <a:gd name="T28" fmla="*/ 483 w 1536"/>
              <a:gd name="T29" fmla="*/ 1249 h 1423"/>
              <a:gd name="T30" fmla="*/ 478 w 1536"/>
              <a:gd name="T31" fmla="*/ 1305 h 1423"/>
              <a:gd name="T32" fmla="*/ 246 w 1536"/>
              <a:gd name="T33" fmla="*/ 1397 h 1423"/>
              <a:gd name="T34" fmla="*/ 0 w 1536"/>
              <a:gd name="T35" fmla="*/ 970 h 1423"/>
              <a:gd name="T36" fmla="*/ 27 w 1536"/>
              <a:gd name="T37" fmla="*/ 929 h 1423"/>
              <a:gd name="T38" fmla="*/ 242 w 1536"/>
              <a:gd name="T39" fmla="*/ 833 h 1423"/>
              <a:gd name="T40" fmla="*/ 555 w 1536"/>
              <a:gd name="T41" fmla="*/ 709 h 1423"/>
              <a:gd name="T42" fmla="*/ 810 w 1536"/>
              <a:gd name="T43" fmla="*/ 781 h 1423"/>
              <a:gd name="T44" fmla="*/ 1096 w 1536"/>
              <a:gd name="T45" fmla="*/ 922 h 1423"/>
              <a:gd name="T46" fmla="*/ 1156 w 1536"/>
              <a:gd name="T47" fmla="*/ 913 h 1423"/>
              <a:gd name="T48" fmla="*/ 1534 w 1536"/>
              <a:gd name="T49" fmla="*/ 872 h 1423"/>
              <a:gd name="T50" fmla="*/ 1536 w 1536"/>
              <a:gd name="T51" fmla="*/ 910 h 1423"/>
              <a:gd name="T52" fmla="*/ 207 w 1536"/>
              <a:gd name="T53" fmla="*/ 894 h 1423"/>
              <a:gd name="T54" fmla="*/ 287 w 1536"/>
              <a:gd name="T55" fmla="*/ 1346 h 1423"/>
              <a:gd name="T56" fmla="*/ 714 w 1536"/>
              <a:gd name="T57" fmla="*/ 354 h 1423"/>
              <a:gd name="T58" fmla="*/ 1422 w 1536"/>
              <a:gd name="T59" fmla="*/ 355 h 1423"/>
              <a:gd name="T60" fmla="*/ 714 w 1536"/>
              <a:gd name="T61" fmla="*/ 354 h 1423"/>
              <a:gd name="T62" fmla="*/ 1068 w 1536"/>
              <a:gd name="T63" fmla="*/ 649 h 1423"/>
              <a:gd name="T64" fmla="*/ 1066 w 1536"/>
              <a:gd name="T65" fmla="*/ 61 h 1423"/>
              <a:gd name="T66" fmla="*/ 1255 w 1536"/>
              <a:gd name="T67" fmla="*/ 1056 h 1423"/>
              <a:gd name="T68" fmla="*/ 1255 w 1536"/>
              <a:gd name="T69" fmla="*/ 1115 h 1423"/>
              <a:gd name="T70" fmla="*/ 1255 w 1536"/>
              <a:gd name="T71" fmla="*/ 1056 h 1423"/>
              <a:gd name="T72" fmla="*/ 1098 w 1536"/>
              <a:gd name="T73" fmla="*/ 516 h 1423"/>
              <a:gd name="T74" fmla="*/ 1167 w 1536"/>
              <a:gd name="T75" fmla="*/ 406 h 1423"/>
              <a:gd name="T76" fmla="*/ 1046 w 1536"/>
              <a:gd name="T77" fmla="*/ 299 h 1423"/>
              <a:gd name="T78" fmla="*/ 1064 w 1536"/>
              <a:gd name="T79" fmla="*/ 254 h 1423"/>
              <a:gd name="T80" fmla="*/ 1144 w 1536"/>
              <a:gd name="T81" fmla="*/ 256 h 1423"/>
              <a:gd name="T82" fmla="*/ 1111 w 1536"/>
              <a:gd name="T83" fmla="*/ 202 h 1423"/>
              <a:gd name="T84" fmla="*/ 1067 w 1536"/>
              <a:gd name="T85" fmla="*/ 157 h 1423"/>
              <a:gd name="T86" fmla="*/ 1026 w 1536"/>
              <a:gd name="T87" fmla="*/ 202 h 1423"/>
              <a:gd name="T88" fmla="*/ 1018 w 1536"/>
              <a:gd name="T89" fmla="*/ 352 h 1423"/>
              <a:gd name="T90" fmla="*/ 1107 w 1536"/>
              <a:gd name="T91" fmla="*/ 419 h 1423"/>
              <a:gd name="T92" fmla="*/ 1014 w 1536"/>
              <a:gd name="T93" fmla="*/ 442 h 1423"/>
              <a:gd name="T94" fmla="*/ 984 w 1536"/>
              <a:gd name="T95" fmla="*/ 493 h 1423"/>
              <a:gd name="T96" fmla="*/ 1067 w 1536"/>
              <a:gd name="T97" fmla="*/ 553 h 1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36" h="1423">
                <a:moveTo>
                  <a:pt x="1536" y="910"/>
                </a:moveTo>
                <a:cubicBezTo>
                  <a:pt x="1526" y="958"/>
                  <a:pt x="1495" y="987"/>
                  <a:pt x="1453" y="1007"/>
                </a:cubicBezTo>
                <a:cubicBezTo>
                  <a:pt x="1431" y="1018"/>
                  <a:pt x="1411" y="1031"/>
                  <a:pt x="1390" y="1043"/>
                </a:cubicBezTo>
                <a:cubicBezTo>
                  <a:pt x="1372" y="1053"/>
                  <a:pt x="1355" y="1049"/>
                  <a:pt x="1346" y="1033"/>
                </a:cubicBezTo>
                <a:cubicBezTo>
                  <a:pt x="1337" y="1018"/>
                  <a:pt x="1343" y="1001"/>
                  <a:pt x="1361" y="991"/>
                </a:cubicBezTo>
                <a:cubicBezTo>
                  <a:pt x="1389" y="975"/>
                  <a:pt x="1417" y="959"/>
                  <a:pt x="1444" y="943"/>
                </a:cubicBezTo>
                <a:cubicBezTo>
                  <a:pt x="1475" y="925"/>
                  <a:pt x="1485" y="893"/>
                  <a:pt x="1468" y="865"/>
                </a:cubicBezTo>
                <a:cubicBezTo>
                  <a:pt x="1451" y="836"/>
                  <a:pt x="1416" y="827"/>
                  <a:pt x="1387" y="845"/>
                </a:cubicBezTo>
                <a:cubicBezTo>
                  <a:pt x="1329" y="879"/>
                  <a:pt x="1272" y="914"/>
                  <a:pt x="1215" y="949"/>
                </a:cubicBezTo>
                <a:cubicBezTo>
                  <a:pt x="1140" y="996"/>
                  <a:pt x="1060" y="1019"/>
                  <a:pt x="972" y="1017"/>
                </a:cubicBezTo>
                <a:cubicBezTo>
                  <a:pt x="894" y="1016"/>
                  <a:pt x="816" y="1016"/>
                  <a:pt x="738" y="1015"/>
                </a:cubicBezTo>
                <a:cubicBezTo>
                  <a:pt x="716" y="1015"/>
                  <a:pt x="704" y="1002"/>
                  <a:pt x="704" y="983"/>
                </a:cubicBezTo>
                <a:cubicBezTo>
                  <a:pt x="705" y="965"/>
                  <a:pt x="718" y="955"/>
                  <a:pt x="740" y="955"/>
                </a:cubicBezTo>
                <a:cubicBezTo>
                  <a:pt x="812" y="955"/>
                  <a:pt x="884" y="956"/>
                  <a:pt x="956" y="957"/>
                </a:cubicBezTo>
                <a:cubicBezTo>
                  <a:pt x="969" y="957"/>
                  <a:pt x="982" y="958"/>
                  <a:pt x="995" y="956"/>
                </a:cubicBezTo>
                <a:cubicBezTo>
                  <a:pt x="1021" y="952"/>
                  <a:pt x="1039" y="929"/>
                  <a:pt x="1038" y="904"/>
                </a:cubicBezTo>
                <a:cubicBezTo>
                  <a:pt x="1036" y="879"/>
                  <a:pt x="1017" y="858"/>
                  <a:pt x="991" y="856"/>
                </a:cubicBezTo>
                <a:cubicBezTo>
                  <a:pt x="921" y="850"/>
                  <a:pt x="852" y="844"/>
                  <a:pt x="782" y="838"/>
                </a:cubicBezTo>
                <a:cubicBezTo>
                  <a:pt x="740" y="835"/>
                  <a:pt x="699" y="825"/>
                  <a:pt x="662" y="804"/>
                </a:cubicBezTo>
                <a:cubicBezTo>
                  <a:pt x="563" y="750"/>
                  <a:pt x="467" y="756"/>
                  <a:pt x="374" y="819"/>
                </a:cubicBezTo>
                <a:cubicBezTo>
                  <a:pt x="341" y="841"/>
                  <a:pt x="307" y="863"/>
                  <a:pt x="272" y="886"/>
                </a:cubicBezTo>
                <a:cubicBezTo>
                  <a:pt x="332" y="989"/>
                  <a:pt x="391" y="1092"/>
                  <a:pt x="450" y="1193"/>
                </a:cubicBezTo>
                <a:cubicBezTo>
                  <a:pt x="570" y="1180"/>
                  <a:pt x="689" y="1191"/>
                  <a:pt x="808" y="1192"/>
                </a:cubicBezTo>
                <a:cubicBezTo>
                  <a:pt x="916" y="1193"/>
                  <a:pt x="1019" y="1174"/>
                  <a:pt x="1116" y="1128"/>
                </a:cubicBezTo>
                <a:cubicBezTo>
                  <a:pt x="1135" y="1119"/>
                  <a:pt x="1150" y="1122"/>
                  <a:pt x="1159" y="1136"/>
                </a:cubicBezTo>
                <a:cubicBezTo>
                  <a:pt x="1170" y="1153"/>
                  <a:pt x="1163" y="1172"/>
                  <a:pt x="1143" y="1181"/>
                </a:cubicBezTo>
                <a:cubicBezTo>
                  <a:pt x="1085" y="1209"/>
                  <a:pt x="1024" y="1228"/>
                  <a:pt x="961" y="1240"/>
                </a:cubicBezTo>
                <a:cubicBezTo>
                  <a:pt x="893" y="1253"/>
                  <a:pt x="824" y="1253"/>
                  <a:pt x="755" y="1251"/>
                </a:cubicBezTo>
                <a:cubicBezTo>
                  <a:pt x="675" y="1249"/>
                  <a:pt x="595" y="1248"/>
                  <a:pt x="515" y="1247"/>
                </a:cubicBezTo>
                <a:cubicBezTo>
                  <a:pt x="505" y="1247"/>
                  <a:pt x="495" y="1248"/>
                  <a:pt x="483" y="1249"/>
                </a:cubicBezTo>
                <a:cubicBezTo>
                  <a:pt x="486" y="1255"/>
                  <a:pt x="488" y="1259"/>
                  <a:pt x="490" y="1263"/>
                </a:cubicBezTo>
                <a:cubicBezTo>
                  <a:pt x="498" y="1280"/>
                  <a:pt x="494" y="1295"/>
                  <a:pt x="478" y="1305"/>
                </a:cubicBezTo>
                <a:cubicBezTo>
                  <a:pt x="416" y="1341"/>
                  <a:pt x="354" y="1377"/>
                  <a:pt x="291" y="1412"/>
                </a:cubicBezTo>
                <a:cubicBezTo>
                  <a:pt x="273" y="1423"/>
                  <a:pt x="258" y="1417"/>
                  <a:pt x="246" y="1397"/>
                </a:cubicBezTo>
                <a:cubicBezTo>
                  <a:pt x="186" y="1292"/>
                  <a:pt x="126" y="1188"/>
                  <a:pt x="66" y="1084"/>
                </a:cubicBezTo>
                <a:cubicBezTo>
                  <a:pt x="44" y="1046"/>
                  <a:pt x="22" y="1008"/>
                  <a:pt x="0" y="970"/>
                </a:cubicBezTo>
                <a:cubicBezTo>
                  <a:pt x="0" y="964"/>
                  <a:pt x="0" y="958"/>
                  <a:pt x="0" y="952"/>
                </a:cubicBezTo>
                <a:cubicBezTo>
                  <a:pt x="9" y="944"/>
                  <a:pt x="17" y="935"/>
                  <a:pt x="27" y="929"/>
                </a:cubicBezTo>
                <a:cubicBezTo>
                  <a:pt x="82" y="896"/>
                  <a:pt x="138" y="865"/>
                  <a:pt x="194" y="832"/>
                </a:cubicBezTo>
                <a:cubicBezTo>
                  <a:pt x="210" y="822"/>
                  <a:pt x="226" y="818"/>
                  <a:pt x="242" y="833"/>
                </a:cubicBezTo>
                <a:cubicBezTo>
                  <a:pt x="278" y="810"/>
                  <a:pt x="313" y="787"/>
                  <a:pt x="349" y="763"/>
                </a:cubicBezTo>
                <a:cubicBezTo>
                  <a:pt x="411" y="722"/>
                  <a:pt x="480" y="703"/>
                  <a:pt x="555" y="709"/>
                </a:cubicBezTo>
                <a:cubicBezTo>
                  <a:pt x="597" y="712"/>
                  <a:pt x="637" y="722"/>
                  <a:pt x="673" y="743"/>
                </a:cubicBezTo>
                <a:cubicBezTo>
                  <a:pt x="716" y="768"/>
                  <a:pt x="762" y="778"/>
                  <a:pt x="810" y="781"/>
                </a:cubicBezTo>
                <a:cubicBezTo>
                  <a:pt x="873" y="785"/>
                  <a:pt x="936" y="790"/>
                  <a:pt x="999" y="796"/>
                </a:cubicBezTo>
                <a:cubicBezTo>
                  <a:pt x="1060" y="801"/>
                  <a:pt x="1106" y="861"/>
                  <a:pt x="1096" y="922"/>
                </a:cubicBezTo>
                <a:cubicBezTo>
                  <a:pt x="1095" y="928"/>
                  <a:pt x="1094" y="933"/>
                  <a:pt x="1093" y="943"/>
                </a:cubicBezTo>
                <a:cubicBezTo>
                  <a:pt x="1116" y="932"/>
                  <a:pt x="1137" y="925"/>
                  <a:pt x="1156" y="913"/>
                </a:cubicBezTo>
                <a:cubicBezTo>
                  <a:pt x="1220" y="876"/>
                  <a:pt x="1283" y="837"/>
                  <a:pt x="1346" y="799"/>
                </a:cubicBezTo>
                <a:cubicBezTo>
                  <a:pt x="1428" y="750"/>
                  <a:pt x="1507" y="781"/>
                  <a:pt x="1534" y="872"/>
                </a:cubicBezTo>
                <a:cubicBezTo>
                  <a:pt x="1534" y="873"/>
                  <a:pt x="1535" y="873"/>
                  <a:pt x="1536" y="874"/>
                </a:cubicBezTo>
                <a:cubicBezTo>
                  <a:pt x="1536" y="886"/>
                  <a:pt x="1536" y="898"/>
                  <a:pt x="1536" y="910"/>
                </a:cubicBezTo>
                <a:close/>
                <a:moveTo>
                  <a:pt x="423" y="1267"/>
                </a:moveTo>
                <a:cubicBezTo>
                  <a:pt x="350" y="1142"/>
                  <a:pt x="279" y="1018"/>
                  <a:pt x="207" y="894"/>
                </a:cubicBezTo>
                <a:cubicBezTo>
                  <a:pt x="161" y="921"/>
                  <a:pt x="116" y="946"/>
                  <a:pt x="71" y="973"/>
                </a:cubicBezTo>
                <a:cubicBezTo>
                  <a:pt x="143" y="1098"/>
                  <a:pt x="215" y="1221"/>
                  <a:pt x="287" y="1346"/>
                </a:cubicBezTo>
                <a:cubicBezTo>
                  <a:pt x="332" y="1320"/>
                  <a:pt x="377" y="1294"/>
                  <a:pt x="423" y="1267"/>
                </a:cubicBezTo>
                <a:close/>
                <a:moveTo>
                  <a:pt x="714" y="354"/>
                </a:moveTo>
                <a:cubicBezTo>
                  <a:pt x="714" y="159"/>
                  <a:pt x="873" y="0"/>
                  <a:pt x="1068" y="1"/>
                </a:cubicBezTo>
                <a:cubicBezTo>
                  <a:pt x="1263" y="1"/>
                  <a:pt x="1422" y="161"/>
                  <a:pt x="1422" y="355"/>
                </a:cubicBezTo>
                <a:cubicBezTo>
                  <a:pt x="1421" y="550"/>
                  <a:pt x="1262" y="709"/>
                  <a:pt x="1067" y="709"/>
                </a:cubicBezTo>
                <a:cubicBezTo>
                  <a:pt x="872" y="709"/>
                  <a:pt x="713" y="550"/>
                  <a:pt x="714" y="354"/>
                </a:cubicBezTo>
                <a:close/>
                <a:moveTo>
                  <a:pt x="774" y="355"/>
                </a:moveTo>
                <a:cubicBezTo>
                  <a:pt x="774" y="517"/>
                  <a:pt x="906" y="649"/>
                  <a:pt x="1068" y="649"/>
                </a:cubicBezTo>
                <a:cubicBezTo>
                  <a:pt x="1229" y="649"/>
                  <a:pt x="1362" y="517"/>
                  <a:pt x="1362" y="355"/>
                </a:cubicBezTo>
                <a:cubicBezTo>
                  <a:pt x="1362" y="193"/>
                  <a:pt x="1229" y="60"/>
                  <a:pt x="1066" y="61"/>
                </a:cubicBezTo>
                <a:cubicBezTo>
                  <a:pt x="905" y="61"/>
                  <a:pt x="773" y="193"/>
                  <a:pt x="774" y="355"/>
                </a:cubicBezTo>
                <a:close/>
                <a:moveTo>
                  <a:pt x="1255" y="1056"/>
                </a:moveTo>
                <a:cubicBezTo>
                  <a:pt x="1238" y="1056"/>
                  <a:pt x="1225" y="1069"/>
                  <a:pt x="1225" y="1085"/>
                </a:cubicBezTo>
                <a:cubicBezTo>
                  <a:pt x="1224" y="1102"/>
                  <a:pt x="1238" y="1116"/>
                  <a:pt x="1255" y="1115"/>
                </a:cubicBezTo>
                <a:cubicBezTo>
                  <a:pt x="1272" y="1115"/>
                  <a:pt x="1284" y="1102"/>
                  <a:pt x="1284" y="1085"/>
                </a:cubicBezTo>
                <a:cubicBezTo>
                  <a:pt x="1284" y="1069"/>
                  <a:pt x="1271" y="1056"/>
                  <a:pt x="1255" y="1056"/>
                </a:cubicBezTo>
                <a:close/>
                <a:moveTo>
                  <a:pt x="1067" y="553"/>
                </a:moveTo>
                <a:cubicBezTo>
                  <a:pt x="1085" y="553"/>
                  <a:pt x="1094" y="542"/>
                  <a:pt x="1098" y="516"/>
                </a:cubicBezTo>
                <a:cubicBezTo>
                  <a:pt x="1099" y="513"/>
                  <a:pt x="1102" y="508"/>
                  <a:pt x="1105" y="507"/>
                </a:cubicBezTo>
                <a:cubicBezTo>
                  <a:pt x="1147" y="486"/>
                  <a:pt x="1170" y="453"/>
                  <a:pt x="1167" y="406"/>
                </a:cubicBezTo>
                <a:cubicBezTo>
                  <a:pt x="1165" y="360"/>
                  <a:pt x="1136" y="335"/>
                  <a:pt x="1095" y="321"/>
                </a:cubicBezTo>
                <a:cubicBezTo>
                  <a:pt x="1078" y="315"/>
                  <a:pt x="1062" y="307"/>
                  <a:pt x="1046" y="299"/>
                </a:cubicBezTo>
                <a:cubicBezTo>
                  <a:pt x="1034" y="293"/>
                  <a:pt x="1033" y="283"/>
                  <a:pt x="1036" y="272"/>
                </a:cubicBezTo>
                <a:cubicBezTo>
                  <a:pt x="1041" y="259"/>
                  <a:pt x="1051" y="252"/>
                  <a:pt x="1064" y="254"/>
                </a:cubicBezTo>
                <a:cubicBezTo>
                  <a:pt x="1078" y="255"/>
                  <a:pt x="1091" y="260"/>
                  <a:pt x="1105" y="266"/>
                </a:cubicBezTo>
                <a:cubicBezTo>
                  <a:pt x="1120" y="272"/>
                  <a:pt x="1136" y="269"/>
                  <a:pt x="1144" y="256"/>
                </a:cubicBezTo>
                <a:cubicBezTo>
                  <a:pt x="1153" y="243"/>
                  <a:pt x="1150" y="226"/>
                  <a:pt x="1137" y="216"/>
                </a:cubicBezTo>
                <a:cubicBezTo>
                  <a:pt x="1129" y="210"/>
                  <a:pt x="1120" y="205"/>
                  <a:pt x="1111" y="202"/>
                </a:cubicBezTo>
                <a:cubicBezTo>
                  <a:pt x="1101" y="199"/>
                  <a:pt x="1098" y="195"/>
                  <a:pt x="1097" y="184"/>
                </a:cubicBezTo>
                <a:cubicBezTo>
                  <a:pt x="1096" y="168"/>
                  <a:pt x="1082" y="157"/>
                  <a:pt x="1067" y="157"/>
                </a:cubicBezTo>
                <a:cubicBezTo>
                  <a:pt x="1052" y="158"/>
                  <a:pt x="1039" y="169"/>
                  <a:pt x="1038" y="185"/>
                </a:cubicBezTo>
                <a:cubicBezTo>
                  <a:pt x="1038" y="194"/>
                  <a:pt x="1034" y="198"/>
                  <a:pt x="1026" y="202"/>
                </a:cubicBezTo>
                <a:cubicBezTo>
                  <a:pt x="995" y="216"/>
                  <a:pt x="978" y="242"/>
                  <a:pt x="975" y="276"/>
                </a:cubicBezTo>
                <a:cubicBezTo>
                  <a:pt x="972" y="310"/>
                  <a:pt x="987" y="336"/>
                  <a:pt x="1018" y="352"/>
                </a:cubicBezTo>
                <a:cubicBezTo>
                  <a:pt x="1038" y="363"/>
                  <a:pt x="1060" y="371"/>
                  <a:pt x="1082" y="380"/>
                </a:cubicBezTo>
                <a:cubicBezTo>
                  <a:pt x="1103" y="389"/>
                  <a:pt x="1110" y="400"/>
                  <a:pt x="1107" y="419"/>
                </a:cubicBezTo>
                <a:cubicBezTo>
                  <a:pt x="1105" y="438"/>
                  <a:pt x="1089" y="452"/>
                  <a:pt x="1070" y="454"/>
                </a:cubicBezTo>
                <a:cubicBezTo>
                  <a:pt x="1050" y="456"/>
                  <a:pt x="1032" y="453"/>
                  <a:pt x="1014" y="442"/>
                </a:cubicBezTo>
                <a:cubicBezTo>
                  <a:pt x="998" y="431"/>
                  <a:pt x="980" y="436"/>
                  <a:pt x="971" y="451"/>
                </a:cubicBezTo>
                <a:cubicBezTo>
                  <a:pt x="962" y="466"/>
                  <a:pt x="967" y="483"/>
                  <a:pt x="984" y="493"/>
                </a:cubicBezTo>
                <a:cubicBezTo>
                  <a:pt x="1000" y="502"/>
                  <a:pt x="1018" y="508"/>
                  <a:pt x="1037" y="517"/>
                </a:cubicBezTo>
                <a:cubicBezTo>
                  <a:pt x="1039" y="540"/>
                  <a:pt x="1050" y="552"/>
                  <a:pt x="1067" y="55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Freeform 13">
            <a:extLst>
              <a:ext uri="{FF2B5EF4-FFF2-40B4-BE49-F238E27FC236}">
                <a16:creationId xmlns:a16="http://schemas.microsoft.com/office/drawing/2014/main" id="{67ADADE6-80FA-7F5A-DE0A-F4165D0CDD54}"/>
              </a:ext>
            </a:extLst>
          </p:cNvPr>
          <p:cNvSpPr>
            <a:spLocks noEditPoints="1"/>
          </p:cNvSpPr>
          <p:nvPr/>
        </p:nvSpPr>
        <p:spPr bwMode="auto">
          <a:xfrm>
            <a:off x="2834119" y="5846657"/>
            <a:ext cx="319194" cy="231904"/>
          </a:xfrm>
          <a:custGeom>
            <a:avLst/>
            <a:gdLst>
              <a:gd name="T0" fmla="*/ 16 w 204"/>
              <a:gd name="T1" fmla="*/ 0 h 147"/>
              <a:gd name="T2" fmla="*/ 168 w 204"/>
              <a:gd name="T3" fmla="*/ 3 h 147"/>
              <a:gd name="T4" fmla="*/ 6 w 204"/>
              <a:gd name="T5" fmla="*/ 16 h 147"/>
              <a:gd name="T6" fmla="*/ 198 w 204"/>
              <a:gd name="T7" fmla="*/ 29 h 147"/>
              <a:gd name="T8" fmla="*/ 180 w 204"/>
              <a:gd name="T9" fmla="*/ 6 h 147"/>
              <a:gd name="T10" fmla="*/ 178 w 204"/>
              <a:gd name="T11" fmla="*/ 0 h 147"/>
              <a:gd name="T12" fmla="*/ 204 w 204"/>
              <a:gd name="T13" fmla="*/ 34 h 147"/>
              <a:gd name="T14" fmla="*/ 201 w 204"/>
              <a:gd name="T15" fmla="*/ 115 h 147"/>
              <a:gd name="T16" fmla="*/ 198 w 204"/>
              <a:gd name="T17" fmla="*/ 38 h 147"/>
              <a:gd name="T18" fmla="*/ 6 w 204"/>
              <a:gd name="T19" fmla="*/ 48 h 147"/>
              <a:gd name="T20" fmla="*/ 0 w 204"/>
              <a:gd name="T21" fmla="*/ 13 h 147"/>
              <a:gd name="T22" fmla="*/ 16 w 204"/>
              <a:gd name="T23" fmla="*/ 147 h 147"/>
              <a:gd name="T24" fmla="*/ 203 w 204"/>
              <a:gd name="T25" fmla="*/ 135 h 147"/>
              <a:gd name="T26" fmla="*/ 198 w 204"/>
              <a:gd name="T27" fmla="*/ 125 h 147"/>
              <a:gd name="T28" fmla="*/ 16 w 204"/>
              <a:gd name="T29" fmla="*/ 141 h 147"/>
              <a:gd name="T30" fmla="*/ 4 w 204"/>
              <a:gd name="T31" fmla="*/ 58 h 147"/>
              <a:gd name="T32" fmla="*/ 158 w 204"/>
              <a:gd name="T33" fmla="*/ 92 h 147"/>
              <a:gd name="T34" fmla="*/ 191 w 204"/>
              <a:gd name="T35" fmla="*/ 81 h 147"/>
              <a:gd name="T36" fmla="*/ 134 w 204"/>
              <a:gd name="T37" fmla="*/ 74 h 147"/>
              <a:gd name="T38" fmla="*/ 158 w 204"/>
              <a:gd name="T39" fmla="*/ 92 h 147"/>
              <a:gd name="T40" fmla="*/ 184 w 204"/>
              <a:gd name="T41" fmla="*/ 80 h 147"/>
              <a:gd name="T42" fmla="*/ 181 w 204"/>
              <a:gd name="T43" fmla="*/ 86 h 147"/>
              <a:gd name="T44" fmla="*/ 131 w 204"/>
              <a:gd name="T45" fmla="*/ 83 h 147"/>
              <a:gd name="T46" fmla="*/ 158 w 204"/>
              <a:gd name="T47" fmla="*/ 80 h 147"/>
              <a:gd name="T48" fmla="*/ 168 w 204"/>
              <a:gd name="T49" fmla="*/ 116 h 147"/>
              <a:gd name="T50" fmla="*/ 133 w 204"/>
              <a:gd name="T51" fmla="*/ 98 h 147"/>
              <a:gd name="T52" fmla="*/ 151 w 204"/>
              <a:gd name="T53" fmla="*/ 116 h 147"/>
              <a:gd name="T54" fmla="*/ 133 w 204"/>
              <a:gd name="T55" fmla="*/ 110 h 147"/>
              <a:gd name="T56" fmla="*/ 134 w 204"/>
              <a:gd name="T57" fmla="*/ 104 h 147"/>
              <a:gd name="T58" fmla="*/ 168 w 204"/>
              <a:gd name="T59" fmla="*/ 110 h 147"/>
              <a:gd name="T60" fmla="*/ 152 w 204"/>
              <a:gd name="T61" fmla="*/ 68 h 147"/>
              <a:gd name="T62" fmla="*/ 134 w 204"/>
              <a:gd name="T63" fmla="*/ 50 h 147"/>
              <a:gd name="T64" fmla="*/ 143 w 204"/>
              <a:gd name="T65" fmla="*/ 68 h 147"/>
              <a:gd name="T66" fmla="*/ 131 w 204"/>
              <a:gd name="T67" fmla="*/ 59 h 147"/>
              <a:gd name="T68" fmla="*/ 155 w 204"/>
              <a:gd name="T69" fmla="*/ 59 h 147"/>
              <a:gd name="T70" fmla="*/ 134 w 204"/>
              <a:gd name="T71" fmla="*/ 62 h 147"/>
              <a:gd name="T72" fmla="*/ 71 w 204"/>
              <a:gd name="T73" fmla="*/ 57 h 147"/>
              <a:gd name="T74" fmla="*/ 56 w 204"/>
              <a:gd name="T75" fmla="*/ 113 h 147"/>
              <a:gd name="T76" fmla="*/ 76 w 204"/>
              <a:gd name="T77" fmla="*/ 56 h 147"/>
              <a:gd name="T78" fmla="*/ 38 w 204"/>
              <a:gd name="T79" fmla="*/ 66 h 147"/>
              <a:gd name="T80" fmla="*/ 38 w 204"/>
              <a:gd name="T81" fmla="*/ 104 h 147"/>
              <a:gd name="T82" fmla="*/ 43 w 204"/>
              <a:gd name="T83" fmla="*/ 101 h 147"/>
              <a:gd name="T84" fmla="*/ 43 w 204"/>
              <a:gd name="T85" fmla="*/ 70 h 147"/>
              <a:gd name="T86" fmla="*/ 84 w 204"/>
              <a:gd name="T87" fmla="*/ 106 h 147"/>
              <a:gd name="T88" fmla="*/ 104 w 204"/>
              <a:gd name="T89" fmla="*/ 82 h 147"/>
              <a:gd name="T90" fmla="*/ 84 w 204"/>
              <a:gd name="T91" fmla="*/ 65 h 147"/>
              <a:gd name="T92" fmla="*/ 99 w 204"/>
              <a:gd name="T93" fmla="*/ 85 h 147"/>
              <a:gd name="T94" fmla="*/ 36 w 204"/>
              <a:gd name="T95" fmla="*/ 18 h 147"/>
              <a:gd name="T96" fmla="*/ 45 w 204"/>
              <a:gd name="T97" fmla="*/ 9 h 147"/>
              <a:gd name="T98" fmla="*/ 48 w 204"/>
              <a:gd name="T99" fmla="*/ 18 h 147"/>
              <a:gd name="T100" fmla="*/ 68 w 204"/>
              <a:gd name="T101" fmla="*/ 9 h 147"/>
              <a:gd name="T102" fmla="*/ 77 w 204"/>
              <a:gd name="T103" fmla="*/ 18 h 147"/>
              <a:gd name="T104" fmla="*/ 65 w 204"/>
              <a:gd name="T105" fmla="*/ 18 h 147"/>
              <a:gd name="T106" fmla="*/ 68 w 204"/>
              <a:gd name="T107" fmla="*/ 21 h 147"/>
              <a:gd name="T108" fmla="*/ 22 w 204"/>
              <a:gd name="T109" fmla="*/ 27 h 147"/>
              <a:gd name="T110" fmla="*/ 22 w 204"/>
              <a:gd name="T111" fmla="*/ 21 h 147"/>
              <a:gd name="T112" fmla="*/ 25 w 204"/>
              <a:gd name="T113" fmla="*/ 18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04" h="147">
                <a:moveTo>
                  <a:pt x="0" y="13"/>
                </a:moveTo>
                <a:cubicBezTo>
                  <a:pt x="1" y="10"/>
                  <a:pt x="2" y="8"/>
                  <a:pt x="4" y="5"/>
                </a:cubicBezTo>
                <a:cubicBezTo>
                  <a:pt x="7" y="2"/>
                  <a:pt x="11" y="0"/>
                  <a:pt x="16" y="0"/>
                </a:cubicBezTo>
                <a:cubicBezTo>
                  <a:pt x="46" y="0"/>
                  <a:pt x="76" y="0"/>
                  <a:pt x="105" y="0"/>
                </a:cubicBezTo>
                <a:cubicBezTo>
                  <a:pt x="125" y="0"/>
                  <a:pt x="144" y="0"/>
                  <a:pt x="164" y="0"/>
                </a:cubicBezTo>
                <a:cubicBezTo>
                  <a:pt x="167" y="0"/>
                  <a:pt x="168" y="1"/>
                  <a:pt x="168" y="3"/>
                </a:cubicBezTo>
                <a:cubicBezTo>
                  <a:pt x="168" y="5"/>
                  <a:pt x="167" y="6"/>
                  <a:pt x="164" y="6"/>
                </a:cubicBezTo>
                <a:cubicBezTo>
                  <a:pt x="114" y="6"/>
                  <a:pt x="65" y="6"/>
                  <a:pt x="16" y="6"/>
                </a:cubicBezTo>
                <a:cubicBezTo>
                  <a:pt x="10" y="6"/>
                  <a:pt x="6" y="10"/>
                  <a:pt x="6" y="16"/>
                </a:cubicBezTo>
                <a:cubicBezTo>
                  <a:pt x="6" y="19"/>
                  <a:pt x="6" y="22"/>
                  <a:pt x="6" y="24"/>
                </a:cubicBezTo>
                <a:cubicBezTo>
                  <a:pt x="6" y="26"/>
                  <a:pt x="6" y="27"/>
                  <a:pt x="6" y="29"/>
                </a:cubicBezTo>
                <a:cubicBezTo>
                  <a:pt x="70" y="29"/>
                  <a:pt x="134" y="29"/>
                  <a:pt x="198" y="29"/>
                </a:cubicBezTo>
                <a:cubicBezTo>
                  <a:pt x="198" y="24"/>
                  <a:pt x="198" y="19"/>
                  <a:pt x="198" y="14"/>
                </a:cubicBezTo>
                <a:cubicBezTo>
                  <a:pt x="197" y="10"/>
                  <a:pt x="193" y="6"/>
                  <a:pt x="189" y="6"/>
                </a:cubicBezTo>
                <a:cubicBezTo>
                  <a:pt x="186" y="6"/>
                  <a:pt x="183" y="6"/>
                  <a:pt x="180" y="6"/>
                </a:cubicBezTo>
                <a:cubicBezTo>
                  <a:pt x="179" y="6"/>
                  <a:pt x="178" y="6"/>
                  <a:pt x="178" y="6"/>
                </a:cubicBezTo>
                <a:cubicBezTo>
                  <a:pt x="176" y="6"/>
                  <a:pt x="175" y="5"/>
                  <a:pt x="175" y="3"/>
                </a:cubicBezTo>
                <a:cubicBezTo>
                  <a:pt x="175" y="2"/>
                  <a:pt x="176" y="0"/>
                  <a:pt x="178" y="0"/>
                </a:cubicBezTo>
                <a:cubicBezTo>
                  <a:pt x="182" y="0"/>
                  <a:pt x="187" y="0"/>
                  <a:pt x="192" y="1"/>
                </a:cubicBezTo>
                <a:cubicBezTo>
                  <a:pt x="198" y="2"/>
                  <a:pt x="204" y="8"/>
                  <a:pt x="204" y="15"/>
                </a:cubicBezTo>
                <a:cubicBezTo>
                  <a:pt x="204" y="21"/>
                  <a:pt x="204" y="28"/>
                  <a:pt x="204" y="34"/>
                </a:cubicBezTo>
                <a:cubicBezTo>
                  <a:pt x="204" y="60"/>
                  <a:pt x="204" y="85"/>
                  <a:pt x="204" y="110"/>
                </a:cubicBezTo>
                <a:cubicBezTo>
                  <a:pt x="204" y="111"/>
                  <a:pt x="204" y="112"/>
                  <a:pt x="204" y="112"/>
                </a:cubicBezTo>
                <a:cubicBezTo>
                  <a:pt x="203" y="114"/>
                  <a:pt x="202" y="115"/>
                  <a:pt x="201" y="115"/>
                </a:cubicBezTo>
                <a:cubicBezTo>
                  <a:pt x="199" y="115"/>
                  <a:pt x="198" y="114"/>
                  <a:pt x="198" y="112"/>
                </a:cubicBezTo>
                <a:cubicBezTo>
                  <a:pt x="198" y="112"/>
                  <a:pt x="198" y="111"/>
                  <a:pt x="198" y="110"/>
                </a:cubicBezTo>
                <a:cubicBezTo>
                  <a:pt x="198" y="86"/>
                  <a:pt x="198" y="62"/>
                  <a:pt x="198" y="38"/>
                </a:cubicBezTo>
                <a:cubicBezTo>
                  <a:pt x="198" y="37"/>
                  <a:pt x="198" y="36"/>
                  <a:pt x="198" y="35"/>
                </a:cubicBezTo>
                <a:cubicBezTo>
                  <a:pt x="134" y="35"/>
                  <a:pt x="70" y="35"/>
                  <a:pt x="6" y="35"/>
                </a:cubicBezTo>
                <a:cubicBezTo>
                  <a:pt x="6" y="39"/>
                  <a:pt x="6" y="43"/>
                  <a:pt x="6" y="48"/>
                </a:cubicBezTo>
                <a:cubicBezTo>
                  <a:pt x="6" y="50"/>
                  <a:pt x="5" y="51"/>
                  <a:pt x="3" y="51"/>
                </a:cubicBezTo>
                <a:cubicBezTo>
                  <a:pt x="2" y="51"/>
                  <a:pt x="1" y="50"/>
                  <a:pt x="0" y="49"/>
                </a:cubicBezTo>
                <a:cubicBezTo>
                  <a:pt x="0" y="37"/>
                  <a:pt x="0" y="25"/>
                  <a:pt x="0" y="13"/>
                </a:cubicBezTo>
                <a:close/>
                <a:moveTo>
                  <a:pt x="0" y="135"/>
                </a:moveTo>
                <a:cubicBezTo>
                  <a:pt x="1" y="137"/>
                  <a:pt x="2" y="140"/>
                  <a:pt x="4" y="142"/>
                </a:cubicBezTo>
                <a:cubicBezTo>
                  <a:pt x="7" y="146"/>
                  <a:pt x="11" y="147"/>
                  <a:pt x="16" y="147"/>
                </a:cubicBezTo>
                <a:cubicBezTo>
                  <a:pt x="73" y="147"/>
                  <a:pt x="130" y="147"/>
                  <a:pt x="187" y="147"/>
                </a:cubicBezTo>
                <a:cubicBezTo>
                  <a:pt x="188" y="147"/>
                  <a:pt x="189" y="147"/>
                  <a:pt x="190" y="147"/>
                </a:cubicBezTo>
                <a:cubicBezTo>
                  <a:pt x="197" y="146"/>
                  <a:pt x="202" y="142"/>
                  <a:pt x="203" y="135"/>
                </a:cubicBezTo>
                <a:cubicBezTo>
                  <a:pt x="204" y="132"/>
                  <a:pt x="204" y="128"/>
                  <a:pt x="204" y="125"/>
                </a:cubicBezTo>
                <a:cubicBezTo>
                  <a:pt x="204" y="123"/>
                  <a:pt x="202" y="121"/>
                  <a:pt x="201" y="121"/>
                </a:cubicBezTo>
                <a:cubicBezTo>
                  <a:pt x="199" y="121"/>
                  <a:pt x="198" y="123"/>
                  <a:pt x="198" y="125"/>
                </a:cubicBezTo>
                <a:cubicBezTo>
                  <a:pt x="198" y="127"/>
                  <a:pt x="198" y="129"/>
                  <a:pt x="198" y="131"/>
                </a:cubicBezTo>
                <a:cubicBezTo>
                  <a:pt x="198" y="138"/>
                  <a:pt x="194" y="141"/>
                  <a:pt x="188" y="141"/>
                </a:cubicBezTo>
                <a:cubicBezTo>
                  <a:pt x="130" y="141"/>
                  <a:pt x="73" y="141"/>
                  <a:pt x="16" y="141"/>
                </a:cubicBezTo>
                <a:cubicBezTo>
                  <a:pt x="9" y="141"/>
                  <a:pt x="6" y="138"/>
                  <a:pt x="6" y="131"/>
                </a:cubicBezTo>
                <a:cubicBezTo>
                  <a:pt x="6" y="108"/>
                  <a:pt x="6" y="85"/>
                  <a:pt x="6" y="62"/>
                </a:cubicBezTo>
                <a:cubicBezTo>
                  <a:pt x="6" y="60"/>
                  <a:pt x="6" y="59"/>
                  <a:pt x="4" y="58"/>
                </a:cubicBezTo>
                <a:cubicBezTo>
                  <a:pt x="2" y="57"/>
                  <a:pt x="1" y="59"/>
                  <a:pt x="0" y="60"/>
                </a:cubicBezTo>
                <a:cubicBezTo>
                  <a:pt x="0" y="85"/>
                  <a:pt x="0" y="110"/>
                  <a:pt x="0" y="135"/>
                </a:cubicBezTo>
                <a:close/>
                <a:moveTo>
                  <a:pt x="158" y="92"/>
                </a:moveTo>
                <a:cubicBezTo>
                  <a:pt x="166" y="92"/>
                  <a:pt x="174" y="92"/>
                  <a:pt x="182" y="92"/>
                </a:cubicBezTo>
                <a:cubicBezTo>
                  <a:pt x="184" y="92"/>
                  <a:pt x="185" y="92"/>
                  <a:pt x="187" y="91"/>
                </a:cubicBezTo>
                <a:cubicBezTo>
                  <a:pt x="191" y="89"/>
                  <a:pt x="192" y="85"/>
                  <a:pt x="191" y="81"/>
                </a:cubicBezTo>
                <a:cubicBezTo>
                  <a:pt x="190" y="77"/>
                  <a:pt x="187" y="74"/>
                  <a:pt x="183" y="74"/>
                </a:cubicBezTo>
                <a:cubicBezTo>
                  <a:pt x="175" y="74"/>
                  <a:pt x="168" y="74"/>
                  <a:pt x="161" y="74"/>
                </a:cubicBezTo>
                <a:cubicBezTo>
                  <a:pt x="152" y="74"/>
                  <a:pt x="143" y="74"/>
                  <a:pt x="134" y="74"/>
                </a:cubicBezTo>
                <a:cubicBezTo>
                  <a:pt x="128" y="74"/>
                  <a:pt x="124" y="78"/>
                  <a:pt x="125" y="83"/>
                </a:cubicBezTo>
                <a:cubicBezTo>
                  <a:pt x="125" y="88"/>
                  <a:pt x="128" y="92"/>
                  <a:pt x="134" y="92"/>
                </a:cubicBezTo>
                <a:cubicBezTo>
                  <a:pt x="142" y="92"/>
                  <a:pt x="150" y="92"/>
                  <a:pt x="158" y="92"/>
                </a:cubicBezTo>
                <a:cubicBezTo>
                  <a:pt x="158" y="92"/>
                  <a:pt x="158" y="92"/>
                  <a:pt x="158" y="92"/>
                </a:cubicBezTo>
                <a:close/>
                <a:moveTo>
                  <a:pt x="181" y="80"/>
                </a:moveTo>
                <a:cubicBezTo>
                  <a:pt x="182" y="80"/>
                  <a:pt x="183" y="80"/>
                  <a:pt x="184" y="80"/>
                </a:cubicBezTo>
                <a:cubicBezTo>
                  <a:pt x="185" y="81"/>
                  <a:pt x="185" y="82"/>
                  <a:pt x="186" y="83"/>
                </a:cubicBezTo>
                <a:cubicBezTo>
                  <a:pt x="186" y="85"/>
                  <a:pt x="185" y="86"/>
                  <a:pt x="183" y="86"/>
                </a:cubicBezTo>
                <a:cubicBezTo>
                  <a:pt x="183" y="86"/>
                  <a:pt x="182" y="86"/>
                  <a:pt x="181" y="86"/>
                </a:cubicBezTo>
                <a:cubicBezTo>
                  <a:pt x="166" y="86"/>
                  <a:pt x="150" y="86"/>
                  <a:pt x="135" y="86"/>
                </a:cubicBezTo>
                <a:cubicBezTo>
                  <a:pt x="134" y="86"/>
                  <a:pt x="134" y="86"/>
                  <a:pt x="133" y="86"/>
                </a:cubicBezTo>
                <a:cubicBezTo>
                  <a:pt x="132" y="86"/>
                  <a:pt x="131" y="85"/>
                  <a:pt x="131" y="83"/>
                </a:cubicBezTo>
                <a:cubicBezTo>
                  <a:pt x="130" y="82"/>
                  <a:pt x="131" y="81"/>
                  <a:pt x="133" y="80"/>
                </a:cubicBezTo>
                <a:cubicBezTo>
                  <a:pt x="134" y="80"/>
                  <a:pt x="134" y="80"/>
                  <a:pt x="135" y="80"/>
                </a:cubicBezTo>
                <a:cubicBezTo>
                  <a:pt x="143" y="80"/>
                  <a:pt x="150" y="80"/>
                  <a:pt x="158" y="80"/>
                </a:cubicBezTo>
                <a:cubicBezTo>
                  <a:pt x="166" y="80"/>
                  <a:pt x="174" y="80"/>
                  <a:pt x="181" y="80"/>
                </a:cubicBezTo>
                <a:close/>
                <a:moveTo>
                  <a:pt x="151" y="116"/>
                </a:moveTo>
                <a:cubicBezTo>
                  <a:pt x="157" y="116"/>
                  <a:pt x="162" y="116"/>
                  <a:pt x="168" y="116"/>
                </a:cubicBezTo>
                <a:cubicBezTo>
                  <a:pt x="173" y="116"/>
                  <a:pt x="177" y="112"/>
                  <a:pt x="177" y="107"/>
                </a:cubicBezTo>
                <a:cubicBezTo>
                  <a:pt x="177" y="102"/>
                  <a:pt x="173" y="98"/>
                  <a:pt x="168" y="98"/>
                </a:cubicBezTo>
                <a:cubicBezTo>
                  <a:pt x="157" y="98"/>
                  <a:pt x="145" y="98"/>
                  <a:pt x="133" y="98"/>
                </a:cubicBezTo>
                <a:cubicBezTo>
                  <a:pt x="130" y="98"/>
                  <a:pt x="127" y="100"/>
                  <a:pt x="126" y="103"/>
                </a:cubicBezTo>
                <a:cubicBezTo>
                  <a:pt x="122" y="108"/>
                  <a:pt x="126" y="116"/>
                  <a:pt x="133" y="116"/>
                </a:cubicBezTo>
                <a:cubicBezTo>
                  <a:pt x="139" y="116"/>
                  <a:pt x="145" y="116"/>
                  <a:pt x="151" y="116"/>
                </a:cubicBezTo>
                <a:cubicBezTo>
                  <a:pt x="151" y="116"/>
                  <a:pt x="151" y="116"/>
                  <a:pt x="151" y="116"/>
                </a:cubicBezTo>
                <a:close/>
                <a:moveTo>
                  <a:pt x="135" y="110"/>
                </a:moveTo>
                <a:cubicBezTo>
                  <a:pt x="134" y="110"/>
                  <a:pt x="133" y="110"/>
                  <a:pt x="133" y="110"/>
                </a:cubicBezTo>
                <a:cubicBezTo>
                  <a:pt x="132" y="109"/>
                  <a:pt x="131" y="108"/>
                  <a:pt x="131" y="107"/>
                </a:cubicBezTo>
                <a:cubicBezTo>
                  <a:pt x="131" y="106"/>
                  <a:pt x="132" y="105"/>
                  <a:pt x="132" y="104"/>
                </a:cubicBezTo>
                <a:cubicBezTo>
                  <a:pt x="133" y="104"/>
                  <a:pt x="133" y="104"/>
                  <a:pt x="134" y="104"/>
                </a:cubicBezTo>
                <a:cubicBezTo>
                  <a:pt x="145" y="104"/>
                  <a:pt x="156" y="104"/>
                  <a:pt x="168" y="104"/>
                </a:cubicBezTo>
                <a:cubicBezTo>
                  <a:pt x="170" y="104"/>
                  <a:pt x="171" y="105"/>
                  <a:pt x="171" y="107"/>
                </a:cubicBezTo>
                <a:cubicBezTo>
                  <a:pt x="171" y="109"/>
                  <a:pt x="170" y="110"/>
                  <a:pt x="168" y="110"/>
                </a:cubicBezTo>
                <a:cubicBezTo>
                  <a:pt x="162" y="110"/>
                  <a:pt x="156" y="110"/>
                  <a:pt x="151" y="110"/>
                </a:cubicBezTo>
                <a:cubicBezTo>
                  <a:pt x="145" y="110"/>
                  <a:pt x="140" y="110"/>
                  <a:pt x="135" y="110"/>
                </a:cubicBezTo>
                <a:close/>
                <a:moveTo>
                  <a:pt x="152" y="68"/>
                </a:moveTo>
                <a:cubicBezTo>
                  <a:pt x="157" y="68"/>
                  <a:pt x="161" y="64"/>
                  <a:pt x="161" y="59"/>
                </a:cubicBezTo>
                <a:cubicBezTo>
                  <a:pt x="161" y="54"/>
                  <a:pt x="157" y="50"/>
                  <a:pt x="152" y="50"/>
                </a:cubicBezTo>
                <a:cubicBezTo>
                  <a:pt x="146" y="50"/>
                  <a:pt x="140" y="50"/>
                  <a:pt x="134" y="50"/>
                </a:cubicBezTo>
                <a:cubicBezTo>
                  <a:pt x="129" y="50"/>
                  <a:pt x="125" y="54"/>
                  <a:pt x="125" y="59"/>
                </a:cubicBezTo>
                <a:cubicBezTo>
                  <a:pt x="124" y="64"/>
                  <a:pt x="128" y="68"/>
                  <a:pt x="134" y="68"/>
                </a:cubicBezTo>
                <a:cubicBezTo>
                  <a:pt x="137" y="68"/>
                  <a:pt x="140" y="68"/>
                  <a:pt x="143" y="68"/>
                </a:cubicBezTo>
                <a:cubicBezTo>
                  <a:pt x="146" y="68"/>
                  <a:pt x="149" y="68"/>
                  <a:pt x="152" y="68"/>
                </a:cubicBezTo>
                <a:close/>
                <a:moveTo>
                  <a:pt x="134" y="62"/>
                </a:moveTo>
                <a:cubicBezTo>
                  <a:pt x="132" y="62"/>
                  <a:pt x="130" y="61"/>
                  <a:pt x="131" y="59"/>
                </a:cubicBezTo>
                <a:cubicBezTo>
                  <a:pt x="131" y="58"/>
                  <a:pt x="132" y="56"/>
                  <a:pt x="134" y="56"/>
                </a:cubicBezTo>
                <a:cubicBezTo>
                  <a:pt x="140" y="56"/>
                  <a:pt x="146" y="56"/>
                  <a:pt x="152" y="56"/>
                </a:cubicBezTo>
                <a:cubicBezTo>
                  <a:pt x="154" y="56"/>
                  <a:pt x="155" y="58"/>
                  <a:pt x="155" y="59"/>
                </a:cubicBezTo>
                <a:cubicBezTo>
                  <a:pt x="155" y="61"/>
                  <a:pt x="154" y="62"/>
                  <a:pt x="152" y="62"/>
                </a:cubicBezTo>
                <a:cubicBezTo>
                  <a:pt x="149" y="62"/>
                  <a:pt x="146" y="62"/>
                  <a:pt x="143" y="62"/>
                </a:cubicBezTo>
                <a:cubicBezTo>
                  <a:pt x="140" y="62"/>
                  <a:pt x="137" y="62"/>
                  <a:pt x="134" y="62"/>
                </a:cubicBezTo>
                <a:close/>
                <a:moveTo>
                  <a:pt x="76" y="56"/>
                </a:moveTo>
                <a:cubicBezTo>
                  <a:pt x="76" y="55"/>
                  <a:pt x="75" y="54"/>
                  <a:pt x="74" y="54"/>
                </a:cubicBezTo>
                <a:cubicBezTo>
                  <a:pt x="72" y="54"/>
                  <a:pt x="71" y="55"/>
                  <a:pt x="71" y="57"/>
                </a:cubicBezTo>
                <a:cubicBezTo>
                  <a:pt x="64" y="75"/>
                  <a:pt x="57" y="93"/>
                  <a:pt x="50" y="111"/>
                </a:cubicBezTo>
                <a:cubicBezTo>
                  <a:pt x="49" y="113"/>
                  <a:pt x="50" y="115"/>
                  <a:pt x="51" y="116"/>
                </a:cubicBezTo>
                <a:cubicBezTo>
                  <a:pt x="53" y="116"/>
                  <a:pt x="55" y="115"/>
                  <a:pt x="56" y="113"/>
                </a:cubicBezTo>
                <a:cubicBezTo>
                  <a:pt x="62" y="95"/>
                  <a:pt x="69" y="77"/>
                  <a:pt x="76" y="59"/>
                </a:cubicBezTo>
                <a:cubicBezTo>
                  <a:pt x="76" y="58"/>
                  <a:pt x="77" y="58"/>
                  <a:pt x="77" y="57"/>
                </a:cubicBezTo>
                <a:cubicBezTo>
                  <a:pt x="77" y="57"/>
                  <a:pt x="77" y="56"/>
                  <a:pt x="76" y="56"/>
                </a:cubicBezTo>
                <a:close/>
                <a:moveTo>
                  <a:pt x="43" y="70"/>
                </a:moveTo>
                <a:cubicBezTo>
                  <a:pt x="44" y="68"/>
                  <a:pt x="45" y="66"/>
                  <a:pt x="43" y="65"/>
                </a:cubicBezTo>
                <a:cubicBezTo>
                  <a:pt x="42" y="64"/>
                  <a:pt x="40" y="64"/>
                  <a:pt x="38" y="66"/>
                </a:cubicBezTo>
                <a:cubicBezTo>
                  <a:pt x="33" y="71"/>
                  <a:pt x="27" y="77"/>
                  <a:pt x="22" y="82"/>
                </a:cubicBezTo>
                <a:cubicBezTo>
                  <a:pt x="20" y="84"/>
                  <a:pt x="20" y="86"/>
                  <a:pt x="22" y="88"/>
                </a:cubicBezTo>
                <a:cubicBezTo>
                  <a:pt x="27" y="93"/>
                  <a:pt x="33" y="99"/>
                  <a:pt x="38" y="104"/>
                </a:cubicBezTo>
                <a:cubicBezTo>
                  <a:pt x="38" y="105"/>
                  <a:pt x="39" y="105"/>
                  <a:pt x="39" y="105"/>
                </a:cubicBezTo>
                <a:cubicBezTo>
                  <a:pt x="40" y="106"/>
                  <a:pt x="42" y="106"/>
                  <a:pt x="43" y="105"/>
                </a:cubicBezTo>
                <a:cubicBezTo>
                  <a:pt x="44" y="104"/>
                  <a:pt x="44" y="102"/>
                  <a:pt x="43" y="101"/>
                </a:cubicBezTo>
                <a:cubicBezTo>
                  <a:pt x="43" y="100"/>
                  <a:pt x="42" y="100"/>
                  <a:pt x="42" y="99"/>
                </a:cubicBezTo>
                <a:cubicBezTo>
                  <a:pt x="37" y="95"/>
                  <a:pt x="32" y="90"/>
                  <a:pt x="27" y="85"/>
                </a:cubicBezTo>
                <a:cubicBezTo>
                  <a:pt x="33" y="80"/>
                  <a:pt x="38" y="75"/>
                  <a:pt x="43" y="70"/>
                </a:cubicBezTo>
                <a:close/>
                <a:moveTo>
                  <a:pt x="95" y="89"/>
                </a:moveTo>
                <a:cubicBezTo>
                  <a:pt x="91" y="93"/>
                  <a:pt x="87" y="97"/>
                  <a:pt x="84" y="100"/>
                </a:cubicBezTo>
                <a:cubicBezTo>
                  <a:pt x="82" y="102"/>
                  <a:pt x="82" y="105"/>
                  <a:pt x="84" y="106"/>
                </a:cubicBezTo>
                <a:cubicBezTo>
                  <a:pt x="86" y="106"/>
                  <a:pt x="87" y="105"/>
                  <a:pt x="88" y="104"/>
                </a:cubicBezTo>
                <a:cubicBezTo>
                  <a:pt x="94" y="99"/>
                  <a:pt x="99" y="93"/>
                  <a:pt x="104" y="88"/>
                </a:cubicBezTo>
                <a:cubicBezTo>
                  <a:pt x="107" y="86"/>
                  <a:pt x="107" y="84"/>
                  <a:pt x="104" y="82"/>
                </a:cubicBezTo>
                <a:cubicBezTo>
                  <a:pt x="99" y="77"/>
                  <a:pt x="94" y="71"/>
                  <a:pt x="88" y="66"/>
                </a:cubicBezTo>
                <a:cubicBezTo>
                  <a:pt x="88" y="65"/>
                  <a:pt x="87" y="65"/>
                  <a:pt x="87" y="65"/>
                </a:cubicBezTo>
                <a:cubicBezTo>
                  <a:pt x="86" y="65"/>
                  <a:pt x="84" y="64"/>
                  <a:pt x="84" y="65"/>
                </a:cubicBezTo>
                <a:cubicBezTo>
                  <a:pt x="83" y="65"/>
                  <a:pt x="82" y="67"/>
                  <a:pt x="82" y="68"/>
                </a:cubicBezTo>
                <a:cubicBezTo>
                  <a:pt x="82" y="69"/>
                  <a:pt x="83" y="69"/>
                  <a:pt x="84" y="70"/>
                </a:cubicBezTo>
                <a:cubicBezTo>
                  <a:pt x="89" y="75"/>
                  <a:pt x="94" y="80"/>
                  <a:pt x="99" y="85"/>
                </a:cubicBezTo>
                <a:cubicBezTo>
                  <a:pt x="98" y="87"/>
                  <a:pt x="96" y="88"/>
                  <a:pt x="95" y="89"/>
                </a:cubicBezTo>
                <a:close/>
                <a:moveTo>
                  <a:pt x="45" y="9"/>
                </a:moveTo>
                <a:cubicBezTo>
                  <a:pt x="40" y="9"/>
                  <a:pt x="36" y="13"/>
                  <a:pt x="36" y="18"/>
                </a:cubicBezTo>
                <a:cubicBezTo>
                  <a:pt x="36" y="23"/>
                  <a:pt x="40" y="27"/>
                  <a:pt x="45" y="27"/>
                </a:cubicBezTo>
                <a:cubicBezTo>
                  <a:pt x="50" y="27"/>
                  <a:pt x="54" y="23"/>
                  <a:pt x="54" y="18"/>
                </a:cubicBezTo>
                <a:cubicBezTo>
                  <a:pt x="54" y="13"/>
                  <a:pt x="50" y="9"/>
                  <a:pt x="45" y="9"/>
                </a:cubicBezTo>
                <a:close/>
                <a:moveTo>
                  <a:pt x="42" y="18"/>
                </a:moveTo>
                <a:cubicBezTo>
                  <a:pt x="42" y="16"/>
                  <a:pt x="44" y="15"/>
                  <a:pt x="45" y="15"/>
                </a:cubicBezTo>
                <a:cubicBezTo>
                  <a:pt x="47" y="15"/>
                  <a:pt x="48" y="16"/>
                  <a:pt x="48" y="18"/>
                </a:cubicBezTo>
                <a:cubicBezTo>
                  <a:pt x="48" y="19"/>
                  <a:pt x="47" y="21"/>
                  <a:pt x="45" y="21"/>
                </a:cubicBezTo>
                <a:cubicBezTo>
                  <a:pt x="44" y="21"/>
                  <a:pt x="42" y="19"/>
                  <a:pt x="42" y="18"/>
                </a:cubicBezTo>
                <a:close/>
                <a:moveTo>
                  <a:pt x="68" y="9"/>
                </a:moveTo>
                <a:cubicBezTo>
                  <a:pt x="63" y="9"/>
                  <a:pt x="59" y="13"/>
                  <a:pt x="59" y="18"/>
                </a:cubicBezTo>
                <a:cubicBezTo>
                  <a:pt x="59" y="22"/>
                  <a:pt x="63" y="27"/>
                  <a:pt x="68" y="27"/>
                </a:cubicBezTo>
                <a:cubicBezTo>
                  <a:pt x="73" y="27"/>
                  <a:pt x="77" y="23"/>
                  <a:pt x="77" y="18"/>
                </a:cubicBezTo>
                <a:cubicBezTo>
                  <a:pt x="77" y="13"/>
                  <a:pt x="73" y="9"/>
                  <a:pt x="68" y="9"/>
                </a:cubicBezTo>
                <a:close/>
                <a:moveTo>
                  <a:pt x="68" y="21"/>
                </a:moveTo>
                <a:cubicBezTo>
                  <a:pt x="67" y="21"/>
                  <a:pt x="65" y="19"/>
                  <a:pt x="65" y="18"/>
                </a:cubicBezTo>
                <a:cubicBezTo>
                  <a:pt x="65" y="16"/>
                  <a:pt x="67" y="15"/>
                  <a:pt x="68" y="15"/>
                </a:cubicBezTo>
                <a:cubicBezTo>
                  <a:pt x="70" y="15"/>
                  <a:pt x="71" y="16"/>
                  <a:pt x="71" y="18"/>
                </a:cubicBezTo>
                <a:cubicBezTo>
                  <a:pt x="71" y="19"/>
                  <a:pt x="70" y="21"/>
                  <a:pt x="68" y="21"/>
                </a:cubicBezTo>
                <a:close/>
                <a:moveTo>
                  <a:pt x="22" y="9"/>
                </a:moveTo>
                <a:cubicBezTo>
                  <a:pt x="17" y="9"/>
                  <a:pt x="13" y="13"/>
                  <a:pt x="13" y="18"/>
                </a:cubicBezTo>
                <a:cubicBezTo>
                  <a:pt x="13" y="23"/>
                  <a:pt x="17" y="27"/>
                  <a:pt x="22" y="27"/>
                </a:cubicBezTo>
                <a:cubicBezTo>
                  <a:pt x="27" y="27"/>
                  <a:pt x="31" y="23"/>
                  <a:pt x="31" y="18"/>
                </a:cubicBezTo>
                <a:cubicBezTo>
                  <a:pt x="31" y="13"/>
                  <a:pt x="27" y="9"/>
                  <a:pt x="22" y="9"/>
                </a:cubicBezTo>
                <a:close/>
                <a:moveTo>
                  <a:pt x="22" y="21"/>
                </a:moveTo>
                <a:cubicBezTo>
                  <a:pt x="21" y="21"/>
                  <a:pt x="19" y="19"/>
                  <a:pt x="19" y="18"/>
                </a:cubicBezTo>
                <a:cubicBezTo>
                  <a:pt x="19" y="16"/>
                  <a:pt x="21" y="15"/>
                  <a:pt x="22" y="15"/>
                </a:cubicBezTo>
                <a:cubicBezTo>
                  <a:pt x="24" y="15"/>
                  <a:pt x="25" y="16"/>
                  <a:pt x="25" y="18"/>
                </a:cubicBezTo>
                <a:cubicBezTo>
                  <a:pt x="25" y="19"/>
                  <a:pt x="24" y="21"/>
                  <a:pt x="22" y="2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" name="Freeform 17">
            <a:extLst>
              <a:ext uri="{FF2B5EF4-FFF2-40B4-BE49-F238E27FC236}">
                <a16:creationId xmlns:a16="http://schemas.microsoft.com/office/drawing/2014/main" id="{4FB1D3B0-05A8-4060-A6C0-F3F9A8638744}"/>
              </a:ext>
            </a:extLst>
          </p:cNvPr>
          <p:cNvSpPr>
            <a:spLocks noEditPoints="1"/>
          </p:cNvSpPr>
          <p:nvPr/>
        </p:nvSpPr>
        <p:spPr bwMode="auto">
          <a:xfrm>
            <a:off x="4458424" y="5220951"/>
            <a:ext cx="307269" cy="303717"/>
          </a:xfrm>
          <a:custGeom>
            <a:avLst/>
            <a:gdLst>
              <a:gd name="T0" fmla="*/ 150 w 200"/>
              <a:gd name="T1" fmla="*/ 142 h 197"/>
              <a:gd name="T2" fmla="*/ 133 w 200"/>
              <a:gd name="T3" fmla="*/ 162 h 197"/>
              <a:gd name="T4" fmla="*/ 117 w 200"/>
              <a:gd name="T5" fmla="*/ 142 h 197"/>
              <a:gd name="T6" fmla="*/ 133 w 200"/>
              <a:gd name="T7" fmla="*/ 149 h 197"/>
              <a:gd name="T8" fmla="*/ 117 w 200"/>
              <a:gd name="T9" fmla="*/ 119 h 197"/>
              <a:gd name="T10" fmla="*/ 133 w 200"/>
              <a:gd name="T11" fmla="*/ 99 h 197"/>
              <a:gd name="T12" fmla="*/ 150 w 200"/>
              <a:gd name="T13" fmla="*/ 119 h 197"/>
              <a:gd name="T14" fmla="*/ 133 w 200"/>
              <a:gd name="T15" fmla="*/ 112 h 197"/>
              <a:gd name="T16" fmla="*/ 155 w 200"/>
              <a:gd name="T17" fmla="*/ 85 h 197"/>
              <a:gd name="T18" fmla="*/ 176 w 200"/>
              <a:gd name="T19" fmla="*/ 131 h 197"/>
              <a:gd name="T20" fmla="*/ 175 w 200"/>
              <a:gd name="T21" fmla="*/ 157 h 197"/>
              <a:gd name="T22" fmla="*/ 176 w 200"/>
              <a:gd name="T23" fmla="*/ 104 h 197"/>
              <a:gd name="T24" fmla="*/ 139 w 200"/>
              <a:gd name="T25" fmla="*/ 88 h 197"/>
              <a:gd name="T26" fmla="*/ 139 w 200"/>
              <a:gd name="T27" fmla="*/ 80 h 197"/>
              <a:gd name="T28" fmla="*/ 115 w 200"/>
              <a:gd name="T29" fmla="*/ 170 h 197"/>
              <a:gd name="T30" fmla="*/ 94 w 200"/>
              <a:gd name="T31" fmla="*/ 106 h 197"/>
              <a:gd name="T32" fmla="*/ 91 w 200"/>
              <a:gd name="T33" fmla="*/ 158 h 197"/>
              <a:gd name="T34" fmla="*/ 117 w 200"/>
              <a:gd name="T35" fmla="*/ 175 h 197"/>
              <a:gd name="T36" fmla="*/ 127 w 200"/>
              <a:gd name="T37" fmla="*/ 174 h 197"/>
              <a:gd name="T38" fmla="*/ 127 w 200"/>
              <a:gd name="T39" fmla="*/ 182 h 197"/>
              <a:gd name="T40" fmla="*/ 200 w 200"/>
              <a:gd name="T41" fmla="*/ 131 h 197"/>
              <a:gd name="T42" fmla="*/ 39 w 200"/>
              <a:gd name="T43" fmla="*/ 176 h 197"/>
              <a:gd name="T44" fmla="*/ 21 w 200"/>
              <a:gd name="T45" fmla="*/ 130 h 197"/>
              <a:gd name="T46" fmla="*/ 28 w 200"/>
              <a:gd name="T47" fmla="*/ 88 h 197"/>
              <a:gd name="T48" fmla="*/ 49 w 200"/>
              <a:gd name="T49" fmla="*/ 56 h 197"/>
              <a:gd name="T50" fmla="*/ 18 w 200"/>
              <a:gd name="T51" fmla="*/ 36 h 197"/>
              <a:gd name="T52" fmla="*/ 113 w 200"/>
              <a:gd name="T53" fmla="*/ 0 h 197"/>
              <a:gd name="T54" fmla="*/ 159 w 200"/>
              <a:gd name="T55" fmla="*/ 28 h 197"/>
              <a:gd name="T56" fmla="*/ 149 w 200"/>
              <a:gd name="T57" fmla="*/ 64 h 197"/>
              <a:gd name="T58" fmla="*/ 18 w 200"/>
              <a:gd name="T59" fmla="*/ 28 h 197"/>
              <a:gd name="T60" fmla="*/ 113 w 200"/>
              <a:gd name="T61" fmla="*/ 8 h 197"/>
              <a:gd name="T62" fmla="*/ 18 w 200"/>
              <a:gd name="T63" fmla="*/ 28 h 197"/>
              <a:gd name="T64" fmla="*/ 159 w 200"/>
              <a:gd name="T65" fmla="*/ 56 h 197"/>
              <a:gd name="T66" fmla="*/ 64 w 200"/>
              <a:gd name="T67" fmla="*/ 36 h 197"/>
              <a:gd name="T68" fmla="*/ 39 w 200"/>
              <a:gd name="T69" fmla="*/ 84 h 197"/>
              <a:gd name="T70" fmla="*/ 139 w 200"/>
              <a:gd name="T71" fmla="*/ 65 h 197"/>
              <a:gd name="T72" fmla="*/ 29 w 200"/>
              <a:gd name="T73" fmla="*/ 74 h 197"/>
              <a:gd name="T74" fmla="*/ 70 w 200"/>
              <a:gd name="T75" fmla="*/ 112 h 197"/>
              <a:gd name="T76" fmla="*/ 29 w 200"/>
              <a:gd name="T77" fmla="*/ 102 h 197"/>
              <a:gd name="T78" fmla="*/ 68 w 200"/>
              <a:gd name="T79" fmla="*/ 140 h 197"/>
              <a:gd name="T80" fmla="*/ 39 w 200"/>
              <a:gd name="T81" fmla="*/ 120 h 197"/>
              <a:gd name="T82" fmla="*/ 78 w 200"/>
              <a:gd name="T83" fmla="*/ 168 h 197"/>
              <a:gd name="T84" fmla="*/ 29 w 200"/>
              <a:gd name="T85" fmla="*/ 158 h 197"/>
              <a:gd name="T86" fmla="*/ 192 w 200"/>
              <a:gd name="T87" fmla="*/ 131 h 197"/>
              <a:gd name="T88" fmla="*/ 133 w 200"/>
              <a:gd name="T89" fmla="*/ 19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00" h="197">
                <a:moveTo>
                  <a:pt x="125" y="119"/>
                </a:moveTo>
                <a:cubicBezTo>
                  <a:pt x="125" y="123"/>
                  <a:pt x="129" y="127"/>
                  <a:pt x="133" y="127"/>
                </a:cubicBezTo>
                <a:cubicBezTo>
                  <a:pt x="142" y="127"/>
                  <a:pt x="150" y="134"/>
                  <a:pt x="150" y="142"/>
                </a:cubicBezTo>
                <a:cubicBezTo>
                  <a:pt x="150" y="149"/>
                  <a:pt x="144" y="155"/>
                  <a:pt x="137" y="157"/>
                </a:cubicBezTo>
                <a:cubicBezTo>
                  <a:pt x="137" y="159"/>
                  <a:pt x="137" y="159"/>
                  <a:pt x="137" y="159"/>
                </a:cubicBezTo>
                <a:cubicBezTo>
                  <a:pt x="137" y="161"/>
                  <a:pt x="135" y="162"/>
                  <a:pt x="133" y="162"/>
                </a:cubicBezTo>
                <a:cubicBezTo>
                  <a:pt x="131" y="162"/>
                  <a:pt x="129" y="161"/>
                  <a:pt x="129" y="159"/>
                </a:cubicBezTo>
                <a:cubicBezTo>
                  <a:pt x="129" y="157"/>
                  <a:pt x="129" y="157"/>
                  <a:pt x="129" y="157"/>
                </a:cubicBezTo>
                <a:cubicBezTo>
                  <a:pt x="122" y="155"/>
                  <a:pt x="117" y="149"/>
                  <a:pt x="117" y="142"/>
                </a:cubicBezTo>
                <a:cubicBezTo>
                  <a:pt x="117" y="140"/>
                  <a:pt x="119" y="138"/>
                  <a:pt x="121" y="138"/>
                </a:cubicBezTo>
                <a:cubicBezTo>
                  <a:pt x="123" y="138"/>
                  <a:pt x="125" y="140"/>
                  <a:pt x="125" y="142"/>
                </a:cubicBezTo>
                <a:cubicBezTo>
                  <a:pt x="125" y="146"/>
                  <a:pt x="129" y="149"/>
                  <a:pt x="133" y="149"/>
                </a:cubicBezTo>
                <a:cubicBezTo>
                  <a:pt x="138" y="149"/>
                  <a:pt x="142" y="146"/>
                  <a:pt x="142" y="142"/>
                </a:cubicBezTo>
                <a:cubicBezTo>
                  <a:pt x="142" y="138"/>
                  <a:pt x="138" y="135"/>
                  <a:pt x="133" y="135"/>
                </a:cubicBezTo>
                <a:cubicBezTo>
                  <a:pt x="124" y="135"/>
                  <a:pt x="117" y="128"/>
                  <a:pt x="117" y="119"/>
                </a:cubicBezTo>
                <a:cubicBezTo>
                  <a:pt x="117" y="112"/>
                  <a:pt x="122" y="106"/>
                  <a:pt x="129" y="105"/>
                </a:cubicBezTo>
                <a:cubicBezTo>
                  <a:pt x="129" y="103"/>
                  <a:pt x="129" y="103"/>
                  <a:pt x="129" y="103"/>
                </a:cubicBezTo>
                <a:cubicBezTo>
                  <a:pt x="129" y="100"/>
                  <a:pt x="131" y="99"/>
                  <a:pt x="133" y="99"/>
                </a:cubicBezTo>
                <a:cubicBezTo>
                  <a:pt x="135" y="99"/>
                  <a:pt x="137" y="100"/>
                  <a:pt x="137" y="103"/>
                </a:cubicBezTo>
                <a:cubicBezTo>
                  <a:pt x="137" y="105"/>
                  <a:pt x="137" y="105"/>
                  <a:pt x="137" y="105"/>
                </a:cubicBezTo>
                <a:cubicBezTo>
                  <a:pt x="144" y="106"/>
                  <a:pt x="150" y="112"/>
                  <a:pt x="150" y="119"/>
                </a:cubicBezTo>
                <a:cubicBezTo>
                  <a:pt x="150" y="122"/>
                  <a:pt x="148" y="123"/>
                  <a:pt x="146" y="123"/>
                </a:cubicBezTo>
                <a:cubicBezTo>
                  <a:pt x="144" y="123"/>
                  <a:pt x="142" y="122"/>
                  <a:pt x="142" y="119"/>
                </a:cubicBezTo>
                <a:cubicBezTo>
                  <a:pt x="142" y="115"/>
                  <a:pt x="138" y="112"/>
                  <a:pt x="133" y="112"/>
                </a:cubicBezTo>
                <a:cubicBezTo>
                  <a:pt x="129" y="112"/>
                  <a:pt x="125" y="115"/>
                  <a:pt x="125" y="119"/>
                </a:cubicBezTo>
                <a:close/>
                <a:moveTo>
                  <a:pt x="176" y="104"/>
                </a:moveTo>
                <a:cubicBezTo>
                  <a:pt x="171" y="96"/>
                  <a:pt x="164" y="89"/>
                  <a:pt x="155" y="85"/>
                </a:cubicBezTo>
                <a:cubicBezTo>
                  <a:pt x="153" y="84"/>
                  <a:pt x="151" y="85"/>
                  <a:pt x="150" y="87"/>
                </a:cubicBezTo>
                <a:cubicBezTo>
                  <a:pt x="149" y="89"/>
                  <a:pt x="150" y="91"/>
                  <a:pt x="152" y="92"/>
                </a:cubicBezTo>
                <a:cubicBezTo>
                  <a:pt x="167" y="99"/>
                  <a:pt x="176" y="115"/>
                  <a:pt x="176" y="131"/>
                </a:cubicBezTo>
                <a:cubicBezTo>
                  <a:pt x="176" y="138"/>
                  <a:pt x="175" y="145"/>
                  <a:pt x="171" y="151"/>
                </a:cubicBezTo>
                <a:cubicBezTo>
                  <a:pt x="170" y="153"/>
                  <a:pt x="171" y="155"/>
                  <a:pt x="173" y="156"/>
                </a:cubicBezTo>
                <a:cubicBezTo>
                  <a:pt x="173" y="157"/>
                  <a:pt x="174" y="157"/>
                  <a:pt x="175" y="157"/>
                </a:cubicBezTo>
                <a:cubicBezTo>
                  <a:pt x="176" y="157"/>
                  <a:pt x="177" y="156"/>
                  <a:pt x="178" y="155"/>
                </a:cubicBezTo>
                <a:cubicBezTo>
                  <a:pt x="182" y="147"/>
                  <a:pt x="184" y="139"/>
                  <a:pt x="184" y="131"/>
                </a:cubicBezTo>
                <a:cubicBezTo>
                  <a:pt x="184" y="121"/>
                  <a:pt x="181" y="112"/>
                  <a:pt x="176" y="104"/>
                </a:cubicBezTo>
                <a:close/>
                <a:moveTo>
                  <a:pt x="139" y="88"/>
                </a:moveTo>
                <a:cubicBezTo>
                  <a:pt x="139" y="88"/>
                  <a:pt x="139" y="88"/>
                  <a:pt x="139" y="88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42" y="88"/>
                  <a:pt x="143" y="86"/>
                  <a:pt x="143" y="84"/>
                </a:cubicBezTo>
                <a:cubicBezTo>
                  <a:pt x="143" y="82"/>
                  <a:pt x="142" y="80"/>
                  <a:pt x="139" y="80"/>
                </a:cubicBezTo>
                <a:cubicBezTo>
                  <a:pt x="139" y="80"/>
                  <a:pt x="139" y="80"/>
                  <a:pt x="139" y="80"/>
                </a:cubicBezTo>
                <a:cubicBezTo>
                  <a:pt x="137" y="80"/>
                  <a:pt x="135" y="82"/>
                  <a:pt x="135" y="84"/>
                </a:cubicBezTo>
                <a:cubicBezTo>
                  <a:pt x="135" y="86"/>
                  <a:pt x="137" y="88"/>
                  <a:pt x="139" y="88"/>
                </a:cubicBezTo>
                <a:close/>
                <a:moveTo>
                  <a:pt x="115" y="170"/>
                </a:moveTo>
                <a:cubicBezTo>
                  <a:pt x="100" y="163"/>
                  <a:pt x="90" y="147"/>
                  <a:pt x="90" y="131"/>
                </a:cubicBezTo>
                <a:cubicBezTo>
                  <a:pt x="90" y="124"/>
                  <a:pt x="92" y="117"/>
                  <a:pt x="95" y="111"/>
                </a:cubicBezTo>
                <a:cubicBezTo>
                  <a:pt x="96" y="109"/>
                  <a:pt x="96" y="107"/>
                  <a:pt x="94" y="106"/>
                </a:cubicBezTo>
                <a:cubicBezTo>
                  <a:pt x="92" y="104"/>
                  <a:pt x="89" y="105"/>
                  <a:pt x="88" y="107"/>
                </a:cubicBezTo>
                <a:cubicBezTo>
                  <a:pt x="85" y="114"/>
                  <a:pt x="82" y="123"/>
                  <a:pt x="82" y="131"/>
                </a:cubicBezTo>
                <a:cubicBezTo>
                  <a:pt x="82" y="141"/>
                  <a:pt x="85" y="150"/>
                  <a:pt x="91" y="158"/>
                </a:cubicBezTo>
                <a:cubicBezTo>
                  <a:pt x="96" y="166"/>
                  <a:pt x="103" y="173"/>
                  <a:pt x="111" y="177"/>
                </a:cubicBezTo>
                <a:cubicBezTo>
                  <a:pt x="112" y="177"/>
                  <a:pt x="112" y="177"/>
                  <a:pt x="113" y="177"/>
                </a:cubicBezTo>
                <a:cubicBezTo>
                  <a:pt x="114" y="177"/>
                  <a:pt x="116" y="176"/>
                  <a:pt x="117" y="175"/>
                </a:cubicBezTo>
                <a:cubicBezTo>
                  <a:pt x="117" y="173"/>
                  <a:pt x="117" y="171"/>
                  <a:pt x="115" y="170"/>
                </a:cubicBezTo>
                <a:close/>
                <a:moveTo>
                  <a:pt x="127" y="174"/>
                </a:moveTo>
                <a:cubicBezTo>
                  <a:pt x="127" y="174"/>
                  <a:pt x="127" y="174"/>
                  <a:pt x="127" y="174"/>
                </a:cubicBezTo>
                <a:cubicBezTo>
                  <a:pt x="125" y="174"/>
                  <a:pt x="123" y="176"/>
                  <a:pt x="123" y="178"/>
                </a:cubicBezTo>
                <a:cubicBezTo>
                  <a:pt x="123" y="180"/>
                  <a:pt x="125" y="182"/>
                  <a:pt x="127" y="182"/>
                </a:cubicBezTo>
                <a:cubicBezTo>
                  <a:pt x="127" y="182"/>
                  <a:pt x="127" y="182"/>
                  <a:pt x="127" y="182"/>
                </a:cubicBezTo>
                <a:cubicBezTo>
                  <a:pt x="130" y="182"/>
                  <a:pt x="131" y="180"/>
                  <a:pt x="131" y="178"/>
                </a:cubicBezTo>
                <a:cubicBezTo>
                  <a:pt x="131" y="176"/>
                  <a:pt x="130" y="174"/>
                  <a:pt x="127" y="174"/>
                </a:cubicBezTo>
                <a:close/>
                <a:moveTo>
                  <a:pt x="200" y="131"/>
                </a:moveTo>
                <a:cubicBezTo>
                  <a:pt x="200" y="168"/>
                  <a:pt x="170" y="197"/>
                  <a:pt x="133" y="197"/>
                </a:cubicBezTo>
                <a:cubicBezTo>
                  <a:pt x="114" y="197"/>
                  <a:pt x="97" y="189"/>
                  <a:pt x="85" y="176"/>
                </a:cubicBezTo>
                <a:cubicBezTo>
                  <a:pt x="39" y="176"/>
                  <a:pt x="39" y="176"/>
                  <a:pt x="39" y="176"/>
                </a:cubicBezTo>
                <a:cubicBezTo>
                  <a:pt x="29" y="176"/>
                  <a:pt x="21" y="168"/>
                  <a:pt x="21" y="158"/>
                </a:cubicBezTo>
                <a:cubicBezTo>
                  <a:pt x="21" y="153"/>
                  <a:pt x="23" y="148"/>
                  <a:pt x="28" y="144"/>
                </a:cubicBezTo>
                <a:cubicBezTo>
                  <a:pt x="23" y="141"/>
                  <a:pt x="21" y="136"/>
                  <a:pt x="21" y="130"/>
                </a:cubicBezTo>
                <a:cubicBezTo>
                  <a:pt x="21" y="124"/>
                  <a:pt x="23" y="119"/>
                  <a:pt x="28" y="116"/>
                </a:cubicBezTo>
                <a:cubicBezTo>
                  <a:pt x="23" y="113"/>
                  <a:pt x="21" y="108"/>
                  <a:pt x="21" y="102"/>
                </a:cubicBezTo>
                <a:cubicBezTo>
                  <a:pt x="21" y="96"/>
                  <a:pt x="23" y="91"/>
                  <a:pt x="28" y="88"/>
                </a:cubicBezTo>
                <a:cubicBezTo>
                  <a:pt x="23" y="85"/>
                  <a:pt x="21" y="80"/>
                  <a:pt x="21" y="74"/>
                </a:cubicBezTo>
                <a:cubicBezTo>
                  <a:pt x="21" y="64"/>
                  <a:pt x="29" y="56"/>
                  <a:pt x="39" y="56"/>
                </a:cubicBezTo>
                <a:cubicBezTo>
                  <a:pt x="49" y="56"/>
                  <a:pt x="49" y="56"/>
                  <a:pt x="49" y="56"/>
                </a:cubicBezTo>
                <a:cubicBezTo>
                  <a:pt x="47" y="53"/>
                  <a:pt x="46" y="50"/>
                  <a:pt x="46" y="46"/>
                </a:cubicBezTo>
                <a:cubicBezTo>
                  <a:pt x="46" y="42"/>
                  <a:pt x="47" y="39"/>
                  <a:pt x="49" y="36"/>
                </a:cubicBezTo>
                <a:cubicBezTo>
                  <a:pt x="18" y="36"/>
                  <a:pt x="18" y="36"/>
                  <a:pt x="18" y="36"/>
                </a:cubicBezTo>
                <a:cubicBezTo>
                  <a:pt x="8" y="36"/>
                  <a:pt x="0" y="28"/>
                  <a:pt x="0" y="18"/>
                </a:cubicBezTo>
                <a:cubicBezTo>
                  <a:pt x="0" y="8"/>
                  <a:pt x="8" y="0"/>
                  <a:pt x="18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23" y="0"/>
                  <a:pt x="131" y="8"/>
                  <a:pt x="131" y="18"/>
                </a:cubicBezTo>
                <a:cubicBezTo>
                  <a:pt x="131" y="21"/>
                  <a:pt x="130" y="25"/>
                  <a:pt x="128" y="28"/>
                </a:cubicBezTo>
                <a:cubicBezTo>
                  <a:pt x="159" y="28"/>
                  <a:pt x="159" y="28"/>
                  <a:pt x="159" y="28"/>
                </a:cubicBezTo>
                <a:cubicBezTo>
                  <a:pt x="169" y="28"/>
                  <a:pt x="177" y="36"/>
                  <a:pt x="177" y="46"/>
                </a:cubicBezTo>
                <a:cubicBezTo>
                  <a:pt x="177" y="56"/>
                  <a:pt x="169" y="64"/>
                  <a:pt x="159" y="64"/>
                </a:cubicBezTo>
                <a:cubicBezTo>
                  <a:pt x="149" y="64"/>
                  <a:pt x="149" y="64"/>
                  <a:pt x="149" y="64"/>
                </a:cubicBezTo>
                <a:cubicBezTo>
                  <a:pt x="150" y="65"/>
                  <a:pt x="151" y="66"/>
                  <a:pt x="151" y="67"/>
                </a:cubicBezTo>
                <a:cubicBezTo>
                  <a:pt x="179" y="75"/>
                  <a:pt x="200" y="100"/>
                  <a:pt x="200" y="131"/>
                </a:cubicBezTo>
                <a:close/>
                <a:moveTo>
                  <a:pt x="18" y="28"/>
                </a:moveTo>
                <a:cubicBezTo>
                  <a:pt x="113" y="28"/>
                  <a:pt x="113" y="28"/>
                  <a:pt x="113" y="28"/>
                </a:cubicBezTo>
                <a:cubicBezTo>
                  <a:pt x="119" y="28"/>
                  <a:pt x="124" y="23"/>
                  <a:pt x="124" y="18"/>
                </a:cubicBezTo>
                <a:cubicBezTo>
                  <a:pt x="124" y="12"/>
                  <a:pt x="119" y="8"/>
                  <a:pt x="113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2" y="8"/>
                  <a:pt x="7" y="12"/>
                  <a:pt x="7" y="18"/>
                </a:cubicBezTo>
                <a:cubicBezTo>
                  <a:pt x="7" y="23"/>
                  <a:pt x="12" y="28"/>
                  <a:pt x="18" y="28"/>
                </a:cubicBezTo>
                <a:close/>
                <a:moveTo>
                  <a:pt x="64" y="56"/>
                </a:moveTo>
                <a:cubicBezTo>
                  <a:pt x="134" y="56"/>
                  <a:pt x="134" y="56"/>
                  <a:pt x="134" y="56"/>
                </a:cubicBezTo>
                <a:cubicBezTo>
                  <a:pt x="159" y="56"/>
                  <a:pt x="159" y="56"/>
                  <a:pt x="159" y="56"/>
                </a:cubicBezTo>
                <a:cubicBezTo>
                  <a:pt x="165" y="56"/>
                  <a:pt x="170" y="51"/>
                  <a:pt x="170" y="46"/>
                </a:cubicBezTo>
                <a:cubicBezTo>
                  <a:pt x="170" y="40"/>
                  <a:pt x="165" y="36"/>
                  <a:pt x="159" y="36"/>
                </a:cubicBezTo>
                <a:cubicBezTo>
                  <a:pt x="64" y="36"/>
                  <a:pt x="64" y="36"/>
                  <a:pt x="64" y="36"/>
                </a:cubicBezTo>
                <a:cubicBezTo>
                  <a:pt x="58" y="36"/>
                  <a:pt x="54" y="40"/>
                  <a:pt x="54" y="46"/>
                </a:cubicBezTo>
                <a:cubicBezTo>
                  <a:pt x="54" y="51"/>
                  <a:pt x="58" y="56"/>
                  <a:pt x="64" y="56"/>
                </a:cubicBezTo>
                <a:close/>
                <a:moveTo>
                  <a:pt x="39" y="84"/>
                </a:moveTo>
                <a:cubicBezTo>
                  <a:pt x="86" y="84"/>
                  <a:pt x="86" y="84"/>
                  <a:pt x="86" y="84"/>
                </a:cubicBezTo>
                <a:cubicBezTo>
                  <a:pt x="98" y="72"/>
                  <a:pt x="115" y="65"/>
                  <a:pt x="133" y="65"/>
                </a:cubicBezTo>
                <a:cubicBezTo>
                  <a:pt x="135" y="65"/>
                  <a:pt x="137" y="65"/>
                  <a:pt x="139" y="65"/>
                </a:cubicBezTo>
                <a:cubicBezTo>
                  <a:pt x="138" y="64"/>
                  <a:pt x="136" y="64"/>
                  <a:pt x="134" y="64"/>
                </a:cubicBezTo>
                <a:cubicBezTo>
                  <a:pt x="39" y="64"/>
                  <a:pt x="39" y="64"/>
                  <a:pt x="39" y="64"/>
                </a:cubicBezTo>
                <a:cubicBezTo>
                  <a:pt x="33" y="64"/>
                  <a:pt x="29" y="68"/>
                  <a:pt x="29" y="74"/>
                </a:cubicBezTo>
                <a:cubicBezTo>
                  <a:pt x="29" y="80"/>
                  <a:pt x="33" y="84"/>
                  <a:pt x="39" y="84"/>
                </a:cubicBezTo>
                <a:close/>
                <a:moveTo>
                  <a:pt x="39" y="112"/>
                </a:moveTo>
                <a:cubicBezTo>
                  <a:pt x="70" y="112"/>
                  <a:pt x="70" y="112"/>
                  <a:pt x="70" y="112"/>
                </a:cubicBezTo>
                <a:cubicBezTo>
                  <a:pt x="72" y="105"/>
                  <a:pt x="75" y="98"/>
                  <a:pt x="80" y="92"/>
                </a:cubicBezTo>
                <a:cubicBezTo>
                  <a:pt x="39" y="92"/>
                  <a:pt x="39" y="92"/>
                  <a:pt x="39" y="92"/>
                </a:cubicBezTo>
                <a:cubicBezTo>
                  <a:pt x="33" y="92"/>
                  <a:pt x="29" y="96"/>
                  <a:pt x="29" y="102"/>
                </a:cubicBezTo>
                <a:cubicBezTo>
                  <a:pt x="29" y="108"/>
                  <a:pt x="33" y="112"/>
                  <a:pt x="39" y="112"/>
                </a:cubicBezTo>
                <a:close/>
                <a:moveTo>
                  <a:pt x="39" y="140"/>
                </a:moveTo>
                <a:cubicBezTo>
                  <a:pt x="68" y="140"/>
                  <a:pt x="68" y="140"/>
                  <a:pt x="68" y="140"/>
                </a:cubicBezTo>
                <a:cubicBezTo>
                  <a:pt x="67" y="137"/>
                  <a:pt x="67" y="134"/>
                  <a:pt x="67" y="131"/>
                </a:cubicBezTo>
                <a:cubicBezTo>
                  <a:pt x="67" y="127"/>
                  <a:pt x="67" y="124"/>
                  <a:pt x="68" y="120"/>
                </a:cubicBezTo>
                <a:cubicBezTo>
                  <a:pt x="39" y="120"/>
                  <a:pt x="39" y="120"/>
                  <a:pt x="39" y="120"/>
                </a:cubicBezTo>
                <a:cubicBezTo>
                  <a:pt x="33" y="120"/>
                  <a:pt x="29" y="125"/>
                  <a:pt x="29" y="130"/>
                </a:cubicBezTo>
                <a:cubicBezTo>
                  <a:pt x="29" y="136"/>
                  <a:pt x="33" y="140"/>
                  <a:pt x="39" y="140"/>
                </a:cubicBezTo>
                <a:close/>
                <a:moveTo>
                  <a:pt x="78" y="168"/>
                </a:moveTo>
                <a:cubicBezTo>
                  <a:pt x="74" y="162"/>
                  <a:pt x="71" y="155"/>
                  <a:pt x="69" y="148"/>
                </a:cubicBezTo>
                <a:cubicBezTo>
                  <a:pt x="39" y="148"/>
                  <a:pt x="39" y="148"/>
                  <a:pt x="39" y="148"/>
                </a:cubicBezTo>
                <a:cubicBezTo>
                  <a:pt x="33" y="148"/>
                  <a:pt x="29" y="153"/>
                  <a:pt x="29" y="158"/>
                </a:cubicBezTo>
                <a:cubicBezTo>
                  <a:pt x="29" y="164"/>
                  <a:pt x="33" y="168"/>
                  <a:pt x="39" y="168"/>
                </a:cubicBezTo>
                <a:lnTo>
                  <a:pt x="78" y="168"/>
                </a:lnTo>
                <a:close/>
                <a:moveTo>
                  <a:pt x="192" y="131"/>
                </a:moveTo>
                <a:cubicBezTo>
                  <a:pt x="192" y="99"/>
                  <a:pt x="166" y="72"/>
                  <a:pt x="133" y="72"/>
                </a:cubicBezTo>
                <a:cubicBezTo>
                  <a:pt x="101" y="72"/>
                  <a:pt x="75" y="99"/>
                  <a:pt x="75" y="131"/>
                </a:cubicBezTo>
                <a:cubicBezTo>
                  <a:pt x="75" y="163"/>
                  <a:pt x="101" y="190"/>
                  <a:pt x="133" y="190"/>
                </a:cubicBezTo>
                <a:cubicBezTo>
                  <a:pt x="166" y="190"/>
                  <a:pt x="192" y="163"/>
                  <a:pt x="192" y="13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Freeform 9">
            <a:extLst>
              <a:ext uri="{FF2B5EF4-FFF2-40B4-BE49-F238E27FC236}">
                <a16:creationId xmlns:a16="http://schemas.microsoft.com/office/drawing/2014/main" id="{608D0A97-10A3-76D0-3EB4-8FCD56DA560E}"/>
              </a:ext>
            </a:extLst>
          </p:cNvPr>
          <p:cNvSpPr>
            <a:spLocks noEditPoints="1"/>
          </p:cNvSpPr>
          <p:nvPr/>
        </p:nvSpPr>
        <p:spPr bwMode="auto">
          <a:xfrm>
            <a:off x="6285389" y="5212086"/>
            <a:ext cx="326146" cy="321446"/>
          </a:xfrm>
          <a:custGeom>
            <a:avLst/>
            <a:gdLst>
              <a:gd name="T0" fmla="*/ 123 w 200"/>
              <a:gd name="T1" fmla="*/ 19 h 198"/>
              <a:gd name="T2" fmla="*/ 100 w 200"/>
              <a:gd name="T3" fmla="*/ 0 h 198"/>
              <a:gd name="T4" fmla="*/ 27 w 200"/>
              <a:gd name="T5" fmla="*/ 19 h 198"/>
              <a:gd name="T6" fmla="*/ 23 w 200"/>
              <a:gd name="T7" fmla="*/ 75 h 198"/>
              <a:gd name="T8" fmla="*/ 0 w 200"/>
              <a:gd name="T9" fmla="*/ 100 h 198"/>
              <a:gd name="T10" fmla="*/ 23 w 200"/>
              <a:gd name="T11" fmla="*/ 125 h 198"/>
              <a:gd name="T12" fmla="*/ 27 w 200"/>
              <a:gd name="T13" fmla="*/ 178 h 198"/>
              <a:gd name="T14" fmla="*/ 60 w 200"/>
              <a:gd name="T15" fmla="*/ 186 h 198"/>
              <a:gd name="T16" fmla="*/ 62 w 200"/>
              <a:gd name="T17" fmla="*/ 192 h 198"/>
              <a:gd name="T18" fmla="*/ 74 w 200"/>
              <a:gd name="T19" fmla="*/ 182 h 198"/>
              <a:gd name="T20" fmla="*/ 127 w 200"/>
              <a:gd name="T21" fmla="*/ 175 h 198"/>
              <a:gd name="T22" fmla="*/ 74 w 200"/>
              <a:gd name="T23" fmla="*/ 167 h 198"/>
              <a:gd name="T24" fmla="*/ 60 w 200"/>
              <a:gd name="T25" fmla="*/ 158 h 198"/>
              <a:gd name="T26" fmla="*/ 67 w 200"/>
              <a:gd name="T27" fmla="*/ 171 h 198"/>
              <a:gd name="T28" fmla="*/ 31 w 200"/>
              <a:gd name="T29" fmla="*/ 125 h 198"/>
              <a:gd name="T30" fmla="*/ 76 w 200"/>
              <a:gd name="T31" fmla="*/ 104 h 198"/>
              <a:gd name="T32" fmla="*/ 80 w 200"/>
              <a:gd name="T33" fmla="*/ 123 h 198"/>
              <a:gd name="T34" fmla="*/ 123 w 200"/>
              <a:gd name="T35" fmla="*/ 119 h 198"/>
              <a:gd name="T36" fmla="*/ 119 w 200"/>
              <a:gd name="T37" fmla="*/ 76 h 198"/>
              <a:gd name="T38" fmla="*/ 76 w 200"/>
              <a:gd name="T39" fmla="*/ 80 h 198"/>
              <a:gd name="T40" fmla="*/ 52 w 200"/>
              <a:gd name="T41" fmla="*/ 96 h 198"/>
              <a:gd name="T42" fmla="*/ 31 w 200"/>
              <a:gd name="T43" fmla="*/ 27 h 198"/>
              <a:gd name="T44" fmla="*/ 100 w 200"/>
              <a:gd name="T45" fmla="*/ 46 h 198"/>
              <a:gd name="T46" fmla="*/ 123 w 200"/>
              <a:gd name="T47" fmla="*/ 27 h 198"/>
              <a:gd name="T48" fmla="*/ 164 w 200"/>
              <a:gd name="T49" fmla="*/ 23 h 198"/>
              <a:gd name="T50" fmla="*/ 80 w 200"/>
              <a:gd name="T51" fmla="*/ 175 h 198"/>
              <a:gd name="T52" fmla="*/ 119 w 200"/>
              <a:gd name="T53" fmla="*/ 175 h 198"/>
              <a:gd name="T54" fmla="*/ 80 w 200"/>
              <a:gd name="T55" fmla="*/ 175 h 198"/>
              <a:gd name="T56" fmla="*/ 80 w 200"/>
              <a:gd name="T57" fmla="*/ 176 h 198"/>
              <a:gd name="T58" fmla="*/ 84 w 200"/>
              <a:gd name="T59" fmla="*/ 84 h 198"/>
              <a:gd name="T60" fmla="*/ 115 w 200"/>
              <a:gd name="T61" fmla="*/ 115 h 198"/>
              <a:gd name="T62" fmla="*/ 84 w 200"/>
              <a:gd name="T63" fmla="*/ 84 h 198"/>
              <a:gd name="T64" fmla="*/ 27 w 200"/>
              <a:gd name="T65" fmla="*/ 118 h 198"/>
              <a:gd name="T66" fmla="*/ 27 w 200"/>
              <a:gd name="T67" fmla="*/ 82 h 198"/>
              <a:gd name="T68" fmla="*/ 100 w 200"/>
              <a:gd name="T69" fmla="*/ 39 h 198"/>
              <a:gd name="T70" fmla="*/ 84 w 200"/>
              <a:gd name="T71" fmla="*/ 23 h 198"/>
              <a:gd name="T72" fmla="*/ 100 w 200"/>
              <a:gd name="T73" fmla="*/ 7 h 198"/>
              <a:gd name="T74" fmla="*/ 100 w 200"/>
              <a:gd name="T75" fmla="*/ 39 h 198"/>
              <a:gd name="T76" fmla="*/ 100 w 200"/>
              <a:gd name="T77" fmla="*/ 39 h 198"/>
              <a:gd name="T78" fmla="*/ 180 w 200"/>
              <a:gd name="T79" fmla="*/ 76 h 198"/>
              <a:gd name="T80" fmla="*/ 176 w 200"/>
              <a:gd name="T81" fmla="*/ 35 h 198"/>
              <a:gd name="T82" fmla="*/ 172 w 200"/>
              <a:gd name="T83" fmla="*/ 76 h 198"/>
              <a:gd name="T84" fmla="*/ 153 w 200"/>
              <a:gd name="T85" fmla="*/ 80 h 198"/>
              <a:gd name="T86" fmla="*/ 157 w 200"/>
              <a:gd name="T87" fmla="*/ 123 h 198"/>
              <a:gd name="T88" fmla="*/ 200 w 200"/>
              <a:gd name="T89" fmla="*/ 119 h 198"/>
              <a:gd name="T90" fmla="*/ 196 w 200"/>
              <a:gd name="T91" fmla="*/ 76 h 198"/>
              <a:gd name="T92" fmla="*/ 161 w 200"/>
              <a:gd name="T93" fmla="*/ 115 h 198"/>
              <a:gd name="T94" fmla="*/ 192 w 200"/>
              <a:gd name="T95" fmla="*/ 84 h 198"/>
              <a:gd name="T96" fmla="*/ 192 w 200"/>
              <a:gd name="T97" fmla="*/ 115 h 198"/>
              <a:gd name="T98" fmla="*/ 176 w 200"/>
              <a:gd name="T99" fmla="*/ 27 h 198"/>
              <a:gd name="T100" fmla="*/ 176 w 200"/>
              <a:gd name="T101" fmla="*/ 19 h 198"/>
              <a:gd name="T102" fmla="*/ 180 w 200"/>
              <a:gd name="T103" fmla="*/ 23 h 198"/>
              <a:gd name="T104" fmla="*/ 176 w 200"/>
              <a:gd name="T105" fmla="*/ 27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198">
                <a:moveTo>
                  <a:pt x="160" y="19"/>
                </a:moveTo>
                <a:cubicBezTo>
                  <a:pt x="123" y="19"/>
                  <a:pt x="123" y="19"/>
                  <a:pt x="123" y="19"/>
                </a:cubicBezTo>
                <a:cubicBezTo>
                  <a:pt x="121" y="8"/>
                  <a:pt x="111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88" y="0"/>
                  <a:pt x="78" y="8"/>
                  <a:pt x="7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5" y="19"/>
                  <a:pt x="23" y="21"/>
                  <a:pt x="23" y="23"/>
                </a:cubicBezTo>
                <a:cubicBezTo>
                  <a:pt x="23" y="75"/>
                  <a:pt x="23" y="75"/>
                  <a:pt x="23" y="75"/>
                </a:cubicBezTo>
                <a:cubicBezTo>
                  <a:pt x="1" y="97"/>
                  <a:pt x="1" y="97"/>
                  <a:pt x="1" y="97"/>
                </a:cubicBezTo>
                <a:cubicBezTo>
                  <a:pt x="0" y="98"/>
                  <a:pt x="0" y="99"/>
                  <a:pt x="0" y="100"/>
                </a:cubicBezTo>
                <a:cubicBezTo>
                  <a:pt x="0" y="101"/>
                  <a:pt x="0" y="102"/>
                  <a:pt x="1" y="102"/>
                </a:cubicBezTo>
                <a:cubicBezTo>
                  <a:pt x="23" y="125"/>
                  <a:pt x="23" y="125"/>
                  <a:pt x="23" y="125"/>
                </a:cubicBezTo>
                <a:cubicBezTo>
                  <a:pt x="23" y="175"/>
                  <a:pt x="23" y="175"/>
                  <a:pt x="23" y="175"/>
                </a:cubicBezTo>
                <a:cubicBezTo>
                  <a:pt x="23" y="177"/>
                  <a:pt x="25" y="178"/>
                  <a:pt x="27" y="178"/>
                </a:cubicBezTo>
                <a:cubicBezTo>
                  <a:pt x="67" y="178"/>
                  <a:pt x="67" y="178"/>
                  <a:pt x="67" y="178"/>
                </a:cubicBezTo>
                <a:cubicBezTo>
                  <a:pt x="60" y="186"/>
                  <a:pt x="60" y="186"/>
                  <a:pt x="60" y="186"/>
                </a:cubicBezTo>
                <a:cubicBezTo>
                  <a:pt x="58" y="187"/>
                  <a:pt x="58" y="190"/>
                  <a:pt x="60" y="191"/>
                </a:cubicBezTo>
                <a:cubicBezTo>
                  <a:pt x="60" y="192"/>
                  <a:pt x="61" y="192"/>
                  <a:pt x="62" y="192"/>
                </a:cubicBezTo>
                <a:cubicBezTo>
                  <a:pt x="63" y="192"/>
                  <a:pt x="64" y="192"/>
                  <a:pt x="65" y="191"/>
                </a:cubicBezTo>
                <a:cubicBezTo>
                  <a:pt x="74" y="182"/>
                  <a:pt x="74" y="182"/>
                  <a:pt x="74" y="182"/>
                </a:cubicBezTo>
                <a:cubicBezTo>
                  <a:pt x="78" y="192"/>
                  <a:pt x="88" y="198"/>
                  <a:pt x="100" y="198"/>
                </a:cubicBezTo>
                <a:cubicBezTo>
                  <a:pt x="115" y="198"/>
                  <a:pt x="127" y="188"/>
                  <a:pt x="127" y="175"/>
                </a:cubicBezTo>
                <a:cubicBezTo>
                  <a:pt x="127" y="162"/>
                  <a:pt x="115" y="151"/>
                  <a:pt x="100" y="151"/>
                </a:cubicBezTo>
                <a:cubicBezTo>
                  <a:pt x="88" y="151"/>
                  <a:pt x="78" y="158"/>
                  <a:pt x="74" y="167"/>
                </a:cubicBezTo>
                <a:cubicBezTo>
                  <a:pt x="65" y="158"/>
                  <a:pt x="65" y="158"/>
                  <a:pt x="65" y="158"/>
                </a:cubicBezTo>
                <a:cubicBezTo>
                  <a:pt x="64" y="156"/>
                  <a:pt x="61" y="156"/>
                  <a:pt x="60" y="158"/>
                </a:cubicBezTo>
                <a:cubicBezTo>
                  <a:pt x="58" y="160"/>
                  <a:pt x="58" y="162"/>
                  <a:pt x="60" y="164"/>
                </a:cubicBezTo>
                <a:cubicBezTo>
                  <a:pt x="67" y="171"/>
                  <a:pt x="67" y="171"/>
                  <a:pt x="67" y="171"/>
                </a:cubicBezTo>
                <a:cubicBezTo>
                  <a:pt x="31" y="171"/>
                  <a:pt x="31" y="171"/>
                  <a:pt x="31" y="171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52" y="103"/>
                  <a:pt x="52" y="103"/>
                  <a:pt x="52" y="103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76" y="119"/>
                  <a:pt x="76" y="119"/>
                  <a:pt x="76" y="119"/>
                </a:cubicBezTo>
                <a:cubicBezTo>
                  <a:pt x="76" y="121"/>
                  <a:pt x="78" y="123"/>
                  <a:pt x="80" y="123"/>
                </a:cubicBezTo>
                <a:cubicBezTo>
                  <a:pt x="119" y="123"/>
                  <a:pt x="119" y="123"/>
                  <a:pt x="119" y="123"/>
                </a:cubicBezTo>
                <a:cubicBezTo>
                  <a:pt x="122" y="123"/>
                  <a:pt x="123" y="121"/>
                  <a:pt x="123" y="119"/>
                </a:cubicBezTo>
                <a:cubicBezTo>
                  <a:pt x="123" y="80"/>
                  <a:pt x="123" y="80"/>
                  <a:pt x="123" y="80"/>
                </a:cubicBezTo>
                <a:cubicBezTo>
                  <a:pt x="123" y="78"/>
                  <a:pt x="122" y="76"/>
                  <a:pt x="119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78" y="76"/>
                  <a:pt x="76" y="78"/>
                  <a:pt x="76" y="80"/>
                </a:cubicBezTo>
                <a:cubicBezTo>
                  <a:pt x="76" y="96"/>
                  <a:pt x="76" y="96"/>
                  <a:pt x="76" y="96"/>
                </a:cubicBezTo>
                <a:cubicBezTo>
                  <a:pt x="52" y="96"/>
                  <a:pt x="52" y="96"/>
                  <a:pt x="52" y="96"/>
                </a:cubicBezTo>
                <a:cubicBezTo>
                  <a:pt x="31" y="75"/>
                  <a:pt x="31" y="75"/>
                  <a:pt x="31" y="75"/>
                </a:cubicBezTo>
                <a:cubicBezTo>
                  <a:pt x="31" y="27"/>
                  <a:pt x="31" y="27"/>
                  <a:pt x="31" y="27"/>
                </a:cubicBezTo>
                <a:cubicBezTo>
                  <a:pt x="77" y="27"/>
                  <a:pt x="77" y="27"/>
                  <a:pt x="77" y="27"/>
                </a:cubicBezTo>
                <a:cubicBezTo>
                  <a:pt x="78" y="38"/>
                  <a:pt x="88" y="46"/>
                  <a:pt x="100" y="46"/>
                </a:cubicBezTo>
                <a:cubicBezTo>
                  <a:pt x="100" y="46"/>
                  <a:pt x="100" y="46"/>
                  <a:pt x="100" y="46"/>
                </a:cubicBezTo>
                <a:cubicBezTo>
                  <a:pt x="111" y="46"/>
                  <a:pt x="121" y="38"/>
                  <a:pt x="123" y="27"/>
                </a:cubicBezTo>
                <a:cubicBezTo>
                  <a:pt x="160" y="27"/>
                  <a:pt x="160" y="27"/>
                  <a:pt x="160" y="27"/>
                </a:cubicBezTo>
                <a:cubicBezTo>
                  <a:pt x="162" y="27"/>
                  <a:pt x="164" y="25"/>
                  <a:pt x="164" y="23"/>
                </a:cubicBezTo>
                <a:cubicBezTo>
                  <a:pt x="164" y="21"/>
                  <a:pt x="162" y="19"/>
                  <a:pt x="160" y="19"/>
                </a:cubicBezTo>
                <a:close/>
                <a:moveTo>
                  <a:pt x="80" y="175"/>
                </a:moveTo>
                <a:cubicBezTo>
                  <a:pt x="80" y="166"/>
                  <a:pt x="89" y="159"/>
                  <a:pt x="100" y="159"/>
                </a:cubicBezTo>
                <a:cubicBezTo>
                  <a:pt x="111" y="159"/>
                  <a:pt x="119" y="166"/>
                  <a:pt x="119" y="175"/>
                </a:cubicBezTo>
                <a:cubicBezTo>
                  <a:pt x="119" y="183"/>
                  <a:pt x="111" y="190"/>
                  <a:pt x="100" y="190"/>
                </a:cubicBezTo>
                <a:cubicBezTo>
                  <a:pt x="89" y="190"/>
                  <a:pt x="80" y="183"/>
                  <a:pt x="80" y="175"/>
                </a:cubicBezTo>
                <a:close/>
                <a:moveTo>
                  <a:pt x="80" y="175"/>
                </a:moveTo>
                <a:cubicBezTo>
                  <a:pt x="80" y="176"/>
                  <a:pt x="80" y="176"/>
                  <a:pt x="80" y="176"/>
                </a:cubicBezTo>
                <a:cubicBezTo>
                  <a:pt x="80" y="176"/>
                  <a:pt x="80" y="176"/>
                  <a:pt x="80" y="175"/>
                </a:cubicBezTo>
                <a:close/>
                <a:moveTo>
                  <a:pt x="84" y="84"/>
                </a:moveTo>
                <a:cubicBezTo>
                  <a:pt x="115" y="84"/>
                  <a:pt x="115" y="84"/>
                  <a:pt x="115" y="84"/>
                </a:cubicBezTo>
                <a:cubicBezTo>
                  <a:pt x="115" y="115"/>
                  <a:pt x="115" y="115"/>
                  <a:pt x="115" y="115"/>
                </a:cubicBezTo>
                <a:cubicBezTo>
                  <a:pt x="84" y="115"/>
                  <a:pt x="84" y="115"/>
                  <a:pt x="84" y="115"/>
                </a:cubicBezTo>
                <a:lnTo>
                  <a:pt x="84" y="84"/>
                </a:lnTo>
                <a:close/>
                <a:moveTo>
                  <a:pt x="45" y="100"/>
                </a:moveTo>
                <a:cubicBezTo>
                  <a:pt x="27" y="118"/>
                  <a:pt x="27" y="118"/>
                  <a:pt x="27" y="118"/>
                </a:cubicBezTo>
                <a:cubicBezTo>
                  <a:pt x="9" y="100"/>
                  <a:pt x="9" y="100"/>
                  <a:pt x="9" y="100"/>
                </a:cubicBezTo>
                <a:cubicBezTo>
                  <a:pt x="27" y="82"/>
                  <a:pt x="27" y="82"/>
                  <a:pt x="27" y="82"/>
                </a:cubicBezTo>
                <a:lnTo>
                  <a:pt x="45" y="100"/>
                </a:lnTo>
                <a:close/>
                <a:moveTo>
                  <a:pt x="100" y="39"/>
                </a:moveTo>
                <a:cubicBezTo>
                  <a:pt x="100" y="39"/>
                  <a:pt x="100" y="39"/>
                  <a:pt x="100" y="39"/>
                </a:cubicBezTo>
                <a:cubicBezTo>
                  <a:pt x="91" y="39"/>
                  <a:pt x="84" y="32"/>
                  <a:pt x="84" y="23"/>
                </a:cubicBezTo>
                <a:cubicBezTo>
                  <a:pt x="84" y="14"/>
                  <a:pt x="91" y="7"/>
                  <a:pt x="100" y="7"/>
                </a:cubicBezTo>
                <a:cubicBezTo>
                  <a:pt x="100" y="7"/>
                  <a:pt x="100" y="7"/>
                  <a:pt x="100" y="7"/>
                </a:cubicBezTo>
                <a:cubicBezTo>
                  <a:pt x="108" y="7"/>
                  <a:pt x="115" y="14"/>
                  <a:pt x="115" y="23"/>
                </a:cubicBezTo>
                <a:cubicBezTo>
                  <a:pt x="115" y="32"/>
                  <a:pt x="108" y="39"/>
                  <a:pt x="100" y="39"/>
                </a:cubicBezTo>
                <a:close/>
                <a:moveTo>
                  <a:pt x="100" y="39"/>
                </a:moveTo>
                <a:cubicBezTo>
                  <a:pt x="100" y="39"/>
                  <a:pt x="100" y="39"/>
                  <a:pt x="100" y="39"/>
                </a:cubicBezTo>
                <a:moveTo>
                  <a:pt x="196" y="76"/>
                </a:moveTo>
                <a:cubicBezTo>
                  <a:pt x="180" y="76"/>
                  <a:pt x="180" y="76"/>
                  <a:pt x="180" y="76"/>
                </a:cubicBezTo>
                <a:cubicBezTo>
                  <a:pt x="180" y="39"/>
                  <a:pt x="180" y="39"/>
                  <a:pt x="180" y="39"/>
                </a:cubicBezTo>
                <a:cubicBezTo>
                  <a:pt x="180" y="36"/>
                  <a:pt x="178" y="35"/>
                  <a:pt x="176" y="35"/>
                </a:cubicBezTo>
                <a:cubicBezTo>
                  <a:pt x="174" y="35"/>
                  <a:pt x="172" y="36"/>
                  <a:pt x="172" y="39"/>
                </a:cubicBezTo>
                <a:cubicBezTo>
                  <a:pt x="172" y="76"/>
                  <a:pt x="172" y="76"/>
                  <a:pt x="172" y="76"/>
                </a:cubicBezTo>
                <a:cubicBezTo>
                  <a:pt x="157" y="76"/>
                  <a:pt x="157" y="76"/>
                  <a:pt x="157" y="76"/>
                </a:cubicBezTo>
                <a:cubicBezTo>
                  <a:pt x="154" y="76"/>
                  <a:pt x="153" y="78"/>
                  <a:pt x="153" y="80"/>
                </a:cubicBezTo>
                <a:cubicBezTo>
                  <a:pt x="153" y="119"/>
                  <a:pt x="153" y="119"/>
                  <a:pt x="153" y="119"/>
                </a:cubicBezTo>
                <a:cubicBezTo>
                  <a:pt x="153" y="121"/>
                  <a:pt x="154" y="123"/>
                  <a:pt x="157" y="123"/>
                </a:cubicBezTo>
                <a:cubicBezTo>
                  <a:pt x="196" y="123"/>
                  <a:pt x="196" y="123"/>
                  <a:pt x="196" y="123"/>
                </a:cubicBezTo>
                <a:cubicBezTo>
                  <a:pt x="198" y="123"/>
                  <a:pt x="200" y="121"/>
                  <a:pt x="200" y="119"/>
                </a:cubicBezTo>
                <a:cubicBezTo>
                  <a:pt x="200" y="80"/>
                  <a:pt x="200" y="80"/>
                  <a:pt x="200" y="80"/>
                </a:cubicBezTo>
                <a:cubicBezTo>
                  <a:pt x="200" y="78"/>
                  <a:pt x="198" y="76"/>
                  <a:pt x="196" y="76"/>
                </a:cubicBezTo>
                <a:close/>
                <a:moveTo>
                  <a:pt x="192" y="115"/>
                </a:moveTo>
                <a:cubicBezTo>
                  <a:pt x="161" y="115"/>
                  <a:pt x="161" y="115"/>
                  <a:pt x="161" y="115"/>
                </a:cubicBezTo>
                <a:cubicBezTo>
                  <a:pt x="161" y="84"/>
                  <a:pt x="161" y="84"/>
                  <a:pt x="161" y="84"/>
                </a:cubicBezTo>
                <a:cubicBezTo>
                  <a:pt x="192" y="84"/>
                  <a:pt x="192" y="84"/>
                  <a:pt x="192" y="84"/>
                </a:cubicBezTo>
                <a:lnTo>
                  <a:pt x="192" y="115"/>
                </a:lnTo>
                <a:close/>
                <a:moveTo>
                  <a:pt x="192" y="115"/>
                </a:moveTo>
                <a:cubicBezTo>
                  <a:pt x="192" y="115"/>
                  <a:pt x="192" y="115"/>
                  <a:pt x="192" y="115"/>
                </a:cubicBezTo>
                <a:moveTo>
                  <a:pt x="176" y="27"/>
                </a:moveTo>
                <a:cubicBezTo>
                  <a:pt x="174" y="27"/>
                  <a:pt x="172" y="25"/>
                  <a:pt x="172" y="23"/>
                </a:cubicBezTo>
                <a:cubicBezTo>
                  <a:pt x="172" y="21"/>
                  <a:pt x="174" y="19"/>
                  <a:pt x="176" y="19"/>
                </a:cubicBezTo>
                <a:cubicBezTo>
                  <a:pt x="176" y="19"/>
                  <a:pt x="176" y="19"/>
                  <a:pt x="176" y="19"/>
                </a:cubicBezTo>
                <a:cubicBezTo>
                  <a:pt x="178" y="19"/>
                  <a:pt x="180" y="21"/>
                  <a:pt x="180" y="23"/>
                </a:cubicBezTo>
                <a:cubicBezTo>
                  <a:pt x="180" y="25"/>
                  <a:pt x="178" y="27"/>
                  <a:pt x="176" y="27"/>
                </a:cubicBezTo>
                <a:close/>
                <a:moveTo>
                  <a:pt x="176" y="27"/>
                </a:moveTo>
                <a:cubicBezTo>
                  <a:pt x="176" y="27"/>
                  <a:pt x="176" y="27"/>
                  <a:pt x="176" y="27"/>
                </a:cubicBez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189">
            <a:extLst>
              <a:ext uri="{FF2B5EF4-FFF2-40B4-BE49-F238E27FC236}">
                <a16:creationId xmlns:a16="http://schemas.microsoft.com/office/drawing/2014/main" id="{033C89CF-1450-AD09-C5B5-2B5019C1110D}"/>
              </a:ext>
            </a:extLst>
          </p:cNvPr>
          <p:cNvSpPr>
            <a:spLocks noEditPoints="1"/>
          </p:cNvSpPr>
          <p:nvPr/>
        </p:nvSpPr>
        <p:spPr bwMode="auto">
          <a:xfrm>
            <a:off x="6307339" y="5816586"/>
            <a:ext cx="277770" cy="292220"/>
          </a:xfrm>
          <a:custGeom>
            <a:avLst/>
            <a:gdLst>
              <a:gd name="T0" fmla="*/ 187 w 200"/>
              <a:gd name="T1" fmla="*/ 203 h 211"/>
              <a:gd name="T2" fmla="*/ 175 w 200"/>
              <a:gd name="T3" fmla="*/ 61 h 211"/>
              <a:gd name="T4" fmla="*/ 144 w 200"/>
              <a:gd name="T5" fmla="*/ 72 h 211"/>
              <a:gd name="T6" fmla="*/ 121 w 200"/>
              <a:gd name="T7" fmla="*/ 203 h 211"/>
              <a:gd name="T8" fmla="*/ 110 w 200"/>
              <a:gd name="T9" fmla="*/ 120 h 211"/>
              <a:gd name="T10" fmla="*/ 79 w 200"/>
              <a:gd name="T11" fmla="*/ 131 h 211"/>
              <a:gd name="T12" fmla="*/ 56 w 200"/>
              <a:gd name="T13" fmla="*/ 203 h 211"/>
              <a:gd name="T14" fmla="*/ 45 w 200"/>
              <a:gd name="T15" fmla="*/ 155 h 211"/>
              <a:gd name="T16" fmla="*/ 13 w 200"/>
              <a:gd name="T17" fmla="*/ 166 h 211"/>
              <a:gd name="T18" fmla="*/ 4 w 200"/>
              <a:gd name="T19" fmla="*/ 203 h 211"/>
              <a:gd name="T20" fmla="*/ 4 w 200"/>
              <a:gd name="T21" fmla="*/ 211 h 211"/>
              <a:gd name="T22" fmla="*/ 200 w 200"/>
              <a:gd name="T23" fmla="*/ 207 h 211"/>
              <a:gd name="T24" fmla="*/ 22 w 200"/>
              <a:gd name="T25" fmla="*/ 203 h 211"/>
              <a:gd name="T26" fmla="*/ 24 w 200"/>
              <a:gd name="T27" fmla="*/ 163 h 211"/>
              <a:gd name="T28" fmla="*/ 48 w 200"/>
              <a:gd name="T29" fmla="*/ 166 h 211"/>
              <a:gd name="T30" fmla="*/ 22 w 200"/>
              <a:gd name="T31" fmla="*/ 203 h 211"/>
              <a:gd name="T32" fmla="*/ 87 w 200"/>
              <a:gd name="T33" fmla="*/ 131 h 211"/>
              <a:gd name="T34" fmla="*/ 110 w 200"/>
              <a:gd name="T35" fmla="*/ 128 h 211"/>
              <a:gd name="T36" fmla="*/ 113 w 200"/>
              <a:gd name="T37" fmla="*/ 203 h 211"/>
              <a:gd name="T38" fmla="*/ 152 w 200"/>
              <a:gd name="T39" fmla="*/ 203 h 211"/>
              <a:gd name="T40" fmla="*/ 155 w 200"/>
              <a:gd name="T41" fmla="*/ 69 h 211"/>
              <a:gd name="T42" fmla="*/ 178 w 200"/>
              <a:gd name="T43" fmla="*/ 72 h 211"/>
              <a:gd name="T44" fmla="*/ 152 w 200"/>
              <a:gd name="T45" fmla="*/ 203 h 211"/>
              <a:gd name="T46" fmla="*/ 36 w 200"/>
              <a:gd name="T47" fmla="*/ 108 h 211"/>
              <a:gd name="T48" fmla="*/ 113 w 200"/>
              <a:gd name="T49" fmla="*/ 32 h 211"/>
              <a:gd name="T50" fmla="*/ 132 w 200"/>
              <a:gd name="T51" fmla="*/ 49 h 211"/>
              <a:gd name="T52" fmla="*/ 157 w 200"/>
              <a:gd name="T53" fmla="*/ 8 h 211"/>
              <a:gd name="T54" fmla="*/ 157 w 200"/>
              <a:gd name="T55" fmla="*/ 0 h 211"/>
              <a:gd name="T56" fmla="*/ 182 w 200"/>
              <a:gd name="T57" fmla="*/ 0 h 211"/>
              <a:gd name="T58" fmla="*/ 187 w 200"/>
              <a:gd name="T59" fmla="*/ 4 h 211"/>
              <a:gd name="T60" fmla="*/ 187 w 200"/>
              <a:gd name="T61" fmla="*/ 28 h 211"/>
              <a:gd name="T62" fmla="*/ 178 w 200"/>
              <a:gd name="T63" fmla="*/ 28 h 211"/>
              <a:gd name="T64" fmla="*/ 135 w 200"/>
              <a:gd name="T65" fmla="*/ 58 h 211"/>
              <a:gd name="T66" fmla="*/ 113 w 200"/>
              <a:gd name="T67" fmla="*/ 42 h 211"/>
              <a:gd name="T68" fmla="*/ 39 w 200"/>
              <a:gd name="T69" fmla="*/ 115 h 211"/>
              <a:gd name="T70" fmla="*/ 25 w 200"/>
              <a:gd name="T71" fmla="*/ 121 h 211"/>
              <a:gd name="T72" fmla="*/ 25 w 200"/>
              <a:gd name="T73" fmla="*/ 129 h 211"/>
              <a:gd name="T74" fmla="*/ 25 w 200"/>
              <a:gd name="T75" fmla="*/ 121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0" h="211">
                <a:moveTo>
                  <a:pt x="196" y="203"/>
                </a:moveTo>
                <a:cubicBezTo>
                  <a:pt x="187" y="203"/>
                  <a:pt x="187" y="203"/>
                  <a:pt x="187" y="203"/>
                </a:cubicBezTo>
                <a:cubicBezTo>
                  <a:pt x="187" y="72"/>
                  <a:pt x="187" y="72"/>
                  <a:pt x="187" y="72"/>
                </a:cubicBezTo>
                <a:cubicBezTo>
                  <a:pt x="187" y="66"/>
                  <a:pt x="182" y="61"/>
                  <a:pt x="175" y="61"/>
                </a:cubicBezTo>
                <a:cubicBezTo>
                  <a:pt x="155" y="61"/>
                  <a:pt x="155" y="61"/>
                  <a:pt x="155" y="61"/>
                </a:cubicBezTo>
                <a:cubicBezTo>
                  <a:pt x="149" y="61"/>
                  <a:pt x="144" y="66"/>
                  <a:pt x="144" y="72"/>
                </a:cubicBezTo>
                <a:cubicBezTo>
                  <a:pt x="144" y="203"/>
                  <a:pt x="144" y="203"/>
                  <a:pt x="144" y="203"/>
                </a:cubicBezTo>
                <a:cubicBezTo>
                  <a:pt x="121" y="203"/>
                  <a:pt x="121" y="203"/>
                  <a:pt x="121" y="203"/>
                </a:cubicBezTo>
                <a:cubicBezTo>
                  <a:pt x="121" y="131"/>
                  <a:pt x="121" y="131"/>
                  <a:pt x="121" y="131"/>
                </a:cubicBezTo>
                <a:cubicBezTo>
                  <a:pt x="121" y="125"/>
                  <a:pt x="116" y="120"/>
                  <a:pt x="110" y="120"/>
                </a:cubicBezTo>
                <a:cubicBezTo>
                  <a:pt x="90" y="120"/>
                  <a:pt x="90" y="120"/>
                  <a:pt x="90" y="120"/>
                </a:cubicBezTo>
                <a:cubicBezTo>
                  <a:pt x="84" y="120"/>
                  <a:pt x="79" y="125"/>
                  <a:pt x="79" y="131"/>
                </a:cubicBezTo>
                <a:cubicBezTo>
                  <a:pt x="79" y="203"/>
                  <a:pt x="79" y="203"/>
                  <a:pt x="79" y="203"/>
                </a:cubicBezTo>
                <a:cubicBezTo>
                  <a:pt x="56" y="203"/>
                  <a:pt x="56" y="203"/>
                  <a:pt x="56" y="203"/>
                </a:cubicBezTo>
                <a:cubicBezTo>
                  <a:pt x="56" y="166"/>
                  <a:pt x="56" y="166"/>
                  <a:pt x="56" y="166"/>
                </a:cubicBezTo>
                <a:cubicBezTo>
                  <a:pt x="56" y="160"/>
                  <a:pt x="51" y="155"/>
                  <a:pt x="45" y="155"/>
                </a:cubicBezTo>
                <a:cubicBezTo>
                  <a:pt x="24" y="155"/>
                  <a:pt x="24" y="155"/>
                  <a:pt x="24" y="155"/>
                </a:cubicBezTo>
                <a:cubicBezTo>
                  <a:pt x="18" y="155"/>
                  <a:pt x="13" y="160"/>
                  <a:pt x="13" y="166"/>
                </a:cubicBezTo>
                <a:cubicBezTo>
                  <a:pt x="13" y="203"/>
                  <a:pt x="13" y="203"/>
                  <a:pt x="13" y="203"/>
                </a:cubicBezTo>
                <a:cubicBezTo>
                  <a:pt x="4" y="203"/>
                  <a:pt x="4" y="203"/>
                  <a:pt x="4" y="203"/>
                </a:cubicBezTo>
                <a:cubicBezTo>
                  <a:pt x="2" y="203"/>
                  <a:pt x="0" y="205"/>
                  <a:pt x="0" y="207"/>
                </a:cubicBezTo>
                <a:cubicBezTo>
                  <a:pt x="0" y="209"/>
                  <a:pt x="2" y="211"/>
                  <a:pt x="4" y="211"/>
                </a:cubicBezTo>
                <a:cubicBezTo>
                  <a:pt x="196" y="211"/>
                  <a:pt x="196" y="211"/>
                  <a:pt x="196" y="211"/>
                </a:cubicBezTo>
                <a:cubicBezTo>
                  <a:pt x="198" y="211"/>
                  <a:pt x="200" y="209"/>
                  <a:pt x="200" y="207"/>
                </a:cubicBezTo>
                <a:cubicBezTo>
                  <a:pt x="200" y="205"/>
                  <a:pt x="198" y="203"/>
                  <a:pt x="196" y="203"/>
                </a:cubicBezTo>
                <a:close/>
                <a:moveTo>
                  <a:pt x="22" y="203"/>
                </a:moveTo>
                <a:cubicBezTo>
                  <a:pt x="22" y="166"/>
                  <a:pt x="22" y="166"/>
                  <a:pt x="22" y="166"/>
                </a:cubicBezTo>
                <a:cubicBezTo>
                  <a:pt x="22" y="164"/>
                  <a:pt x="23" y="163"/>
                  <a:pt x="24" y="163"/>
                </a:cubicBezTo>
                <a:cubicBezTo>
                  <a:pt x="45" y="163"/>
                  <a:pt x="45" y="163"/>
                  <a:pt x="45" y="163"/>
                </a:cubicBezTo>
                <a:cubicBezTo>
                  <a:pt x="46" y="163"/>
                  <a:pt x="48" y="164"/>
                  <a:pt x="48" y="166"/>
                </a:cubicBezTo>
                <a:cubicBezTo>
                  <a:pt x="48" y="203"/>
                  <a:pt x="48" y="203"/>
                  <a:pt x="48" y="203"/>
                </a:cubicBezTo>
                <a:lnTo>
                  <a:pt x="22" y="203"/>
                </a:lnTo>
                <a:close/>
                <a:moveTo>
                  <a:pt x="87" y="203"/>
                </a:moveTo>
                <a:cubicBezTo>
                  <a:pt x="87" y="131"/>
                  <a:pt x="87" y="131"/>
                  <a:pt x="87" y="131"/>
                </a:cubicBezTo>
                <a:cubicBezTo>
                  <a:pt x="87" y="130"/>
                  <a:pt x="88" y="128"/>
                  <a:pt x="90" y="128"/>
                </a:cubicBezTo>
                <a:cubicBezTo>
                  <a:pt x="110" y="128"/>
                  <a:pt x="110" y="128"/>
                  <a:pt x="110" y="128"/>
                </a:cubicBezTo>
                <a:cubicBezTo>
                  <a:pt x="112" y="128"/>
                  <a:pt x="113" y="130"/>
                  <a:pt x="113" y="131"/>
                </a:cubicBezTo>
                <a:cubicBezTo>
                  <a:pt x="113" y="203"/>
                  <a:pt x="113" y="203"/>
                  <a:pt x="113" y="203"/>
                </a:cubicBezTo>
                <a:lnTo>
                  <a:pt x="87" y="203"/>
                </a:lnTo>
                <a:close/>
                <a:moveTo>
                  <a:pt x="152" y="203"/>
                </a:moveTo>
                <a:cubicBezTo>
                  <a:pt x="152" y="72"/>
                  <a:pt x="152" y="72"/>
                  <a:pt x="152" y="72"/>
                </a:cubicBezTo>
                <a:cubicBezTo>
                  <a:pt x="152" y="70"/>
                  <a:pt x="154" y="69"/>
                  <a:pt x="155" y="69"/>
                </a:cubicBezTo>
                <a:cubicBezTo>
                  <a:pt x="175" y="69"/>
                  <a:pt x="175" y="69"/>
                  <a:pt x="175" y="69"/>
                </a:cubicBezTo>
                <a:cubicBezTo>
                  <a:pt x="177" y="69"/>
                  <a:pt x="178" y="70"/>
                  <a:pt x="178" y="72"/>
                </a:cubicBezTo>
                <a:cubicBezTo>
                  <a:pt x="178" y="203"/>
                  <a:pt x="178" y="203"/>
                  <a:pt x="178" y="203"/>
                </a:cubicBezTo>
                <a:lnTo>
                  <a:pt x="152" y="203"/>
                </a:lnTo>
                <a:close/>
                <a:moveTo>
                  <a:pt x="36" y="114"/>
                </a:moveTo>
                <a:cubicBezTo>
                  <a:pt x="35" y="112"/>
                  <a:pt x="35" y="109"/>
                  <a:pt x="36" y="108"/>
                </a:cubicBezTo>
                <a:cubicBezTo>
                  <a:pt x="110" y="34"/>
                  <a:pt x="110" y="34"/>
                  <a:pt x="110" y="34"/>
                </a:cubicBezTo>
                <a:cubicBezTo>
                  <a:pt x="111" y="33"/>
                  <a:pt x="112" y="32"/>
                  <a:pt x="113" y="32"/>
                </a:cubicBezTo>
                <a:cubicBezTo>
                  <a:pt x="114" y="32"/>
                  <a:pt x="116" y="33"/>
                  <a:pt x="116" y="34"/>
                </a:cubicBezTo>
                <a:cubicBezTo>
                  <a:pt x="132" y="49"/>
                  <a:pt x="132" y="49"/>
                  <a:pt x="132" y="49"/>
                </a:cubicBezTo>
                <a:cubicBezTo>
                  <a:pt x="172" y="8"/>
                  <a:pt x="172" y="8"/>
                  <a:pt x="172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5" y="8"/>
                  <a:pt x="153" y="6"/>
                  <a:pt x="153" y="4"/>
                </a:cubicBezTo>
                <a:cubicBezTo>
                  <a:pt x="153" y="2"/>
                  <a:pt x="155" y="0"/>
                  <a:pt x="157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3" y="0"/>
                  <a:pt x="184" y="0"/>
                  <a:pt x="185" y="1"/>
                </a:cubicBezTo>
                <a:cubicBezTo>
                  <a:pt x="186" y="2"/>
                  <a:pt x="187" y="3"/>
                  <a:pt x="187" y="4"/>
                </a:cubicBezTo>
                <a:cubicBezTo>
                  <a:pt x="187" y="4"/>
                  <a:pt x="187" y="5"/>
                  <a:pt x="187" y="5"/>
                </a:cubicBezTo>
                <a:cubicBezTo>
                  <a:pt x="187" y="28"/>
                  <a:pt x="187" y="28"/>
                  <a:pt x="187" y="28"/>
                </a:cubicBezTo>
                <a:cubicBezTo>
                  <a:pt x="187" y="30"/>
                  <a:pt x="185" y="32"/>
                  <a:pt x="182" y="32"/>
                </a:cubicBezTo>
                <a:cubicBezTo>
                  <a:pt x="180" y="32"/>
                  <a:pt x="178" y="30"/>
                  <a:pt x="178" y="28"/>
                </a:cubicBezTo>
                <a:cubicBezTo>
                  <a:pt x="178" y="14"/>
                  <a:pt x="178" y="14"/>
                  <a:pt x="178" y="14"/>
                </a:cubicBezTo>
                <a:cubicBezTo>
                  <a:pt x="135" y="58"/>
                  <a:pt x="135" y="58"/>
                  <a:pt x="135" y="58"/>
                </a:cubicBezTo>
                <a:cubicBezTo>
                  <a:pt x="133" y="59"/>
                  <a:pt x="130" y="59"/>
                  <a:pt x="129" y="58"/>
                </a:cubicBezTo>
                <a:cubicBezTo>
                  <a:pt x="113" y="42"/>
                  <a:pt x="113" y="42"/>
                  <a:pt x="113" y="42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1" y="115"/>
                  <a:pt x="40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25" y="121"/>
                </a:moveTo>
                <a:cubicBezTo>
                  <a:pt x="28" y="121"/>
                  <a:pt x="29" y="123"/>
                  <a:pt x="29" y="125"/>
                </a:cubicBezTo>
                <a:cubicBezTo>
                  <a:pt x="29" y="127"/>
                  <a:pt x="28" y="129"/>
                  <a:pt x="25" y="129"/>
                </a:cubicBezTo>
                <a:cubicBezTo>
                  <a:pt x="23" y="129"/>
                  <a:pt x="21" y="127"/>
                  <a:pt x="21" y="125"/>
                </a:cubicBezTo>
                <a:cubicBezTo>
                  <a:pt x="21" y="123"/>
                  <a:pt x="23" y="121"/>
                  <a:pt x="25" y="12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Freeform 45">
            <a:extLst>
              <a:ext uri="{FF2B5EF4-FFF2-40B4-BE49-F238E27FC236}">
                <a16:creationId xmlns:a16="http://schemas.microsoft.com/office/drawing/2014/main" id="{3698A1D7-C102-59CC-1E80-1C317396CC0C}"/>
              </a:ext>
            </a:extLst>
          </p:cNvPr>
          <p:cNvSpPr>
            <a:spLocks noEditPoints="1"/>
          </p:cNvSpPr>
          <p:nvPr/>
        </p:nvSpPr>
        <p:spPr bwMode="auto">
          <a:xfrm>
            <a:off x="4456896" y="5799840"/>
            <a:ext cx="310325" cy="325712"/>
          </a:xfrm>
          <a:custGeom>
            <a:avLst/>
            <a:gdLst>
              <a:gd name="T0" fmla="*/ 580 w 1951"/>
              <a:gd name="T1" fmla="*/ 1024 h 2048"/>
              <a:gd name="T2" fmla="*/ 780 w 1951"/>
              <a:gd name="T3" fmla="*/ 665 h 2048"/>
              <a:gd name="T4" fmla="*/ 1608 w 1951"/>
              <a:gd name="T5" fmla="*/ 990 h 2048"/>
              <a:gd name="T6" fmla="*/ 1249 w 1951"/>
              <a:gd name="T7" fmla="*/ 683 h 2048"/>
              <a:gd name="T8" fmla="*/ 1707 w 1951"/>
              <a:gd name="T9" fmla="*/ 649 h 2048"/>
              <a:gd name="T10" fmla="*/ 1263 w 1951"/>
              <a:gd name="T11" fmla="*/ 614 h 2048"/>
              <a:gd name="T12" fmla="*/ 1539 w 1951"/>
              <a:gd name="T13" fmla="*/ 273 h 2048"/>
              <a:gd name="T14" fmla="*/ 1724 w 1951"/>
              <a:gd name="T15" fmla="*/ 69 h 2048"/>
              <a:gd name="T16" fmla="*/ 1331 w 1951"/>
              <a:gd name="T17" fmla="*/ 225 h 2048"/>
              <a:gd name="T18" fmla="*/ 1229 w 1951"/>
              <a:gd name="T19" fmla="*/ 68 h 2048"/>
              <a:gd name="T20" fmla="*/ 819 w 1951"/>
              <a:gd name="T21" fmla="*/ 68 h 2048"/>
              <a:gd name="T22" fmla="*/ 493 w 1951"/>
              <a:gd name="T23" fmla="*/ 204 h 2048"/>
              <a:gd name="T24" fmla="*/ 396 w 1951"/>
              <a:gd name="T25" fmla="*/ 204 h 2048"/>
              <a:gd name="T26" fmla="*/ 204 w 1951"/>
              <a:gd name="T27" fmla="*/ 493 h 2048"/>
              <a:gd name="T28" fmla="*/ 68 w 1951"/>
              <a:gd name="T29" fmla="*/ 819 h 2048"/>
              <a:gd name="T30" fmla="*/ 68 w 1951"/>
              <a:gd name="T31" fmla="*/ 1229 h 2048"/>
              <a:gd name="T32" fmla="*/ 204 w 1951"/>
              <a:gd name="T33" fmla="*/ 1555 h 2048"/>
              <a:gd name="T34" fmla="*/ 396 w 1951"/>
              <a:gd name="T35" fmla="*/ 1844 h 2048"/>
              <a:gd name="T36" fmla="*/ 493 w 1951"/>
              <a:gd name="T37" fmla="*/ 1844 h 2048"/>
              <a:gd name="T38" fmla="*/ 819 w 1951"/>
              <a:gd name="T39" fmla="*/ 1980 h 2048"/>
              <a:gd name="T40" fmla="*/ 1229 w 1951"/>
              <a:gd name="T41" fmla="*/ 1980 h 2048"/>
              <a:gd name="T42" fmla="*/ 1331 w 1951"/>
              <a:gd name="T43" fmla="*/ 1823 h 2048"/>
              <a:gd name="T44" fmla="*/ 1724 w 1951"/>
              <a:gd name="T45" fmla="*/ 1979 h 2048"/>
              <a:gd name="T46" fmla="*/ 1539 w 1951"/>
              <a:gd name="T47" fmla="*/ 1775 h 2048"/>
              <a:gd name="T48" fmla="*/ 1263 w 1951"/>
              <a:gd name="T49" fmla="*/ 1434 h 2048"/>
              <a:gd name="T50" fmla="*/ 1707 w 1951"/>
              <a:gd name="T51" fmla="*/ 1399 h 2048"/>
              <a:gd name="T52" fmla="*/ 1249 w 1951"/>
              <a:gd name="T53" fmla="*/ 1365 h 2048"/>
              <a:gd name="T54" fmla="*/ 1608 w 1951"/>
              <a:gd name="T55" fmla="*/ 1058 h 2048"/>
              <a:gd name="T56" fmla="*/ 1775 w 1951"/>
              <a:gd name="T57" fmla="*/ 853 h 2048"/>
              <a:gd name="T58" fmla="*/ 1707 w 1951"/>
              <a:gd name="T59" fmla="*/ 341 h 2048"/>
              <a:gd name="T60" fmla="*/ 1707 w 1951"/>
              <a:gd name="T61" fmla="*/ 1707 h 2048"/>
              <a:gd name="T62" fmla="*/ 1604 w 1951"/>
              <a:gd name="T63" fmla="*/ 1809 h 2048"/>
              <a:gd name="T64" fmla="*/ 922 w 1951"/>
              <a:gd name="T65" fmla="*/ 1024 h 2048"/>
              <a:gd name="T66" fmla="*/ 1024 w 1951"/>
              <a:gd name="T67" fmla="*/ 1126 h 2048"/>
              <a:gd name="T68" fmla="*/ 1536 w 1951"/>
              <a:gd name="T69" fmla="*/ 751 h 2048"/>
              <a:gd name="T70" fmla="*/ 1187 w 1951"/>
              <a:gd name="T71" fmla="*/ 1757 h 2048"/>
              <a:gd name="T72" fmla="*/ 887 w 1951"/>
              <a:gd name="T73" fmla="*/ 1980 h 2048"/>
              <a:gd name="T74" fmla="*/ 621 w 1951"/>
              <a:gd name="T75" fmla="*/ 1658 h 2048"/>
              <a:gd name="T76" fmla="*/ 252 w 1951"/>
              <a:gd name="T77" fmla="*/ 1603 h 2048"/>
              <a:gd name="T78" fmla="*/ 291 w 1951"/>
              <a:gd name="T79" fmla="*/ 1187 h 2048"/>
              <a:gd name="T80" fmla="*/ 68 w 1951"/>
              <a:gd name="T81" fmla="*/ 887 h 2048"/>
              <a:gd name="T82" fmla="*/ 390 w 1951"/>
              <a:gd name="T83" fmla="*/ 621 h 2048"/>
              <a:gd name="T84" fmla="*/ 445 w 1951"/>
              <a:gd name="T85" fmla="*/ 252 h 2048"/>
              <a:gd name="T86" fmla="*/ 861 w 1951"/>
              <a:gd name="T87" fmla="*/ 291 h 2048"/>
              <a:gd name="T88" fmla="*/ 1161 w 1951"/>
              <a:gd name="T89" fmla="*/ 68 h 2048"/>
              <a:gd name="T90" fmla="*/ 1248 w 1951"/>
              <a:gd name="T91" fmla="*/ 308 h 2048"/>
              <a:gd name="T92" fmla="*/ 1195 w 1951"/>
              <a:gd name="T93" fmla="*/ 434 h 2048"/>
              <a:gd name="T94" fmla="*/ 1195 w 1951"/>
              <a:gd name="T95" fmla="*/ 1614 h 2048"/>
              <a:gd name="T96" fmla="*/ 1248 w 1951"/>
              <a:gd name="T97" fmla="*/ 1740 h 2048"/>
              <a:gd name="T98" fmla="*/ 1638 w 1951"/>
              <a:gd name="T99" fmla="*/ 1399 h 2048"/>
              <a:gd name="T100" fmla="*/ 1536 w 1951"/>
              <a:gd name="T101" fmla="*/ 1297 h 2048"/>
              <a:gd name="T102" fmla="*/ 582 w 1951"/>
              <a:gd name="T103" fmla="*/ 1346 h 2048"/>
              <a:gd name="T104" fmla="*/ 1195 w 1951"/>
              <a:gd name="T105" fmla="*/ 640 h 2048"/>
              <a:gd name="T106" fmla="*/ 853 w 1951"/>
              <a:gd name="T107" fmla="*/ 1024 h 2048"/>
              <a:gd name="T108" fmla="*/ 1195 w 1951"/>
              <a:gd name="T109" fmla="*/ 1408 h 2048"/>
              <a:gd name="T110" fmla="*/ 1775 w 1951"/>
              <a:gd name="T111" fmla="*/ 922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51" h="2048">
                <a:moveTo>
                  <a:pt x="733" y="653"/>
                </a:moveTo>
                <a:cubicBezTo>
                  <a:pt x="619" y="727"/>
                  <a:pt x="549" y="854"/>
                  <a:pt x="546" y="990"/>
                </a:cubicBezTo>
                <a:cubicBezTo>
                  <a:pt x="546" y="1009"/>
                  <a:pt x="561" y="1024"/>
                  <a:pt x="580" y="1024"/>
                </a:cubicBezTo>
                <a:cubicBezTo>
                  <a:pt x="599" y="1024"/>
                  <a:pt x="614" y="1009"/>
                  <a:pt x="614" y="990"/>
                </a:cubicBezTo>
                <a:cubicBezTo>
                  <a:pt x="617" y="877"/>
                  <a:pt x="674" y="773"/>
                  <a:pt x="769" y="712"/>
                </a:cubicBezTo>
                <a:cubicBezTo>
                  <a:pt x="784" y="702"/>
                  <a:pt x="789" y="681"/>
                  <a:pt x="780" y="665"/>
                </a:cubicBezTo>
                <a:cubicBezTo>
                  <a:pt x="770" y="649"/>
                  <a:pt x="749" y="644"/>
                  <a:pt x="733" y="653"/>
                </a:cubicBezTo>
                <a:close/>
                <a:moveTo>
                  <a:pt x="1775" y="853"/>
                </a:moveTo>
                <a:cubicBezTo>
                  <a:pt x="1694" y="853"/>
                  <a:pt x="1624" y="910"/>
                  <a:pt x="1608" y="990"/>
                </a:cubicBezTo>
                <a:cubicBezTo>
                  <a:pt x="1191" y="990"/>
                  <a:pt x="1191" y="990"/>
                  <a:pt x="1191" y="990"/>
                </a:cubicBezTo>
                <a:cubicBezTo>
                  <a:pt x="1183" y="952"/>
                  <a:pt x="1163" y="919"/>
                  <a:pt x="1134" y="894"/>
                </a:cubicBezTo>
                <a:cubicBezTo>
                  <a:pt x="1249" y="683"/>
                  <a:pt x="1249" y="683"/>
                  <a:pt x="1249" y="683"/>
                </a:cubicBezTo>
                <a:cubicBezTo>
                  <a:pt x="1369" y="683"/>
                  <a:pt x="1369" y="683"/>
                  <a:pt x="1369" y="683"/>
                </a:cubicBezTo>
                <a:cubicBezTo>
                  <a:pt x="1386" y="769"/>
                  <a:pt x="1466" y="827"/>
                  <a:pt x="1553" y="818"/>
                </a:cubicBezTo>
                <a:cubicBezTo>
                  <a:pt x="1640" y="810"/>
                  <a:pt x="1707" y="736"/>
                  <a:pt x="1707" y="649"/>
                </a:cubicBezTo>
                <a:cubicBezTo>
                  <a:pt x="1707" y="561"/>
                  <a:pt x="1640" y="488"/>
                  <a:pt x="1553" y="479"/>
                </a:cubicBezTo>
                <a:cubicBezTo>
                  <a:pt x="1466" y="470"/>
                  <a:pt x="1386" y="529"/>
                  <a:pt x="1369" y="614"/>
                </a:cubicBezTo>
                <a:cubicBezTo>
                  <a:pt x="1263" y="614"/>
                  <a:pt x="1263" y="614"/>
                  <a:pt x="1263" y="614"/>
                </a:cubicBezTo>
                <a:cubicBezTo>
                  <a:pt x="1263" y="390"/>
                  <a:pt x="1263" y="390"/>
                  <a:pt x="1263" y="390"/>
                </a:cubicBezTo>
                <a:cubicBezTo>
                  <a:pt x="1379" y="273"/>
                  <a:pt x="1379" y="273"/>
                  <a:pt x="1379" y="273"/>
                </a:cubicBezTo>
                <a:cubicBezTo>
                  <a:pt x="1539" y="273"/>
                  <a:pt x="1539" y="273"/>
                  <a:pt x="1539" y="273"/>
                </a:cubicBezTo>
                <a:cubicBezTo>
                  <a:pt x="1557" y="359"/>
                  <a:pt x="1637" y="418"/>
                  <a:pt x="1724" y="409"/>
                </a:cubicBezTo>
                <a:cubicBezTo>
                  <a:pt x="1811" y="400"/>
                  <a:pt x="1877" y="327"/>
                  <a:pt x="1877" y="239"/>
                </a:cubicBezTo>
                <a:cubicBezTo>
                  <a:pt x="1877" y="151"/>
                  <a:pt x="1811" y="78"/>
                  <a:pt x="1724" y="69"/>
                </a:cubicBezTo>
                <a:cubicBezTo>
                  <a:pt x="1637" y="60"/>
                  <a:pt x="1557" y="119"/>
                  <a:pt x="1539" y="205"/>
                </a:cubicBezTo>
                <a:cubicBezTo>
                  <a:pt x="1379" y="205"/>
                  <a:pt x="1379" y="205"/>
                  <a:pt x="1379" y="205"/>
                </a:cubicBezTo>
                <a:cubicBezTo>
                  <a:pt x="1361" y="205"/>
                  <a:pt x="1344" y="212"/>
                  <a:pt x="1331" y="225"/>
                </a:cubicBezTo>
                <a:cubicBezTo>
                  <a:pt x="1302" y="254"/>
                  <a:pt x="1302" y="254"/>
                  <a:pt x="1302" y="254"/>
                </a:cubicBezTo>
                <a:cubicBezTo>
                  <a:pt x="1278" y="245"/>
                  <a:pt x="1254" y="238"/>
                  <a:pt x="1229" y="231"/>
                </a:cubicBezTo>
                <a:cubicBezTo>
                  <a:pt x="1229" y="68"/>
                  <a:pt x="1229" y="68"/>
                  <a:pt x="1229" y="68"/>
                </a:cubicBezTo>
                <a:cubicBezTo>
                  <a:pt x="1229" y="31"/>
                  <a:pt x="1198" y="0"/>
                  <a:pt x="1161" y="0"/>
                </a:cubicBezTo>
                <a:cubicBezTo>
                  <a:pt x="887" y="0"/>
                  <a:pt x="887" y="0"/>
                  <a:pt x="887" y="0"/>
                </a:cubicBezTo>
                <a:cubicBezTo>
                  <a:pt x="850" y="0"/>
                  <a:pt x="819" y="31"/>
                  <a:pt x="819" y="68"/>
                </a:cubicBezTo>
                <a:cubicBezTo>
                  <a:pt x="819" y="231"/>
                  <a:pt x="819" y="231"/>
                  <a:pt x="819" y="231"/>
                </a:cubicBezTo>
                <a:cubicBezTo>
                  <a:pt x="745" y="250"/>
                  <a:pt x="674" y="279"/>
                  <a:pt x="608" y="318"/>
                </a:cubicBezTo>
                <a:cubicBezTo>
                  <a:pt x="493" y="204"/>
                  <a:pt x="493" y="204"/>
                  <a:pt x="493" y="204"/>
                </a:cubicBezTo>
                <a:cubicBezTo>
                  <a:pt x="481" y="191"/>
                  <a:pt x="463" y="183"/>
                  <a:pt x="445" y="183"/>
                </a:cubicBezTo>
                <a:cubicBezTo>
                  <a:pt x="445" y="183"/>
                  <a:pt x="445" y="183"/>
                  <a:pt x="445" y="183"/>
                </a:cubicBezTo>
                <a:cubicBezTo>
                  <a:pt x="427" y="183"/>
                  <a:pt x="409" y="191"/>
                  <a:pt x="396" y="204"/>
                </a:cubicBezTo>
                <a:cubicBezTo>
                  <a:pt x="204" y="396"/>
                  <a:pt x="204" y="396"/>
                  <a:pt x="204" y="396"/>
                </a:cubicBezTo>
                <a:cubicBezTo>
                  <a:pt x="191" y="409"/>
                  <a:pt x="183" y="426"/>
                  <a:pt x="183" y="445"/>
                </a:cubicBezTo>
                <a:cubicBezTo>
                  <a:pt x="183" y="463"/>
                  <a:pt x="191" y="480"/>
                  <a:pt x="204" y="493"/>
                </a:cubicBezTo>
                <a:cubicBezTo>
                  <a:pt x="318" y="608"/>
                  <a:pt x="318" y="608"/>
                  <a:pt x="318" y="608"/>
                </a:cubicBezTo>
                <a:cubicBezTo>
                  <a:pt x="279" y="674"/>
                  <a:pt x="250" y="745"/>
                  <a:pt x="231" y="819"/>
                </a:cubicBezTo>
                <a:cubicBezTo>
                  <a:pt x="68" y="819"/>
                  <a:pt x="68" y="819"/>
                  <a:pt x="68" y="819"/>
                </a:cubicBezTo>
                <a:cubicBezTo>
                  <a:pt x="31" y="819"/>
                  <a:pt x="0" y="850"/>
                  <a:pt x="0" y="887"/>
                </a:cubicBezTo>
                <a:cubicBezTo>
                  <a:pt x="0" y="1161"/>
                  <a:pt x="0" y="1161"/>
                  <a:pt x="0" y="1161"/>
                </a:cubicBezTo>
                <a:cubicBezTo>
                  <a:pt x="0" y="1198"/>
                  <a:pt x="31" y="1229"/>
                  <a:pt x="68" y="1229"/>
                </a:cubicBezTo>
                <a:cubicBezTo>
                  <a:pt x="231" y="1229"/>
                  <a:pt x="231" y="1229"/>
                  <a:pt x="231" y="1229"/>
                </a:cubicBezTo>
                <a:cubicBezTo>
                  <a:pt x="250" y="1303"/>
                  <a:pt x="279" y="1374"/>
                  <a:pt x="318" y="1440"/>
                </a:cubicBezTo>
                <a:cubicBezTo>
                  <a:pt x="204" y="1555"/>
                  <a:pt x="204" y="1555"/>
                  <a:pt x="204" y="1555"/>
                </a:cubicBezTo>
                <a:cubicBezTo>
                  <a:pt x="191" y="1567"/>
                  <a:pt x="183" y="1585"/>
                  <a:pt x="183" y="1603"/>
                </a:cubicBezTo>
                <a:cubicBezTo>
                  <a:pt x="183" y="1621"/>
                  <a:pt x="191" y="1639"/>
                  <a:pt x="204" y="1652"/>
                </a:cubicBezTo>
                <a:cubicBezTo>
                  <a:pt x="396" y="1844"/>
                  <a:pt x="396" y="1844"/>
                  <a:pt x="396" y="1844"/>
                </a:cubicBezTo>
                <a:cubicBezTo>
                  <a:pt x="409" y="1857"/>
                  <a:pt x="426" y="1865"/>
                  <a:pt x="445" y="1865"/>
                </a:cubicBezTo>
                <a:cubicBezTo>
                  <a:pt x="445" y="1865"/>
                  <a:pt x="445" y="1865"/>
                  <a:pt x="445" y="1865"/>
                </a:cubicBezTo>
                <a:cubicBezTo>
                  <a:pt x="463" y="1865"/>
                  <a:pt x="480" y="1857"/>
                  <a:pt x="493" y="1844"/>
                </a:cubicBezTo>
                <a:cubicBezTo>
                  <a:pt x="608" y="1730"/>
                  <a:pt x="608" y="1730"/>
                  <a:pt x="608" y="1730"/>
                </a:cubicBezTo>
                <a:cubicBezTo>
                  <a:pt x="674" y="1769"/>
                  <a:pt x="745" y="1798"/>
                  <a:pt x="819" y="1817"/>
                </a:cubicBezTo>
                <a:cubicBezTo>
                  <a:pt x="819" y="1980"/>
                  <a:pt x="819" y="1980"/>
                  <a:pt x="819" y="1980"/>
                </a:cubicBezTo>
                <a:cubicBezTo>
                  <a:pt x="819" y="2017"/>
                  <a:pt x="850" y="2048"/>
                  <a:pt x="887" y="2048"/>
                </a:cubicBezTo>
                <a:cubicBezTo>
                  <a:pt x="1161" y="2048"/>
                  <a:pt x="1161" y="2048"/>
                  <a:pt x="1161" y="2048"/>
                </a:cubicBezTo>
                <a:cubicBezTo>
                  <a:pt x="1198" y="2048"/>
                  <a:pt x="1229" y="2017"/>
                  <a:pt x="1229" y="1980"/>
                </a:cubicBezTo>
                <a:cubicBezTo>
                  <a:pt x="1229" y="1817"/>
                  <a:pt x="1229" y="1817"/>
                  <a:pt x="1229" y="1817"/>
                </a:cubicBezTo>
                <a:cubicBezTo>
                  <a:pt x="1254" y="1810"/>
                  <a:pt x="1278" y="1803"/>
                  <a:pt x="1302" y="1794"/>
                </a:cubicBezTo>
                <a:cubicBezTo>
                  <a:pt x="1331" y="1823"/>
                  <a:pt x="1331" y="1823"/>
                  <a:pt x="1331" y="1823"/>
                </a:cubicBezTo>
                <a:cubicBezTo>
                  <a:pt x="1344" y="1836"/>
                  <a:pt x="1361" y="1843"/>
                  <a:pt x="1379" y="1843"/>
                </a:cubicBezTo>
                <a:cubicBezTo>
                  <a:pt x="1539" y="1843"/>
                  <a:pt x="1539" y="1843"/>
                  <a:pt x="1539" y="1843"/>
                </a:cubicBezTo>
                <a:cubicBezTo>
                  <a:pt x="1557" y="1929"/>
                  <a:pt x="1637" y="1988"/>
                  <a:pt x="1724" y="1979"/>
                </a:cubicBezTo>
                <a:cubicBezTo>
                  <a:pt x="1811" y="1970"/>
                  <a:pt x="1877" y="1897"/>
                  <a:pt x="1877" y="1809"/>
                </a:cubicBezTo>
                <a:cubicBezTo>
                  <a:pt x="1877" y="1721"/>
                  <a:pt x="1811" y="1648"/>
                  <a:pt x="1724" y="1639"/>
                </a:cubicBezTo>
                <a:cubicBezTo>
                  <a:pt x="1637" y="1630"/>
                  <a:pt x="1557" y="1689"/>
                  <a:pt x="1539" y="1775"/>
                </a:cubicBezTo>
                <a:cubicBezTo>
                  <a:pt x="1379" y="1775"/>
                  <a:pt x="1379" y="1775"/>
                  <a:pt x="1379" y="1775"/>
                </a:cubicBezTo>
                <a:cubicBezTo>
                  <a:pt x="1263" y="1658"/>
                  <a:pt x="1263" y="1658"/>
                  <a:pt x="1263" y="1658"/>
                </a:cubicBezTo>
                <a:cubicBezTo>
                  <a:pt x="1263" y="1434"/>
                  <a:pt x="1263" y="1434"/>
                  <a:pt x="1263" y="1434"/>
                </a:cubicBezTo>
                <a:cubicBezTo>
                  <a:pt x="1369" y="1434"/>
                  <a:pt x="1369" y="1434"/>
                  <a:pt x="1369" y="1434"/>
                </a:cubicBezTo>
                <a:cubicBezTo>
                  <a:pt x="1386" y="1519"/>
                  <a:pt x="1466" y="1578"/>
                  <a:pt x="1553" y="1569"/>
                </a:cubicBezTo>
                <a:cubicBezTo>
                  <a:pt x="1640" y="1560"/>
                  <a:pt x="1707" y="1487"/>
                  <a:pt x="1707" y="1399"/>
                </a:cubicBezTo>
                <a:cubicBezTo>
                  <a:pt x="1707" y="1312"/>
                  <a:pt x="1640" y="1238"/>
                  <a:pt x="1553" y="1230"/>
                </a:cubicBezTo>
                <a:cubicBezTo>
                  <a:pt x="1466" y="1221"/>
                  <a:pt x="1386" y="1279"/>
                  <a:pt x="1369" y="1365"/>
                </a:cubicBezTo>
                <a:cubicBezTo>
                  <a:pt x="1249" y="1365"/>
                  <a:pt x="1249" y="1365"/>
                  <a:pt x="1249" y="1365"/>
                </a:cubicBezTo>
                <a:cubicBezTo>
                  <a:pt x="1134" y="1154"/>
                  <a:pt x="1134" y="1154"/>
                  <a:pt x="1134" y="1154"/>
                </a:cubicBezTo>
                <a:cubicBezTo>
                  <a:pt x="1163" y="1129"/>
                  <a:pt x="1183" y="1096"/>
                  <a:pt x="1191" y="1058"/>
                </a:cubicBezTo>
                <a:cubicBezTo>
                  <a:pt x="1608" y="1058"/>
                  <a:pt x="1608" y="1058"/>
                  <a:pt x="1608" y="1058"/>
                </a:cubicBezTo>
                <a:cubicBezTo>
                  <a:pt x="1626" y="1146"/>
                  <a:pt x="1709" y="1205"/>
                  <a:pt x="1798" y="1193"/>
                </a:cubicBezTo>
                <a:cubicBezTo>
                  <a:pt x="1887" y="1181"/>
                  <a:pt x="1951" y="1102"/>
                  <a:pt x="1945" y="1013"/>
                </a:cubicBezTo>
                <a:cubicBezTo>
                  <a:pt x="1939" y="923"/>
                  <a:pt x="1865" y="853"/>
                  <a:pt x="1775" y="853"/>
                </a:cubicBezTo>
                <a:close/>
                <a:moveTo>
                  <a:pt x="1707" y="137"/>
                </a:moveTo>
                <a:cubicBezTo>
                  <a:pt x="1763" y="137"/>
                  <a:pt x="1809" y="182"/>
                  <a:pt x="1809" y="239"/>
                </a:cubicBezTo>
                <a:cubicBezTo>
                  <a:pt x="1809" y="295"/>
                  <a:pt x="1763" y="341"/>
                  <a:pt x="1707" y="341"/>
                </a:cubicBezTo>
                <a:cubicBezTo>
                  <a:pt x="1650" y="341"/>
                  <a:pt x="1604" y="295"/>
                  <a:pt x="1604" y="239"/>
                </a:cubicBezTo>
                <a:cubicBezTo>
                  <a:pt x="1604" y="182"/>
                  <a:pt x="1650" y="137"/>
                  <a:pt x="1707" y="137"/>
                </a:cubicBezTo>
                <a:close/>
                <a:moveTo>
                  <a:pt x="1707" y="1707"/>
                </a:moveTo>
                <a:cubicBezTo>
                  <a:pt x="1763" y="1707"/>
                  <a:pt x="1809" y="1753"/>
                  <a:pt x="1809" y="1809"/>
                </a:cubicBezTo>
                <a:cubicBezTo>
                  <a:pt x="1809" y="1866"/>
                  <a:pt x="1763" y="1911"/>
                  <a:pt x="1707" y="1911"/>
                </a:cubicBezTo>
                <a:cubicBezTo>
                  <a:pt x="1650" y="1911"/>
                  <a:pt x="1604" y="1866"/>
                  <a:pt x="1604" y="1809"/>
                </a:cubicBezTo>
                <a:cubicBezTo>
                  <a:pt x="1604" y="1753"/>
                  <a:pt x="1650" y="1707"/>
                  <a:pt x="1707" y="1707"/>
                </a:cubicBezTo>
                <a:close/>
                <a:moveTo>
                  <a:pt x="1024" y="1126"/>
                </a:moveTo>
                <a:cubicBezTo>
                  <a:pt x="967" y="1126"/>
                  <a:pt x="922" y="1081"/>
                  <a:pt x="922" y="1024"/>
                </a:cubicBezTo>
                <a:cubicBezTo>
                  <a:pt x="922" y="967"/>
                  <a:pt x="967" y="922"/>
                  <a:pt x="1024" y="922"/>
                </a:cubicBezTo>
                <a:cubicBezTo>
                  <a:pt x="1081" y="922"/>
                  <a:pt x="1126" y="967"/>
                  <a:pt x="1126" y="1024"/>
                </a:cubicBezTo>
                <a:cubicBezTo>
                  <a:pt x="1126" y="1081"/>
                  <a:pt x="1081" y="1126"/>
                  <a:pt x="1024" y="1126"/>
                </a:cubicBezTo>
                <a:close/>
                <a:moveTo>
                  <a:pt x="1536" y="546"/>
                </a:moveTo>
                <a:cubicBezTo>
                  <a:pt x="1593" y="546"/>
                  <a:pt x="1638" y="592"/>
                  <a:pt x="1638" y="649"/>
                </a:cubicBezTo>
                <a:cubicBezTo>
                  <a:pt x="1638" y="705"/>
                  <a:pt x="1593" y="751"/>
                  <a:pt x="1536" y="751"/>
                </a:cubicBezTo>
                <a:cubicBezTo>
                  <a:pt x="1479" y="751"/>
                  <a:pt x="1434" y="705"/>
                  <a:pt x="1434" y="649"/>
                </a:cubicBezTo>
                <a:cubicBezTo>
                  <a:pt x="1434" y="592"/>
                  <a:pt x="1479" y="546"/>
                  <a:pt x="1536" y="546"/>
                </a:cubicBezTo>
                <a:close/>
                <a:moveTo>
                  <a:pt x="1187" y="1757"/>
                </a:moveTo>
                <a:cubicBezTo>
                  <a:pt x="1172" y="1760"/>
                  <a:pt x="1161" y="1774"/>
                  <a:pt x="1161" y="1790"/>
                </a:cubicBezTo>
                <a:cubicBezTo>
                  <a:pt x="1161" y="1980"/>
                  <a:pt x="1161" y="1980"/>
                  <a:pt x="1161" y="1980"/>
                </a:cubicBezTo>
                <a:cubicBezTo>
                  <a:pt x="887" y="1980"/>
                  <a:pt x="887" y="1980"/>
                  <a:pt x="887" y="1980"/>
                </a:cubicBezTo>
                <a:cubicBezTo>
                  <a:pt x="887" y="1790"/>
                  <a:pt x="887" y="1790"/>
                  <a:pt x="887" y="1790"/>
                </a:cubicBezTo>
                <a:cubicBezTo>
                  <a:pt x="887" y="1774"/>
                  <a:pt x="876" y="1760"/>
                  <a:pt x="861" y="1757"/>
                </a:cubicBezTo>
                <a:cubicBezTo>
                  <a:pt x="776" y="1738"/>
                  <a:pt x="695" y="1704"/>
                  <a:pt x="621" y="1658"/>
                </a:cubicBezTo>
                <a:cubicBezTo>
                  <a:pt x="608" y="1649"/>
                  <a:pt x="590" y="1651"/>
                  <a:pt x="579" y="1662"/>
                </a:cubicBezTo>
                <a:cubicBezTo>
                  <a:pt x="445" y="1796"/>
                  <a:pt x="445" y="1796"/>
                  <a:pt x="445" y="1796"/>
                </a:cubicBezTo>
                <a:cubicBezTo>
                  <a:pt x="252" y="1603"/>
                  <a:pt x="252" y="1603"/>
                  <a:pt x="252" y="1603"/>
                </a:cubicBezTo>
                <a:cubicBezTo>
                  <a:pt x="386" y="1469"/>
                  <a:pt x="386" y="1469"/>
                  <a:pt x="386" y="1469"/>
                </a:cubicBezTo>
                <a:cubicBezTo>
                  <a:pt x="397" y="1458"/>
                  <a:pt x="399" y="1440"/>
                  <a:pt x="390" y="1427"/>
                </a:cubicBezTo>
                <a:cubicBezTo>
                  <a:pt x="344" y="1353"/>
                  <a:pt x="310" y="1272"/>
                  <a:pt x="291" y="1187"/>
                </a:cubicBezTo>
                <a:cubicBezTo>
                  <a:pt x="288" y="1172"/>
                  <a:pt x="274" y="1161"/>
                  <a:pt x="258" y="1161"/>
                </a:cubicBezTo>
                <a:cubicBezTo>
                  <a:pt x="68" y="1161"/>
                  <a:pt x="68" y="1161"/>
                  <a:pt x="68" y="1161"/>
                </a:cubicBezTo>
                <a:cubicBezTo>
                  <a:pt x="68" y="887"/>
                  <a:pt x="68" y="887"/>
                  <a:pt x="68" y="887"/>
                </a:cubicBezTo>
                <a:cubicBezTo>
                  <a:pt x="258" y="887"/>
                  <a:pt x="258" y="887"/>
                  <a:pt x="258" y="887"/>
                </a:cubicBezTo>
                <a:cubicBezTo>
                  <a:pt x="274" y="887"/>
                  <a:pt x="288" y="876"/>
                  <a:pt x="291" y="861"/>
                </a:cubicBezTo>
                <a:cubicBezTo>
                  <a:pt x="310" y="776"/>
                  <a:pt x="344" y="695"/>
                  <a:pt x="390" y="621"/>
                </a:cubicBezTo>
                <a:cubicBezTo>
                  <a:pt x="399" y="608"/>
                  <a:pt x="397" y="590"/>
                  <a:pt x="386" y="579"/>
                </a:cubicBezTo>
                <a:cubicBezTo>
                  <a:pt x="252" y="445"/>
                  <a:pt x="252" y="445"/>
                  <a:pt x="252" y="445"/>
                </a:cubicBezTo>
                <a:cubicBezTo>
                  <a:pt x="445" y="252"/>
                  <a:pt x="445" y="252"/>
                  <a:pt x="445" y="252"/>
                </a:cubicBezTo>
                <a:cubicBezTo>
                  <a:pt x="579" y="386"/>
                  <a:pt x="579" y="386"/>
                  <a:pt x="579" y="386"/>
                </a:cubicBezTo>
                <a:cubicBezTo>
                  <a:pt x="590" y="397"/>
                  <a:pt x="608" y="399"/>
                  <a:pt x="621" y="390"/>
                </a:cubicBezTo>
                <a:cubicBezTo>
                  <a:pt x="695" y="343"/>
                  <a:pt x="776" y="310"/>
                  <a:pt x="861" y="291"/>
                </a:cubicBezTo>
                <a:cubicBezTo>
                  <a:pt x="876" y="288"/>
                  <a:pt x="887" y="274"/>
                  <a:pt x="887" y="258"/>
                </a:cubicBezTo>
                <a:cubicBezTo>
                  <a:pt x="887" y="68"/>
                  <a:pt x="887" y="68"/>
                  <a:pt x="887" y="68"/>
                </a:cubicBezTo>
                <a:cubicBezTo>
                  <a:pt x="1161" y="68"/>
                  <a:pt x="1161" y="68"/>
                  <a:pt x="1161" y="68"/>
                </a:cubicBezTo>
                <a:cubicBezTo>
                  <a:pt x="1161" y="258"/>
                  <a:pt x="1161" y="258"/>
                  <a:pt x="1161" y="258"/>
                </a:cubicBezTo>
                <a:cubicBezTo>
                  <a:pt x="1161" y="274"/>
                  <a:pt x="1172" y="288"/>
                  <a:pt x="1187" y="291"/>
                </a:cubicBezTo>
                <a:cubicBezTo>
                  <a:pt x="1208" y="296"/>
                  <a:pt x="1229" y="302"/>
                  <a:pt x="1248" y="308"/>
                </a:cubicBezTo>
                <a:cubicBezTo>
                  <a:pt x="1215" y="341"/>
                  <a:pt x="1215" y="341"/>
                  <a:pt x="1215" y="341"/>
                </a:cubicBezTo>
                <a:cubicBezTo>
                  <a:pt x="1202" y="354"/>
                  <a:pt x="1195" y="371"/>
                  <a:pt x="1195" y="390"/>
                </a:cubicBezTo>
                <a:cubicBezTo>
                  <a:pt x="1195" y="434"/>
                  <a:pt x="1195" y="434"/>
                  <a:pt x="1195" y="434"/>
                </a:cubicBezTo>
                <a:cubicBezTo>
                  <a:pt x="944" y="361"/>
                  <a:pt x="674" y="455"/>
                  <a:pt x="523" y="668"/>
                </a:cubicBezTo>
                <a:cubicBezTo>
                  <a:pt x="372" y="881"/>
                  <a:pt x="372" y="1167"/>
                  <a:pt x="523" y="1380"/>
                </a:cubicBezTo>
                <a:cubicBezTo>
                  <a:pt x="674" y="1593"/>
                  <a:pt x="944" y="1687"/>
                  <a:pt x="1195" y="1614"/>
                </a:cubicBezTo>
                <a:cubicBezTo>
                  <a:pt x="1195" y="1658"/>
                  <a:pt x="1195" y="1658"/>
                  <a:pt x="1195" y="1658"/>
                </a:cubicBezTo>
                <a:cubicBezTo>
                  <a:pt x="1195" y="1677"/>
                  <a:pt x="1202" y="1694"/>
                  <a:pt x="1215" y="1707"/>
                </a:cubicBezTo>
                <a:cubicBezTo>
                  <a:pt x="1248" y="1740"/>
                  <a:pt x="1248" y="1740"/>
                  <a:pt x="1248" y="1740"/>
                </a:cubicBezTo>
                <a:cubicBezTo>
                  <a:pt x="1229" y="1746"/>
                  <a:pt x="1208" y="1752"/>
                  <a:pt x="1187" y="1757"/>
                </a:cubicBezTo>
                <a:close/>
                <a:moveTo>
                  <a:pt x="1536" y="1297"/>
                </a:moveTo>
                <a:cubicBezTo>
                  <a:pt x="1593" y="1297"/>
                  <a:pt x="1638" y="1343"/>
                  <a:pt x="1638" y="1399"/>
                </a:cubicBezTo>
                <a:cubicBezTo>
                  <a:pt x="1638" y="1456"/>
                  <a:pt x="1593" y="1502"/>
                  <a:pt x="1536" y="1502"/>
                </a:cubicBezTo>
                <a:cubicBezTo>
                  <a:pt x="1479" y="1502"/>
                  <a:pt x="1434" y="1456"/>
                  <a:pt x="1434" y="1399"/>
                </a:cubicBezTo>
                <a:cubicBezTo>
                  <a:pt x="1434" y="1343"/>
                  <a:pt x="1479" y="1297"/>
                  <a:pt x="1536" y="1297"/>
                </a:cubicBezTo>
                <a:close/>
                <a:moveTo>
                  <a:pt x="1195" y="1408"/>
                </a:moveTo>
                <a:cubicBezTo>
                  <a:pt x="1195" y="1542"/>
                  <a:pt x="1195" y="1542"/>
                  <a:pt x="1195" y="1542"/>
                </a:cubicBezTo>
                <a:cubicBezTo>
                  <a:pt x="969" y="1617"/>
                  <a:pt x="722" y="1538"/>
                  <a:pt x="582" y="1346"/>
                </a:cubicBezTo>
                <a:cubicBezTo>
                  <a:pt x="442" y="1154"/>
                  <a:pt x="442" y="894"/>
                  <a:pt x="582" y="702"/>
                </a:cubicBezTo>
                <a:cubicBezTo>
                  <a:pt x="722" y="510"/>
                  <a:pt x="969" y="431"/>
                  <a:pt x="1195" y="506"/>
                </a:cubicBezTo>
                <a:cubicBezTo>
                  <a:pt x="1195" y="640"/>
                  <a:pt x="1195" y="640"/>
                  <a:pt x="1195" y="640"/>
                </a:cubicBezTo>
                <a:cubicBezTo>
                  <a:pt x="1074" y="862"/>
                  <a:pt x="1074" y="862"/>
                  <a:pt x="1074" y="862"/>
                </a:cubicBezTo>
                <a:cubicBezTo>
                  <a:pt x="1058" y="856"/>
                  <a:pt x="1041" y="854"/>
                  <a:pt x="1024" y="853"/>
                </a:cubicBezTo>
                <a:cubicBezTo>
                  <a:pt x="930" y="853"/>
                  <a:pt x="853" y="930"/>
                  <a:pt x="853" y="1024"/>
                </a:cubicBezTo>
                <a:cubicBezTo>
                  <a:pt x="853" y="1118"/>
                  <a:pt x="930" y="1195"/>
                  <a:pt x="1024" y="1195"/>
                </a:cubicBezTo>
                <a:cubicBezTo>
                  <a:pt x="1041" y="1194"/>
                  <a:pt x="1058" y="1192"/>
                  <a:pt x="1074" y="1186"/>
                </a:cubicBezTo>
                <a:lnTo>
                  <a:pt x="1195" y="1408"/>
                </a:lnTo>
                <a:close/>
                <a:moveTo>
                  <a:pt x="1775" y="1126"/>
                </a:moveTo>
                <a:cubicBezTo>
                  <a:pt x="1718" y="1126"/>
                  <a:pt x="1673" y="1081"/>
                  <a:pt x="1673" y="1024"/>
                </a:cubicBezTo>
                <a:cubicBezTo>
                  <a:pt x="1673" y="967"/>
                  <a:pt x="1718" y="922"/>
                  <a:pt x="1775" y="922"/>
                </a:cubicBezTo>
                <a:cubicBezTo>
                  <a:pt x="1831" y="922"/>
                  <a:pt x="1877" y="967"/>
                  <a:pt x="1877" y="1024"/>
                </a:cubicBezTo>
                <a:cubicBezTo>
                  <a:pt x="1877" y="1081"/>
                  <a:pt x="1831" y="1126"/>
                  <a:pt x="1775" y="112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Freeform 9">
            <a:extLst>
              <a:ext uri="{FF2B5EF4-FFF2-40B4-BE49-F238E27FC236}">
                <a16:creationId xmlns:a16="http://schemas.microsoft.com/office/drawing/2014/main" id="{21227504-D125-3D17-B365-A934FB025071}"/>
              </a:ext>
            </a:extLst>
          </p:cNvPr>
          <p:cNvSpPr>
            <a:spLocks noEditPoints="1"/>
          </p:cNvSpPr>
          <p:nvPr/>
        </p:nvSpPr>
        <p:spPr bwMode="auto">
          <a:xfrm>
            <a:off x="8410921" y="5213871"/>
            <a:ext cx="287208" cy="321687"/>
          </a:xfrm>
          <a:custGeom>
            <a:avLst/>
            <a:gdLst>
              <a:gd name="T0" fmla="*/ 32 w 1371"/>
              <a:gd name="T1" fmla="*/ 1491 h 1536"/>
              <a:gd name="T2" fmla="*/ 415 w 1371"/>
              <a:gd name="T3" fmla="*/ 1314 h 1536"/>
              <a:gd name="T4" fmla="*/ 469 w 1371"/>
              <a:gd name="T5" fmla="*/ 1427 h 1536"/>
              <a:gd name="T6" fmla="*/ 1074 w 1371"/>
              <a:gd name="T7" fmla="*/ 1354 h 1536"/>
              <a:gd name="T8" fmla="*/ 1116 w 1371"/>
              <a:gd name="T9" fmla="*/ 1156 h 1536"/>
              <a:gd name="T10" fmla="*/ 1096 w 1371"/>
              <a:gd name="T11" fmla="*/ 872 h 1536"/>
              <a:gd name="T12" fmla="*/ 1208 w 1371"/>
              <a:gd name="T13" fmla="*/ 916 h 1536"/>
              <a:gd name="T14" fmla="*/ 1117 w 1371"/>
              <a:gd name="T15" fmla="*/ 1330 h 1536"/>
              <a:gd name="T16" fmla="*/ 590 w 1371"/>
              <a:gd name="T17" fmla="*/ 1506 h 1536"/>
              <a:gd name="T18" fmla="*/ 808 w 1371"/>
              <a:gd name="T19" fmla="*/ 0 h 1536"/>
              <a:gd name="T20" fmla="*/ 669 w 1371"/>
              <a:gd name="T21" fmla="*/ 108 h 1536"/>
              <a:gd name="T22" fmla="*/ 695 w 1371"/>
              <a:gd name="T23" fmla="*/ 252 h 1536"/>
              <a:gd name="T24" fmla="*/ 810 w 1371"/>
              <a:gd name="T25" fmla="*/ 337 h 1536"/>
              <a:gd name="T26" fmla="*/ 957 w 1371"/>
              <a:gd name="T27" fmla="*/ 316 h 1536"/>
              <a:gd name="T28" fmla="*/ 1011 w 1371"/>
              <a:gd name="T29" fmla="*/ 138 h 1536"/>
              <a:gd name="T30" fmla="*/ 870 w 1371"/>
              <a:gd name="T31" fmla="*/ 44 h 1536"/>
              <a:gd name="T32" fmla="*/ 793 w 1371"/>
              <a:gd name="T33" fmla="*/ 295 h 1536"/>
              <a:gd name="T34" fmla="*/ 726 w 1371"/>
              <a:gd name="T35" fmla="*/ 207 h 1536"/>
              <a:gd name="T36" fmla="*/ 819 w 1371"/>
              <a:gd name="T37" fmla="*/ 45 h 1536"/>
              <a:gd name="T38" fmla="*/ 918 w 1371"/>
              <a:gd name="T39" fmla="*/ 203 h 1536"/>
              <a:gd name="T40" fmla="*/ 354 w 1371"/>
              <a:gd name="T41" fmla="*/ 738 h 1536"/>
              <a:gd name="T42" fmla="*/ 362 w 1371"/>
              <a:gd name="T43" fmla="*/ 783 h 1536"/>
              <a:gd name="T44" fmla="*/ 437 w 1371"/>
              <a:gd name="T45" fmla="*/ 1235 h 1536"/>
              <a:gd name="T46" fmla="*/ 464 w 1371"/>
              <a:gd name="T47" fmla="*/ 849 h 1536"/>
              <a:gd name="T48" fmla="*/ 751 w 1371"/>
              <a:gd name="T49" fmla="*/ 605 h 1536"/>
              <a:gd name="T50" fmla="*/ 904 w 1371"/>
              <a:gd name="T51" fmla="*/ 680 h 1536"/>
              <a:gd name="T52" fmla="*/ 976 w 1371"/>
              <a:gd name="T53" fmla="*/ 871 h 1536"/>
              <a:gd name="T54" fmla="*/ 914 w 1371"/>
              <a:gd name="T55" fmla="*/ 810 h 1536"/>
              <a:gd name="T56" fmla="*/ 743 w 1371"/>
              <a:gd name="T57" fmla="*/ 510 h 1536"/>
              <a:gd name="T58" fmla="*/ 447 w 1371"/>
              <a:gd name="T59" fmla="*/ 780 h 1536"/>
              <a:gd name="T60" fmla="*/ 1128 w 1371"/>
              <a:gd name="T61" fmla="*/ 267 h 1536"/>
              <a:gd name="T62" fmla="*/ 1071 w 1371"/>
              <a:gd name="T63" fmla="*/ 354 h 1536"/>
              <a:gd name="T64" fmla="*/ 1155 w 1371"/>
              <a:gd name="T65" fmla="*/ 489 h 1536"/>
              <a:gd name="T66" fmla="*/ 1298 w 1371"/>
              <a:gd name="T67" fmla="*/ 491 h 1536"/>
              <a:gd name="T68" fmla="*/ 1365 w 1371"/>
              <a:gd name="T69" fmla="*/ 302 h 1536"/>
              <a:gd name="T70" fmla="*/ 1245 w 1371"/>
              <a:gd name="T71" fmla="*/ 211 h 1536"/>
              <a:gd name="T72" fmla="*/ 1265 w 1371"/>
              <a:gd name="T73" fmla="*/ 310 h 1536"/>
              <a:gd name="T74" fmla="*/ 1275 w 1371"/>
              <a:gd name="T75" fmla="*/ 446 h 1536"/>
              <a:gd name="T76" fmla="*/ 1148 w 1371"/>
              <a:gd name="T77" fmla="*/ 395 h 1536"/>
              <a:gd name="T78" fmla="*/ 1185 w 1371"/>
              <a:gd name="T79" fmla="*/ 284 h 1536"/>
              <a:gd name="T80" fmla="*/ 418 w 1371"/>
              <a:gd name="T81" fmla="*/ 467 h 1536"/>
              <a:gd name="T82" fmla="*/ 542 w 1371"/>
              <a:gd name="T83" fmla="*/ 446 h 1536"/>
              <a:gd name="T84" fmla="*/ 585 w 1371"/>
              <a:gd name="T85" fmla="*/ 300 h 1536"/>
              <a:gd name="T86" fmla="*/ 465 w 1371"/>
              <a:gd name="T87" fmla="*/ 211 h 1536"/>
              <a:gd name="T88" fmla="*/ 352 w 1371"/>
              <a:gd name="T89" fmla="*/ 268 h 1536"/>
              <a:gd name="T90" fmla="*/ 317 w 1371"/>
              <a:gd name="T91" fmla="*/ 378 h 1536"/>
              <a:gd name="T92" fmla="*/ 451 w 1371"/>
              <a:gd name="T93" fmla="*/ 284 h 1536"/>
              <a:gd name="T94" fmla="*/ 488 w 1371"/>
              <a:gd name="T95" fmla="*/ 400 h 1536"/>
              <a:gd name="T96" fmla="*/ 361 w 1371"/>
              <a:gd name="T97" fmla="*/ 447 h 1536"/>
              <a:gd name="T98" fmla="*/ 361 w 1371"/>
              <a:gd name="T99" fmla="*/ 312 h 1536"/>
              <a:gd name="T100" fmla="*/ 119 w 1371"/>
              <a:gd name="T101" fmla="*/ 783 h 1536"/>
              <a:gd name="T102" fmla="*/ 3 w 1371"/>
              <a:gd name="T103" fmla="*/ 761 h 1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71" h="1536">
                <a:moveTo>
                  <a:pt x="16" y="1536"/>
                </a:moveTo>
                <a:cubicBezTo>
                  <a:pt x="16" y="1535"/>
                  <a:pt x="15" y="1534"/>
                  <a:pt x="15" y="1533"/>
                </a:cubicBezTo>
                <a:cubicBezTo>
                  <a:pt x="4" y="1526"/>
                  <a:pt x="0" y="1517"/>
                  <a:pt x="5" y="1505"/>
                </a:cubicBezTo>
                <a:cubicBezTo>
                  <a:pt x="10" y="1493"/>
                  <a:pt x="20" y="1491"/>
                  <a:pt x="32" y="1491"/>
                </a:cubicBezTo>
                <a:cubicBezTo>
                  <a:pt x="82" y="1491"/>
                  <a:pt x="131" y="1491"/>
                  <a:pt x="181" y="1491"/>
                </a:cubicBezTo>
                <a:cubicBezTo>
                  <a:pt x="242" y="1491"/>
                  <a:pt x="303" y="1491"/>
                  <a:pt x="364" y="1491"/>
                </a:cubicBezTo>
                <a:cubicBezTo>
                  <a:pt x="397" y="1491"/>
                  <a:pt x="415" y="1473"/>
                  <a:pt x="415" y="1439"/>
                </a:cubicBezTo>
                <a:cubicBezTo>
                  <a:pt x="415" y="1397"/>
                  <a:pt x="415" y="1356"/>
                  <a:pt x="415" y="1314"/>
                </a:cubicBezTo>
                <a:cubicBezTo>
                  <a:pt x="415" y="1296"/>
                  <a:pt x="423" y="1287"/>
                  <a:pt x="437" y="1286"/>
                </a:cubicBezTo>
                <a:cubicBezTo>
                  <a:pt x="452" y="1286"/>
                  <a:pt x="460" y="1296"/>
                  <a:pt x="460" y="1315"/>
                </a:cubicBezTo>
                <a:cubicBezTo>
                  <a:pt x="460" y="1347"/>
                  <a:pt x="460" y="1379"/>
                  <a:pt x="460" y="1411"/>
                </a:cubicBezTo>
                <a:cubicBezTo>
                  <a:pt x="461" y="1416"/>
                  <a:pt x="465" y="1424"/>
                  <a:pt x="469" y="1427"/>
                </a:cubicBezTo>
                <a:cubicBezTo>
                  <a:pt x="504" y="1452"/>
                  <a:pt x="542" y="1461"/>
                  <a:pt x="585" y="1461"/>
                </a:cubicBezTo>
                <a:cubicBezTo>
                  <a:pt x="733" y="1459"/>
                  <a:pt x="882" y="1460"/>
                  <a:pt x="1030" y="1460"/>
                </a:cubicBezTo>
                <a:cubicBezTo>
                  <a:pt x="1050" y="1460"/>
                  <a:pt x="1068" y="1456"/>
                  <a:pt x="1082" y="1441"/>
                </a:cubicBezTo>
                <a:cubicBezTo>
                  <a:pt x="1107" y="1416"/>
                  <a:pt x="1104" y="1375"/>
                  <a:pt x="1074" y="1354"/>
                </a:cubicBezTo>
                <a:cubicBezTo>
                  <a:pt x="1062" y="1345"/>
                  <a:pt x="1052" y="1337"/>
                  <a:pt x="1054" y="1321"/>
                </a:cubicBezTo>
                <a:cubicBezTo>
                  <a:pt x="1056" y="1305"/>
                  <a:pt x="1068" y="1300"/>
                  <a:pt x="1082" y="1295"/>
                </a:cubicBezTo>
                <a:cubicBezTo>
                  <a:pt x="1122" y="1282"/>
                  <a:pt x="1134" y="1234"/>
                  <a:pt x="1107" y="1201"/>
                </a:cubicBezTo>
                <a:cubicBezTo>
                  <a:pt x="1089" y="1180"/>
                  <a:pt x="1091" y="1169"/>
                  <a:pt x="1116" y="1156"/>
                </a:cubicBezTo>
                <a:cubicBezTo>
                  <a:pt x="1157" y="1134"/>
                  <a:pt x="1163" y="1080"/>
                  <a:pt x="1128" y="1049"/>
                </a:cubicBezTo>
                <a:cubicBezTo>
                  <a:pt x="1109" y="1032"/>
                  <a:pt x="1110" y="1018"/>
                  <a:pt x="1131" y="1005"/>
                </a:cubicBezTo>
                <a:cubicBezTo>
                  <a:pt x="1160" y="987"/>
                  <a:pt x="1172" y="956"/>
                  <a:pt x="1164" y="925"/>
                </a:cubicBezTo>
                <a:cubicBezTo>
                  <a:pt x="1156" y="894"/>
                  <a:pt x="1130" y="874"/>
                  <a:pt x="1096" y="872"/>
                </a:cubicBezTo>
                <a:cubicBezTo>
                  <a:pt x="1086" y="871"/>
                  <a:pt x="1076" y="872"/>
                  <a:pt x="1066" y="871"/>
                </a:cubicBezTo>
                <a:cubicBezTo>
                  <a:pt x="1054" y="869"/>
                  <a:pt x="1048" y="860"/>
                  <a:pt x="1048" y="848"/>
                </a:cubicBezTo>
                <a:cubicBezTo>
                  <a:pt x="1049" y="837"/>
                  <a:pt x="1055" y="829"/>
                  <a:pt x="1067" y="828"/>
                </a:cubicBezTo>
                <a:cubicBezTo>
                  <a:pt x="1141" y="818"/>
                  <a:pt x="1193" y="856"/>
                  <a:pt x="1208" y="916"/>
                </a:cubicBezTo>
                <a:cubicBezTo>
                  <a:pt x="1217" y="952"/>
                  <a:pt x="1209" y="986"/>
                  <a:pt x="1187" y="1015"/>
                </a:cubicBezTo>
                <a:cubicBezTo>
                  <a:pt x="1183" y="1020"/>
                  <a:pt x="1178" y="1025"/>
                  <a:pt x="1174" y="1030"/>
                </a:cubicBezTo>
                <a:cubicBezTo>
                  <a:pt x="1208" y="1099"/>
                  <a:pt x="1203" y="1134"/>
                  <a:pt x="1154" y="1187"/>
                </a:cubicBezTo>
                <a:cubicBezTo>
                  <a:pt x="1177" y="1254"/>
                  <a:pt x="1169" y="1286"/>
                  <a:pt x="1117" y="1330"/>
                </a:cubicBezTo>
                <a:cubicBezTo>
                  <a:pt x="1119" y="1334"/>
                  <a:pt x="1122" y="1338"/>
                  <a:pt x="1125" y="1342"/>
                </a:cubicBezTo>
                <a:cubicBezTo>
                  <a:pt x="1169" y="1405"/>
                  <a:pt x="1131" y="1493"/>
                  <a:pt x="1054" y="1503"/>
                </a:cubicBezTo>
                <a:cubicBezTo>
                  <a:pt x="1045" y="1505"/>
                  <a:pt x="1034" y="1505"/>
                  <a:pt x="1024" y="1505"/>
                </a:cubicBezTo>
                <a:cubicBezTo>
                  <a:pt x="879" y="1505"/>
                  <a:pt x="735" y="1505"/>
                  <a:pt x="590" y="1506"/>
                </a:cubicBezTo>
                <a:cubicBezTo>
                  <a:pt x="543" y="1506"/>
                  <a:pt x="497" y="1503"/>
                  <a:pt x="457" y="1471"/>
                </a:cubicBezTo>
                <a:cubicBezTo>
                  <a:pt x="445" y="1507"/>
                  <a:pt x="419" y="1527"/>
                  <a:pt x="385" y="1536"/>
                </a:cubicBezTo>
                <a:cubicBezTo>
                  <a:pt x="262" y="1536"/>
                  <a:pt x="139" y="1536"/>
                  <a:pt x="16" y="1536"/>
                </a:cubicBezTo>
                <a:close/>
                <a:moveTo>
                  <a:pt x="808" y="0"/>
                </a:moveTo>
                <a:cubicBezTo>
                  <a:pt x="790" y="7"/>
                  <a:pt x="780" y="21"/>
                  <a:pt x="772" y="38"/>
                </a:cubicBezTo>
                <a:cubicBezTo>
                  <a:pt x="765" y="55"/>
                  <a:pt x="757" y="71"/>
                  <a:pt x="748" y="87"/>
                </a:cubicBezTo>
                <a:cubicBezTo>
                  <a:pt x="745" y="93"/>
                  <a:pt x="738" y="97"/>
                  <a:pt x="732" y="99"/>
                </a:cubicBezTo>
                <a:cubicBezTo>
                  <a:pt x="711" y="103"/>
                  <a:pt x="690" y="105"/>
                  <a:pt x="669" y="108"/>
                </a:cubicBezTo>
                <a:cubicBezTo>
                  <a:pt x="649" y="111"/>
                  <a:pt x="635" y="120"/>
                  <a:pt x="628" y="139"/>
                </a:cubicBezTo>
                <a:cubicBezTo>
                  <a:pt x="622" y="159"/>
                  <a:pt x="628" y="176"/>
                  <a:pt x="642" y="190"/>
                </a:cubicBezTo>
                <a:cubicBezTo>
                  <a:pt x="658" y="205"/>
                  <a:pt x="674" y="220"/>
                  <a:pt x="690" y="236"/>
                </a:cubicBezTo>
                <a:cubicBezTo>
                  <a:pt x="693" y="240"/>
                  <a:pt x="695" y="247"/>
                  <a:pt x="695" y="252"/>
                </a:cubicBezTo>
                <a:cubicBezTo>
                  <a:pt x="692" y="275"/>
                  <a:pt x="688" y="297"/>
                  <a:pt x="684" y="319"/>
                </a:cubicBezTo>
                <a:cubicBezTo>
                  <a:pt x="681" y="338"/>
                  <a:pt x="686" y="354"/>
                  <a:pt x="702" y="365"/>
                </a:cubicBezTo>
                <a:cubicBezTo>
                  <a:pt x="718" y="377"/>
                  <a:pt x="735" y="377"/>
                  <a:pt x="753" y="367"/>
                </a:cubicBezTo>
                <a:cubicBezTo>
                  <a:pt x="772" y="357"/>
                  <a:pt x="791" y="348"/>
                  <a:pt x="810" y="337"/>
                </a:cubicBezTo>
                <a:cubicBezTo>
                  <a:pt x="817" y="333"/>
                  <a:pt x="824" y="332"/>
                  <a:pt x="832" y="337"/>
                </a:cubicBezTo>
                <a:cubicBezTo>
                  <a:pt x="851" y="347"/>
                  <a:pt x="870" y="357"/>
                  <a:pt x="890" y="367"/>
                </a:cubicBezTo>
                <a:cubicBezTo>
                  <a:pt x="907" y="376"/>
                  <a:pt x="924" y="375"/>
                  <a:pt x="939" y="364"/>
                </a:cubicBezTo>
                <a:cubicBezTo>
                  <a:pt x="955" y="352"/>
                  <a:pt x="960" y="336"/>
                  <a:pt x="957" y="316"/>
                </a:cubicBezTo>
                <a:cubicBezTo>
                  <a:pt x="953" y="295"/>
                  <a:pt x="950" y="274"/>
                  <a:pt x="945" y="253"/>
                </a:cubicBezTo>
                <a:cubicBezTo>
                  <a:pt x="943" y="244"/>
                  <a:pt x="946" y="238"/>
                  <a:pt x="953" y="232"/>
                </a:cubicBezTo>
                <a:cubicBezTo>
                  <a:pt x="969" y="217"/>
                  <a:pt x="985" y="201"/>
                  <a:pt x="1001" y="185"/>
                </a:cubicBezTo>
                <a:cubicBezTo>
                  <a:pt x="1014" y="171"/>
                  <a:pt x="1017" y="155"/>
                  <a:pt x="1011" y="138"/>
                </a:cubicBezTo>
                <a:cubicBezTo>
                  <a:pt x="1005" y="121"/>
                  <a:pt x="993" y="111"/>
                  <a:pt x="975" y="108"/>
                </a:cubicBezTo>
                <a:cubicBezTo>
                  <a:pt x="968" y="107"/>
                  <a:pt x="961" y="106"/>
                  <a:pt x="954" y="105"/>
                </a:cubicBezTo>
                <a:cubicBezTo>
                  <a:pt x="935" y="102"/>
                  <a:pt x="912" y="104"/>
                  <a:pt x="898" y="94"/>
                </a:cubicBezTo>
                <a:cubicBezTo>
                  <a:pt x="884" y="84"/>
                  <a:pt x="878" y="62"/>
                  <a:pt x="870" y="44"/>
                </a:cubicBezTo>
                <a:cubicBezTo>
                  <a:pt x="861" y="26"/>
                  <a:pt x="851" y="9"/>
                  <a:pt x="832" y="0"/>
                </a:cubicBezTo>
                <a:cubicBezTo>
                  <a:pt x="824" y="0"/>
                  <a:pt x="816" y="0"/>
                  <a:pt x="808" y="0"/>
                </a:cubicBezTo>
                <a:close/>
                <a:moveTo>
                  <a:pt x="848" y="295"/>
                </a:moveTo>
                <a:cubicBezTo>
                  <a:pt x="829" y="284"/>
                  <a:pt x="811" y="284"/>
                  <a:pt x="793" y="295"/>
                </a:cubicBezTo>
                <a:cubicBezTo>
                  <a:pt x="773" y="306"/>
                  <a:pt x="752" y="317"/>
                  <a:pt x="729" y="329"/>
                </a:cubicBezTo>
                <a:cubicBezTo>
                  <a:pt x="732" y="310"/>
                  <a:pt x="734" y="294"/>
                  <a:pt x="736" y="279"/>
                </a:cubicBezTo>
                <a:cubicBezTo>
                  <a:pt x="738" y="271"/>
                  <a:pt x="739" y="263"/>
                  <a:pt x="741" y="255"/>
                </a:cubicBezTo>
                <a:cubicBezTo>
                  <a:pt x="745" y="236"/>
                  <a:pt x="739" y="221"/>
                  <a:pt x="726" y="207"/>
                </a:cubicBezTo>
                <a:cubicBezTo>
                  <a:pt x="709" y="190"/>
                  <a:pt x="693" y="171"/>
                  <a:pt x="677" y="153"/>
                </a:cubicBezTo>
                <a:cubicBezTo>
                  <a:pt x="693" y="151"/>
                  <a:pt x="713" y="146"/>
                  <a:pt x="734" y="144"/>
                </a:cubicBezTo>
                <a:cubicBezTo>
                  <a:pt x="762" y="142"/>
                  <a:pt x="780" y="130"/>
                  <a:pt x="791" y="104"/>
                </a:cubicBezTo>
                <a:cubicBezTo>
                  <a:pt x="798" y="84"/>
                  <a:pt x="809" y="66"/>
                  <a:pt x="819" y="45"/>
                </a:cubicBezTo>
                <a:cubicBezTo>
                  <a:pt x="830" y="65"/>
                  <a:pt x="841" y="84"/>
                  <a:pt x="849" y="104"/>
                </a:cubicBezTo>
                <a:cubicBezTo>
                  <a:pt x="859" y="130"/>
                  <a:pt x="878" y="142"/>
                  <a:pt x="906" y="144"/>
                </a:cubicBezTo>
                <a:cubicBezTo>
                  <a:pt x="926" y="145"/>
                  <a:pt x="946" y="149"/>
                  <a:pt x="967" y="152"/>
                </a:cubicBezTo>
                <a:cubicBezTo>
                  <a:pt x="950" y="170"/>
                  <a:pt x="935" y="187"/>
                  <a:pt x="918" y="203"/>
                </a:cubicBezTo>
                <a:cubicBezTo>
                  <a:pt x="902" y="218"/>
                  <a:pt x="895" y="234"/>
                  <a:pt x="900" y="256"/>
                </a:cubicBezTo>
                <a:cubicBezTo>
                  <a:pt x="905" y="279"/>
                  <a:pt x="909" y="302"/>
                  <a:pt x="913" y="328"/>
                </a:cubicBezTo>
                <a:cubicBezTo>
                  <a:pt x="890" y="316"/>
                  <a:pt x="869" y="306"/>
                  <a:pt x="848" y="295"/>
                </a:cubicBezTo>
                <a:close/>
                <a:moveTo>
                  <a:pt x="354" y="738"/>
                </a:moveTo>
                <a:cubicBezTo>
                  <a:pt x="312" y="739"/>
                  <a:pt x="270" y="738"/>
                  <a:pt x="228" y="738"/>
                </a:cubicBezTo>
                <a:cubicBezTo>
                  <a:pt x="206" y="738"/>
                  <a:pt x="196" y="745"/>
                  <a:pt x="195" y="760"/>
                </a:cubicBezTo>
                <a:cubicBezTo>
                  <a:pt x="195" y="776"/>
                  <a:pt x="205" y="783"/>
                  <a:pt x="227" y="783"/>
                </a:cubicBezTo>
                <a:cubicBezTo>
                  <a:pt x="272" y="783"/>
                  <a:pt x="317" y="783"/>
                  <a:pt x="362" y="783"/>
                </a:cubicBezTo>
                <a:cubicBezTo>
                  <a:pt x="398" y="783"/>
                  <a:pt x="415" y="800"/>
                  <a:pt x="415" y="837"/>
                </a:cubicBezTo>
                <a:cubicBezTo>
                  <a:pt x="415" y="958"/>
                  <a:pt x="415" y="1080"/>
                  <a:pt x="415" y="1201"/>
                </a:cubicBezTo>
                <a:cubicBezTo>
                  <a:pt x="415" y="1205"/>
                  <a:pt x="415" y="1210"/>
                  <a:pt x="415" y="1214"/>
                </a:cubicBezTo>
                <a:cubicBezTo>
                  <a:pt x="417" y="1227"/>
                  <a:pt x="425" y="1235"/>
                  <a:pt x="437" y="1235"/>
                </a:cubicBezTo>
                <a:cubicBezTo>
                  <a:pt x="450" y="1235"/>
                  <a:pt x="458" y="1227"/>
                  <a:pt x="460" y="1215"/>
                </a:cubicBezTo>
                <a:cubicBezTo>
                  <a:pt x="460" y="1210"/>
                  <a:pt x="460" y="1205"/>
                  <a:pt x="460" y="1200"/>
                </a:cubicBezTo>
                <a:cubicBezTo>
                  <a:pt x="460" y="1090"/>
                  <a:pt x="460" y="980"/>
                  <a:pt x="460" y="870"/>
                </a:cubicBezTo>
                <a:cubicBezTo>
                  <a:pt x="460" y="863"/>
                  <a:pt x="461" y="855"/>
                  <a:pt x="464" y="849"/>
                </a:cubicBezTo>
                <a:cubicBezTo>
                  <a:pt x="473" y="828"/>
                  <a:pt x="483" y="808"/>
                  <a:pt x="493" y="787"/>
                </a:cubicBezTo>
                <a:cubicBezTo>
                  <a:pt x="506" y="762"/>
                  <a:pt x="525" y="744"/>
                  <a:pt x="549" y="730"/>
                </a:cubicBezTo>
                <a:cubicBezTo>
                  <a:pt x="610" y="697"/>
                  <a:pt x="670" y="663"/>
                  <a:pt x="731" y="629"/>
                </a:cubicBezTo>
                <a:cubicBezTo>
                  <a:pt x="739" y="624"/>
                  <a:pt x="747" y="614"/>
                  <a:pt x="751" y="605"/>
                </a:cubicBezTo>
                <a:cubicBezTo>
                  <a:pt x="764" y="578"/>
                  <a:pt x="775" y="549"/>
                  <a:pt x="788" y="521"/>
                </a:cubicBezTo>
                <a:cubicBezTo>
                  <a:pt x="798" y="499"/>
                  <a:pt x="817" y="489"/>
                  <a:pt x="841" y="494"/>
                </a:cubicBezTo>
                <a:cubicBezTo>
                  <a:pt x="878" y="501"/>
                  <a:pt x="903" y="529"/>
                  <a:pt x="904" y="567"/>
                </a:cubicBezTo>
                <a:cubicBezTo>
                  <a:pt x="905" y="605"/>
                  <a:pt x="904" y="642"/>
                  <a:pt x="904" y="680"/>
                </a:cubicBezTo>
                <a:cubicBezTo>
                  <a:pt x="905" y="709"/>
                  <a:pt x="898" y="736"/>
                  <a:pt x="886" y="763"/>
                </a:cubicBezTo>
                <a:cubicBezTo>
                  <a:pt x="878" y="780"/>
                  <a:pt x="870" y="797"/>
                  <a:pt x="863" y="815"/>
                </a:cubicBezTo>
                <a:cubicBezTo>
                  <a:pt x="852" y="841"/>
                  <a:pt x="868" y="869"/>
                  <a:pt x="896" y="871"/>
                </a:cubicBezTo>
                <a:cubicBezTo>
                  <a:pt x="923" y="873"/>
                  <a:pt x="949" y="872"/>
                  <a:pt x="976" y="871"/>
                </a:cubicBezTo>
                <a:cubicBezTo>
                  <a:pt x="993" y="870"/>
                  <a:pt x="1003" y="852"/>
                  <a:pt x="994" y="839"/>
                </a:cubicBezTo>
                <a:cubicBezTo>
                  <a:pt x="989" y="833"/>
                  <a:pt x="978" y="828"/>
                  <a:pt x="970" y="827"/>
                </a:cubicBezTo>
                <a:cubicBezTo>
                  <a:pt x="950" y="826"/>
                  <a:pt x="930" y="827"/>
                  <a:pt x="907" y="827"/>
                </a:cubicBezTo>
                <a:cubicBezTo>
                  <a:pt x="910" y="819"/>
                  <a:pt x="913" y="815"/>
                  <a:pt x="914" y="810"/>
                </a:cubicBezTo>
                <a:cubicBezTo>
                  <a:pt x="925" y="779"/>
                  <a:pt x="942" y="748"/>
                  <a:pt x="945" y="716"/>
                </a:cubicBezTo>
                <a:cubicBezTo>
                  <a:pt x="951" y="664"/>
                  <a:pt x="950" y="610"/>
                  <a:pt x="948" y="556"/>
                </a:cubicBezTo>
                <a:cubicBezTo>
                  <a:pt x="946" y="516"/>
                  <a:pt x="924" y="483"/>
                  <a:pt x="888" y="463"/>
                </a:cubicBezTo>
                <a:cubicBezTo>
                  <a:pt x="830" y="431"/>
                  <a:pt x="766" y="449"/>
                  <a:pt x="743" y="510"/>
                </a:cubicBezTo>
                <a:cubicBezTo>
                  <a:pt x="734" y="534"/>
                  <a:pt x="724" y="557"/>
                  <a:pt x="714" y="579"/>
                </a:cubicBezTo>
                <a:cubicBezTo>
                  <a:pt x="712" y="584"/>
                  <a:pt x="709" y="590"/>
                  <a:pt x="705" y="592"/>
                </a:cubicBezTo>
                <a:cubicBezTo>
                  <a:pt x="656" y="621"/>
                  <a:pt x="609" y="652"/>
                  <a:pt x="559" y="675"/>
                </a:cubicBezTo>
                <a:cubicBezTo>
                  <a:pt x="510" y="698"/>
                  <a:pt x="469" y="727"/>
                  <a:pt x="447" y="780"/>
                </a:cubicBezTo>
                <a:cubicBezTo>
                  <a:pt x="423" y="747"/>
                  <a:pt x="391" y="737"/>
                  <a:pt x="354" y="738"/>
                </a:cubicBezTo>
                <a:close/>
                <a:moveTo>
                  <a:pt x="1171" y="210"/>
                </a:moveTo>
                <a:cubicBezTo>
                  <a:pt x="1164" y="223"/>
                  <a:pt x="1157" y="237"/>
                  <a:pt x="1152" y="250"/>
                </a:cubicBezTo>
                <a:cubicBezTo>
                  <a:pt x="1147" y="261"/>
                  <a:pt x="1140" y="267"/>
                  <a:pt x="1128" y="267"/>
                </a:cubicBezTo>
                <a:cubicBezTo>
                  <a:pt x="1113" y="268"/>
                  <a:pt x="1099" y="271"/>
                  <a:pt x="1084" y="273"/>
                </a:cubicBezTo>
                <a:cubicBezTo>
                  <a:pt x="1068" y="276"/>
                  <a:pt x="1056" y="285"/>
                  <a:pt x="1051" y="300"/>
                </a:cubicBezTo>
                <a:cubicBezTo>
                  <a:pt x="1045" y="316"/>
                  <a:pt x="1049" y="330"/>
                  <a:pt x="1059" y="342"/>
                </a:cubicBezTo>
                <a:cubicBezTo>
                  <a:pt x="1063" y="346"/>
                  <a:pt x="1067" y="351"/>
                  <a:pt x="1071" y="354"/>
                </a:cubicBezTo>
                <a:cubicBezTo>
                  <a:pt x="1099" y="373"/>
                  <a:pt x="1110" y="397"/>
                  <a:pt x="1096" y="430"/>
                </a:cubicBezTo>
                <a:cubicBezTo>
                  <a:pt x="1095" y="434"/>
                  <a:pt x="1095" y="438"/>
                  <a:pt x="1094" y="442"/>
                </a:cubicBezTo>
                <a:cubicBezTo>
                  <a:pt x="1091" y="459"/>
                  <a:pt x="1094" y="475"/>
                  <a:pt x="1109" y="486"/>
                </a:cubicBezTo>
                <a:cubicBezTo>
                  <a:pt x="1124" y="497"/>
                  <a:pt x="1139" y="497"/>
                  <a:pt x="1155" y="489"/>
                </a:cubicBezTo>
                <a:cubicBezTo>
                  <a:pt x="1168" y="482"/>
                  <a:pt x="1180" y="476"/>
                  <a:pt x="1192" y="469"/>
                </a:cubicBezTo>
                <a:cubicBezTo>
                  <a:pt x="1202" y="463"/>
                  <a:pt x="1211" y="462"/>
                  <a:pt x="1221" y="469"/>
                </a:cubicBezTo>
                <a:cubicBezTo>
                  <a:pt x="1234" y="477"/>
                  <a:pt x="1247" y="483"/>
                  <a:pt x="1261" y="490"/>
                </a:cubicBezTo>
                <a:cubicBezTo>
                  <a:pt x="1273" y="496"/>
                  <a:pt x="1285" y="497"/>
                  <a:pt x="1298" y="491"/>
                </a:cubicBezTo>
                <a:cubicBezTo>
                  <a:pt x="1316" y="482"/>
                  <a:pt x="1326" y="464"/>
                  <a:pt x="1319" y="440"/>
                </a:cubicBezTo>
                <a:cubicBezTo>
                  <a:pt x="1308" y="403"/>
                  <a:pt x="1313" y="373"/>
                  <a:pt x="1348" y="351"/>
                </a:cubicBezTo>
                <a:cubicBezTo>
                  <a:pt x="1349" y="350"/>
                  <a:pt x="1350" y="349"/>
                  <a:pt x="1351" y="348"/>
                </a:cubicBezTo>
                <a:cubicBezTo>
                  <a:pt x="1365" y="336"/>
                  <a:pt x="1371" y="320"/>
                  <a:pt x="1365" y="302"/>
                </a:cubicBezTo>
                <a:cubicBezTo>
                  <a:pt x="1359" y="284"/>
                  <a:pt x="1345" y="276"/>
                  <a:pt x="1326" y="273"/>
                </a:cubicBezTo>
                <a:cubicBezTo>
                  <a:pt x="1312" y="271"/>
                  <a:pt x="1297" y="270"/>
                  <a:pt x="1282" y="267"/>
                </a:cubicBezTo>
                <a:cubicBezTo>
                  <a:pt x="1277" y="265"/>
                  <a:pt x="1270" y="261"/>
                  <a:pt x="1268" y="256"/>
                </a:cubicBezTo>
                <a:cubicBezTo>
                  <a:pt x="1259" y="242"/>
                  <a:pt x="1253" y="226"/>
                  <a:pt x="1245" y="211"/>
                </a:cubicBezTo>
                <a:cubicBezTo>
                  <a:pt x="1237" y="196"/>
                  <a:pt x="1225" y="188"/>
                  <a:pt x="1209" y="188"/>
                </a:cubicBezTo>
                <a:cubicBezTo>
                  <a:pt x="1191" y="188"/>
                  <a:pt x="1179" y="196"/>
                  <a:pt x="1171" y="210"/>
                </a:cubicBezTo>
                <a:close/>
                <a:moveTo>
                  <a:pt x="1231" y="284"/>
                </a:moveTo>
                <a:cubicBezTo>
                  <a:pt x="1238" y="299"/>
                  <a:pt x="1249" y="308"/>
                  <a:pt x="1265" y="310"/>
                </a:cubicBezTo>
                <a:cubicBezTo>
                  <a:pt x="1281" y="312"/>
                  <a:pt x="1297" y="315"/>
                  <a:pt x="1316" y="318"/>
                </a:cubicBezTo>
                <a:cubicBezTo>
                  <a:pt x="1304" y="330"/>
                  <a:pt x="1295" y="341"/>
                  <a:pt x="1284" y="350"/>
                </a:cubicBezTo>
                <a:cubicBezTo>
                  <a:pt x="1268" y="364"/>
                  <a:pt x="1263" y="380"/>
                  <a:pt x="1267" y="400"/>
                </a:cubicBezTo>
                <a:cubicBezTo>
                  <a:pt x="1270" y="414"/>
                  <a:pt x="1272" y="428"/>
                  <a:pt x="1275" y="446"/>
                </a:cubicBezTo>
                <a:cubicBezTo>
                  <a:pt x="1261" y="439"/>
                  <a:pt x="1251" y="435"/>
                  <a:pt x="1241" y="429"/>
                </a:cubicBezTo>
                <a:cubicBezTo>
                  <a:pt x="1218" y="414"/>
                  <a:pt x="1197" y="413"/>
                  <a:pt x="1174" y="428"/>
                </a:cubicBezTo>
                <a:cubicBezTo>
                  <a:pt x="1164" y="434"/>
                  <a:pt x="1153" y="439"/>
                  <a:pt x="1140" y="446"/>
                </a:cubicBezTo>
                <a:cubicBezTo>
                  <a:pt x="1143" y="427"/>
                  <a:pt x="1145" y="411"/>
                  <a:pt x="1148" y="395"/>
                </a:cubicBezTo>
                <a:cubicBezTo>
                  <a:pt x="1151" y="379"/>
                  <a:pt x="1147" y="365"/>
                  <a:pt x="1136" y="354"/>
                </a:cubicBezTo>
                <a:cubicBezTo>
                  <a:pt x="1124" y="342"/>
                  <a:pt x="1112" y="331"/>
                  <a:pt x="1098" y="317"/>
                </a:cubicBezTo>
                <a:cubicBezTo>
                  <a:pt x="1117" y="314"/>
                  <a:pt x="1133" y="311"/>
                  <a:pt x="1149" y="310"/>
                </a:cubicBezTo>
                <a:cubicBezTo>
                  <a:pt x="1166" y="308"/>
                  <a:pt x="1178" y="299"/>
                  <a:pt x="1185" y="284"/>
                </a:cubicBezTo>
                <a:cubicBezTo>
                  <a:pt x="1192" y="269"/>
                  <a:pt x="1200" y="255"/>
                  <a:pt x="1208" y="238"/>
                </a:cubicBezTo>
                <a:cubicBezTo>
                  <a:pt x="1216" y="255"/>
                  <a:pt x="1224" y="269"/>
                  <a:pt x="1231" y="284"/>
                </a:cubicBezTo>
                <a:close/>
                <a:moveTo>
                  <a:pt x="373" y="491"/>
                </a:moveTo>
                <a:cubicBezTo>
                  <a:pt x="388" y="484"/>
                  <a:pt x="403" y="476"/>
                  <a:pt x="418" y="467"/>
                </a:cubicBezTo>
                <a:cubicBezTo>
                  <a:pt x="426" y="463"/>
                  <a:pt x="432" y="462"/>
                  <a:pt x="440" y="467"/>
                </a:cubicBezTo>
                <a:cubicBezTo>
                  <a:pt x="454" y="476"/>
                  <a:pt x="470" y="483"/>
                  <a:pt x="485" y="490"/>
                </a:cubicBezTo>
                <a:cubicBezTo>
                  <a:pt x="500" y="498"/>
                  <a:pt x="514" y="496"/>
                  <a:pt x="527" y="486"/>
                </a:cubicBezTo>
                <a:cubicBezTo>
                  <a:pt x="540" y="476"/>
                  <a:pt x="545" y="462"/>
                  <a:pt x="542" y="446"/>
                </a:cubicBezTo>
                <a:cubicBezTo>
                  <a:pt x="540" y="433"/>
                  <a:pt x="539" y="421"/>
                  <a:pt x="536" y="409"/>
                </a:cubicBezTo>
                <a:cubicBezTo>
                  <a:pt x="531" y="393"/>
                  <a:pt x="534" y="381"/>
                  <a:pt x="548" y="370"/>
                </a:cubicBezTo>
                <a:cubicBezTo>
                  <a:pt x="558" y="363"/>
                  <a:pt x="566" y="353"/>
                  <a:pt x="575" y="344"/>
                </a:cubicBezTo>
                <a:cubicBezTo>
                  <a:pt x="587" y="332"/>
                  <a:pt x="591" y="317"/>
                  <a:pt x="585" y="300"/>
                </a:cubicBezTo>
                <a:cubicBezTo>
                  <a:pt x="579" y="284"/>
                  <a:pt x="567" y="275"/>
                  <a:pt x="550" y="273"/>
                </a:cubicBezTo>
                <a:cubicBezTo>
                  <a:pt x="535" y="271"/>
                  <a:pt x="520" y="268"/>
                  <a:pt x="504" y="267"/>
                </a:cubicBezTo>
                <a:cubicBezTo>
                  <a:pt x="495" y="266"/>
                  <a:pt x="490" y="263"/>
                  <a:pt x="486" y="254"/>
                </a:cubicBezTo>
                <a:cubicBezTo>
                  <a:pt x="480" y="239"/>
                  <a:pt x="472" y="225"/>
                  <a:pt x="465" y="211"/>
                </a:cubicBezTo>
                <a:cubicBezTo>
                  <a:pt x="457" y="196"/>
                  <a:pt x="445" y="188"/>
                  <a:pt x="428" y="188"/>
                </a:cubicBezTo>
                <a:cubicBezTo>
                  <a:pt x="411" y="188"/>
                  <a:pt x="398" y="196"/>
                  <a:pt x="391" y="211"/>
                </a:cubicBezTo>
                <a:cubicBezTo>
                  <a:pt x="384" y="226"/>
                  <a:pt x="376" y="240"/>
                  <a:pt x="370" y="254"/>
                </a:cubicBezTo>
                <a:cubicBezTo>
                  <a:pt x="366" y="262"/>
                  <a:pt x="361" y="267"/>
                  <a:pt x="352" y="268"/>
                </a:cubicBezTo>
                <a:cubicBezTo>
                  <a:pt x="336" y="269"/>
                  <a:pt x="319" y="272"/>
                  <a:pt x="303" y="275"/>
                </a:cubicBezTo>
                <a:cubicBezTo>
                  <a:pt x="287" y="278"/>
                  <a:pt x="275" y="288"/>
                  <a:pt x="271" y="304"/>
                </a:cubicBezTo>
                <a:cubicBezTo>
                  <a:pt x="266" y="320"/>
                  <a:pt x="271" y="334"/>
                  <a:pt x="282" y="345"/>
                </a:cubicBezTo>
                <a:cubicBezTo>
                  <a:pt x="293" y="356"/>
                  <a:pt x="305" y="368"/>
                  <a:pt x="317" y="378"/>
                </a:cubicBezTo>
                <a:cubicBezTo>
                  <a:pt x="323" y="384"/>
                  <a:pt x="326" y="390"/>
                  <a:pt x="323" y="399"/>
                </a:cubicBezTo>
                <a:cubicBezTo>
                  <a:pt x="320" y="417"/>
                  <a:pt x="317" y="435"/>
                  <a:pt x="315" y="449"/>
                </a:cubicBezTo>
                <a:cubicBezTo>
                  <a:pt x="314" y="484"/>
                  <a:pt x="344" y="504"/>
                  <a:pt x="373" y="491"/>
                </a:cubicBezTo>
                <a:close/>
                <a:moveTo>
                  <a:pt x="451" y="284"/>
                </a:moveTo>
                <a:cubicBezTo>
                  <a:pt x="458" y="299"/>
                  <a:pt x="470" y="308"/>
                  <a:pt x="487" y="310"/>
                </a:cubicBezTo>
                <a:cubicBezTo>
                  <a:pt x="503" y="311"/>
                  <a:pt x="518" y="314"/>
                  <a:pt x="538" y="317"/>
                </a:cubicBezTo>
                <a:cubicBezTo>
                  <a:pt x="525" y="330"/>
                  <a:pt x="515" y="341"/>
                  <a:pt x="503" y="351"/>
                </a:cubicBezTo>
                <a:cubicBezTo>
                  <a:pt x="489" y="364"/>
                  <a:pt x="484" y="380"/>
                  <a:pt x="488" y="400"/>
                </a:cubicBezTo>
                <a:cubicBezTo>
                  <a:pt x="492" y="414"/>
                  <a:pt x="494" y="429"/>
                  <a:pt x="496" y="446"/>
                </a:cubicBezTo>
                <a:cubicBezTo>
                  <a:pt x="480" y="437"/>
                  <a:pt x="465" y="430"/>
                  <a:pt x="451" y="422"/>
                </a:cubicBezTo>
                <a:cubicBezTo>
                  <a:pt x="436" y="414"/>
                  <a:pt x="421" y="415"/>
                  <a:pt x="406" y="423"/>
                </a:cubicBezTo>
                <a:cubicBezTo>
                  <a:pt x="392" y="431"/>
                  <a:pt x="378" y="438"/>
                  <a:pt x="361" y="447"/>
                </a:cubicBezTo>
                <a:cubicBezTo>
                  <a:pt x="364" y="429"/>
                  <a:pt x="366" y="415"/>
                  <a:pt x="369" y="401"/>
                </a:cubicBezTo>
                <a:cubicBezTo>
                  <a:pt x="373" y="381"/>
                  <a:pt x="368" y="365"/>
                  <a:pt x="353" y="351"/>
                </a:cubicBezTo>
                <a:cubicBezTo>
                  <a:pt x="342" y="341"/>
                  <a:pt x="333" y="329"/>
                  <a:pt x="323" y="317"/>
                </a:cubicBezTo>
                <a:cubicBezTo>
                  <a:pt x="335" y="316"/>
                  <a:pt x="348" y="313"/>
                  <a:pt x="361" y="312"/>
                </a:cubicBezTo>
                <a:cubicBezTo>
                  <a:pt x="384" y="310"/>
                  <a:pt x="400" y="299"/>
                  <a:pt x="409" y="277"/>
                </a:cubicBezTo>
                <a:cubicBezTo>
                  <a:pt x="414" y="265"/>
                  <a:pt x="421" y="253"/>
                  <a:pt x="428" y="238"/>
                </a:cubicBezTo>
                <a:cubicBezTo>
                  <a:pt x="436" y="255"/>
                  <a:pt x="444" y="269"/>
                  <a:pt x="451" y="284"/>
                </a:cubicBezTo>
                <a:close/>
                <a:moveTo>
                  <a:pt x="119" y="783"/>
                </a:moveTo>
                <a:cubicBezTo>
                  <a:pt x="134" y="783"/>
                  <a:pt x="144" y="773"/>
                  <a:pt x="144" y="760"/>
                </a:cubicBezTo>
                <a:cubicBezTo>
                  <a:pt x="144" y="748"/>
                  <a:pt x="134" y="738"/>
                  <a:pt x="119" y="738"/>
                </a:cubicBezTo>
                <a:cubicBezTo>
                  <a:pt x="89" y="738"/>
                  <a:pt x="58" y="738"/>
                  <a:pt x="28" y="738"/>
                </a:cubicBezTo>
                <a:cubicBezTo>
                  <a:pt x="12" y="738"/>
                  <a:pt x="3" y="747"/>
                  <a:pt x="3" y="761"/>
                </a:cubicBezTo>
                <a:cubicBezTo>
                  <a:pt x="3" y="774"/>
                  <a:pt x="13" y="783"/>
                  <a:pt x="28" y="783"/>
                </a:cubicBezTo>
                <a:cubicBezTo>
                  <a:pt x="43" y="783"/>
                  <a:pt x="58" y="783"/>
                  <a:pt x="73" y="783"/>
                </a:cubicBezTo>
                <a:cubicBezTo>
                  <a:pt x="88" y="783"/>
                  <a:pt x="104" y="783"/>
                  <a:pt x="119" y="78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" name="Freeform 41">
            <a:extLst>
              <a:ext uri="{FF2B5EF4-FFF2-40B4-BE49-F238E27FC236}">
                <a16:creationId xmlns:a16="http://schemas.microsoft.com/office/drawing/2014/main" id="{7EECF108-B56D-ED0C-60BF-76A9EF09D3AF}"/>
              </a:ext>
            </a:extLst>
          </p:cNvPr>
          <p:cNvSpPr>
            <a:spLocks noEditPoints="1"/>
          </p:cNvSpPr>
          <p:nvPr/>
        </p:nvSpPr>
        <p:spPr bwMode="auto">
          <a:xfrm>
            <a:off x="8410083" y="5798722"/>
            <a:ext cx="288884" cy="340649"/>
          </a:xfrm>
          <a:custGeom>
            <a:avLst/>
            <a:gdLst>
              <a:gd name="T0" fmla="*/ 0 w 200"/>
              <a:gd name="T1" fmla="*/ 185 h 236"/>
              <a:gd name="T2" fmla="*/ 9 w 200"/>
              <a:gd name="T3" fmla="*/ 100 h 236"/>
              <a:gd name="T4" fmla="*/ 149 w 200"/>
              <a:gd name="T5" fmla="*/ 190 h 236"/>
              <a:gd name="T6" fmla="*/ 149 w 200"/>
              <a:gd name="T7" fmla="*/ 9 h 236"/>
              <a:gd name="T8" fmla="*/ 9 w 200"/>
              <a:gd name="T9" fmla="*/ 61 h 236"/>
              <a:gd name="T10" fmla="*/ 0 w 200"/>
              <a:gd name="T11" fmla="*/ 14 h 236"/>
              <a:gd name="T12" fmla="*/ 163 w 200"/>
              <a:gd name="T13" fmla="*/ 14 h 236"/>
              <a:gd name="T14" fmla="*/ 8 w 200"/>
              <a:gd name="T15" fmla="*/ 85 h 236"/>
              <a:gd name="T16" fmla="*/ 4 w 200"/>
              <a:gd name="T17" fmla="*/ 77 h 236"/>
              <a:gd name="T18" fmla="*/ 1 w 200"/>
              <a:gd name="T19" fmla="*/ 85 h 236"/>
              <a:gd name="T20" fmla="*/ 26 w 200"/>
              <a:gd name="T21" fmla="*/ 216 h 236"/>
              <a:gd name="T22" fmla="*/ 23 w 200"/>
              <a:gd name="T23" fmla="*/ 208 h 236"/>
              <a:gd name="T24" fmla="*/ 19 w 200"/>
              <a:gd name="T25" fmla="*/ 216 h 236"/>
              <a:gd name="T26" fmla="*/ 181 w 200"/>
              <a:gd name="T27" fmla="*/ 204 h 236"/>
              <a:gd name="T28" fmla="*/ 172 w 200"/>
              <a:gd name="T29" fmla="*/ 23 h 236"/>
              <a:gd name="T30" fmla="*/ 41 w 200"/>
              <a:gd name="T31" fmla="*/ 208 h 236"/>
              <a:gd name="T32" fmla="*/ 167 w 200"/>
              <a:gd name="T33" fmla="*/ 218 h 236"/>
              <a:gd name="T34" fmla="*/ 200 w 200"/>
              <a:gd name="T35" fmla="*/ 42 h 236"/>
              <a:gd name="T36" fmla="*/ 190 w 200"/>
              <a:gd name="T37" fmla="*/ 222 h 236"/>
              <a:gd name="T38" fmla="*/ 37 w 200"/>
              <a:gd name="T39" fmla="*/ 231 h 236"/>
              <a:gd name="T40" fmla="*/ 200 w 200"/>
              <a:gd name="T41" fmla="*/ 222 h 236"/>
              <a:gd name="T42" fmla="*/ 74 w 200"/>
              <a:gd name="T43" fmla="*/ 34 h 236"/>
              <a:gd name="T44" fmla="*/ 25 w 200"/>
              <a:gd name="T45" fmla="*/ 83 h 236"/>
              <a:gd name="T46" fmla="*/ 79 w 200"/>
              <a:gd name="T47" fmla="*/ 83 h 236"/>
              <a:gd name="T48" fmla="*/ 70 w 200"/>
              <a:gd name="T49" fmla="*/ 78 h 236"/>
              <a:gd name="T50" fmla="*/ 44 w 200"/>
              <a:gd name="T51" fmla="*/ 131 h 236"/>
              <a:gd name="T52" fmla="*/ 53 w 200"/>
              <a:gd name="T53" fmla="*/ 109 h 236"/>
              <a:gd name="T54" fmla="*/ 29 w 200"/>
              <a:gd name="T55" fmla="*/ 115 h 236"/>
              <a:gd name="T56" fmla="*/ 41 w 200"/>
              <a:gd name="T57" fmla="*/ 132 h 236"/>
              <a:gd name="T58" fmla="*/ 140 w 200"/>
              <a:gd name="T59" fmla="*/ 119 h 236"/>
              <a:gd name="T60" fmla="*/ 77 w 200"/>
              <a:gd name="T61" fmla="*/ 119 h 236"/>
              <a:gd name="T62" fmla="*/ 140 w 200"/>
              <a:gd name="T63" fmla="*/ 119 h 236"/>
              <a:gd name="T64" fmla="*/ 100 w 200"/>
              <a:gd name="T65" fmla="*/ 34 h 236"/>
              <a:gd name="T66" fmla="*/ 132 w 200"/>
              <a:gd name="T67" fmla="*/ 43 h 236"/>
              <a:gd name="T68" fmla="*/ 132 w 200"/>
              <a:gd name="T69" fmla="*/ 56 h 236"/>
              <a:gd name="T70" fmla="*/ 100 w 200"/>
              <a:gd name="T71" fmla="*/ 65 h 236"/>
              <a:gd name="T72" fmla="*/ 137 w 200"/>
              <a:gd name="T73" fmla="*/ 83 h 236"/>
              <a:gd name="T74" fmla="*/ 96 w 200"/>
              <a:gd name="T75" fmla="*/ 83 h 236"/>
              <a:gd name="T76" fmla="*/ 137 w 200"/>
              <a:gd name="T77" fmla="*/ 83 h 236"/>
              <a:gd name="T78" fmla="*/ 59 w 200"/>
              <a:gd name="T79" fmla="*/ 144 h 236"/>
              <a:gd name="T80" fmla="*/ 35 w 200"/>
              <a:gd name="T81" fmla="*/ 150 h 236"/>
              <a:gd name="T82" fmla="*/ 37 w 200"/>
              <a:gd name="T83" fmla="*/ 166 h 236"/>
              <a:gd name="T84" fmla="*/ 44 w 200"/>
              <a:gd name="T85" fmla="*/ 166 h 236"/>
              <a:gd name="T86" fmla="*/ 81 w 200"/>
              <a:gd name="T87" fmla="*/ 150 h 236"/>
              <a:gd name="T88" fmla="*/ 135 w 200"/>
              <a:gd name="T89" fmla="*/ 159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00" h="236">
                <a:moveTo>
                  <a:pt x="149" y="199"/>
                </a:moveTo>
                <a:cubicBezTo>
                  <a:pt x="13" y="199"/>
                  <a:pt x="13" y="199"/>
                  <a:pt x="13" y="199"/>
                </a:cubicBezTo>
                <a:cubicBezTo>
                  <a:pt x="6" y="199"/>
                  <a:pt x="0" y="193"/>
                  <a:pt x="0" y="185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97"/>
                  <a:pt x="2" y="95"/>
                  <a:pt x="4" y="95"/>
                </a:cubicBezTo>
                <a:cubicBezTo>
                  <a:pt x="7" y="95"/>
                  <a:pt x="9" y="97"/>
                  <a:pt x="9" y="100"/>
                </a:cubicBezTo>
                <a:cubicBezTo>
                  <a:pt x="9" y="185"/>
                  <a:pt x="9" y="185"/>
                  <a:pt x="9" y="185"/>
                </a:cubicBezTo>
                <a:cubicBezTo>
                  <a:pt x="9" y="188"/>
                  <a:pt x="11" y="190"/>
                  <a:pt x="13" y="190"/>
                </a:cubicBezTo>
                <a:cubicBezTo>
                  <a:pt x="149" y="190"/>
                  <a:pt x="149" y="190"/>
                  <a:pt x="149" y="190"/>
                </a:cubicBezTo>
                <a:cubicBezTo>
                  <a:pt x="151" y="190"/>
                  <a:pt x="154" y="188"/>
                  <a:pt x="154" y="185"/>
                </a:cubicBezTo>
                <a:cubicBezTo>
                  <a:pt x="154" y="14"/>
                  <a:pt x="154" y="14"/>
                  <a:pt x="154" y="14"/>
                </a:cubicBezTo>
                <a:cubicBezTo>
                  <a:pt x="154" y="11"/>
                  <a:pt x="151" y="9"/>
                  <a:pt x="149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1" y="9"/>
                  <a:pt x="9" y="11"/>
                  <a:pt x="9" y="14"/>
                </a:cubicBezTo>
                <a:cubicBezTo>
                  <a:pt x="9" y="61"/>
                  <a:pt x="9" y="61"/>
                  <a:pt x="9" y="61"/>
                </a:cubicBezTo>
                <a:cubicBezTo>
                  <a:pt x="9" y="63"/>
                  <a:pt x="7" y="65"/>
                  <a:pt x="4" y="65"/>
                </a:cubicBezTo>
                <a:cubicBezTo>
                  <a:pt x="2" y="65"/>
                  <a:pt x="0" y="63"/>
                  <a:pt x="0" y="61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6"/>
                  <a:pt x="6" y="0"/>
                  <a:pt x="13" y="0"/>
                </a:cubicBezTo>
                <a:cubicBezTo>
                  <a:pt x="149" y="0"/>
                  <a:pt x="149" y="0"/>
                  <a:pt x="149" y="0"/>
                </a:cubicBezTo>
                <a:cubicBezTo>
                  <a:pt x="157" y="0"/>
                  <a:pt x="163" y="6"/>
                  <a:pt x="163" y="14"/>
                </a:cubicBezTo>
                <a:cubicBezTo>
                  <a:pt x="163" y="185"/>
                  <a:pt x="163" y="185"/>
                  <a:pt x="163" y="185"/>
                </a:cubicBezTo>
                <a:cubicBezTo>
                  <a:pt x="163" y="193"/>
                  <a:pt x="157" y="199"/>
                  <a:pt x="149" y="199"/>
                </a:cubicBezTo>
                <a:close/>
                <a:moveTo>
                  <a:pt x="8" y="85"/>
                </a:moveTo>
                <a:cubicBezTo>
                  <a:pt x="8" y="84"/>
                  <a:pt x="9" y="83"/>
                  <a:pt x="9" y="81"/>
                </a:cubicBezTo>
                <a:cubicBezTo>
                  <a:pt x="9" y="80"/>
                  <a:pt x="8" y="79"/>
                  <a:pt x="8" y="78"/>
                </a:cubicBezTo>
                <a:cubicBezTo>
                  <a:pt x="7" y="77"/>
                  <a:pt x="5" y="77"/>
                  <a:pt x="4" y="77"/>
                </a:cubicBezTo>
                <a:cubicBezTo>
                  <a:pt x="3" y="77"/>
                  <a:pt x="2" y="77"/>
                  <a:pt x="1" y="78"/>
                </a:cubicBezTo>
                <a:cubicBezTo>
                  <a:pt x="0" y="79"/>
                  <a:pt x="0" y="80"/>
                  <a:pt x="0" y="81"/>
                </a:cubicBezTo>
                <a:cubicBezTo>
                  <a:pt x="0" y="83"/>
                  <a:pt x="0" y="84"/>
                  <a:pt x="1" y="85"/>
                </a:cubicBezTo>
                <a:cubicBezTo>
                  <a:pt x="2" y="86"/>
                  <a:pt x="3" y="86"/>
                  <a:pt x="4" y="86"/>
                </a:cubicBezTo>
                <a:cubicBezTo>
                  <a:pt x="5" y="86"/>
                  <a:pt x="7" y="86"/>
                  <a:pt x="8" y="85"/>
                </a:cubicBezTo>
                <a:close/>
                <a:moveTo>
                  <a:pt x="26" y="216"/>
                </a:moveTo>
                <a:cubicBezTo>
                  <a:pt x="27" y="215"/>
                  <a:pt x="27" y="214"/>
                  <a:pt x="27" y="213"/>
                </a:cubicBezTo>
                <a:cubicBezTo>
                  <a:pt x="27" y="212"/>
                  <a:pt x="27" y="211"/>
                  <a:pt x="26" y="210"/>
                </a:cubicBezTo>
                <a:cubicBezTo>
                  <a:pt x="25" y="209"/>
                  <a:pt x="24" y="208"/>
                  <a:pt x="23" y="208"/>
                </a:cubicBezTo>
                <a:cubicBezTo>
                  <a:pt x="22" y="208"/>
                  <a:pt x="20" y="209"/>
                  <a:pt x="19" y="210"/>
                </a:cubicBezTo>
                <a:cubicBezTo>
                  <a:pt x="19" y="211"/>
                  <a:pt x="18" y="212"/>
                  <a:pt x="18" y="213"/>
                </a:cubicBezTo>
                <a:cubicBezTo>
                  <a:pt x="18" y="214"/>
                  <a:pt x="19" y="215"/>
                  <a:pt x="19" y="216"/>
                </a:cubicBezTo>
                <a:cubicBezTo>
                  <a:pt x="20" y="217"/>
                  <a:pt x="22" y="218"/>
                  <a:pt x="23" y="218"/>
                </a:cubicBezTo>
                <a:cubicBezTo>
                  <a:pt x="24" y="218"/>
                  <a:pt x="25" y="217"/>
                  <a:pt x="26" y="216"/>
                </a:cubicBezTo>
                <a:close/>
                <a:moveTo>
                  <a:pt x="181" y="204"/>
                </a:moveTo>
                <a:cubicBezTo>
                  <a:pt x="181" y="23"/>
                  <a:pt x="181" y="23"/>
                  <a:pt x="181" y="23"/>
                </a:cubicBezTo>
                <a:cubicBezTo>
                  <a:pt x="181" y="21"/>
                  <a:pt x="179" y="19"/>
                  <a:pt x="177" y="19"/>
                </a:cubicBezTo>
                <a:cubicBezTo>
                  <a:pt x="174" y="19"/>
                  <a:pt x="172" y="21"/>
                  <a:pt x="172" y="23"/>
                </a:cubicBezTo>
                <a:cubicBezTo>
                  <a:pt x="172" y="204"/>
                  <a:pt x="172" y="204"/>
                  <a:pt x="172" y="204"/>
                </a:cubicBezTo>
                <a:cubicBezTo>
                  <a:pt x="172" y="206"/>
                  <a:pt x="170" y="208"/>
                  <a:pt x="167" y="208"/>
                </a:cubicBezTo>
                <a:cubicBezTo>
                  <a:pt x="41" y="208"/>
                  <a:pt x="41" y="208"/>
                  <a:pt x="41" y="208"/>
                </a:cubicBezTo>
                <a:cubicBezTo>
                  <a:pt x="39" y="208"/>
                  <a:pt x="37" y="210"/>
                  <a:pt x="37" y="213"/>
                </a:cubicBezTo>
                <a:cubicBezTo>
                  <a:pt x="37" y="215"/>
                  <a:pt x="39" y="218"/>
                  <a:pt x="41" y="218"/>
                </a:cubicBezTo>
                <a:cubicBezTo>
                  <a:pt x="167" y="218"/>
                  <a:pt x="167" y="218"/>
                  <a:pt x="167" y="218"/>
                </a:cubicBezTo>
                <a:cubicBezTo>
                  <a:pt x="175" y="218"/>
                  <a:pt x="181" y="211"/>
                  <a:pt x="181" y="204"/>
                </a:cubicBezTo>
                <a:close/>
                <a:moveTo>
                  <a:pt x="200" y="222"/>
                </a:moveTo>
                <a:cubicBezTo>
                  <a:pt x="200" y="42"/>
                  <a:pt x="200" y="42"/>
                  <a:pt x="200" y="42"/>
                </a:cubicBezTo>
                <a:cubicBezTo>
                  <a:pt x="200" y="39"/>
                  <a:pt x="198" y="37"/>
                  <a:pt x="195" y="37"/>
                </a:cubicBezTo>
                <a:cubicBezTo>
                  <a:pt x="193" y="37"/>
                  <a:pt x="190" y="39"/>
                  <a:pt x="190" y="42"/>
                </a:cubicBezTo>
                <a:cubicBezTo>
                  <a:pt x="190" y="222"/>
                  <a:pt x="190" y="222"/>
                  <a:pt x="190" y="222"/>
                </a:cubicBezTo>
                <a:cubicBezTo>
                  <a:pt x="190" y="225"/>
                  <a:pt x="188" y="227"/>
                  <a:pt x="186" y="227"/>
                </a:cubicBezTo>
                <a:cubicBezTo>
                  <a:pt x="41" y="227"/>
                  <a:pt x="41" y="227"/>
                  <a:pt x="41" y="227"/>
                </a:cubicBezTo>
                <a:cubicBezTo>
                  <a:pt x="39" y="227"/>
                  <a:pt x="37" y="229"/>
                  <a:pt x="37" y="231"/>
                </a:cubicBezTo>
                <a:cubicBezTo>
                  <a:pt x="37" y="234"/>
                  <a:pt x="39" y="236"/>
                  <a:pt x="41" y="236"/>
                </a:cubicBezTo>
                <a:cubicBezTo>
                  <a:pt x="186" y="236"/>
                  <a:pt x="186" y="236"/>
                  <a:pt x="186" y="236"/>
                </a:cubicBezTo>
                <a:cubicBezTo>
                  <a:pt x="193" y="236"/>
                  <a:pt x="200" y="230"/>
                  <a:pt x="200" y="222"/>
                </a:cubicBezTo>
                <a:close/>
                <a:moveTo>
                  <a:pt x="79" y="83"/>
                </a:moveTo>
                <a:cubicBezTo>
                  <a:pt x="79" y="39"/>
                  <a:pt x="79" y="39"/>
                  <a:pt x="79" y="39"/>
                </a:cubicBezTo>
                <a:cubicBezTo>
                  <a:pt x="79" y="36"/>
                  <a:pt x="77" y="34"/>
                  <a:pt x="74" y="34"/>
                </a:cubicBezTo>
                <a:cubicBezTo>
                  <a:pt x="30" y="34"/>
                  <a:pt x="30" y="34"/>
                  <a:pt x="30" y="34"/>
                </a:cubicBezTo>
                <a:cubicBezTo>
                  <a:pt x="28" y="34"/>
                  <a:pt x="25" y="36"/>
                  <a:pt x="25" y="39"/>
                </a:cubicBezTo>
                <a:cubicBezTo>
                  <a:pt x="25" y="83"/>
                  <a:pt x="25" y="83"/>
                  <a:pt x="25" y="83"/>
                </a:cubicBezTo>
                <a:cubicBezTo>
                  <a:pt x="25" y="86"/>
                  <a:pt x="28" y="88"/>
                  <a:pt x="30" y="88"/>
                </a:cubicBezTo>
                <a:cubicBezTo>
                  <a:pt x="74" y="88"/>
                  <a:pt x="74" y="88"/>
                  <a:pt x="74" y="88"/>
                </a:cubicBezTo>
                <a:cubicBezTo>
                  <a:pt x="77" y="88"/>
                  <a:pt x="79" y="86"/>
                  <a:pt x="79" y="83"/>
                </a:cubicBezTo>
                <a:close/>
                <a:moveTo>
                  <a:pt x="35" y="43"/>
                </a:moveTo>
                <a:cubicBezTo>
                  <a:pt x="70" y="43"/>
                  <a:pt x="70" y="43"/>
                  <a:pt x="70" y="43"/>
                </a:cubicBezTo>
                <a:cubicBezTo>
                  <a:pt x="70" y="78"/>
                  <a:pt x="70" y="78"/>
                  <a:pt x="70" y="78"/>
                </a:cubicBezTo>
                <a:cubicBezTo>
                  <a:pt x="35" y="78"/>
                  <a:pt x="35" y="78"/>
                  <a:pt x="35" y="78"/>
                </a:cubicBezTo>
                <a:lnTo>
                  <a:pt x="35" y="43"/>
                </a:lnTo>
                <a:close/>
                <a:moveTo>
                  <a:pt x="44" y="131"/>
                </a:moveTo>
                <a:cubicBezTo>
                  <a:pt x="59" y="115"/>
                  <a:pt x="59" y="115"/>
                  <a:pt x="59" y="115"/>
                </a:cubicBezTo>
                <a:cubicBezTo>
                  <a:pt x="61" y="113"/>
                  <a:pt x="61" y="110"/>
                  <a:pt x="59" y="109"/>
                </a:cubicBezTo>
                <a:cubicBezTo>
                  <a:pt x="58" y="107"/>
                  <a:pt x="55" y="107"/>
                  <a:pt x="53" y="109"/>
                </a:cubicBezTo>
                <a:cubicBezTo>
                  <a:pt x="41" y="121"/>
                  <a:pt x="41" y="121"/>
                  <a:pt x="41" y="121"/>
                </a:cubicBezTo>
                <a:cubicBezTo>
                  <a:pt x="35" y="115"/>
                  <a:pt x="35" y="115"/>
                  <a:pt x="35" y="115"/>
                </a:cubicBezTo>
                <a:cubicBezTo>
                  <a:pt x="33" y="113"/>
                  <a:pt x="30" y="113"/>
                  <a:pt x="29" y="115"/>
                </a:cubicBezTo>
                <a:cubicBezTo>
                  <a:pt x="27" y="117"/>
                  <a:pt x="27" y="120"/>
                  <a:pt x="29" y="122"/>
                </a:cubicBezTo>
                <a:cubicBezTo>
                  <a:pt x="37" y="131"/>
                  <a:pt x="37" y="131"/>
                  <a:pt x="37" y="131"/>
                </a:cubicBezTo>
                <a:cubicBezTo>
                  <a:pt x="38" y="131"/>
                  <a:pt x="40" y="132"/>
                  <a:pt x="41" y="132"/>
                </a:cubicBezTo>
                <a:cubicBezTo>
                  <a:pt x="41" y="132"/>
                  <a:pt x="41" y="132"/>
                  <a:pt x="41" y="132"/>
                </a:cubicBezTo>
                <a:cubicBezTo>
                  <a:pt x="42" y="132"/>
                  <a:pt x="43" y="131"/>
                  <a:pt x="44" y="131"/>
                </a:cubicBezTo>
                <a:close/>
                <a:moveTo>
                  <a:pt x="140" y="119"/>
                </a:moveTo>
                <a:cubicBezTo>
                  <a:pt x="140" y="117"/>
                  <a:pt x="138" y="115"/>
                  <a:pt x="135" y="11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79" y="115"/>
                  <a:pt x="77" y="117"/>
                  <a:pt x="77" y="119"/>
                </a:cubicBezTo>
                <a:cubicBezTo>
                  <a:pt x="77" y="122"/>
                  <a:pt x="79" y="124"/>
                  <a:pt x="81" y="124"/>
                </a:cubicBezTo>
                <a:cubicBezTo>
                  <a:pt x="135" y="124"/>
                  <a:pt x="135" y="124"/>
                  <a:pt x="135" y="124"/>
                </a:cubicBezTo>
                <a:cubicBezTo>
                  <a:pt x="138" y="124"/>
                  <a:pt x="140" y="122"/>
                  <a:pt x="140" y="119"/>
                </a:cubicBezTo>
                <a:close/>
                <a:moveTo>
                  <a:pt x="137" y="39"/>
                </a:moveTo>
                <a:cubicBezTo>
                  <a:pt x="137" y="36"/>
                  <a:pt x="135" y="34"/>
                  <a:pt x="132" y="34"/>
                </a:cubicBezTo>
                <a:cubicBezTo>
                  <a:pt x="100" y="34"/>
                  <a:pt x="100" y="34"/>
                  <a:pt x="100" y="34"/>
                </a:cubicBezTo>
                <a:cubicBezTo>
                  <a:pt x="98" y="34"/>
                  <a:pt x="96" y="36"/>
                  <a:pt x="96" y="39"/>
                </a:cubicBezTo>
                <a:cubicBezTo>
                  <a:pt x="96" y="41"/>
                  <a:pt x="98" y="43"/>
                  <a:pt x="100" y="43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5" y="43"/>
                  <a:pt x="137" y="41"/>
                  <a:pt x="137" y="39"/>
                </a:cubicBezTo>
                <a:close/>
                <a:moveTo>
                  <a:pt x="137" y="61"/>
                </a:moveTo>
                <a:cubicBezTo>
                  <a:pt x="137" y="58"/>
                  <a:pt x="135" y="56"/>
                  <a:pt x="132" y="56"/>
                </a:cubicBezTo>
                <a:cubicBezTo>
                  <a:pt x="100" y="56"/>
                  <a:pt x="100" y="56"/>
                  <a:pt x="100" y="56"/>
                </a:cubicBezTo>
                <a:cubicBezTo>
                  <a:pt x="98" y="56"/>
                  <a:pt x="96" y="58"/>
                  <a:pt x="96" y="61"/>
                </a:cubicBezTo>
                <a:cubicBezTo>
                  <a:pt x="96" y="63"/>
                  <a:pt x="98" y="65"/>
                  <a:pt x="100" y="65"/>
                </a:cubicBezTo>
                <a:cubicBezTo>
                  <a:pt x="132" y="65"/>
                  <a:pt x="132" y="65"/>
                  <a:pt x="132" y="65"/>
                </a:cubicBezTo>
                <a:cubicBezTo>
                  <a:pt x="135" y="65"/>
                  <a:pt x="137" y="63"/>
                  <a:pt x="137" y="61"/>
                </a:cubicBezTo>
                <a:close/>
                <a:moveTo>
                  <a:pt x="137" y="83"/>
                </a:moveTo>
                <a:cubicBezTo>
                  <a:pt x="137" y="80"/>
                  <a:pt x="135" y="78"/>
                  <a:pt x="132" y="78"/>
                </a:cubicBezTo>
                <a:cubicBezTo>
                  <a:pt x="100" y="78"/>
                  <a:pt x="100" y="78"/>
                  <a:pt x="100" y="78"/>
                </a:cubicBezTo>
                <a:cubicBezTo>
                  <a:pt x="98" y="78"/>
                  <a:pt x="96" y="80"/>
                  <a:pt x="96" y="83"/>
                </a:cubicBezTo>
                <a:cubicBezTo>
                  <a:pt x="96" y="86"/>
                  <a:pt x="98" y="88"/>
                  <a:pt x="100" y="88"/>
                </a:cubicBezTo>
                <a:cubicBezTo>
                  <a:pt x="132" y="88"/>
                  <a:pt x="132" y="88"/>
                  <a:pt x="132" y="88"/>
                </a:cubicBezTo>
                <a:cubicBezTo>
                  <a:pt x="135" y="88"/>
                  <a:pt x="137" y="86"/>
                  <a:pt x="137" y="83"/>
                </a:cubicBezTo>
                <a:close/>
                <a:moveTo>
                  <a:pt x="44" y="166"/>
                </a:moveTo>
                <a:cubicBezTo>
                  <a:pt x="59" y="150"/>
                  <a:pt x="59" y="150"/>
                  <a:pt x="59" y="150"/>
                </a:cubicBezTo>
                <a:cubicBezTo>
                  <a:pt x="61" y="148"/>
                  <a:pt x="61" y="145"/>
                  <a:pt x="59" y="144"/>
                </a:cubicBezTo>
                <a:cubicBezTo>
                  <a:pt x="58" y="142"/>
                  <a:pt x="55" y="142"/>
                  <a:pt x="53" y="144"/>
                </a:cubicBezTo>
                <a:cubicBezTo>
                  <a:pt x="41" y="156"/>
                  <a:pt x="41" y="156"/>
                  <a:pt x="41" y="156"/>
                </a:cubicBezTo>
                <a:cubicBezTo>
                  <a:pt x="35" y="150"/>
                  <a:pt x="35" y="150"/>
                  <a:pt x="35" y="150"/>
                </a:cubicBezTo>
                <a:cubicBezTo>
                  <a:pt x="33" y="148"/>
                  <a:pt x="30" y="148"/>
                  <a:pt x="29" y="150"/>
                </a:cubicBezTo>
                <a:cubicBezTo>
                  <a:pt x="27" y="152"/>
                  <a:pt x="27" y="155"/>
                  <a:pt x="29" y="157"/>
                </a:cubicBezTo>
                <a:cubicBezTo>
                  <a:pt x="37" y="166"/>
                  <a:pt x="37" y="166"/>
                  <a:pt x="37" y="166"/>
                </a:cubicBezTo>
                <a:cubicBezTo>
                  <a:pt x="38" y="167"/>
                  <a:pt x="40" y="167"/>
                  <a:pt x="41" y="167"/>
                </a:cubicBezTo>
                <a:cubicBezTo>
                  <a:pt x="41" y="167"/>
                  <a:pt x="41" y="167"/>
                  <a:pt x="41" y="167"/>
                </a:cubicBezTo>
                <a:cubicBezTo>
                  <a:pt x="42" y="167"/>
                  <a:pt x="43" y="167"/>
                  <a:pt x="44" y="166"/>
                </a:cubicBezTo>
                <a:close/>
                <a:moveTo>
                  <a:pt x="140" y="154"/>
                </a:moveTo>
                <a:cubicBezTo>
                  <a:pt x="140" y="152"/>
                  <a:pt x="138" y="150"/>
                  <a:pt x="135" y="150"/>
                </a:cubicBezTo>
                <a:cubicBezTo>
                  <a:pt x="81" y="150"/>
                  <a:pt x="81" y="150"/>
                  <a:pt x="81" y="150"/>
                </a:cubicBezTo>
                <a:cubicBezTo>
                  <a:pt x="79" y="150"/>
                  <a:pt x="77" y="152"/>
                  <a:pt x="77" y="154"/>
                </a:cubicBezTo>
                <a:cubicBezTo>
                  <a:pt x="77" y="157"/>
                  <a:pt x="79" y="159"/>
                  <a:pt x="81" y="159"/>
                </a:cubicBezTo>
                <a:cubicBezTo>
                  <a:pt x="135" y="159"/>
                  <a:pt x="135" y="159"/>
                  <a:pt x="135" y="159"/>
                </a:cubicBezTo>
                <a:cubicBezTo>
                  <a:pt x="138" y="159"/>
                  <a:pt x="140" y="157"/>
                  <a:pt x="140" y="15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138">
            <a:extLst>
              <a:ext uri="{FF2B5EF4-FFF2-40B4-BE49-F238E27FC236}">
                <a16:creationId xmlns:a16="http://schemas.microsoft.com/office/drawing/2014/main" id="{473C35CF-639A-412C-A566-BE1B55B8B22A}"/>
              </a:ext>
            </a:extLst>
          </p:cNvPr>
          <p:cNvSpPr>
            <a:spLocks noEditPoints="1"/>
          </p:cNvSpPr>
          <p:nvPr/>
        </p:nvSpPr>
        <p:spPr bwMode="auto">
          <a:xfrm>
            <a:off x="10241344" y="5219183"/>
            <a:ext cx="302421" cy="311062"/>
          </a:xfrm>
          <a:custGeom>
            <a:avLst/>
            <a:gdLst>
              <a:gd name="T0" fmla="*/ 101 w 202"/>
              <a:gd name="T1" fmla="*/ 50 h 208"/>
              <a:gd name="T2" fmla="*/ 97 w 202"/>
              <a:gd name="T3" fmla="*/ 54 h 208"/>
              <a:gd name="T4" fmla="*/ 97 w 202"/>
              <a:gd name="T5" fmla="*/ 107 h 208"/>
              <a:gd name="T6" fmla="*/ 101 w 202"/>
              <a:gd name="T7" fmla="*/ 111 h 208"/>
              <a:gd name="T8" fmla="*/ 128 w 202"/>
              <a:gd name="T9" fmla="*/ 111 h 208"/>
              <a:gd name="T10" fmla="*/ 132 w 202"/>
              <a:gd name="T11" fmla="*/ 107 h 208"/>
              <a:gd name="T12" fmla="*/ 128 w 202"/>
              <a:gd name="T13" fmla="*/ 103 h 208"/>
              <a:gd name="T14" fmla="*/ 105 w 202"/>
              <a:gd name="T15" fmla="*/ 103 h 208"/>
              <a:gd name="T16" fmla="*/ 105 w 202"/>
              <a:gd name="T17" fmla="*/ 54 h 208"/>
              <a:gd name="T18" fmla="*/ 101 w 202"/>
              <a:gd name="T19" fmla="*/ 50 h 208"/>
              <a:gd name="T20" fmla="*/ 69 w 202"/>
              <a:gd name="T21" fmla="*/ 2 h 208"/>
              <a:gd name="T22" fmla="*/ 72 w 202"/>
              <a:gd name="T23" fmla="*/ 0 h 208"/>
              <a:gd name="T24" fmla="*/ 74 w 202"/>
              <a:gd name="T25" fmla="*/ 2 h 208"/>
              <a:gd name="T26" fmla="*/ 77 w 202"/>
              <a:gd name="T27" fmla="*/ 9 h 208"/>
              <a:gd name="T28" fmla="*/ 78 w 202"/>
              <a:gd name="T29" fmla="*/ 9 h 208"/>
              <a:gd name="T30" fmla="*/ 101 w 202"/>
              <a:gd name="T31" fmla="*/ 6 h 208"/>
              <a:gd name="T32" fmla="*/ 202 w 202"/>
              <a:gd name="T33" fmla="*/ 107 h 208"/>
              <a:gd name="T34" fmla="*/ 101 w 202"/>
              <a:gd name="T35" fmla="*/ 208 h 208"/>
              <a:gd name="T36" fmla="*/ 0 w 202"/>
              <a:gd name="T37" fmla="*/ 107 h 208"/>
              <a:gd name="T38" fmla="*/ 4 w 202"/>
              <a:gd name="T39" fmla="*/ 103 h 208"/>
              <a:gd name="T40" fmla="*/ 8 w 202"/>
              <a:gd name="T41" fmla="*/ 107 h 208"/>
              <a:gd name="T42" fmla="*/ 101 w 202"/>
              <a:gd name="T43" fmla="*/ 200 h 208"/>
              <a:gd name="T44" fmla="*/ 195 w 202"/>
              <a:gd name="T45" fmla="*/ 107 h 208"/>
              <a:gd name="T46" fmla="*/ 101 w 202"/>
              <a:gd name="T47" fmla="*/ 14 h 208"/>
              <a:gd name="T48" fmla="*/ 81 w 202"/>
              <a:gd name="T49" fmla="*/ 17 h 208"/>
              <a:gd name="T50" fmla="*/ 80 w 202"/>
              <a:gd name="T51" fmla="*/ 17 h 208"/>
              <a:gd name="T52" fmla="*/ 83 w 202"/>
              <a:gd name="T53" fmla="*/ 23 h 208"/>
              <a:gd name="T54" fmla="*/ 82 w 202"/>
              <a:gd name="T55" fmla="*/ 26 h 208"/>
              <a:gd name="T56" fmla="*/ 80 w 202"/>
              <a:gd name="T57" fmla="*/ 27 h 208"/>
              <a:gd name="T58" fmla="*/ 57 w 202"/>
              <a:gd name="T59" fmla="*/ 24 h 208"/>
              <a:gd name="T60" fmla="*/ 55 w 202"/>
              <a:gd name="T61" fmla="*/ 22 h 208"/>
              <a:gd name="T62" fmla="*/ 55 w 202"/>
              <a:gd name="T63" fmla="*/ 19 h 208"/>
              <a:gd name="T64" fmla="*/ 69 w 202"/>
              <a:gd name="T65" fmla="*/ 2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02" h="208">
                <a:moveTo>
                  <a:pt x="101" y="50"/>
                </a:moveTo>
                <a:cubicBezTo>
                  <a:pt x="99" y="50"/>
                  <a:pt x="97" y="52"/>
                  <a:pt x="97" y="54"/>
                </a:cubicBezTo>
                <a:cubicBezTo>
                  <a:pt x="97" y="107"/>
                  <a:pt x="97" y="107"/>
                  <a:pt x="97" y="107"/>
                </a:cubicBezTo>
                <a:cubicBezTo>
                  <a:pt x="97" y="110"/>
                  <a:pt x="99" y="111"/>
                  <a:pt x="101" y="111"/>
                </a:cubicBezTo>
                <a:cubicBezTo>
                  <a:pt x="128" y="111"/>
                  <a:pt x="128" y="111"/>
                  <a:pt x="128" y="111"/>
                </a:cubicBezTo>
                <a:cubicBezTo>
                  <a:pt x="131" y="111"/>
                  <a:pt x="132" y="110"/>
                  <a:pt x="132" y="107"/>
                </a:cubicBezTo>
                <a:cubicBezTo>
                  <a:pt x="132" y="105"/>
                  <a:pt x="131" y="103"/>
                  <a:pt x="128" y="103"/>
                </a:cubicBezTo>
                <a:cubicBezTo>
                  <a:pt x="105" y="103"/>
                  <a:pt x="105" y="103"/>
                  <a:pt x="105" y="103"/>
                </a:cubicBezTo>
                <a:cubicBezTo>
                  <a:pt x="105" y="54"/>
                  <a:pt x="105" y="54"/>
                  <a:pt x="105" y="54"/>
                </a:cubicBezTo>
                <a:cubicBezTo>
                  <a:pt x="105" y="52"/>
                  <a:pt x="104" y="50"/>
                  <a:pt x="101" y="50"/>
                </a:cubicBezTo>
                <a:close/>
                <a:moveTo>
                  <a:pt x="69" y="2"/>
                </a:moveTo>
                <a:cubicBezTo>
                  <a:pt x="70" y="1"/>
                  <a:pt x="71" y="0"/>
                  <a:pt x="72" y="0"/>
                </a:cubicBezTo>
                <a:cubicBezTo>
                  <a:pt x="73" y="1"/>
                  <a:pt x="74" y="1"/>
                  <a:pt x="74" y="2"/>
                </a:cubicBezTo>
                <a:cubicBezTo>
                  <a:pt x="77" y="9"/>
                  <a:pt x="77" y="9"/>
                  <a:pt x="77" y="9"/>
                </a:cubicBezTo>
                <a:cubicBezTo>
                  <a:pt x="78" y="9"/>
                  <a:pt x="78" y="9"/>
                  <a:pt x="78" y="9"/>
                </a:cubicBezTo>
                <a:cubicBezTo>
                  <a:pt x="86" y="7"/>
                  <a:pt x="94" y="6"/>
                  <a:pt x="101" y="6"/>
                </a:cubicBezTo>
                <a:cubicBezTo>
                  <a:pt x="157" y="6"/>
                  <a:pt x="202" y="52"/>
                  <a:pt x="202" y="107"/>
                </a:cubicBezTo>
                <a:cubicBezTo>
                  <a:pt x="202" y="163"/>
                  <a:pt x="157" y="208"/>
                  <a:pt x="101" y="208"/>
                </a:cubicBezTo>
                <a:cubicBezTo>
                  <a:pt x="46" y="208"/>
                  <a:pt x="0" y="163"/>
                  <a:pt x="0" y="107"/>
                </a:cubicBezTo>
                <a:cubicBezTo>
                  <a:pt x="0" y="105"/>
                  <a:pt x="2" y="103"/>
                  <a:pt x="4" y="103"/>
                </a:cubicBezTo>
                <a:cubicBezTo>
                  <a:pt x="7" y="103"/>
                  <a:pt x="8" y="105"/>
                  <a:pt x="8" y="107"/>
                </a:cubicBezTo>
                <a:cubicBezTo>
                  <a:pt x="8" y="159"/>
                  <a:pt x="50" y="200"/>
                  <a:pt x="101" y="200"/>
                </a:cubicBezTo>
                <a:cubicBezTo>
                  <a:pt x="153" y="200"/>
                  <a:pt x="195" y="159"/>
                  <a:pt x="195" y="107"/>
                </a:cubicBezTo>
                <a:cubicBezTo>
                  <a:pt x="195" y="56"/>
                  <a:pt x="153" y="14"/>
                  <a:pt x="101" y="14"/>
                </a:cubicBezTo>
                <a:cubicBezTo>
                  <a:pt x="95" y="14"/>
                  <a:pt x="88" y="15"/>
                  <a:pt x="81" y="17"/>
                </a:cubicBezTo>
                <a:cubicBezTo>
                  <a:pt x="80" y="17"/>
                  <a:pt x="80" y="17"/>
                  <a:pt x="80" y="17"/>
                </a:cubicBezTo>
                <a:cubicBezTo>
                  <a:pt x="83" y="23"/>
                  <a:pt x="83" y="23"/>
                  <a:pt x="83" y="23"/>
                </a:cubicBezTo>
                <a:cubicBezTo>
                  <a:pt x="83" y="24"/>
                  <a:pt x="83" y="25"/>
                  <a:pt x="82" y="26"/>
                </a:cubicBezTo>
                <a:cubicBezTo>
                  <a:pt x="82" y="27"/>
                  <a:pt x="81" y="27"/>
                  <a:pt x="80" y="27"/>
                </a:cubicBezTo>
                <a:cubicBezTo>
                  <a:pt x="57" y="24"/>
                  <a:pt x="57" y="24"/>
                  <a:pt x="57" y="24"/>
                </a:cubicBezTo>
                <a:cubicBezTo>
                  <a:pt x="56" y="24"/>
                  <a:pt x="55" y="23"/>
                  <a:pt x="55" y="22"/>
                </a:cubicBezTo>
                <a:cubicBezTo>
                  <a:pt x="54" y="21"/>
                  <a:pt x="55" y="20"/>
                  <a:pt x="55" y="19"/>
                </a:cubicBezTo>
                <a:lnTo>
                  <a:pt x="69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33">
            <a:extLst>
              <a:ext uri="{FF2B5EF4-FFF2-40B4-BE49-F238E27FC236}">
                <a16:creationId xmlns:a16="http://schemas.microsoft.com/office/drawing/2014/main" id="{2DA39B04-F809-5108-CD7E-AD2147AF6A7E}"/>
              </a:ext>
            </a:extLst>
          </p:cNvPr>
          <p:cNvSpPr>
            <a:spLocks noEditPoints="1"/>
          </p:cNvSpPr>
          <p:nvPr/>
        </p:nvSpPr>
        <p:spPr bwMode="auto">
          <a:xfrm>
            <a:off x="10241876" y="5792700"/>
            <a:ext cx="301356" cy="352693"/>
          </a:xfrm>
          <a:custGeom>
            <a:avLst/>
            <a:gdLst>
              <a:gd name="T0" fmla="*/ 135 w 1312"/>
              <a:gd name="T1" fmla="*/ 1502 h 1536"/>
              <a:gd name="T2" fmla="*/ 136 w 1312"/>
              <a:gd name="T3" fmla="*/ 588 h 1536"/>
              <a:gd name="T4" fmla="*/ 7 w 1312"/>
              <a:gd name="T5" fmla="*/ 565 h 1536"/>
              <a:gd name="T6" fmla="*/ 18 w 1312"/>
              <a:gd name="T7" fmla="*/ 520 h 1536"/>
              <a:gd name="T8" fmla="*/ 381 w 1312"/>
              <a:gd name="T9" fmla="*/ 184 h 1536"/>
              <a:gd name="T10" fmla="*/ 430 w 1312"/>
              <a:gd name="T11" fmla="*/ 236 h 1536"/>
              <a:gd name="T12" fmla="*/ 505 w 1312"/>
              <a:gd name="T13" fmla="*/ 164 h 1536"/>
              <a:gd name="T14" fmla="*/ 520 w 1312"/>
              <a:gd name="T15" fmla="*/ 200 h 1536"/>
              <a:gd name="T16" fmla="*/ 459 w 1312"/>
              <a:gd name="T17" fmla="*/ 271 h 1536"/>
              <a:gd name="T18" fmla="*/ 678 w 1312"/>
              <a:gd name="T19" fmla="*/ 520 h 1536"/>
              <a:gd name="T20" fmla="*/ 648 w 1312"/>
              <a:gd name="T21" fmla="*/ 588 h 1536"/>
              <a:gd name="T22" fmla="*/ 561 w 1312"/>
              <a:gd name="T23" fmla="*/ 1490 h 1536"/>
              <a:gd name="T24" fmla="*/ 753 w 1312"/>
              <a:gd name="T25" fmla="*/ 1036 h 1536"/>
              <a:gd name="T26" fmla="*/ 662 w 1312"/>
              <a:gd name="T27" fmla="*/ 1036 h 1536"/>
              <a:gd name="T28" fmla="*/ 633 w 1312"/>
              <a:gd name="T29" fmla="*/ 971 h 1536"/>
              <a:gd name="T30" fmla="*/ 812 w 1312"/>
              <a:gd name="T31" fmla="*/ 769 h 1536"/>
              <a:gd name="T32" fmla="*/ 822 w 1312"/>
              <a:gd name="T33" fmla="*/ 411 h 1536"/>
              <a:gd name="T34" fmla="*/ 946 w 1312"/>
              <a:gd name="T35" fmla="*/ 378 h 1536"/>
              <a:gd name="T36" fmla="*/ 599 w 1312"/>
              <a:gd name="T37" fmla="*/ 112 h 1536"/>
              <a:gd name="T38" fmla="*/ 559 w 1312"/>
              <a:gd name="T39" fmla="*/ 124 h 1536"/>
              <a:gd name="T40" fmla="*/ 645 w 1312"/>
              <a:gd name="T41" fmla="*/ 0 h 1536"/>
              <a:gd name="T42" fmla="*/ 696 w 1312"/>
              <a:gd name="T43" fmla="*/ 27 h 1536"/>
              <a:gd name="T44" fmla="*/ 998 w 1312"/>
              <a:gd name="T45" fmla="*/ 376 h 1536"/>
              <a:gd name="T46" fmla="*/ 885 w 1312"/>
              <a:gd name="T47" fmla="*/ 422 h 1536"/>
              <a:gd name="T48" fmla="*/ 868 w 1312"/>
              <a:gd name="T49" fmla="*/ 705 h 1536"/>
              <a:gd name="T50" fmla="*/ 934 w 1312"/>
              <a:gd name="T51" fmla="*/ 631 h 1536"/>
              <a:gd name="T52" fmla="*/ 1165 w 1312"/>
              <a:gd name="T53" fmla="*/ 820 h 1536"/>
              <a:gd name="T54" fmla="*/ 1310 w 1312"/>
              <a:gd name="T55" fmla="*/ 1003 h 1536"/>
              <a:gd name="T56" fmla="*/ 1179 w 1312"/>
              <a:gd name="T57" fmla="*/ 1036 h 1536"/>
              <a:gd name="T58" fmla="*/ 1178 w 1312"/>
              <a:gd name="T59" fmla="*/ 1212 h 1536"/>
              <a:gd name="T60" fmla="*/ 1154 w 1312"/>
              <a:gd name="T61" fmla="*/ 1245 h 1536"/>
              <a:gd name="T62" fmla="*/ 1133 w 1312"/>
              <a:gd name="T63" fmla="*/ 1156 h 1536"/>
              <a:gd name="T64" fmla="*/ 1165 w 1312"/>
              <a:gd name="T65" fmla="*/ 991 h 1536"/>
              <a:gd name="T66" fmla="*/ 966 w 1312"/>
              <a:gd name="T67" fmla="*/ 662 h 1536"/>
              <a:gd name="T68" fmla="*/ 697 w 1312"/>
              <a:gd name="T69" fmla="*/ 991 h 1536"/>
              <a:gd name="T70" fmla="*/ 799 w 1312"/>
              <a:gd name="T71" fmla="*/ 1023 h 1536"/>
              <a:gd name="T72" fmla="*/ 799 w 1312"/>
              <a:gd name="T73" fmla="*/ 1490 h 1536"/>
              <a:gd name="T74" fmla="*/ 1133 w 1312"/>
              <a:gd name="T75" fmla="*/ 1439 h 1536"/>
              <a:gd name="T76" fmla="*/ 1156 w 1312"/>
              <a:gd name="T77" fmla="*/ 1305 h 1536"/>
              <a:gd name="T78" fmla="*/ 1178 w 1312"/>
              <a:gd name="T79" fmla="*/ 1510 h 1536"/>
              <a:gd name="T80" fmla="*/ 150 w 1312"/>
              <a:gd name="T81" fmla="*/ 1536 h 1536"/>
              <a:gd name="T82" fmla="*/ 515 w 1312"/>
              <a:gd name="T83" fmla="*/ 1490 h 1536"/>
              <a:gd name="T84" fmla="*/ 515 w 1312"/>
              <a:gd name="T85" fmla="*/ 578 h 1536"/>
              <a:gd name="T86" fmla="*/ 638 w 1312"/>
              <a:gd name="T87" fmla="*/ 543 h 1536"/>
              <a:gd name="T88" fmla="*/ 58 w 1312"/>
              <a:gd name="T89" fmla="*/ 543 h 1536"/>
              <a:gd name="T90" fmla="*/ 181 w 1312"/>
              <a:gd name="T91" fmla="*/ 578 h 1536"/>
              <a:gd name="T92" fmla="*/ 181 w 1312"/>
              <a:gd name="T93" fmla="*/ 1490 h 1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312" h="1536">
                <a:moveTo>
                  <a:pt x="150" y="1536"/>
                </a:moveTo>
                <a:cubicBezTo>
                  <a:pt x="138" y="1528"/>
                  <a:pt x="135" y="1516"/>
                  <a:pt x="135" y="1502"/>
                </a:cubicBezTo>
                <a:cubicBezTo>
                  <a:pt x="136" y="1204"/>
                  <a:pt x="136" y="906"/>
                  <a:pt x="136" y="609"/>
                </a:cubicBezTo>
                <a:cubicBezTo>
                  <a:pt x="136" y="602"/>
                  <a:pt x="136" y="596"/>
                  <a:pt x="136" y="588"/>
                </a:cubicBezTo>
                <a:cubicBezTo>
                  <a:pt x="104" y="588"/>
                  <a:pt x="74" y="588"/>
                  <a:pt x="43" y="588"/>
                </a:cubicBezTo>
                <a:cubicBezTo>
                  <a:pt x="27" y="588"/>
                  <a:pt x="14" y="581"/>
                  <a:pt x="7" y="565"/>
                </a:cubicBezTo>
                <a:cubicBezTo>
                  <a:pt x="0" y="550"/>
                  <a:pt x="4" y="536"/>
                  <a:pt x="15" y="524"/>
                </a:cubicBezTo>
                <a:cubicBezTo>
                  <a:pt x="16" y="523"/>
                  <a:pt x="17" y="522"/>
                  <a:pt x="18" y="520"/>
                </a:cubicBezTo>
                <a:cubicBezTo>
                  <a:pt x="117" y="408"/>
                  <a:pt x="216" y="296"/>
                  <a:pt x="315" y="183"/>
                </a:cubicBezTo>
                <a:cubicBezTo>
                  <a:pt x="337" y="159"/>
                  <a:pt x="359" y="159"/>
                  <a:pt x="381" y="184"/>
                </a:cubicBezTo>
                <a:cubicBezTo>
                  <a:pt x="396" y="201"/>
                  <a:pt x="411" y="217"/>
                  <a:pt x="426" y="234"/>
                </a:cubicBezTo>
                <a:cubicBezTo>
                  <a:pt x="427" y="235"/>
                  <a:pt x="428" y="235"/>
                  <a:pt x="430" y="236"/>
                </a:cubicBezTo>
                <a:cubicBezTo>
                  <a:pt x="448" y="216"/>
                  <a:pt x="465" y="195"/>
                  <a:pt x="484" y="175"/>
                </a:cubicBezTo>
                <a:cubicBezTo>
                  <a:pt x="490" y="169"/>
                  <a:pt x="498" y="164"/>
                  <a:pt x="505" y="164"/>
                </a:cubicBezTo>
                <a:cubicBezTo>
                  <a:pt x="512" y="164"/>
                  <a:pt x="522" y="170"/>
                  <a:pt x="524" y="176"/>
                </a:cubicBezTo>
                <a:cubicBezTo>
                  <a:pt x="526" y="183"/>
                  <a:pt x="525" y="194"/>
                  <a:pt x="520" y="200"/>
                </a:cubicBezTo>
                <a:cubicBezTo>
                  <a:pt x="507" y="218"/>
                  <a:pt x="492" y="234"/>
                  <a:pt x="477" y="250"/>
                </a:cubicBezTo>
                <a:cubicBezTo>
                  <a:pt x="471" y="257"/>
                  <a:pt x="466" y="264"/>
                  <a:pt x="459" y="271"/>
                </a:cubicBezTo>
                <a:cubicBezTo>
                  <a:pt x="487" y="304"/>
                  <a:pt x="516" y="336"/>
                  <a:pt x="544" y="368"/>
                </a:cubicBezTo>
                <a:cubicBezTo>
                  <a:pt x="589" y="419"/>
                  <a:pt x="633" y="469"/>
                  <a:pt x="678" y="520"/>
                </a:cubicBezTo>
                <a:cubicBezTo>
                  <a:pt x="690" y="533"/>
                  <a:pt x="697" y="548"/>
                  <a:pt x="688" y="566"/>
                </a:cubicBezTo>
                <a:cubicBezTo>
                  <a:pt x="680" y="583"/>
                  <a:pt x="666" y="588"/>
                  <a:pt x="648" y="588"/>
                </a:cubicBezTo>
                <a:cubicBezTo>
                  <a:pt x="619" y="587"/>
                  <a:pt x="591" y="588"/>
                  <a:pt x="561" y="588"/>
                </a:cubicBezTo>
                <a:cubicBezTo>
                  <a:pt x="561" y="889"/>
                  <a:pt x="561" y="1189"/>
                  <a:pt x="561" y="1490"/>
                </a:cubicBezTo>
                <a:cubicBezTo>
                  <a:pt x="625" y="1490"/>
                  <a:pt x="688" y="1490"/>
                  <a:pt x="753" y="1490"/>
                </a:cubicBezTo>
                <a:cubicBezTo>
                  <a:pt x="753" y="1339"/>
                  <a:pt x="753" y="1189"/>
                  <a:pt x="753" y="1036"/>
                </a:cubicBezTo>
                <a:cubicBezTo>
                  <a:pt x="740" y="1036"/>
                  <a:pt x="726" y="1036"/>
                  <a:pt x="713" y="1036"/>
                </a:cubicBezTo>
                <a:cubicBezTo>
                  <a:pt x="696" y="1036"/>
                  <a:pt x="679" y="1035"/>
                  <a:pt x="662" y="1036"/>
                </a:cubicBezTo>
                <a:cubicBezTo>
                  <a:pt x="645" y="1036"/>
                  <a:pt x="633" y="1029"/>
                  <a:pt x="626" y="1014"/>
                </a:cubicBezTo>
                <a:cubicBezTo>
                  <a:pt x="618" y="999"/>
                  <a:pt x="622" y="984"/>
                  <a:pt x="633" y="971"/>
                </a:cubicBezTo>
                <a:cubicBezTo>
                  <a:pt x="673" y="926"/>
                  <a:pt x="714" y="880"/>
                  <a:pt x="754" y="834"/>
                </a:cubicBezTo>
                <a:cubicBezTo>
                  <a:pt x="773" y="813"/>
                  <a:pt x="792" y="791"/>
                  <a:pt x="812" y="769"/>
                </a:cubicBezTo>
                <a:cubicBezTo>
                  <a:pt x="819" y="761"/>
                  <a:pt x="823" y="753"/>
                  <a:pt x="823" y="741"/>
                </a:cubicBezTo>
                <a:cubicBezTo>
                  <a:pt x="822" y="631"/>
                  <a:pt x="822" y="521"/>
                  <a:pt x="822" y="411"/>
                </a:cubicBezTo>
                <a:cubicBezTo>
                  <a:pt x="822" y="383"/>
                  <a:pt x="828" y="378"/>
                  <a:pt x="857" y="378"/>
                </a:cubicBezTo>
                <a:cubicBezTo>
                  <a:pt x="885" y="378"/>
                  <a:pt x="913" y="378"/>
                  <a:pt x="946" y="378"/>
                </a:cubicBezTo>
                <a:cubicBezTo>
                  <a:pt x="848" y="266"/>
                  <a:pt x="752" y="158"/>
                  <a:pt x="655" y="49"/>
                </a:cubicBezTo>
                <a:cubicBezTo>
                  <a:pt x="636" y="71"/>
                  <a:pt x="618" y="92"/>
                  <a:pt x="599" y="112"/>
                </a:cubicBezTo>
                <a:cubicBezTo>
                  <a:pt x="595" y="117"/>
                  <a:pt x="591" y="122"/>
                  <a:pt x="587" y="125"/>
                </a:cubicBezTo>
                <a:cubicBezTo>
                  <a:pt x="577" y="132"/>
                  <a:pt x="567" y="131"/>
                  <a:pt x="559" y="124"/>
                </a:cubicBezTo>
                <a:cubicBezTo>
                  <a:pt x="550" y="116"/>
                  <a:pt x="547" y="105"/>
                  <a:pt x="555" y="97"/>
                </a:cubicBezTo>
                <a:cubicBezTo>
                  <a:pt x="584" y="64"/>
                  <a:pt x="615" y="32"/>
                  <a:pt x="645" y="0"/>
                </a:cubicBezTo>
                <a:cubicBezTo>
                  <a:pt x="652" y="0"/>
                  <a:pt x="659" y="0"/>
                  <a:pt x="666" y="0"/>
                </a:cubicBezTo>
                <a:cubicBezTo>
                  <a:pt x="676" y="9"/>
                  <a:pt x="687" y="17"/>
                  <a:pt x="696" y="27"/>
                </a:cubicBezTo>
                <a:cubicBezTo>
                  <a:pt x="791" y="135"/>
                  <a:pt x="887" y="243"/>
                  <a:pt x="983" y="351"/>
                </a:cubicBezTo>
                <a:cubicBezTo>
                  <a:pt x="989" y="359"/>
                  <a:pt x="996" y="367"/>
                  <a:pt x="998" y="376"/>
                </a:cubicBezTo>
                <a:cubicBezTo>
                  <a:pt x="1005" y="400"/>
                  <a:pt x="987" y="422"/>
                  <a:pt x="960" y="422"/>
                </a:cubicBezTo>
                <a:cubicBezTo>
                  <a:pt x="935" y="423"/>
                  <a:pt x="910" y="422"/>
                  <a:pt x="885" y="422"/>
                </a:cubicBezTo>
                <a:cubicBezTo>
                  <a:pt x="880" y="422"/>
                  <a:pt x="875" y="422"/>
                  <a:pt x="868" y="422"/>
                </a:cubicBezTo>
                <a:cubicBezTo>
                  <a:pt x="868" y="516"/>
                  <a:pt x="868" y="609"/>
                  <a:pt x="868" y="705"/>
                </a:cubicBezTo>
                <a:cubicBezTo>
                  <a:pt x="885" y="686"/>
                  <a:pt x="899" y="670"/>
                  <a:pt x="914" y="653"/>
                </a:cubicBezTo>
                <a:cubicBezTo>
                  <a:pt x="921" y="646"/>
                  <a:pt x="927" y="638"/>
                  <a:pt x="934" y="631"/>
                </a:cubicBezTo>
                <a:cubicBezTo>
                  <a:pt x="955" y="608"/>
                  <a:pt x="977" y="607"/>
                  <a:pt x="998" y="631"/>
                </a:cubicBezTo>
                <a:cubicBezTo>
                  <a:pt x="1054" y="694"/>
                  <a:pt x="1109" y="757"/>
                  <a:pt x="1165" y="820"/>
                </a:cubicBezTo>
                <a:cubicBezTo>
                  <a:pt x="1209" y="869"/>
                  <a:pt x="1252" y="918"/>
                  <a:pt x="1296" y="968"/>
                </a:cubicBezTo>
                <a:cubicBezTo>
                  <a:pt x="1305" y="978"/>
                  <a:pt x="1312" y="989"/>
                  <a:pt x="1310" y="1003"/>
                </a:cubicBezTo>
                <a:cubicBezTo>
                  <a:pt x="1307" y="1022"/>
                  <a:pt x="1293" y="1035"/>
                  <a:pt x="1272" y="1035"/>
                </a:cubicBezTo>
                <a:cubicBezTo>
                  <a:pt x="1241" y="1036"/>
                  <a:pt x="1211" y="1036"/>
                  <a:pt x="1179" y="1036"/>
                </a:cubicBezTo>
                <a:cubicBezTo>
                  <a:pt x="1179" y="1042"/>
                  <a:pt x="1178" y="1047"/>
                  <a:pt x="1178" y="1053"/>
                </a:cubicBezTo>
                <a:cubicBezTo>
                  <a:pt x="1178" y="1106"/>
                  <a:pt x="1178" y="1159"/>
                  <a:pt x="1178" y="1212"/>
                </a:cubicBezTo>
                <a:cubicBezTo>
                  <a:pt x="1178" y="1217"/>
                  <a:pt x="1179" y="1222"/>
                  <a:pt x="1178" y="1227"/>
                </a:cubicBezTo>
                <a:cubicBezTo>
                  <a:pt x="1175" y="1239"/>
                  <a:pt x="1167" y="1246"/>
                  <a:pt x="1154" y="1245"/>
                </a:cubicBezTo>
                <a:cubicBezTo>
                  <a:pt x="1141" y="1244"/>
                  <a:pt x="1134" y="1237"/>
                  <a:pt x="1134" y="1224"/>
                </a:cubicBezTo>
                <a:cubicBezTo>
                  <a:pt x="1133" y="1201"/>
                  <a:pt x="1133" y="1179"/>
                  <a:pt x="1133" y="1156"/>
                </a:cubicBezTo>
                <a:cubicBezTo>
                  <a:pt x="1133" y="1112"/>
                  <a:pt x="1133" y="1067"/>
                  <a:pt x="1133" y="1023"/>
                </a:cubicBezTo>
                <a:cubicBezTo>
                  <a:pt x="1133" y="997"/>
                  <a:pt x="1140" y="991"/>
                  <a:pt x="1165" y="991"/>
                </a:cubicBezTo>
                <a:cubicBezTo>
                  <a:pt x="1194" y="991"/>
                  <a:pt x="1223" y="991"/>
                  <a:pt x="1256" y="991"/>
                </a:cubicBezTo>
                <a:cubicBezTo>
                  <a:pt x="1158" y="880"/>
                  <a:pt x="1063" y="772"/>
                  <a:pt x="966" y="662"/>
                </a:cubicBezTo>
                <a:cubicBezTo>
                  <a:pt x="870" y="772"/>
                  <a:pt x="774" y="880"/>
                  <a:pt x="676" y="991"/>
                </a:cubicBezTo>
                <a:cubicBezTo>
                  <a:pt x="685" y="991"/>
                  <a:pt x="691" y="991"/>
                  <a:pt x="697" y="991"/>
                </a:cubicBezTo>
                <a:cubicBezTo>
                  <a:pt x="720" y="991"/>
                  <a:pt x="743" y="991"/>
                  <a:pt x="766" y="991"/>
                </a:cubicBezTo>
                <a:cubicBezTo>
                  <a:pt x="792" y="991"/>
                  <a:pt x="799" y="997"/>
                  <a:pt x="799" y="1023"/>
                </a:cubicBezTo>
                <a:cubicBezTo>
                  <a:pt x="799" y="1173"/>
                  <a:pt x="799" y="1322"/>
                  <a:pt x="799" y="1472"/>
                </a:cubicBezTo>
                <a:cubicBezTo>
                  <a:pt x="799" y="1477"/>
                  <a:pt x="799" y="1483"/>
                  <a:pt x="799" y="1490"/>
                </a:cubicBezTo>
                <a:cubicBezTo>
                  <a:pt x="911" y="1490"/>
                  <a:pt x="1021" y="1490"/>
                  <a:pt x="1133" y="1490"/>
                </a:cubicBezTo>
                <a:cubicBezTo>
                  <a:pt x="1133" y="1472"/>
                  <a:pt x="1133" y="1456"/>
                  <a:pt x="1133" y="1439"/>
                </a:cubicBezTo>
                <a:cubicBezTo>
                  <a:pt x="1133" y="1403"/>
                  <a:pt x="1133" y="1367"/>
                  <a:pt x="1134" y="1331"/>
                </a:cubicBezTo>
                <a:cubicBezTo>
                  <a:pt x="1134" y="1314"/>
                  <a:pt x="1142" y="1305"/>
                  <a:pt x="1156" y="1305"/>
                </a:cubicBezTo>
                <a:cubicBezTo>
                  <a:pt x="1169" y="1305"/>
                  <a:pt x="1178" y="1314"/>
                  <a:pt x="1178" y="1330"/>
                </a:cubicBezTo>
                <a:cubicBezTo>
                  <a:pt x="1179" y="1390"/>
                  <a:pt x="1179" y="1450"/>
                  <a:pt x="1178" y="1510"/>
                </a:cubicBezTo>
                <a:cubicBezTo>
                  <a:pt x="1178" y="1519"/>
                  <a:pt x="1169" y="1527"/>
                  <a:pt x="1164" y="1536"/>
                </a:cubicBezTo>
                <a:cubicBezTo>
                  <a:pt x="826" y="1536"/>
                  <a:pt x="488" y="1536"/>
                  <a:pt x="150" y="1536"/>
                </a:cubicBezTo>
                <a:close/>
                <a:moveTo>
                  <a:pt x="181" y="1490"/>
                </a:moveTo>
                <a:cubicBezTo>
                  <a:pt x="293" y="1490"/>
                  <a:pt x="403" y="1490"/>
                  <a:pt x="515" y="1490"/>
                </a:cubicBezTo>
                <a:cubicBezTo>
                  <a:pt x="515" y="1483"/>
                  <a:pt x="515" y="1476"/>
                  <a:pt x="515" y="1470"/>
                </a:cubicBezTo>
                <a:cubicBezTo>
                  <a:pt x="515" y="1173"/>
                  <a:pt x="515" y="875"/>
                  <a:pt x="515" y="578"/>
                </a:cubicBezTo>
                <a:cubicBezTo>
                  <a:pt x="515" y="548"/>
                  <a:pt x="520" y="543"/>
                  <a:pt x="550" y="543"/>
                </a:cubicBezTo>
                <a:cubicBezTo>
                  <a:pt x="578" y="543"/>
                  <a:pt x="606" y="543"/>
                  <a:pt x="638" y="543"/>
                </a:cubicBezTo>
                <a:cubicBezTo>
                  <a:pt x="540" y="431"/>
                  <a:pt x="444" y="323"/>
                  <a:pt x="348" y="214"/>
                </a:cubicBezTo>
                <a:cubicBezTo>
                  <a:pt x="251" y="324"/>
                  <a:pt x="156" y="432"/>
                  <a:pt x="58" y="543"/>
                </a:cubicBezTo>
                <a:cubicBezTo>
                  <a:pt x="89" y="543"/>
                  <a:pt x="117" y="543"/>
                  <a:pt x="145" y="543"/>
                </a:cubicBezTo>
                <a:cubicBezTo>
                  <a:pt x="176" y="543"/>
                  <a:pt x="181" y="548"/>
                  <a:pt x="181" y="578"/>
                </a:cubicBezTo>
                <a:cubicBezTo>
                  <a:pt x="181" y="876"/>
                  <a:pt x="181" y="1173"/>
                  <a:pt x="181" y="1470"/>
                </a:cubicBezTo>
                <a:cubicBezTo>
                  <a:pt x="181" y="1477"/>
                  <a:pt x="181" y="1483"/>
                  <a:pt x="181" y="14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744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D3DE9-5D44-859D-4DA5-49A17D53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C594F66-2EAE-C356-B052-AF81BDF4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Tnonproi Dentsunt inc Ulpaqu: </a:t>
            </a:r>
            <a:r>
              <a:rPr lang="en-US" b="0"/>
              <a:t>Iof-fici, adeserunt-mollit animid estlabor um curabit urnonnullasi tam etnisltemp usconvalli squi sac Lectu spe Llentesqu Einips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FC88617-0744-C873-B8EF-12450E4781A8}"/>
              </a:ext>
            </a:extLst>
          </p:cNvPr>
          <p:cNvSpPr/>
          <p:nvPr/>
        </p:nvSpPr>
        <p:spPr>
          <a:xfrm>
            <a:off x="274634" y="4205160"/>
            <a:ext cx="3225902" cy="2282647"/>
          </a:xfrm>
          <a:prstGeom prst="roundRect">
            <a:avLst>
              <a:gd name="adj" fmla="val 2523"/>
            </a:avLst>
          </a:prstGeom>
          <a:solidFill>
            <a:srgbClr val="DFE3E6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0659527-889D-BECB-4A34-27DA587DA270}"/>
              </a:ext>
            </a:extLst>
          </p:cNvPr>
          <p:cNvSpPr/>
          <p:nvPr/>
        </p:nvSpPr>
        <p:spPr>
          <a:xfrm>
            <a:off x="3694774" y="5440690"/>
            <a:ext cx="8190680" cy="1034926"/>
          </a:xfrm>
          <a:prstGeom prst="roundRect">
            <a:avLst>
              <a:gd name="adj" fmla="val 6136"/>
            </a:avLst>
          </a:prstGeom>
          <a:gradFill flip="none" rotWithShape="1">
            <a:gsLst>
              <a:gs pos="0">
                <a:srgbClr val="FBBE26">
                  <a:alpha val="30000"/>
                </a:srgbClr>
              </a:gs>
              <a:gs pos="100000">
                <a:srgbClr val="56B7F6">
                  <a:alpha val="1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33CC7E-AACB-5D64-C19C-874B8C3DC64F}"/>
              </a:ext>
            </a:extLst>
          </p:cNvPr>
          <p:cNvSpPr txBox="1"/>
          <p:nvPr/>
        </p:nvSpPr>
        <p:spPr>
          <a:xfrm>
            <a:off x="3694774" y="3401130"/>
            <a:ext cx="3981512" cy="1959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Umid Orciportadapi &amp; Busvi: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Vamussusc ipittortor egetfeli spor tti Torvolutp Atcrasul / TRI ciesligu la SED - Magna Dictump 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Ortalore &amp; Mipsum Dolorsitam: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Etco nsecte tur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 ingelits edd oeiusmodtemp or inci didun tut laboreet dolorem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Agnaali Quautenima &amp; Dminimve: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Niamq uisnostrude xer citati ONU llam colabori sn isiutali quip exe acommo doconsequ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2651ED-A019-6762-00AB-6F2DE53802C1}"/>
              </a:ext>
            </a:extLst>
          </p:cNvPr>
          <p:cNvSpPr txBox="1"/>
          <p:nvPr/>
        </p:nvSpPr>
        <p:spPr>
          <a:xfrm>
            <a:off x="7903942" y="3148581"/>
            <a:ext cx="3981512" cy="1959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Atduis Auteiru: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Redolo rinreprehe nderitin volu ptatev eli TES SEc ill umdoloreeu </a:t>
            </a:r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GI, ATNU, LLAPA, ria TURE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Xcepteur Sintocca &amp; Ecatcup: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Idatatn onproi-dentsunt inculpaq uio 24/7 fficia deserunt mollita ni midestl abor-umcurabitu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Rnonnul Lasitametnis &amp; Ltempusco: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Nvallisqu isacle ctuspellen tes quei-nips umidorcipor tadapibu svi vamussusci pittortoreg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11B401-A32D-EA48-C594-8298C145D661}"/>
              </a:ext>
            </a:extLst>
          </p:cNvPr>
          <p:cNvSpPr txBox="1"/>
          <p:nvPr/>
        </p:nvSpPr>
        <p:spPr>
          <a:xfrm>
            <a:off x="384595" y="4869638"/>
            <a:ext cx="3005980" cy="1600438"/>
          </a:xfrm>
          <a:prstGeom prst="rect">
            <a:avLst/>
          </a:prstGeom>
          <a:noFill/>
          <a:ln>
            <a:noFill/>
          </a:ln>
        </p:spPr>
        <p:txBody>
          <a:bodyPr wrap="square" lIns="121920" tIns="0" rIns="121920" bIns="121920" rtlCol="0" anchor="t">
            <a:spAutoFit/>
          </a:bodyPr>
          <a:lstStyle/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 felisportti torvol utpatcras ult ric ieslig/ulasedma gnadictum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Por taloremi ps umd "Ol OR / Si Tam“ etcons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Ectetur adipiscing elit Sedd Oeius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Modt em porincidid untu tlaboreetdo loremagn aal iquauteni madminimv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Enia mquisnos trudexerci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8E3DADC-A0B1-4C22-116C-DA757DE53D83}"/>
              </a:ext>
            </a:extLst>
          </p:cNvPr>
          <p:cNvSpPr/>
          <p:nvPr/>
        </p:nvSpPr>
        <p:spPr>
          <a:xfrm>
            <a:off x="3694774" y="2846715"/>
            <a:ext cx="3981512" cy="502920"/>
          </a:xfrm>
          <a:prstGeom prst="roundRect">
            <a:avLst>
              <a:gd name="adj" fmla="val 12626"/>
            </a:avLst>
          </a:prstGeom>
          <a:solidFill>
            <a:srgbClr val="FBBE26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FCA523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Tatio Nulla – M1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COL – Abori Snisiut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3344C59-F22F-EE9C-DC11-34EC02BA55C3}"/>
              </a:ext>
            </a:extLst>
          </p:cNvPr>
          <p:cNvSpPr/>
          <p:nvPr/>
        </p:nvSpPr>
        <p:spPr>
          <a:xfrm>
            <a:off x="7903942" y="2565083"/>
            <a:ext cx="3981512" cy="502920"/>
          </a:xfrm>
          <a:prstGeom prst="roundRect">
            <a:avLst>
              <a:gd name="adj" fmla="val 11574"/>
            </a:avLst>
          </a:prstGeom>
          <a:solidFill>
            <a:srgbClr val="4FB7F6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459FED">
                <a:alpha val="20000"/>
              </a:srgbClr>
            </a:outerShdw>
          </a:effectLst>
        </p:spPr>
        <p:txBody>
          <a:bodyPr wrap="squar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Aliquipex Eacommo – D3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Oco NSE QU’a - TD, UISA, UTEIR, ure DOLO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93F9A2B-6EF3-C2D6-71CE-CFA7FD25BCD4}"/>
              </a:ext>
            </a:extLst>
          </p:cNvPr>
          <p:cNvSpPr/>
          <p:nvPr/>
        </p:nvSpPr>
        <p:spPr>
          <a:xfrm>
            <a:off x="381065" y="4292222"/>
            <a:ext cx="3013040" cy="502920"/>
          </a:xfrm>
          <a:prstGeom prst="roundRect">
            <a:avLst>
              <a:gd name="adj" fmla="val 13889"/>
            </a:avLst>
          </a:prstGeom>
          <a:solidFill>
            <a:srgbClr val="66737C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RIN’r Epr Ehenderiti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2BFD71-2596-B29B-EDF5-FC582570B2FE}"/>
              </a:ext>
            </a:extLst>
          </p:cNvPr>
          <p:cNvSpPr txBox="1"/>
          <p:nvPr/>
        </p:nvSpPr>
        <p:spPr>
          <a:xfrm>
            <a:off x="3886010" y="5987769"/>
            <a:ext cx="1071773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Nvoluptatev Elitessecil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70AA3D-09F3-B66D-8238-D88E5601C577}"/>
              </a:ext>
            </a:extLst>
          </p:cNvPr>
          <p:cNvSpPr txBox="1"/>
          <p:nvPr/>
        </p:nvSpPr>
        <p:spPr>
          <a:xfrm>
            <a:off x="5254372" y="5987769"/>
            <a:ext cx="1013402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Lumdolor Eeufugiatn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37054B-5A06-4B20-7AB8-600F97EBB43E}"/>
              </a:ext>
            </a:extLst>
          </p:cNvPr>
          <p:cNvSpPr txBox="1"/>
          <p:nvPr/>
        </p:nvSpPr>
        <p:spPr>
          <a:xfrm>
            <a:off x="10547024" y="5987769"/>
            <a:ext cx="1199156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Ullapari Atur Excepteurs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01CD3B-FEB9-BEF7-3923-36C3B0CA0CEF}"/>
              </a:ext>
            </a:extLst>
          </p:cNvPr>
          <p:cNvSpPr txBox="1"/>
          <p:nvPr/>
        </p:nvSpPr>
        <p:spPr>
          <a:xfrm>
            <a:off x="9299876" y="5987769"/>
            <a:ext cx="91041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Intocc Aecatcupi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BD7E6B9-ACC7-676D-4752-CCDCF49D9576}"/>
              </a:ext>
            </a:extLst>
          </p:cNvPr>
          <p:cNvSpPr txBox="1"/>
          <p:nvPr/>
        </p:nvSpPr>
        <p:spPr>
          <a:xfrm>
            <a:off x="7768758" y="5987769"/>
            <a:ext cx="1359066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Datatnon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Proi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Dents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Untinculpa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CADCF8-E9FC-97CA-1F0D-7DC9A6AC4578}"/>
              </a:ext>
            </a:extLst>
          </p:cNvPr>
          <p:cNvSpPr txBox="1"/>
          <p:nvPr/>
        </p:nvSpPr>
        <p:spPr>
          <a:xfrm>
            <a:off x="6644665" y="5987769"/>
            <a:ext cx="1013402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Quiofficiad Eseruntm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8E63FB9-884A-3A01-560E-7D74F75DD5A4}"/>
              </a:ext>
            </a:extLst>
          </p:cNvPr>
          <p:cNvGrpSpPr/>
          <p:nvPr/>
        </p:nvGrpSpPr>
        <p:grpSpPr>
          <a:xfrm>
            <a:off x="169974" y="629986"/>
            <a:ext cx="11852053" cy="5845629"/>
            <a:chOff x="169974" y="838331"/>
            <a:chExt cx="11852053" cy="5845629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E5D0855-5314-CA86-21DC-5B2908E52F1D}"/>
                </a:ext>
              </a:extLst>
            </p:cNvPr>
            <p:cNvCxnSpPr/>
            <p:nvPr/>
          </p:nvCxnSpPr>
          <p:spPr>
            <a:xfrm>
              <a:off x="3579004" y="838331"/>
              <a:ext cx="0" cy="5845629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52CFBFE-A766-30DD-9B01-5D6E82D00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95126" y="838331"/>
              <a:ext cx="0" cy="4478106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 hidden="1">
              <a:extLst>
                <a:ext uri="{FF2B5EF4-FFF2-40B4-BE49-F238E27FC236}">
                  <a16:creationId xmlns:a16="http://schemas.microsoft.com/office/drawing/2014/main" id="{3CCB95B3-92A4-A1A9-80E0-66B3278AEAA8}"/>
                </a:ext>
              </a:extLst>
            </p:cNvPr>
            <p:cNvCxnSpPr/>
            <p:nvPr/>
          </p:nvCxnSpPr>
          <p:spPr>
            <a:xfrm>
              <a:off x="12022027" y="838331"/>
              <a:ext cx="0" cy="5845629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Straight Connector 72" hidden="1">
              <a:extLst>
                <a:ext uri="{FF2B5EF4-FFF2-40B4-BE49-F238E27FC236}">
                  <a16:creationId xmlns:a16="http://schemas.microsoft.com/office/drawing/2014/main" id="{A199C253-7FD5-E5A6-AF29-A36F50C7779F}"/>
                </a:ext>
              </a:extLst>
            </p:cNvPr>
            <p:cNvCxnSpPr/>
            <p:nvPr/>
          </p:nvCxnSpPr>
          <p:spPr>
            <a:xfrm>
              <a:off x="169974" y="838331"/>
              <a:ext cx="0" cy="5845629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74" name="Graphic 73">
            <a:extLst>
              <a:ext uri="{FF2B5EF4-FFF2-40B4-BE49-F238E27FC236}">
                <a16:creationId xmlns:a16="http://schemas.microsoft.com/office/drawing/2014/main" id="{3F419715-1680-2AC1-8714-D6B6B2FFF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5666" y="1124835"/>
            <a:ext cx="3595605" cy="1504086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C9AEABF7-6DAF-779C-5E2D-EB40176D6B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118" y="2222678"/>
            <a:ext cx="2663235" cy="1881174"/>
          </a:xfrm>
          <a:prstGeom prst="rect">
            <a:avLst/>
          </a:prstGeom>
        </p:spPr>
      </p:pic>
      <p:sp>
        <p:nvSpPr>
          <p:cNvPr id="76" name="Freeform 175">
            <a:extLst>
              <a:ext uri="{FF2B5EF4-FFF2-40B4-BE49-F238E27FC236}">
                <a16:creationId xmlns:a16="http://schemas.microsoft.com/office/drawing/2014/main" id="{52D6E433-085D-D112-EF40-A5C700F844F4}"/>
              </a:ext>
            </a:extLst>
          </p:cNvPr>
          <p:cNvSpPr>
            <a:spLocks/>
          </p:cNvSpPr>
          <p:nvPr/>
        </p:nvSpPr>
        <p:spPr bwMode="auto">
          <a:xfrm>
            <a:off x="2414596" y="1706534"/>
            <a:ext cx="1393287" cy="1085514"/>
          </a:xfrm>
          <a:custGeom>
            <a:avLst/>
            <a:gdLst>
              <a:gd name="T0" fmla="*/ 6704 w 6735"/>
              <a:gd name="T1" fmla="*/ 1152 h 5254"/>
              <a:gd name="T2" fmla="*/ 5620 w 6735"/>
              <a:gd name="T3" fmla="*/ 52 h 5254"/>
              <a:gd name="T4" fmla="*/ 5483 w 6735"/>
              <a:gd name="T5" fmla="*/ 108 h 5254"/>
              <a:gd name="T6" fmla="*/ 5483 w 6735"/>
              <a:gd name="T7" fmla="*/ 682 h 5254"/>
              <a:gd name="T8" fmla="*/ 11 w 6735"/>
              <a:gd name="T9" fmla="*/ 5189 h 5254"/>
              <a:gd name="T10" fmla="*/ 80 w 6735"/>
              <a:gd name="T11" fmla="*/ 5212 h 5254"/>
              <a:gd name="T12" fmla="*/ 5483 w 6735"/>
              <a:gd name="T13" fmla="*/ 1740 h 5254"/>
              <a:gd name="T14" fmla="*/ 5483 w 6735"/>
              <a:gd name="T15" fmla="*/ 2309 h 5254"/>
              <a:gd name="T16" fmla="*/ 5620 w 6735"/>
              <a:gd name="T17" fmla="*/ 2366 h 5254"/>
              <a:gd name="T18" fmla="*/ 6704 w 6735"/>
              <a:gd name="T19" fmla="*/ 1265 h 5254"/>
              <a:gd name="T20" fmla="*/ 6704 w 6735"/>
              <a:gd name="T21" fmla="*/ 1152 h 5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735" h="5254">
                <a:moveTo>
                  <a:pt x="6704" y="1152"/>
                </a:moveTo>
                <a:cubicBezTo>
                  <a:pt x="5620" y="52"/>
                  <a:pt x="5620" y="52"/>
                  <a:pt x="5620" y="52"/>
                </a:cubicBezTo>
                <a:cubicBezTo>
                  <a:pt x="5570" y="0"/>
                  <a:pt x="5483" y="36"/>
                  <a:pt x="5483" y="108"/>
                </a:cubicBezTo>
                <a:cubicBezTo>
                  <a:pt x="5483" y="682"/>
                  <a:pt x="5483" y="682"/>
                  <a:pt x="5483" y="682"/>
                </a:cubicBezTo>
                <a:cubicBezTo>
                  <a:pt x="1572" y="659"/>
                  <a:pt x="348" y="3873"/>
                  <a:pt x="11" y="5189"/>
                </a:cubicBezTo>
                <a:cubicBezTo>
                  <a:pt x="0" y="5233"/>
                  <a:pt x="63" y="5254"/>
                  <a:pt x="80" y="5212"/>
                </a:cubicBezTo>
                <a:cubicBezTo>
                  <a:pt x="538" y="4090"/>
                  <a:pt x="1958" y="1587"/>
                  <a:pt x="5483" y="1740"/>
                </a:cubicBezTo>
                <a:cubicBezTo>
                  <a:pt x="5483" y="2309"/>
                  <a:pt x="5483" y="2309"/>
                  <a:pt x="5483" y="2309"/>
                </a:cubicBezTo>
                <a:cubicBezTo>
                  <a:pt x="5483" y="2381"/>
                  <a:pt x="5570" y="2417"/>
                  <a:pt x="5620" y="2366"/>
                </a:cubicBezTo>
                <a:cubicBezTo>
                  <a:pt x="6704" y="1265"/>
                  <a:pt x="6704" y="1265"/>
                  <a:pt x="6704" y="1265"/>
                </a:cubicBezTo>
                <a:cubicBezTo>
                  <a:pt x="6735" y="1234"/>
                  <a:pt x="6735" y="1183"/>
                  <a:pt x="6704" y="1152"/>
                </a:cubicBezTo>
                <a:close/>
              </a:path>
            </a:pathLst>
          </a:custGeom>
          <a:gradFill>
            <a:gsLst>
              <a:gs pos="30000">
                <a:srgbClr val="B2E0FA">
                  <a:alpha val="62000"/>
                </a:srgbClr>
              </a:gs>
              <a:gs pos="100000">
                <a:srgbClr val="7ECAF8"/>
              </a:gs>
            </a:gsLst>
            <a:lin ang="0" scaled="0"/>
          </a:gradFill>
          <a:ln w="9525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" name="Freeform 175">
            <a:extLst>
              <a:ext uri="{FF2B5EF4-FFF2-40B4-BE49-F238E27FC236}">
                <a16:creationId xmlns:a16="http://schemas.microsoft.com/office/drawing/2014/main" id="{7794F8C7-94EF-6105-A000-DCB1520F8748}"/>
              </a:ext>
            </a:extLst>
          </p:cNvPr>
          <p:cNvSpPr>
            <a:spLocks/>
          </p:cNvSpPr>
          <p:nvPr/>
        </p:nvSpPr>
        <p:spPr bwMode="auto">
          <a:xfrm>
            <a:off x="2424121" y="1717633"/>
            <a:ext cx="1295450" cy="1020998"/>
          </a:xfrm>
          <a:custGeom>
            <a:avLst/>
            <a:gdLst>
              <a:gd name="T0" fmla="*/ 6704 w 6735"/>
              <a:gd name="T1" fmla="*/ 1152 h 5254"/>
              <a:gd name="T2" fmla="*/ 5620 w 6735"/>
              <a:gd name="T3" fmla="*/ 52 h 5254"/>
              <a:gd name="T4" fmla="*/ 5483 w 6735"/>
              <a:gd name="T5" fmla="*/ 108 h 5254"/>
              <a:gd name="T6" fmla="*/ 5483 w 6735"/>
              <a:gd name="T7" fmla="*/ 682 h 5254"/>
              <a:gd name="T8" fmla="*/ 11 w 6735"/>
              <a:gd name="T9" fmla="*/ 5189 h 5254"/>
              <a:gd name="T10" fmla="*/ 80 w 6735"/>
              <a:gd name="T11" fmla="*/ 5212 h 5254"/>
              <a:gd name="T12" fmla="*/ 5483 w 6735"/>
              <a:gd name="T13" fmla="*/ 1740 h 5254"/>
              <a:gd name="T14" fmla="*/ 5483 w 6735"/>
              <a:gd name="T15" fmla="*/ 2309 h 5254"/>
              <a:gd name="T16" fmla="*/ 5620 w 6735"/>
              <a:gd name="T17" fmla="*/ 2366 h 5254"/>
              <a:gd name="T18" fmla="*/ 6704 w 6735"/>
              <a:gd name="T19" fmla="*/ 1265 h 5254"/>
              <a:gd name="T20" fmla="*/ 6704 w 6735"/>
              <a:gd name="T21" fmla="*/ 1152 h 5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735" h="5254">
                <a:moveTo>
                  <a:pt x="6704" y="1152"/>
                </a:moveTo>
                <a:cubicBezTo>
                  <a:pt x="5620" y="52"/>
                  <a:pt x="5620" y="52"/>
                  <a:pt x="5620" y="52"/>
                </a:cubicBezTo>
                <a:cubicBezTo>
                  <a:pt x="5570" y="0"/>
                  <a:pt x="5483" y="36"/>
                  <a:pt x="5483" y="108"/>
                </a:cubicBezTo>
                <a:cubicBezTo>
                  <a:pt x="5483" y="682"/>
                  <a:pt x="5483" y="682"/>
                  <a:pt x="5483" y="682"/>
                </a:cubicBezTo>
                <a:cubicBezTo>
                  <a:pt x="1572" y="659"/>
                  <a:pt x="348" y="3873"/>
                  <a:pt x="11" y="5189"/>
                </a:cubicBezTo>
                <a:cubicBezTo>
                  <a:pt x="0" y="5233"/>
                  <a:pt x="63" y="5254"/>
                  <a:pt x="80" y="5212"/>
                </a:cubicBezTo>
                <a:cubicBezTo>
                  <a:pt x="538" y="4090"/>
                  <a:pt x="1958" y="1587"/>
                  <a:pt x="5483" y="1740"/>
                </a:cubicBezTo>
                <a:cubicBezTo>
                  <a:pt x="5483" y="2309"/>
                  <a:pt x="5483" y="2309"/>
                  <a:pt x="5483" y="2309"/>
                </a:cubicBezTo>
                <a:cubicBezTo>
                  <a:pt x="5483" y="2381"/>
                  <a:pt x="5570" y="2417"/>
                  <a:pt x="5620" y="2366"/>
                </a:cubicBezTo>
                <a:cubicBezTo>
                  <a:pt x="6704" y="1265"/>
                  <a:pt x="6704" y="1265"/>
                  <a:pt x="6704" y="1265"/>
                </a:cubicBezTo>
                <a:cubicBezTo>
                  <a:pt x="6735" y="1234"/>
                  <a:pt x="6735" y="1183"/>
                  <a:pt x="6704" y="1152"/>
                </a:cubicBezTo>
                <a:close/>
              </a:path>
            </a:pathLst>
          </a:custGeom>
          <a:gradFill>
            <a:gsLst>
              <a:gs pos="30000">
                <a:srgbClr val="B2E0FA">
                  <a:alpha val="62000"/>
                </a:srgbClr>
              </a:gs>
              <a:gs pos="81000">
                <a:srgbClr val="7ECAF8"/>
              </a:gs>
            </a:gsLst>
            <a:lin ang="0" scaled="0"/>
          </a:gradFill>
          <a:ln w="9525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05F9915-5923-FFD0-0CE0-C76A7D8882C8}"/>
              </a:ext>
            </a:extLst>
          </p:cNvPr>
          <p:cNvCxnSpPr>
            <a:cxnSpLocks/>
          </p:cNvCxnSpPr>
          <p:nvPr/>
        </p:nvCxnSpPr>
        <p:spPr bwMode="auto">
          <a:xfrm>
            <a:off x="5082479" y="5650105"/>
            <a:ext cx="0" cy="708521"/>
          </a:xfrm>
          <a:prstGeom prst="line">
            <a:avLst/>
          </a:prstGeom>
          <a:noFill/>
          <a:ln w="6350" cap="flat" cmpd="sng" algn="ctr">
            <a:solidFill>
              <a:srgbClr val="66737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1F03476-487B-39EC-477B-CBF7E8C2690E}"/>
              </a:ext>
            </a:extLst>
          </p:cNvPr>
          <p:cNvCxnSpPr>
            <a:cxnSpLocks/>
          </p:cNvCxnSpPr>
          <p:nvPr/>
        </p:nvCxnSpPr>
        <p:spPr bwMode="auto">
          <a:xfrm>
            <a:off x="6430928" y="5650105"/>
            <a:ext cx="0" cy="708521"/>
          </a:xfrm>
          <a:prstGeom prst="line">
            <a:avLst/>
          </a:prstGeom>
          <a:noFill/>
          <a:ln w="6350" cap="flat" cmpd="sng" algn="ctr">
            <a:solidFill>
              <a:srgbClr val="66737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7057F03-86F5-2445-793B-9336A8A501BD}"/>
              </a:ext>
            </a:extLst>
          </p:cNvPr>
          <p:cNvCxnSpPr>
            <a:cxnSpLocks/>
          </p:cNvCxnSpPr>
          <p:nvPr/>
        </p:nvCxnSpPr>
        <p:spPr bwMode="auto">
          <a:xfrm>
            <a:off x="7779377" y="5650105"/>
            <a:ext cx="0" cy="708521"/>
          </a:xfrm>
          <a:prstGeom prst="line">
            <a:avLst/>
          </a:prstGeom>
          <a:noFill/>
          <a:ln w="6350" cap="flat" cmpd="sng" algn="ctr">
            <a:solidFill>
              <a:srgbClr val="66737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3C186FC-DBDE-445C-628B-19CFA8194B03}"/>
              </a:ext>
            </a:extLst>
          </p:cNvPr>
          <p:cNvCxnSpPr>
            <a:cxnSpLocks/>
          </p:cNvCxnSpPr>
          <p:nvPr/>
        </p:nvCxnSpPr>
        <p:spPr bwMode="auto">
          <a:xfrm>
            <a:off x="9127826" y="5650105"/>
            <a:ext cx="0" cy="708521"/>
          </a:xfrm>
          <a:prstGeom prst="line">
            <a:avLst/>
          </a:prstGeom>
          <a:noFill/>
          <a:ln w="6350" cap="flat" cmpd="sng" algn="ctr">
            <a:solidFill>
              <a:srgbClr val="66737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18C9B11-EFD6-E07B-4FB1-916BF5206039}"/>
              </a:ext>
            </a:extLst>
          </p:cNvPr>
          <p:cNvCxnSpPr>
            <a:cxnSpLocks/>
          </p:cNvCxnSpPr>
          <p:nvPr/>
        </p:nvCxnSpPr>
        <p:spPr bwMode="auto">
          <a:xfrm>
            <a:off x="10476275" y="5650105"/>
            <a:ext cx="0" cy="708521"/>
          </a:xfrm>
          <a:prstGeom prst="line">
            <a:avLst/>
          </a:prstGeom>
          <a:noFill/>
          <a:ln w="6350" cap="flat" cmpd="sng" algn="ctr">
            <a:solidFill>
              <a:srgbClr val="66737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3" name="Freeform 17">
            <a:extLst>
              <a:ext uri="{FF2B5EF4-FFF2-40B4-BE49-F238E27FC236}">
                <a16:creationId xmlns:a16="http://schemas.microsoft.com/office/drawing/2014/main" id="{240C425F-6F84-5832-BBDA-B5B22769C662}"/>
              </a:ext>
            </a:extLst>
          </p:cNvPr>
          <p:cNvSpPr>
            <a:spLocks noEditPoints="1"/>
          </p:cNvSpPr>
          <p:nvPr/>
        </p:nvSpPr>
        <p:spPr bwMode="auto">
          <a:xfrm>
            <a:off x="4231156" y="5669622"/>
            <a:ext cx="340448" cy="316837"/>
          </a:xfrm>
          <a:custGeom>
            <a:avLst/>
            <a:gdLst>
              <a:gd name="T0" fmla="*/ 1424 w 1536"/>
              <a:gd name="T1" fmla="*/ 916 h 1429"/>
              <a:gd name="T2" fmla="*/ 489 w 1536"/>
              <a:gd name="T3" fmla="*/ 1014 h 1429"/>
              <a:gd name="T4" fmla="*/ 409 w 1536"/>
              <a:gd name="T5" fmla="*/ 1162 h 1429"/>
              <a:gd name="T6" fmla="*/ 1400 w 1536"/>
              <a:gd name="T7" fmla="*/ 1268 h 1429"/>
              <a:gd name="T8" fmla="*/ 1150 w 1536"/>
              <a:gd name="T9" fmla="*/ 1259 h 1429"/>
              <a:gd name="T10" fmla="*/ 483 w 1536"/>
              <a:gd name="T11" fmla="*/ 1267 h 1429"/>
              <a:gd name="T12" fmla="*/ 330 w 1536"/>
              <a:gd name="T13" fmla="*/ 1165 h 1429"/>
              <a:gd name="T14" fmla="*/ 411 w 1536"/>
              <a:gd name="T15" fmla="*/ 970 h 1429"/>
              <a:gd name="T16" fmla="*/ 172 w 1536"/>
              <a:gd name="T17" fmla="*/ 195 h 1429"/>
              <a:gd name="T18" fmla="*/ 244 w 1536"/>
              <a:gd name="T19" fmla="*/ 134 h 1429"/>
              <a:gd name="T20" fmla="*/ 319 w 1536"/>
              <a:gd name="T21" fmla="*/ 320 h 1429"/>
              <a:gd name="T22" fmla="*/ 373 w 1536"/>
              <a:gd name="T23" fmla="*/ 145 h 1429"/>
              <a:gd name="T24" fmla="*/ 722 w 1536"/>
              <a:gd name="T25" fmla="*/ 105 h 1429"/>
              <a:gd name="T26" fmla="*/ 1153 w 1536"/>
              <a:gd name="T27" fmla="*/ 0 h 1429"/>
              <a:gd name="T28" fmla="*/ 1372 w 1536"/>
              <a:gd name="T29" fmla="*/ 139 h 1429"/>
              <a:gd name="T30" fmla="*/ 1536 w 1536"/>
              <a:gd name="T31" fmla="*/ 343 h 1429"/>
              <a:gd name="T32" fmla="*/ 807 w 1536"/>
              <a:gd name="T33" fmla="*/ 105 h 1429"/>
              <a:gd name="T34" fmla="*/ 845 w 1536"/>
              <a:gd name="T35" fmla="*/ 319 h 1429"/>
              <a:gd name="T36" fmla="*/ 783 w 1536"/>
              <a:gd name="T37" fmla="*/ 62 h 1429"/>
              <a:gd name="T38" fmla="*/ 783 w 1536"/>
              <a:gd name="T39" fmla="*/ 167 h 1429"/>
              <a:gd name="T40" fmla="*/ 783 w 1536"/>
              <a:gd name="T41" fmla="*/ 320 h 1429"/>
              <a:gd name="T42" fmla="*/ 1177 w 1536"/>
              <a:gd name="T43" fmla="*/ 519 h 1429"/>
              <a:gd name="T44" fmla="*/ 1451 w 1536"/>
              <a:gd name="T45" fmla="*/ 471 h 1429"/>
              <a:gd name="T46" fmla="*/ 673 w 1536"/>
              <a:gd name="T47" fmla="*/ 952 h 1429"/>
              <a:gd name="T48" fmla="*/ 618 w 1536"/>
              <a:gd name="T49" fmla="*/ 778 h 1429"/>
              <a:gd name="T50" fmla="*/ 467 w 1536"/>
              <a:gd name="T51" fmla="*/ 940 h 1429"/>
              <a:gd name="T52" fmla="*/ 673 w 1536"/>
              <a:gd name="T53" fmla="*/ 952 h 1429"/>
              <a:gd name="T54" fmla="*/ 733 w 1536"/>
              <a:gd name="T55" fmla="*/ 940 h 1429"/>
              <a:gd name="T56" fmla="*/ 939 w 1536"/>
              <a:gd name="T57" fmla="*/ 952 h 1429"/>
              <a:gd name="T58" fmla="*/ 960 w 1536"/>
              <a:gd name="T59" fmla="*/ 779 h 1429"/>
              <a:gd name="T60" fmla="*/ 1016 w 1536"/>
              <a:gd name="T61" fmla="*/ 954 h 1429"/>
              <a:gd name="T62" fmla="*/ 1161 w 1536"/>
              <a:gd name="T63" fmla="*/ 779 h 1429"/>
              <a:gd name="T64" fmla="*/ 1429 w 1536"/>
              <a:gd name="T65" fmla="*/ 581 h 1429"/>
              <a:gd name="T66" fmla="*/ 1219 w 1536"/>
              <a:gd name="T67" fmla="*/ 718 h 1429"/>
              <a:gd name="T68" fmla="*/ 1194 w 1536"/>
              <a:gd name="T69" fmla="*/ 321 h 1429"/>
              <a:gd name="T70" fmla="*/ 1257 w 1536"/>
              <a:gd name="T71" fmla="*/ 137 h 1429"/>
              <a:gd name="T72" fmla="*/ 943 w 1536"/>
              <a:gd name="T73" fmla="*/ 717 h 1429"/>
              <a:gd name="T74" fmla="*/ 910 w 1536"/>
              <a:gd name="T75" fmla="*/ 581 h 1429"/>
              <a:gd name="T76" fmla="*/ 881 w 1536"/>
              <a:gd name="T77" fmla="*/ 717 h 1429"/>
              <a:gd name="T78" fmla="*/ 679 w 1536"/>
              <a:gd name="T79" fmla="*/ 717 h 1429"/>
              <a:gd name="T80" fmla="*/ 596 w 1536"/>
              <a:gd name="T81" fmla="*/ 383 h 1429"/>
              <a:gd name="T82" fmla="*/ 832 w 1536"/>
              <a:gd name="T83" fmla="*/ 519 h 1429"/>
              <a:gd name="T84" fmla="*/ 1094 w 1536"/>
              <a:gd name="T85" fmla="*/ 519 h 1429"/>
              <a:gd name="T86" fmla="*/ 1055 w 1536"/>
              <a:gd name="T87" fmla="*/ 382 h 1429"/>
              <a:gd name="T88" fmla="*/ 409 w 1536"/>
              <a:gd name="T89" fmla="*/ 701 h 1429"/>
              <a:gd name="T90" fmla="*/ 616 w 1536"/>
              <a:gd name="T91" fmla="*/ 718 h 1429"/>
              <a:gd name="T92" fmla="*/ 533 w 1536"/>
              <a:gd name="T93" fmla="*/ 382 h 1429"/>
              <a:gd name="T94" fmla="*/ 380 w 1536"/>
              <a:gd name="T95" fmla="*/ 520 h 1429"/>
              <a:gd name="T96" fmla="*/ 533 w 1536"/>
              <a:gd name="T97" fmla="*/ 382 h 1429"/>
              <a:gd name="T98" fmla="*/ 1276 w 1536"/>
              <a:gd name="T99" fmla="*/ 953 h 1429"/>
              <a:gd name="T100" fmla="*/ 1370 w 1536"/>
              <a:gd name="T101" fmla="*/ 879 h 1429"/>
              <a:gd name="T102" fmla="*/ 1223 w 1536"/>
              <a:gd name="T103" fmla="*/ 778 h 1429"/>
              <a:gd name="T104" fmla="*/ 1273 w 1536"/>
              <a:gd name="T105" fmla="*/ 1223 h 1429"/>
              <a:gd name="T106" fmla="*/ 358 w 1536"/>
              <a:gd name="T107" fmla="*/ 1357 h 1429"/>
              <a:gd name="T108" fmla="*/ 291 w 1536"/>
              <a:gd name="T109" fmla="*/ 1290 h 1429"/>
              <a:gd name="T110" fmla="*/ 7 w 1536"/>
              <a:gd name="T111" fmla="*/ 184 h 1429"/>
              <a:gd name="T112" fmla="*/ 25 w 1536"/>
              <a:gd name="T113" fmla="*/ 137 h 1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536" h="1429">
                <a:moveTo>
                  <a:pt x="1536" y="361"/>
                </a:moveTo>
                <a:cubicBezTo>
                  <a:pt x="1528" y="398"/>
                  <a:pt x="1520" y="435"/>
                  <a:pt x="1512" y="472"/>
                </a:cubicBezTo>
                <a:cubicBezTo>
                  <a:pt x="1483" y="620"/>
                  <a:pt x="1454" y="768"/>
                  <a:pt x="1424" y="916"/>
                </a:cubicBezTo>
                <a:cubicBezTo>
                  <a:pt x="1422" y="928"/>
                  <a:pt x="1418" y="940"/>
                  <a:pt x="1413" y="951"/>
                </a:cubicBezTo>
                <a:cubicBezTo>
                  <a:pt x="1392" y="992"/>
                  <a:pt x="1360" y="1015"/>
                  <a:pt x="1313" y="1015"/>
                </a:cubicBezTo>
                <a:cubicBezTo>
                  <a:pt x="1038" y="1014"/>
                  <a:pt x="764" y="1015"/>
                  <a:pt x="489" y="1014"/>
                </a:cubicBezTo>
                <a:cubicBezTo>
                  <a:pt x="471" y="1014"/>
                  <a:pt x="463" y="1019"/>
                  <a:pt x="457" y="1036"/>
                </a:cubicBezTo>
                <a:cubicBezTo>
                  <a:pt x="445" y="1073"/>
                  <a:pt x="429" y="1109"/>
                  <a:pt x="415" y="1146"/>
                </a:cubicBezTo>
                <a:cubicBezTo>
                  <a:pt x="413" y="1151"/>
                  <a:pt x="412" y="1155"/>
                  <a:pt x="409" y="1162"/>
                </a:cubicBezTo>
                <a:cubicBezTo>
                  <a:pt x="417" y="1162"/>
                  <a:pt x="422" y="1162"/>
                  <a:pt x="428" y="1162"/>
                </a:cubicBezTo>
                <a:cubicBezTo>
                  <a:pt x="708" y="1162"/>
                  <a:pt x="988" y="1162"/>
                  <a:pt x="1268" y="1162"/>
                </a:cubicBezTo>
                <a:cubicBezTo>
                  <a:pt x="1336" y="1162"/>
                  <a:pt x="1387" y="1204"/>
                  <a:pt x="1400" y="1268"/>
                </a:cubicBezTo>
                <a:cubicBezTo>
                  <a:pt x="1413" y="1338"/>
                  <a:pt x="1360" y="1409"/>
                  <a:pt x="1290" y="1417"/>
                </a:cubicBezTo>
                <a:cubicBezTo>
                  <a:pt x="1214" y="1425"/>
                  <a:pt x="1148" y="1369"/>
                  <a:pt x="1146" y="1296"/>
                </a:cubicBezTo>
                <a:cubicBezTo>
                  <a:pt x="1146" y="1283"/>
                  <a:pt x="1147" y="1271"/>
                  <a:pt x="1150" y="1259"/>
                </a:cubicBezTo>
                <a:cubicBezTo>
                  <a:pt x="1152" y="1247"/>
                  <a:pt x="1158" y="1236"/>
                  <a:pt x="1162" y="1224"/>
                </a:cubicBezTo>
                <a:cubicBezTo>
                  <a:pt x="931" y="1224"/>
                  <a:pt x="701" y="1224"/>
                  <a:pt x="470" y="1224"/>
                </a:cubicBezTo>
                <a:cubicBezTo>
                  <a:pt x="475" y="1238"/>
                  <a:pt x="480" y="1252"/>
                  <a:pt x="483" y="1267"/>
                </a:cubicBezTo>
                <a:cubicBezTo>
                  <a:pt x="497" y="1336"/>
                  <a:pt x="452" y="1402"/>
                  <a:pt x="381" y="1416"/>
                </a:cubicBezTo>
                <a:cubicBezTo>
                  <a:pt x="314" y="1429"/>
                  <a:pt x="247" y="1384"/>
                  <a:pt x="232" y="1315"/>
                </a:cubicBezTo>
                <a:cubicBezTo>
                  <a:pt x="218" y="1248"/>
                  <a:pt x="263" y="1180"/>
                  <a:pt x="330" y="1165"/>
                </a:cubicBezTo>
                <a:cubicBezTo>
                  <a:pt x="339" y="1163"/>
                  <a:pt x="344" y="1160"/>
                  <a:pt x="348" y="1151"/>
                </a:cubicBezTo>
                <a:cubicBezTo>
                  <a:pt x="368" y="1097"/>
                  <a:pt x="389" y="1045"/>
                  <a:pt x="410" y="991"/>
                </a:cubicBezTo>
                <a:cubicBezTo>
                  <a:pt x="412" y="985"/>
                  <a:pt x="413" y="977"/>
                  <a:pt x="411" y="970"/>
                </a:cubicBezTo>
                <a:cubicBezTo>
                  <a:pt x="351" y="717"/>
                  <a:pt x="290" y="463"/>
                  <a:pt x="230" y="210"/>
                </a:cubicBezTo>
                <a:cubicBezTo>
                  <a:pt x="227" y="198"/>
                  <a:pt x="223" y="194"/>
                  <a:pt x="211" y="195"/>
                </a:cubicBezTo>
                <a:cubicBezTo>
                  <a:pt x="198" y="196"/>
                  <a:pt x="185" y="195"/>
                  <a:pt x="172" y="195"/>
                </a:cubicBezTo>
                <a:cubicBezTo>
                  <a:pt x="150" y="195"/>
                  <a:pt x="135" y="182"/>
                  <a:pt x="136" y="164"/>
                </a:cubicBezTo>
                <a:cubicBezTo>
                  <a:pt x="136" y="146"/>
                  <a:pt x="150" y="134"/>
                  <a:pt x="172" y="134"/>
                </a:cubicBezTo>
                <a:cubicBezTo>
                  <a:pt x="196" y="134"/>
                  <a:pt x="220" y="134"/>
                  <a:pt x="244" y="134"/>
                </a:cubicBezTo>
                <a:cubicBezTo>
                  <a:pt x="267" y="134"/>
                  <a:pt x="276" y="142"/>
                  <a:pt x="282" y="164"/>
                </a:cubicBezTo>
                <a:cubicBezTo>
                  <a:pt x="293" y="211"/>
                  <a:pt x="304" y="258"/>
                  <a:pt x="315" y="306"/>
                </a:cubicBezTo>
                <a:cubicBezTo>
                  <a:pt x="316" y="310"/>
                  <a:pt x="318" y="315"/>
                  <a:pt x="319" y="320"/>
                </a:cubicBezTo>
                <a:cubicBezTo>
                  <a:pt x="337" y="320"/>
                  <a:pt x="354" y="320"/>
                  <a:pt x="372" y="320"/>
                </a:cubicBezTo>
                <a:cubicBezTo>
                  <a:pt x="372" y="314"/>
                  <a:pt x="373" y="309"/>
                  <a:pt x="373" y="304"/>
                </a:cubicBezTo>
                <a:cubicBezTo>
                  <a:pt x="373" y="251"/>
                  <a:pt x="373" y="198"/>
                  <a:pt x="373" y="145"/>
                </a:cubicBezTo>
                <a:cubicBezTo>
                  <a:pt x="373" y="115"/>
                  <a:pt x="383" y="105"/>
                  <a:pt x="413" y="105"/>
                </a:cubicBezTo>
                <a:cubicBezTo>
                  <a:pt x="509" y="105"/>
                  <a:pt x="606" y="105"/>
                  <a:pt x="702" y="105"/>
                </a:cubicBezTo>
                <a:cubicBezTo>
                  <a:pt x="708" y="105"/>
                  <a:pt x="714" y="105"/>
                  <a:pt x="722" y="105"/>
                </a:cubicBezTo>
                <a:cubicBezTo>
                  <a:pt x="722" y="82"/>
                  <a:pt x="722" y="61"/>
                  <a:pt x="722" y="40"/>
                </a:cubicBezTo>
                <a:cubicBezTo>
                  <a:pt x="722" y="10"/>
                  <a:pt x="732" y="0"/>
                  <a:pt x="762" y="0"/>
                </a:cubicBezTo>
                <a:cubicBezTo>
                  <a:pt x="892" y="0"/>
                  <a:pt x="1023" y="0"/>
                  <a:pt x="1153" y="0"/>
                </a:cubicBezTo>
                <a:cubicBezTo>
                  <a:pt x="1184" y="0"/>
                  <a:pt x="1194" y="10"/>
                  <a:pt x="1194" y="42"/>
                </a:cubicBezTo>
                <a:cubicBezTo>
                  <a:pt x="1194" y="50"/>
                  <a:pt x="1194" y="58"/>
                  <a:pt x="1194" y="67"/>
                </a:cubicBezTo>
                <a:cubicBezTo>
                  <a:pt x="1264" y="66"/>
                  <a:pt x="1324" y="88"/>
                  <a:pt x="1372" y="139"/>
                </a:cubicBezTo>
                <a:cubicBezTo>
                  <a:pt x="1420" y="189"/>
                  <a:pt x="1439" y="250"/>
                  <a:pt x="1434" y="321"/>
                </a:cubicBezTo>
                <a:cubicBezTo>
                  <a:pt x="1455" y="321"/>
                  <a:pt x="1476" y="321"/>
                  <a:pt x="1496" y="320"/>
                </a:cubicBezTo>
                <a:cubicBezTo>
                  <a:pt x="1515" y="320"/>
                  <a:pt x="1528" y="326"/>
                  <a:pt x="1536" y="343"/>
                </a:cubicBezTo>
                <a:cubicBezTo>
                  <a:pt x="1536" y="349"/>
                  <a:pt x="1536" y="355"/>
                  <a:pt x="1536" y="361"/>
                </a:cubicBezTo>
                <a:close/>
                <a:moveTo>
                  <a:pt x="783" y="105"/>
                </a:moveTo>
                <a:cubicBezTo>
                  <a:pt x="792" y="105"/>
                  <a:pt x="800" y="105"/>
                  <a:pt x="807" y="105"/>
                </a:cubicBezTo>
                <a:cubicBezTo>
                  <a:pt x="835" y="105"/>
                  <a:pt x="845" y="116"/>
                  <a:pt x="845" y="143"/>
                </a:cubicBezTo>
                <a:cubicBezTo>
                  <a:pt x="845" y="181"/>
                  <a:pt x="845" y="219"/>
                  <a:pt x="845" y="257"/>
                </a:cubicBezTo>
                <a:cubicBezTo>
                  <a:pt x="845" y="278"/>
                  <a:pt x="845" y="298"/>
                  <a:pt x="845" y="319"/>
                </a:cubicBezTo>
                <a:cubicBezTo>
                  <a:pt x="942" y="319"/>
                  <a:pt x="1037" y="319"/>
                  <a:pt x="1132" y="319"/>
                </a:cubicBezTo>
                <a:cubicBezTo>
                  <a:pt x="1132" y="233"/>
                  <a:pt x="1132" y="147"/>
                  <a:pt x="1132" y="62"/>
                </a:cubicBezTo>
                <a:cubicBezTo>
                  <a:pt x="1015" y="62"/>
                  <a:pt x="899" y="62"/>
                  <a:pt x="783" y="62"/>
                </a:cubicBezTo>
                <a:cubicBezTo>
                  <a:pt x="783" y="76"/>
                  <a:pt x="783" y="90"/>
                  <a:pt x="783" y="105"/>
                </a:cubicBezTo>
                <a:close/>
                <a:moveTo>
                  <a:pt x="783" y="320"/>
                </a:moveTo>
                <a:cubicBezTo>
                  <a:pt x="783" y="268"/>
                  <a:pt x="783" y="218"/>
                  <a:pt x="783" y="167"/>
                </a:cubicBezTo>
                <a:cubicBezTo>
                  <a:pt x="666" y="167"/>
                  <a:pt x="551" y="167"/>
                  <a:pt x="436" y="167"/>
                </a:cubicBezTo>
                <a:cubicBezTo>
                  <a:pt x="436" y="218"/>
                  <a:pt x="436" y="269"/>
                  <a:pt x="436" y="320"/>
                </a:cubicBezTo>
                <a:cubicBezTo>
                  <a:pt x="552" y="320"/>
                  <a:pt x="667" y="320"/>
                  <a:pt x="783" y="320"/>
                </a:cubicBezTo>
                <a:close/>
                <a:moveTo>
                  <a:pt x="1125" y="382"/>
                </a:moveTo>
                <a:cubicBezTo>
                  <a:pt x="1137" y="428"/>
                  <a:pt x="1148" y="474"/>
                  <a:pt x="1159" y="519"/>
                </a:cubicBezTo>
                <a:cubicBezTo>
                  <a:pt x="1166" y="519"/>
                  <a:pt x="1172" y="519"/>
                  <a:pt x="1177" y="519"/>
                </a:cubicBezTo>
                <a:cubicBezTo>
                  <a:pt x="1255" y="519"/>
                  <a:pt x="1332" y="519"/>
                  <a:pt x="1410" y="519"/>
                </a:cubicBezTo>
                <a:cubicBezTo>
                  <a:pt x="1441" y="519"/>
                  <a:pt x="1441" y="519"/>
                  <a:pt x="1447" y="488"/>
                </a:cubicBezTo>
                <a:cubicBezTo>
                  <a:pt x="1448" y="482"/>
                  <a:pt x="1450" y="477"/>
                  <a:pt x="1451" y="471"/>
                </a:cubicBezTo>
                <a:cubicBezTo>
                  <a:pt x="1457" y="442"/>
                  <a:pt x="1462" y="412"/>
                  <a:pt x="1468" y="382"/>
                </a:cubicBezTo>
                <a:cubicBezTo>
                  <a:pt x="1353" y="382"/>
                  <a:pt x="1240" y="382"/>
                  <a:pt x="1125" y="382"/>
                </a:cubicBezTo>
                <a:close/>
                <a:moveTo>
                  <a:pt x="673" y="952"/>
                </a:moveTo>
                <a:cubicBezTo>
                  <a:pt x="672" y="948"/>
                  <a:pt x="672" y="945"/>
                  <a:pt x="672" y="941"/>
                </a:cubicBezTo>
                <a:cubicBezTo>
                  <a:pt x="659" y="891"/>
                  <a:pt x="646" y="841"/>
                  <a:pt x="634" y="790"/>
                </a:cubicBezTo>
                <a:cubicBezTo>
                  <a:pt x="632" y="780"/>
                  <a:pt x="627" y="778"/>
                  <a:pt x="618" y="778"/>
                </a:cubicBezTo>
                <a:cubicBezTo>
                  <a:pt x="559" y="779"/>
                  <a:pt x="500" y="778"/>
                  <a:pt x="441" y="778"/>
                </a:cubicBezTo>
                <a:cubicBezTo>
                  <a:pt x="437" y="778"/>
                  <a:pt x="434" y="779"/>
                  <a:pt x="428" y="779"/>
                </a:cubicBezTo>
                <a:cubicBezTo>
                  <a:pt x="441" y="834"/>
                  <a:pt x="454" y="887"/>
                  <a:pt x="467" y="940"/>
                </a:cubicBezTo>
                <a:cubicBezTo>
                  <a:pt x="469" y="951"/>
                  <a:pt x="474" y="954"/>
                  <a:pt x="484" y="954"/>
                </a:cubicBezTo>
                <a:cubicBezTo>
                  <a:pt x="543" y="953"/>
                  <a:pt x="602" y="953"/>
                  <a:pt x="660" y="953"/>
                </a:cubicBezTo>
                <a:cubicBezTo>
                  <a:pt x="664" y="953"/>
                  <a:pt x="668" y="953"/>
                  <a:pt x="673" y="952"/>
                </a:cubicBezTo>
                <a:close/>
                <a:moveTo>
                  <a:pt x="695" y="779"/>
                </a:moveTo>
                <a:cubicBezTo>
                  <a:pt x="696" y="784"/>
                  <a:pt x="696" y="788"/>
                  <a:pt x="697" y="791"/>
                </a:cubicBezTo>
                <a:cubicBezTo>
                  <a:pt x="709" y="841"/>
                  <a:pt x="722" y="890"/>
                  <a:pt x="733" y="940"/>
                </a:cubicBezTo>
                <a:cubicBezTo>
                  <a:pt x="736" y="951"/>
                  <a:pt x="741" y="954"/>
                  <a:pt x="752" y="954"/>
                </a:cubicBezTo>
                <a:cubicBezTo>
                  <a:pt x="809" y="953"/>
                  <a:pt x="866" y="953"/>
                  <a:pt x="924" y="953"/>
                </a:cubicBezTo>
                <a:cubicBezTo>
                  <a:pt x="929" y="953"/>
                  <a:pt x="933" y="953"/>
                  <a:pt x="939" y="952"/>
                </a:cubicBezTo>
                <a:cubicBezTo>
                  <a:pt x="924" y="893"/>
                  <a:pt x="910" y="836"/>
                  <a:pt x="896" y="779"/>
                </a:cubicBezTo>
                <a:cubicBezTo>
                  <a:pt x="829" y="779"/>
                  <a:pt x="762" y="779"/>
                  <a:pt x="695" y="779"/>
                </a:cubicBezTo>
                <a:close/>
                <a:moveTo>
                  <a:pt x="960" y="779"/>
                </a:moveTo>
                <a:cubicBezTo>
                  <a:pt x="960" y="784"/>
                  <a:pt x="961" y="787"/>
                  <a:pt x="962" y="791"/>
                </a:cubicBezTo>
                <a:cubicBezTo>
                  <a:pt x="974" y="840"/>
                  <a:pt x="987" y="890"/>
                  <a:pt x="998" y="940"/>
                </a:cubicBezTo>
                <a:cubicBezTo>
                  <a:pt x="1001" y="950"/>
                  <a:pt x="1005" y="954"/>
                  <a:pt x="1016" y="954"/>
                </a:cubicBezTo>
                <a:cubicBezTo>
                  <a:pt x="1073" y="953"/>
                  <a:pt x="1131" y="953"/>
                  <a:pt x="1189" y="953"/>
                </a:cubicBezTo>
                <a:cubicBezTo>
                  <a:pt x="1194" y="953"/>
                  <a:pt x="1198" y="953"/>
                  <a:pt x="1204" y="952"/>
                </a:cubicBezTo>
                <a:cubicBezTo>
                  <a:pt x="1189" y="894"/>
                  <a:pt x="1175" y="836"/>
                  <a:pt x="1161" y="779"/>
                </a:cubicBezTo>
                <a:cubicBezTo>
                  <a:pt x="1093" y="779"/>
                  <a:pt x="1027" y="779"/>
                  <a:pt x="960" y="779"/>
                </a:cubicBezTo>
                <a:close/>
                <a:moveTo>
                  <a:pt x="1402" y="718"/>
                </a:moveTo>
                <a:cubicBezTo>
                  <a:pt x="1411" y="672"/>
                  <a:pt x="1420" y="627"/>
                  <a:pt x="1429" y="581"/>
                </a:cubicBezTo>
                <a:cubicBezTo>
                  <a:pt x="1343" y="581"/>
                  <a:pt x="1260" y="581"/>
                  <a:pt x="1175" y="581"/>
                </a:cubicBezTo>
                <a:cubicBezTo>
                  <a:pt x="1185" y="625"/>
                  <a:pt x="1196" y="668"/>
                  <a:pt x="1207" y="711"/>
                </a:cubicBezTo>
                <a:cubicBezTo>
                  <a:pt x="1208" y="714"/>
                  <a:pt x="1215" y="717"/>
                  <a:pt x="1219" y="718"/>
                </a:cubicBezTo>
                <a:cubicBezTo>
                  <a:pt x="1244" y="718"/>
                  <a:pt x="1268" y="718"/>
                  <a:pt x="1293" y="718"/>
                </a:cubicBezTo>
                <a:cubicBezTo>
                  <a:pt x="1329" y="718"/>
                  <a:pt x="1365" y="718"/>
                  <a:pt x="1402" y="718"/>
                </a:cubicBezTo>
                <a:close/>
                <a:moveTo>
                  <a:pt x="1194" y="321"/>
                </a:moveTo>
                <a:cubicBezTo>
                  <a:pt x="1252" y="321"/>
                  <a:pt x="1308" y="321"/>
                  <a:pt x="1364" y="321"/>
                </a:cubicBezTo>
                <a:cubicBezTo>
                  <a:pt x="1375" y="321"/>
                  <a:pt x="1373" y="313"/>
                  <a:pt x="1374" y="306"/>
                </a:cubicBezTo>
                <a:cubicBezTo>
                  <a:pt x="1378" y="230"/>
                  <a:pt x="1330" y="159"/>
                  <a:pt x="1257" y="137"/>
                </a:cubicBezTo>
                <a:cubicBezTo>
                  <a:pt x="1237" y="130"/>
                  <a:pt x="1216" y="127"/>
                  <a:pt x="1194" y="131"/>
                </a:cubicBezTo>
                <a:cubicBezTo>
                  <a:pt x="1194" y="194"/>
                  <a:pt x="1194" y="256"/>
                  <a:pt x="1194" y="321"/>
                </a:cubicBezTo>
                <a:close/>
                <a:moveTo>
                  <a:pt x="943" y="717"/>
                </a:moveTo>
                <a:cubicBezTo>
                  <a:pt x="1011" y="717"/>
                  <a:pt x="1078" y="717"/>
                  <a:pt x="1145" y="717"/>
                </a:cubicBezTo>
                <a:cubicBezTo>
                  <a:pt x="1134" y="671"/>
                  <a:pt x="1123" y="626"/>
                  <a:pt x="1112" y="581"/>
                </a:cubicBezTo>
                <a:cubicBezTo>
                  <a:pt x="1043" y="581"/>
                  <a:pt x="977" y="581"/>
                  <a:pt x="910" y="581"/>
                </a:cubicBezTo>
                <a:cubicBezTo>
                  <a:pt x="921" y="626"/>
                  <a:pt x="932" y="671"/>
                  <a:pt x="943" y="717"/>
                </a:cubicBezTo>
                <a:close/>
                <a:moveTo>
                  <a:pt x="679" y="717"/>
                </a:moveTo>
                <a:cubicBezTo>
                  <a:pt x="746" y="717"/>
                  <a:pt x="812" y="717"/>
                  <a:pt x="881" y="717"/>
                </a:cubicBezTo>
                <a:cubicBezTo>
                  <a:pt x="869" y="671"/>
                  <a:pt x="858" y="626"/>
                  <a:pt x="847" y="581"/>
                </a:cubicBezTo>
                <a:cubicBezTo>
                  <a:pt x="779" y="581"/>
                  <a:pt x="712" y="581"/>
                  <a:pt x="645" y="581"/>
                </a:cubicBezTo>
                <a:cubicBezTo>
                  <a:pt x="656" y="627"/>
                  <a:pt x="667" y="672"/>
                  <a:pt x="679" y="717"/>
                </a:cubicBezTo>
                <a:close/>
                <a:moveTo>
                  <a:pt x="832" y="519"/>
                </a:moveTo>
                <a:cubicBezTo>
                  <a:pt x="820" y="472"/>
                  <a:pt x="809" y="427"/>
                  <a:pt x="798" y="383"/>
                </a:cubicBezTo>
                <a:cubicBezTo>
                  <a:pt x="729" y="383"/>
                  <a:pt x="663" y="383"/>
                  <a:pt x="596" y="383"/>
                </a:cubicBezTo>
                <a:cubicBezTo>
                  <a:pt x="607" y="427"/>
                  <a:pt x="617" y="470"/>
                  <a:pt x="628" y="512"/>
                </a:cubicBezTo>
                <a:cubicBezTo>
                  <a:pt x="629" y="515"/>
                  <a:pt x="635" y="519"/>
                  <a:pt x="639" y="519"/>
                </a:cubicBezTo>
                <a:cubicBezTo>
                  <a:pt x="702" y="520"/>
                  <a:pt x="765" y="519"/>
                  <a:pt x="832" y="519"/>
                </a:cubicBezTo>
                <a:close/>
                <a:moveTo>
                  <a:pt x="860" y="382"/>
                </a:moveTo>
                <a:cubicBezTo>
                  <a:pt x="872" y="429"/>
                  <a:pt x="883" y="474"/>
                  <a:pt x="894" y="519"/>
                </a:cubicBezTo>
                <a:cubicBezTo>
                  <a:pt x="961" y="519"/>
                  <a:pt x="1028" y="519"/>
                  <a:pt x="1094" y="519"/>
                </a:cubicBezTo>
                <a:cubicBezTo>
                  <a:pt x="1094" y="517"/>
                  <a:pt x="1095" y="516"/>
                  <a:pt x="1095" y="515"/>
                </a:cubicBezTo>
                <a:cubicBezTo>
                  <a:pt x="1085" y="473"/>
                  <a:pt x="1075" y="431"/>
                  <a:pt x="1064" y="389"/>
                </a:cubicBezTo>
                <a:cubicBezTo>
                  <a:pt x="1063" y="386"/>
                  <a:pt x="1058" y="382"/>
                  <a:pt x="1055" y="382"/>
                </a:cubicBezTo>
                <a:cubicBezTo>
                  <a:pt x="991" y="382"/>
                  <a:pt x="927" y="382"/>
                  <a:pt x="860" y="382"/>
                </a:cubicBezTo>
                <a:close/>
                <a:moveTo>
                  <a:pt x="381" y="580"/>
                </a:moveTo>
                <a:cubicBezTo>
                  <a:pt x="391" y="622"/>
                  <a:pt x="401" y="661"/>
                  <a:pt x="409" y="701"/>
                </a:cubicBezTo>
                <a:cubicBezTo>
                  <a:pt x="412" y="716"/>
                  <a:pt x="419" y="718"/>
                  <a:pt x="432" y="718"/>
                </a:cubicBezTo>
                <a:cubicBezTo>
                  <a:pt x="487" y="717"/>
                  <a:pt x="542" y="718"/>
                  <a:pt x="597" y="718"/>
                </a:cubicBezTo>
                <a:cubicBezTo>
                  <a:pt x="603" y="718"/>
                  <a:pt x="608" y="718"/>
                  <a:pt x="616" y="718"/>
                </a:cubicBezTo>
                <a:cubicBezTo>
                  <a:pt x="604" y="671"/>
                  <a:pt x="593" y="626"/>
                  <a:pt x="582" y="580"/>
                </a:cubicBezTo>
                <a:cubicBezTo>
                  <a:pt x="515" y="580"/>
                  <a:pt x="449" y="580"/>
                  <a:pt x="381" y="580"/>
                </a:cubicBezTo>
                <a:close/>
                <a:moveTo>
                  <a:pt x="533" y="382"/>
                </a:moveTo>
                <a:cubicBezTo>
                  <a:pt x="466" y="382"/>
                  <a:pt x="401" y="382"/>
                  <a:pt x="334" y="382"/>
                </a:cubicBezTo>
                <a:cubicBezTo>
                  <a:pt x="344" y="424"/>
                  <a:pt x="354" y="465"/>
                  <a:pt x="363" y="507"/>
                </a:cubicBezTo>
                <a:cubicBezTo>
                  <a:pt x="365" y="517"/>
                  <a:pt x="369" y="520"/>
                  <a:pt x="380" y="520"/>
                </a:cubicBezTo>
                <a:cubicBezTo>
                  <a:pt x="438" y="519"/>
                  <a:pt x="496" y="519"/>
                  <a:pt x="554" y="519"/>
                </a:cubicBezTo>
                <a:cubicBezTo>
                  <a:pt x="557" y="519"/>
                  <a:pt x="561" y="519"/>
                  <a:pt x="566" y="518"/>
                </a:cubicBezTo>
                <a:cubicBezTo>
                  <a:pt x="555" y="473"/>
                  <a:pt x="544" y="428"/>
                  <a:pt x="533" y="382"/>
                </a:cubicBezTo>
                <a:close/>
                <a:moveTo>
                  <a:pt x="1223" y="778"/>
                </a:moveTo>
                <a:cubicBezTo>
                  <a:pt x="1238" y="835"/>
                  <a:pt x="1251" y="891"/>
                  <a:pt x="1266" y="946"/>
                </a:cubicBezTo>
                <a:cubicBezTo>
                  <a:pt x="1266" y="949"/>
                  <a:pt x="1273" y="953"/>
                  <a:pt x="1276" y="953"/>
                </a:cubicBezTo>
                <a:cubicBezTo>
                  <a:pt x="1288" y="954"/>
                  <a:pt x="1300" y="953"/>
                  <a:pt x="1312" y="953"/>
                </a:cubicBezTo>
                <a:cubicBezTo>
                  <a:pt x="1336" y="955"/>
                  <a:pt x="1351" y="942"/>
                  <a:pt x="1359" y="921"/>
                </a:cubicBezTo>
                <a:cubicBezTo>
                  <a:pt x="1364" y="908"/>
                  <a:pt x="1367" y="894"/>
                  <a:pt x="1370" y="879"/>
                </a:cubicBezTo>
                <a:cubicBezTo>
                  <a:pt x="1376" y="846"/>
                  <a:pt x="1383" y="813"/>
                  <a:pt x="1390" y="778"/>
                </a:cubicBezTo>
                <a:cubicBezTo>
                  <a:pt x="1383" y="778"/>
                  <a:pt x="1379" y="778"/>
                  <a:pt x="1375" y="778"/>
                </a:cubicBezTo>
                <a:cubicBezTo>
                  <a:pt x="1325" y="778"/>
                  <a:pt x="1275" y="778"/>
                  <a:pt x="1223" y="778"/>
                </a:cubicBezTo>
                <a:close/>
                <a:moveTo>
                  <a:pt x="1274" y="1357"/>
                </a:moveTo>
                <a:cubicBezTo>
                  <a:pt x="1311" y="1357"/>
                  <a:pt x="1341" y="1326"/>
                  <a:pt x="1341" y="1290"/>
                </a:cubicBezTo>
                <a:cubicBezTo>
                  <a:pt x="1341" y="1253"/>
                  <a:pt x="1310" y="1222"/>
                  <a:pt x="1273" y="1223"/>
                </a:cubicBezTo>
                <a:cubicBezTo>
                  <a:pt x="1236" y="1223"/>
                  <a:pt x="1206" y="1253"/>
                  <a:pt x="1206" y="1290"/>
                </a:cubicBezTo>
                <a:cubicBezTo>
                  <a:pt x="1206" y="1327"/>
                  <a:pt x="1237" y="1357"/>
                  <a:pt x="1274" y="1357"/>
                </a:cubicBezTo>
                <a:close/>
                <a:moveTo>
                  <a:pt x="358" y="1357"/>
                </a:moveTo>
                <a:cubicBezTo>
                  <a:pt x="395" y="1357"/>
                  <a:pt x="426" y="1326"/>
                  <a:pt x="425" y="1290"/>
                </a:cubicBezTo>
                <a:cubicBezTo>
                  <a:pt x="425" y="1253"/>
                  <a:pt x="395" y="1223"/>
                  <a:pt x="358" y="1223"/>
                </a:cubicBezTo>
                <a:cubicBezTo>
                  <a:pt x="321" y="1222"/>
                  <a:pt x="291" y="1253"/>
                  <a:pt x="291" y="1290"/>
                </a:cubicBezTo>
                <a:cubicBezTo>
                  <a:pt x="291" y="1327"/>
                  <a:pt x="321" y="1357"/>
                  <a:pt x="358" y="1357"/>
                </a:cubicBezTo>
                <a:close/>
                <a:moveTo>
                  <a:pt x="0" y="175"/>
                </a:moveTo>
                <a:cubicBezTo>
                  <a:pt x="2" y="178"/>
                  <a:pt x="5" y="181"/>
                  <a:pt x="7" y="184"/>
                </a:cubicBezTo>
                <a:cubicBezTo>
                  <a:pt x="17" y="196"/>
                  <a:pt x="32" y="198"/>
                  <a:pt x="45" y="191"/>
                </a:cubicBezTo>
                <a:cubicBezTo>
                  <a:pt x="57" y="184"/>
                  <a:pt x="63" y="169"/>
                  <a:pt x="58" y="155"/>
                </a:cubicBezTo>
                <a:cubicBezTo>
                  <a:pt x="53" y="141"/>
                  <a:pt x="39" y="132"/>
                  <a:pt x="25" y="137"/>
                </a:cubicBezTo>
                <a:cubicBezTo>
                  <a:pt x="16" y="140"/>
                  <a:pt x="8" y="150"/>
                  <a:pt x="0" y="157"/>
                </a:cubicBezTo>
                <a:cubicBezTo>
                  <a:pt x="0" y="163"/>
                  <a:pt x="0" y="169"/>
                  <a:pt x="0" y="175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4" name="Freeform 25">
            <a:extLst>
              <a:ext uri="{FF2B5EF4-FFF2-40B4-BE49-F238E27FC236}">
                <a16:creationId xmlns:a16="http://schemas.microsoft.com/office/drawing/2014/main" id="{31132781-9697-62D0-9E96-60E08364F294}"/>
              </a:ext>
            </a:extLst>
          </p:cNvPr>
          <p:cNvSpPr>
            <a:spLocks noEditPoints="1"/>
          </p:cNvSpPr>
          <p:nvPr/>
        </p:nvSpPr>
        <p:spPr bwMode="auto">
          <a:xfrm>
            <a:off x="5623652" y="5691155"/>
            <a:ext cx="245279" cy="273770"/>
          </a:xfrm>
          <a:custGeom>
            <a:avLst/>
            <a:gdLst>
              <a:gd name="T0" fmla="*/ 282 w 1464"/>
              <a:gd name="T1" fmla="*/ 1515 h 1635"/>
              <a:gd name="T2" fmla="*/ 106 w 1464"/>
              <a:gd name="T3" fmla="*/ 1463 h 1635"/>
              <a:gd name="T4" fmla="*/ 105 w 1464"/>
              <a:gd name="T5" fmla="*/ 0 h 1635"/>
              <a:gd name="T6" fmla="*/ 1183 w 1464"/>
              <a:gd name="T7" fmla="*/ 172 h 1635"/>
              <a:gd name="T8" fmla="*/ 1464 w 1464"/>
              <a:gd name="T9" fmla="*/ 272 h 1635"/>
              <a:gd name="T10" fmla="*/ 1384 w 1464"/>
              <a:gd name="T11" fmla="*/ 1635 h 1635"/>
              <a:gd name="T12" fmla="*/ 1119 w 1464"/>
              <a:gd name="T13" fmla="*/ 901 h 1635"/>
              <a:gd name="T14" fmla="*/ 1183 w 1464"/>
              <a:gd name="T15" fmla="*/ 1188 h 1635"/>
              <a:gd name="T16" fmla="*/ 906 w 1464"/>
              <a:gd name="T17" fmla="*/ 1463 h 1635"/>
              <a:gd name="T18" fmla="*/ 345 w 1464"/>
              <a:gd name="T19" fmla="*/ 1524 h 1635"/>
              <a:gd name="T20" fmla="*/ 1400 w 1464"/>
              <a:gd name="T21" fmla="*/ 1525 h 1635"/>
              <a:gd name="T22" fmla="*/ 1359 w 1464"/>
              <a:gd name="T23" fmla="*/ 236 h 1635"/>
              <a:gd name="T24" fmla="*/ 1183 w 1464"/>
              <a:gd name="T25" fmla="*/ 255 h 1635"/>
              <a:gd name="T26" fmla="*/ 1119 w 1464"/>
              <a:gd name="T27" fmla="*/ 596 h 1635"/>
              <a:gd name="T28" fmla="*/ 1074 w 1464"/>
              <a:gd name="T29" fmla="*/ 64 h 1635"/>
              <a:gd name="T30" fmla="*/ 64 w 1464"/>
              <a:gd name="T31" fmla="*/ 1355 h 1635"/>
              <a:gd name="T32" fmla="*/ 889 w 1464"/>
              <a:gd name="T33" fmla="*/ 1399 h 1635"/>
              <a:gd name="T34" fmla="*/ 1119 w 1464"/>
              <a:gd name="T35" fmla="*/ 1169 h 1635"/>
              <a:gd name="T36" fmla="*/ 954 w 1464"/>
              <a:gd name="T37" fmla="*/ 1244 h 1635"/>
              <a:gd name="T38" fmla="*/ 948 w 1464"/>
              <a:gd name="T39" fmla="*/ 307 h 1635"/>
              <a:gd name="T40" fmla="*/ 235 w 1464"/>
              <a:gd name="T41" fmla="*/ 243 h 1635"/>
              <a:gd name="T42" fmla="*/ 212 w 1464"/>
              <a:gd name="T43" fmla="*/ 304 h 1635"/>
              <a:gd name="T44" fmla="*/ 948 w 1464"/>
              <a:gd name="T45" fmla="*/ 307 h 1635"/>
              <a:gd name="T46" fmla="*/ 235 w 1464"/>
              <a:gd name="T47" fmla="*/ 473 h 1635"/>
              <a:gd name="T48" fmla="*/ 993 w 1464"/>
              <a:gd name="T49" fmla="*/ 441 h 1635"/>
              <a:gd name="T50" fmla="*/ 591 w 1464"/>
              <a:gd name="T51" fmla="*/ 409 h 1635"/>
              <a:gd name="T52" fmla="*/ 993 w 1464"/>
              <a:gd name="T53" fmla="*/ 608 h 1635"/>
              <a:gd name="T54" fmla="*/ 212 w 1464"/>
              <a:gd name="T55" fmla="*/ 577 h 1635"/>
              <a:gd name="T56" fmla="*/ 234 w 1464"/>
              <a:gd name="T57" fmla="*/ 639 h 1635"/>
              <a:gd name="T58" fmla="*/ 403 w 1464"/>
              <a:gd name="T59" fmla="*/ 1022 h 1635"/>
              <a:gd name="T60" fmla="*/ 288 w 1464"/>
              <a:gd name="T61" fmla="*/ 907 h 1635"/>
              <a:gd name="T62" fmla="*/ 237 w 1464"/>
              <a:gd name="T63" fmla="*/ 1022 h 1635"/>
              <a:gd name="T64" fmla="*/ 287 w 1464"/>
              <a:gd name="T65" fmla="*/ 971 h 1635"/>
              <a:gd name="T66" fmla="*/ 588 w 1464"/>
              <a:gd name="T67" fmla="*/ 773 h 1635"/>
              <a:gd name="T68" fmla="*/ 332 w 1464"/>
              <a:gd name="T69" fmla="*/ 741 h 1635"/>
              <a:gd name="T70" fmla="*/ 227 w 1464"/>
              <a:gd name="T71" fmla="*/ 805 h 1635"/>
              <a:gd name="T72" fmla="*/ 598 w 1464"/>
              <a:gd name="T73" fmla="*/ 1054 h 1635"/>
              <a:gd name="T74" fmla="*/ 706 w 1464"/>
              <a:gd name="T75" fmla="*/ 991 h 1635"/>
              <a:gd name="T76" fmla="*/ 494 w 1464"/>
              <a:gd name="T77" fmla="*/ 1054 h 1635"/>
              <a:gd name="T78" fmla="*/ 1119 w 1464"/>
              <a:gd name="T79" fmla="*/ 752 h 1635"/>
              <a:gd name="T80" fmla="*/ 1151 w 1464"/>
              <a:gd name="T81" fmla="*/ 721 h 1635"/>
              <a:gd name="T82" fmla="*/ 675 w 1464"/>
              <a:gd name="T83" fmla="*/ 774 h 1635"/>
              <a:gd name="T84" fmla="*/ 706 w 1464"/>
              <a:gd name="T85" fmla="*/ 741 h 1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464" h="1635">
                <a:moveTo>
                  <a:pt x="1384" y="1635"/>
                </a:moveTo>
                <a:cubicBezTo>
                  <a:pt x="1043" y="1635"/>
                  <a:pt x="702" y="1635"/>
                  <a:pt x="361" y="1635"/>
                </a:cubicBezTo>
                <a:cubicBezTo>
                  <a:pt x="296" y="1609"/>
                  <a:pt x="282" y="1587"/>
                  <a:pt x="282" y="1515"/>
                </a:cubicBezTo>
                <a:cubicBezTo>
                  <a:pt x="282" y="1498"/>
                  <a:pt x="282" y="1481"/>
                  <a:pt x="282" y="1463"/>
                </a:cubicBezTo>
                <a:cubicBezTo>
                  <a:pt x="274" y="1463"/>
                  <a:pt x="268" y="1463"/>
                  <a:pt x="263" y="1463"/>
                </a:cubicBezTo>
                <a:cubicBezTo>
                  <a:pt x="210" y="1463"/>
                  <a:pt x="158" y="1463"/>
                  <a:pt x="106" y="1463"/>
                </a:cubicBezTo>
                <a:cubicBezTo>
                  <a:pt x="40" y="1463"/>
                  <a:pt x="0" y="1423"/>
                  <a:pt x="0" y="1358"/>
                </a:cubicBezTo>
                <a:cubicBezTo>
                  <a:pt x="0" y="940"/>
                  <a:pt x="0" y="522"/>
                  <a:pt x="0" y="104"/>
                </a:cubicBezTo>
                <a:cubicBezTo>
                  <a:pt x="0" y="40"/>
                  <a:pt x="40" y="0"/>
                  <a:pt x="105" y="0"/>
                </a:cubicBezTo>
                <a:cubicBezTo>
                  <a:pt x="429" y="0"/>
                  <a:pt x="754" y="0"/>
                  <a:pt x="1078" y="0"/>
                </a:cubicBezTo>
                <a:cubicBezTo>
                  <a:pt x="1143" y="0"/>
                  <a:pt x="1182" y="40"/>
                  <a:pt x="1183" y="104"/>
                </a:cubicBezTo>
                <a:cubicBezTo>
                  <a:pt x="1183" y="127"/>
                  <a:pt x="1183" y="149"/>
                  <a:pt x="1183" y="172"/>
                </a:cubicBezTo>
                <a:cubicBezTo>
                  <a:pt x="1190" y="172"/>
                  <a:pt x="1196" y="172"/>
                  <a:pt x="1201" y="172"/>
                </a:cubicBezTo>
                <a:cubicBezTo>
                  <a:pt x="1255" y="172"/>
                  <a:pt x="1309" y="172"/>
                  <a:pt x="1363" y="172"/>
                </a:cubicBezTo>
                <a:cubicBezTo>
                  <a:pt x="1423" y="173"/>
                  <a:pt x="1464" y="213"/>
                  <a:pt x="1464" y="272"/>
                </a:cubicBezTo>
                <a:cubicBezTo>
                  <a:pt x="1464" y="693"/>
                  <a:pt x="1464" y="1114"/>
                  <a:pt x="1464" y="1535"/>
                </a:cubicBezTo>
                <a:cubicBezTo>
                  <a:pt x="1464" y="1570"/>
                  <a:pt x="1450" y="1599"/>
                  <a:pt x="1421" y="1618"/>
                </a:cubicBezTo>
                <a:cubicBezTo>
                  <a:pt x="1410" y="1626"/>
                  <a:pt x="1396" y="1630"/>
                  <a:pt x="1384" y="1635"/>
                </a:cubicBezTo>
                <a:close/>
                <a:moveTo>
                  <a:pt x="1119" y="1169"/>
                </a:moveTo>
                <a:cubicBezTo>
                  <a:pt x="1119" y="1161"/>
                  <a:pt x="1119" y="1156"/>
                  <a:pt x="1119" y="1150"/>
                </a:cubicBezTo>
                <a:cubicBezTo>
                  <a:pt x="1119" y="1067"/>
                  <a:pt x="1119" y="984"/>
                  <a:pt x="1119" y="901"/>
                </a:cubicBezTo>
                <a:cubicBezTo>
                  <a:pt x="1119" y="874"/>
                  <a:pt x="1134" y="859"/>
                  <a:pt x="1156" y="862"/>
                </a:cubicBezTo>
                <a:cubicBezTo>
                  <a:pt x="1173" y="865"/>
                  <a:pt x="1182" y="879"/>
                  <a:pt x="1182" y="902"/>
                </a:cubicBezTo>
                <a:cubicBezTo>
                  <a:pt x="1183" y="997"/>
                  <a:pt x="1182" y="1092"/>
                  <a:pt x="1183" y="1188"/>
                </a:cubicBezTo>
                <a:cubicBezTo>
                  <a:pt x="1183" y="1206"/>
                  <a:pt x="1177" y="1220"/>
                  <a:pt x="1164" y="1233"/>
                </a:cubicBezTo>
                <a:cubicBezTo>
                  <a:pt x="1093" y="1303"/>
                  <a:pt x="1023" y="1373"/>
                  <a:pt x="953" y="1444"/>
                </a:cubicBezTo>
                <a:cubicBezTo>
                  <a:pt x="940" y="1458"/>
                  <a:pt x="925" y="1463"/>
                  <a:pt x="906" y="1463"/>
                </a:cubicBezTo>
                <a:cubicBezTo>
                  <a:pt x="726" y="1463"/>
                  <a:pt x="545" y="1463"/>
                  <a:pt x="365" y="1463"/>
                </a:cubicBezTo>
                <a:cubicBezTo>
                  <a:pt x="358" y="1463"/>
                  <a:pt x="352" y="1463"/>
                  <a:pt x="345" y="1463"/>
                </a:cubicBezTo>
                <a:cubicBezTo>
                  <a:pt x="345" y="1485"/>
                  <a:pt x="345" y="1505"/>
                  <a:pt x="345" y="1524"/>
                </a:cubicBezTo>
                <a:cubicBezTo>
                  <a:pt x="345" y="1562"/>
                  <a:pt x="355" y="1572"/>
                  <a:pt x="392" y="1572"/>
                </a:cubicBezTo>
                <a:cubicBezTo>
                  <a:pt x="712" y="1572"/>
                  <a:pt x="1032" y="1572"/>
                  <a:pt x="1352" y="1572"/>
                </a:cubicBezTo>
                <a:cubicBezTo>
                  <a:pt x="1391" y="1572"/>
                  <a:pt x="1400" y="1562"/>
                  <a:pt x="1400" y="1525"/>
                </a:cubicBezTo>
                <a:cubicBezTo>
                  <a:pt x="1400" y="1264"/>
                  <a:pt x="1400" y="1003"/>
                  <a:pt x="1400" y="742"/>
                </a:cubicBezTo>
                <a:cubicBezTo>
                  <a:pt x="1400" y="587"/>
                  <a:pt x="1400" y="432"/>
                  <a:pt x="1400" y="277"/>
                </a:cubicBezTo>
                <a:cubicBezTo>
                  <a:pt x="1400" y="248"/>
                  <a:pt x="1388" y="236"/>
                  <a:pt x="1359" y="236"/>
                </a:cubicBezTo>
                <a:cubicBezTo>
                  <a:pt x="1331" y="236"/>
                  <a:pt x="1303" y="236"/>
                  <a:pt x="1275" y="236"/>
                </a:cubicBezTo>
                <a:cubicBezTo>
                  <a:pt x="1244" y="236"/>
                  <a:pt x="1214" y="236"/>
                  <a:pt x="1183" y="236"/>
                </a:cubicBezTo>
                <a:cubicBezTo>
                  <a:pt x="1183" y="244"/>
                  <a:pt x="1183" y="249"/>
                  <a:pt x="1183" y="255"/>
                </a:cubicBezTo>
                <a:cubicBezTo>
                  <a:pt x="1183" y="369"/>
                  <a:pt x="1183" y="483"/>
                  <a:pt x="1183" y="597"/>
                </a:cubicBezTo>
                <a:cubicBezTo>
                  <a:pt x="1182" y="623"/>
                  <a:pt x="1171" y="638"/>
                  <a:pt x="1151" y="639"/>
                </a:cubicBezTo>
                <a:cubicBezTo>
                  <a:pt x="1131" y="639"/>
                  <a:pt x="1119" y="623"/>
                  <a:pt x="1119" y="596"/>
                </a:cubicBezTo>
                <a:cubicBezTo>
                  <a:pt x="1119" y="593"/>
                  <a:pt x="1119" y="590"/>
                  <a:pt x="1119" y="586"/>
                </a:cubicBezTo>
                <a:cubicBezTo>
                  <a:pt x="1119" y="427"/>
                  <a:pt x="1119" y="268"/>
                  <a:pt x="1119" y="109"/>
                </a:cubicBezTo>
                <a:cubicBezTo>
                  <a:pt x="1119" y="74"/>
                  <a:pt x="1109" y="64"/>
                  <a:pt x="1074" y="64"/>
                </a:cubicBezTo>
                <a:cubicBezTo>
                  <a:pt x="752" y="64"/>
                  <a:pt x="430" y="64"/>
                  <a:pt x="108" y="64"/>
                </a:cubicBezTo>
                <a:cubicBezTo>
                  <a:pt x="75" y="64"/>
                  <a:pt x="64" y="74"/>
                  <a:pt x="64" y="108"/>
                </a:cubicBezTo>
                <a:cubicBezTo>
                  <a:pt x="64" y="524"/>
                  <a:pt x="64" y="940"/>
                  <a:pt x="64" y="1355"/>
                </a:cubicBezTo>
                <a:cubicBezTo>
                  <a:pt x="64" y="1389"/>
                  <a:pt x="75" y="1399"/>
                  <a:pt x="109" y="1399"/>
                </a:cubicBezTo>
                <a:cubicBezTo>
                  <a:pt x="362" y="1399"/>
                  <a:pt x="616" y="1399"/>
                  <a:pt x="870" y="1399"/>
                </a:cubicBezTo>
                <a:cubicBezTo>
                  <a:pt x="876" y="1399"/>
                  <a:pt x="882" y="1399"/>
                  <a:pt x="889" y="1399"/>
                </a:cubicBezTo>
                <a:cubicBezTo>
                  <a:pt x="889" y="1350"/>
                  <a:pt x="889" y="1303"/>
                  <a:pt x="889" y="1255"/>
                </a:cubicBezTo>
                <a:cubicBezTo>
                  <a:pt x="889" y="1200"/>
                  <a:pt x="919" y="1169"/>
                  <a:pt x="974" y="1169"/>
                </a:cubicBezTo>
                <a:cubicBezTo>
                  <a:pt x="1022" y="1169"/>
                  <a:pt x="1069" y="1169"/>
                  <a:pt x="1119" y="1169"/>
                </a:cubicBezTo>
                <a:close/>
                <a:moveTo>
                  <a:pt x="1070" y="1233"/>
                </a:moveTo>
                <a:cubicBezTo>
                  <a:pt x="1035" y="1233"/>
                  <a:pt x="1002" y="1232"/>
                  <a:pt x="968" y="1233"/>
                </a:cubicBezTo>
                <a:cubicBezTo>
                  <a:pt x="963" y="1234"/>
                  <a:pt x="954" y="1240"/>
                  <a:pt x="954" y="1244"/>
                </a:cubicBezTo>
                <a:cubicBezTo>
                  <a:pt x="952" y="1279"/>
                  <a:pt x="953" y="1315"/>
                  <a:pt x="953" y="1350"/>
                </a:cubicBezTo>
                <a:cubicBezTo>
                  <a:pt x="992" y="1311"/>
                  <a:pt x="1030" y="1272"/>
                  <a:pt x="1070" y="1233"/>
                </a:cubicBezTo>
                <a:close/>
                <a:moveTo>
                  <a:pt x="948" y="307"/>
                </a:moveTo>
                <a:cubicBezTo>
                  <a:pt x="977" y="307"/>
                  <a:pt x="992" y="296"/>
                  <a:pt x="993" y="275"/>
                </a:cubicBezTo>
                <a:cubicBezTo>
                  <a:pt x="994" y="254"/>
                  <a:pt x="978" y="243"/>
                  <a:pt x="948" y="243"/>
                </a:cubicBezTo>
                <a:cubicBezTo>
                  <a:pt x="710" y="243"/>
                  <a:pt x="473" y="243"/>
                  <a:pt x="235" y="243"/>
                </a:cubicBezTo>
                <a:cubicBezTo>
                  <a:pt x="227" y="243"/>
                  <a:pt x="219" y="243"/>
                  <a:pt x="212" y="245"/>
                </a:cubicBezTo>
                <a:cubicBezTo>
                  <a:pt x="198" y="249"/>
                  <a:pt x="191" y="260"/>
                  <a:pt x="190" y="274"/>
                </a:cubicBezTo>
                <a:cubicBezTo>
                  <a:pt x="190" y="288"/>
                  <a:pt x="197" y="300"/>
                  <a:pt x="212" y="304"/>
                </a:cubicBezTo>
                <a:cubicBezTo>
                  <a:pt x="219" y="306"/>
                  <a:pt x="226" y="306"/>
                  <a:pt x="234" y="306"/>
                </a:cubicBezTo>
                <a:cubicBezTo>
                  <a:pt x="352" y="307"/>
                  <a:pt x="471" y="307"/>
                  <a:pt x="590" y="307"/>
                </a:cubicBezTo>
                <a:cubicBezTo>
                  <a:pt x="709" y="307"/>
                  <a:pt x="828" y="307"/>
                  <a:pt x="948" y="307"/>
                </a:cubicBezTo>
                <a:close/>
                <a:moveTo>
                  <a:pt x="235" y="409"/>
                </a:moveTo>
                <a:cubicBezTo>
                  <a:pt x="205" y="409"/>
                  <a:pt x="189" y="420"/>
                  <a:pt x="190" y="441"/>
                </a:cubicBezTo>
                <a:cubicBezTo>
                  <a:pt x="190" y="462"/>
                  <a:pt x="206" y="473"/>
                  <a:pt x="235" y="473"/>
                </a:cubicBezTo>
                <a:cubicBezTo>
                  <a:pt x="473" y="473"/>
                  <a:pt x="711" y="473"/>
                  <a:pt x="948" y="473"/>
                </a:cubicBezTo>
                <a:cubicBezTo>
                  <a:pt x="956" y="473"/>
                  <a:pt x="965" y="472"/>
                  <a:pt x="972" y="470"/>
                </a:cubicBezTo>
                <a:cubicBezTo>
                  <a:pt x="986" y="466"/>
                  <a:pt x="993" y="455"/>
                  <a:pt x="993" y="441"/>
                </a:cubicBezTo>
                <a:cubicBezTo>
                  <a:pt x="993" y="427"/>
                  <a:pt x="986" y="416"/>
                  <a:pt x="972" y="412"/>
                </a:cubicBezTo>
                <a:cubicBezTo>
                  <a:pt x="965" y="409"/>
                  <a:pt x="957" y="409"/>
                  <a:pt x="949" y="409"/>
                </a:cubicBezTo>
                <a:cubicBezTo>
                  <a:pt x="830" y="409"/>
                  <a:pt x="710" y="409"/>
                  <a:pt x="591" y="409"/>
                </a:cubicBezTo>
                <a:cubicBezTo>
                  <a:pt x="473" y="409"/>
                  <a:pt x="354" y="409"/>
                  <a:pt x="235" y="409"/>
                </a:cubicBezTo>
                <a:close/>
                <a:moveTo>
                  <a:pt x="948" y="639"/>
                </a:moveTo>
                <a:cubicBezTo>
                  <a:pt x="977" y="639"/>
                  <a:pt x="992" y="628"/>
                  <a:pt x="993" y="608"/>
                </a:cubicBezTo>
                <a:cubicBezTo>
                  <a:pt x="994" y="587"/>
                  <a:pt x="978" y="575"/>
                  <a:pt x="948" y="575"/>
                </a:cubicBezTo>
                <a:cubicBezTo>
                  <a:pt x="710" y="575"/>
                  <a:pt x="473" y="575"/>
                  <a:pt x="235" y="575"/>
                </a:cubicBezTo>
                <a:cubicBezTo>
                  <a:pt x="227" y="575"/>
                  <a:pt x="219" y="575"/>
                  <a:pt x="212" y="577"/>
                </a:cubicBezTo>
                <a:cubicBezTo>
                  <a:pt x="198" y="581"/>
                  <a:pt x="191" y="592"/>
                  <a:pt x="190" y="606"/>
                </a:cubicBezTo>
                <a:cubicBezTo>
                  <a:pt x="190" y="620"/>
                  <a:pt x="197" y="632"/>
                  <a:pt x="212" y="636"/>
                </a:cubicBezTo>
                <a:cubicBezTo>
                  <a:pt x="219" y="638"/>
                  <a:pt x="226" y="639"/>
                  <a:pt x="234" y="639"/>
                </a:cubicBezTo>
                <a:cubicBezTo>
                  <a:pt x="353" y="639"/>
                  <a:pt x="472" y="639"/>
                  <a:pt x="591" y="639"/>
                </a:cubicBezTo>
                <a:cubicBezTo>
                  <a:pt x="710" y="639"/>
                  <a:pt x="829" y="639"/>
                  <a:pt x="948" y="639"/>
                </a:cubicBezTo>
                <a:close/>
                <a:moveTo>
                  <a:pt x="403" y="1022"/>
                </a:moveTo>
                <a:cubicBezTo>
                  <a:pt x="403" y="1085"/>
                  <a:pt x="350" y="1137"/>
                  <a:pt x="288" y="1137"/>
                </a:cubicBezTo>
                <a:cubicBezTo>
                  <a:pt x="225" y="1137"/>
                  <a:pt x="173" y="1085"/>
                  <a:pt x="173" y="1022"/>
                </a:cubicBezTo>
                <a:cubicBezTo>
                  <a:pt x="173" y="959"/>
                  <a:pt x="226" y="907"/>
                  <a:pt x="288" y="907"/>
                </a:cubicBezTo>
                <a:cubicBezTo>
                  <a:pt x="351" y="907"/>
                  <a:pt x="403" y="960"/>
                  <a:pt x="403" y="1022"/>
                </a:cubicBezTo>
                <a:close/>
                <a:moveTo>
                  <a:pt x="287" y="971"/>
                </a:moveTo>
                <a:cubicBezTo>
                  <a:pt x="260" y="971"/>
                  <a:pt x="237" y="995"/>
                  <a:pt x="237" y="1022"/>
                </a:cubicBezTo>
                <a:cubicBezTo>
                  <a:pt x="237" y="1050"/>
                  <a:pt x="260" y="1073"/>
                  <a:pt x="288" y="1073"/>
                </a:cubicBezTo>
                <a:cubicBezTo>
                  <a:pt x="316" y="1073"/>
                  <a:pt x="340" y="1049"/>
                  <a:pt x="339" y="1021"/>
                </a:cubicBezTo>
                <a:cubicBezTo>
                  <a:pt x="338" y="993"/>
                  <a:pt x="315" y="971"/>
                  <a:pt x="287" y="971"/>
                </a:cubicBezTo>
                <a:close/>
                <a:moveTo>
                  <a:pt x="544" y="805"/>
                </a:moveTo>
                <a:cubicBezTo>
                  <a:pt x="550" y="805"/>
                  <a:pt x="555" y="805"/>
                  <a:pt x="561" y="804"/>
                </a:cubicBezTo>
                <a:cubicBezTo>
                  <a:pt x="577" y="801"/>
                  <a:pt x="588" y="788"/>
                  <a:pt x="588" y="773"/>
                </a:cubicBezTo>
                <a:cubicBezTo>
                  <a:pt x="588" y="758"/>
                  <a:pt x="577" y="745"/>
                  <a:pt x="561" y="742"/>
                </a:cubicBezTo>
                <a:cubicBezTo>
                  <a:pt x="555" y="741"/>
                  <a:pt x="549" y="741"/>
                  <a:pt x="543" y="741"/>
                </a:cubicBezTo>
                <a:cubicBezTo>
                  <a:pt x="473" y="741"/>
                  <a:pt x="403" y="741"/>
                  <a:pt x="332" y="741"/>
                </a:cubicBezTo>
                <a:cubicBezTo>
                  <a:pt x="297" y="741"/>
                  <a:pt x="262" y="741"/>
                  <a:pt x="227" y="741"/>
                </a:cubicBezTo>
                <a:cubicBezTo>
                  <a:pt x="208" y="741"/>
                  <a:pt x="196" y="749"/>
                  <a:pt x="192" y="763"/>
                </a:cubicBezTo>
                <a:cubicBezTo>
                  <a:pt x="185" y="786"/>
                  <a:pt x="200" y="805"/>
                  <a:pt x="227" y="805"/>
                </a:cubicBezTo>
                <a:cubicBezTo>
                  <a:pt x="281" y="805"/>
                  <a:pt x="335" y="805"/>
                  <a:pt x="389" y="805"/>
                </a:cubicBezTo>
                <a:cubicBezTo>
                  <a:pt x="440" y="805"/>
                  <a:pt x="492" y="805"/>
                  <a:pt x="544" y="805"/>
                </a:cubicBezTo>
                <a:close/>
                <a:moveTo>
                  <a:pt x="598" y="1054"/>
                </a:moveTo>
                <a:cubicBezTo>
                  <a:pt x="634" y="1054"/>
                  <a:pt x="669" y="1054"/>
                  <a:pt x="705" y="1054"/>
                </a:cubicBezTo>
                <a:cubicBezTo>
                  <a:pt x="724" y="1053"/>
                  <a:pt x="738" y="1039"/>
                  <a:pt x="738" y="1022"/>
                </a:cubicBezTo>
                <a:cubicBezTo>
                  <a:pt x="738" y="1005"/>
                  <a:pt x="725" y="991"/>
                  <a:pt x="706" y="991"/>
                </a:cubicBezTo>
                <a:cubicBezTo>
                  <a:pt x="634" y="990"/>
                  <a:pt x="561" y="990"/>
                  <a:pt x="489" y="991"/>
                </a:cubicBezTo>
                <a:cubicBezTo>
                  <a:pt x="469" y="991"/>
                  <a:pt x="456" y="1008"/>
                  <a:pt x="458" y="1025"/>
                </a:cubicBezTo>
                <a:cubicBezTo>
                  <a:pt x="460" y="1043"/>
                  <a:pt x="473" y="1054"/>
                  <a:pt x="494" y="1054"/>
                </a:cubicBezTo>
                <a:cubicBezTo>
                  <a:pt x="529" y="1054"/>
                  <a:pt x="563" y="1054"/>
                  <a:pt x="598" y="1054"/>
                </a:cubicBezTo>
                <a:cubicBezTo>
                  <a:pt x="598" y="1054"/>
                  <a:pt x="598" y="1054"/>
                  <a:pt x="598" y="1054"/>
                </a:cubicBezTo>
                <a:close/>
                <a:moveTo>
                  <a:pt x="1119" y="752"/>
                </a:moveTo>
                <a:cubicBezTo>
                  <a:pt x="1118" y="769"/>
                  <a:pt x="1133" y="784"/>
                  <a:pt x="1150" y="784"/>
                </a:cubicBezTo>
                <a:cubicBezTo>
                  <a:pt x="1167" y="785"/>
                  <a:pt x="1182" y="770"/>
                  <a:pt x="1182" y="753"/>
                </a:cubicBezTo>
                <a:cubicBezTo>
                  <a:pt x="1183" y="737"/>
                  <a:pt x="1168" y="722"/>
                  <a:pt x="1151" y="721"/>
                </a:cubicBezTo>
                <a:cubicBezTo>
                  <a:pt x="1134" y="721"/>
                  <a:pt x="1119" y="735"/>
                  <a:pt x="1119" y="752"/>
                </a:cubicBezTo>
                <a:close/>
                <a:moveTo>
                  <a:pt x="706" y="741"/>
                </a:moveTo>
                <a:cubicBezTo>
                  <a:pt x="689" y="742"/>
                  <a:pt x="674" y="757"/>
                  <a:pt x="675" y="774"/>
                </a:cubicBezTo>
                <a:cubicBezTo>
                  <a:pt x="675" y="790"/>
                  <a:pt x="690" y="805"/>
                  <a:pt x="707" y="805"/>
                </a:cubicBezTo>
                <a:cubicBezTo>
                  <a:pt x="724" y="804"/>
                  <a:pt x="738" y="789"/>
                  <a:pt x="738" y="772"/>
                </a:cubicBezTo>
                <a:cubicBezTo>
                  <a:pt x="738" y="755"/>
                  <a:pt x="722" y="741"/>
                  <a:pt x="706" y="74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5" name="Freeform 5">
            <a:extLst>
              <a:ext uri="{FF2B5EF4-FFF2-40B4-BE49-F238E27FC236}">
                <a16:creationId xmlns:a16="http://schemas.microsoft.com/office/drawing/2014/main" id="{5875945F-6DA6-A8FB-0512-24829451C9BE}"/>
              </a:ext>
            </a:extLst>
          </p:cNvPr>
          <p:cNvSpPr>
            <a:spLocks noEditPoints="1"/>
          </p:cNvSpPr>
          <p:nvPr/>
        </p:nvSpPr>
        <p:spPr bwMode="auto">
          <a:xfrm>
            <a:off x="6961838" y="5672904"/>
            <a:ext cx="338282" cy="310272"/>
          </a:xfrm>
          <a:custGeom>
            <a:avLst/>
            <a:gdLst>
              <a:gd name="T0" fmla="*/ 1616 w 2048"/>
              <a:gd name="T1" fmla="*/ 216 h 1878"/>
              <a:gd name="T2" fmla="*/ 1380 w 2048"/>
              <a:gd name="T3" fmla="*/ 431 h 1878"/>
              <a:gd name="T4" fmla="*/ 1164 w 2048"/>
              <a:gd name="T5" fmla="*/ 310 h 1878"/>
              <a:gd name="T6" fmla="*/ 1380 w 2048"/>
              <a:gd name="T7" fmla="*/ 683 h 1878"/>
              <a:gd name="T8" fmla="*/ 1146 w 2048"/>
              <a:gd name="T9" fmla="*/ 764 h 1878"/>
              <a:gd name="T10" fmla="*/ 1188 w 2048"/>
              <a:gd name="T11" fmla="*/ 623 h 1878"/>
              <a:gd name="T12" fmla="*/ 860 w 2048"/>
              <a:gd name="T13" fmla="*/ 623 h 1878"/>
              <a:gd name="T14" fmla="*/ 902 w 2048"/>
              <a:gd name="T15" fmla="*/ 764 h 1878"/>
              <a:gd name="T16" fmla="*/ 668 w 2048"/>
              <a:gd name="T17" fmla="*/ 683 h 1878"/>
              <a:gd name="T18" fmla="*/ 885 w 2048"/>
              <a:gd name="T19" fmla="*/ 310 h 1878"/>
              <a:gd name="T20" fmla="*/ 668 w 2048"/>
              <a:gd name="T21" fmla="*/ 431 h 1878"/>
              <a:gd name="T22" fmla="*/ 432 w 2048"/>
              <a:gd name="T23" fmla="*/ 216 h 1878"/>
              <a:gd name="T24" fmla="*/ 0 w 2048"/>
              <a:gd name="T25" fmla="*/ 216 h 1878"/>
              <a:gd name="T26" fmla="*/ 380 w 2048"/>
              <a:gd name="T27" fmla="*/ 357 h 1878"/>
              <a:gd name="T28" fmla="*/ 588 w 2048"/>
              <a:gd name="T29" fmla="*/ 683 h 1878"/>
              <a:gd name="T30" fmla="*/ 984 w 2048"/>
              <a:gd name="T31" fmla="*/ 1449 h 1878"/>
              <a:gd name="T32" fmla="*/ 1024 w 2048"/>
              <a:gd name="T33" fmla="*/ 1878 h 1878"/>
              <a:gd name="T34" fmla="*/ 1064 w 2048"/>
              <a:gd name="T35" fmla="*/ 1449 h 1878"/>
              <a:gd name="T36" fmla="*/ 1460 w 2048"/>
              <a:gd name="T37" fmla="*/ 683 h 1878"/>
              <a:gd name="T38" fmla="*/ 1668 w 2048"/>
              <a:gd name="T39" fmla="*/ 357 h 1878"/>
              <a:gd name="T40" fmla="*/ 2048 w 2048"/>
              <a:gd name="T41" fmla="*/ 216 h 1878"/>
              <a:gd name="T42" fmla="*/ 216 w 2048"/>
              <a:gd name="T43" fmla="*/ 352 h 1878"/>
              <a:gd name="T44" fmla="*/ 216 w 2048"/>
              <a:gd name="T45" fmla="*/ 80 h 1878"/>
              <a:gd name="T46" fmla="*/ 216 w 2048"/>
              <a:gd name="T47" fmla="*/ 352 h 1878"/>
              <a:gd name="T48" fmla="*/ 940 w 2048"/>
              <a:gd name="T49" fmla="*/ 623 h 1878"/>
              <a:gd name="T50" fmla="*/ 1108 w 2048"/>
              <a:gd name="T51" fmla="*/ 623 h 1878"/>
              <a:gd name="T52" fmla="*/ 1024 w 2048"/>
              <a:gd name="T53" fmla="*/ 739 h 1878"/>
              <a:gd name="T54" fmla="*/ 1024 w 2048"/>
              <a:gd name="T55" fmla="*/ 819 h 1878"/>
              <a:gd name="T56" fmla="*/ 1024 w 2048"/>
              <a:gd name="T57" fmla="*/ 1039 h 1878"/>
              <a:gd name="T58" fmla="*/ 1024 w 2048"/>
              <a:gd name="T59" fmla="*/ 819 h 1878"/>
              <a:gd name="T60" fmla="*/ 1024 w 2048"/>
              <a:gd name="T61" fmla="*/ 1798 h 1878"/>
              <a:gd name="T62" fmla="*/ 1024 w 2048"/>
              <a:gd name="T63" fmla="*/ 1526 h 1878"/>
              <a:gd name="T64" fmla="*/ 1832 w 2048"/>
              <a:gd name="T65" fmla="*/ 352 h 1878"/>
              <a:gd name="T66" fmla="*/ 1832 w 2048"/>
              <a:gd name="T67" fmla="*/ 80 h 1878"/>
              <a:gd name="T68" fmla="*/ 1832 w 2048"/>
              <a:gd name="T69" fmla="*/ 352 h 1878"/>
              <a:gd name="T70" fmla="*/ 1052 w 2048"/>
              <a:gd name="T71" fmla="*/ 315 h 1878"/>
              <a:gd name="T72" fmla="*/ 1052 w 2048"/>
              <a:gd name="T73" fmla="*/ 258 h 1878"/>
              <a:gd name="T74" fmla="*/ 996 w 2048"/>
              <a:gd name="T75" fmla="*/ 258 h 1878"/>
              <a:gd name="T76" fmla="*/ 996 w 2048"/>
              <a:gd name="T77" fmla="*/ 315 h 18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048" h="1878">
                <a:moveTo>
                  <a:pt x="1832" y="0"/>
                </a:moveTo>
                <a:cubicBezTo>
                  <a:pt x="1713" y="0"/>
                  <a:pt x="1616" y="97"/>
                  <a:pt x="1616" y="216"/>
                </a:cubicBezTo>
                <a:cubicBezTo>
                  <a:pt x="1616" y="241"/>
                  <a:pt x="1620" y="265"/>
                  <a:pt x="1628" y="288"/>
                </a:cubicBezTo>
                <a:cubicBezTo>
                  <a:pt x="1380" y="431"/>
                  <a:pt x="1380" y="431"/>
                  <a:pt x="1380" y="431"/>
                </a:cubicBezTo>
                <a:cubicBezTo>
                  <a:pt x="1338" y="372"/>
                  <a:pt x="1282" y="324"/>
                  <a:pt x="1218" y="292"/>
                </a:cubicBezTo>
                <a:cubicBezTo>
                  <a:pt x="1198" y="282"/>
                  <a:pt x="1174" y="290"/>
                  <a:pt x="1164" y="310"/>
                </a:cubicBezTo>
                <a:cubicBezTo>
                  <a:pt x="1154" y="330"/>
                  <a:pt x="1162" y="354"/>
                  <a:pt x="1182" y="364"/>
                </a:cubicBezTo>
                <a:cubicBezTo>
                  <a:pt x="1304" y="424"/>
                  <a:pt x="1380" y="546"/>
                  <a:pt x="1380" y="683"/>
                </a:cubicBezTo>
                <a:cubicBezTo>
                  <a:pt x="1380" y="767"/>
                  <a:pt x="1350" y="845"/>
                  <a:pt x="1301" y="906"/>
                </a:cubicBezTo>
                <a:cubicBezTo>
                  <a:pt x="1267" y="842"/>
                  <a:pt x="1212" y="792"/>
                  <a:pt x="1146" y="764"/>
                </a:cubicBezTo>
                <a:cubicBezTo>
                  <a:pt x="1172" y="735"/>
                  <a:pt x="1188" y="696"/>
                  <a:pt x="1188" y="654"/>
                </a:cubicBezTo>
                <a:cubicBezTo>
                  <a:pt x="1188" y="623"/>
                  <a:pt x="1188" y="623"/>
                  <a:pt x="1188" y="623"/>
                </a:cubicBezTo>
                <a:cubicBezTo>
                  <a:pt x="1188" y="533"/>
                  <a:pt x="1115" y="459"/>
                  <a:pt x="1024" y="459"/>
                </a:cubicBezTo>
                <a:cubicBezTo>
                  <a:pt x="933" y="459"/>
                  <a:pt x="860" y="533"/>
                  <a:pt x="860" y="623"/>
                </a:cubicBezTo>
                <a:cubicBezTo>
                  <a:pt x="860" y="654"/>
                  <a:pt x="860" y="654"/>
                  <a:pt x="860" y="654"/>
                </a:cubicBezTo>
                <a:cubicBezTo>
                  <a:pt x="860" y="696"/>
                  <a:pt x="876" y="735"/>
                  <a:pt x="902" y="764"/>
                </a:cubicBezTo>
                <a:cubicBezTo>
                  <a:pt x="836" y="792"/>
                  <a:pt x="781" y="842"/>
                  <a:pt x="747" y="906"/>
                </a:cubicBezTo>
                <a:cubicBezTo>
                  <a:pt x="698" y="845"/>
                  <a:pt x="668" y="767"/>
                  <a:pt x="668" y="683"/>
                </a:cubicBezTo>
                <a:cubicBezTo>
                  <a:pt x="668" y="546"/>
                  <a:pt x="744" y="424"/>
                  <a:pt x="867" y="363"/>
                </a:cubicBezTo>
                <a:cubicBezTo>
                  <a:pt x="887" y="353"/>
                  <a:pt x="895" y="329"/>
                  <a:pt x="885" y="310"/>
                </a:cubicBezTo>
                <a:cubicBezTo>
                  <a:pt x="875" y="290"/>
                  <a:pt x="851" y="282"/>
                  <a:pt x="831" y="291"/>
                </a:cubicBezTo>
                <a:cubicBezTo>
                  <a:pt x="766" y="324"/>
                  <a:pt x="710" y="372"/>
                  <a:pt x="668" y="431"/>
                </a:cubicBezTo>
                <a:cubicBezTo>
                  <a:pt x="420" y="288"/>
                  <a:pt x="420" y="288"/>
                  <a:pt x="420" y="288"/>
                </a:cubicBezTo>
                <a:cubicBezTo>
                  <a:pt x="428" y="265"/>
                  <a:pt x="432" y="241"/>
                  <a:pt x="432" y="216"/>
                </a:cubicBezTo>
                <a:cubicBezTo>
                  <a:pt x="432" y="97"/>
                  <a:pt x="335" y="0"/>
                  <a:pt x="216" y="0"/>
                </a:cubicBezTo>
                <a:cubicBezTo>
                  <a:pt x="97" y="0"/>
                  <a:pt x="0" y="97"/>
                  <a:pt x="0" y="216"/>
                </a:cubicBezTo>
                <a:cubicBezTo>
                  <a:pt x="0" y="335"/>
                  <a:pt x="97" y="432"/>
                  <a:pt x="216" y="432"/>
                </a:cubicBezTo>
                <a:cubicBezTo>
                  <a:pt x="281" y="432"/>
                  <a:pt x="340" y="403"/>
                  <a:pt x="380" y="357"/>
                </a:cubicBezTo>
                <a:cubicBezTo>
                  <a:pt x="628" y="500"/>
                  <a:pt x="628" y="500"/>
                  <a:pt x="628" y="500"/>
                </a:cubicBezTo>
                <a:cubicBezTo>
                  <a:pt x="602" y="557"/>
                  <a:pt x="588" y="619"/>
                  <a:pt x="588" y="683"/>
                </a:cubicBezTo>
                <a:cubicBezTo>
                  <a:pt x="588" y="910"/>
                  <a:pt x="762" y="1097"/>
                  <a:pt x="984" y="1117"/>
                </a:cubicBezTo>
                <a:cubicBezTo>
                  <a:pt x="984" y="1449"/>
                  <a:pt x="984" y="1449"/>
                  <a:pt x="984" y="1449"/>
                </a:cubicBezTo>
                <a:cubicBezTo>
                  <a:pt x="884" y="1468"/>
                  <a:pt x="808" y="1556"/>
                  <a:pt x="808" y="1662"/>
                </a:cubicBezTo>
                <a:cubicBezTo>
                  <a:pt x="808" y="1781"/>
                  <a:pt x="905" y="1878"/>
                  <a:pt x="1024" y="1878"/>
                </a:cubicBezTo>
                <a:cubicBezTo>
                  <a:pt x="1143" y="1878"/>
                  <a:pt x="1240" y="1781"/>
                  <a:pt x="1240" y="1662"/>
                </a:cubicBezTo>
                <a:cubicBezTo>
                  <a:pt x="1240" y="1556"/>
                  <a:pt x="1164" y="1468"/>
                  <a:pt x="1064" y="1449"/>
                </a:cubicBezTo>
                <a:cubicBezTo>
                  <a:pt x="1064" y="1117"/>
                  <a:pt x="1064" y="1117"/>
                  <a:pt x="1064" y="1117"/>
                </a:cubicBezTo>
                <a:cubicBezTo>
                  <a:pt x="1286" y="1097"/>
                  <a:pt x="1460" y="910"/>
                  <a:pt x="1460" y="683"/>
                </a:cubicBezTo>
                <a:cubicBezTo>
                  <a:pt x="1460" y="619"/>
                  <a:pt x="1446" y="557"/>
                  <a:pt x="1420" y="500"/>
                </a:cubicBezTo>
                <a:cubicBezTo>
                  <a:pt x="1668" y="357"/>
                  <a:pt x="1668" y="357"/>
                  <a:pt x="1668" y="357"/>
                </a:cubicBezTo>
                <a:cubicBezTo>
                  <a:pt x="1708" y="403"/>
                  <a:pt x="1767" y="432"/>
                  <a:pt x="1832" y="432"/>
                </a:cubicBezTo>
                <a:cubicBezTo>
                  <a:pt x="1951" y="432"/>
                  <a:pt x="2048" y="335"/>
                  <a:pt x="2048" y="216"/>
                </a:cubicBezTo>
                <a:cubicBezTo>
                  <a:pt x="2048" y="97"/>
                  <a:pt x="1951" y="0"/>
                  <a:pt x="1832" y="0"/>
                </a:cubicBezTo>
                <a:close/>
                <a:moveTo>
                  <a:pt x="216" y="352"/>
                </a:moveTo>
                <a:cubicBezTo>
                  <a:pt x="141" y="352"/>
                  <a:pt x="80" y="291"/>
                  <a:pt x="80" y="216"/>
                </a:cubicBezTo>
                <a:cubicBezTo>
                  <a:pt x="80" y="141"/>
                  <a:pt x="141" y="80"/>
                  <a:pt x="216" y="80"/>
                </a:cubicBezTo>
                <a:cubicBezTo>
                  <a:pt x="291" y="80"/>
                  <a:pt x="352" y="141"/>
                  <a:pt x="352" y="216"/>
                </a:cubicBezTo>
                <a:cubicBezTo>
                  <a:pt x="352" y="291"/>
                  <a:pt x="291" y="352"/>
                  <a:pt x="216" y="352"/>
                </a:cubicBezTo>
                <a:close/>
                <a:moveTo>
                  <a:pt x="940" y="654"/>
                </a:moveTo>
                <a:cubicBezTo>
                  <a:pt x="940" y="623"/>
                  <a:pt x="940" y="623"/>
                  <a:pt x="940" y="623"/>
                </a:cubicBezTo>
                <a:cubicBezTo>
                  <a:pt x="940" y="577"/>
                  <a:pt x="978" y="539"/>
                  <a:pt x="1024" y="539"/>
                </a:cubicBezTo>
                <a:cubicBezTo>
                  <a:pt x="1070" y="539"/>
                  <a:pt x="1108" y="577"/>
                  <a:pt x="1108" y="623"/>
                </a:cubicBezTo>
                <a:cubicBezTo>
                  <a:pt x="1108" y="654"/>
                  <a:pt x="1108" y="654"/>
                  <a:pt x="1108" y="654"/>
                </a:cubicBezTo>
                <a:cubicBezTo>
                  <a:pt x="1108" y="701"/>
                  <a:pt x="1070" y="739"/>
                  <a:pt x="1024" y="739"/>
                </a:cubicBezTo>
                <a:cubicBezTo>
                  <a:pt x="978" y="739"/>
                  <a:pt x="940" y="701"/>
                  <a:pt x="940" y="654"/>
                </a:cubicBezTo>
                <a:close/>
                <a:moveTo>
                  <a:pt x="1024" y="819"/>
                </a:moveTo>
                <a:cubicBezTo>
                  <a:pt x="1120" y="819"/>
                  <a:pt x="1205" y="878"/>
                  <a:pt x="1240" y="966"/>
                </a:cubicBezTo>
                <a:cubicBezTo>
                  <a:pt x="1180" y="1011"/>
                  <a:pt x="1105" y="1039"/>
                  <a:pt x="1024" y="1039"/>
                </a:cubicBezTo>
                <a:cubicBezTo>
                  <a:pt x="943" y="1039"/>
                  <a:pt x="868" y="1011"/>
                  <a:pt x="808" y="966"/>
                </a:cubicBezTo>
                <a:cubicBezTo>
                  <a:pt x="843" y="878"/>
                  <a:pt x="928" y="819"/>
                  <a:pt x="1024" y="819"/>
                </a:cubicBezTo>
                <a:close/>
                <a:moveTo>
                  <a:pt x="1160" y="1662"/>
                </a:moveTo>
                <a:cubicBezTo>
                  <a:pt x="1160" y="1737"/>
                  <a:pt x="1099" y="1798"/>
                  <a:pt x="1024" y="1798"/>
                </a:cubicBezTo>
                <a:cubicBezTo>
                  <a:pt x="949" y="1798"/>
                  <a:pt x="888" y="1737"/>
                  <a:pt x="888" y="1662"/>
                </a:cubicBezTo>
                <a:cubicBezTo>
                  <a:pt x="888" y="1587"/>
                  <a:pt x="949" y="1526"/>
                  <a:pt x="1024" y="1526"/>
                </a:cubicBezTo>
                <a:cubicBezTo>
                  <a:pt x="1099" y="1526"/>
                  <a:pt x="1160" y="1587"/>
                  <a:pt x="1160" y="1662"/>
                </a:cubicBezTo>
                <a:close/>
                <a:moveTo>
                  <a:pt x="1832" y="352"/>
                </a:moveTo>
                <a:cubicBezTo>
                  <a:pt x="1757" y="352"/>
                  <a:pt x="1696" y="291"/>
                  <a:pt x="1696" y="216"/>
                </a:cubicBezTo>
                <a:cubicBezTo>
                  <a:pt x="1696" y="141"/>
                  <a:pt x="1757" y="80"/>
                  <a:pt x="1832" y="80"/>
                </a:cubicBezTo>
                <a:cubicBezTo>
                  <a:pt x="1907" y="80"/>
                  <a:pt x="1968" y="141"/>
                  <a:pt x="1968" y="216"/>
                </a:cubicBezTo>
                <a:cubicBezTo>
                  <a:pt x="1968" y="291"/>
                  <a:pt x="1907" y="352"/>
                  <a:pt x="1832" y="352"/>
                </a:cubicBezTo>
                <a:close/>
                <a:moveTo>
                  <a:pt x="1024" y="327"/>
                </a:moveTo>
                <a:cubicBezTo>
                  <a:pt x="1035" y="327"/>
                  <a:pt x="1045" y="322"/>
                  <a:pt x="1052" y="315"/>
                </a:cubicBezTo>
                <a:cubicBezTo>
                  <a:pt x="1060" y="307"/>
                  <a:pt x="1064" y="297"/>
                  <a:pt x="1064" y="287"/>
                </a:cubicBezTo>
                <a:cubicBezTo>
                  <a:pt x="1064" y="276"/>
                  <a:pt x="1060" y="266"/>
                  <a:pt x="1052" y="258"/>
                </a:cubicBezTo>
                <a:cubicBezTo>
                  <a:pt x="1045" y="251"/>
                  <a:pt x="1035" y="247"/>
                  <a:pt x="1024" y="247"/>
                </a:cubicBezTo>
                <a:cubicBezTo>
                  <a:pt x="1013" y="247"/>
                  <a:pt x="1003" y="251"/>
                  <a:pt x="996" y="258"/>
                </a:cubicBezTo>
                <a:cubicBezTo>
                  <a:pt x="988" y="266"/>
                  <a:pt x="984" y="276"/>
                  <a:pt x="984" y="287"/>
                </a:cubicBezTo>
                <a:cubicBezTo>
                  <a:pt x="984" y="297"/>
                  <a:pt x="988" y="307"/>
                  <a:pt x="996" y="315"/>
                </a:cubicBezTo>
                <a:cubicBezTo>
                  <a:pt x="1003" y="322"/>
                  <a:pt x="1013" y="327"/>
                  <a:pt x="1024" y="32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53">
            <a:extLst>
              <a:ext uri="{FF2B5EF4-FFF2-40B4-BE49-F238E27FC236}">
                <a16:creationId xmlns:a16="http://schemas.microsoft.com/office/drawing/2014/main" id="{2D3531E0-3E08-380B-2A21-2F852F27601E}"/>
              </a:ext>
            </a:extLst>
          </p:cNvPr>
          <p:cNvSpPr>
            <a:spLocks noEditPoints="1"/>
          </p:cNvSpPr>
          <p:nvPr/>
        </p:nvSpPr>
        <p:spPr bwMode="auto">
          <a:xfrm>
            <a:off x="8222308" y="5703354"/>
            <a:ext cx="437710" cy="249373"/>
          </a:xfrm>
          <a:custGeom>
            <a:avLst/>
            <a:gdLst>
              <a:gd name="T0" fmla="*/ 286 w 290"/>
              <a:gd name="T1" fmla="*/ 165 h 165"/>
              <a:gd name="T2" fmla="*/ 4 w 290"/>
              <a:gd name="T3" fmla="*/ 165 h 165"/>
              <a:gd name="T4" fmla="*/ 0 w 290"/>
              <a:gd name="T5" fmla="*/ 161 h 165"/>
              <a:gd name="T6" fmla="*/ 0 w 290"/>
              <a:gd name="T7" fmla="*/ 4 h 165"/>
              <a:gd name="T8" fmla="*/ 4 w 290"/>
              <a:gd name="T9" fmla="*/ 0 h 165"/>
              <a:gd name="T10" fmla="*/ 8 w 290"/>
              <a:gd name="T11" fmla="*/ 4 h 165"/>
              <a:gd name="T12" fmla="*/ 8 w 290"/>
              <a:gd name="T13" fmla="*/ 157 h 165"/>
              <a:gd name="T14" fmla="*/ 286 w 290"/>
              <a:gd name="T15" fmla="*/ 157 h 165"/>
              <a:gd name="T16" fmla="*/ 290 w 290"/>
              <a:gd name="T17" fmla="*/ 161 h 165"/>
              <a:gd name="T18" fmla="*/ 286 w 290"/>
              <a:gd name="T19" fmla="*/ 165 h 165"/>
              <a:gd name="T20" fmla="*/ 290 w 290"/>
              <a:gd name="T21" fmla="*/ 140 h 165"/>
              <a:gd name="T22" fmla="*/ 286 w 290"/>
              <a:gd name="T23" fmla="*/ 136 h 165"/>
              <a:gd name="T24" fmla="*/ 120 w 290"/>
              <a:gd name="T25" fmla="*/ 109 h 165"/>
              <a:gd name="T26" fmla="*/ 115 w 290"/>
              <a:gd name="T27" fmla="*/ 111 h 165"/>
              <a:gd name="T28" fmla="*/ 117 w 290"/>
              <a:gd name="T29" fmla="*/ 116 h 165"/>
              <a:gd name="T30" fmla="*/ 286 w 290"/>
              <a:gd name="T31" fmla="*/ 144 h 165"/>
              <a:gd name="T32" fmla="*/ 290 w 290"/>
              <a:gd name="T33" fmla="*/ 140 h 165"/>
              <a:gd name="T34" fmla="*/ 110 w 290"/>
              <a:gd name="T35" fmla="*/ 109 h 165"/>
              <a:gd name="T36" fmla="*/ 108 w 290"/>
              <a:gd name="T37" fmla="*/ 103 h 165"/>
              <a:gd name="T38" fmla="*/ 21 w 290"/>
              <a:gd name="T39" fmla="*/ 16 h 165"/>
              <a:gd name="T40" fmla="*/ 21 w 290"/>
              <a:gd name="T41" fmla="*/ 16 h 165"/>
              <a:gd name="T42" fmla="*/ 16 w 290"/>
              <a:gd name="T43" fmla="*/ 13 h 165"/>
              <a:gd name="T44" fmla="*/ 13 w 290"/>
              <a:gd name="T45" fmla="*/ 18 h 165"/>
              <a:gd name="T46" fmla="*/ 104 w 290"/>
              <a:gd name="T47" fmla="*/ 111 h 165"/>
              <a:gd name="T48" fmla="*/ 106 w 290"/>
              <a:gd name="T49" fmla="*/ 111 h 165"/>
              <a:gd name="T50" fmla="*/ 110 w 290"/>
              <a:gd name="T51" fmla="*/ 109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90" h="165">
                <a:moveTo>
                  <a:pt x="286" y="165"/>
                </a:moveTo>
                <a:cubicBezTo>
                  <a:pt x="4" y="165"/>
                  <a:pt x="4" y="165"/>
                  <a:pt x="4" y="165"/>
                </a:cubicBezTo>
                <a:cubicBezTo>
                  <a:pt x="1" y="165"/>
                  <a:pt x="0" y="163"/>
                  <a:pt x="0" y="161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157"/>
                  <a:pt x="8" y="157"/>
                  <a:pt x="8" y="157"/>
                </a:cubicBezTo>
                <a:cubicBezTo>
                  <a:pt x="286" y="157"/>
                  <a:pt x="286" y="157"/>
                  <a:pt x="286" y="157"/>
                </a:cubicBezTo>
                <a:cubicBezTo>
                  <a:pt x="289" y="157"/>
                  <a:pt x="290" y="158"/>
                  <a:pt x="290" y="161"/>
                </a:cubicBezTo>
                <a:cubicBezTo>
                  <a:pt x="290" y="163"/>
                  <a:pt x="289" y="165"/>
                  <a:pt x="286" y="165"/>
                </a:cubicBezTo>
                <a:close/>
                <a:moveTo>
                  <a:pt x="290" y="140"/>
                </a:moveTo>
                <a:cubicBezTo>
                  <a:pt x="290" y="137"/>
                  <a:pt x="289" y="136"/>
                  <a:pt x="286" y="136"/>
                </a:cubicBezTo>
                <a:cubicBezTo>
                  <a:pt x="220" y="136"/>
                  <a:pt x="164" y="127"/>
                  <a:pt x="120" y="109"/>
                </a:cubicBezTo>
                <a:cubicBezTo>
                  <a:pt x="118" y="108"/>
                  <a:pt x="115" y="109"/>
                  <a:pt x="115" y="111"/>
                </a:cubicBezTo>
                <a:cubicBezTo>
                  <a:pt x="114" y="113"/>
                  <a:pt x="115" y="115"/>
                  <a:pt x="117" y="116"/>
                </a:cubicBezTo>
                <a:cubicBezTo>
                  <a:pt x="162" y="134"/>
                  <a:pt x="219" y="144"/>
                  <a:pt x="286" y="144"/>
                </a:cubicBezTo>
                <a:cubicBezTo>
                  <a:pt x="289" y="144"/>
                  <a:pt x="290" y="142"/>
                  <a:pt x="290" y="140"/>
                </a:cubicBezTo>
                <a:close/>
                <a:moveTo>
                  <a:pt x="110" y="109"/>
                </a:moveTo>
                <a:cubicBezTo>
                  <a:pt x="110" y="107"/>
                  <a:pt x="110" y="104"/>
                  <a:pt x="108" y="103"/>
                </a:cubicBezTo>
                <a:cubicBezTo>
                  <a:pt x="32" y="69"/>
                  <a:pt x="21" y="17"/>
                  <a:pt x="21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4"/>
                  <a:pt x="18" y="13"/>
                  <a:pt x="16" y="13"/>
                </a:cubicBezTo>
                <a:cubicBezTo>
                  <a:pt x="14" y="13"/>
                  <a:pt x="13" y="15"/>
                  <a:pt x="13" y="18"/>
                </a:cubicBezTo>
                <a:cubicBezTo>
                  <a:pt x="14" y="20"/>
                  <a:pt x="25" y="74"/>
                  <a:pt x="104" y="111"/>
                </a:cubicBezTo>
                <a:cubicBezTo>
                  <a:pt x="105" y="111"/>
                  <a:pt x="105" y="111"/>
                  <a:pt x="106" y="111"/>
                </a:cubicBezTo>
                <a:cubicBezTo>
                  <a:pt x="107" y="111"/>
                  <a:pt x="109" y="110"/>
                  <a:pt x="110" y="109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Freeform 5">
            <a:extLst>
              <a:ext uri="{FF2B5EF4-FFF2-40B4-BE49-F238E27FC236}">
                <a16:creationId xmlns:a16="http://schemas.microsoft.com/office/drawing/2014/main" id="{C33C10DE-A16E-A092-4FAD-36E27DB873E1}"/>
              </a:ext>
            </a:extLst>
          </p:cNvPr>
          <p:cNvSpPr>
            <a:spLocks noEditPoints="1"/>
          </p:cNvSpPr>
          <p:nvPr/>
        </p:nvSpPr>
        <p:spPr bwMode="auto">
          <a:xfrm>
            <a:off x="9590503" y="5678207"/>
            <a:ext cx="297237" cy="299666"/>
          </a:xfrm>
          <a:custGeom>
            <a:avLst/>
            <a:gdLst>
              <a:gd name="T0" fmla="*/ 226 w 2031"/>
              <a:gd name="T1" fmla="*/ 756 h 2048"/>
              <a:gd name="T2" fmla="*/ 1054 w 2031"/>
              <a:gd name="T3" fmla="*/ 756 h 2048"/>
              <a:gd name="T4" fmla="*/ 256 w 2031"/>
              <a:gd name="T5" fmla="*/ 937 h 2048"/>
              <a:gd name="T6" fmla="*/ 1024 w 2031"/>
              <a:gd name="T7" fmla="*/ 997 h 2048"/>
              <a:gd name="T8" fmla="*/ 1024 w 2031"/>
              <a:gd name="T9" fmla="*/ 1148 h 2048"/>
              <a:gd name="T10" fmla="*/ 256 w 2031"/>
              <a:gd name="T11" fmla="*/ 1208 h 2048"/>
              <a:gd name="T12" fmla="*/ 1024 w 2031"/>
              <a:gd name="T13" fmla="*/ 1148 h 2048"/>
              <a:gd name="T14" fmla="*/ 256 w 2031"/>
              <a:gd name="T15" fmla="*/ 1358 h 2048"/>
              <a:gd name="T16" fmla="*/ 1024 w 2031"/>
              <a:gd name="T17" fmla="*/ 1418 h 2048"/>
              <a:gd name="T18" fmla="*/ 226 w 2031"/>
              <a:gd name="T19" fmla="*/ 1697 h 2048"/>
              <a:gd name="T20" fmla="*/ 671 w 2031"/>
              <a:gd name="T21" fmla="*/ 1697 h 2048"/>
              <a:gd name="T22" fmla="*/ 1370 w 2031"/>
              <a:gd name="T23" fmla="*/ 371 h 2048"/>
              <a:gd name="T24" fmla="*/ 687 w 2031"/>
              <a:gd name="T25" fmla="*/ 207 h 2048"/>
              <a:gd name="T26" fmla="*/ 687 w 2031"/>
              <a:gd name="T27" fmla="*/ 439 h 2048"/>
              <a:gd name="T28" fmla="*/ 739 w 2031"/>
              <a:gd name="T29" fmla="*/ 379 h 2048"/>
              <a:gd name="T30" fmla="*/ 679 w 2031"/>
              <a:gd name="T31" fmla="*/ 274 h 2048"/>
              <a:gd name="T32" fmla="*/ 1310 w 2031"/>
              <a:gd name="T33" fmla="*/ 274 h 2048"/>
              <a:gd name="T34" fmla="*/ 879 w 2031"/>
              <a:gd name="T35" fmla="*/ 379 h 2048"/>
              <a:gd name="T36" fmla="*/ 1303 w 2031"/>
              <a:gd name="T37" fmla="*/ 439 h 2048"/>
              <a:gd name="T38" fmla="*/ 1564 w 2031"/>
              <a:gd name="T39" fmla="*/ 1859 h 2048"/>
              <a:gd name="T40" fmla="*/ 149 w 2031"/>
              <a:gd name="T41" fmla="*/ 1988 h 2048"/>
              <a:gd name="T42" fmla="*/ 62 w 2031"/>
              <a:gd name="T43" fmla="*/ 439 h 2048"/>
              <a:gd name="T44" fmla="*/ 439 w 2031"/>
              <a:gd name="T45" fmla="*/ 62 h 2048"/>
              <a:gd name="T46" fmla="*/ 1564 w 2031"/>
              <a:gd name="T47" fmla="*/ 148 h 2048"/>
              <a:gd name="T48" fmla="*/ 1624 w 2031"/>
              <a:gd name="T49" fmla="*/ 548 h 2048"/>
              <a:gd name="T50" fmla="*/ 458 w 2031"/>
              <a:gd name="T51" fmla="*/ 0 h 2048"/>
              <a:gd name="T52" fmla="*/ 0 w 2031"/>
              <a:gd name="T53" fmla="*/ 458 h 2048"/>
              <a:gd name="T54" fmla="*/ 1476 w 2031"/>
              <a:gd name="T55" fmla="*/ 2048 h 2048"/>
              <a:gd name="T56" fmla="*/ 1594 w 2031"/>
              <a:gd name="T57" fmla="*/ 1829 h 2048"/>
              <a:gd name="T58" fmla="*/ 335 w 2031"/>
              <a:gd name="T59" fmla="*/ 379 h 2048"/>
              <a:gd name="T60" fmla="*/ 2005 w 2031"/>
              <a:gd name="T61" fmla="*/ 1072 h 2048"/>
              <a:gd name="T62" fmla="*/ 1907 w 2031"/>
              <a:gd name="T63" fmla="*/ 837 h 2048"/>
              <a:gd name="T64" fmla="*/ 1689 w 2031"/>
              <a:gd name="T65" fmla="*/ 705 h 2048"/>
              <a:gd name="T66" fmla="*/ 1435 w 2031"/>
              <a:gd name="T67" fmla="*/ 725 h 2048"/>
              <a:gd name="T68" fmla="*/ 1242 w 2031"/>
              <a:gd name="T69" fmla="*/ 892 h 2048"/>
              <a:gd name="T70" fmla="*/ 1183 w 2031"/>
              <a:gd name="T71" fmla="*/ 1139 h 2048"/>
              <a:gd name="T72" fmla="*/ 1282 w 2031"/>
              <a:gd name="T73" fmla="*/ 1375 h 2048"/>
              <a:gd name="T74" fmla="*/ 1385 w 2031"/>
              <a:gd name="T75" fmla="*/ 1763 h 2048"/>
              <a:gd name="T76" fmla="*/ 1592 w 2031"/>
              <a:gd name="T77" fmla="*/ 1749 h 2048"/>
              <a:gd name="T78" fmla="*/ 1770 w 2031"/>
              <a:gd name="T79" fmla="*/ 1818 h 2048"/>
              <a:gd name="T80" fmla="*/ 1863 w 2031"/>
              <a:gd name="T81" fmla="*/ 1463 h 2048"/>
              <a:gd name="T82" fmla="*/ 2020 w 2031"/>
              <a:gd name="T83" fmla="*/ 1244 h 2048"/>
              <a:gd name="T84" fmla="*/ 1737 w 2031"/>
              <a:gd name="T85" fmla="*/ 1766 h 2048"/>
              <a:gd name="T86" fmla="*/ 1451 w 2031"/>
              <a:gd name="T87" fmla="*/ 1766 h 2048"/>
              <a:gd name="T88" fmla="*/ 1499 w 2031"/>
              <a:gd name="T89" fmla="*/ 1507 h 2048"/>
              <a:gd name="T90" fmla="*/ 1743 w 2031"/>
              <a:gd name="T91" fmla="*/ 1484 h 2048"/>
              <a:gd name="T92" fmla="*/ 1955 w 2031"/>
              <a:gd name="T93" fmla="*/ 1173 h 2048"/>
              <a:gd name="T94" fmla="*/ 1847 w 2031"/>
              <a:gd name="T95" fmla="*/ 1373 h 2048"/>
              <a:gd name="T96" fmla="*/ 1641 w 2031"/>
              <a:gd name="T97" fmla="*/ 1470 h 2048"/>
              <a:gd name="T98" fmla="*/ 1452 w 2031"/>
              <a:gd name="T99" fmla="*/ 1424 h 2048"/>
              <a:gd name="T100" fmla="*/ 1341 w 2031"/>
              <a:gd name="T101" fmla="*/ 1373 h 2048"/>
              <a:gd name="T102" fmla="*/ 1233 w 2031"/>
              <a:gd name="T103" fmla="*/ 1173 h 2048"/>
              <a:gd name="T104" fmla="*/ 1262 w 2031"/>
              <a:gd name="T105" fmla="*/ 948 h 2048"/>
              <a:gd name="T106" fmla="*/ 1418 w 2031"/>
              <a:gd name="T107" fmla="*/ 783 h 2048"/>
              <a:gd name="T108" fmla="*/ 1641 w 2031"/>
              <a:gd name="T109" fmla="*/ 741 h 2048"/>
              <a:gd name="T110" fmla="*/ 1847 w 2031"/>
              <a:gd name="T111" fmla="*/ 839 h 2048"/>
              <a:gd name="T112" fmla="*/ 1955 w 2031"/>
              <a:gd name="T113" fmla="*/ 1038 h 2048"/>
              <a:gd name="T114" fmla="*/ 1343 w 2031"/>
              <a:gd name="T115" fmla="*/ 1106 h 2048"/>
              <a:gd name="T116" fmla="*/ 1594 w 2031"/>
              <a:gd name="T117" fmla="*/ 854 h 2048"/>
              <a:gd name="T118" fmla="*/ 1594 w 2031"/>
              <a:gd name="T119" fmla="*/ 91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31" h="2048">
                <a:moveTo>
                  <a:pt x="1024" y="726"/>
                </a:moveTo>
                <a:cubicBezTo>
                  <a:pt x="256" y="726"/>
                  <a:pt x="256" y="726"/>
                  <a:pt x="256" y="726"/>
                </a:cubicBezTo>
                <a:cubicBezTo>
                  <a:pt x="240" y="726"/>
                  <a:pt x="226" y="739"/>
                  <a:pt x="226" y="756"/>
                </a:cubicBezTo>
                <a:cubicBezTo>
                  <a:pt x="226" y="773"/>
                  <a:pt x="240" y="786"/>
                  <a:pt x="256" y="786"/>
                </a:cubicBezTo>
                <a:cubicBezTo>
                  <a:pt x="1024" y="786"/>
                  <a:pt x="1024" y="786"/>
                  <a:pt x="1024" y="786"/>
                </a:cubicBezTo>
                <a:cubicBezTo>
                  <a:pt x="1041" y="786"/>
                  <a:pt x="1054" y="773"/>
                  <a:pt x="1054" y="756"/>
                </a:cubicBezTo>
                <a:cubicBezTo>
                  <a:pt x="1054" y="739"/>
                  <a:pt x="1041" y="726"/>
                  <a:pt x="1024" y="726"/>
                </a:cubicBezTo>
                <a:close/>
                <a:moveTo>
                  <a:pt x="1024" y="937"/>
                </a:moveTo>
                <a:cubicBezTo>
                  <a:pt x="256" y="937"/>
                  <a:pt x="256" y="937"/>
                  <a:pt x="256" y="937"/>
                </a:cubicBezTo>
                <a:cubicBezTo>
                  <a:pt x="240" y="937"/>
                  <a:pt x="226" y="950"/>
                  <a:pt x="226" y="967"/>
                </a:cubicBezTo>
                <a:cubicBezTo>
                  <a:pt x="226" y="983"/>
                  <a:pt x="240" y="997"/>
                  <a:pt x="256" y="997"/>
                </a:cubicBezTo>
                <a:cubicBezTo>
                  <a:pt x="1024" y="997"/>
                  <a:pt x="1024" y="997"/>
                  <a:pt x="1024" y="997"/>
                </a:cubicBezTo>
                <a:cubicBezTo>
                  <a:pt x="1041" y="997"/>
                  <a:pt x="1054" y="983"/>
                  <a:pt x="1054" y="967"/>
                </a:cubicBezTo>
                <a:cubicBezTo>
                  <a:pt x="1054" y="950"/>
                  <a:pt x="1041" y="937"/>
                  <a:pt x="1024" y="937"/>
                </a:cubicBezTo>
                <a:close/>
                <a:moveTo>
                  <a:pt x="1024" y="1148"/>
                </a:moveTo>
                <a:cubicBezTo>
                  <a:pt x="256" y="1148"/>
                  <a:pt x="256" y="1148"/>
                  <a:pt x="256" y="1148"/>
                </a:cubicBezTo>
                <a:cubicBezTo>
                  <a:pt x="240" y="1148"/>
                  <a:pt x="226" y="1161"/>
                  <a:pt x="226" y="1178"/>
                </a:cubicBezTo>
                <a:cubicBezTo>
                  <a:pt x="226" y="1194"/>
                  <a:pt x="240" y="1208"/>
                  <a:pt x="256" y="1208"/>
                </a:cubicBezTo>
                <a:cubicBezTo>
                  <a:pt x="1024" y="1208"/>
                  <a:pt x="1024" y="1208"/>
                  <a:pt x="1024" y="1208"/>
                </a:cubicBezTo>
                <a:cubicBezTo>
                  <a:pt x="1041" y="1208"/>
                  <a:pt x="1054" y="1194"/>
                  <a:pt x="1054" y="1178"/>
                </a:cubicBezTo>
                <a:cubicBezTo>
                  <a:pt x="1054" y="1161"/>
                  <a:pt x="1041" y="1148"/>
                  <a:pt x="1024" y="1148"/>
                </a:cubicBezTo>
                <a:close/>
                <a:moveTo>
                  <a:pt x="1054" y="1388"/>
                </a:moveTo>
                <a:cubicBezTo>
                  <a:pt x="1054" y="1372"/>
                  <a:pt x="1041" y="1358"/>
                  <a:pt x="1024" y="1358"/>
                </a:cubicBezTo>
                <a:cubicBezTo>
                  <a:pt x="256" y="1358"/>
                  <a:pt x="256" y="1358"/>
                  <a:pt x="256" y="1358"/>
                </a:cubicBezTo>
                <a:cubicBezTo>
                  <a:pt x="240" y="1358"/>
                  <a:pt x="226" y="1372"/>
                  <a:pt x="226" y="1388"/>
                </a:cubicBezTo>
                <a:cubicBezTo>
                  <a:pt x="226" y="1405"/>
                  <a:pt x="240" y="1418"/>
                  <a:pt x="256" y="1418"/>
                </a:cubicBezTo>
                <a:cubicBezTo>
                  <a:pt x="1024" y="1418"/>
                  <a:pt x="1024" y="1418"/>
                  <a:pt x="1024" y="1418"/>
                </a:cubicBezTo>
                <a:cubicBezTo>
                  <a:pt x="1041" y="1418"/>
                  <a:pt x="1054" y="1405"/>
                  <a:pt x="1054" y="1388"/>
                </a:cubicBezTo>
                <a:close/>
                <a:moveTo>
                  <a:pt x="256" y="1667"/>
                </a:moveTo>
                <a:cubicBezTo>
                  <a:pt x="240" y="1667"/>
                  <a:pt x="226" y="1681"/>
                  <a:pt x="226" y="1697"/>
                </a:cubicBezTo>
                <a:cubicBezTo>
                  <a:pt x="226" y="1714"/>
                  <a:pt x="240" y="1727"/>
                  <a:pt x="256" y="1727"/>
                </a:cubicBezTo>
                <a:cubicBezTo>
                  <a:pt x="641" y="1727"/>
                  <a:pt x="641" y="1727"/>
                  <a:pt x="641" y="1727"/>
                </a:cubicBezTo>
                <a:cubicBezTo>
                  <a:pt x="658" y="1727"/>
                  <a:pt x="671" y="1714"/>
                  <a:pt x="671" y="1697"/>
                </a:cubicBezTo>
                <a:cubicBezTo>
                  <a:pt x="671" y="1681"/>
                  <a:pt x="658" y="1667"/>
                  <a:pt x="641" y="1667"/>
                </a:cubicBezTo>
                <a:lnTo>
                  <a:pt x="256" y="1667"/>
                </a:lnTo>
                <a:close/>
                <a:moveTo>
                  <a:pt x="1370" y="371"/>
                </a:moveTo>
                <a:cubicBezTo>
                  <a:pt x="1370" y="274"/>
                  <a:pt x="1370" y="274"/>
                  <a:pt x="1370" y="274"/>
                </a:cubicBezTo>
                <a:cubicBezTo>
                  <a:pt x="1370" y="237"/>
                  <a:pt x="1340" y="207"/>
                  <a:pt x="1303" y="207"/>
                </a:cubicBezTo>
                <a:cubicBezTo>
                  <a:pt x="687" y="207"/>
                  <a:pt x="687" y="207"/>
                  <a:pt x="687" y="207"/>
                </a:cubicBezTo>
                <a:cubicBezTo>
                  <a:pt x="650" y="207"/>
                  <a:pt x="619" y="237"/>
                  <a:pt x="619" y="274"/>
                </a:cubicBezTo>
                <a:cubicBezTo>
                  <a:pt x="619" y="371"/>
                  <a:pt x="619" y="371"/>
                  <a:pt x="619" y="371"/>
                </a:cubicBezTo>
                <a:cubicBezTo>
                  <a:pt x="619" y="408"/>
                  <a:pt x="650" y="439"/>
                  <a:pt x="687" y="439"/>
                </a:cubicBezTo>
                <a:cubicBezTo>
                  <a:pt x="739" y="439"/>
                  <a:pt x="739" y="439"/>
                  <a:pt x="739" y="439"/>
                </a:cubicBezTo>
                <a:cubicBezTo>
                  <a:pt x="755" y="439"/>
                  <a:pt x="769" y="425"/>
                  <a:pt x="769" y="409"/>
                </a:cubicBezTo>
                <a:cubicBezTo>
                  <a:pt x="769" y="392"/>
                  <a:pt x="755" y="379"/>
                  <a:pt x="739" y="379"/>
                </a:cubicBezTo>
                <a:cubicBezTo>
                  <a:pt x="687" y="379"/>
                  <a:pt x="687" y="379"/>
                  <a:pt x="687" y="379"/>
                </a:cubicBezTo>
                <a:cubicBezTo>
                  <a:pt x="683" y="379"/>
                  <a:pt x="679" y="375"/>
                  <a:pt x="679" y="371"/>
                </a:cubicBezTo>
                <a:cubicBezTo>
                  <a:pt x="679" y="274"/>
                  <a:pt x="679" y="274"/>
                  <a:pt x="679" y="274"/>
                </a:cubicBezTo>
                <a:cubicBezTo>
                  <a:pt x="679" y="270"/>
                  <a:pt x="683" y="267"/>
                  <a:pt x="687" y="267"/>
                </a:cubicBezTo>
                <a:cubicBezTo>
                  <a:pt x="1303" y="267"/>
                  <a:pt x="1303" y="267"/>
                  <a:pt x="1303" y="267"/>
                </a:cubicBezTo>
                <a:cubicBezTo>
                  <a:pt x="1307" y="267"/>
                  <a:pt x="1310" y="270"/>
                  <a:pt x="1310" y="274"/>
                </a:cubicBezTo>
                <a:cubicBezTo>
                  <a:pt x="1310" y="371"/>
                  <a:pt x="1310" y="371"/>
                  <a:pt x="1310" y="371"/>
                </a:cubicBezTo>
                <a:cubicBezTo>
                  <a:pt x="1310" y="375"/>
                  <a:pt x="1307" y="379"/>
                  <a:pt x="1303" y="379"/>
                </a:cubicBezTo>
                <a:cubicBezTo>
                  <a:pt x="879" y="379"/>
                  <a:pt x="879" y="379"/>
                  <a:pt x="879" y="379"/>
                </a:cubicBezTo>
                <a:cubicBezTo>
                  <a:pt x="862" y="379"/>
                  <a:pt x="849" y="392"/>
                  <a:pt x="849" y="409"/>
                </a:cubicBezTo>
                <a:cubicBezTo>
                  <a:pt x="849" y="425"/>
                  <a:pt x="862" y="439"/>
                  <a:pt x="879" y="439"/>
                </a:cubicBezTo>
                <a:cubicBezTo>
                  <a:pt x="1303" y="439"/>
                  <a:pt x="1303" y="439"/>
                  <a:pt x="1303" y="439"/>
                </a:cubicBezTo>
                <a:cubicBezTo>
                  <a:pt x="1340" y="439"/>
                  <a:pt x="1370" y="408"/>
                  <a:pt x="1370" y="371"/>
                </a:cubicBezTo>
                <a:close/>
                <a:moveTo>
                  <a:pt x="1594" y="1829"/>
                </a:moveTo>
                <a:cubicBezTo>
                  <a:pt x="1578" y="1829"/>
                  <a:pt x="1564" y="1843"/>
                  <a:pt x="1564" y="1859"/>
                </a:cubicBezTo>
                <a:cubicBezTo>
                  <a:pt x="1564" y="1900"/>
                  <a:pt x="1564" y="1900"/>
                  <a:pt x="1564" y="1900"/>
                </a:cubicBezTo>
                <a:cubicBezTo>
                  <a:pt x="1564" y="1948"/>
                  <a:pt x="1524" y="1988"/>
                  <a:pt x="1476" y="1988"/>
                </a:cubicBezTo>
                <a:cubicBezTo>
                  <a:pt x="149" y="1988"/>
                  <a:pt x="149" y="1988"/>
                  <a:pt x="149" y="1988"/>
                </a:cubicBezTo>
                <a:cubicBezTo>
                  <a:pt x="100" y="1988"/>
                  <a:pt x="60" y="1948"/>
                  <a:pt x="60" y="1900"/>
                </a:cubicBezTo>
                <a:cubicBezTo>
                  <a:pt x="60" y="458"/>
                  <a:pt x="60" y="458"/>
                  <a:pt x="60" y="458"/>
                </a:cubicBezTo>
                <a:cubicBezTo>
                  <a:pt x="60" y="451"/>
                  <a:pt x="61" y="445"/>
                  <a:pt x="62" y="439"/>
                </a:cubicBezTo>
                <a:cubicBezTo>
                  <a:pt x="335" y="439"/>
                  <a:pt x="335" y="439"/>
                  <a:pt x="335" y="439"/>
                </a:cubicBezTo>
                <a:cubicBezTo>
                  <a:pt x="392" y="439"/>
                  <a:pt x="439" y="392"/>
                  <a:pt x="439" y="335"/>
                </a:cubicBezTo>
                <a:cubicBezTo>
                  <a:pt x="439" y="62"/>
                  <a:pt x="439" y="62"/>
                  <a:pt x="439" y="62"/>
                </a:cubicBezTo>
                <a:cubicBezTo>
                  <a:pt x="445" y="61"/>
                  <a:pt x="451" y="60"/>
                  <a:pt x="458" y="60"/>
                </a:cubicBezTo>
                <a:cubicBezTo>
                  <a:pt x="1476" y="60"/>
                  <a:pt x="1476" y="60"/>
                  <a:pt x="1476" y="60"/>
                </a:cubicBezTo>
                <a:cubicBezTo>
                  <a:pt x="1524" y="60"/>
                  <a:pt x="1564" y="100"/>
                  <a:pt x="1564" y="148"/>
                </a:cubicBezTo>
                <a:cubicBezTo>
                  <a:pt x="1564" y="548"/>
                  <a:pt x="1564" y="548"/>
                  <a:pt x="1564" y="548"/>
                </a:cubicBezTo>
                <a:cubicBezTo>
                  <a:pt x="1564" y="564"/>
                  <a:pt x="1578" y="578"/>
                  <a:pt x="1594" y="578"/>
                </a:cubicBezTo>
                <a:cubicBezTo>
                  <a:pt x="1611" y="578"/>
                  <a:pt x="1624" y="564"/>
                  <a:pt x="1624" y="548"/>
                </a:cubicBezTo>
                <a:cubicBezTo>
                  <a:pt x="1624" y="148"/>
                  <a:pt x="1624" y="148"/>
                  <a:pt x="1624" y="148"/>
                </a:cubicBezTo>
                <a:cubicBezTo>
                  <a:pt x="1624" y="67"/>
                  <a:pt x="1557" y="0"/>
                  <a:pt x="1476" y="0"/>
                </a:cubicBezTo>
                <a:cubicBezTo>
                  <a:pt x="458" y="0"/>
                  <a:pt x="458" y="0"/>
                  <a:pt x="458" y="0"/>
                </a:cubicBezTo>
                <a:cubicBezTo>
                  <a:pt x="418" y="0"/>
                  <a:pt x="381" y="15"/>
                  <a:pt x="353" y="43"/>
                </a:cubicBezTo>
                <a:cubicBezTo>
                  <a:pt x="44" y="353"/>
                  <a:pt x="44" y="353"/>
                  <a:pt x="44" y="353"/>
                </a:cubicBezTo>
                <a:cubicBezTo>
                  <a:pt x="16" y="381"/>
                  <a:pt x="0" y="418"/>
                  <a:pt x="0" y="458"/>
                </a:cubicBezTo>
                <a:cubicBezTo>
                  <a:pt x="0" y="1900"/>
                  <a:pt x="0" y="1900"/>
                  <a:pt x="0" y="1900"/>
                </a:cubicBezTo>
                <a:cubicBezTo>
                  <a:pt x="0" y="1981"/>
                  <a:pt x="67" y="2048"/>
                  <a:pt x="149" y="2048"/>
                </a:cubicBezTo>
                <a:cubicBezTo>
                  <a:pt x="1476" y="2048"/>
                  <a:pt x="1476" y="2048"/>
                  <a:pt x="1476" y="2048"/>
                </a:cubicBezTo>
                <a:cubicBezTo>
                  <a:pt x="1557" y="2048"/>
                  <a:pt x="1624" y="1981"/>
                  <a:pt x="1624" y="1900"/>
                </a:cubicBezTo>
                <a:cubicBezTo>
                  <a:pt x="1624" y="1859"/>
                  <a:pt x="1624" y="1859"/>
                  <a:pt x="1624" y="1859"/>
                </a:cubicBezTo>
                <a:cubicBezTo>
                  <a:pt x="1624" y="1843"/>
                  <a:pt x="1611" y="1829"/>
                  <a:pt x="1594" y="1829"/>
                </a:cubicBezTo>
                <a:close/>
                <a:moveTo>
                  <a:pt x="379" y="102"/>
                </a:moveTo>
                <a:cubicBezTo>
                  <a:pt x="379" y="335"/>
                  <a:pt x="379" y="335"/>
                  <a:pt x="379" y="335"/>
                </a:cubicBezTo>
                <a:cubicBezTo>
                  <a:pt x="379" y="359"/>
                  <a:pt x="359" y="379"/>
                  <a:pt x="335" y="379"/>
                </a:cubicBezTo>
                <a:cubicBezTo>
                  <a:pt x="103" y="379"/>
                  <a:pt x="103" y="379"/>
                  <a:pt x="103" y="379"/>
                </a:cubicBezTo>
                <a:lnTo>
                  <a:pt x="379" y="102"/>
                </a:lnTo>
                <a:close/>
                <a:moveTo>
                  <a:pt x="2005" y="1072"/>
                </a:moveTo>
                <a:cubicBezTo>
                  <a:pt x="2026" y="1041"/>
                  <a:pt x="2031" y="1003"/>
                  <a:pt x="2020" y="967"/>
                </a:cubicBezTo>
                <a:cubicBezTo>
                  <a:pt x="2008" y="932"/>
                  <a:pt x="1982" y="904"/>
                  <a:pt x="1946" y="892"/>
                </a:cubicBezTo>
                <a:cubicBezTo>
                  <a:pt x="1923" y="883"/>
                  <a:pt x="1907" y="862"/>
                  <a:pt x="1907" y="837"/>
                </a:cubicBezTo>
                <a:cubicBezTo>
                  <a:pt x="1905" y="800"/>
                  <a:pt x="1887" y="766"/>
                  <a:pt x="1857" y="744"/>
                </a:cubicBezTo>
                <a:cubicBezTo>
                  <a:pt x="1827" y="722"/>
                  <a:pt x="1789" y="715"/>
                  <a:pt x="1753" y="725"/>
                </a:cubicBezTo>
                <a:cubicBezTo>
                  <a:pt x="1729" y="732"/>
                  <a:pt x="1704" y="724"/>
                  <a:pt x="1689" y="705"/>
                </a:cubicBezTo>
                <a:cubicBezTo>
                  <a:pt x="1666" y="675"/>
                  <a:pt x="1631" y="658"/>
                  <a:pt x="1594" y="658"/>
                </a:cubicBezTo>
                <a:cubicBezTo>
                  <a:pt x="1557" y="658"/>
                  <a:pt x="1522" y="675"/>
                  <a:pt x="1499" y="705"/>
                </a:cubicBezTo>
                <a:cubicBezTo>
                  <a:pt x="1484" y="724"/>
                  <a:pt x="1459" y="732"/>
                  <a:pt x="1435" y="725"/>
                </a:cubicBezTo>
                <a:cubicBezTo>
                  <a:pt x="1399" y="715"/>
                  <a:pt x="1361" y="722"/>
                  <a:pt x="1331" y="744"/>
                </a:cubicBezTo>
                <a:cubicBezTo>
                  <a:pt x="1301" y="766"/>
                  <a:pt x="1283" y="800"/>
                  <a:pt x="1282" y="837"/>
                </a:cubicBezTo>
                <a:cubicBezTo>
                  <a:pt x="1281" y="862"/>
                  <a:pt x="1265" y="883"/>
                  <a:pt x="1242" y="892"/>
                </a:cubicBezTo>
                <a:cubicBezTo>
                  <a:pt x="1207" y="904"/>
                  <a:pt x="1180" y="932"/>
                  <a:pt x="1168" y="967"/>
                </a:cubicBezTo>
                <a:cubicBezTo>
                  <a:pt x="1157" y="1003"/>
                  <a:pt x="1162" y="1041"/>
                  <a:pt x="1183" y="1072"/>
                </a:cubicBezTo>
                <a:cubicBezTo>
                  <a:pt x="1197" y="1092"/>
                  <a:pt x="1197" y="1119"/>
                  <a:pt x="1183" y="1139"/>
                </a:cubicBezTo>
                <a:cubicBezTo>
                  <a:pt x="1162" y="1170"/>
                  <a:pt x="1157" y="1209"/>
                  <a:pt x="1168" y="1244"/>
                </a:cubicBezTo>
                <a:cubicBezTo>
                  <a:pt x="1180" y="1280"/>
                  <a:pt x="1207" y="1307"/>
                  <a:pt x="1242" y="1320"/>
                </a:cubicBezTo>
                <a:cubicBezTo>
                  <a:pt x="1265" y="1328"/>
                  <a:pt x="1281" y="1350"/>
                  <a:pt x="1282" y="1375"/>
                </a:cubicBezTo>
                <a:cubicBezTo>
                  <a:pt x="1283" y="1409"/>
                  <a:pt x="1298" y="1441"/>
                  <a:pt x="1325" y="1463"/>
                </a:cubicBezTo>
                <a:cubicBezTo>
                  <a:pt x="1342" y="1478"/>
                  <a:pt x="1363" y="1487"/>
                  <a:pt x="1385" y="1490"/>
                </a:cubicBezTo>
                <a:cubicBezTo>
                  <a:pt x="1385" y="1763"/>
                  <a:pt x="1385" y="1763"/>
                  <a:pt x="1385" y="1763"/>
                </a:cubicBezTo>
                <a:cubicBezTo>
                  <a:pt x="1385" y="1786"/>
                  <a:pt x="1398" y="1807"/>
                  <a:pt x="1418" y="1818"/>
                </a:cubicBezTo>
                <a:cubicBezTo>
                  <a:pt x="1438" y="1830"/>
                  <a:pt x="1463" y="1829"/>
                  <a:pt x="1482" y="1817"/>
                </a:cubicBezTo>
                <a:cubicBezTo>
                  <a:pt x="1592" y="1749"/>
                  <a:pt x="1592" y="1749"/>
                  <a:pt x="1592" y="1749"/>
                </a:cubicBezTo>
                <a:cubicBezTo>
                  <a:pt x="1594" y="1748"/>
                  <a:pt x="1595" y="1749"/>
                  <a:pt x="1596" y="1749"/>
                </a:cubicBezTo>
                <a:cubicBezTo>
                  <a:pt x="1706" y="1817"/>
                  <a:pt x="1706" y="1817"/>
                  <a:pt x="1706" y="1817"/>
                </a:cubicBezTo>
                <a:cubicBezTo>
                  <a:pt x="1726" y="1829"/>
                  <a:pt x="1750" y="1830"/>
                  <a:pt x="1770" y="1818"/>
                </a:cubicBezTo>
                <a:cubicBezTo>
                  <a:pt x="1791" y="1807"/>
                  <a:pt x="1803" y="1786"/>
                  <a:pt x="1803" y="1763"/>
                </a:cubicBezTo>
                <a:cubicBezTo>
                  <a:pt x="1803" y="1490"/>
                  <a:pt x="1803" y="1490"/>
                  <a:pt x="1803" y="1490"/>
                </a:cubicBezTo>
                <a:cubicBezTo>
                  <a:pt x="1825" y="1487"/>
                  <a:pt x="1846" y="1478"/>
                  <a:pt x="1863" y="1463"/>
                </a:cubicBezTo>
                <a:cubicBezTo>
                  <a:pt x="1890" y="1441"/>
                  <a:pt x="1906" y="1409"/>
                  <a:pt x="1907" y="1375"/>
                </a:cubicBezTo>
                <a:cubicBezTo>
                  <a:pt x="1907" y="1350"/>
                  <a:pt x="1923" y="1328"/>
                  <a:pt x="1946" y="1320"/>
                </a:cubicBezTo>
                <a:cubicBezTo>
                  <a:pt x="1982" y="1307"/>
                  <a:pt x="2008" y="1280"/>
                  <a:pt x="2020" y="1244"/>
                </a:cubicBezTo>
                <a:cubicBezTo>
                  <a:pt x="2031" y="1209"/>
                  <a:pt x="2026" y="1170"/>
                  <a:pt x="2005" y="1139"/>
                </a:cubicBezTo>
                <a:cubicBezTo>
                  <a:pt x="1991" y="1119"/>
                  <a:pt x="1991" y="1093"/>
                  <a:pt x="2005" y="1072"/>
                </a:cubicBezTo>
                <a:close/>
                <a:moveTo>
                  <a:pt x="1737" y="1766"/>
                </a:moveTo>
                <a:cubicBezTo>
                  <a:pt x="1627" y="1698"/>
                  <a:pt x="1627" y="1698"/>
                  <a:pt x="1627" y="1698"/>
                </a:cubicBezTo>
                <a:cubicBezTo>
                  <a:pt x="1607" y="1686"/>
                  <a:pt x="1581" y="1686"/>
                  <a:pt x="1561" y="1698"/>
                </a:cubicBezTo>
                <a:cubicBezTo>
                  <a:pt x="1451" y="1766"/>
                  <a:pt x="1451" y="1766"/>
                  <a:pt x="1451" y="1766"/>
                </a:cubicBezTo>
                <a:cubicBezTo>
                  <a:pt x="1448" y="1768"/>
                  <a:pt x="1445" y="1766"/>
                  <a:pt x="1445" y="1763"/>
                </a:cubicBezTo>
                <a:cubicBezTo>
                  <a:pt x="1445" y="1484"/>
                  <a:pt x="1445" y="1484"/>
                  <a:pt x="1445" y="1484"/>
                </a:cubicBezTo>
                <a:cubicBezTo>
                  <a:pt x="1466" y="1482"/>
                  <a:pt x="1486" y="1490"/>
                  <a:pt x="1499" y="1507"/>
                </a:cubicBezTo>
                <a:cubicBezTo>
                  <a:pt x="1522" y="1537"/>
                  <a:pt x="1557" y="1553"/>
                  <a:pt x="1594" y="1553"/>
                </a:cubicBezTo>
                <a:cubicBezTo>
                  <a:pt x="1631" y="1553"/>
                  <a:pt x="1666" y="1537"/>
                  <a:pt x="1689" y="1507"/>
                </a:cubicBezTo>
                <a:cubicBezTo>
                  <a:pt x="1702" y="1490"/>
                  <a:pt x="1722" y="1482"/>
                  <a:pt x="1743" y="1484"/>
                </a:cubicBezTo>
                <a:cubicBezTo>
                  <a:pt x="1743" y="1763"/>
                  <a:pt x="1743" y="1763"/>
                  <a:pt x="1743" y="1763"/>
                </a:cubicBezTo>
                <a:cubicBezTo>
                  <a:pt x="1743" y="1766"/>
                  <a:pt x="1740" y="1768"/>
                  <a:pt x="1737" y="1766"/>
                </a:cubicBezTo>
                <a:close/>
                <a:moveTo>
                  <a:pt x="1955" y="1173"/>
                </a:moveTo>
                <a:cubicBezTo>
                  <a:pt x="1966" y="1189"/>
                  <a:pt x="1969" y="1208"/>
                  <a:pt x="1963" y="1226"/>
                </a:cubicBezTo>
                <a:cubicBezTo>
                  <a:pt x="1957" y="1243"/>
                  <a:pt x="1944" y="1257"/>
                  <a:pt x="1926" y="1263"/>
                </a:cubicBezTo>
                <a:cubicBezTo>
                  <a:pt x="1879" y="1280"/>
                  <a:pt x="1848" y="1323"/>
                  <a:pt x="1847" y="1373"/>
                </a:cubicBezTo>
                <a:cubicBezTo>
                  <a:pt x="1846" y="1390"/>
                  <a:pt x="1838" y="1406"/>
                  <a:pt x="1825" y="1417"/>
                </a:cubicBezTo>
                <a:cubicBezTo>
                  <a:pt x="1810" y="1430"/>
                  <a:pt x="1790" y="1434"/>
                  <a:pt x="1770" y="1428"/>
                </a:cubicBezTo>
                <a:cubicBezTo>
                  <a:pt x="1722" y="1415"/>
                  <a:pt x="1672" y="1431"/>
                  <a:pt x="1641" y="1470"/>
                </a:cubicBezTo>
                <a:cubicBezTo>
                  <a:pt x="1630" y="1485"/>
                  <a:pt x="1613" y="1493"/>
                  <a:pt x="1594" y="1493"/>
                </a:cubicBezTo>
                <a:cubicBezTo>
                  <a:pt x="1575" y="1493"/>
                  <a:pt x="1558" y="1485"/>
                  <a:pt x="1547" y="1470"/>
                </a:cubicBezTo>
                <a:cubicBezTo>
                  <a:pt x="1523" y="1440"/>
                  <a:pt x="1489" y="1424"/>
                  <a:pt x="1452" y="1424"/>
                </a:cubicBezTo>
                <a:cubicBezTo>
                  <a:pt x="1441" y="1424"/>
                  <a:pt x="1429" y="1425"/>
                  <a:pt x="1418" y="1428"/>
                </a:cubicBezTo>
                <a:cubicBezTo>
                  <a:pt x="1398" y="1434"/>
                  <a:pt x="1378" y="1429"/>
                  <a:pt x="1363" y="1417"/>
                </a:cubicBezTo>
                <a:cubicBezTo>
                  <a:pt x="1350" y="1406"/>
                  <a:pt x="1342" y="1390"/>
                  <a:pt x="1341" y="1373"/>
                </a:cubicBezTo>
                <a:cubicBezTo>
                  <a:pt x="1340" y="1323"/>
                  <a:pt x="1309" y="1280"/>
                  <a:pt x="1262" y="1263"/>
                </a:cubicBezTo>
                <a:cubicBezTo>
                  <a:pt x="1244" y="1257"/>
                  <a:pt x="1231" y="1243"/>
                  <a:pt x="1225" y="1226"/>
                </a:cubicBezTo>
                <a:cubicBezTo>
                  <a:pt x="1220" y="1208"/>
                  <a:pt x="1222" y="1189"/>
                  <a:pt x="1233" y="1173"/>
                </a:cubicBezTo>
                <a:cubicBezTo>
                  <a:pt x="1261" y="1132"/>
                  <a:pt x="1261" y="1079"/>
                  <a:pt x="1233" y="1038"/>
                </a:cubicBezTo>
                <a:cubicBezTo>
                  <a:pt x="1222" y="1023"/>
                  <a:pt x="1220" y="1004"/>
                  <a:pt x="1225" y="986"/>
                </a:cubicBezTo>
                <a:cubicBezTo>
                  <a:pt x="1231" y="968"/>
                  <a:pt x="1244" y="954"/>
                  <a:pt x="1262" y="948"/>
                </a:cubicBezTo>
                <a:cubicBezTo>
                  <a:pt x="1309" y="931"/>
                  <a:pt x="1340" y="888"/>
                  <a:pt x="1341" y="839"/>
                </a:cubicBezTo>
                <a:cubicBezTo>
                  <a:pt x="1342" y="820"/>
                  <a:pt x="1351" y="803"/>
                  <a:pt x="1366" y="792"/>
                </a:cubicBezTo>
                <a:cubicBezTo>
                  <a:pt x="1381" y="781"/>
                  <a:pt x="1400" y="778"/>
                  <a:pt x="1418" y="783"/>
                </a:cubicBezTo>
                <a:cubicBezTo>
                  <a:pt x="1466" y="797"/>
                  <a:pt x="1516" y="781"/>
                  <a:pt x="1547" y="741"/>
                </a:cubicBezTo>
                <a:cubicBezTo>
                  <a:pt x="1558" y="726"/>
                  <a:pt x="1575" y="718"/>
                  <a:pt x="1594" y="718"/>
                </a:cubicBezTo>
                <a:cubicBezTo>
                  <a:pt x="1613" y="718"/>
                  <a:pt x="1630" y="726"/>
                  <a:pt x="1641" y="741"/>
                </a:cubicBezTo>
                <a:cubicBezTo>
                  <a:pt x="1672" y="781"/>
                  <a:pt x="1722" y="797"/>
                  <a:pt x="1770" y="783"/>
                </a:cubicBezTo>
                <a:cubicBezTo>
                  <a:pt x="1788" y="778"/>
                  <a:pt x="1807" y="781"/>
                  <a:pt x="1822" y="792"/>
                </a:cubicBezTo>
                <a:cubicBezTo>
                  <a:pt x="1837" y="803"/>
                  <a:pt x="1846" y="820"/>
                  <a:pt x="1847" y="839"/>
                </a:cubicBezTo>
                <a:cubicBezTo>
                  <a:pt x="1848" y="888"/>
                  <a:pt x="1879" y="931"/>
                  <a:pt x="1926" y="948"/>
                </a:cubicBezTo>
                <a:cubicBezTo>
                  <a:pt x="1944" y="954"/>
                  <a:pt x="1957" y="968"/>
                  <a:pt x="1963" y="986"/>
                </a:cubicBezTo>
                <a:cubicBezTo>
                  <a:pt x="1969" y="1004"/>
                  <a:pt x="1966" y="1023"/>
                  <a:pt x="1955" y="1038"/>
                </a:cubicBezTo>
                <a:cubicBezTo>
                  <a:pt x="1927" y="1079"/>
                  <a:pt x="1927" y="1132"/>
                  <a:pt x="1955" y="1173"/>
                </a:cubicBezTo>
                <a:close/>
                <a:moveTo>
                  <a:pt x="1594" y="854"/>
                </a:moveTo>
                <a:cubicBezTo>
                  <a:pt x="1455" y="854"/>
                  <a:pt x="1343" y="967"/>
                  <a:pt x="1343" y="1106"/>
                </a:cubicBezTo>
                <a:cubicBezTo>
                  <a:pt x="1343" y="1244"/>
                  <a:pt x="1455" y="1357"/>
                  <a:pt x="1594" y="1357"/>
                </a:cubicBezTo>
                <a:cubicBezTo>
                  <a:pt x="1733" y="1357"/>
                  <a:pt x="1845" y="1244"/>
                  <a:pt x="1845" y="1106"/>
                </a:cubicBezTo>
                <a:cubicBezTo>
                  <a:pt x="1845" y="967"/>
                  <a:pt x="1733" y="854"/>
                  <a:pt x="1594" y="854"/>
                </a:cubicBezTo>
                <a:close/>
                <a:moveTo>
                  <a:pt x="1594" y="1297"/>
                </a:moveTo>
                <a:cubicBezTo>
                  <a:pt x="1489" y="1297"/>
                  <a:pt x="1403" y="1211"/>
                  <a:pt x="1403" y="1106"/>
                </a:cubicBezTo>
                <a:cubicBezTo>
                  <a:pt x="1403" y="1000"/>
                  <a:pt x="1489" y="914"/>
                  <a:pt x="1594" y="914"/>
                </a:cubicBezTo>
                <a:cubicBezTo>
                  <a:pt x="1700" y="914"/>
                  <a:pt x="1785" y="1000"/>
                  <a:pt x="1785" y="1106"/>
                </a:cubicBezTo>
                <a:cubicBezTo>
                  <a:pt x="1785" y="1211"/>
                  <a:pt x="1700" y="1297"/>
                  <a:pt x="1594" y="129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Freeform 5">
            <a:extLst>
              <a:ext uri="{FF2B5EF4-FFF2-40B4-BE49-F238E27FC236}">
                <a16:creationId xmlns:a16="http://schemas.microsoft.com/office/drawing/2014/main" id="{8F6416B9-C135-4751-B48D-6AB3D09E8F6D}"/>
              </a:ext>
            </a:extLst>
          </p:cNvPr>
          <p:cNvSpPr>
            <a:spLocks noEditPoints="1"/>
          </p:cNvSpPr>
          <p:nvPr/>
        </p:nvSpPr>
        <p:spPr bwMode="auto">
          <a:xfrm>
            <a:off x="10901376" y="5657665"/>
            <a:ext cx="437695" cy="340750"/>
          </a:xfrm>
          <a:custGeom>
            <a:avLst/>
            <a:gdLst>
              <a:gd name="T0" fmla="*/ 91 w 189"/>
              <a:gd name="T1" fmla="*/ 64 h 147"/>
              <a:gd name="T2" fmla="*/ 48 w 189"/>
              <a:gd name="T3" fmla="*/ 96 h 147"/>
              <a:gd name="T4" fmla="*/ 129 w 189"/>
              <a:gd name="T5" fmla="*/ 147 h 147"/>
              <a:gd name="T6" fmla="*/ 136 w 189"/>
              <a:gd name="T7" fmla="*/ 119 h 147"/>
              <a:gd name="T8" fmla="*/ 53 w 189"/>
              <a:gd name="T9" fmla="*/ 136 h 147"/>
              <a:gd name="T10" fmla="*/ 129 w 189"/>
              <a:gd name="T11" fmla="*/ 105 h 147"/>
              <a:gd name="T12" fmla="*/ 127 w 189"/>
              <a:gd name="T13" fmla="*/ 120 h 147"/>
              <a:gd name="T14" fmla="*/ 129 w 189"/>
              <a:gd name="T15" fmla="*/ 135 h 147"/>
              <a:gd name="T16" fmla="*/ 93 w 189"/>
              <a:gd name="T17" fmla="*/ 142 h 147"/>
              <a:gd name="T18" fmla="*/ 94 w 189"/>
              <a:gd name="T19" fmla="*/ 69 h 147"/>
              <a:gd name="T20" fmla="*/ 136 w 189"/>
              <a:gd name="T21" fmla="*/ 101 h 147"/>
              <a:gd name="T22" fmla="*/ 155 w 189"/>
              <a:gd name="T23" fmla="*/ 49 h 147"/>
              <a:gd name="T24" fmla="*/ 156 w 189"/>
              <a:gd name="T25" fmla="*/ 35 h 147"/>
              <a:gd name="T26" fmla="*/ 139 w 189"/>
              <a:gd name="T27" fmla="*/ 27 h 147"/>
              <a:gd name="T28" fmla="*/ 131 w 189"/>
              <a:gd name="T29" fmla="*/ 47 h 147"/>
              <a:gd name="T30" fmla="*/ 145 w 189"/>
              <a:gd name="T31" fmla="*/ 57 h 147"/>
              <a:gd name="T32" fmla="*/ 137 w 189"/>
              <a:gd name="T33" fmla="*/ 49 h 147"/>
              <a:gd name="T34" fmla="*/ 143 w 189"/>
              <a:gd name="T35" fmla="*/ 30 h 147"/>
              <a:gd name="T36" fmla="*/ 150 w 189"/>
              <a:gd name="T37" fmla="*/ 45 h 147"/>
              <a:gd name="T38" fmla="*/ 141 w 189"/>
              <a:gd name="T39" fmla="*/ 51 h 147"/>
              <a:gd name="T40" fmla="*/ 175 w 189"/>
              <a:gd name="T41" fmla="*/ 74 h 147"/>
              <a:gd name="T42" fmla="*/ 153 w 189"/>
              <a:gd name="T43" fmla="*/ 76 h 147"/>
              <a:gd name="T44" fmla="*/ 155 w 189"/>
              <a:gd name="T45" fmla="*/ 97 h 147"/>
              <a:gd name="T46" fmla="*/ 182 w 189"/>
              <a:gd name="T47" fmla="*/ 97 h 147"/>
              <a:gd name="T48" fmla="*/ 176 w 189"/>
              <a:gd name="T49" fmla="*/ 86 h 147"/>
              <a:gd name="T50" fmla="*/ 160 w 189"/>
              <a:gd name="T51" fmla="*/ 96 h 147"/>
              <a:gd name="T52" fmla="*/ 156 w 189"/>
              <a:gd name="T53" fmla="*/ 81 h 147"/>
              <a:gd name="T54" fmla="*/ 168 w 189"/>
              <a:gd name="T55" fmla="*/ 73 h 147"/>
              <a:gd name="T56" fmla="*/ 180 w 189"/>
              <a:gd name="T57" fmla="*/ 81 h 147"/>
              <a:gd name="T58" fmla="*/ 180 w 189"/>
              <a:gd name="T59" fmla="*/ 83 h 147"/>
              <a:gd name="T60" fmla="*/ 84 w 189"/>
              <a:gd name="T61" fmla="*/ 15 h 147"/>
              <a:gd name="T62" fmla="*/ 80 w 189"/>
              <a:gd name="T63" fmla="*/ 32 h 147"/>
              <a:gd name="T64" fmla="*/ 96 w 189"/>
              <a:gd name="T65" fmla="*/ 41 h 147"/>
              <a:gd name="T66" fmla="*/ 114 w 189"/>
              <a:gd name="T67" fmla="*/ 26 h 147"/>
              <a:gd name="T68" fmla="*/ 108 w 189"/>
              <a:gd name="T69" fmla="*/ 24 h 147"/>
              <a:gd name="T70" fmla="*/ 97 w 189"/>
              <a:gd name="T71" fmla="*/ 35 h 147"/>
              <a:gd name="T72" fmla="*/ 81 w 189"/>
              <a:gd name="T73" fmla="*/ 24 h 147"/>
              <a:gd name="T74" fmla="*/ 88 w 189"/>
              <a:gd name="T75" fmla="*/ 20 h 147"/>
              <a:gd name="T76" fmla="*/ 104 w 189"/>
              <a:gd name="T77" fmla="*/ 20 h 147"/>
              <a:gd name="T78" fmla="*/ 58 w 189"/>
              <a:gd name="T79" fmla="*/ 50 h 147"/>
              <a:gd name="T80" fmla="*/ 55 w 189"/>
              <a:gd name="T81" fmla="*/ 35 h 147"/>
              <a:gd name="T82" fmla="*/ 31 w 189"/>
              <a:gd name="T83" fmla="*/ 35 h 147"/>
              <a:gd name="T84" fmla="*/ 32 w 189"/>
              <a:gd name="T85" fmla="*/ 56 h 147"/>
              <a:gd name="T86" fmla="*/ 52 w 189"/>
              <a:gd name="T87" fmla="*/ 61 h 147"/>
              <a:gd name="T88" fmla="*/ 38 w 189"/>
              <a:gd name="T89" fmla="*/ 54 h 147"/>
              <a:gd name="T90" fmla="*/ 43 w 189"/>
              <a:gd name="T91" fmla="*/ 38 h 147"/>
              <a:gd name="T92" fmla="*/ 59 w 189"/>
              <a:gd name="T93" fmla="*/ 40 h 147"/>
              <a:gd name="T94" fmla="*/ 53 w 189"/>
              <a:gd name="T95" fmla="*/ 55 h 147"/>
              <a:gd name="T96" fmla="*/ 29 w 189"/>
              <a:gd name="T97" fmla="*/ 76 h 147"/>
              <a:gd name="T98" fmla="*/ 12 w 189"/>
              <a:gd name="T99" fmla="*/ 76 h 147"/>
              <a:gd name="T100" fmla="*/ 7 w 189"/>
              <a:gd name="T101" fmla="*/ 97 h 147"/>
              <a:gd name="T102" fmla="*/ 32 w 189"/>
              <a:gd name="T103" fmla="*/ 102 h 147"/>
              <a:gd name="T104" fmla="*/ 38 w 189"/>
              <a:gd name="T105" fmla="*/ 84 h 147"/>
              <a:gd name="T106" fmla="*/ 29 w 189"/>
              <a:gd name="T107" fmla="*/ 97 h 147"/>
              <a:gd name="T108" fmla="*/ 12 w 189"/>
              <a:gd name="T109" fmla="*/ 95 h 147"/>
              <a:gd name="T110" fmla="*/ 9 w 189"/>
              <a:gd name="T111" fmla="*/ 81 h 147"/>
              <a:gd name="T112" fmla="*/ 21 w 189"/>
              <a:gd name="T113" fmla="*/ 73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89" h="147">
                <a:moveTo>
                  <a:pt x="131" y="92"/>
                </a:moveTo>
                <a:cubicBezTo>
                  <a:pt x="128" y="92"/>
                  <a:pt x="124" y="92"/>
                  <a:pt x="121" y="92"/>
                </a:cubicBezTo>
                <a:cubicBezTo>
                  <a:pt x="120" y="92"/>
                  <a:pt x="118" y="92"/>
                  <a:pt x="117" y="92"/>
                </a:cubicBezTo>
                <a:cubicBezTo>
                  <a:pt x="110" y="92"/>
                  <a:pt x="110" y="92"/>
                  <a:pt x="110" y="92"/>
                </a:cubicBezTo>
                <a:cubicBezTo>
                  <a:pt x="110" y="75"/>
                  <a:pt x="110" y="75"/>
                  <a:pt x="110" y="75"/>
                </a:cubicBezTo>
                <a:cubicBezTo>
                  <a:pt x="110" y="70"/>
                  <a:pt x="106" y="65"/>
                  <a:pt x="100" y="64"/>
                </a:cubicBezTo>
                <a:cubicBezTo>
                  <a:pt x="97" y="64"/>
                  <a:pt x="94" y="64"/>
                  <a:pt x="91" y="64"/>
                </a:cubicBezTo>
                <a:cubicBezTo>
                  <a:pt x="90" y="64"/>
                  <a:pt x="89" y="64"/>
                  <a:pt x="89" y="66"/>
                </a:cubicBezTo>
                <a:cubicBezTo>
                  <a:pt x="89" y="67"/>
                  <a:pt x="89" y="67"/>
                  <a:pt x="89" y="68"/>
                </a:cubicBezTo>
                <a:cubicBezTo>
                  <a:pt x="88" y="69"/>
                  <a:pt x="88" y="70"/>
                  <a:pt x="88" y="72"/>
                </a:cubicBezTo>
                <a:cubicBezTo>
                  <a:pt x="87" y="80"/>
                  <a:pt x="83" y="87"/>
                  <a:pt x="77" y="91"/>
                </a:cubicBezTo>
                <a:cubicBezTo>
                  <a:pt x="76" y="92"/>
                  <a:pt x="74" y="92"/>
                  <a:pt x="73" y="92"/>
                </a:cubicBezTo>
                <a:cubicBezTo>
                  <a:pt x="51" y="92"/>
                  <a:pt x="51" y="92"/>
                  <a:pt x="51" y="92"/>
                </a:cubicBezTo>
                <a:cubicBezTo>
                  <a:pt x="49" y="92"/>
                  <a:pt x="48" y="93"/>
                  <a:pt x="48" y="96"/>
                </a:cubicBezTo>
                <a:cubicBezTo>
                  <a:pt x="48" y="137"/>
                  <a:pt x="48" y="137"/>
                  <a:pt x="48" y="137"/>
                </a:cubicBezTo>
                <a:cubicBezTo>
                  <a:pt x="48" y="140"/>
                  <a:pt x="49" y="141"/>
                  <a:pt x="52" y="141"/>
                </a:cubicBezTo>
                <a:cubicBezTo>
                  <a:pt x="59" y="141"/>
                  <a:pt x="66" y="141"/>
                  <a:pt x="73" y="141"/>
                </a:cubicBezTo>
                <a:cubicBezTo>
                  <a:pt x="74" y="141"/>
                  <a:pt x="76" y="142"/>
                  <a:pt x="76" y="142"/>
                </a:cubicBezTo>
                <a:cubicBezTo>
                  <a:pt x="82" y="146"/>
                  <a:pt x="87" y="147"/>
                  <a:pt x="93" y="147"/>
                </a:cubicBezTo>
                <a:cubicBezTo>
                  <a:pt x="101" y="147"/>
                  <a:pt x="109" y="147"/>
                  <a:pt x="117" y="147"/>
                </a:cubicBezTo>
                <a:cubicBezTo>
                  <a:pt x="121" y="147"/>
                  <a:pt x="125" y="147"/>
                  <a:pt x="129" y="147"/>
                </a:cubicBezTo>
                <a:cubicBezTo>
                  <a:pt x="133" y="147"/>
                  <a:pt x="137" y="145"/>
                  <a:pt x="138" y="140"/>
                </a:cubicBezTo>
                <a:cubicBezTo>
                  <a:pt x="138" y="137"/>
                  <a:pt x="138" y="135"/>
                  <a:pt x="136" y="133"/>
                </a:cubicBezTo>
                <a:cubicBezTo>
                  <a:pt x="135" y="132"/>
                  <a:pt x="135" y="132"/>
                  <a:pt x="135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9" y="128"/>
                  <a:pt x="139" y="124"/>
                  <a:pt x="136" y="120"/>
                </a:cubicBezTo>
                <a:cubicBezTo>
                  <a:pt x="136" y="120"/>
                  <a:pt x="136" y="120"/>
                  <a:pt x="136" y="120"/>
                </a:cubicBezTo>
                <a:cubicBezTo>
                  <a:pt x="136" y="119"/>
                  <a:pt x="136" y="119"/>
                  <a:pt x="136" y="119"/>
                </a:cubicBezTo>
                <a:cubicBezTo>
                  <a:pt x="138" y="115"/>
                  <a:pt x="138" y="114"/>
                  <a:pt x="137" y="109"/>
                </a:cubicBezTo>
                <a:cubicBezTo>
                  <a:pt x="137" y="109"/>
                  <a:pt x="137" y="109"/>
                  <a:pt x="137" y="109"/>
                </a:cubicBezTo>
                <a:cubicBezTo>
                  <a:pt x="137" y="108"/>
                  <a:pt x="137" y="108"/>
                  <a:pt x="137" y="108"/>
                </a:cubicBezTo>
                <a:cubicBezTo>
                  <a:pt x="141" y="105"/>
                  <a:pt x="142" y="101"/>
                  <a:pt x="140" y="97"/>
                </a:cubicBezTo>
                <a:cubicBezTo>
                  <a:pt x="139" y="94"/>
                  <a:pt x="136" y="92"/>
                  <a:pt x="131" y="92"/>
                </a:cubicBezTo>
                <a:close/>
                <a:moveTo>
                  <a:pt x="73" y="136"/>
                </a:moveTo>
                <a:cubicBezTo>
                  <a:pt x="53" y="136"/>
                  <a:pt x="53" y="136"/>
                  <a:pt x="53" y="136"/>
                </a:cubicBezTo>
                <a:cubicBezTo>
                  <a:pt x="53" y="97"/>
                  <a:pt x="53" y="97"/>
                  <a:pt x="53" y="97"/>
                </a:cubicBezTo>
                <a:cubicBezTo>
                  <a:pt x="73" y="97"/>
                  <a:pt x="73" y="97"/>
                  <a:pt x="73" y="97"/>
                </a:cubicBezTo>
                <a:lnTo>
                  <a:pt x="73" y="136"/>
                </a:lnTo>
                <a:close/>
                <a:moveTo>
                  <a:pt x="135" y="103"/>
                </a:moveTo>
                <a:cubicBezTo>
                  <a:pt x="135" y="104"/>
                  <a:pt x="134" y="104"/>
                  <a:pt x="133" y="104"/>
                </a:cubicBezTo>
                <a:cubicBezTo>
                  <a:pt x="132" y="105"/>
                  <a:pt x="131" y="105"/>
                  <a:pt x="130" y="105"/>
                </a:cubicBezTo>
                <a:cubicBezTo>
                  <a:pt x="130" y="105"/>
                  <a:pt x="129" y="105"/>
                  <a:pt x="129" y="105"/>
                </a:cubicBezTo>
                <a:cubicBezTo>
                  <a:pt x="128" y="105"/>
                  <a:pt x="127" y="106"/>
                  <a:pt x="127" y="107"/>
                </a:cubicBezTo>
                <a:cubicBezTo>
                  <a:pt x="127" y="108"/>
                  <a:pt x="127" y="109"/>
                  <a:pt x="129" y="109"/>
                </a:cubicBezTo>
                <a:cubicBezTo>
                  <a:pt x="129" y="110"/>
                  <a:pt x="129" y="110"/>
                  <a:pt x="129" y="110"/>
                </a:cubicBezTo>
                <a:cubicBezTo>
                  <a:pt x="129" y="110"/>
                  <a:pt x="130" y="110"/>
                  <a:pt x="130" y="110"/>
                </a:cubicBezTo>
                <a:cubicBezTo>
                  <a:pt x="132" y="110"/>
                  <a:pt x="133" y="111"/>
                  <a:pt x="133" y="113"/>
                </a:cubicBezTo>
                <a:cubicBezTo>
                  <a:pt x="133" y="115"/>
                  <a:pt x="132" y="117"/>
                  <a:pt x="130" y="117"/>
                </a:cubicBezTo>
                <a:cubicBezTo>
                  <a:pt x="128" y="117"/>
                  <a:pt x="127" y="118"/>
                  <a:pt x="127" y="120"/>
                </a:cubicBezTo>
                <a:cubicBezTo>
                  <a:pt x="127" y="122"/>
                  <a:pt x="128" y="122"/>
                  <a:pt x="130" y="122"/>
                </a:cubicBezTo>
                <a:cubicBezTo>
                  <a:pt x="131" y="122"/>
                  <a:pt x="132" y="123"/>
                  <a:pt x="132" y="124"/>
                </a:cubicBezTo>
                <a:cubicBezTo>
                  <a:pt x="133" y="124"/>
                  <a:pt x="133" y="125"/>
                  <a:pt x="133" y="126"/>
                </a:cubicBezTo>
                <a:cubicBezTo>
                  <a:pt x="133" y="127"/>
                  <a:pt x="132" y="128"/>
                  <a:pt x="131" y="129"/>
                </a:cubicBezTo>
                <a:cubicBezTo>
                  <a:pt x="130" y="130"/>
                  <a:pt x="130" y="130"/>
                  <a:pt x="129" y="130"/>
                </a:cubicBezTo>
                <a:cubicBezTo>
                  <a:pt x="128" y="130"/>
                  <a:pt x="127" y="131"/>
                  <a:pt x="127" y="132"/>
                </a:cubicBezTo>
                <a:cubicBezTo>
                  <a:pt x="126" y="133"/>
                  <a:pt x="127" y="134"/>
                  <a:pt x="129" y="135"/>
                </a:cubicBezTo>
                <a:cubicBezTo>
                  <a:pt x="129" y="135"/>
                  <a:pt x="129" y="135"/>
                  <a:pt x="129" y="135"/>
                </a:cubicBezTo>
                <a:cubicBezTo>
                  <a:pt x="129" y="135"/>
                  <a:pt x="129" y="135"/>
                  <a:pt x="129" y="135"/>
                </a:cubicBezTo>
                <a:cubicBezTo>
                  <a:pt x="130" y="135"/>
                  <a:pt x="130" y="135"/>
                  <a:pt x="130" y="135"/>
                </a:cubicBezTo>
                <a:cubicBezTo>
                  <a:pt x="132" y="136"/>
                  <a:pt x="133" y="137"/>
                  <a:pt x="133" y="138"/>
                </a:cubicBezTo>
                <a:cubicBezTo>
                  <a:pt x="133" y="140"/>
                  <a:pt x="132" y="142"/>
                  <a:pt x="130" y="142"/>
                </a:cubicBezTo>
                <a:cubicBezTo>
                  <a:pt x="130" y="142"/>
                  <a:pt x="129" y="142"/>
                  <a:pt x="128" y="142"/>
                </a:cubicBezTo>
                <a:cubicBezTo>
                  <a:pt x="93" y="142"/>
                  <a:pt x="93" y="142"/>
                  <a:pt x="93" y="142"/>
                </a:cubicBezTo>
                <a:cubicBezTo>
                  <a:pt x="88" y="142"/>
                  <a:pt x="84" y="141"/>
                  <a:pt x="80" y="138"/>
                </a:cubicBezTo>
                <a:cubicBezTo>
                  <a:pt x="79" y="138"/>
                  <a:pt x="78" y="136"/>
                  <a:pt x="78" y="135"/>
                </a:cubicBezTo>
                <a:cubicBezTo>
                  <a:pt x="78" y="98"/>
                  <a:pt x="78" y="98"/>
                  <a:pt x="78" y="98"/>
                </a:cubicBezTo>
                <a:cubicBezTo>
                  <a:pt x="78" y="97"/>
                  <a:pt x="79" y="96"/>
                  <a:pt x="80" y="95"/>
                </a:cubicBezTo>
                <a:cubicBezTo>
                  <a:pt x="87" y="90"/>
                  <a:pt x="92" y="82"/>
                  <a:pt x="93" y="72"/>
                </a:cubicBezTo>
                <a:cubicBezTo>
                  <a:pt x="93" y="71"/>
                  <a:pt x="93" y="71"/>
                  <a:pt x="93" y="70"/>
                </a:cubicBezTo>
                <a:cubicBezTo>
                  <a:pt x="93" y="70"/>
                  <a:pt x="93" y="70"/>
                  <a:pt x="94" y="69"/>
                </a:cubicBezTo>
                <a:cubicBezTo>
                  <a:pt x="94" y="69"/>
                  <a:pt x="94" y="69"/>
                  <a:pt x="94" y="69"/>
                </a:cubicBezTo>
                <a:cubicBezTo>
                  <a:pt x="98" y="69"/>
                  <a:pt x="98" y="69"/>
                  <a:pt x="98" y="69"/>
                </a:cubicBezTo>
                <a:cubicBezTo>
                  <a:pt x="102" y="69"/>
                  <a:pt x="105" y="72"/>
                  <a:pt x="105" y="76"/>
                </a:cubicBezTo>
                <a:cubicBezTo>
                  <a:pt x="105" y="93"/>
                  <a:pt x="105" y="93"/>
                  <a:pt x="105" y="93"/>
                </a:cubicBezTo>
                <a:cubicBezTo>
                  <a:pt x="105" y="96"/>
                  <a:pt x="105" y="97"/>
                  <a:pt x="108" y="97"/>
                </a:cubicBezTo>
                <a:cubicBezTo>
                  <a:pt x="132" y="97"/>
                  <a:pt x="132" y="97"/>
                  <a:pt x="132" y="97"/>
                </a:cubicBezTo>
                <a:cubicBezTo>
                  <a:pt x="135" y="97"/>
                  <a:pt x="136" y="98"/>
                  <a:pt x="136" y="101"/>
                </a:cubicBezTo>
                <a:cubicBezTo>
                  <a:pt x="136" y="102"/>
                  <a:pt x="136" y="102"/>
                  <a:pt x="135" y="103"/>
                </a:cubicBezTo>
                <a:close/>
                <a:moveTo>
                  <a:pt x="149" y="60"/>
                </a:moveTo>
                <a:cubicBezTo>
                  <a:pt x="150" y="61"/>
                  <a:pt x="150" y="61"/>
                  <a:pt x="150" y="61"/>
                </a:cubicBezTo>
                <a:cubicBezTo>
                  <a:pt x="152" y="62"/>
                  <a:pt x="154" y="63"/>
                  <a:pt x="155" y="61"/>
                </a:cubicBezTo>
                <a:cubicBezTo>
                  <a:pt x="158" y="60"/>
                  <a:pt x="157" y="57"/>
                  <a:pt x="157" y="55"/>
                </a:cubicBezTo>
                <a:cubicBezTo>
                  <a:pt x="156" y="54"/>
                  <a:pt x="156" y="53"/>
                  <a:pt x="156" y="52"/>
                </a:cubicBezTo>
                <a:cubicBezTo>
                  <a:pt x="155" y="51"/>
                  <a:pt x="155" y="50"/>
                  <a:pt x="155" y="49"/>
                </a:cubicBezTo>
                <a:cubicBezTo>
                  <a:pt x="154" y="48"/>
                  <a:pt x="154" y="48"/>
                  <a:pt x="154" y="48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6" y="47"/>
                  <a:pt x="156" y="47"/>
                  <a:pt x="157" y="46"/>
                </a:cubicBezTo>
                <a:cubicBezTo>
                  <a:pt x="158" y="45"/>
                  <a:pt x="160" y="44"/>
                  <a:pt x="161" y="43"/>
                </a:cubicBezTo>
                <a:cubicBezTo>
                  <a:pt x="163" y="42"/>
                  <a:pt x="164" y="40"/>
                  <a:pt x="163" y="38"/>
                </a:cubicBezTo>
                <a:cubicBezTo>
                  <a:pt x="162" y="36"/>
                  <a:pt x="161" y="35"/>
                  <a:pt x="158" y="35"/>
                </a:cubicBezTo>
                <a:cubicBezTo>
                  <a:pt x="158" y="35"/>
                  <a:pt x="157" y="35"/>
                  <a:pt x="156" y="35"/>
                </a:cubicBezTo>
                <a:cubicBezTo>
                  <a:pt x="155" y="35"/>
                  <a:pt x="153" y="35"/>
                  <a:pt x="152" y="35"/>
                </a:cubicBezTo>
                <a:cubicBezTo>
                  <a:pt x="152" y="35"/>
                  <a:pt x="152" y="35"/>
                  <a:pt x="152" y="35"/>
                </a:cubicBezTo>
                <a:cubicBezTo>
                  <a:pt x="151" y="35"/>
                  <a:pt x="150" y="34"/>
                  <a:pt x="150" y="33"/>
                </a:cubicBezTo>
                <a:cubicBezTo>
                  <a:pt x="149" y="32"/>
                  <a:pt x="149" y="31"/>
                  <a:pt x="148" y="29"/>
                </a:cubicBezTo>
                <a:cubicBezTo>
                  <a:pt x="148" y="28"/>
                  <a:pt x="148" y="28"/>
                  <a:pt x="148" y="27"/>
                </a:cubicBezTo>
                <a:cubicBezTo>
                  <a:pt x="147" y="25"/>
                  <a:pt x="145" y="24"/>
                  <a:pt x="143" y="24"/>
                </a:cubicBezTo>
                <a:cubicBezTo>
                  <a:pt x="141" y="24"/>
                  <a:pt x="140" y="25"/>
                  <a:pt x="139" y="27"/>
                </a:cubicBezTo>
                <a:cubicBezTo>
                  <a:pt x="138" y="29"/>
                  <a:pt x="138" y="29"/>
                  <a:pt x="138" y="29"/>
                </a:cubicBezTo>
                <a:cubicBezTo>
                  <a:pt x="138" y="31"/>
                  <a:pt x="137" y="33"/>
                  <a:pt x="136" y="35"/>
                </a:cubicBezTo>
                <a:cubicBezTo>
                  <a:pt x="136" y="35"/>
                  <a:pt x="136" y="35"/>
                  <a:pt x="136" y="35"/>
                </a:cubicBezTo>
                <a:cubicBezTo>
                  <a:pt x="128" y="35"/>
                  <a:pt x="128" y="35"/>
                  <a:pt x="128" y="35"/>
                </a:cubicBezTo>
                <a:cubicBezTo>
                  <a:pt x="126" y="35"/>
                  <a:pt x="124" y="36"/>
                  <a:pt x="123" y="38"/>
                </a:cubicBezTo>
                <a:cubicBezTo>
                  <a:pt x="123" y="40"/>
                  <a:pt x="123" y="42"/>
                  <a:pt x="125" y="43"/>
                </a:cubicBezTo>
                <a:cubicBezTo>
                  <a:pt x="127" y="44"/>
                  <a:pt x="129" y="46"/>
                  <a:pt x="131" y="47"/>
                </a:cubicBezTo>
                <a:cubicBezTo>
                  <a:pt x="131" y="48"/>
                  <a:pt x="132" y="48"/>
                  <a:pt x="131" y="50"/>
                </a:cubicBezTo>
                <a:cubicBezTo>
                  <a:pt x="131" y="51"/>
                  <a:pt x="130" y="52"/>
                  <a:pt x="130" y="54"/>
                </a:cubicBezTo>
                <a:cubicBezTo>
                  <a:pt x="130" y="54"/>
                  <a:pt x="130" y="55"/>
                  <a:pt x="129" y="56"/>
                </a:cubicBezTo>
                <a:cubicBezTo>
                  <a:pt x="129" y="58"/>
                  <a:pt x="129" y="60"/>
                  <a:pt x="131" y="61"/>
                </a:cubicBezTo>
                <a:cubicBezTo>
                  <a:pt x="133" y="63"/>
                  <a:pt x="135" y="62"/>
                  <a:pt x="137" y="61"/>
                </a:cubicBezTo>
                <a:cubicBezTo>
                  <a:pt x="138" y="60"/>
                  <a:pt x="140" y="59"/>
                  <a:pt x="141" y="57"/>
                </a:cubicBezTo>
                <a:cubicBezTo>
                  <a:pt x="142" y="57"/>
                  <a:pt x="143" y="56"/>
                  <a:pt x="145" y="57"/>
                </a:cubicBezTo>
                <a:cubicBezTo>
                  <a:pt x="146" y="58"/>
                  <a:pt x="147" y="59"/>
                  <a:pt x="149" y="60"/>
                </a:cubicBezTo>
                <a:close/>
                <a:moveTo>
                  <a:pt x="141" y="51"/>
                </a:moveTo>
                <a:cubicBezTo>
                  <a:pt x="140" y="52"/>
                  <a:pt x="139" y="53"/>
                  <a:pt x="138" y="54"/>
                </a:cubicBezTo>
                <a:cubicBezTo>
                  <a:pt x="138" y="54"/>
                  <a:pt x="137" y="54"/>
                  <a:pt x="136" y="55"/>
                </a:cubicBezTo>
                <a:cubicBezTo>
                  <a:pt x="135" y="56"/>
                  <a:pt x="135" y="56"/>
                  <a:pt x="135" y="56"/>
                </a:cubicBezTo>
                <a:cubicBezTo>
                  <a:pt x="135" y="54"/>
                  <a:pt x="135" y="54"/>
                  <a:pt x="135" y="54"/>
                </a:cubicBezTo>
                <a:cubicBezTo>
                  <a:pt x="136" y="52"/>
                  <a:pt x="137" y="51"/>
                  <a:pt x="137" y="49"/>
                </a:cubicBezTo>
                <a:cubicBezTo>
                  <a:pt x="138" y="46"/>
                  <a:pt x="138" y="46"/>
                  <a:pt x="136" y="44"/>
                </a:cubicBezTo>
                <a:cubicBezTo>
                  <a:pt x="134" y="43"/>
                  <a:pt x="133" y="43"/>
                  <a:pt x="132" y="41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38" y="40"/>
                  <a:pt x="138" y="40"/>
                  <a:pt x="138" y="40"/>
                </a:cubicBezTo>
                <a:cubicBezTo>
                  <a:pt x="139" y="40"/>
                  <a:pt x="140" y="39"/>
                  <a:pt x="141" y="38"/>
                </a:cubicBezTo>
                <a:cubicBezTo>
                  <a:pt x="141" y="36"/>
                  <a:pt x="142" y="34"/>
                  <a:pt x="143" y="32"/>
                </a:cubicBezTo>
                <a:cubicBezTo>
                  <a:pt x="143" y="30"/>
                  <a:pt x="143" y="30"/>
                  <a:pt x="143" y="30"/>
                </a:cubicBezTo>
                <a:cubicBezTo>
                  <a:pt x="144" y="32"/>
                  <a:pt x="144" y="32"/>
                  <a:pt x="144" y="32"/>
                </a:cubicBezTo>
                <a:cubicBezTo>
                  <a:pt x="144" y="34"/>
                  <a:pt x="145" y="36"/>
                  <a:pt x="146" y="37"/>
                </a:cubicBezTo>
                <a:cubicBezTo>
                  <a:pt x="146" y="40"/>
                  <a:pt x="147" y="40"/>
                  <a:pt x="149" y="40"/>
                </a:cubicBezTo>
                <a:cubicBezTo>
                  <a:pt x="157" y="40"/>
                  <a:pt x="157" y="40"/>
                  <a:pt x="157" y="40"/>
                </a:cubicBezTo>
                <a:cubicBezTo>
                  <a:pt x="155" y="41"/>
                  <a:pt x="155" y="41"/>
                  <a:pt x="155" y="41"/>
                </a:cubicBezTo>
                <a:cubicBezTo>
                  <a:pt x="154" y="42"/>
                  <a:pt x="153" y="42"/>
                  <a:pt x="153" y="43"/>
                </a:cubicBezTo>
                <a:cubicBezTo>
                  <a:pt x="152" y="44"/>
                  <a:pt x="151" y="44"/>
                  <a:pt x="150" y="45"/>
                </a:cubicBezTo>
                <a:cubicBezTo>
                  <a:pt x="149" y="46"/>
                  <a:pt x="149" y="47"/>
                  <a:pt x="149" y="49"/>
                </a:cubicBezTo>
                <a:cubicBezTo>
                  <a:pt x="150" y="50"/>
                  <a:pt x="150" y="52"/>
                  <a:pt x="151" y="54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0" y="55"/>
                  <a:pt x="150" y="55"/>
                  <a:pt x="150" y="55"/>
                </a:cubicBezTo>
                <a:cubicBezTo>
                  <a:pt x="149" y="54"/>
                  <a:pt x="148" y="54"/>
                  <a:pt x="147" y="53"/>
                </a:cubicBezTo>
                <a:cubicBezTo>
                  <a:pt x="147" y="52"/>
                  <a:pt x="146" y="52"/>
                  <a:pt x="145" y="51"/>
                </a:cubicBezTo>
                <a:cubicBezTo>
                  <a:pt x="144" y="50"/>
                  <a:pt x="143" y="50"/>
                  <a:pt x="141" y="51"/>
                </a:cubicBezTo>
                <a:close/>
                <a:moveTo>
                  <a:pt x="185" y="85"/>
                </a:moveTo>
                <a:cubicBezTo>
                  <a:pt x="186" y="84"/>
                  <a:pt x="186" y="84"/>
                  <a:pt x="186" y="84"/>
                </a:cubicBezTo>
                <a:cubicBezTo>
                  <a:pt x="188" y="83"/>
                  <a:pt x="189" y="81"/>
                  <a:pt x="188" y="79"/>
                </a:cubicBezTo>
                <a:cubicBezTo>
                  <a:pt x="187" y="77"/>
                  <a:pt x="186" y="76"/>
                  <a:pt x="184" y="76"/>
                </a:cubicBezTo>
                <a:cubicBezTo>
                  <a:pt x="181" y="76"/>
                  <a:pt x="179" y="76"/>
                  <a:pt x="177" y="76"/>
                </a:cubicBezTo>
                <a:cubicBezTo>
                  <a:pt x="177" y="76"/>
                  <a:pt x="177" y="76"/>
                  <a:pt x="177" y="76"/>
                </a:cubicBezTo>
                <a:cubicBezTo>
                  <a:pt x="176" y="76"/>
                  <a:pt x="175" y="75"/>
                  <a:pt x="175" y="74"/>
                </a:cubicBezTo>
                <a:cubicBezTo>
                  <a:pt x="174" y="72"/>
                  <a:pt x="173" y="70"/>
                  <a:pt x="173" y="68"/>
                </a:cubicBezTo>
                <a:cubicBezTo>
                  <a:pt x="172" y="66"/>
                  <a:pt x="170" y="65"/>
                  <a:pt x="168" y="65"/>
                </a:cubicBezTo>
                <a:cubicBezTo>
                  <a:pt x="166" y="65"/>
                  <a:pt x="165" y="66"/>
                  <a:pt x="164" y="68"/>
                </a:cubicBezTo>
                <a:cubicBezTo>
                  <a:pt x="164" y="69"/>
                  <a:pt x="163" y="71"/>
                  <a:pt x="163" y="72"/>
                </a:cubicBezTo>
                <a:cubicBezTo>
                  <a:pt x="162" y="73"/>
                  <a:pt x="162" y="74"/>
                  <a:pt x="162" y="75"/>
                </a:cubicBezTo>
                <a:cubicBezTo>
                  <a:pt x="161" y="76"/>
                  <a:pt x="161" y="76"/>
                  <a:pt x="161" y="76"/>
                </a:cubicBezTo>
                <a:cubicBezTo>
                  <a:pt x="153" y="76"/>
                  <a:pt x="153" y="76"/>
                  <a:pt x="153" y="76"/>
                </a:cubicBezTo>
                <a:cubicBezTo>
                  <a:pt x="151" y="76"/>
                  <a:pt x="149" y="77"/>
                  <a:pt x="149" y="79"/>
                </a:cubicBezTo>
                <a:cubicBezTo>
                  <a:pt x="148" y="81"/>
                  <a:pt x="149" y="83"/>
                  <a:pt x="150" y="84"/>
                </a:cubicBezTo>
                <a:cubicBezTo>
                  <a:pt x="151" y="85"/>
                  <a:pt x="151" y="85"/>
                  <a:pt x="151" y="85"/>
                </a:cubicBezTo>
                <a:cubicBezTo>
                  <a:pt x="153" y="86"/>
                  <a:pt x="154" y="87"/>
                  <a:pt x="156" y="88"/>
                </a:cubicBezTo>
                <a:cubicBezTo>
                  <a:pt x="156" y="88"/>
                  <a:pt x="157" y="90"/>
                  <a:pt x="157" y="91"/>
                </a:cubicBezTo>
                <a:cubicBezTo>
                  <a:pt x="156" y="92"/>
                  <a:pt x="156" y="93"/>
                  <a:pt x="155" y="94"/>
                </a:cubicBezTo>
                <a:cubicBezTo>
                  <a:pt x="155" y="95"/>
                  <a:pt x="155" y="96"/>
                  <a:pt x="155" y="97"/>
                </a:cubicBezTo>
                <a:cubicBezTo>
                  <a:pt x="154" y="99"/>
                  <a:pt x="154" y="101"/>
                  <a:pt x="156" y="102"/>
                </a:cubicBezTo>
                <a:cubicBezTo>
                  <a:pt x="158" y="104"/>
                  <a:pt x="160" y="103"/>
                  <a:pt x="162" y="102"/>
                </a:cubicBezTo>
                <a:cubicBezTo>
                  <a:pt x="164" y="101"/>
                  <a:pt x="166" y="99"/>
                  <a:pt x="168" y="97"/>
                </a:cubicBezTo>
                <a:cubicBezTo>
                  <a:pt x="168" y="97"/>
                  <a:pt x="168" y="97"/>
                  <a:pt x="168" y="97"/>
                </a:cubicBezTo>
                <a:cubicBezTo>
                  <a:pt x="175" y="102"/>
                  <a:pt x="175" y="102"/>
                  <a:pt x="175" y="102"/>
                </a:cubicBezTo>
                <a:cubicBezTo>
                  <a:pt x="177" y="103"/>
                  <a:pt x="179" y="103"/>
                  <a:pt x="181" y="102"/>
                </a:cubicBezTo>
                <a:cubicBezTo>
                  <a:pt x="182" y="101"/>
                  <a:pt x="183" y="99"/>
                  <a:pt x="182" y="97"/>
                </a:cubicBezTo>
                <a:cubicBezTo>
                  <a:pt x="182" y="95"/>
                  <a:pt x="181" y="94"/>
                  <a:pt x="181" y="93"/>
                </a:cubicBezTo>
                <a:cubicBezTo>
                  <a:pt x="180" y="92"/>
                  <a:pt x="180" y="91"/>
                  <a:pt x="18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82" y="88"/>
                  <a:pt x="183" y="86"/>
                  <a:pt x="185" y="85"/>
                </a:cubicBezTo>
                <a:close/>
                <a:moveTo>
                  <a:pt x="180" y="83"/>
                </a:moveTo>
                <a:cubicBezTo>
                  <a:pt x="178" y="84"/>
                  <a:pt x="177" y="85"/>
                  <a:pt x="176" y="86"/>
                </a:cubicBezTo>
                <a:cubicBezTo>
                  <a:pt x="174" y="87"/>
                  <a:pt x="174" y="88"/>
                  <a:pt x="174" y="89"/>
                </a:cubicBezTo>
                <a:cubicBezTo>
                  <a:pt x="175" y="91"/>
                  <a:pt x="175" y="93"/>
                  <a:pt x="176" y="95"/>
                </a:cubicBezTo>
                <a:cubicBezTo>
                  <a:pt x="176" y="96"/>
                  <a:pt x="176" y="96"/>
                  <a:pt x="176" y="96"/>
                </a:cubicBezTo>
                <a:cubicBezTo>
                  <a:pt x="170" y="92"/>
                  <a:pt x="170" y="92"/>
                  <a:pt x="170" y="92"/>
                </a:cubicBezTo>
                <a:cubicBezTo>
                  <a:pt x="169" y="91"/>
                  <a:pt x="168" y="91"/>
                  <a:pt x="166" y="92"/>
                </a:cubicBezTo>
                <a:cubicBezTo>
                  <a:pt x="165" y="93"/>
                  <a:pt x="163" y="94"/>
                  <a:pt x="162" y="95"/>
                </a:cubicBezTo>
                <a:cubicBezTo>
                  <a:pt x="160" y="96"/>
                  <a:pt x="160" y="96"/>
                  <a:pt x="160" y="96"/>
                </a:cubicBezTo>
                <a:cubicBezTo>
                  <a:pt x="161" y="95"/>
                  <a:pt x="161" y="95"/>
                  <a:pt x="161" y="95"/>
                </a:cubicBezTo>
                <a:cubicBezTo>
                  <a:pt x="161" y="94"/>
                  <a:pt x="161" y="93"/>
                  <a:pt x="161" y="92"/>
                </a:cubicBezTo>
                <a:cubicBezTo>
                  <a:pt x="162" y="91"/>
                  <a:pt x="162" y="90"/>
                  <a:pt x="162" y="90"/>
                </a:cubicBezTo>
                <a:cubicBezTo>
                  <a:pt x="163" y="87"/>
                  <a:pt x="163" y="87"/>
                  <a:pt x="161" y="85"/>
                </a:cubicBezTo>
                <a:cubicBezTo>
                  <a:pt x="157" y="83"/>
                  <a:pt x="157" y="83"/>
                  <a:pt x="157" y="83"/>
                </a:cubicBezTo>
                <a:cubicBezTo>
                  <a:pt x="157" y="83"/>
                  <a:pt x="157" y="82"/>
                  <a:pt x="156" y="82"/>
                </a:cubicBezTo>
                <a:cubicBezTo>
                  <a:pt x="156" y="81"/>
                  <a:pt x="156" y="81"/>
                  <a:pt x="156" y="81"/>
                </a:cubicBezTo>
                <a:cubicBezTo>
                  <a:pt x="157" y="81"/>
                  <a:pt x="157" y="81"/>
                  <a:pt x="157" y="81"/>
                </a:cubicBezTo>
                <a:cubicBezTo>
                  <a:pt x="158" y="81"/>
                  <a:pt x="158" y="81"/>
                  <a:pt x="159" y="81"/>
                </a:cubicBezTo>
                <a:cubicBezTo>
                  <a:pt x="160" y="81"/>
                  <a:pt x="161" y="81"/>
                  <a:pt x="162" y="81"/>
                </a:cubicBezTo>
                <a:cubicBezTo>
                  <a:pt x="165" y="81"/>
                  <a:pt x="165" y="81"/>
                  <a:pt x="166" y="78"/>
                </a:cubicBezTo>
                <a:cubicBezTo>
                  <a:pt x="166" y="77"/>
                  <a:pt x="166" y="77"/>
                  <a:pt x="167" y="76"/>
                </a:cubicBezTo>
                <a:cubicBezTo>
                  <a:pt x="167" y="75"/>
                  <a:pt x="167" y="75"/>
                  <a:pt x="168" y="74"/>
                </a:cubicBezTo>
                <a:cubicBezTo>
                  <a:pt x="168" y="74"/>
                  <a:pt x="168" y="73"/>
                  <a:pt x="168" y="73"/>
                </a:cubicBezTo>
                <a:cubicBezTo>
                  <a:pt x="169" y="72"/>
                  <a:pt x="169" y="72"/>
                  <a:pt x="169" y="72"/>
                </a:cubicBezTo>
                <a:cubicBezTo>
                  <a:pt x="169" y="73"/>
                  <a:pt x="169" y="73"/>
                  <a:pt x="169" y="73"/>
                </a:cubicBezTo>
                <a:cubicBezTo>
                  <a:pt x="169" y="74"/>
                  <a:pt x="170" y="75"/>
                  <a:pt x="170" y="76"/>
                </a:cubicBezTo>
                <a:cubicBezTo>
                  <a:pt x="170" y="77"/>
                  <a:pt x="171" y="78"/>
                  <a:pt x="171" y="78"/>
                </a:cubicBezTo>
                <a:cubicBezTo>
                  <a:pt x="171" y="80"/>
                  <a:pt x="172" y="81"/>
                  <a:pt x="174" y="81"/>
                </a:cubicBezTo>
                <a:cubicBezTo>
                  <a:pt x="176" y="81"/>
                  <a:pt x="178" y="81"/>
                  <a:pt x="179" y="81"/>
                </a:cubicBezTo>
                <a:cubicBezTo>
                  <a:pt x="180" y="81"/>
                  <a:pt x="180" y="81"/>
                  <a:pt x="180" y="81"/>
                </a:cubicBezTo>
                <a:cubicBezTo>
                  <a:pt x="180" y="82"/>
                  <a:pt x="180" y="82"/>
                  <a:pt x="180" y="82"/>
                </a:cubicBezTo>
                <a:cubicBezTo>
                  <a:pt x="180" y="82"/>
                  <a:pt x="180" y="82"/>
                  <a:pt x="180" y="82"/>
                </a:cubicBezTo>
                <a:cubicBezTo>
                  <a:pt x="180" y="82"/>
                  <a:pt x="180" y="82"/>
                  <a:pt x="180" y="82"/>
                </a:cubicBezTo>
                <a:cubicBezTo>
                  <a:pt x="180" y="83"/>
                  <a:pt x="180" y="83"/>
                  <a:pt x="180" y="83"/>
                </a:cubicBezTo>
                <a:cubicBezTo>
                  <a:pt x="180" y="82"/>
                  <a:pt x="180" y="82"/>
                  <a:pt x="180" y="82"/>
                </a:cubicBezTo>
                <a:cubicBezTo>
                  <a:pt x="180" y="82"/>
                  <a:pt x="180" y="82"/>
                  <a:pt x="180" y="82"/>
                </a:cubicBezTo>
                <a:lnTo>
                  <a:pt x="180" y="83"/>
                </a:lnTo>
                <a:close/>
                <a:moveTo>
                  <a:pt x="113" y="15"/>
                </a:moveTo>
                <a:cubicBezTo>
                  <a:pt x="103" y="15"/>
                  <a:pt x="103" y="15"/>
                  <a:pt x="103" y="15"/>
                </a:cubicBezTo>
                <a:cubicBezTo>
                  <a:pt x="99" y="4"/>
                  <a:pt x="99" y="4"/>
                  <a:pt x="99" y="4"/>
                </a:cubicBezTo>
                <a:cubicBezTo>
                  <a:pt x="99" y="3"/>
                  <a:pt x="97" y="0"/>
                  <a:pt x="94" y="0"/>
                </a:cubicBezTo>
                <a:cubicBezTo>
                  <a:pt x="92" y="0"/>
                  <a:pt x="90" y="2"/>
                  <a:pt x="90" y="4"/>
                </a:cubicBezTo>
                <a:cubicBezTo>
                  <a:pt x="89" y="7"/>
                  <a:pt x="88" y="10"/>
                  <a:pt x="87" y="12"/>
                </a:cubicBezTo>
                <a:cubicBezTo>
                  <a:pt x="87" y="14"/>
                  <a:pt x="86" y="15"/>
                  <a:pt x="84" y="15"/>
                </a:cubicBezTo>
                <a:cubicBezTo>
                  <a:pt x="82" y="15"/>
                  <a:pt x="80" y="15"/>
                  <a:pt x="78" y="15"/>
                </a:cubicBezTo>
                <a:cubicBezTo>
                  <a:pt x="77" y="15"/>
                  <a:pt x="76" y="15"/>
                  <a:pt x="75" y="15"/>
                </a:cubicBezTo>
                <a:cubicBezTo>
                  <a:pt x="73" y="15"/>
                  <a:pt x="71" y="16"/>
                  <a:pt x="70" y="18"/>
                </a:cubicBezTo>
                <a:cubicBezTo>
                  <a:pt x="69" y="20"/>
                  <a:pt x="70" y="22"/>
                  <a:pt x="72" y="24"/>
                </a:cubicBezTo>
                <a:cubicBezTo>
                  <a:pt x="74" y="25"/>
                  <a:pt x="76" y="26"/>
                  <a:pt x="77" y="28"/>
                </a:cubicBezTo>
                <a:cubicBezTo>
                  <a:pt x="78" y="28"/>
                  <a:pt x="79" y="29"/>
                  <a:pt x="80" y="29"/>
                </a:cubicBezTo>
                <a:cubicBezTo>
                  <a:pt x="80" y="30"/>
                  <a:pt x="81" y="31"/>
                  <a:pt x="80" y="32"/>
                </a:cubicBezTo>
                <a:cubicBezTo>
                  <a:pt x="80" y="34"/>
                  <a:pt x="80" y="35"/>
                  <a:pt x="79" y="36"/>
                </a:cubicBezTo>
                <a:cubicBezTo>
                  <a:pt x="79" y="38"/>
                  <a:pt x="78" y="39"/>
                  <a:pt x="78" y="41"/>
                </a:cubicBezTo>
                <a:cubicBezTo>
                  <a:pt x="77" y="43"/>
                  <a:pt x="78" y="45"/>
                  <a:pt x="79" y="47"/>
                </a:cubicBezTo>
                <a:cubicBezTo>
                  <a:pt x="81" y="48"/>
                  <a:pt x="84" y="48"/>
                  <a:pt x="86" y="46"/>
                </a:cubicBezTo>
                <a:cubicBezTo>
                  <a:pt x="88" y="45"/>
                  <a:pt x="91" y="43"/>
                  <a:pt x="93" y="41"/>
                </a:cubicBezTo>
                <a:cubicBezTo>
                  <a:pt x="93" y="41"/>
                  <a:pt x="94" y="41"/>
                  <a:pt x="95" y="41"/>
                </a:cubicBezTo>
                <a:cubicBezTo>
                  <a:pt x="95" y="41"/>
                  <a:pt x="96" y="41"/>
                  <a:pt x="96" y="41"/>
                </a:cubicBezTo>
                <a:cubicBezTo>
                  <a:pt x="98" y="43"/>
                  <a:pt x="99" y="44"/>
                  <a:pt x="101" y="45"/>
                </a:cubicBezTo>
                <a:cubicBezTo>
                  <a:pt x="102" y="45"/>
                  <a:pt x="102" y="46"/>
                  <a:pt x="103" y="46"/>
                </a:cubicBezTo>
                <a:cubicBezTo>
                  <a:pt x="105" y="48"/>
                  <a:pt x="108" y="48"/>
                  <a:pt x="110" y="47"/>
                </a:cubicBezTo>
                <a:cubicBezTo>
                  <a:pt x="111" y="45"/>
                  <a:pt x="112" y="43"/>
                  <a:pt x="111" y="40"/>
                </a:cubicBezTo>
                <a:cubicBezTo>
                  <a:pt x="110" y="38"/>
                  <a:pt x="110" y="35"/>
                  <a:pt x="108" y="32"/>
                </a:cubicBezTo>
                <a:cubicBezTo>
                  <a:pt x="108" y="31"/>
                  <a:pt x="108" y="30"/>
                  <a:pt x="109" y="29"/>
                </a:cubicBezTo>
                <a:cubicBezTo>
                  <a:pt x="111" y="28"/>
                  <a:pt x="113" y="27"/>
                  <a:pt x="114" y="26"/>
                </a:cubicBezTo>
                <a:cubicBezTo>
                  <a:pt x="115" y="25"/>
                  <a:pt x="116" y="25"/>
                  <a:pt x="116" y="24"/>
                </a:cubicBezTo>
                <a:cubicBezTo>
                  <a:pt x="119" y="22"/>
                  <a:pt x="120" y="20"/>
                  <a:pt x="119" y="18"/>
                </a:cubicBezTo>
                <a:cubicBezTo>
                  <a:pt x="118" y="16"/>
                  <a:pt x="116" y="15"/>
                  <a:pt x="113" y="15"/>
                </a:cubicBezTo>
                <a:close/>
                <a:moveTo>
                  <a:pt x="112" y="21"/>
                </a:moveTo>
                <a:cubicBezTo>
                  <a:pt x="111" y="21"/>
                  <a:pt x="111" y="22"/>
                  <a:pt x="110" y="22"/>
                </a:cubicBezTo>
                <a:cubicBezTo>
                  <a:pt x="110" y="23"/>
                  <a:pt x="110" y="23"/>
                  <a:pt x="109" y="23"/>
                </a:cubicBezTo>
                <a:cubicBezTo>
                  <a:pt x="109" y="24"/>
                  <a:pt x="108" y="24"/>
                  <a:pt x="108" y="24"/>
                </a:cubicBezTo>
                <a:cubicBezTo>
                  <a:pt x="106" y="25"/>
                  <a:pt x="105" y="26"/>
                  <a:pt x="104" y="27"/>
                </a:cubicBezTo>
                <a:cubicBezTo>
                  <a:pt x="102" y="28"/>
                  <a:pt x="102" y="29"/>
                  <a:pt x="103" y="31"/>
                </a:cubicBezTo>
                <a:cubicBezTo>
                  <a:pt x="103" y="31"/>
                  <a:pt x="103" y="31"/>
                  <a:pt x="103" y="31"/>
                </a:cubicBezTo>
                <a:cubicBezTo>
                  <a:pt x="104" y="34"/>
                  <a:pt x="105" y="37"/>
                  <a:pt x="106" y="41"/>
                </a:cubicBezTo>
                <a:cubicBezTo>
                  <a:pt x="106" y="42"/>
                  <a:pt x="106" y="42"/>
                  <a:pt x="106" y="42"/>
                </a:cubicBezTo>
                <a:cubicBezTo>
                  <a:pt x="105" y="41"/>
                  <a:pt x="105" y="41"/>
                  <a:pt x="105" y="41"/>
                </a:cubicBezTo>
                <a:cubicBezTo>
                  <a:pt x="102" y="39"/>
                  <a:pt x="99" y="37"/>
                  <a:pt x="97" y="35"/>
                </a:cubicBezTo>
                <a:cubicBezTo>
                  <a:pt x="95" y="34"/>
                  <a:pt x="94" y="34"/>
                  <a:pt x="92" y="35"/>
                </a:cubicBezTo>
                <a:cubicBezTo>
                  <a:pt x="90" y="37"/>
                  <a:pt x="87" y="39"/>
                  <a:pt x="84" y="41"/>
                </a:cubicBezTo>
                <a:cubicBezTo>
                  <a:pt x="83" y="42"/>
                  <a:pt x="83" y="42"/>
                  <a:pt x="83" y="42"/>
                </a:cubicBezTo>
                <a:cubicBezTo>
                  <a:pt x="83" y="41"/>
                  <a:pt x="83" y="41"/>
                  <a:pt x="83" y="41"/>
                </a:cubicBezTo>
                <a:cubicBezTo>
                  <a:pt x="84" y="37"/>
                  <a:pt x="85" y="34"/>
                  <a:pt x="86" y="31"/>
                </a:cubicBezTo>
                <a:cubicBezTo>
                  <a:pt x="87" y="29"/>
                  <a:pt x="87" y="28"/>
                  <a:pt x="85" y="27"/>
                </a:cubicBezTo>
                <a:cubicBezTo>
                  <a:pt x="84" y="26"/>
                  <a:pt x="82" y="25"/>
                  <a:pt x="81" y="24"/>
                </a:cubicBezTo>
                <a:cubicBezTo>
                  <a:pt x="80" y="23"/>
                  <a:pt x="78" y="22"/>
                  <a:pt x="77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7" y="21"/>
                  <a:pt x="77" y="20"/>
                  <a:pt x="77" y="20"/>
                </a:cubicBezTo>
                <a:cubicBezTo>
                  <a:pt x="77" y="20"/>
                  <a:pt x="77" y="20"/>
                  <a:pt x="77" y="20"/>
                </a:cubicBezTo>
                <a:cubicBezTo>
                  <a:pt x="78" y="20"/>
                  <a:pt x="78" y="20"/>
                  <a:pt x="78" y="20"/>
                </a:cubicBezTo>
                <a:cubicBezTo>
                  <a:pt x="88" y="20"/>
                  <a:pt x="88" y="20"/>
                  <a:pt x="88" y="20"/>
                </a:cubicBezTo>
                <a:cubicBezTo>
                  <a:pt x="89" y="20"/>
                  <a:pt x="90" y="19"/>
                  <a:pt x="91" y="17"/>
                </a:cubicBezTo>
                <a:cubicBezTo>
                  <a:pt x="92" y="14"/>
                  <a:pt x="93" y="11"/>
                  <a:pt x="94" y="8"/>
                </a:cubicBezTo>
                <a:cubicBezTo>
                  <a:pt x="95" y="7"/>
                  <a:pt x="95" y="7"/>
                  <a:pt x="95" y="7"/>
                </a:cubicBezTo>
                <a:cubicBezTo>
                  <a:pt x="96" y="9"/>
                  <a:pt x="96" y="9"/>
                  <a:pt x="96" y="9"/>
                </a:cubicBezTo>
                <a:cubicBezTo>
                  <a:pt x="96" y="11"/>
                  <a:pt x="97" y="12"/>
                  <a:pt x="97" y="14"/>
                </a:cubicBezTo>
                <a:cubicBezTo>
                  <a:pt x="98" y="15"/>
                  <a:pt x="98" y="15"/>
                  <a:pt x="98" y="15"/>
                </a:cubicBezTo>
                <a:cubicBezTo>
                  <a:pt x="99" y="20"/>
                  <a:pt x="99" y="20"/>
                  <a:pt x="104" y="20"/>
                </a:cubicBezTo>
                <a:cubicBezTo>
                  <a:pt x="114" y="20"/>
                  <a:pt x="114" y="20"/>
                  <a:pt x="114" y="20"/>
                </a:cubicBezTo>
                <a:lnTo>
                  <a:pt x="112" y="21"/>
                </a:lnTo>
                <a:close/>
                <a:moveTo>
                  <a:pt x="52" y="61"/>
                </a:moveTo>
                <a:cubicBezTo>
                  <a:pt x="55" y="62"/>
                  <a:pt x="56" y="63"/>
                  <a:pt x="58" y="61"/>
                </a:cubicBezTo>
                <a:cubicBezTo>
                  <a:pt x="60" y="60"/>
                  <a:pt x="60" y="58"/>
                  <a:pt x="60" y="56"/>
                </a:cubicBezTo>
                <a:cubicBezTo>
                  <a:pt x="59" y="55"/>
                  <a:pt x="59" y="54"/>
                  <a:pt x="59" y="54"/>
                </a:cubicBezTo>
                <a:cubicBezTo>
                  <a:pt x="58" y="52"/>
                  <a:pt x="58" y="51"/>
                  <a:pt x="58" y="50"/>
                </a:cubicBezTo>
                <a:cubicBezTo>
                  <a:pt x="57" y="49"/>
                  <a:pt x="58" y="48"/>
                  <a:pt x="58" y="47"/>
                </a:cubicBezTo>
                <a:cubicBezTo>
                  <a:pt x="59" y="46"/>
                  <a:pt x="60" y="46"/>
                  <a:pt x="61" y="45"/>
                </a:cubicBezTo>
                <a:cubicBezTo>
                  <a:pt x="62" y="44"/>
                  <a:pt x="63" y="44"/>
                  <a:pt x="64" y="43"/>
                </a:cubicBezTo>
                <a:cubicBezTo>
                  <a:pt x="66" y="41"/>
                  <a:pt x="66" y="39"/>
                  <a:pt x="66" y="38"/>
                </a:cubicBezTo>
                <a:cubicBezTo>
                  <a:pt x="65" y="36"/>
                  <a:pt x="63" y="35"/>
                  <a:pt x="61" y="35"/>
                </a:cubicBezTo>
                <a:cubicBezTo>
                  <a:pt x="59" y="35"/>
                  <a:pt x="57" y="35"/>
                  <a:pt x="55" y="35"/>
                </a:cubicBezTo>
                <a:cubicBezTo>
                  <a:pt x="55" y="35"/>
                  <a:pt x="55" y="35"/>
                  <a:pt x="55" y="35"/>
                </a:cubicBezTo>
                <a:cubicBezTo>
                  <a:pt x="53" y="35"/>
                  <a:pt x="53" y="35"/>
                  <a:pt x="52" y="33"/>
                </a:cubicBezTo>
                <a:cubicBezTo>
                  <a:pt x="52" y="31"/>
                  <a:pt x="51" y="29"/>
                  <a:pt x="50" y="27"/>
                </a:cubicBezTo>
                <a:cubicBezTo>
                  <a:pt x="49" y="25"/>
                  <a:pt x="48" y="24"/>
                  <a:pt x="46" y="24"/>
                </a:cubicBezTo>
                <a:cubicBezTo>
                  <a:pt x="44" y="24"/>
                  <a:pt x="42" y="25"/>
                  <a:pt x="41" y="27"/>
                </a:cubicBezTo>
                <a:cubicBezTo>
                  <a:pt x="41" y="29"/>
                  <a:pt x="40" y="31"/>
                  <a:pt x="39" y="33"/>
                </a:cubicBezTo>
                <a:cubicBezTo>
                  <a:pt x="39" y="35"/>
                  <a:pt x="38" y="35"/>
                  <a:pt x="37" y="35"/>
                </a:cubicBezTo>
                <a:cubicBezTo>
                  <a:pt x="35" y="35"/>
                  <a:pt x="33" y="35"/>
                  <a:pt x="31" y="35"/>
                </a:cubicBezTo>
                <a:cubicBezTo>
                  <a:pt x="28" y="35"/>
                  <a:pt x="27" y="36"/>
                  <a:pt x="26" y="38"/>
                </a:cubicBezTo>
                <a:cubicBezTo>
                  <a:pt x="25" y="40"/>
                  <a:pt x="26" y="42"/>
                  <a:pt x="28" y="43"/>
                </a:cubicBezTo>
                <a:cubicBezTo>
                  <a:pt x="30" y="45"/>
                  <a:pt x="31" y="46"/>
                  <a:pt x="32" y="47"/>
                </a:cubicBezTo>
                <a:cubicBezTo>
                  <a:pt x="33" y="47"/>
                  <a:pt x="34" y="47"/>
                  <a:pt x="34" y="48"/>
                </a:cubicBezTo>
                <a:cubicBezTo>
                  <a:pt x="35" y="48"/>
                  <a:pt x="35" y="48"/>
                  <a:pt x="35" y="48"/>
                </a:cubicBezTo>
                <a:cubicBezTo>
                  <a:pt x="34" y="49"/>
                  <a:pt x="34" y="49"/>
                  <a:pt x="34" y="49"/>
                </a:cubicBezTo>
                <a:cubicBezTo>
                  <a:pt x="34" y="51"/>
                  <a:pt x="33" y="53"/>
                  <a:pt x="32" y="56"/>
                </a:cubicBezTo>
                <a:cubicBezTo>
                  <a:pt x="31" y="58"/>
                  <a:pt x="32" y="60"/>
                  <a:pt x="34" y="61"/>
                </a:cubicBezTo>
                <a:cubicBezTo>
                  <a:pt x="35" y="63"/>
                  <a:pt x="37" y="62"/>
                  <a:pt x="39" y="61"/>
                </a:cubicBezTo>
                <a:cubicBezTo>
                  <a:pt x="41" y="59"/>
                  <a:pt x="43" y="58"/>
                  <a:pt x="45" y="57"/>
                </a:cubicBezTo>
                <a:cubicBezTo>
                  <a:pt x="46" y="57"/>
                  <a:pt x="46" y="57"/>
                  <a:pt x="46" y="57"/>
                </a:cubicBezTo>
                <a:cubicBezTo>
                  <a:pt x="46" y="57"/>
                  <a:pt x="46" y="57"/>
                  <a:pt x="46" y="57"/>
                </a:cubicBezTo>
                <a:cubicBezTo>
                  <a:pt x="46" y="57"/>
                  <a:pt x="46" y="57"/>
                  <a:pt x="47" y="57"/>
                </a:cubicBezTo>
                <a:cubicBezTo>
                  <a:pt x="48" y="58"/>
                  <a:pt x="50" y="60"/>
                  <a:pt x="52" y="61"/>
                </a:cubicBezTo>
                <a:close/>
                <a:moveTo>
                  <a:pt x="44" y="51"/>
                </a:moveTo>
                <a:cubicBezTo>
                  <a:pt x="43" y="52"/>
                  <a:pt x="42" y="52"/>
                  <a:pt x="42" y="53"/>
                </a:cubicBezTo>
                <a:cubicBezTo>
                  <a:pt x="41" y="53"/>
                  <a:pt x="40" y="54"/>
                  <a:pt x="39" y="54"/>
                </a:cubicBezTo>
                <a:cubicBezTo>
                  <a:pt x="39" y="55"/>
                  <a:pt x="39" y="55"/>
                  <a:pt x="39" y="55"/>
                </a:cubicBezTo>
                <a:cubicBezTo>
                  <a:pt x="39" y="55"/>
                  <a:pt x="39" y="55"/>
                  <a:pt x="39" y="55"/>
                </a:cubicBezTo>
                <a:cubicBezTo>
                  <a:pt x="39" y="55"/>
                  <a:pt x="39" y="55"/>
                  <a:pt x="39" y="54"/>
                </a:cubicBezTo>
                <a:cubicBezTo>
                  <a:pt x="38" y="54"/>
                  <a:pt x="38" y="54"/>
                  <a:pt x="38" y="54"/>
                </a:cubicBezTo>
                <a:cubicBezTo>
                  <a:pt x="38" y="54"/>
                  <a:pt x="38" y="54"/>
                  <a:pt x="38" y="54"/>
                </a:cubicBezTo>
                <a:cubicBezTo>
                  <a:pt x="39" y="52"/>
                  <a:pt x="39" y="50"/>
                  <a:pt x="40" y="49"/>
                </a:cubicBezTo>
                <a:cubicBezTo>
                  <a:pt x="40" y="47"/>
                  <a:pt x="40" y="46"/>
                  <a:pt x="39" y="45"/>
                </a:cubicBezTo>
                <a:cubicBezTo>
                  <a:pt x="37" y="44"/>
                  <a:pt x="36" y="43"/>
                  <a:pt x="34" y="41"/>
                </a:cubicBezTo>
                <a:cubicBezTo>
                  <a:pt x="32" y="40"/>
                  <a:pt x="32" y="40"/>
                  <a:pt x="32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2" y="40"/>
                  <a:pt x="43" y="39"/>
                  <a:pt x="43" y="38"/>
                </a:cubicBezTo>
                <a:cubicBezTo>
                  <a:pt x="44" y="37"/>
                  <a:pt x="44" y="36"/>
                  <a:pt x="44" y="35"/>
                </a:cubicBezTo>
                <a:cubicBezTo>
                  <a:pt x="45" y="34"/>
                  <a:pt x="45" y="33"/>
                  <a:pt x="45" y="32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2"/>
                  <a:pt x="46" y="32"/>
                  <a:pt x="46" y="32"/>
                </a:cubicBezTo>
                <a:cubicBezTo>
                  <a:pt x="47" y="34"/>
                  <a:pt x="48" y="36"/>
                  <a:pt x="48" y="38"/>
                </a:cubicBezTo>
                <a:cubicBezTo>
                  <a:pt x="49" y="39"/>
                  <a:pt x="50" y="40"/>
                  <a:pt x="51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8" y="41"/>
                  <a:pt x="58" y="41"/>
                  <a:pt x="58" y="41"/>
                </a:cubicBezTo>
                <a:cubicBezTo>
                  <a:pt x="57" y="42"/>
                  <a:pt x="56" y="42"/>
                  <a:pt x="55" y="43"/>
                </a:cubicBezTo>
                <a:cubicBezTo>
                  <a:pt x="55" y="44"/>
                  <a:pt x="54" y="44"/>
                  <a:pt x="53" y="45"/>
                </a:cubicBezTo>
                <a:cubicBezTo>
                  <a:pt x="51" y="46"/>
                  <a:pt x="51" y="47"/>
                  <a:pt x="52" y="49"/>
                </a:cubicBezTo>
                <a:cubicBezTo>
                  <a:pt x="52" y="50"/>
                  <a:pt x="53" y="52"/>
                  <a:pt x="54" y="54"/>
                </a:cubicBezTo>
                <a:cubicBezTo>
                  <a:pt x="54" y="56"/>
                  <a:pt x="54" y="56"/>
                  <a:pt x="54" y="56"/>
                </a:cubicBezTo>
                <a:cubicBezTo>
                  <a:pt x="53" y="55"/>
                  <a:pt x="53" y="55"/>
                  <a:pt x="53" y="55"/>
                </a:cubicBezTo>
                <a:cubicBezTo>
                  <a:pt x="52" y="54"/>
                  <a:pt x="51" y="53"/>
                  <a:pt x="50" y="53"/>
                </a:cubicBezTo>
                <a:cubicBezTo>
                  <a:pt x="49" y="52"/>
                  <a:pt x="48" y="52"/>
                  <a:pt x="48" y="51"/>
                </a:cubicBezTo>
                <a:cubicBezTo>
                  <a:pt x="46" y="50"/>
                  <a:pt x="45" y="50"/>
                  <a:pt x="44" y="51"/>
                </a:cubicBezTo>
                <a:close/>
                <a:moveTo>
                  <a:pt x="40" y="79"/>
                </a:moveTo>
                <a:cubicBezTo>
                  <a:pt x="39" y="77"/>
                  <a:pt x="38" y="76"/>
                  <a:pt x="36" y="76"/>
                </a:cubicBezTo>
                <a:cubicBezTo>
                  <a:pt x="33" y="76"/>
                  <a:pt x="31" y="76"/>
                  <a:pt x="29" y="76"/>
                </a:cubicBezTo>
                <a:cubicBezTo>
                  <a:pt x="29" y="76"/>
                  <a:pt x="29" y="76"/>
                  <a:pt x="29" y="76"/>
                </a:cubicBezTo>
                <a:cubicBezTo>
                  <a:pt x="28" y="76"/>
                  <a:pt x="27" y="75"/>
                  <a:pt x="27" y="74"/>
                </a:cubicBezTo>
                <a:cubicBezTo>
                  <a:pt x="26" y="72"/>
                  <a:pt x="25" y="70"/>
                  <a:pt x="25" y="68"/>
                </a:cubicBezTo>
                <a:cubicBezTo>
                  <a:pt x="24" y="66"/>
                  <a:pt x="22" y="65"/>
                  <a:pt x="20" y="65"/>
                </a:cubicBezTo>
                <a:cubicBezTo>
                  <a:pt x="18" y="65"/>
                  <a:pt x="17" y="66"/>
                  <a:pt x="16" y="68"/>
                </a:cubicBezTo>
                <a:cubicBezTo>
                  <a:pt x="16" y="69"/>
                  <a:pt x="16" y="69"/>
                  <a:pt x="15" y="70"/>
                </a:cubicBezTo>
                <a:cubicBezTo>
                  <a:pt x="15" y="71"/>
                  <a:pt x="14" y="73"/>
                  <a:pt x="14" y="74"/>
                </a:cubicBezTo>
                <a:cubicBezTo>
                  <a:pt x="14" y="75"/>
                  <a:pt x="13" y="76"/>
                  <a:pt x="12" y="76"/>
                </a:cubicBezTo>
                <a:cubicBezTo>
                  <a:pt x="9" y="76"/>
                  <a:pt x="7" y="76"/>
                  <a:pt x="5" y="76"/>
                </a:cubicBezTo>
                <a:cubicBezTo>
                  <a:pt x="4" y="76"/>
                  <a:pt x="1" y="77"/>
                  <a:pt x="1" y="79"/>
                </a:cubicBezTo>
                <a:cubicBezTo>
                  <a:pt x="0" y="81"/>
                  <a:pt x="1" y="83"/>
                  <a:pt x="3" y="84"/>
                </a:cubicBezTo>
                <a:cubicBezTo>
                  <a:pt x="4" y="85"/>
                  <a:pt x="5" y="86"/>
                  <a:pt x="7" y="87"/>
                </a:cubicBezTo>
                <a:cubicBezTo>
                  <a:pt x="8" y="88"/>
                  <a:pt x="8" y="88"/>
                  <a:pt x="8" y="88"/>
                </a:cubicBezTo>
                <a:cubicBezTo>
                  <a:pt x="9" y="89"/>
                  <a:pt x="9" y="90"/>
                  <a:pt x="9" y="91"/>
                </a:cubicBezTo>
                <a:cubicBezTo>
                  <a:pt x="8" y="93"/>
                  <a:pt x="7" y="95"/>
                  <a:pt x="7" y="97"/>
                </a:cubicBezTo>
                <a:cubicBezTo>
                  <a:pt x="6" y="99"/>
                  <a:pt x="7" y="101"/>
                  <a:pt x="8" y="102"/>
                </a:cubicBezTo>
                <a:cubicBezTo>
                  <a:pt x="10" y="103"/>
                  <a:pt x="12" y="103"/>
                  <a:pt x="14" y="102"/>
                </a:cubicBezTo>
                <a:cubicBezTo>
                  <a:pt x="15" y="101"/>
                  <a:pt x="17" y="99"/>
                  <a:pt x="19" y="98"/>
                </a:cubicBezTo>
                <a:cubicBezTo>
                  <a:pt x="20" y="97"/>
                  <a:pt x="21" y="97"/>
                  <a:pt x="22" y="98"/>
                </a:cubicBezTo>
                <a:cubicBezTo>
                  <a:pt x="23" y="99"/>
                  <a:pt x="24" y="100"/>
                  <a:pt x="24" y="100"/>
                </a:cubicBezTo>
                <a:cubicBezTo>
                  <a:pt x="25" y="101"/>
                  <a:pt x="26" y="101"/>
                  <a:pt x="27" y="102"/>
                </a:cubicBezTo>
                <a:cubicBezTo>
                  <a:pt x="29" y="103"/>
                  <a:pt x="31" y="103"/>
                  <a:pt x="32" y="102"/>
                </a:cubicBezTo>
                <a:cubicBezTo>
                  <a:pt x="34" y="101"/>
                  <a:pt x="35" y="99"/>
                  <a:pt x="34" y="97"/>
                </a:cubicBezTo>
                <a:cubicBezTo>
                  <a:pt x="34" y="96"/>
                  <a:pt x="33" y="94"/>
                  <a:pt x="33" y="93"/>
                </a:cubicBezTo>
                <a:cubicBezTo>
                  <a:pt x="32" y="92"/>
                  <a:pt x="32" y="91"/>
                  <a:pt x="32" y="89"/>
                </a:cubicBezTo>
                <a:cubicBezTo>
                  <a:pt x="32" y="89"/>
                  <a:pt x="32" y="89"/>
                  <a:pt x="32" y="89"/>
                </a:cubicBezTo>
                <a:cubicBezTo>
                  <a:pt x="32" y="89"/>
                  <a:pt x="32" y="89"/>
                  <a:pt x="32" y="89"/>
                </a:cubicBezTo>
                <a:cubicBezTo>
                  <a:pt x="33" y="88"/>
                  <a:pt x="33" y="88"/>
                  <a:pt x="34" y="87"/>
                </a:cubicBezTo>
                <a:cubicBezTo>
                  <a:pt x="36" y="86"/>
                  <a:pt x="37" y="85"/>
                  <a:pt x="38" y="84"/>
                </a:cubicBezTo>
                <a:cubicBezTo>
                  <a:pt x="40" y="83"/>
                  <a:pt x="41" y="81"/>
                  <a:pt x="40" y="79"/>
                </a:cubicBezTo>
                <a:close/>
                <a:moveTo>
                  <a:pt x="32" y="82"/>
                </a:moveTo>
                <a:cubicBezTo>
                  <a:pt x="32" y="82"/>
                  <a:pt x="31" y="83"/>
                  <a:pt x="31" y="83"/>
                </a:cubicBezTo>
                <a:cubicBezTo>
                  <a:pt x="30" y="84"/>
                  <a:pt x="29" y="85"/>
                  <a:pt x="28" y="86"/>
                </a:cubicBezTo>
                <a:cubicBezTo>
                  <a:pt x="26" y="87"/>
                  <a:pt x="26" y="88"/>
                  <a:pt x="26" y="89"/>
                </a:cubicBezTo>
                <a:cubicBezTo>
                  <a:pt x="27" y="91"/>
                  <a:pt x="27" y="93"/>
                  <a:pt x="28" y="95"/>
                </a:cubicBezTo>
                <a:cubicBezTo>
                  <a:pt x="29" y="97"/>
                  <a:pt x="29" y="97"/>
                  <a:pt x="29" y="97"/>
                </a:cubicBezTo>
                <a:cubicBezTo>
                  <a:pt x="27" y="96"/>
                  <a:pt x="27" y="96"/>
                  <a:pt x="27" y="96"/>
                </a:cubicBezTo>
                <a:cubicBezTo>
                  <a:pt x="26" y="95"/>
                  <a:pt x="25" y="94"/>
                  <a:pt x="25" y="94"/>
                </a:cubicBezTo>
                <a:cubicBezTo>
                  <a:pt x="24" y="93"/>
                  <a:pt x="23" y="93"/>
                  <a:pt x="22" y="92"/>
                </a:cubicBezTo>
                <a:cubicBezTo>
                  <a:pt x="21" y="91"/>
                  <a:pt x="20" y="91"/>
                  <a:pt x="19" y="92"/>
                </a:cubicBezTo>
                <a:cubicBezTo>
                  <a:pt x="17" y="93"/>
                  <a:pt x="16" y="94"/>
                  <a:pt x="14" y="95"/>
                </a:cubicBezTo>
                <a:cubicBezTo>
                  <a:pt x="12" y="97"/>
                  <a:pt x="12" y="97"/>
                  <a:pt x="12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3" y="93"/>
                  <a:pt x="14" y="91"/>
                  <a:pt x="14" y="90"/>
                </a:cubicBezTo>
                <a:cubicBezTo>
                  <a:pt x="15" y="87"/>
                  <a:pt x="15" y="87"/>
                  <a:pt x="13" y="85"/>
                </a:cubicBezTo>
                <a:cubicBezTo>
                  <a:pt x="12" y="85"/>
                  <a:pt x="11" y="84"/>
                  <a:pt x="10" y="84"/>
                </a:cubicBezTo>
                <a:cubicBezTo>
                  <a:pt x="10" y="83"/>
                  <a:pt x="9" y="83"/>
                  <a:pt x="9" y="83"/>
                </a:cubicBezTo>
                <a:cubicBezTo>
                  <a:pt x="9" y="82"/>
                  <a:pt x="9" y="82"/>
                  <a:pt x="9" y="82"/>
                </a:cubicBezTo>
                <a:cubicBezTo>
                  <a:pt x="9" y="82"/>
                  <a:pt x="9" y="82"/>
                  <a:pt x="9" y="82"/>
                </a:cubicBezTo>
                <a:cubicBezTo>
                  <a:pt x="9" y="82"/>
                  <a:pt x="9" y="82"/>
                  <a:pt x="9" y="81"/>
                </a:cubicBezTo>
                <a:cubicBezTo>
                  <a:pt x="9" y="81"/>
                  <a:pt x="9" y="81"/>
                  <a:pt x="9" y="81"/>
                </a:cubicBezTo>
                <a:cubicBezTo>
                  <a:pt x="9" y="81"/>
                  <a:pt x="9" y="81"/>
                  <a:pt x="9" y="81"/>
                </a:cubicBezTo>
                <a:cubicBezTo>
                  <a:pt x="15" y="81"/>
                  <a:pt x="15" y="81"/>
                  <a:pt x="15" y="81"/>
                </a:cubicBezTo>
                <a:cubicBezTo>
                  <a:pt x="16" y="81"/>
                  <a:pt x="17" y="80"/>
                  <a:pt x="18" y="79"/>
                </a:cubicBezTo>
                <a:cubicBezTo>
                  <a:pt x="18" y="77"/>
                  <a:pt x="19" y="76"/>
                  <a:pt x="19" y="75"/>
                </a:cubicBezTo>
                <a:cubicBezTo>
                  <a:pt x="20" y="71"/>
                  <a:pt x="20" y="71"/>
                  <a:pt x="20" y="71"/>
                </a:cubicBezTo>
                <a:cubicBezTo>
                  <a:pt x="21" y="73"/>
                  <a:pt x="21" y="73"/>
                  <a:pt x="21" y="73"/>
                </a:cubicBezTo>
                <a:cubicBezTo>
                  <a:pt x="22" y="75"/>
                  <a:pt x="22" y="77"/>
                  <a:pt x="23" y="78"/>
                </a:cubicBezTo>
                <a:cubicBezTo>
                  <a:pt x="23" y="80"/>
                  <a:pt x="24" y="81"/>
                  <a:pt x="26" y="81"/>
                </a:cubicBezTo>
                <a:cubicBezTo>
                  <a:pt x="27" y="81"/>
                  <a:pt x="28" y="81"/>
                  <a:pt x="30" y="81"/>
                </a:cubicBezTo>
                <a:cubicBezTo>
                  <a:pt x="30" y="81"/>
                  <a:pt x="31" y="81"/>
                  <a:pt x="32" y="81"/>
                </a:cubicBezTo>
                <a:cubicBezTo>
                  <a:pt x="34" y="81"/>
                  <a:pt x="34" y="81"/>
                  <a:pt x="34" y="81"/>
                </a:cubicBezTo>
                <a:lnTo>
                  <a:pt x="32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48AF263-3173-2ECF-C42D-E1492C7E7D47}"/>
              </a:ext>
            </a:extLst>
          </p:cNvPr>
          <p:cNvCxnSpPr>
            <a:cxnSpLocks/>
          </p:cNvCxnSpPr>
          <p:nvPr/>
        </p:nvCxnSpPr>
        <p:spPr>
          <a:xfrm>
            <a:off x="4005311" y="5436505"/>
            <a:ext cx="7569606" cy="0"/>
          </a:xfrm>
          <a:prstGeom prst="line">
            <a:avLst/>
          </a:prstGeom>
          <a:ln w="19050">
            <a:gradFill>
              <a:gsLst>
                <a:gs pos="0">
                  <a:srgbClr val="FBBE26"/>
                </a:gs>
                <a:gs pos="100000">
                  <a:srgbClr val="4FB7F6"/>
                </a:gs>
              </a:gsLst>
              <a:lin ang="0" scaled="0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976026FE-C72A-0B4E-D2A3-C5C6E968D3B4}"/>
              </a:ext>
            </a:extLst>
          </p:cNvPr>
          <p:cNvSpPr/>
          <p:nvPr/>
        </p:nvSpPr>
        <p:spPr>
          <a:xfrm>
            <a:off x="6373453" y="5246517"/>
            <a:ext cx="2806770" cy="3895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BBE26"/>
              </a:gs>
              <a:gs pos="100000">
                <a:srgbClr val="4FB7F6"/>
              </a:gs>
            </a:gsLst>
            <a:lin ang="0" scaled="0"/>
            <a:tileRect/>
          </a:gradFill>
        </p:spPr>
        <p:txBody>
          <a:bodyPr wrap="square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Ollitan Imidestlabor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9F41AF5-510A-74D5-5DC4-54559274BBB7}"/>
              </a:ext>
            </a:extLst>
          </p:cNvPr>
          <p:cNvGrpSpPr/>
          <p:nvPr/>
        </p:nvGrpSpPr>
        <p:grpSpPr>
          <a:xfrm>
            <a:off x="0" y="2440299"/>
            <a:ext cx="11981695" cy="1665788"/>
            <a:chOff x="0" y="2648644"/>
            <a:chExt cx="11981695" cy="1665788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DBA8B3F5-2D24-F0F0-A4E0-FF871D70ECAA}"/>
                </a:ext>
              </a:extLst>
            </p:cNvPr>
            <p:cNvGrpSpPr/>
            <p:nvPr/>
          </p:nvGrpSpPr>
          <p:grpSpPr>
            <a:xfrm>
              <a:off x="0" y="4083270"/>
              <a:ext cx="3583570" cy="231162"/>
              <a:chOff x="0" y="4083270"/>
              <a:chExt cx="3583570" cy="231162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3CFBEDEF-6227-393B-BF53-5F9EB7A05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4314432"/>
                <a:ext cx="3467999" cy="0"/>
              </a:xfrm>
              <a:prstGeom prst="line">
                <a:avLst/>
              </a:prstGeom>
              <a:ln w="101600">
                <a:solidFill>
                  <a:srgbClr val="66737C">
                    <a:alpha val="7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id="{6AE3B195-7261-911B-B2D0-C336E8F94322}"/>
                  </a:ext>
                </a:extLst>
              </p:cNvPr>
              <p:cNvSpPr/>
              <p:nvPr/>
            </p:nvSpPr>
            <p:spPr>
              <a:xfrm rot="5400000">
                <a:off x="3352408" y="4083270"/>
                <a:ext cx="231162" cy="231162"/>
              </a:xfrm>
              <a:prstGeom prst="arc">
                <a:avLst/>
              </a:prstGeom>
              <a:ln w="101600">
                <a:solidFill>
                  <a:srgbClr val="66737C">
                    <a:alpha val="7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0D001E8-C1A5-DC62-4D87-48C2DF11C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570" y="3001735"/>
              <a:ext cx="0" cy="1197116"/>
            </a:xfrm>
            <a:prstGeom prst="line">
              <a:avLst/>
            </a:prstGeom>
            <a:ln w="101600">
              <a:solidFill>
                <a:srgbClr val="66737C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443DF249-C928-593E-9ECA-A6105BED3014}"/>
                </a:ext>
              </a:extLst>
            </p:cNvPr>
            <p:cNvSpPr/>
            <p:nvPr/>
          </p:nvSpPr>
          <p:spPr>
            <a:xfrm rot="16200000">
              <a:off x="3583570" y="2888996"/>
              <a:ext cx="231162" cy="231162"/>
            </a:xfrm>
            <a:prstGeom prst="arc">
              <a:avLst/>
            </a:prstGeom>
            <a:ln w="101600">
              <a:solidFill>
                <a:srgbClr val="66737C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8457D30-5B50-2C2B-DDF7-B5443A787A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2386" y="2888761"/>
              <a:ext cx="3965681" cy="0"/>
            </a:xfrm>
            <a:prstGeom prst="line">
              <a:avLst/>
            </a:prstGeom>
            <a:ln w="101600">
              <a:solidFill>
                <a:srgbClr val="66737C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1023669B-E2C0-774C-B824-7B0E2EA13C83}"/>
                </a:ext>
              </a:extLst>
            </p:cNvPr>
            <p:cNvGrpSpPr/>
            <p:nvPr/>
          </p:nvGrpSpPr>
          <p:grpSpPr>
            <a:xfrm>
              <a:off x="7534412" y="2657599"/>
              <a:ext cx="462324" cy="231410"/>
              <a:chOff x="7686691" y="2414161"/>
              <a:chExt cx="462324" cy="231410"/>
            </a:xfrm>
          </p:grpSpPr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id="{29F514FB-169E-3730-37F1-7AB5E3311306}"/>
                  </a:ext>
                </a:extLst>
              </p:cNvPr>
              <p:cNvSpPr/>
              <p:nvPr/>
            </p:nvSpPr>
            <p:spPr>
              <a:xfrm rot="5400000">
                <a:off x="7686691" y="2414161"/>
                <a:ext cx="231162" cy="231162"/>
              </a:xfrm>
              <a:prstGeom prst="arc">
                <a:avLst/>
              </a:prstGeom>
              <a:ln w="101600">
                <a:solidFill>
                  <a:srgbClr val="66737C">
                    <a:alpha val="7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Arc 98">
                <a:extLst>
                  <a:ext uri="{FF2B5EF4-FFF2-40B4-BE49-F238E27FC236}">
                    <a16:creationId xmlns:a16="http://schemas.microsoft.com/office/drawing/2014/main" id="{018EFDD0-AD0C-CACE-7438-065CC1E1903F}"/>
                  </a:ext>
                </a:extLst>
              </p:cNvPr>
              <p:cNvSpPr/>
              <p:nvPr/>
            </p:nvSpPr>
            <p:spPr>
              <a:xfrm rot="16200000">
                <a:off x="7917853" y="2414409"/>
                <a:ext cx="231162" cy="231162"/>
              </a:xfrm>
              <a:prstGeom prst="arc">
                <a:avLst/>
              </a:prstGeom>
              <a:ln w="101600">
                <a:solidFill>
                  <a:srgbClr val="66737C">
                    <a:alpha val="7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D007AE4-825D-8026-C2C6-AE6C130A80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1155" y="2648644"/>
              <a:ext cx="4100540" cy="3118"/>
            </a:xfrm>
            <a:prstGeom prst="line">
              <a:avLst/>
            </a:prstGeom>
            <a:ln w="101600">
              <a:solidFill>
                <a:srgbClr val="66737C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8E950E-B8A5-58E1-0EF8-AE57B7E7697F}"/>
              </a:ext>
            </a:extLst>
          </p:cNvPr>
          <p:cNvGrpSpPr/>
          <p:nvPr/>
        </p:nvGrpSpPr>
        <p:grpSpPr>
          <a:xfrm>
            <a:off x="0" y="2447224"/>
            <a:ext cx="12192000" cy="1656833"/>
            <a:chOff x="0" y="2657599"/>
            <a:chExt cx="12192000" cy="1656833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D1D22302-5696-23BF-B7A3-F3A3D2F2214E}"/>
                </a:ext>
              </a:extLst>
            </p:cNvPr>
            <p:cNvGrpSpPr/>
            <p:nvPr/>
          </p:nvGrpSpPr>
          <p:grpSpPr>
            <a:xfrm>
              <a:off x="0" y="4083270"/>
              <a:ext cx="3583570" cy="231162"/>
              <a:chOff x="0" y="4083270"/>
              <a:chExt cx="3583570" cy="231162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60235CE3-661C-A066-D0EA-6B4B344C12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4314432"/>
                <a:ext cx="3467999" cy="0"/>
              </a:xfrm>
              <a:prstGeom prst="line">
                <a:avLst/>
              </a:prstGeom>
              <a:ln w="9525">
                <a:solidFill>
                  <a:schemeClr val="bg1"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Arc 111">
                <a:extLst>
                  <a:ext uri="{FF2B5EF4-FFF2-40B4-BE49-F238E27FC236}">
                    <a16:creationId xmlns:a16="http://schemas.microsoft.com/office/drawing/2014/main" id="{5B5A24AC-0DEC-C34E-DA06-CC888F72A89F}"/>
                  </a:ext>
                </a:extLst>
              </p:cNvPr>
              <p:cNvSpPr/>
              <p:nvPr/>
            </p:nvSpPr>
            <p:spPr>
              <a:xfrm rot="5400000">
                <a:off x="3352408" y="4083270"/>
                <a:ext cx="231162" cy="231162"/>
              </a:xfrm>
              <a:prstGeom prst="arc">
                <a:avLst/>
              </a:prstGeom>
              <a:ln w="9525">
                <a:solidFill>
                  <a:schemeClr val="bg1"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091DD26-22DD-2E43-DE73-0392FBE78D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570" y="3001735"/>
              <a:ext cx="0" cy="1197116"/>
            </a:xfrm>
            <a:prstGeom prst="line">
              <a:avLst/>
            </a:prstGeom>
            <a:ln w="9525">
              <a:solidFill>
                <a:schemeClr val="bg1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Arc 104">
              <a:extLst>
                <a:ext uri="{FF2B5EF4-FFF2-40B4-BE49-F238E27FC236}">
                  <a16:creationId xmlns:a16="http://schemas.microsoft.com/office/drawing/2014/main" id="{46DBAE96-4F59-0F50-2BC7-E4A7F0EE11CA}"/>
                </a:ext>
              </a:extLst>
            </p:cNvPr>
            <p:cNvSpPr/>
            <p:nvPr/>
          </p:nvSpPr>
          <p:spPr>
            <a:xfrm rot="16200000">
              <a:off x="3583570" y="2888996"/>
              <a:ext cx="231162" cy="231162"/>
            </a:xfrm>
            <a:prstGeom prst="arc">
              <a:avLst/>
            </a:prstGeom>
            <a:ln w="9525">
              <a:solidFill>
                <a:schemeClr val="bg1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77EF51F-5A31-624F-5612-5269F3FE1B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2386" y="2888761"/>
              <a:ext cx="3965681" cy="0"/>
            </a:xfrm>
            <a:prstGeom prst="line">
              <a:avLst/>
            </a:prstGeom>
            <a:ln w="9525">
              <a:solidFill>
                <a:schemeClr val="bg1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CC5BC33-5B41-F287-3228-66AE7BC5F584}"/>
                </a:ext>
              </a:extLst>
            </p:cNvPr>
            <p:cNvGrpSpPr/>
            <p:nvPr/>
          </p:nvGrpSpPr>
          <p:grpSpPr>
            <a:xfrm>
              <a:off x="7534412" y="2657599"/>
              <a:ext cx="462324" cy="231410"/>
              <a:chOff x="7686691" y="2414161"/>
              <a:chExt cx="462324" cy="231410"/>
            </a:xfrm>
          </p:grpSpPr>
          <p:sp>
            <p:nvSpPr>
              <p:cNvPr id="109" name="Arc 108">
                <a:extLst>
                  <a:ext uri="{FF2B5EF4-FFF2-40B4-BE49-F238E27FC236}">
                    <a16:creationId xmlns:a16="http://schemas.microsoft.com/office/drawing/2014/main" id="{CFB23088-62DE-94F2-21F7-9DC015E85C5D}"/>
                  </a:ext>
                </a:extLst>
              </p:cNvPr>
              <p:cNvSpPr/>
              <p:nvPr/>
            </p:nvSpPr>
            <p:spPr>
              <a:xfrm rot="5400000">
                <a:off x="7686691" y="2414161"/>
                <a:ext cx="231162" cy="231162"/>
              </a:xfrm>
              <a:prstGeom prst="arc">
                <a:avLst/>
              </a:prstGeom>
              <a:ln w="9525">
                <a:solidFill>
                  <a:schemeClr val="bg1"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id="{26378D92-D05A-CEA6-E528-A944CAB95139}"/>
                  </a:ext>
                </a:extLst>
              </p:cNvPr>
              <p:cNvSpPr/>
              <p:nvPr/>
            </p:nvSpPr>
            <p:spPr>
              <a:xfrm rot="16200000">
                <a:off x="7917853" y="2414409"/>
                <a:ext cx="231162" cy="231162"/>
              </a:xfrm>
              <a:prstGeom prst="arc">
                <a:avLst/>
              </a:prstGeom>
              <a:ln w="9525">
                <a:solidFill>
                  <a:schemeClr val="bg1"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5CEE814-B20F-3E64-4923-84E90488EA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1155" y="2657599"/>
              <a:ext cx="4310845" cy="0"/>
            </a:xfrm>
            <a:prstGeom prst="line">
              <a:avLst/>
            </a:prstGeom>
            <a:ln w="9525">
              <a:solidFill>
                <a:schemeClr val="bg1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AB7C120-3D36-9F17-9656-2B6F4C2F19D4}"/>
              </a:ext>
            </a:extLst>
          </p:cNvPr>
          <p:cNvGrpSpPr/>
          <p:nvPr/>
        </p:nvGrpSpPr>
        <p:grpSpPr>
          <a:xfrm>
            <a:off x="8024813" y="553607"/>
            <a:ext cx="3727035" cy="2476215"/>
            <a:chOff x="8024813" y="806720"/>
            <a:chExt cx="3727035" cy="247621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8EB75D28-45EA-2228-B480-EFE1827925D8}"/>
                </a:ext>
              </a:extLst>
            </p:cNvPr>
            <p:cNvGrpSpPr/>
            <p:nvPr/>
          </p:nvGrpSpPr>
          <p:grpSpPr>
            <a:xfrm>
              <a:off x="8024813" y="806720"/>
              <a:ext cx="3727035" cy="1880666"/>
              <a:chOff x="8024813" y="582613"/>
              <a:chExt cx="3927476" cy="1981810"/>
            </a:xfrm>
          </p:grpSpPr>
          <p:sp>
            <p:nvSpPr>
              <p:cNvPr id="116" name="Freeform 99">
                <a:extLst>
                  <a:ext uri="{FF2B5EF4-FFF2-40B4-BE49-F238E27FC236}">
                    <a16:creationId xmlns:a16="http://schemas.microsoft.com/office/drawing/2014/main" id="{074C2317-601E-82E5-9D9E-CF465AD8F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2313" y="722313"/>
                <a:ext cx="3003550" cy="1366839"/>
              </a:xfrm>
              <a:custGeom>
                <a:avLst/>
                <a:gdLst>
                  <a:gd name="T0" fmla="*/ 598 w 3114"/>
                  <a:gd name="T1" fmla="*/ 46 h 1415"/>
                  <a:gd name="T2" fmla="*/ 3066 w 3114"/>
                  <a:gd name="T3" fmla="*/ 3 h 1415"/>
                  <a:gd name="T4" fmla="*/ 3114 w 3114"/>
                  <a:gd name="T5" fmla="*/ 44 h 1415"/>
                  <a:gd name="T6" fmla="*/ 3114 w 3114"/>
                  <a:gd name="T7" fmla="*/ 1371 h 1415"/>
                  <a:gd name="T8" fmla="*/ 3066 w 3114"/>
                  <a:gd name="T9" fmla="*/ 1412 h 1415"/>
                  <a:gd name="T10" fmla="*/ 48 w 3114"/>
                  <a:gd name="T11" fmla="*/ 1410 h 1415"/>
                  <a:gd name="T12" fmla="*/ 0 w 3114"/>
                  <a:gd name="T13" fmla="*/ 1369 h 1415"/>
                  <a:gd name="T14" fmla="*/ 0 w 3114"/>
                  <a:gd name="T15" fmla="*/ 46 h 1415"/>
                  <a:gd name="T16" fmla="*/ 48 w 3114"/>
                  <a:gd name="T17" fmla="*/ 4 h 1415"/>
                  <a:gd name="T18" fmla="*/ 485 w 3114"/>
                  <a:gd name="T19" fmla="*/ 39 h 1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14" h="1415">
                    <a:moveTo>
                      <a:pt x="598" y="46"/>
                    </a:moveTo>
                    <a:cubicBezTo>
                      <a:pt x="1420" y="95"/>
                      <a:pt x="2247" y="80"/>
                      <a:pt x="3066" y="3"/>
                    </a:cubicBezTo>
                    <a:cubicBezTo>
                      <a:pt x="3092" y="0"/>
                      <a:pt x="3114" y="19"/>
                      <a:pt x="3114" y="44"/>
                    </a:cubicBezTo>
                    <a:cubicBezTo>
                      <a:pt x="3114" y="486"/>
                      <a:pt x="3114" y="929"/>
                      <a:pt x="3114" y="1371"/>
                    </a:cubicBezTo>
                    <a:cubicBezTo>
                      <a:pt x="3114" y="1397"/>
                      <a:pt x="3092" y="1415"/>
                      <a:pt x="3066" y="1412"/>
                    </a:cubicBezTo>
                    <a:cubicBezTo>
                      <a:pt x="2064" y="1309"/>
                      <a:pt x="1050" y="1308"/>
                      <a:pt x="48" y="1410"/>
                    </a:cubicBezTo>
                    <a:cubicBezTo>
                      <a:pt x="21" y="1413"/>
                      <a:pt x="0" y="1395"/>
                      <a:pt x="0" y="1369"/>
                    </a:cubicBezTo>
                    <a:cubicBezTo>
                      <a:pt x="0" y="928"/>
                      <a:pt x="0" y="487"/>
                      <a:pt x="0" y="46"/>
                    </a:cubicBezTo>
                    <a:cubicBezTo>
                      <a:pt x="0" y="20"/>
                      <a:pt x="21" y="2"/>
                      <a:pt x="48" y="4"/>
                    </a:cubicBezTo>
                    <a:cubicBezTo>
                      <a:pt x="193" y="18"/>
                      <a:pt x="339" y="30"/>
                      <a:pt x="485" y="39"/>
                    </a:cubicBezTo>
                  </a:path>
                </a:pathLst>
              </a:custGeom>
              <a:solidFill>
                <a:srgbClr val="4FB7F6">
                  <a:alpha val="78000"/>
                </a:srgbClr>
              </a:solidFill>
              <a:ln w="6350">
                <a:solidFill>
                  <a:srgbClr val="7ECAF8"/>
                </a:solidFill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100">
                <a:extLst>
                  <a:ext uri="{FF2B5EF4-FFF2-40B4-BE49-F238E27FC236}">
                    <a16:creationId xmlns:a16="http://schemas.microsoft.com/office/drawing/2014/main" id="{E0ED9AD7-F15C-41BD-A63A-AC453CA0D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7851" y="1511301"/>
                <a:ext cx="915988" cy="533400"/>
              </a:xfrm>
              <a:custGeom>
                <a:avLst/>
                <a:gdLst>
                  <a:gd name="T0" fmla="*/ 949 w 949"/>
                  <a:gd name="T1" fmla="*/ 488 h 552"/>
                  <a:gd name="T2" fmla="*/ 0 w 949"/>
                  <a:gd name="T3" fmla="*/ 552 h 552"/>
                  <a:gd name="T4" fmla="*/ 0 w 949"/>
                  <a:gd name="T5" fmla="*/ 9 h 552"/>
                  <a:gd name="T6" fmla="*/ 949 w 949"/>
                  <a:gd name="T7" fmla="*/ 0 h 552"/>
                  <a:gd name="T8" fmla="*/ 949 w 949"/>
                  <a:gd name="T9" fmla="*/ 488 h 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9" h="552">
                    <a:moveTo>
                      <a:pt x="949" y="488"/>
                    </a:moveTo>
                    <a:cubicBezTo>
                      <a:pt x="632" y="500"/>
                      <a:pt x="315" y="522"/>
                      <a:pt x="0" y="552"/>
                    </a:cubicBezTo>
                    <a:cubicBezTo>
                      <a:pt x="0" y="371"/>
                      <a:pt x="0" y="190"/>
                      <a:pt x="0" y="9"/>
                    </a:cubicBezTo>
                    <a:cubicBezTo>
                      <a:pt x="315" y="5"/>
                      <a:pt x="632" y="2"/>
                      <a:pt x="949" y="0"/>
                    </a:cubicBezTo>
                    <a:cubicBezTo>
                      <a:pt x="949" y="163"/>
                      <a:pt x="949" y="325"/>
                      <a:pt x="949" y="488"/>
                    </a:cubicBezTo>
                    <a:close/>
                  </a:path>
                </a:pathLst>
              </a:custGeom>
              <a:solidFill>
                <a:srgbClr val="4FB7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101">
                <a:extLst>
                  <a:ext uri="{FF2B5EF4-FFF2-40B4-BE49-F238E27FC236}">
                    <a16:creationId xmlns:a16="http://schemas.microsoft.com/office/drawing/2014/main" id="{DD9512A1-A003-72EF-6229-A2072638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36288" y="1028701"/>
                <a:ext cx="627063" cy="358775"/>
              </a:xfrm>
              <a:custGeom>
                <a:avLst/>
                <a:gdLst>
                  <a:gd name="T0" fmla="*/ 0 w 649"/>
                  <a:gd name="T1" fmla="*/ 338 h 372"/>
                  <a:gd name="T2" fmla="*/ 649 w 649"/>
                  <a:gd name="T3" fmla="*/ 372 h 372"/>
                  <a:gd name="T4" fmla="*/ 649 w 649"/>
                  <a:gd name="T5" fmla="*/ 0 h 372"/>
                  <a:gd name="T6" fmla="*/ 0 w 649"/>
                  <a:gd name="T7" fmla="*/ 5 h 372"/>
                  <a:gd name="T8" fmla="*/ 0 w 649"/>
                  <a:gd name="T9" fmla="*/ 338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9" h="372">
                    <a:moveTo>
                      <a:pt x="0" y="338"/>
                    </a:moveTo>
                    <a:cubicBezTo>
                      <a:pt x="217" y="343"/>
                      <a:pt x="434" y="355"/>
                      <a:pt x="649" y="372"/>
                    </a:cubicBezTo>
                    <a:cubicBezTo>
                      <a:pt x="649" y="248"/>
                      <a:pt x="649" y="124"/>
                      <a:pt x="649" y="0"/>
                    </a:cubicBezTo>
                    <a:cubicBezTo>
                      <a:pt x="434" y="1"/>
                      <a:pt x="217" y="2"/>
                      <a:pt x="0" y="5"/>
                    </a:cubicBezTo>
                    <a:cubicBezTo>
                      <a:pt x="0" y="116"/>
                      <a:pt x="0" y="227"/>
                      <a:pt x="0" y="338"/>
                    </a:cubicBezTo>
                    <a:close/>
                  </a:path>
                </a:pathLst>
              </a:custGeom>
              <a:solidFill>
                <a:srgbClr val="459FED">
                  <a:alpha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Freeform 102">
                <a:extLst>
                  <a:ext uri="{FF2B5EF4-FFF2-40B4-BE49-F238E27FC236}">
                    <a16:creationId xmlns:a16="http://schemas.microsoft.com/office/drawing/2014/main" id="{23074119-6CA8-9B76-20B9-16FFA0F7E1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91638" y="935038"/>
                <a:ext cx="1104900" cy="935038"/>
              </a:xfrm>
              <a:custGeom>
                <a:avLst/>
                <a:gdLst>
                  <a:gd name="T0" fmla="*/ 598 w 1146"/>
                  <a:gd name="T1" fmla="*/ 76 h 968"/>
                  <a:gd name="T2" fmla="*/ 512 w 1146"/>
                  <a:gd name="T3" fmla="*/ 113 h 968"/>
                  <a:gd name="T4" fmla="*/ 434 w 1146"/>
                  <a:gd name="T5" fmla="*/ 54 h 968"/>
                  <a:gd name="T6" fmla="*/ 250 w 1146"/>
                  <a:gd name="T7" fmla="*/ 81 h 968"/>
                  <a:gd name="T8" fmla="*/ 248 w 1146"/>
                  <a:gd name="T9" fmla="*/ 180 h 968"/>
                  <a:gd name="T10" fmla="*/ 218 w 1146"/>
                  <a:gd name="T11" fmla="*/ 257 h 968"/>
                  <a:gd name="T12" fmla="*/ 114 w 1146"/>
                  <a:gd name="T13" fmla="*/ 261 h 968"/>
                  <a:gd name="T14" fmla="*/ 9 w 1146"/>
                  <a:gd name="T15" fmla="*/ 392 h 968"/>
                  <a:gd name="T16" fmla="*/ 89 w 1146"/>
                  <a:gd name="T17" fmla="*/ 464 h 968"/>
                  <a:gd name="T18" fmla="*/ 132 w 1146"/>
                  <a:gd name="T19" fmla="*/ 537 h 968"/>
                  <a:gd name="T20" fmla="*/ 64 w 1146"/>
                  <a:gd name="T21" fmla="*/ 603 h 968"/>
                  <a:gd name="T22" fmla="*/ 97 w 1146"/>
                  <a:gd name="T23" fmla="*/ 760 h 968"/>
                  <a:gd name="T24" fmla="*/ 213 w 1146"/>
                  <a:gd name="T25" fmla="*/ 760 h 968"/>
                  <a:gd name="T26" fmla="*/ 304 w 1146"/>
                  <a:gd name="T27" fmla="*/ 785 h 968"/>
                  <a:gd name="T28" fmla="*/ 311 w 1146"/>
                  <a:gd name="T29" fmla="*/ 872 h 968"/>
                  <a:gd name="T30" fmla="*/ 464 w 1146"/>
                  <a:gd name="T31" fmla="*/ 961 h 968"/>
                  <a:gd name="T32" fmla="*/ 548 w 1146"/>
                  <a:gd name="T33" fmla="*/ 893 h 968"/>
                  <a:gd name="T34" fmla="*/ 634 w 1146"/>
                  <a:gd name="T35" fmla="*/ 856 h 968"/>
                  <a:gd name="T36" fmla="*/ 712 w 1146"/>
                  <a:gd name="T37" fmla="*/ 915 h 968"/>
                  <a:gd name="T38" fmla="*/ 895 w 1146"/>
                  <a:gd name="T39" fmla="*/ 888 h 968"/>
                  <a:gd name="T40" fmla="*/ 898 w 1146"/>
                  <a:gd name="T41" fmla="*/ 790 h 968"/>
                  <a:gd name="T42" fmla="*/ 927 w 1146"/>
                  <a:gd name="T43" fmla="*/ 712 h 968"/>
                  <a:gd name="T44" fmla="*/ 1031 w 1146"/>
                  <a:gd name="T45" fmla="*/ 708 h 968"/>
                  <a:gd name="T46" fmla="*/ 1137 w 1146"/>
                  <a:gd name="T47" fmla="*/ 578 h 968"/>
                  <a:gd name="T48" fmla="*/ 1057 w 1146"/>
                  <a:gd name="T49" fmla="*/ 506 h 968"/>
                  <a:gd name="T50" fmla="*/ 1013 w 1146"/>
                  <a:gd name="T51" fmla="*/ 433 h 968"/>
                  <a:gd name="T52" fmla="*/ 1082 w 1146"/>
                  <a:gd name="T53" fmla="*/ 366 h 968"/>
                  <a:gd name="T54" fmla="*/ 1048 w 1146"/>
                  <a:gd name="T55" fmla="*/ 209 h 968"/>
                  <a:gd name="T56" fmla="*/ 932 w 1146"/>
                  <a:gd name="T57" fmla="*/ 208 h 968"/>
                  <a:gd name="T58" fmla="*/ 841 w 1146"/>
                  <a:gd name="T59" fmla="*/ 184 h 968"/>
                  <a:gd name="T60" fmla="*/ 835 w 1146"/>
                  <a:gd name="T61" fmla="*/ 96 h 968"/>
                  <a:gd name="T62" fmla="*/ 681 w 1146"/>
                  <a:gd name="T63" fmla="*/ 8 h 968"/>
                  <a:gd name="T64" fmla="*/ 642 w 1146"/>
                  <a:gd name="T65" fmla="*/ 251 h 968"/>
                  <a:gd name="T66" fmla="*/ 504 w 1146"/>
                  <a:gd name="T67" fmla="*/ 718 h 968"/>
                  <a:gd name="T68" fmla="*/ 642 w 1146"/>
                  <a:gd name="T69" fmla="*/ 251 h 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146" h="968">
                    <a:moveTo>
                      <a:pt x="611" y="40"/>
                    </a:moveTo>
                    <a:cubicBezTo>
                      <a:pt x="606" y="52"/>
                      <a:pt x="602" y="64"/>
                      <a:pt x="598" y="76"/>
                    </a:cubicBezTo>
                    <a:cubicBezTo>
                      <a:pt x="591" y="95"/>
                      <a:pt x="571" y="109"/>
                      <a:pt x="547" y="110"/>
                    </a:cubicBezTo>
                    <a:cubicBezTo>
                      <a:pt x="536" y="110"/>
                      <a:pt x="524" y="111"/>
                      <a:pt x="512" y="113"/>
                    </a:cubicBezTo>
                    <a:cubicBezTo>
                      <a:pt x="489" y="115"/>
                      <a:pt x="466" y="105"/>
                      <a:pt x="455" y="88"/>
                    </a:cubicBezTo>
                    <a:cubicBezTo>
                      <a:pt x="448" y="77"/>
                      <a:pt x="441" y="65"/>
                      <a:pt x="434" y="54"/>
                    </a:cubicBezTo>
                    <a:cubicBezTo>
                      <a:pt x="419" y="31"/>
                      <a:pt x="385" y="22"/>
                      <a:pt x="357" y="34"/>
                    </a:cubicBezTo>
                    <a:cubicBezTo>
                      <a:pt x="322" y="50"/>
                      <a:pt x="286" y="66"/>
                      <a:pt x="250" y="81"/>
                    </a:cubicBezTo>
                    <a:cubicBezTo>
                      <a:pt x="223" y="93"/>
                      <a:pt x="212" y="122"/>
                      <a:pt x="227" y="146"/>
                    </a:cubicBezTo>
                    <a:cubicBezTo>
                      <a:pt x="234" y="157"/>
                      <a:pt x="241" y="168"/>
                      <a:pt x="248" y="180"/>
                    </a:cubicBezTo>
                    <a:cubicBezTo>
                      <a:pt x="259" y="197"/>
                      <a:pt x="256" y="219"/>
                      <a:pt x="241" y="234"/>
                    </a:cubicBezTo>
                    <a:cubicBezTo>
                      <a:pt x="233" y="241"/>
                      <a:pt x="225" y="249"/>
                      <a:pt x="218" y="257"/>
                    </a:cubicBezTo>
                    <a:cubicBezTo>
                      <a:pt x="204" y="273"/>
                      <a:pt x="179" y="279"/>
                      <a:pt x="157" y="273"/>
                    </a:cubicBezTo>
                    <a:cubicBezTo>
                      <a:pt x="143" y="269"/>
                      <a:pt x="129" y="265"/>
                      <a:pt x="114" y="261"/>
                    </a:cubicBezTo>
                    <a:cubicBezTo>
                      <a:pt x="84" y="253"/>
                      <a:pt x="53" y="268"/>
                      <a:pt x="44" y="293"/>
                    </a:cubicBezTo>
                    <a:cubicBezTo>
                      <a:pt x="32" y="326"/>
                      <a:pt x="20" y="359"/>
                      <a:pt x="9" y="392"/>
                    </a:cubicBezTo>
                    <a:cubicBezTo>
                      <a:pt x="0" y="418"/>
                      <a:pt x="16" y="445"/>
                      <a:pt x="46" y="453"/>
                    </a:cubicBezTo>
                    <a:cubicBezTo>
                      <a:pt x="60" y="456"/>
                      <a:pt x="75" y="460"/>
                      <a:pt x="89" y="464"/>
                    </a:cubicBezTo>
                    <a:cubicBezTo>
                      <a:pt x="111" y="469"/>
                      <a:pt x="128" y="486"/>
                      <a:pt x="129" y="506"/>
                    </a:cubicBezTo>
                    <a:cubicBezTo>
                      <a:pt x="129" y="516"/>
                      <a:pt x="131" y="527"/>
                      <a:pt x="132" y="537"/>
                    </a:cubicBezTo>
                    <a:cubicBezTo>
                      <a:pt x="136" y="556"/>
                      <a:pt x="124" y="576"/>
                      <a:pt x="103" y="585"/>
                    </a:cubicBezTo>
                    <a:cubicBezTo>
                      <a:pt x="90" y="591"/>
                      <a:pt x="77" y="597"/>
                      <a:pt x="64" y="603"/>
                    </a:cubicBezTo>
                    <a:cubicBezTo>
                      <a:pt x="36" y="616"/>
                      <a:pt x="26" y="646"/>
                      <a:pt x="40" y="669"/>
                    </a:cubicBezTo>
                    <a:cubicBezTo>
                      <a:pt x="59" y="699"/>
                      <a:pt x="78" y="730"/>
                      <a:pt x="97" y="760"/>
                    </a:cubicBezTo>
                    <a:cubicBezTo>
                      <a:pt x="112" y="783"/>
                      <a:pt x="146" y="791"/>
                      <a:pt x="174" y="779"/>
                    </a:cubicBezTo>
                    <a:cubicBezTo>
                      <a:pt x="187" y="772"/>
                      <a:pt x="200" y="766"/>
                      <a:pt x="213" y="760"/>
                    </a:cubicBezTo>
                    <a:cubicBezTo>
                      <a:pt x="234" y="751"/>
                      <a:pt x="259" y="753"/>
                      <a:pt x="277" y="766"/>
                    </a:cubicBezTo>
                    <a:cubicBezTo>
                      <a:pt x="286" y="772"/>
                      <a:pt x="295" y="779"/>
                      <a:pt x="304" y="785"/>
                    </a:cubicBezTo>
                    <a:cubicBezTo>
                      <a:pt x="323" y="796"/>
                      <a:pt x="330" y="817"/>
                      <a:pt x="324" y="836"/>
                    </a:cubicBezTo>
                    <a:cubicBezTo>
                      <a:pt x="319" y="848"/>
                      <a:pt x="315" y="860"/>
                      <a:pt x="311" y="872"/>
                    </a:cubicBezTo>
                    <a:cubicBezTo>
                      <a:pt x="302" y="898"/>
                      <a:pt x="319" y="924"/>
                      <a:pt x="349" y="932"/>
                    </a:cubicBezTo>
                    <a:cubicBezTo>
                      <a:pt x="387" y="941"/>
                      <a:pt x="426" y="951"/>
                      <a:pt x="464" y="961"/>
                    </a:cubicBezTo>
                    <a:cubicBezTo>
                      <a:pt x="494" y="968"/>
                      <a:pt x="526" y="954"/>
                      <a:pt x="535" y="929"/>
                    </a:cubicBezTo>
                    <a:cubicBezTo>
                      <a:pt x="539" y="917"/>
                      <a:pt x="544" y="905"/>
                      <a:pt x="548" y="893"/>
                    </a:cubicBezTo>
                    <a:cubicBezTo>
                      <a:pt x="555" y="874"/>
                      <a:pt x="575" y="860"/>
                      <a:pt x="598" y="859"/>
                    </a:cubicBezTo>
                    <a:cubicBezTo>
                      <a:pt x="610" y="859"/>
                      <a:pt x="622" y="858"/>
                      <a:pt x="634" y="856"/>
                    </a:cubicBezTo>
                    <a:cubicBezTo>
                      <a:pt x="657" y="853"/>
                      <a:pt x="680" y="864"/>
                      <a:pt x="691" y="881"/>
                    </a:cubicBezTo>
                    <a:cubicBezTo>
                      <a:pt x="698" y="892"/>
                      <a:pt x="705" y="904"/>
                      <a:pt x="712" y="915"/>
                    </a:cubicBezTo>
                    <a:cubicBezTo>
                      <a:pt x="726" y="938"/>
                      <a:pt x="761" y="947"/>
                      <a:pt x="788" y="935"/>
                    </a:cubicBezTo>
                    <a:cubicBezTo>
                      <a:pt x="824" y="919"/>
                      <a:pt x="860" y="904"/>
                      <a:pt x="895" y="888"/>
                    </a:cubicBezTo>
                    <a:cubicBezTo>
                      <a:pt x="923" y="876"/>
                      <a:pt x="933" y="847"/>
                      <a:pt x="918" y="823"/>
                    </a:cubicBezTo>
                    <a:cubicBezTo>
                      <a:pt x="912" y="812"/>
                      <a:pt x="904" y="801"/>
                      <a:pt x="898" y="790"/>
                    </a:cubicBezTo>
                    <a:cubicBezTo>
                      <a:pt x="886" y="772"/>
                      <a:pt x="889" y="750"/>
                      <a:pt x="905" y="735"/>
                    </a:cubicBezTo>
                    <a:cubicBezTo>
                      <a:pt x="913" y="728"/>
                      <a:pt x="920" y="720"/>
                      <a:pt x="927" y="712"/>
                    </a:cubicBezTo>
                    <a:cubicBezTo>
                      <a:pt x="942" y="697"/>
                      <a:pt x="966" y="690"/>
                      <a:pt x="989" y="696"/>
                    </a:cubicBezTo>
                    <a:cubicBezTo>
                      <a:pt x="1003" y="700"/>
                      <a:pt x="1017" y="704"/>
                      <a:pt x="1031" y="708"/>
                    </a:cubicBezTo>
                    <a:cubicBezTo>
                      <a:pt x="1061" y="716"/>
                      <a:pt x="1093" y="702"/>
                      <a:pt x="1102" y="677"/>
                    </a:cubicBezTo>
                    <a:cubicBezTo>
                      <a:pt x="1114" y="644"/>
                      <a:pt x="1125" y="611"/>
                      <a:pt x="1137" y="578"/>
                    </a:cubicBezTo>
                    <a:cubicBezTo>
                      <a:pt x="1146" y="552"/>
                      <a:pt x="1129" y="525"/>
                      <a:pt x="1099" y="517"/>
                    </a:cubicBezTo>
                    <a:cubicBezTo>
                      <a:pt x="1085" y="513"/>
                      <a:pt x="1071" y="509"/>
                      <a:pt x="1057" y="506"/>
                    </a:cubicBezTo>
                    <a:cubicBezTo>
                      <a:pt x="1034" y="500"/>
                      <a:pt x="1018" y="483"/>
                      <a:pt x="1017" y="463"/>
                    </a:cubicBezTo>
                    <a:cubicBezTo>
                      <a:pt x="1016" y="453"/>
                      <a:pt x="1015" y="443"/>
                      <a:pt x="1013" y="433"/>
                    </a:cubicBezTo>
                    <a:cubicBezTo>
                      <a:pt x="1010" y="413"/>
                      <a:pt x="1022" y="393"/>
                      <a:pt x="1043" y="384"/>
                    </a:cubicBezTo>
                    <a:cubicBezTo>
                      <a:pt x="1056" y="378"/>
                      <a:pt x="1069" y="372"/>
                      <a:pt x="1082" y="366"/>
                    </a:cubicBezTo>
                    <a:cubicBezTo>
                      <a:pt x="1110" y="353"/>
                      <a:pt x="1120" y="324"/>
                      <a:pt x="1105" y="300"/>
                    </a:cubicBezTo>
                    <a:cubicBezTo>
                      <a:pt x="1086" y="270"/>
                      <a:pt x="1067" y="239"/>
                      <a:pt x="1048" y="209"/>
                    </a:cubicBezTo>
                    <a:cubicBezTo>
                      <a:pt x="1034" y="186"/>
                      <a:pt x="999" y="178"/>
                      <a:pt x="972" y="190"/>
                    </a:cubicBezTo>
                    <a:cubicBezTo>
                      <a:pt x="959" y="196"/>
                      <a:pt x="946" y="203"/>
                      <a:pt x="932" y="208"/>
                    </a:cubicBezTo>
                    <a:cubicBezTo>
                      <a:pt x="912" y="218"/>
                      <a:pt x="886" y="216"/>
                      <a:pt x="869" y="203"/>
                    </a:cubicBezTo>
                    <a:cubicBezTo>
                      <a:pt x="860" y="196"/>
                      <a:pt x="851" y="190"/>
                      <a:pt x="841" y="184"/>
                    </a:cubicBezTo>
                    <a:cubicBezTo>
                      <a:pt x="823" y="172"/>
                      <a:pt x="815" y="151"/>
                      <a:pt x="822" y="132"/>
                    </a:cubicBezTo>
                    <a:cubicBezTo>
                      <a:pt x="826" y="120"/>
                      <a:pt x="830" y="108"/>
                      <a:pt x="835" y="96"/>
                    </a:cubicBezTo>
                    <a:cubicBezTo>
                      <a:pt x="844" y="71"/>
                      <a:pt x="827" y="44"/>
                      <a:pt x="797" y="37"/>
                    </a:cubicBezTo>
                    <a:cubicBezTo>
                      <a:pt x="758" y="27"/>
                      <a:pt x="720" y="17"/>
                      <a:pt x="681" y="8"/>
                    </a:cubicBezTo>
                    <a:cubicBezTo>
                      <a:pt x="651" y="0"/>
                      <a:pt x="620" y="15"/>
                      <a:pt x="611" y="40"/>
                    </a:cubicBezTo>
                    <a:close/>
                    <a:moveTo>
                      <a:pt x="642" y="251"/>
                    </a:moveTo>
                    <a:cubicBezTo>
                      <a:pt x="806" y="285"/>
                      <a:pt x="899" y="431"/>
                      <a:pt x="841" y="567"/>
                    </a:cubicBezTo>
                    <a:cubicBezTo>
                      <a:pt x="792" y="682"/>
                      <a:pt x="645" y="747"/>
                      <a:pt x="504" y="718"/>
                    </a:cubicBezTo>
                    <a:cubicBezTo>
                      <a:pt x="340" y="684"/>
                      <a:pt x="248" y="537"/>
                      <a:pt x="305" y="402"/>
                    </a:cubicBezTo>
                    <a:cubicBezTo>
                      <a:pt x="354" y="287"/>
                      <a:pt x="501" y="221"/>
                      <a:pt x="642" y="2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25000"/>
                    </a:srgbClr>
                  </a:gs>
                  <a:gs pos="55000">
                    <a:schemeClr val="bg1">
                      <a:alpha val="80000"/>
                    </a:schemeClr>
                  </a:gs>
                  <a:gs pos="100000">
                    <a:schemeClr val="bg1">
                      <a:lumMod val="99000"/>
                      <a:alpha val="25000"/>
                    </a:schemeClr>
                  </a:gs>
                </a:gsLst>
                <a:lin ang="0" scaled="0"/>
              </a:gradFill>
              <a:ln w="3175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Freeform 103">
                <a:extLst>
                  <a:ext uri="{FF2B5EF4-FFF2-40B4-BE49-F238E27FC236}">
                    <a16:creationId xmlns:a16="http://schemas.microsoft.com/office/drawing/2014/main" id="{2CB42EE4-626F-EC7E-BCC8-2F2ED4AD4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9601" y="1449388"/>
                <a:ext cx="914400" cy="533400"/>
              </a:xfrm>
              <a:custGeom>
                <a:avLst/>
                <a:gdLst>
                  <a:gd name="T0" fmla="*/ 949 w 949"/>
                  <a:gd name="T1" fmla="*/ 487 h 551"/>
                  <a:gd name="T2" fmla="*/ 0 w 949"/>
                  <a:gd name="T3" fmla="*/ 551 h 551"/>
                  <a:gd name="T4" fmla="*/ 0 w 949"/>
                  <a:gd name="T5" fmla="*/ 8 h 551"/>
                  <a:gd name="T6" fmla="*/ 949 w 949"/>
                  <a:gd name="T7" fmla="*/ 0 h 551"/>
                  <a:gd name="T8" fmla="*/ 949 w 949"/>
                  <a:gd name="T9" fmla="*/ 487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9" h="551">
                    <a:moveTo>
                      <a:pt x="949" y="487"/>
                    </a:moveTo>
                    <a:cubicBezTo>
                      <a:pt x="632" y="500"/>
                      <a:pt x="315" y="521"/>
                      <a:pt x="0" y="551"/>
                    </a:cubicBezTo>
                    <a:cubicBezTo>
                      <a:pt x="0" y="370"/>
                      <a:pt x="0" y="189"/>
                      <a:pt x="0" y="8"/>
                    </a:cubicBezTo>
                    <a:cubicBezTo>
                      <a:pt x="315" y="4"/>
                      <a:pt x="632" y="2"/>
                      <a:pt x="949" y="0"/>
                    </a:cubicBezTo>
                    <a:cubicBezTo>
                      <a:pt x="949" y="162"/>
                      <a:pt x="949" y="325"/>
                      <a:pt x="949" y="487"/>
                    </a:cubicBezTo>
                    <a:close/>
                  </a:path>
                </a:pathLst>
              </a:custGeom>
              <a:solidFill>
                <a:srgbClr val="D3EDFE">
                  <a:alpha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104">
                <a:extLst>
                  <a:ext uri="{FF2B5EF4-FFF2-40B4-BE49-F238E27FC236}">
                    <a16:creationId xmlns:a16="http://schemas.microsoft.com/office/drawing/2014/main" id="{68BCAAA7-E1D1-E0B6-865F-FAAA905C3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2988" y="806451"/>
                <a:ext cx="44450" cy="41275"/>
              </a:xfrm>
              <a:custGeom>
                <a:avLst/>
                <a:gdLst>
                  <a:gd name="T0" fmla="*/ 23 w 46"/>
                  <a:gd name="T1" fmla="*/ 42 h 43"/>
                  <a:gd name="T2" fmla="*/ 0 w 46"/>
                  <a:gd name="T3" fmla="*/ 20 h 43"/>
                  <a:gd name="T4" fmla="*/ 23 w 46"/>
                  <a:gd name="T5" fmla="*/ 1 h 43"/>
                  <a:gd name="T6" fmla="*/ 46 w 46"/>
                  <a:gd name="T7" fmla="*/ 23 h 43"/>
                  <a:gd name="T8" fmla="*/ 23 w 46"/>
                  <a:gd name="T9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3">
                    <a:moveTo>
                      <a:pt x="23" y="42"/>
                    </a:moveTo>
                    <a:cubicBezTo>
                      <a:pt x="10" y="41"/>
                      <a:pt x="0" y="31"/>
                      <a:pt x="0" y="20"/>
                    </a:cubicBezTo>
                    <a:cubicBezTo>
                      <a:pt x="0" y="8"/>
                      <a:pt x="10" y="0"/>
                      <a:pt x="23" y="1"/>
                    </a:cubicBezTo>
                    <a:cubicBezTo>
                      <a:pt x="36" y="1"/>
                      <a:pt x="46" y="11"/>
                      <a:pt x="46" y="23"/>
                    </a:cubicBezTo>
                    <a:cubicBezTo>
                      <a:pt x="46" y="34"/>
                      <a:pt x="36" y="43"/>
                      <a:pt x="23" y="42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Freeform 105">
                <a:extLst>
                  <a:ext uri="{FF2B5EF4-FFF2-40B4-BE49-F238E27FC236}">
                    <a16:creationId xmlns:a16="http://schemas.microsoft.com/office/drawing/2014/main" id="{2708F28C-A50E-F217-95EE-1220059775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3288" y="796926"/>
                <a:ext cx="44450" cy="41275"/>
              </a:xfrm>
              <a:custGeom>
                <a:avLst/>
                <a:gdLst>
                  <a:gd name="T0" fmla="*/ 23 w 46"/>
                  <a:gd name="T1" fmla="*/ 44 h 44"/>
                  <a:gd name="T2" fmla="*/ 0 w 46"/>
                  <a:gd name="T3" fmla="*/ 21 h 44"/>
                  <a:gd name="T4" fmla="*/ 23 w 46"/>
                  <a:gd name="T5" fmla="*/ 1 h 44"/>
                  <a:gd name="T6" fmla="*/ 46 w 46"/>
                  <a:gd name="T7" fmla="*/ 24 h 44"/>
                  <a:gd name="T8" fmla="*/ 23 w 46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4">
                    <a:moveTo>
                      <a:pt x="23" y="44"/>
                    </a:moveTo>
                    <a:cubicBezTo>
                      <a:pt x="11" y="43"/>
                      <a:pt x="0" y="32"/>
                      <a:pt x="0" y="21"/>
                    </a:cubicBezTo>
                    <a:cubicBezTo>
                      <a:pt x="0" y="9"/>
                      <a:pt x="11" y="0"/>
                      <a:pt x="23" y="1"/>
                    </a:cubicBezTo>
                    <a:cubicBezTo>
                      <a:pt x="36" y="2"/>
                      <a:pt x="46" y="12"/>
                      <a:pt x="46" y="24"/>
                    </a:cubicBezTo>
                    <a:cubicBezTo>
                      <a:pt x="46" y="36"/>
                      <a:pt x="36" y="44"/>
                      <a:pt x="23" y="44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106">
                <a:extLst>
                  <a:ext uri="{FF2B5EF4-FFF2-40B4-BE49-F238E27FC236}">
                    <a16:creationId xmlns:a16="http://schemas.microsoft.com/office/drawing/2014/main" id="{05D0153B-57BE-3902-214C-B669FF72C8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588" y="785813"/>
                <a:ext cx="44450" cy="42863"/>
              </a:xfrm>
              <a:custGeom>
                <a:avLst/>
                <a:gdLst>
                  <a:gd name="T0" fmla="*/ 22 w 45"/>
                  <a:gd name="T1" fmla="*/ 44 h 45"/>
                  <a:gd name="T2" fmla="*/ 0 w 45"/>
                  <a:gd name="T3" fmla="*/ 20 h 45"/>
                  <a:gd name="T4" fmla="*/ 22 w 45"/>
                  <a:gd name="T5" fmla="*/ 1 h 45"/>
                  <a:gd name="T6" fmla="*/ 45 w 45"/>
                  <a:gd name="T7" fmla="*/ 24 h 45"/>
                  <a:gd name="T8" fmla="*/ 22 w 45"/>
                  <a:gd name="T9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5">
                    <a:moveTo>
                      <a:pt x="22" y="44"/>
                    </a:moveTo>
                    <a:cubicBezTo>
                      <a:pt x="10" y="43"/>
                      <a:pt x="0" y="32"/>
                      <a:pt x="0" y="20"/>
                    </a:cubicBezTo>
                    <a:cubicBezTo>
                      <a:pt x="0" y="8"/>
                      <a:pt x="10" y="0"/>
                      <a:pt x="22" y="1"/>
                    </a:cubicBezTo>
                    <a:cubicBezTo>
                      <a:pt x="35" y="2"/>
                      <a:pt x="45" y="12"/>
                      <a:pt x="45" y="24"/>
                    </a:cubicBezTo>
                    <a:cubicBezTo>
                      <a:pt x="45" y="36"/>
                      <a:pt x="35" y="45"/>
                      <a:pt x="22" y="44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107">
                <a:extLst>
                  <a:ext uri="{FF2B5EF4-FFF2-40B4-BE49-F238E27FC236}">
                    <a16:creationId xmlns:a16="http://schemas.microsoft.com/office/drawing/2014/main" id="{CAD31F01-EE5E-6D32-4E7E-9FE841F97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3888" y="773113"/>
                <a:ext cx="44450" cy="44450"/>
              </a:xfrm>
              <a:custGeom>
                <a:avLst/>
                <a:gdLst>
                  <a:gd name="T0" fmla="*/ 23 w 46"/>
                  <a:gd name="T1" fmla="*/ 45 h 46"/>
                  <a:gd name="T2" fmla="*/ 0 w 46"/>
                  <a:gd name="T3" fmla="*/ 21 h 46"/>
                  <a:gd name="T4" fmla="*/ 23 w 46"/>
                  <a:gd name="T5" fmla="*/ 1 h 46"/>
                  <a:gd name="T6" fmla="*/ 46 w 46"/>
                  <a:gd name="T7" fmla="*/ 25 h 46"/>
                  <a:gd name="T8" fmla="*/ 23 w 46"/>
                  <a:gd name="T9" fmla="*/ 4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6">
                    <a:moveTo>
                      <a:pt x="23" y="45"/>
                    </a:moveTo>
                    <a:cubicBezTo>
                      <a:pt x="10" y="44"/>
                      <a:pt x="0" y="33"/>
                      <a:pt x="0" y="21"/>
                    </a:cubicBezTo>
                    <a:cubicBezTo>
                      <a:pt x="0" y="9"/>
                      <a:pt x="10" y="0"/>
                      <a:pt x="23" y="1"/>
                    </a:cubicBezTo>
                    <a:cubicBezTo>
                      <a:pt x="35" y="2"/>
                      <a:pt x="46" y="13"/>
                      <a:pt x="46" y="25"/>
                    </a:cubicBezTo>
                    <a:cubicBezTo>
                      <a:pt x="46" y="37"/>
                      <a:pt x="36" y="46"/>
                      <a:pt x="23" y="45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Freeform 108">
                <a:extLst>
                  <a:ext uri="{FF2B5EF4-FFF2-40B4-BE49-F238E27FC236}">
                    <a16:creationId xmlns:a16="http://schemas.microsoft.com/office/drawing/2014/main" id="{57A8E172-42DC-D12C-08B5-9E1115A212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2988" y="935038"/>
                <a:ext cx="44450" cy="39688"/>
              </a:xfrm>
              <a:custGeom>
                <a:avLst/>
                <a:gdLst>
                  <a:gd name="T0" fmla="*/ 23 w 46"/>
                  <a:gd name="T1" fmla="*/ 42 h 42"/>
                  <a:gd name="T2" fmla="*/ 0 w 46"/>
                  <a:gd name="T3" fmla="*/ 20 h 42"/>
                  <a:gd name="T4" fmla="*/ 23 w 46"/>
                  <a:gd name="T5" fmla="*/ 0 h 42"/>
                  <a:gd name="T6" fmla="*/ 46 w 46"/>
                  <a:gd name="T7" fmla="*/ 22 h 42"/>
                  <a:gd name="T8" fmla="*/ 23 w 46"/>
                  <a:gd name="T9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2">
                    <a:moveTo>
                      <a:pt x="23" y="42"/>
                    </a:moveTo>
                    <a:cubicBezTo>
                      <a:pt x="10" y="41"/>
                      <a:pt x="0" y="31"/>
                      <a:pt x="0" y="20"/>
                    </a:cubicBezTo>
                    <a:cubicBezTo>
                      <a:pt x="0" y="8"/>
                      <a:pt x="10" y="0"/>
                      <a:pt x="23" y="0"/>
                    </a:cubicBezTo>
                    <a:cubicBezTo>
                      <a:pt x="36" y="1"/>
                      <a:pt x="46" y="11"/>
                      <a:pt x="46" y="22"/>
                    </a:cubicBezTo>
                    <a:cubicBezTo>
                      <a:pt x="46" y="34"/>
                      <a:pt x="36" y="42"/>
                      <a:pt x="23" y="42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109">
                <a:extLst>
                  <a:ext uri="{FF2B5EF4-FFF2-40B4-BE49-F238E27FC236}">
                    <a16:creationId xmlns:a16="http://schemas.microsoft.com/office/drawing/2014/main" id="{1E19F57E-255E-0DBE-D599-191561CC2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3288" y="925513"/>
                <a:ext cx="44450" cy="42863"/>
              </a:xfrm>
              <a:custGeom>
                <a:avLst/>
                <a:gdLst>
                  <a:gd name="T0" fmla="*/ 23 w 46"/>
                  <a:gd name="T1" fmla="*/ 43 h 44"/>
                  <a:gd name="T2" fmla="*/ 0 w 46"/>
                  <a:gd name="T3" fmla="*/ 21 h 44"/>
                  <a:gd name="T4" fmla="*/ 23 w 46"/>
                  <a:gd name="T5" fmla="*/ 1 h 44"/>
                  <a:gd name="T6" fmla="*/ 46 w 46"/>
                  <a:gd name="T7" fmla="*/ 24 h 44"/>
                  <a:gd name="T8" fmla="*/ 23 w 46"/>
                  <a:gd name="T9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4">
                    <a:moveTo>
                      <a:pt x="23" y="43"/>
                    </a:moveTo>
                    <a:cubicBezTo>
                      <a:pt x="11" y="43"/>
                      <a:pt x="0" y="33"/>
                      <a:pt x="0" y="21"/>
                    </a:cubicBezTo>
                    <a:cubicBezTo>
                      <a:pt x="0" y="9"/>
                      <a:pt x="11" y="0"/>
                      <a:pt x="23" y="1"/>
                    </a:cubicBezTo>
                    <a:cubicBezTo>
                      <a:pt x="36" y="2"/>
                      <a:pt x="46" y="12"/>
                      <a:pt x="46" y="24"/>
                    </a:cubicBezTo>
                    <a:cubicBezTo>
                      <a:pt x="46" y="35"/>
                      <a:pt x="36" y="44"/>
                      <a:pt x="23" y="43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Freeform 110">
                <a:extLst>
                  <a:ext uri="{FF2B5EF4-FFF2-40B4-BE49-F238E27FC236}">
                    <a16:creationId xmlns:a16="http://schemas.microsoft.com/office/drawing/2014/main" id="{D6661567-D3F5-D2AC-6016-96DB0BE403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588" y="917576"/>
                <a:ext cx="44450" cy="42863"/>
              </a:xfrm>
              <a:custGeom>
                <a:avLst/>
                <a:gdLst>
                  <a:gd name="T0" fmla="*/ 22 w 45"/>
                  <a:gd name="T1" fmla="*/ 44 h 45"/>
                  <a:gd name="T2" fmla="*/ 0 w 45"/>
                  <a:gd name="T3" fmla="*/ 21 h 45"/>
                  <a:gd name="T4" fmla="*/ 22 w 45"/>
                  <a:gd name="T5" fmla="*/ 1 h 45"/>
                  <a:gd name="T6" fmla="*/ 45 w 45"/>
                  <a:gd name="T7" fmla="*/ 24 h 45"/>
                  <a:gd name="T8" fmla="*/ 22 w 45"/>
                  <a:gd name="T9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5">
                    <a:moveTo>
                      <a:pt x="22" y="44"/>
                    </a:moveTo>
                    <a:cubicBezTo>
                      <a:pt x="10" y="43"/>
                      <a:pt x="0" y="33"/>
                      <a:pt x="0" y="21"/>
                    </a:cubicBezTo>
                    <a:cubicBezTo>
                      <a:pt x="0" y="9"/>
                      <a:pt x="10" y="0"/>
                      <a:pt x="22" y="1"/>
                    </a:cubicBezTo>
                    <a:cubicBezTo>
                      <a:pt x="35" y="2"/>
                      <a:pt x="45" y="12"/>
                      <a:pt x="45" y="24"/>
                    </a:cubicBezTo>
                    <a:cubicBezTo>
                      <a:pt x="45" y="36"/>
                      <a:pt x="35" y="45"/>
                      <a:pt x="22" y="44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111">
                <a:extLst>
                  <a:ext uri="{FF2B5EF4-FFF2-40B4-BE49-F238E27FC236}">
                    <a16:creationId xmlns:a16="http://schemas.microsoft.com/office/drawing/2014/main" id="{976052F6-EE57-E1B4-42F5-7257F8A12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3888" y="908051"/>
                <a:ext cx="44450" cy="44450"/>
              </a:xfrm>
              <a:custGeom>
                <a:avLst/>
                <a:gdLst>
                  <a:gd name="T0" fmla="*/ 23 w 46"/>
                  <a:gd name="T1" fmla="*/ 45 h 46"/>
                  <a:gd name="T2" fmla="*/ 0 w 46"/>
                  <a:gd name="T3" fmla="*/ 22 h 46"/>
                  <a:gd name="T4" fmla="*/ 23 w 46"/>
                  <a:gd name="T5" fmla="*/ 1 h 46"/>
                  <a:gd name="T6" fmla="*/ 46 w 46"/>
                  <a:gd name="T7" fmla="*/ 25 h 46"/>
                  <a:gd name="T8" fmla="*/ 23 w 46"/>
                  <a:gd name="T9" fmla="*/ 4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6">
                    <a:moveTo>
                      <a:pt x="23" y="45"/>
                    </a:moveTo>
                    <a:cubicBezTo>
                      <a:pt x="10" y="44"/>
                      <a:pt x="0" y="34"/>
                      <a:pt x="0" y="22"/>
                    </a:cubicBezTo>
                    <a:cubicBezTo>
                      <a:pt x="0" y="9"/>
                      <a:pt x="10" y="0"/>
                      <a:pt x="23" y="1"/>
                    </a:cubicBezTo>
                    <a:cubicBezTo>
                      <a:pt x="35" y="2"/>
                      <a:pt x="46" y="13"/>
                      <a:pt x="46" y="25"/>
                    </a:cubicBezTo>
                    <a:cubicBezTo>
                      <a:pt x="46" y="37"/>
                      <a:pt x="36" y="46"/>
                      <a:pt x="23" y="45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112">
                <a:extLst>
                  <a:ext uri="{FF2B5EF4-FFF2-40B4-BE49-F238E27FC236}">
                    <a16:creationId xmlns:a16="http://schemas.microsoft.com/office/drawing/2014/main" id="{C9BF7608-3091-40DB-793B-0F2B47276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2988" y="1060451"/>
                <a:ext cx="44450" cy="42863"/>
              </a:xfrm>
              <a:custGeom>
                <a:avLst/>
                <a:gdLst>
                  <a:gd name="T0" fmla="*/ 23 w 46"/>
                  <a:gd name="T1" fmla="*/ 42 h 43"/>
                  <a:gd name="T2" fmla="*/ 0 w 46"/>
                  <a:gd name="T3" fmla="*/ 21 h 43"/>
                  <a:gd name="T4" fmla="*/ 23 w 46"/>
                  <a:gd name="T5" fmla="*/ 1 h 43"/>
                  <a:gd name="T6" fmla="*/ 46 w 46"/>
                  <a:gd name="T7" fmla="*/ 22 h 43"/>
                  <a:gd name="T8" fmla="*/ 23 w 46"/>
                  <a:gd name="T9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3">
                    <a:moveTo>
                      <a:pt x="23" y="42"/>
                    </a:moveTo>
                    <a:cubicBezTo>
                      <a:pt x="10" y="42"/>
                      <a:pt x="0" y="32"/>
                      <a:pt x="0" y="21"/>
                    </a:cubicBezTo>
                    <a:cubicBezTo>
                      <a:pt x="0" y="9"/>
                      <a:pt x="10" y="0"/>
                      <a:pt x="23" y="1"/>
                    </a:cubicBezTo>
                    <a:cubicBezTo>
                      <a:pt x="36" y="1"/>
                      <a:pt x="46" y="11"/>
                      <a:pt x="46" y="22"/>
                    </a:cubicBezTo>
                    <a:cubicBezTo>
                      <a:pt x="46" y="34"/>
                      <a:pt x="36" y="43"/>
                      <a:pt x="23" y="42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113">
                <a:extLst>
                  <a:ext uri="{FF2B5EF4-FFF2-40B4-BE49-F238E27FC236}">
                    <a16:creationId xmlns:a16="http://schemas.microsoft.com/office/drawing/2014/main" id="{A1FF88BE-36F5-B193-0438-58580B57D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3288" y="1055688"/>
                <a:ext cx="44450" cy="42863"/>
              </a:xfrm>
              <a:custGeom>
                <a:avLst/>
                <a:gdLst>
                  <a:gd name="T0" fmla="*/ 23 w 46"/>
                  <a:gd name="T1" fmla="*/ 42 h 43"/>
                  <a:gd name="T2" fmla="*/ 0 w 46"/>
                  <a:gd name="T3" fmla="*/ 20 h 43"/>
                  <a:gd name="T4" fmla="*/ 23 w 46"/>
                  <a:gd name="T5" fmla="*/ 0 h 43"/>
                  <a:gd name="T6" fmla="*/ 46 w 46"/>
                  <a:gd name="T7" fmla="*/ 22 h 43"/>
                  <a:gd name="T8" fmla="*/ 23 w 46"/>
                  <a:gd name="T9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3">
                    <a:moveTo>
                      <a:pt x="23" y="42"/>
                    </a:moveTo>
                    <a:cubicBezTo>
                      <a:pt x="11" y="42"/>
                      <a:pt x="0" y="32"/>
                      <a:pt x="0" y="20"/>
                    </a:cubicBezTo>
                    <a:cubicBezTo>
                      <a:pt x="0" y="9"/>
                      <a:pt x="11" y="0"/>
                      <a:pt x="23" y="0"/>
                    </a:cubicBezTo>
                    <a:cubicBezTo>
                      <a:pt x="36" y="1"/>
                      <a:pt x="46" y="11"/>
                      <a:pt x="46" y="22"/>
                    </a:cubicBezTo>
                    <a:cubicBezTo>
                      <a:pt x="46" y="34"/>
                      <a:pt x="36" y="43"/>
                      <a:pt x="23" y="42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114">
                <a:extLst>
                  <a:ext uri="{FF2B5EF4-FFF2-40B4-BE49-F238E27FC236}">
                    <a16:creationId xmlns:a16="http://schemas.microsoft.com/office/drawing/2014/main" id="{FD08CB57-953F-5FE1-4747-A6CFC9AF0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588" y="1049338"/>
                <a:ext cx="44450" cy="42863"/>
              </a:xfrm>
              <a:custGeom>
                <a:avLst/>
                <a:gdLst>
                  <a:gd name="T0" fmla="*/ 22 w 45"/>
                  <a:gd name="T1" fmla="*/ 44 h 44"/>
                  <a:gd name="T2" fmla="*/ 0 w 45"/>
                  <a:gd name="T3" fmla="*/ 21 h 44"/>
                  <a:gd name="T4" fmla="*/ 22 w 45"/>
                  <a:gd name="T5" fmla="*/ 1 h 44"/>
                  <a:gd name="T6" fmla="*/ 45 w 45"/>
                  <a:gd name="T7" fmla="*/ 23 h 44"/>
                  <a:gd name="T8" fmla="*/ 22 w 45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4">
                    <a:moveTo>
                      <a:pt x="22" y="44"/>
                    </a:moveTo>
                    <a:cubicBezTo>
                      <a:pt x="10" y="43"/>
                      <a:pt x="0" y="33"/>
                      <a:pt x="0" y="21"/>
                    </a:cubicBezTo>
                    <a:cubicBezTo>
                      <a:pt x="0" y="9"/>
                      <a:pt x="10" y="0"/>
                      <a:pt x="22" y="1"/>
                    </a:cubicBezTo>
                    <a:cubicBezTo>
                      <a:pt x="35" y="1"/>
                      <a:pt x="45" y="11"/>
                      <a:pt x="45" y="23"/>
                    </a:cubicBezTo>
                    <a:cubicBezTo>
                      <a:pt x="45" y="35"/>
                      <a:pt x="35" y="44"/>
                      <a:pt x="22" y="44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115">
                <a:extLst>
                  <a:ext uri="{FF2B5EF4-FFF2-40B4-BE49-F238E27FC236}">
                    <a16:creationId xmlns:a16="http://schemas.microsoft.com/office/drawing/2014/main" id="{177E46F5-D3FD-7FC3-6CA3-6792154F6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3888" y="1042988"/>
                <a:ext cx="44450" cy="42863"/>
              </a:xfrm>
              <a:custGeom>
                <a:avLst/>
                <a:gdLst>
                  <a:gd name="T0" fmla="*/ 23 w 46"/>
                  <a:gd name="T1" fmla="*/ 45 h 45"/>
                  <a:gd name="T2" fmla="*/ 0 w 46"/>
                  <a:gd name="T3" fmla="*/ 21 h 45"/>
                  <a:gd name="T4" fmla="*/ 23 w 46"/>
                  <a:gd name="T5" fmla="*/ 1 h 45"/>
                  <a:gd name="T6" fmla="*/ 46 w 46"/>
                  <a:gd name="T7" fmla="*/ 24 h 45"/>
                  <a:gd name="T8" fmla="*/ 23 w 46"/>
                  <a:gd name="T9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5">
                    <a:moveTo>
                      <a:pt x="23" y="45"/>
                    </a:moveTo>
                    <a:cubicBezTo>
                      <a:pt x="10" y="44"/>
                      <a:pt x="0" y="34"/>
                      <a:pt x="0" y="21"/>
                    </a:cubicBezTo>
                    <a:cubicBezTo>
                      <a:pt x="0" y="9"/>
                      <a:pt x="10" y="0"/>
                      <a:pt x="23" y="1"/>
                    </a:cubicBezTo>
                    <a:cubicBezTo>
                      <a:pt x="35" y="1"/>
                      <a:pt x="46" y="12"/>
                      <a:pt x="46" y="24"/>
                    </a:cubicBezTo>
                    <a:cubicBezTo>
                      <a:pt x="46" y="36"/>
                      <a:pt x="36" y="45"/>
                      <a:pt x="23" y="45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116">
                <a:extLst>
                  <a:ext uri="{FF2B5EF4-FFF2-40B4-BE49-F238E27FC236}">
                    <a16:creationId xmlns:a16="http://schemas.microsoft.com/office/drawing/2014/main" id="{1345FBE2-F78B-2D09-7B36-2723B7BF82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2988" y="935038"/>
                <a:ext cx="44450" cy="39688"/>
              </a:xfrm>
              <a:custGeom>
                <a:avLst/>
                <a:gdLst>
                  <a:gd name="T0" fmla="*/ 23 w 46"/>
                  <a:gd name="T1" fmla="*/ 42 h 42"/>
                  <a:gd name="T2" fmla="*/ 0 w 46"/>
                  <a:gd name="T3" fmla="*/ 20 h 42"/>
                  <a:gd name="T4" fmla="*/ 23 w 46"/>
                  <a:gd name="T5" fmla="*/ 0 h 42"/>
                  <a:gd name="T6" fmla="*/ 46 w 46"/>
                  <a:gd name="T7" fmla="*/ 22 h 42"/>
                  <a:gd name="T8" fmla="*/ 23 w 46"/>
                  <a:gd name="T9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2">
                    <a:moveTo>
                      <a:pt x="23" y="42"/>
                    </a:moveTo>
                    <a:cubicBezTo>
                      <a:pt x="10" y="41"/>
                      <a:pt x="0" y="31"/>
                      <a:pt x="0" y="20"/>
                    </a:cubicBezTo>
                    <a:cubicBezTo>
                      <a:pt x="0" y="8"/>
                      <a:pt x="10" y="0"/>
                      <a:pt x="23" y="0"/>
                    </a:cubicBezTo>
                    <a:cubicBezTo>
                      <a:pt x="36" y="1"/>
                      <a:pt x="46" y="11"/>
                      <a:pt x="46" y="22"/>
                    </a:cubicBezTo>
                    <a:cubicBezTo>
                      <a:pt x="46" y="34"/>
                      <a:pt x="36" y="42"/>
                      <a:pt x="23" y="42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117">
                <a:extLst>
                  <a:ext uri="{FF2B5EF4-FFF2-40B4-BE49-F238E27FC236}">
                    <a16:creationId xmlns:a16="http://schemas.microsoft.com/office/drawing/2014/main" id="{53B39A16-01D5-739D-D329-7C402AE08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3288" y="925513"/>
                <a:ext cx="44450" cy="42863"/>
              </a:xfrm>
              <a:custGeom>
                <a:avLst/>
                <a:gdLst>
                  <a:gd name="T0" fmla="*/ 23 w 46"/>
                  <a:gd name="T1" fmla="*/ 43 h 44"/>
                  <a:gd name="T2" fmla="*/ 0 w 46"/>
                  <a:gd name="T3" fmla="*/ 21 h 44"/>
                  <a:gd name="T4" fmla="*/ 23 w 46"/>
                  <a:gd name="T5" fmla="*/ 1 h 44"/>
                  <a:gd name="T6" fmla="*/ 46 w 46"/>
                  <a:gd name="T7" fmla="*/ 24 h 44"/>
                  <a:gd name="T8" fmla="*/ 23 w 46"/>
                  <a:gd name="T9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4">
                    <a:moveTo>
                      <a:pt x="23" y="43"/>
                    </a:moveTo>
                    <a:cubicBezTo>
                      <a:pt x="11" y="43"/>
                      <a:pt x="0" y="33"/>
                      <a:pt x="0" y="21"/>
                    </a:cubicBezTo>
                    <a:cubicBezTo>
                      <a:pt x="0" y="9"/>
                      <a:pt x="11" y="0"/>
                      <a:pt x="23" y="1"/>
                    </a:cubicBezTo>
                    <a:cubicBezTo>
                      <a:pt x="36" y="2"/>
                      <a:pt x="46" y="12"/>
                      <a:pt x="46" y="24"/>
                    </a:cubicBezTo>
                    <a:cubicBezTo>
                      <a:pt x="46" y="35"/>
                      <a:pt x="36" y="44"/>
                      <a:pt x="23" y="43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118">
                <a:extLst>
                  <a:ext uri="{FF2B5EF4-FFF2-40B4-BE49-F238E27FC236}">
                    <a16:creationId xmlns:a16="http://schemas.microsoft.com/office/drawing/2014/main" id="{B9EF81D1-1E84-4014-6F8D-B934E3D9C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588" y="917576"/>
                <a:ext cx="44450" cy="42863"/>
              </a:xfrm>
              <a:custGeom>
                <a:avLst/>
                <a:gdLst>
                  <a:gd name="T0" fmla="*/ 22 w 45"/>
                  <a:gd name="T1" fmla="*/ 44 h 45"/>
                  <a:gd name="T2" fmla="*/ 0 w 45"/>
                  <a:gd name="T3" fmla="*/ 21 h 45"/>
                  <a:gd name="T4" fmla="*/ 22 w 45"/>
                  <a:gd name="T5" fmla="*/ 1 h 45"/>
                  <a:gd name="T6" fmla="*/ 45 w 45"/>
                  <a:gd name="T7" fmla="*/ 24 h 45"/>
                  <a:gd name="T8" fmla="*/ 22 w 45"/>
                  <a:gd name="T9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5">
                    <a:moveTo>
                      <a:pt x="22" y="44"/>
                    </a:moveTo>
                    <a:cubicBezTo>
                      <a:pt x="10" y="43"/>
                      <a:pt x="0" y="33"/>
                      <a:pt x="0" y="21"/>
                    </a:cubicBezTo>
                    <a:cubicBezTo>
                      <a:pt x="0" y="9"/>
                      <a:pt x="10" y="0"/>
                      <a:pt x="22" y="1"/>
                    </a:cubicBezTo>
                    <a:cubicBezTo>
                      <a:pt x="35" y="2"/>
                      <a:pt x="45" y="12"/>
                      <a:pt x="45" y="24"/>
                    </a:cubicBezTo>
                    <a:cubicBezTo>
                      <a:pt x="45" y="36"/>
                      <a:pt x="35" y="45"/>
                      <a:pt x="22" y="44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119">
                <a:extLst>
                  <a:ext uri="{FF2B5EF4-FFF2-40B4-BE49-F238E27FC236}">
                    <a16:creationId xmlns:a16="http://schemas.microsoft.com/office/drawing/2014/main" id="{B8F70797-E1BE-7EBA-0447-1D63815B8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3888" y="908051"/>
                <a:ext cx="44450" cy="44450"/>
              </a:xfrm>
              <a:custGeom>
                <a:avLst/>
                <a:gdLst>
                  <a:gd name="T0" fmla="*/ 23 w 46"/>
                  <a:gd name="T1" fmla="*/ 45 h 46"/>
                  <a:gd name="T2" fmla="*/ 0 w 46"/>
                  <a:gd name="T3" fmla="*/ 22 h 46"/>
                  <a:gd name="T4" fmla="*/ 23 w 46"/>
                  <a:gd name="T5" fmla="*/ 1 h 46"/>
                  <a:gd name="T6" fmla="*/ 46 w 46"/>
                  <a:gd name="T7" fmla="*/ 25 h 46"/>
                  <a:gd name="T8" fmla="*/ 23 w 46"/>
                  <a:gd name="T9" fmla="*/ 4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6">
                    <a:moveTo>
                      <a:pt x="23" y="45"/>
                    </a:moveTo>
                    <a:cubicBezTo>
                      <a:pt x="10" y="44"/>
                      <a:pt x="0" y="34"/>
                      <a:pt x="0" y="22"/>
                    </a:cubicBezTo>
                    <a:cubicBezTo>
                      <a:pt x="0" y="9"/>
                      <a:pt x="10" y="0"/>
                      <a:pt x="23" y="1"/>
                    </a:cubicBezTo>
                    <a:cubicBezTo>
                      <a:pt x="35" y="2"/>
                      <a:pt x="46" y="13"/>
                      <a:pt x="46" y="25"/>
                    </a:cubicBezTo>
                    <a:cubicBezTo>
                      <a:pt x="46" y="37"/>
                      <a:pt x="36" y="46"/>
                      <a:pt x="23" y="45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120">
                <a:extLst>
                  <a:ext uri="{FF2B5EF4-FFF2-40B4-BE49-F238E27FC236}">
                    <a16:creationId xmlns:a16="http://schemas.microsoft.com/office/drawing/2014/main" id="{3910498F-0E5F-6512-1664-BB7A84398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2988" y="1189038"/>
                <a:ext cx="44450" cy="39688"/>
              </a:xfrm>
              <a:custGeom>
                <a:avLst/>
                <a:gdLst>
                  <a:gd name="T0" fmla="*/ 23 w 46"/>
                  <a:gd name="T1" fmla="*/ 42 h 42"/>
                  <a:gd name="T2" fmla="*/ 0 w 46"/>
                  <a:gd name="T3" fmla="*/ 21 h 42"/>
                  <a:gd name="T4" fmla="*/ 23 w 46"/>
                  <a:gd name="T5" fmla="*/ 1 h 42"/>
                  <a:gd name="T6" fmla="*/ 46 w 46"/>
                  <a:gd name="T7" fmla="*/ 22 h 42"/>
                  <a:gd name="T8" fmla="*/ 23 w 46"/>
                  <a:gd name="T9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2">
                    <a:moveTo>
                      <a:pt x="23" y="42"/>
                    </a:moveTo>
                    <a:cubicBezTo>
                      <a:pt x="10" y="42"/>
                      <a:pt x="0" y="32"/>
                      <a:pt x="0" y="21"/>
                    </a:cubicBezTo>
                    <a:cubicBezTo>
                      <a:pt x="0" y="9"/>
                      <a:pt x="10" y="0"/>
                      <a:pt x="23" y="1"/>
                    </a:cubicBezTo>
                    <a:cubicBezTo>
                      <a:pt x="36" y="1"/>
                      <a:pt x="46" y="10"/>
                      <a:pt x="46" y="22"/>
                    </a:cubicBezTo>
                    <a:cubicBezTo>
                      <a:pt x="46" y="33"/>
                      <a:pt x="36" y="42"/>
                      <a:pt x="23" y="42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121">
                <a:extLst>
                  <a:ext uri="{FF2B5EF4-FFF2-40B4-BE49-F238E27FC236}">
                    <a16:creationId xmlns:a16="http://schemas.microsoft.com/office/drawing/2014/main" id="{C57E6278-3873-C984-1399-FEC722E5B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3288" y="1185863"/>
                <a:ext cx="44450" cy="41275"/>
              </a:xfrm>
              <a:custGeom>
                <a:avLst/>
                <a:gdLst>
                  <a:gd name="T0" fmla="*/ 23 w 46"/>
                  <a:gd name="T1" fmla="*/ 42 h 43"/>
                  <a:gd name="T2" fmla="*/ 0 w 46"/>
                  <a:gd name="T3" fmla="*/ 21 h 43"/>
                  <a:gd name="T4" fmla="*/ 23 w 46"/>
                  <a:gd name="T5" fmla="*/ 0 h 43"/>
                  <a:gd name="T6" fmla="*/ 46 w 46"/>
                  <a:gd name="T7" fmla="*/ 22 h 43"/>
                  <a:gd name="T8" fmla="*/ 23 w 46"/>
                  <a:gd name="T9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3">
                    <a:moveTo>
                      <a:pt x="23" y="42"/>
                    </a:moveTo>
                    <a:cubicBezTo>
                      <a:pt x="11" y="42"/>
                      <a:pt x="0" y="33"/>
                      <a:pt x="0" y="21"/>
                    </a:cubicBezTo>
                    <a:cubicBezTo>
                      <a:pt x="0" y="9"/>
                      <a:pt x="11" y="0"/>
                      <a:pt x="23" y="0"/>
                    </a:cubicBezTo>
                    <a:cubicBezTo>
                      <a:pt x="36" y="0"/>
                      <a:pt x="46" y="10"/>
                      <a:pt x="46" y="22"/>
                    </a:cubicBezTo>
                    <a:cubicBezTo>
                      <a:pt x="46" y="33"/>
                      <a:pt x="36" y="43"/>
                      <a:pt x="23" y="42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122">
                <a:extLst>
                  <a:ext uri="{FF2B5EF4-FFF2-40B4-BE49-F238E27FC236}">
                    <a16:creationId xmlns:a16="http://schemas.microsoft.com/office/drawing/2014/main" id="{87D3AF46-788D-71BC-B115-B0AC7AAD6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3588" y="1181101"/>
                <a:ext cx="44450" cy="42863"/>
              </a:xfrm>
              <a:custGeom>
                <a:avLst/>
                <a:gdLst>
                  <a:gd name="T0" fmla="*/ 22 w 45"/>
                  <a:gd name="T1" fmla="*/ 43 h 44"/>
                  <a:gd name="T2" fmla="*/ 0 w 45"/>
                  <a:gd name="T3" fmla="*/ 21 h 44"/>
                  <a:gd name="T4" fmla="*/ 22 w 45"/>
                  <a:gd name="T5" fmla="*/ 0 h 44"/>
                  <a:gd name="T6" fmla="*/ 45 w 45"/>
                  <a:gd name="T7" fmla="*/ 22 h 44"/>
                  <a:gd name="T8" fmla="*/ 22 w 45"/>
                  <a:gd name="T9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4">
                    <a:moveTo>
                      <a:pt x="22" y="43"/>
                    </a:moveTo>
                    <a:cubicBezTo>
                      <a:pt x="10" y="43"/>
                      <a:pt x="0" y="33"/>
                      <a:pt x="0" y="21"/>
                    </a:cubicBezTo>
                    <a:cubicBezTo>
                      <a:pt x="0" y="9"/>
                      <a:pt x="10" y="0"/>
                      <a:pt x="22" y="0"/>
                    </a:cubicBezTo>
                    <a:cubicBezTo>
                      <a:pt x="35" y="1"/>
                      <a:pt x="45" y="11"/>
                      <a:pt x="45" y="22"/>
                    </a:cubicBezTo>
                    <a:cubicBezTo>
                      <a:pt x="45" y="34"/>
                      <a:pt x="35" y="44"/>
                      <a:pt x="22" y="43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123">
                <a:extLst>
                  <a:ext uri="{FF2B5EF4-FFF2-40B4-BE49-F238E27FC236}">
                    <a16:creationId xmlns:a16="http://schemas.microsoft.com/office/drawing/2014/main" id="{049503A6-3F22-F935-91F9-39256D36E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3888" y="1177926"/>
                <a:ext cx="44450" cy="42863"/>
              </a:xfrm>
              <a:custGeom>
                <a:avLst/>
                <a:gdLst>
                  <a:gd name="T0" fmla="*/ 23 w 46"/>
                  <a:gd name="T1" fmla="*/ 44 h 44"/>
                  <a:gd name="T2" fmla="*/ 0 w 46"/>
                  <a:gd name="T3" fmla="*/ 21 h 44"/>
                  <a:gd name="T4" fmla="*/ 23 w 46"/>
                  <a:gd name="T5" fmla="*/ 0 h 44"/>
                  <a:gd name="T6" fmla="*/ 46 w 46"/>
                  <a:gd name="T7" fmla="*/ 23 h 44"/>
                  <a:gd name="T8" fmla="*/ 23 w 46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4">
                    <a:moveTo>
                      <a:pt x="23" y="44"/>
                    </a:moveTo>
                    <a:cubicBezTo>
                      <a:pt x="10" y="44"/>
                      <a:pt x="0" y="34"/>
                      <a:pt x="0" y="21"/>
                    </a:cubicBezTo>
                    <a:cubicBezTo>
                      <a:pt x="0" y="9"/>
                      <a:pt x="10" y="0"/>
                      <a:pt x="23" y="0"/>
                    </a:cubicBezTo>
                    <a:cubicBezTo>
                      <a:pt x="35" y="0"/>
                      <a:pt x="46" y="10"/>
                      <a:pt x="46" y="23"/>
                    </a:cubicBezTo>
                    <a:cubicBezTo>
                      <a:pt x="46" y="35"/>
                      <a:pt x="36" y="44"/>
                      <a:pt x="23" y="44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124">
                <a:extLst>
                  <a:ext uri="{FF2B5EF4-FFF2-40B4-BE49-F238E27FC236}">
                    <a16:creationId xmlns:a16="http://schemas.microsoft.com/office/drawing/2014/main" id="{485D9430-4B03-B92A-52B7-CF7AB31D2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13988" y="858838"/>
                <a:ext cx="971550" cy="85725"/>
              </a:xfrm>
              <a:custGeom>
                <a:avLst/>
                <a:gdLst>
                  <a:gd name="T0" fmla="*/ 984 w 1008"/>
                  <a:gd name="T1" fmla="*/ 45 h 89"/>
                  <a:gd name="T2" fmla="*/ 24 w 1008"/>
                  <a:gd name="T3" fmla="*/ 89 h 89"/>
                  <a:gd name="T4" fmla="*/ 0 w 1008"/>
                  <a:gd name="T5" fmla="*/ 69 h 89"/>
                  <a:gd name="T6" fmla="*/ 0 w 1008"/>
                  <a:gd name="T7" fmla="*/ 69 h 89"/>
                  <a:gd name="T8" fmla="*/ 24 w 1008"/>
                  <a:gd name="T9" fmla="*/ 48 h 89"/>
                  <a:gd name="T10" fmla="*/ 984 w 1008"/>
                  <a:gd name="T11" fmla="*/ 0 h 89"/>
                  <a:gd name="T12" fmla="*/ 1008 w 1008"/>
                  <a:gd name="T13" fmla="*/ 21 h 89"/>
                  <a:gd name="T14" fmla="*/ 1008 w 1008"/>
                  <a:gd name="T15" fmla="*/ 21 h 89"/>
                  <a:gd name="T16" fmla="*/ 984 w 1008"/>
                  <a:gd name="T17" fmla="*/ 45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08" h="89">
                    <a:moveTo>
                      <a:pt x="984" y="45"/>
                    </a:moveTo>
                    <a:cubicBezTo>
                      <a:pt x="665" y="67"/>
                      <a:pt x="345" y="81"/>
                      <a:pt x="24" y="89"/>
                    </a:cubicBezTo>
                    <a:cubicBezTo>
                      <a:pt x="11" y="89"/>
                      <a:pt x="0" y="81"/>
                      <a:pt x="0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8"/>
                      <a:pt x="11" y="48"/>
                      <a:pt x="24" y="48"/>
                    </a:cubicBezTo>
                    <a:cubicBezTo>
                      <a:pt x="345" y="40"/>
                      <a:pt x="665" y="24"/>
                      <a:pt x="984" y="0"/>
                    </a:cubicBezTo>
                    <a:cubicBezTo>
                      <a:pt x="997" y="0"/>
                      <a:pt x="1008" y="9"/>
                      <a:pt x="1008" y="21"/>
                    </a:cubicBezTo>
                    <a:cubicBezTo>
                      <a:pt x="1008" y="21"/>
                      <a:pt x="1008" y="21"/>
                      <a:pt x="1008" y="21"/>
                    </a:cubicBezTo>
                    <a:cubicBezTo>
                      <a:pt x="1008" y="34"/>
                      <a:pt x="997" y="44"/>
                      <a:pt x="984" y="45"/>
                    </a:cubicBezTo>
                    <a:close/>
                  </a:path>
                </a:pathLst>
              </a:custGeom>
              <a:solidFill>
                <a:srgbClr val="4FB7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125">
                <a:extLst>
                  <a:ext uri="{FF2B5EF4-FFF2-40B4-BE49-F238E27FC236}">
                    <a16:creationId xmlns:a16="http://schemas.microsoft.com/office/drawing/2014/main" id="{AC07E09A-7FA1-56B7-3BEA-3328547940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7351" y="874713"/>
                <a:ext cx="92075" cy="82550"/>
              </a:xfrm>
              <a:custGeom>
                <a:avLst/>
                <a:gdLst>
                  <a:gd name="T0" fmla="*/ 95 w 95"/>
                  <a:gd name="T1" fmla="*/ 41 h 85"/>
                  <a:gd name="T2" fmla="*/ 48 w 95"/>
                  <a:gd name="T3" fmla="*/ 84 h 85"/>
                  <a:gd name="T4" fmla="*/ 0 w 95"/>
                  <a:gd name="T5" fmla="*/ 45 h 85"/>
                  <a:gd name="T6" fmla="*/ 48 w 95"/>
                  <a:gd name="T7" fmla="*/ 1 h 85"/>
                  <a:gd name="T8" fmla="*/ 95 w 95"/>
                  <a:gd name="T9" fmla="*/ 41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85">
                    <a:moveTo>
                      <a:pt x="95" y="41"/>
                    </a:moveTo>
                    <a:cubicBezTo>
                      <a:pt x="95" y="64"/>
                      <a:pt x="74" y="84"/>
                      <a:pt x="48" y="84"/>
                    </a:cubicBezTo>
                    <a:cubicBezTo>
                      <a:pt x="21" y="85"/>
                      <a:pt x="0" y="67"/>
                      <a:pt x="0" y="45"/>
                    </a:cubicBezTo>
                    <a:cubicBezTo>
                      <a:pt x="0" y="22"/>
                      <a:pt x="21" y="2"/>
                      <a:pt x="48" y="1"/>
                    </a:cubicBezTo>
                    <a:cubicBezTo>
                      <a:pt x="74" y="0"/>
                      <a:pt x="95" y="18"/>
                      <a:pt x="95" y="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Freeform 126">
                <a:extLst>
                  <a:ext uri="{FF2B5EF4-FFF2-40B4-BE49-F238E27FC236}">
                    <a16:creationId xmlns:a16="http://schemas.microsoft.com/office/drawing/2014/main" id="{25AC5DF6-CD78-054B-F431-3962A19E85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74313" y="1016001"/>
                <a:ext cx="439738" cy="438150"/>
              </a:xfrm>
              <a:custGeom>
                <a:avLst/>
                <a:gdLst>
                  <a:gd name="T0" fmla="*/ 234 w 455"/>
                  <a:gd name="T1" fmla="*/ 392 h 452"/>
                  <a:gd name="T2" fmla="*/ 298 w 455"/>
                  <a:gd name="T3" fmla="*/ 358 h 452"/>
                  <a:gd name="T4" fmla="*/ 307 w 455"/>
                  <a:gd name="T5" fmla="*/ 133 h 452"/>
                  <a:gd name="T6" fmla="*/ 50 w 455"/>
                  <a:gd name="T7" fmla="*/ 130 h 452"/>
                  <a:gd name="T8" fmla="*/ 0 w 455"/>
                  <a:gd name="T9" fmla="*/ 85 h 452"/>
                  <a:gd name="T10" fmla="*/ 359 w 455"/>
                  <a:gd name="T11" fmla="*/ 88 h 452"/>
                  <a:gd name="T12" fmla="*/ 348 w 455"/>
                  <a:gd name="T13" fmla="*/ 404 h 452"/>
                  <a:gd name="T14" fmla="*/ 258 w 455"/>
                  <a:gd name="T15" fmla="*/ 452 h 452"/>
                  <a:gd name="T16" fmla="*/ 234 w 455"/>
                  <a:gd name="T17" fmla="*/ 392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5" h="452">
                    <a:moveTo>
                      <a:pt x="234" y="392"/>
                    </a:moveTo>
                    <a:cubicBezTo>
                      <a:pt x="257" y="385"/>
                      <a:pt x="279" y="374"/>
                      <a:pt x="298" y="358"/>
                    </a:cubicBezTo>
                    <a:cubicBezTo>
                      <a:pt x="371" y="298"/>
                      <a:pt x="375" y="195"/>
                      <a:pt x="307" y="133"/>
                    </a:cubicBezTo>
                    <a:cubicBezTo>
                      <a:pt x="238" y="70"/>
                      <a:pt x="123" y="70"/>
                      <a:pt x="50" y="130"/>
                    </a:cubicBezTo>
                    <a:cubicBezTo>
                      <a:pt x="33" y="115"/>
                      <a:pt x="17" y="100"/>
                      <a:pt x="0" y="85"/>
                    </a:cubicBezTo>
                    <a:cubicBezTo>
                      <a:pt x="103" y="1"/>
                      <a:pt x="264" y="0"/>
                      <a:pt x="359" y="88"/>
                    </a:cubicBezTo>
                    <a:cubicBezTo>
                      <a:pt x="455" y="175"/>
                      <a:pt x="450" y="320"/>
                      <a:pt x="348" y="404"/>
                    </a:cubicBezTo>
                    <a:cubicBezTo>
                      <a:pt x="321" y="426"/>
                      <a:pt x="290" y="442"/>
                      <a:pt x="258" y="452"/>
                    </a:cubicBezTo>
                    <a:cubicBezTo>
                      <a:pt x="250" y="432"/>
                      <a:pt x="242" y="412"/>
                      <a:pt x="234" y="392"/>
                    </a:cubicBezTo>
                    <a:close/>
                  </a:path>
                </a:pathLst>
              </a:custGeom>
              <a:solidFill>
                <a:srgbClr val="B2E0F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Freeform 127">
                <a:extLst>
                  <a:ext uri="{FF2B5EF4-FFF2-40B4-BE49-F238E27FC236}">
                    <a16:creationId xmlns:a16="http://schemas.microsoft.com/office/drawing/2014/main" id="{BD10E73C-6927-2149-38AD-CDC4AE11CA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3201" y="1354138"/>
                <a:ext cx="260350" cy="125413"/>
              </a:xfrm>
              <a:custGeom>
                <a:avLst/>
                <a:gdLst>
                  <a:gd name="T0" fmla="*/ 1 w 270"/>
                  <a:gd name="T1" fmla="*/ 43 h 129"/>
                  <a:gd name="T2" fmla="*/ 0 w 270"/>
                  <a:gd name="T3" fmla="*/ 43 h 129"/>
                  <a:gd name="T4" fmla="*/ 53 w 270"/>
                  <a:gd name="T5" fmla="*/ 0 h 129"/>
                  <a:gd name="T6" fmla="*/ 53 w 270"/>
                  <a:gd name="T7" fmla="*/ 1 h 129"/>
                  <a:gd name="T8" fmla="*/ 246 w 270"/>
                  <a:gd name="T9" fmla="*/ 42 h 129"/>
                  <a:gd name="T10" fmla="*/ 270 w 270"/>
                  <a:gd name="T11" fmla="*/ 102 h 129"/>
                  <a:gd name="T12" fmla="*/ 1 w 270"/>
                  <a:gd name="T13" fmla="*/ 43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0" h="129">
                    <a:moveTo>
                      <a:pt x="1" y="43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18" y="29"/>
                      <a:pt x="35" y="15"/>
                      <a:pt x="53" y="0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104" y="47"/>
                      <a:pt x="180" y="62"/>
                      <a:pt x="246" y="42"/>
                    </a:cubicBezTo>
                    <a:cubicBezTo>
                      <a:pt x="254" y="62"/>
                      <a:pt x="262" y="82"/>
                      <a:pt x="270" y="102"/>
                    </a:cubicBezTo>
                    <a:cubicBezTo>
                      <a:pt x="178" y="129"/>
                      <a:pt x="72" y="108"/>
                      <a:pt x="1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Freeform 128">
                <a:extLst>
                  <a:ext uri="{FF2B5EF4-FFF2-40B4-BE49-F238E27FC236}">
                    <a16:creationId xmlns:a16="http://schemas.microsoft.com/office/drawing/2014/main" id="{F25B180D-DC8F-C061-AA55-1CEF1B31A2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5426" y="1530351"/>
                <a:ext cx="430213" cy="444500"/>
              </a:xfrm>
              <a:custGeom>
                <a:avLst/>
                <a:gdLst>
                  <a:gd name="T0" fmla="*/ 47 w 446"/>
                  <a:gd name="T1" fmla="*/ 329 h 459"/>
                  <a:gd name="T2" fmla="*/ 113 w 446"/>
                  <a:gd name="T3" fmla="*/ 361 h 459"/>
                  <a:gd name="T4" fmla="*/ 338 w 446"/>
                  <a:gd name="T5" fmla="*/ 261 h 459"/>
                  <a:gd name="T6" fmla="*/ 213 w 446"/>
                  <a:gd name="T7" fmla="*/ 61 h 459"/>
                  <a:gd name="T8" fmla="*/ 233 w 446"/>
                  <a:gd name="T9" fmla="*/ 0 h 459"/>
                  <a:gd name="T10" fmla="*/ 407 w 446"/>
                  <a:gd name="T11" fmla="*/ 281 h 459"/>
                  <a:gd name="T12" fmla="*/ 93 w 446"/>
                  <a:gd name="T13" fmla="*/ 421 h 459"/>
                  <a:gd name="T14" fmla="*/ 0 w 446"/>
                  <a:gd name="T15" fmla="*/ 375 h 459"/>
                  <a:gd name="T16" fmla="*/ 47 w 446"/>
                  <a:gd name="T17" fmla="*/ 329 h 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6" h="459">
                    <a:moveTo>
                      <a:pt x="47" y="329"/>
                    </a:moveTo>
                    <a:cubicBezTo>
                      <a:pt x="65" y="343"/>
                      <a:pt x="88" y="354"/>
                      <a:pt x="113" y="361"/>
                    </a:cubicBezTo>
                    <a:cubicBezTo>
                      <a:pt x="209" y="389"/>
                      <a:pt x="310" y="345"/>
                      <a:pt x="338" y="261"/>
                    </a:cubicBezTo>
                    <a:cubicBezTo>
                      <a:pt x="365" y="177"/>
                      <a:pt x="309" y="86"/>
                      <a:pt x="213" y="61"/>
                    </a:cubicBezTo>
                    <a:cubicBezTo>
                      <a:pt x="220" y="41"/>
                      <a:pt x="226" y="20"/>
                      <a:pt x="233" y="0"/>
                    </a:cubicBezTo>
                    <a:cubicBezTo>
                      <a:pt x="368" y="35"/>
                      <a:pt x="446" y="163"/>
                      <a:pt x="407" y="281"/>
                    </a:cubicBezTo>
                    <a:cubicBezTo>
                      <a:pt x="368" y="400"/>
                      <a:pt x="228" y="459"/>
                      <a:pt x="93" y="421"/>
                    </a:cubicBezTo>
                    <a:cubicBezTo>
                      <a:pt x="58" y="410"/>
                      <a:pt x="26" y="395"/>
                      <a:pt x="0" y="375"/>
                    </a:cubicBezTo>
                    <a:cubicBezTo>
                      <a:pt x="16" y="360"/>
                      <a:pt x="31" y="344"/>
                      <a:pt x="47" y="329"/>
                    </a:cubicBezTo>
                    <a:close/>
                  </a:path>
                </a:pathLst>
              </a:custGeom>
              <a:solidFill>
                <a:srgbClr val="B2E0F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Freeform 129">
                <a:extLst>
                  <a:ext uri="{FF2B5EF4-FFF2-40B4-BE49-F238E27FC236}">
                    <a16:creationId xmlns:a16="http://schemas.microsoft.com/office/drawing/2014/main" id="{866C2B65-FE4B-734F-4A35-8D069D94F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9063" y="1671638"/>
                <a:ext cx="150813" cy="222250"/>
              </a:xfrm>
              <a:custGeom>
                <a:avLst/>
                <a:gdLst>
                  <a:gd name="T0" fmla="*/ 29 w 157"/>
                  <a:gd name="T1" fmla="*/ 0 h 229"/>
                  <a:gd name="T2" fmla="*/ 29 w 157"/>
                  <a:gd name="T3" fmla="*/ 0 h 229"/>
                  <a:gd name="T4" fmla="*/ 99 w 157"/>
                  <a:gd name="T5" fmla="*/ 18 h 229"/>
                  <a:gd name="T6" fmla="*/ 98 w 157"/>
                  <a:gd name="T7" fmla="*/ 19 h 229"/>
                  <a:gd name="T8" fmla="*/ 157 w 157"/>
                  <a:gd name="T9" fmla="*/ 183 h 229"/>
                  <a:gd name="T10" fmla="*/ 110 w 157"/>
                  <a:gd name="T11" fmla="*/ 229 h 229"/>
                  <a:gd name="T12" fmla="*/ 29 w 157"/>
                  <a:gd name="T13" fmla="*/ 0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7" h="229">
                    <a:moveTo>
                      <a:pt x="29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52" y="6"/>
                      <a:pt x="75" y="12"/>
                      <a:pt x="99" y="18"/>
                    </a:cubicBezTo>
                    <a:cubicBezTo>
                      <a:pt x="99" y="18"/>
                      <a:pt x="98" y="18"/>
                      <a:pt x="98" y="19"/>
                    </a:cubicBezTo>
                    <a:cubicBezTo>
                      <a:pt x="78" y="79"/>
                      <a:pt x="103" y="143"/>
                      <a:pt x="157" y="183"/>
                    </a:cubicBezTo>
                    <a:cubicBezTo>
                      <a:pt x="141" y="198"/>
                      <a:pt x="126" y="214"/>
                      <a:pt x="110" y="229"/>
                    </a:cubicBezTo>
                    <a:cubicBezTo>
                      <a:pt x="35" y="173"/>
                      <a:pt x="0" y="85"/>
                      <a:pt x="2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130">
                <a:extLst>
                  <a:ext uri="{FF2B5EF4-FFF2-40B4-BE49-F238E27FC236}">
                    <a16:creationId xmlns:a16="http://schemas.microsoft.com/office/drawing/2014/main" id="{3099EDC5-012F-5305-4189-CD1F16272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07638" y="1498601"/>
                <a:ext cx="301625" cy="190500"/>
              </a:xfrm>
              <a:custGeom>
                <a:avLst/>
                <a:gdLst>
                  <a:gd name="T0" fmla="*/ 70 w 314"/>
                  <a:gd name="T1" fmla="*/ 198 h 198"/>
                  <a:gd name="T2" fmla="*/ 0 w 314"/>
                  <a:gd name="T3" fmla="*/ 180 h 198"/>
                  <a:gd name="T4" fmla="*/ 314 w 314"/>
                  <a:gd name="T5" fmla="*/ 35 h 198"/>
                  <a:gd name="T6" fmla="*/ 294 w 314"/>
                  <a:gd name="T7" fmla="*/ 95 h 198"/>
                  <a:gd name="T8" fmla="*/ 70 w 314"/>
                  <a:gd name="T9" fmla="*/ 198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4" h="198">
                    <a:moveTo>
                      <a:pt x="70" y="198"/>
                    </a:moveTo>
                    <a:cubicBezTo>
                      <a:pt x="46" y="192"/>
                      <a:pt x="23" y="186"/>
                      <a:pt x="0" y="180"/>
                    </a:cubicBezTo>
                    <a:cubicBezTo>
                      <a:pt x="39" y="66"/>
                      <a:pt x="179" y="0"/>
                      <a:pt x="314" y="35"/>
                    </a:cubicBezTo>
                    <a:cubicBezTo>
                      <a:pt x="307" y="55"/>
                      <a:pt x="301" y="75"/>
                      <a:pt x="294" y="95"/>
                    </a:cubicBezTo>
                    <a:cubicBezTo>
                      <a:pt x="198" y="69"/>
                      <a:pt x="98" y="116"/>
                      <a:pt x="70" y="198"/>
                    </a:cubicBezTo>
                    <a:close/>
                  </a:path>
                </a:pathLst>
              </a:custGeom>
              <a:solidFill>
                <a:srgbClr val="4FB7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131">
                <a:extLst>
                  <a:ext uri="{FF2B5EF4-FFF2-40B4-BE49-F238E27FC236}">
                    <a16:creationId xmlns:a16="http://schemas.microsoft.com/office/drawing/2014/main" id="{C12D5898-3E89-617B-6B2D-CA4F82080D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50563" y="1641476"/>
                <a:ext cx="114300" cy="331788"/>
              </a:xfrm>
              <a:custGeom>
                <a:avLst/>
                <a:gdLst>
                  <a:gd name="T0" fmla="*/ 103 w 118"/>
                  <a:gd name="T1" fmla="*/ 3 h 343"/>
                  <a:gd name="T2" fmla="*/ 15 w 118"/>
                  <a:gd name="T3" fmla="*/ 0 h 343"/>
                  <a:gd name="T4" fmla="*/ 0 w 118"/>
                  <a:gd name="T5" fmla="*/ 13 h 343"/>
                  <a:gd name="T6" fmla="*/ 0 w 118"/>
                  <a:gd name="T7" fmla="*/ 322 h 343"/>
                  <a:gd name="T8" fmla="*/ 15 w 118"/>
                  <a:gd name="T9" fmla="*/ 336 h 343"/>
                  <a:gd name="T10" fmla="*/ 103 w 118"/>
                  <a:gd name="T11" fmla="*/ 342 h 343"/>
                  <a:gd name="T12" fmla="*/ 118 w 118"/>
                  <a:gd name="T13" fmla="*/ 329 h 343"/>
                  <a:gd name="T14" fmla="*/ 118 w 118"/>
                  <a:gd name="T15" fmla="*/ 17 h 343"/>
                  <a:gd name="T16" fmla="*/ 103 w 118"/>
                  <a:gd name="T17" fmla="*/ 3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8" h="343">
                    <a:moveTo>
                      <a:pt x="103" y="3"/>
                    </a:moveTo>
                    <a:cubicBezTo>
                      <a:pt x="73" y="2"/>
                      <a:pt x="44" y="1"/>
                      <a:pt x="15" y="0"/>
                    </a:cubicBezTo>
                    <a:cubicBezTo>
                      <a:pt x="7" y="0"/>
                      <a:pt x="0" y="6"/>
                      <a:pt x="0" y="13"/>
                    </a:cubicBezTo>
                    <a:cubicBezTo>
                      <a:pt x="0" y="116"/>
                      <a:pt x="0" y="219"/>
                      <a:pt x="0" y="322"/>
                    </a:cubicBezTo>
                    <a:cubicBezTo>
                      <a:pt x="0" y="329"/>
                      <a:pt x="7" y="336"/>
                      <a:pt x="15" y="336"/>
                    </a:cubicBezTo>
                    <a:cubicBezTo>
                      <a:pt x="44" y="338"/>
                      <a:pt x="73" y="340"/>
                      <a:pt x="103" y="342"/>
                    </a:cubicBezTo>
                    <a:cubicBezTo>
                      <a:pt x="111" y="343"/>
                      <a:pt x="118" y="337"/>
                      <a:pt x="118" y="329"/>
                    </a:cubicBezTo>
                    <a:cubicBezTo>
                      <a:pt x="118" y="225"/>
                      <a:pt x="118" y="121"/>
                      <a:pt x="118" y="17"/>
                    </a:cubicBezTo>
                    <a:cubicBezTo>
                      <a:pt x="118" y="9"/>
                      <a:pt x="111" y="3"/>
                      <a:pt x="103" y="3"/>
                    </a:cubicBezTo>
                    <a:close/>
                  </a:path>
                </a:pathLst>
              </a:custGeom>
              <a:solidFill>
                <a:srgbClr val="D3EDF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132">
                <a:extLst>
                  <a:ext uri="{FF2B5EF4-FFF2-40B4-BE49-F238E27FC236}">
                    <a16:creationId xmlns:a16="http://schemas.microsoft.com/office/drawing/2014/main" id="{AFF7BD49-1729-11D7-41F9-66AAC8E03F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98201" y="1784351"/>
                <a:ext cx="112713" cy="198438"/>
              </a:xfrm>
              <a:custGeom>
                <a:avLst/>
                <a:gdLst>
                  <a:gd name="T0" fmla="*/ 102 w 117"/>
                  <a:gd name="T1" fmla="*/ 5 h 206"/>
                  <a:gd name="T2" fmla="*/ 15 w 117"/>
                  <a:gd name="T3" fmla="*/ 1 h 206"/>
                  <a:gd name="T4" fmla="*/ 0 w 117"/>
                  <a:gd name="T5" fmla="*/ 14 h 206"/>
                  <a:gd name="T6" fmla="*/ 0 w 117"/>
                  <a:gd name="T7" fmla="*/ 184 h 206"/>
                  <a:gd name="T8" fmla="*/ 15 w 117"/>
                  <a:gd name="T9" fmla="*/ 199 h 206"/>
                  <a:gd name="T10" fmla="*/ 102 w 117"/>
                  <a:gd name="T11" fmla="*/ 205 h 206"/>
                  <a:gd name="T12" fmla="*/ 117 w 117"/>
                  <a:gd name="T13" fmla="*/ 192 h 206"/>
                  <a:gd name="T14" fmla="*/ 117 w 117"/>
                  <a:gd name="T15" fmla="*/ 20 h 206"/>
                  <a:gd name="T16" fmla="*/ 102 w 117"/>
                  <a:gd name="T17" fmla="*/ 5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206">
                    <a:moveTo>
                      <a:pt x="102" y="5"/>
                    </a:moveTo>
                    <a:cubicBezTo>
                      <a:pt x="73" y="4"/>
                      <a:pt x="44" y="2"/>
                      <a:pt x="15" y="1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0" y="70"/>
                      <a:pt x="0" y="127"/>
                      <a:pt x="0" y="184"/>
                    </a:cubicBezTo>
                    <a:cubicBezTo>
                      <a:pt x="0" y="191"/>
                      <a:pt x="7" y="198"/>
                      <a:pt x="15" y="199"/>
                    </a:cubicBezTo>
                    <a:cubicBezTo>
                      <a:pt x="44" y="201"/>
                      <a:pt x="73" y="203"/>
                      <a:pt x="102" y="205"/>
                    </a:cubicBezTo>
                    <a:cubicBezTo>
                      <a:pt x="111" y="206"/>
                      <a:pt x="117" y="200"/>
                      <a:pt x="117" y="192"/>
                    </a:cubicBezTo>
                    <a:cubicBezTo>
                      <a:pt x="117" y="135"/>
                      <a:pt x="117" y="77"/>
                      <a:pt x="117" y="20"/>
                    </a:cubicBezTo>
                    <a:cubicBezTo>
                      <a:pt x="117" y="12"/>
                      <a:pt x="111" y="6"/>
                      <a:pt x="102" y="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Freeform 133">
                <a:extLst>
                  <a:ext uri="{FF2B5EF4-FFF2-40B4-BE49-F238E27FC236}">
                    <a16:creationId xmlns:a16="http://schemas.microsoft.com/office/drawing/2014/main" id="{9D61537E-026E-45F1-EA18-5814D5F3E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5838" y="1431926"/>
                <a:ext cx="112713" cy="563563"/>
              </a:xfrm>
              <a:custGeom>
                <a:avLst/>
                <a:gdLst>
                  <a:gd name="T0" fmla="*/ 102 w 117"/>
                  <a:gd name="T1" fmla="*/ 0 h 582"/>
                  <a:gd name="T2" fmla="*/ 15 w 117"/>
                  <a:gd name="T3" fmla="*/ 0 h 582"/>
                  <a:gd name="T4" fmla="*/ 0 w 117"/>
                  <a:gd name="T5" fmla="*/ 14 h 582"/>
                  <a:gd name="T6" fmla="*/ 0 w 117"/>
                  <a:gd name="T7" fmla="*/ 559 h 582"/>
                  <a:gd name="T8" fmla="*/ 15 w 117"/>
                  <a:gd name="T9" fmla="*/ 574 h 582"/>
                  <a:gd name="T10" fmla="*/ 102 w 117"/>
                  <a:gd name="T11" fmla="*/ 582 h 582"/>
                  <a:gd name="T12" fmla="*/ 117 w 117"/>
                  <a:gd name="T13" fmla="*/ 569 h 582"/>
                  <a:gd name="T14" fmla="*/ 117 w 117"/>
                  <a:gd name="T15" fmla="*/ 15 h 582"/>
                  <a:gd name="T16" fmla="*/ 102 w 117"/>
                  <a:gd name="T17" fmla="*/ 0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582">
                    <a:moveTo>
                      <a:pt x="102" y="0"/>
                    </a:moveTo>
                    <a:cubicBezTo>
                      <a:pt x="73" y="0"/>
                      <a:pt x="44" y="0"/>
                      <a:pt x="15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195"/>
                      <a:pt x="0" y="377"/>
                      <a:pt x="0" y="559"/>
                    </a:cubicBezTo>
                    <a:cubicBezTo>
                      <a:pt x="0" y="567"/>
                      <a:pt x="7" y="573"/>
                      <a:pt x="15" y="574"/>
                    </a:cubicBezTo>
                    <a:cubicBezTo>
                      <a:pt x="44" y="577"/>
                      <a:pt x="73" y="579"/>
                      <a:pt x="102" y="582"/>
                    </a:cubicBezTo>
                    <a:cubicBezTo>
                      <a:pt x="110" y="582"/>
                      <a:pt x="117" y="577"/>
                      <a:pt x="117" y="569"/>
                    </a:cubicBezTo>
                    <a:cubicBezTo>
                      <a:pt x="117" y="384"/>
                      <a:pt x="117" y="199"/>
                      <a:pt x="117" y="15"/>
                    </a:cubicBezTo>
                    <a:cubicBezTo>
                      <a:pt x="117" y="7"/>
                      <a:pt x="110" y="1"/>
                      <a:pt x="10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134">
                <a:extLst>
                  <a:ext uri="{FF2B5EF4-FFF2-40B4-BE49-F238E27FC236}">
                    <a16:creationId xmlns:a16="http://schemas.microsoft.com/office/drawing/2014/main" id="{2E6D053C-BB66-8CC9-976E-727E5334A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6813" y="582613"/>
                <a:ext cx="173038" cy="211138"/>
              </a:xfrm>
              <a:custGeom>
                <a:avLst/>
                <a:gdLst>
                  <a:gd name="T0" fmla="*/ 0 w 179"/>
                  <a:gd name="T1" fmla="*/ 23 h 219"/>
                  <a:gd name="T2" fmla="*/ 0 w 179"/>
                  <a:gd name="T3" fmla="*/ 136 h 219"/>
                  <a:gd name="T4" fmla="*/ 26 w 179"/>
                  <a:gd name="T5" fmla="*/ 162 h 219"/>
                  <a:gd name="T6" fmla="*/ 39 w 179"/>
                  <a:gd name="T7" fmla="*/ 163 h 219"/>
                  <a:gd name="T8" fmla="*/ 89 w 179"/>
                  <a:gd name="T9" fmla="*/ 219 h 219"/>
                  <a:gd name="T10" fmla="*/ 140 w 179"/>
                  <a:gd name="T11" fmla="*/ 170 h 219"/>
                  <a:gd name="T12" fmla="*/ 152 w 179"/>
                  <a:gd name="T13" fmla="*/ 170 h 219"/>
                  <a:gd name="T14" fmla="*/ 179 w 179"/>
                  <a:gd name="T15" fmla="*/ 148 h 219"/>
                  <a:gd name="T16" fmla="*/ 179 w 179"/>
                  <a:gd name="T17" fmla="*/ 37 h 219"/>
                  <a:gd name="T18" fmla="*/ 152 w 179"/>
                  <a:gd name="T19" fmla="*/ 12 h 219"/>
                  <a:gd name="T20" fmla="*/ 26 w 179"/>
                  <a:gd name="T21" fmla="*/ 2 h 219"/>
                  <a:gd name="T22" fmla="*/ 0 w 179"/>
                  <a:gd name="T23" fmla="*/ 23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9" h="219">
                    <a:moveTo>
                      <a:pt x="0" y="23"/>
                    </a:moveTo>
                    <a:cubicBezTo>
                      <a:pt x="0" y="61"/>
                      <a:pt x="0" y="99"/>
                      <a:pt x="0" y="136"/>
                    </a:cubicBezTo>
                    <a:cubicBezTo>
                      <a:pt x="0" y="149"/>
                      <a:pt x="12" y="161"/>
                      <a:pt x="26" y="162"/>
                    </a:cubicBezTo>
                    <a:cubicBezTo>
                      <a:pt x="31" y="163"/>
                      <a:pt x="35" y="163"/>
                      <a:pt x="39" y="163"/>
                    </a:cubicBezTo>
                    <a:cubicBezTo>
                      <a:pt x="56" y="182"/>
                      <a:pt x="72" y="200"/>
                      <a:pt x="89" y="219"/>
                    </a:cubicBezTo>
                    <a:cubicBezTo>
                      <a:pt x="106" y="202"/>
                      <a:pt x="123" y="186"/>
                      <a:pt x="140" y="170"/>
                    </a:cubicBezTo>
                    <a:cubicBezTo>
                      <a:pt x="144" y="170"/>
                      <a:pt x="148" y="170"/>
                      <a:pt x="152" y="170"/>
                    </a:cubicBezTo>
                    <a:cubicBezTo>
                      <a:pt x="167" y="171"/>
                      <a:pt x="179" y="161"/>
                      <a:pt x="179" y="148"/>
                    </a:cubicBezTo>
                    <a:cubicBezTo>
                      <a:pt x="179" y="111"/>
                      <a:pt x="179" y="74"/>
                      <a:pt x="179" y="37"/>
                    </a:cubicBezTo>
                    <a:cubicBezTo>
                      <a:pt x="179" y="24"/>
                      <a:pt x="167" y="13"/>
                      <a:pt x="152" y="12"/>
                    </a:cubicBezTo>
                    <a:cubicBezTo>
                      <a:pt x="110" y="8"/>
                      <a:pt x="68" y="5"/>
                      <a:pt x="26" y="2"/>
                    </a:cubicBezTo>
                    <a:cubicBezTo>
                      <a:pt x="12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rgbClr val="F8969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135">
                <a:extLst>
                  <a:ext uri="{FF2B5EF4-FFF2-40B4-BE49-F238E27FC236}">
                    <a16:creationId xmlns:a16="http://schemas.microsoft.com/office/drawing/2014/main" id="{0F0AF01A-8A8A-A2F1-8C85-62FE3F66C7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2051" y="814388"/>
                <a:ext cx="182563" cy="41275"/>
              </a:xfrm>
              <a:custGeom>
                <a:avLst/>
                <a:gdLst>
                  <a:gd name="T0" fmla="*/ 171 w 189"/>
                  <a:gd name="T1" fmla="*/ 43 h 43"/>
                  <a:gd name="T2" fmla="*/ 16 w 189"/>
                  <a:gd name="T3" fmla="*/ 35 h 43"/>
                  <a:gd name="T4" fmla="*/ 0 w 189"/>
                  <a:gd name="T5" fmla="*/ 18 h 43"/>
                  <a:gd name="T6" fmla="*/ 0 w 189"/>
                  <a:gd name="T7" fmla="*/ 17 h 43"/>
                  <a:gd name="T8" fmla="*/ 18 w 189"/>
                  <a:gd name="T9" fmla="*/ 0 h 43"/>
                  <a:gd name="T10" fmla="*/ 173 w 189"/>
                  <a:gd name="T11" fmla="*/ 9 h 43"/>
                  <a:gd name="T12" fmla="*/ 189 w 189"/>
                  <a:gd name="T13" fmla="*/ 26 h 43"/>
                  <a:gd name="T14" fmla="*/ 189 w 189"/>
                  <a:gd name="T15" fmla="*/ 26 h 43"/>
                  <a:gd name="T16" fmla="*/ 171 w 189"/>
                  <a:gd name="T17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9" h="43">
                    <a:moveTo>
                      <a:pt x="171" y="43"/>
                    </a:moveTo>
                    <a:cubicBezTo>
                      <a:pt x="120" y="40"/>
                      <a:pt x="68" y="38"/>
                      <a:pt x="16" y="35"/>
                    </a:cubicBezTo>
                    <a:cubicBezTo>
                      <a:pt x="7" y="34"/>
                      <a:pt x="0" y="27"/>
                      <a:pt x="0" y="18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7"/>
                      <a:pt x="8" y="0"/>
                      <a:pt x="18" y="0"/>
                    </a:cubicBezTo>
                    <a:cubicBezTo>
                      <a:pt x="70" y="3"/>
                      <a:pt x="121" y="6"/>
                      <a:pt x="173" y="9"/>
                    </a:cubicBezTo>
                    <a:cubicBezTo>
                      <a:pt x="182" y="9"/>
                      <a:pt x="189" y="17"/>
                      <a:pt x="189" y="26"/>
                    </a:cubicBezTo>
                    <a:cubicBezTo>
                      <a:pt x="189" y="26"/>
                      <a:pt x="189" y="26"/>
                      <a:pt x="189" y="26"/>
                    </a:cubicBezTo>
                    <a:cubicBezTo>
                      <a:pt x="189" y="36"/>
                      <a:pt x="181" y="43"/>
                      <a:pt x="171" y="43"/>
                    </a:cubicBezTo>
                    <a:close/>
                  </a:path>
                </a:pathLst>
              </a:custGeom>
              <a:solidFill>
                <a:srgbClr val="4FB7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136">
                <a:extLst>
                  <a:ext uri="{FF2B5EF4-FFF2-40B4-BE49-F238E27FC236}">
                    <a16:creationId xmlns:a16="http://schemas.microsoft.com/office/drawing/2014/main" id="{279D54E0-F5CF-3394-AEC7-DCCFA3B1D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2051" y="884238"/>
                <a:ext cx="182563" cy="41275"/>
              </a:xfrm>
              <a:custGeom>
                <a:avLst/>
                <a:gdLst>
                  <a:gd name="T0" fmla="*/ 171 w 189"/>
                  <a:gd name="T1" fmla="*/ 42 h 43"/>
                  <a:gd name="T2" fmla="*/ 16 w 189"/>
                  <a:gd name="T3" fmla="*/ 35 h 43"/>
                  <a:gd name="T4" fmla="*/ 0 w 189"/>
                  <a:gd name="T5" fmla="*/ 18 h 43"/>
                  <a:gd name="T6" fmla="*/ 0 w 189"/>
                  <a:gd name="T7" fmla="*/ 17 h 43"/>
                  <a:gd name="T8" fmla="*/ 18 w 189"/>
                  <a:gd name="T9" fmla="*/ 0 h 43"/>
                  <a:gd name="T10" fmla="*/ 173 w 189"/>
                  <a:gd name="T11" fmla="*/ 8 h 43"/>
                  <a:gd name="T12" fmla="*/ 189 w 189"/>
                  <a:gd name="T13" fmla="*/ 25 h 43"/>
                  <a:gd name="T14" fmla="*/ 189 w 189"/>
                  <a:gd name="T15" fmla="*/ 25 h 43"/>
                  <a:gd name="T16" fmla="*/ 171 w 189"/>
                  <a:gd name="T17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9" h="43">
                    <a:moveTo>
                      <a:pt x="171" y="42"/>
                    </a:moveTo>
                    <a:cubicBezTo>
                      <a:pt x="120" y="40"/>
                      <a:pt x="68" y="38"/>
                      <a:pt x="16" y="35"/>
                    </a:cubicBezTo>
                    <a:cubicBezTo>
                      <a:pt x="7" y="35"/>
                      <a:pt x="0" y="27"/>
                      <a:pt x="0" y="18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70" y="3"/>
                      <a:pt x="121" y="6"/>
                      <a:pt x="173" y="8"/>
                    </a:cubicBezTo>
                    <a:cubicBezTo>
                      <a:pt x="182" y="8"/>
                      <a:pt x="189" y="16"/>
                      <a:pt x="189" y="25"/>
                    </a:cubicBezTo>
                    <a:cubicBezTo>
                      <a:pt x="189" y="25"/>
                      <a:pt x="189" y="25"/>
                      <a:pt x="189" y="25"/>
                    </a:cubicBezTo>
                    <a:cubicBezTo>
                      <a:pt x="189" y="35"/>
                      <a:pt x="181" y="43"/>
                      <a:pt x="171" y="42"/>
                    </a:cubicBezTo>
                    <a:close/>
                  </a:path>
                </a:pathLst>
              </a:custGeom>
              <a:solidFill>
                <a:srgbClr val="4FB7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Freeform 137">
                <a:extLst>
                  <a:ext uri="{FF2B5EF4-FFF2-40B4-BE49-F238E27FC236}">
                    <a16:creationId xmlns:a16="http://schemas.microsoft.com/office/drawing/2014/main" id="{9E05777B-EACC-5374-19AD-C19019C42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2051" y="954088"/>
                <a:ext cx="182563" cy="41275"/>
              </a:xfrm>
              <a:custGeom>
                <a:avLst/>
                <a:gdLst>
                  <a:gd name="T0" fmla="*/ 171 w 189"/>
                  <a:gd name="T1" fmla="*/ 42 h 42"/>
                  <a:gd name="T2" fmla="*/ 16 w 189"/>
                  <a:gd name="T3" fmla="*/ 35 h 42"/>
                  <a:gd name="T4" fmla="*/ 0 w 189"/>
                  <a:gd name="T5" fmla="*/ 18 h 42"/>
                  <a:gd name="T6" fmla="*/ 0 w 189"/>
                  <a:gd name="T7" fmla="*/ 18 h 42"/>
                  <a:gd name="T8" fmla="*/ 18 w 189"/>
                  <a:gd name="T9" fmla="*/ 1 h 42"/>
                  <a:gd name="T10" fmla="*/ 173 w 189"/>
                  <a:gd name="T11" fmla="*/ 7 h 42"/>
                  <a:gd name="T12" fmla="*/ 189 w 189"/>
                  <a:gd name="T13" fmla="*/ 24 h 42"/>
                  <a:gd name="T14" fmla="*/ 189 w 189"/>
                  <a:gd name="T15" fmla="*/ 24 h 42"/>
                  <a:gd name="T16" fmla="*/ 171 w 189"/>
                  <a:gd name="T17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9" h="42">
                    <a:moveTo>
                      <a:pt x="171" y="42"/>
                    </a:moveTo>
                    <a:cubicBezTo>
                      <a:pt x="120" y="40"/>
                      <a:pt x="68" y="38"/>
                      <a:pt x="16" y="35"/>
                    </a:cubicBezTo>
                    <a:cubicBezTo>
                      <a:pt x="7" y="35"/>
                      <a:pt x="0" y="28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1"/>
                    </a:cubicBezTo>
                    <a:cubicBezTo>
                      <a:pt x="69" y="3"/>
                      <a:pt x="121" y="5"/>
                      <a:pt x="173" y="7"/>
                    </a:cubicBezTo>
                    <a:cubicBezTo>
                      <a:pt x="182" y="8"/>
                      <a:pt x="189" y="15"/>
                      <a:pt x="189" y="24"/>
                    </a:cubicBezTo>
                    <a:cubicBezTo>
                      <a:pt x="189" y="24"/>
                      <a:pt x="189" y="24"/>
                      <a:pt x="189" y="24"/>
                    </a:cubicBezTo>
                    <a:cubicBezTo>
                      <a:pt x="189" y="34"/>
                      <a:pt x="181" y="42"/>
                      <a:pt x="171" y="42"/>
                    </a:cubicBezTo>
                    <a:close/>
                  </a:path>
                </a:pathLst>
              </a:custGeom>
              <a:solidFill>
                <a:srgbClr val="4FB7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138">
                <a:extLst>
                  <a:ext uri="{FF2B5EF4-FFF2-40B4-BE49-F238E27FC236}">
                    <a16:creationId xmlns:a16="http://schemas.microsoft.com/office/drawing/2014/main" id="{F7FCF7BD-34D1-81AE-D87A-9A67024B24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99788" y="635001"/>
                <a:ext cx="79375" cy="77788"/>
              </a:xfrm>
              <a:custGeom>
                <a:avLst/>
                <a:gdLst>
                  <a:gd name="T0" fmla="*/ 82 w 82"/>
                  <a:gd name="T1" fmla="*/ 36 h 80"/>
                  <a:gd name="T2" fmla="*/ 41 w 82"/>
                  <a:gd name="T3" fmla="*/ 78 h 80"/>
                  <a:gd name="T4" fmla="*/ 0 w 82"/>
                  <a:gd name="T5" fmla="*/ 44 h 80"/>
                  <a:gd name="T6" fmla="*/ 41 w 82"/>
                  <a:gd name="T7" fmla="*/ 2 h 80"/>
                  <a:gd name="T8" fmla="*/ 82 w 82"/>
                  <a:gd name="T9" fmla="*/ 3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80">
                    <a:moveTo>
                      <a:pt x="82" y="36"/>
                    </a:moveTo>
                    <a:cubicBezTo>
                      <a:pt x="82" y="57"/>
                      <a:pt x="64" y="76"/>
                      <a:pt x="41" y="78"/>
                    </a:cubicBezTo>
                    <a:cubicBezTo>
                      <a:pt x="18" y="80"/>
                      <a:pt x="0" y="64"/>
                      <a:pt x="0" y="44"/>
                    </a:cubicBezTo>
                    <a:cubicBezTo>
                      <a:pt x="0" y="23"/>
                      <a:pt x="18" y="4"/>
                      <a:pt x="41" y="2"/>
                    </a:cubicBezTo>
                    <a:cubicBezTo>
                      <a:pt x="64" y="0"/>
                      <a:pt x="82" y="15"/>
                      <a:pt x="82" y="36"/>
                    </a:cubicBezTo>
                    <a:close/>
                  </a:path>
                </a:pathLst>
              </a:custGeom>
              <a:solidFill>
                <a:srgbClr val="4FB7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Freeform 139">
                <a:extLst>
                  <a:ext uri="{FF2B5EF4-FFF2-40B4-BE49-F238E27FC236}">
                    <a16:creationId xmlns:a16="http://schemas.microsoft.com/office/drawing/2014/main" id="{F5E7E341-A124-78EC-41FF-15B6B952E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25201" y="623888"/>
                <a:ext cx="79375" cy="77788"/>
              </a:xfrm>
              <a:custGeom>
                <a:avLst/>
                <a:gdLst>
                  <a:gd name="T0" fmla="*/ 83 w 83"/>
                  <a:gd name="T1" fmla="*/ 37 h 82"/>
                  <a:gd name="T2" fmla="*/ 42 w 83"/>
                  <a:gd name="T3" fmla="*/ 80 h 82"/>
                  <a:gd name="T4" fmla="*/ 0 w 83"/>
                  <a:gd name="T5" fmla="*/ 45 h 82"/>
                  <a:gd name="T6" fmla="*/ 42 w 83"/>
                  <a:gd name="T7" fmla="*/ 3 h 82"/>
                  <a:gd name="T8" fmla="*/ 83 w 83"/>
                  <a:gd name="T9" fmla="*/ 3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82">
                    <a:moveTo>
                      <a:pt x="83" y="37"/>
                    </a:moveTo>
                    <a:cubicBezTo>
                      <a:pt x="83" y="59"/>
                      <a:pt x="65" y="78"/>
                      <a:pt x="42" y="80"/>
                    </a:cubicBezTo>
                    <a:cubicBezTo>
                      <a:pt x="19" y="82"/>
                      <a:pt x="0" y="66"/>
                      <a:pt x="0" y="45"/>
                    </a:cubicBezTo>
                    <a:cubicBezTo>
                      <a:pt x="0" y="24"/>
                      <a:pt x="19" y="5"/>
                      <a:pt x="42" y="3"/>
                    </a:cubicBezTo>
                    <a:cubicBezTo>
                      <a:pt x="65" y="0"/>
                      <a:pt x="83" y="16"/>
                      <a:pt x="83" y="37"/>
                    </a:cubicBezTo>
                    <a:close/>
                  </a:path>
                </a:pathLst>
              </a:custGeom>
              <a:solidFill>
                <a:srgbClr val="FFC2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140">
                <a:extLst>
                  <a:ext uri="{FF2B5EF4-FFF2-40B4-BE49-F238E27FC236}">
                    <a16:creationId xmlns:a16="http://schemas.microsoft.com/office/drawing/2014/main" id="{97F23D57-791D-DF9D-7F2B-C62A0656FB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50613" y="609601"/>
                <a:ext cx="79375" cy="80963"/>
              </a:xfrm>
              <a:custGeom>
                <a:avLst/>
                <a:gdLst>
                  <a:gd name="T0" fmla="*/ 83 w 83"/>
                  <a:gd name="T1" fmla="*/ 38 h 84"/>
                  <a:gd name="T2" fmla="*/ 41 w 83"/>
                  <a:gd name="T3" fmla="*/ 81 h 84"/>
                  <a:gd name="T4" fmla="*/ 0 w 83"/>
                  <a:gd name="T5" fmla="*/ 46 h 84"/>
                  <a:gd name="T6" fmla="*/ 41 w 83"/>
                  <a:gd name="T7" fmla="*/ 3 h 84"/>
                  <a:gd name="T8" fmla="*/ 83 w 83"/>
                  <a:gd name="T9" fmla="*/ 38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84">
                    <a:moveTo>
                      <a:pt x="83" y="38"/>
                    </a:moveTo>
                    <a:cubicBezTo>
                      <a:pt x="83" y="60"/>
                      <a:pt x="64" y="79"/>
                      <a:pt x="41" y="81"/>
                    </a:cubicBezTo>
                    <a:cubicBezTo>
                      <a:pt x="19" y="84"/>
                      <a:pt x="0" y="68"/>
                      <a:pt x="0" y="46"/>
                    </a:cubicBezTo>
                    <a:cubicBezTo>
                      <a:pt x="0" y="25"/>
                      <a:pt x="19" y="6"/>
                      <a:pt x="41" y="3"/>
                    </a:cubicBezTo>
                    <a:cubicBezTo>
                      <a:pt x="64" y="0"/>
                      <a:pt x="83" y="16"/>
                      <a:pt x="83" y="38"/>
                    </a:cubicBezTo>
                    <a:close/>
                  </a:path>
                </a:pathLst>
              </a:custGeom>
              <a:solidFill>
                <a:srgbClr val="17B28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141">
                <a:extLst>
                  <a:ext uri="{FF2B5EF4-FFF2-40B4-BE49-F238E27FC236}">
                    <a16:creationId xmlns:a16="http://schemas.microsoft.com/office/drawing/2014/main" id="{FC7796CC-9BA9-855E-1F5C-F26F45CC2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23338" y="1122363"/>
                <a:ext cx="439738" cy="382588"/>
              </a:xfrm>
              <a:custGeom>
                <a:avLst/>
                <a:gdLst>
                  <a:gd name="T0" fmla="*/ 225 w 455"/>
                  <a:gd name="T1" fmla="*/ 1 h 397"/>
                  <a:gd name="T2" fmla="*/ 0 w 455"/>
                  <a:gd name="T3" fmla="*/ 197 h 397"/>
                  <a:gd name="T4" fmla="*/ 23 w 455"/>
                  <a:gd name="T5" fmla="*/ 284 h 397"/>
                  <a:gd name="T6" fmla="*/ 0 w 455"/>
                  <a:gd name="T7" fmla="*/ 397 h 397"/>
                  <a:gd name="T8" fmla="*/ 0 w 455"/>
                  <a:gd name="T9" fmla="*/ 397 h 397"/>
                  <a:gd name="T10" fmla="*/ 225 w 455"/>
                  <a:gd name="T11" fmla="*/ 395 h 397"/>
                  <a:gd name="T12" fmla="*/ 454 w 455"/>
                  <a:gd name="T13" fmla="*/ 198 h 397"/>
                  <a:gd name="T14" fmla="*/ 225 w 455"/>
                  <a:gd name="T15" fmla="*/ 1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5" h="397">
                    <a:moveTo>
                      <a:pt x="225" y="1"/>
                    </a:moveTo>
                    <a:cubicBezTo>
                      <a:pt x="101" y="0"/>
                      <a:pt x="0" y="87"/>
                      <a:pt x="0" y="197"/>
                    </a:cubicBezTo>
                    <a:cubicBezTo>
                      <a:pt x="0" y="228"/>
                      <a:pt x="8" y="258"/>
                      <a:pt x="23" y="284"/>
                    </a:cubicBezTo>
                    <a:cubicBezTo>
                      <a:pt x="43" y="322"/>
                      <a:pt x="34" y="367"/>
                      <a:pt x="0" y="397"/>
                    </a:cubicBezTo>
                    <a:cubicBezTo>
                      <a:pt x="0" y="397"/>
                      <a:pt x="0" y="397"/>
                      <a:pt x="0" y="397"/>
                    </a:cubicBezTo>
                    <a:cubicBezTo>
                      <a:pt x="75" y="396"/>
                      <a:pt x="150" y="396"/>
                      <a:pt x="225" y="395"/>
                    </a:cubicBezTo>
                    <a:cubicBezTo>
                      <a:pt x="351" y="394"/>
                      <a:pt x="455" y="306"/>
                      <a:pt x="454" y="198"/>
                    </a:cubicBezTo>
                    <a:cubicBezTo>
                      <a:pt x="453" y="91"/>
                      <a:pt x="351" y="3"/>
                      <a:pt x="225" y="1"/>
                    </a:cubicBezTo>
                    <a:close/>
                  </a:path>
                </a:pathLst>
              </a:custGeom>
              <a:solidFill>
                <a:srgbClr val="FED0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142">
                <a:extLst>
                  <a:ext uri="{FF2B5EF4-FFF2-40B4-BE49-F238E27FC236}">
                    <a16:creationId xmlns:a16="http://schemas.microsoft.com/office/drawing/2014/main" id="{ADD0B347-A834-9519-F6C8-E892E98E3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53513" y="1243013"/>
                <a:ext cx="209550" cy="30163"/>
              </a:xfrm>
              <a:custGeom>
                <a:avLst/>
                <a:gdLst>
                  <a:gd name="T0" fmla="*/ 201 w 218"/>
                  <a:gd name="T1" fmla="*/ 31 h 32"/>
                  <a:gd name="T2" fmla="*/ 17 w 218"/>
                  <a:gd name="T3" fmla="*/ 30 h 32"/>
                  <a:gd name="T4" fmla="*/ 0 w 218"/>
                  <a:gd name="T5" fmla="*/ 15 h 32"/>
                  <a:gd name="T6" fmla="*/ 0 w 218"/>
                  <a:gd name="T7" fmla="*/ 15 h 32"/>
                  <a:gd name="T8" fmla="*/ 17 w 218"/>
                  <a:gd name="T9" fmla="*/ 0 h 32"/>
                  <a:gd name="T10" fmla="*/ 201 w 218"/>
                  <a:gd name="T11" fmla="*/ 2 h 32"/>
                  <a:gd name="T12" fmla="*/ 218 w 218"/>
                  <a:gd name="T13" fmla="*/ 17 h 32"/>
                  <a:gd name="T14" fmla="*/ 218 w 218"/>
                  <a:gd name="T15" fmla="*/ 17 h 32"/>
                  <a:gd name="T16" fmla="*/ 201 w 218"/>
                  <a:gd name="T17" fmla="*/ 3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8" h="32">
                    <a:moveTo>
                      <a:pt x="201" y="31"/>
                    </a:moveTo>
                    <a:cubicBezTo>
                      <a:pt x="140" y="31"/>
                      <a:pt x="79" y="31"/>
                      <a:pt x="17" y="30"/>
                    </a:cubicBezTo>
                    <a:cubicBezTo>
                      <a:pt x="8" y="30"/>
                      <a:pt x="0" y="23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79" y="1"/>
                      <a:pt x="140" y="2"/>
                      <a:pt x="201" y="2"/>
                    </a:cubicBezTo>
                    <a:cubicBezTo>
                      <a:pt x="210" y="2"/>
                      <a:pt x="218" y="9"/>
                      <a:pt x="21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5"/>
                      <a:pt x="210" y="32"/>
                      <a:pt x="201" y="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Freeform 143">
                <a:extLst>
                  <a:ext uri="{FF2B5EF4-FFF2-40B4-BE49-F238E27FC236}">
                    <a16:creationId xmlns:a16="http://schemas.microsoft.com/office/drawing/2014/main" id="{74461550-1C6F-FDD5-28C7-98C1A2670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13826" y="1298576"/>
                <a:ext cx="90488" cy="28575"/>
              </a:xfrm>
              <a:custGeom>
                <a:avLst/>
                <a:gdLst>
                  <a:gd name="T0" fmla="*/ 78 w 95"/>
                  <a:gd name="T1" fmla="*/ 30 h 30"/>
                  <a:gd name="T2" fmla="*/ 17 w 95"/>
                  <a:gd name="T3" fmla="*/ 29 h 30"/>
                  <a:gd name="T4" fmla="*/ 0 w 95"/>
                  <a:gd name="T5" fmla="*/ 15 h 30"/>
                  <a:gd name="T6" fmla="*/ 0 w 95"/>
                  <a:gd name="T7" fmla="*/ 15 h 30"/>
                  <a:gd name="T8" fmla="*/ 17 w 95"/>
                  <a:gd name="T9" fmla="*/ 0 h 30"/>
                  <a:gd name="T10" fmla="*/ 78 w 95"/>
                  <a:gd name="T11" fmla="*/ 0 h 30"/>
                  <a:gd name="T12" fmla="*/ 95 w 95"/>
                  <a:gd name="T13" fmla="*/ 15 h 30"/>
                  <a:gd name="T14" fmla="*/ 95 w 95"/>
                  <a:gd name="T15" fmla="*/ 15 h 30"/>
                  <a:gd name="T16" fmla="*/ 78 w 95"/>
                  <a:gd name="T1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5" h="30">
                    <a:moveTo>
                      <a:pt x="78" y="30"/>
                    </a:moveTo>
                    <a:cubicBezTo>
                      <a:pt x="58" y="30"/>
                      <a:pt x="37" y="30"/>
                      <a:pt x="17" y="29"/>
                    </a:cubicBezTo>
                    <a:cubicBezTo>
                      <a:pt x="7" y="29"/>
                      <a:pt x="0" y="23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6"/>
                      <a:pt x="7" y="0"/>
                      <a:pt x="17" y="0"/>
                    </a:cubicBezTo>
                    <a:cubicBezTo>
                      <a:pt x="37" y="0"/>
                      <a:pt x="58" y="0"/>
                      <a:pt x="78" y="0"/>
                    </a:cubicBezTo>
                    <a:cubicBezTo>
                      <a:pt x="87" y="0"/>
                      <a:pt x="95" y="7"/>
                      <a:pt x="95" y="15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95" y="23"/>
                      <a:pt x="87" y="30"/>
                      <a:pt x="7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Freeform 144">
                <a:extLst>
                  <a:ext uri="{FF2B5EF4-FFF2-40B4-BE49-F238E27FC236}">
                    <a16:creationId xmlns:a16="http://schemas.microsoft.com/office/drawing/2014/main" id="{2E0FDB0C-4C51-418D-032C-1AAB7CB8F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18601" y="1300163"/>
                <a:ext cx="185738" cy="28575"/>
              </a:xfrm>
              <a:custGeom>
                <a:avLst/>
                <a:gdLst>
                  <a:gd name="T0" fmla="*/ 175 w 192"/>
                  <a:gd name="T1" fmla="*/ 30 h 30"/>
                  <a:gd name="T2" fmla="*/ 17 w 192"/>
                  <a:gd name="T3" fmla="*/ 29 h 30"/>
                  <a:gd name="T4" fmla="*/ 0 w 192"/>
                  <a:gd name="T5" fmla="*/ 14 h 30"/>
                  <a:gd name="T6" fmla="*/ 0 w 192"/>
                  <a:gd name="T7" fmla="*/ 14 h 30"/>
                  <a:gd name="T8" fmla="*/ 17 w 192"/>
                  <a:gd name="T9" fmla="*/ 0 h 30"/>
                  <a:gd name="T10" fmla="*/ 175 w 192"/>
                  <a:gd name="T11" fmla="*/ 0 h 30"/>
                  <a:gd name="T12" fmla="*/ 192 w 192"/>
                  <a:gd name="T13" fmla="*/ 15 h 30"/>
                  <a:gd name="T14" fmla="*/ 192 w 192"/>
                  <a:gd name="T15" fmla="*/ 15 h 30"/>
                  <a:gd name="T16" fmla="*/ 175 w 192"/>
                  <a:gd name="T1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2" h="30">
                    <a:moveTo>
                      <a:pt x="175" y="30"/>
                    </a:moveTo>
                    <a:cubicBezTo>
                      <a:pt x="122" y="29"/>
                      <a:pt x="69" y="29"/>
                      <a:pt x="17" y="29"/>
                    </a:cubicBezTo>
                    <a:cubicBezTo>
                      <a:pt x="7" y="29"/>
                      <a:pt x="0" y="23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7" y="0"/>
                      <a:pt x="17" y="0"/>
                    </a:cubicBezTo>
                    <a:cubicBezTo>
                      <a:pt x="69" y="0"/>
                      <a:pt x="122" y="0"/>
                      <a:pt x="175" y="0"/>
                    </a:cubicBezTo>
                    <a:cubicBezTo>
                      <a:pt x="184" y="0"/>
                      <a:pt x="192" y="7"/>
                      <a:pt x="192" y="15"/>
                    </a:cubicBezTo>
                    <a:cubicBezTo>
                      <a:pt x="192" y="15"/>
                      <a:pt x="192" y="15"/>
                      <a:pt x="192" y="15"/>
                    </a:cubicBezTo>
                    <a:cubicBezTo>
                      <a:pt x="192" y="23"/>
                      <a:pt x="184" y="30"/>
                      <a:pt x="175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Freeform 145">
                <a:extLst>
                  <a:ext uri="{FF2B5EF4-FFF2-40B4-BE49-F238E27FC236}">
                    <a16:creationId xmlns:a16="http://schemas.microsoft.com/office/drawing/2014/main" id="{ACE47860-716C-C398-DE31-5F644BF23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53513" y="1354138"/>
                <a:ext cx="209550" cy="28575"/>
              </a:xfrm>
              <a:custGeom>
                <a:avLst/>
                <a:gdLst>
                  <a:gd name="T0" fmla="*/ 201 w 218"/>
                  <a:gd name="T1" fmla="*/ 29 h 29"/>
                  <a:gd name="T2" fmla="*/ 17 w 218"/>
                  <a:gd name="T3" fmla="*/ 29 h 29"/>
                  <a:gd name="T4" fmla="*/ 0 w 218"/>
                  <a:gd name="T5" fmla="*/ 14 h 29"/>
                  <a:gd name="T6" fmla="*/ 0 w 218"/>
                  <a:gd name="T7" fmla="*/ 14 h 29"/>
                  <a:gd name="T8" fmla="*/ 17 w 218"/>
                  <a:gd name="T9" fmla="*/ 0 h 29"/>
                  <a:gd name="T10" fmla="*/ 201 w 218"/>
                  <a:gd name="T11" fmla="*/ 0 h 29"/>
                  <a:gd name="T12" fmla="*/ 218 w 218"/>
                  <a:gd name="T13" fmla="*/ 15 h 29"/>
                  <a:gd name="T14" fmla="*/ 218 w 218"/>
                  <a:gd name="T15" fmla="*/ 15 h 29"/>
                  <a:gd name="T16" fmla="*/ 201 w 218"/>
                  <a:gd name="T17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8" h="29">
                    <a:moveTo>
                      <a:pt x="201" y="29"/>
                    </a:moveTo>
                    <a:cubicBezTo>
                      <a:pt x="140" y="29"/>
                      <a:pt x="79" y="29"/>
                      <a:pt x="17" y="29"/>
                    </a:cubicBezTo>
                    <a:cubicBezTo>
                      <a:pt x="8" y="29"/>
                      <a:pt x="0" y="23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8" y="0"/>
                      <a:pt x="17" y="0"/>
                    </a:cubicBezTo>
                    <a:cubicBezTo>
                      <a:pt x="79" y="0"/>
                      <a:pt x="140" y="0"/>
                      <a:pt x="201" y="0"/>
                    </a:cubicBezTo>
                    <a:cubicBezTo>
                      <a:pt x="210" y="0"/>
                      <a:pt x="218" y="7"/>
                      <a:pt x="218" y="15"/>
                    </a:cubicBezTo>
                    <a:cubicBezTo>
                      <a:pt x="218" y="15"/>
                      <a:pt x="218" y="15"/>
                      <a:pt x="218" y="15"/>
                    </a:cubicBezTo>
                    <a:cubicBezTo>
                      <a:pt x="218" y="23"/>
                      <a:pt x="210" y="29"/>
                      <a:pt x="201" y="2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3" name="Freeform 146">
                <a:extLst>
                  <a:ext uri="{FF2B5EF4-FFF2-40B4-BE49-F238E27FC236}">
                    <a16:creationId xmlns:a16="http://schemas.microsoft.com/office/drawing/2014/main" id="{47943D7F-237B-B468-3146-5668F59DE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4813" y="1500188"/>
                <a:ext cx="436563" cy="434975"/>
              </a:xfrm>
              <a:custGeom>
                <a:avLst/>
                <a:gdLst>
                  <a:gd name="T0" fmla="*/ 228 w 452"/>
                  <a:gd name="T1" fmla="*/ 0 h 449"/>
                  <a:gd name="T2" fmla="*/ 452 w 452"/>
                  <a:gd name="T3" fmla="*/ 208 h 449"/>
                  <a:gd name="T4" fmla="*/ 430 w 452"/>
                  <a:gd name="T5" fmla="*/ 301 h 449"/>
                  <a:gd name="T6" fmla="*/ 452 w 452"/>
                  <a:gd name="T7" fmla="*/ 420 h 449"/>
                  <a:gd name="T8" fmla="*/ 452 w 452"/>
                  <a:gd name="T9" fmla="*/ 420 h 449"/>
                  <a:gd name="T10" fmla="*/ 228 w 452"/>
                  <a:gd name="T11" fmla="*/ 437 h 449"/>
                  <a:gd name="T12" fmla="*/ 1 w 452"/>
                  <a:gd name="T13" fmla="*/ 230 h 449"/>
                  <a:gd name="T14" fmla="*/ 228 w 452"/>
                  <a:gd name="T15" fmla="*/ 0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2" h="449">
                    <a:moveTo>
                      <a:pt x="228" y="0"/>
                    </a:moveTo>
                    <a:cubicBezTo>
                      <a:pt x="351" y="0"/>
                      <a:pt x="452" y="93"/>
                      <a:pt x="452" y="208"/>
                    </a:cubicBezTo>
                    <a:cubicBezTo>
                      <a:pt x="452" y="241"/>
                      <a:pt x="444" y="272"/>
                      <a:pt x="430" y="301"/>
                    </a:cubicBezTo>
                    <a:cubicBezTo>
                      <a:pt x="409" y="343"/>
                      <a:pt x="418" y="391"/>
                      <a:pt x="452" y="420"/>
                    </a:cubicBezTo>
                    <a:cubicBezTo>
                      <a:pt x="452" y="420"/>
                      <a:pt x="452" y="420"/>
                      <a:pt x="452" y="420"/>
                    </a:cubicBezTo>
                    <a:cubicBezTo>
                      <a:pt x="377" y="425"/>
                      <a:pt x="303" y="431"/>
                      <a:pt x="228" y="437"/>
                    </a:cubicBezTo>
                    <a:cubicBezTo>
                      <a:pt x="103" y="449"/>
                      <a:pt x="0" y="357"/>
                      <a:pt x="1" y="230"/>
                    </a:cubicBezTo>
                    <a:cubicBezTo>
                      <a:pt x="1" y="104"/>
                      <a:pt x="103" y="1"/>
                      <a:pt x="228" y="0"/>
                    </a:cubicBezTo>
                    <a:close/>
                  </a:path>
                </a:pathLst>
              </a:custGeom>
              <a:solidFill>
                <a:srgbClr val="459F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" name="Freeform 147">
                <a:extLst>
                  <a:ext uri="{FF2B5EF4-FFF2-40B4-BE49-F238E27FC236}">
                    <a16:creationId xmlns:a16="http://schemas.microsoft.com/office/drawing/2014/main" id="{9E2F5919-E9F9-1904-FE1D-C28C67D7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4988" y="1631951"/>
                <a:ext cx="207963" cy="39688"/>
              </a:xfrm>
              <a:custGeom>
                <a:avLst/>
                <a:gdLst>
                  <a:gd name="T0" fmla="*/ 17 w 216"/>
                  <a:gd name="T1" fmla="*/ 40 h 41"/>
                  <a:gd name="T2" fmla="*/ 199 w 216"/>
                  <a:gd name="T3" fmla="*/ 32 h 41"/>
                  <a:gd name="T4" fmla="*/ 216 w 216"/>
                  <a:gd name="T5" fmla="*/ 15 h 41"/>
                  <a:gd name="T6" fmla="*/ 216 w 216"/>
                  <a:gd name="T7" fmla="*/ 15 h 41"/>
                  <a:gd name="T8" fmla="*/ 199 w 216"/>
                  <a:gd name="T9" fmla="*/ 0 h 41"/>
                  <a:gd name="T10" fmla="*/ 17 w 216"/>
                  <a:gd name="T11" fmla="*/ 7 h 41"/>
                  <a:gd name="T12" fmla="*/ 0 w 216"/>
                  <a:gd name="T13" fmla="*/ 24 h 41"/>
                  <a:gd name="T14" fmla="*/ 0 w 216"/>
                  <a:gd name="T15" fmla="*/ 24 h 41"/>
                  <a:gd name="T16" fmla="*/ 17 w 216"/>
                  <a:gd name="T17" fmla="*/ 4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41">
                    <a:moveTo>
                      <a:pt x="17" y="40"/>
                    </a:moveTo>
                    <a:cubicBezTo>
                      <a:pt x="77" y="37"/>
                      <a:pt x="138" y="34"/>
                      <a:pt x="199" y="32"/>
                    </a:cubicBezTo>
                    <a:cubicBezTo>
                      <a:pt x="209" y="32"/>
                      <a:pt x="216" y="24"/>
                      <a:pt x="216" y="15"/>
                    </a:cubicBezTo>
                    <a:cubicBezTo>
                      <a:pt x="216" y="15"/>
                      <a:pt x="216" y="15"/>
                      <a:pt x="216" y="15"/>
                    </a:cubicBezTo>
                    <a:cubicBezTo>
                      <a:pt x="216" y="6"/>
                      <a:pt x="209" y="0"/>
                      <a:pt x="199" y="0"/>
                    </a:cubicBezTo>
                    <a:cubicBezTo>
                      <a:pt x="138" y="2"/>
                      <a:pt x="77" y="4"/>
                      <a:pt x="17" y="7"/>
                    </a:cubicBezTo>
                    <a:cubicBezTo>
                      <a:pt x="7" y="7"/>
                      <a:pt x="0" y="15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33"/>
                      <a:pt x="7" y="41"/>
                      <a:pt x="17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5" name="Freeform 148">
                <a:extLst>
                  <a:ext uri="{FF2B5EF4-FFF2-40B4-BE49-F238E27FC236}">
                    <a16:creationId xmlns:a16="http://schemas.microsoft.com/office/drawing/2014/main" id="{6F9A20A5-D124-60FA-8CB2-672113C37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2151" y="1689101"/>
                <a:ext cx="92075" cy="34925"/>
              </a:xfrm>
              <a:custGeom>
                <a:avLst/>
                <a:gdLst>
                  <a:gd name="T0" fmla="*/ 17 w 95"/>
                  <a:gd name="T1" fmla="*/ 36 h 36"/>
                  <a:gd name="T2" fmla="*/ 78 w 95"/>
                  <a:gd name="T3" fmla="*/ 33 h 36"/>
                  <a:gd name="T4" fmla="*/ 95 w 95"/>
                  <a:gd name="T5" fmla="*/ 16 h 36"/>
                  <a:gd name="T6" fmla="*/ 95 w 95"/>
                  <a:gd name="T7" fmla="*/ 16 h 36"/>
                  <a:gd name="T8" fmla="*/ 78 w 95"/>
                  <a:gd name="T9" fmla="*/ 1 h 36"/>
                  <a:gd name="T10" fmla="*/ 17 w 95"/>
                  <a:gd name="T11" fmla="*/ 3 h 36"/>
                  <a:gd name="T12" fmla="*/ 0 w 95"/>
                  <a:gd name="T13" fmla="*/ 20 h 36"/>
                  <a:gd name="T14" fmla="*/ 0 w 95"/>
                  <a:gd name="T15" fmla="*/ 20 h 36"/>
                  <a:gd name="T16" fmla="*/ 17 w 95"/>
                  <a:gd name="T17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5" h="36">
                    <a:moveTo>
                      <a:pt x="17" y="36"/>
                    </a:moveTo>
                    <a:cubicBezTo>
                      <a:pt x="37" y="35"/>
                      <a:pt x="57" y="34"/>
                      <a:pt x="78" y="33"/>
                    </a:cubicBezTo>
                    <a:cubicBezTo>
                      <a:pt x="87" y="32"/>
                      <a:pt x="95" y="25"/>
                      <a:pt x="95" y="16"/>
                    </a:cubicBezTo>
                    <a:cubicBezTo>
                      <a:pt x="95" y="16"/>
                      <a:pt x="95" y="16"/>
                      <a:pt x="95" y="16"/>
                    </a:cubicBezTo>
                    <a:cubicBezTo>
                      <a:pt x="95" y="7"/>
                      <a:pt x="87" y="0"/>
                      <a:pt x="78" y="1"/>
                    </a:cubicBezTo>
                    <a:cubicBezTo>
                      <a:pt x="57" y="2"/>
                      <a:pt x="37" y="2"/>
                      <a:pt x="17" y="3"/>
                    </a:cubicBezTo>
                    <a:cubicBezTo>
                      <a:pt x="7" y="4"/>
                      <a:pt x="0" y="11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9"/>
                      <a:pt x="7" y="36"/>
                      <a:pt x="1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6" name="Freeform 149">
                <a:extLst>
                  <a:ext uri="{FF2B5EF4-FFF2-40B4-BE49-F238E27FC236}">
                    <a16:creationId xmlns:a16="http://schemas.microsoft.com/office/drawing/2014/main" id="{DA6D40F1-0FF3-9301-D4EF-EDD602269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3713" y="1693863"/>
                <a:ext cx="184150" cy="41275"/>
              </a:xfrm>
              <a:custGeom>
                <a:avLst/>
                <a:gdLst>
                  <a:gd name="T0" fmla="*/ 17 w 191"/>
                  <a:gd name="T1" fmla="*/ 42 h 43"/>
                  <a:gd name="T2" fmla="*/ 174 w 191"/>
                  <a:gd name="T3" fmla="*/ 33 h 43"/>
                  <a:gd name="T4" fmla="*/ 191 w 191"/>
                  <a:gd name="T5" fmla="*/ 16 h 43"/>
                  <a:gd name="T6" fmla="*/ 191 w 191"/>
                  <a:gd name="T7" fmla="*/ 16 h 43"/>
                  <a:gd name="T8" fmla="*/ 174 w 191"/>
                  <a:gd name="T9" fmla="*/ 1 h 43"/>
                  <a:gd name="T10" fmla="*/ 17 w 191"/>
                  <a:gd name="T11" fmla="*/ 9 h 43"/>
                  <a:gd name="T12" fmla="*/ 1 w 191"/>
                  <a:gd name="T13" fmla="*/ 26 h 43"/>
                  <a:gd name="T14" fmla="*/ 1 w 191"/>
                  <a:gd name="T15" fmla="*/ 26 h 43"/>
                  <a:gd name="T16" fmla="*/ 17 w 191"/>
                  <a:gd name="T17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1" h="43">
                    <a:moveTo>
                      <a:pt x="17" y="42"/>
                    </a:moveTo>
                    <a:cubicBezTo>
                      <a:pt x="70" y="39"/>
                      <a:pt x="122" y="36"/>
                      <a:pt x="174" y="33"/>
                    </a:cubicBezTo>
                    <a:cubicBezTo>
                      <a:pt x="184" y="33"/>
                      <a:pt x="191" y="25"/>
                      <a:pt x="191" y="16"/>
                    </a:cubicBezTo>
                    <a:cubicBezTo>
                      <a:pt x="191" y="16"/>
                      <a:pt x="191" y="16"/>
                      <a:pt x="191" y="16"/>
                    </a:cubicBezTo>
                    <a:cubicBezTo>
                      <a:pt x="191" y="7"/>
                      <a:pt x="184" y="0"/>
                      <a:pt x="174" y="1"/>
                    </a:cubicBezTo>
                    <a:cubicBezTo>
                      <a:pt x="122" y="3"/>
                      <a:pt x="70" y="6"/>
                      <a:pt x="17" y="9"/>
                    </a:cubicBezTo>
                    <a:cubicBezTo>
                      <a:pt x="8" y="9"/>
                      <a:pt x="1" y="17"/>
                      <a:pt x="1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35"/>
                      <a:pt x="8" y="43"/>
                      <a:pt x="17" y="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7" name="Freeform 150">
                <a:extLst>
                  <a:ext uri="{FF2B5EF4-FFF2-40B4-BE49-F238E27FC236}">
                    <a16:creationId xmlns:a16="http://schemas.microsoft.com/office/drawing/2014/main" id="{B62E4BF8-9CCB-F101-7064-146745831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4988" y="1752601"/>
                <a:ext cx="207963" cy="42863"/>
              </a:xfrm>
              <a:custGeom>
                <a:avLst/>
                <a:gdLst>
                  <a:gd name="T0" fmla="*/ 17 w 216"/>
                  <a:gd name="T1" fmla="*/ 44 h 45"/>
                  <a:gd name="T2" fmla="*/ 199 w 216"/>
                  <a:gd name="T3" fmla="*/ 32 h 45"/>
                  <a:gd name="T4" fmla="*/ 216 w 216"/>
                  <a:gd name="T5" fmla="*/ 15 h 45"/>
                  <a:gd name="T6" fmla="*/ 216 w 216"/>
                  <a:gd name="T7" fmla="*/ 15 h 45"/>
                  <a:gd name="T8" fmla="*/ 199 w 216"/>
                  <a:gd name="T9" fmla="*/ 0 h 45"/>
                  <a:gd name="T10" fmla="*/ 17 w 216"/>
                  <a:gd name="T11" fmla="*/ 11 h 45"/>
                  <a:gd name="T12" fmla="*/ 0 w 216"/>
                  <a:gd name="T13" fmla="*/ 28 h 45"/>
                  <a:gd name="T14" fmla="*/ 0 w 216"/>
                  <a:gd name="T15" fmla="*/ 28 h 45"/>
                  <a:gd name="T16" fmla="*/ 17 w 216"/>
                  <a:gd name="T17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45">
                    <a:moveTo>
                      <a:pt x="17" y="44"/>
                    </a:moveTo>
                    <a:cubicBezTo>
                      <a:pt x="77" y="40"/>
                      <a:pt x="138" y="36"/>
                      <a:pt x="199" y="32"/>
                    </a:cubicBezTo>
                    <a:cubicBezTo>
                      <a:pt x="209" y="32"/>
                      <a:pt x="216" y="24"/>
                      <a:pt x="216" y="15"/>
                    </a:cubicBezTo>
                    <a:cubicBezTo>
                      <a:pt x="216" y="15"/>
                      <a:pt x="216" y="15"/>
                      <a:pt x="216" y="15"/>
                    </a:cubicBezTo>
                    <a:cubicBezTo>
                      <a:pt x="216" y="6"/>
                      <a:pt x="209" y="0"/>
                      <a:pt x="199" y="0"/>
                    </a:cubicBezTo>
                    <a:cubicBezTo>
                      <a:pt x="138" y="4"/>
                      <a:pt x="77" y="7"/>
                      <a:pt x="17" y="11"/>
                    </a:cubicBezTo>
                    <a:cubicBezTo>
                      <a:pt x="7" y="11"/>
                      <a:pt x="0" y="19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8"/>
                      <a:pt x="7" y="45"/>
                      <a:pt x="17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" name="Freeform 151">
                <a:extLst>
                  <a:ext uri="{FF2B5EF4-FFF2-40B4-BE49-F238E27FC236}">
                    <a16:creationId xmlns:a16="http://schemas.microsoft.com/office/drawing/2014/main" id="{77EF50BF-A55E-B7B8-EAF4-2BF210B5EB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8213" y="1620838"/>
                <a:ext cx="446088" cy="279400"/>
              </a:xfrm>
              <a:custGeom>
                <a:avLst/>
                <a:gdLst>
                  <a:gd name="T0" fmla="*/ 445 w 463"/>
                  <a:gd name="T1" fmla="*/ 265 h 290"/>
                  <a:gd name="T2" fmla="*/ 18 w 463"/>
                  <a:gd name="T3" fmla="*/ 289 h 290"/>
                  <a:gd name="T4" fmla="*/ 0 w 463"/>
                  <a:gd name="T5" fmla="*/ 274 h 290"/>
                  <a:gd name="T6" fmla="*/ 0 w 463"/>
                  <a:gd name="T7" fmla="*/ 29 h 290"/>
                  <a:gd name="T8" fmla="*/ 18 w 463"/>
                  <a:gd name="T9" fmla="*/ 12 h 290"/>
                  <a:gd name="T10" fmla="*/ 440 w 463"/>
                  <a:gd name="T11" fmla="*/ 0 h 290"/>
                  <a:gd name="T12" fmla="*/ 463 w 463"/>
                  <a:gd name="T13" fmla="*/ 23 h 290"/>
                  <a:gd name="T14" fmla="*/ 463 w 463"/>
                  <a:gd name="T15" fmla="*/ 248 h 290"/>
                  <a:gd name="T16" fmla="*/ 445 w 463"/>
                  <a:gd name="T17" fmla="*/ 265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90">
                    <a:moveTo>
                      <a:pt x="445" y="265"/>
                    </a:moveTo>
                    <a:cubicBezTo>
                      <a:pt x="303" y="271"/>
                      <a:pt x="160" y="279"/>
                      <a:pt x="18" y="289"/>
                    </a:cubicBezTo>
                    <a:cubicBezTo>
                      <a:pt x="8" y="290"/>
                      <a:pt x="0" y="283"/>
                      <a:pt x="0" y="274"/>
                    </a:cubicBezTo>
                    <a:cubicBezTo>
                      <a:pt x="0" y="192"/>
                      <a:pt x="0" y="111"/>
                      <a:pt x="0" y="29"/>
                    </a:cubicBezTo>
                    <a:cubicBezTo>
                      <a:pt x="0" y="20"/>
                      <a:pt x="8" y="12"/>
                      <a:pt x="18" y="12"/>
                    </a:cubicBezTo>
                    <a:cubicBezTo>
                      <a:pt x="158" y="7"/>
                      <a:pt x="299" y="4"/>
                      <a:pt x="440" y="0"/>
                    </a:cubicBezTo>
                    <a:cubicBezTo>
                      <a:pt x="452" y="0"/>
                      <a:pt x="463" y="10"/>
                      <a:pt x="463" y="23"/>
                    </a:cubicBezTo>
                    <a:cubicBezTo>
                      <a:pt x="463" y="248"/>
                      <a:pt x="463" y="248"/>
                      <a:pt x="463" y="248"/>
                    </a:cubicBezTo>
                    <a:cubicBezTo>
                      <a:pt x="463" y="257"/>
                      <a:pt x="455" y="264"/>
                      <a:pt x="445" y="2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" name="Freeform 152">
                <a:extLst>
                  <a:ext uri="{FF2B5EF4-FFF2-40B4-BE49-F238E27FC236}">
                    <a16:creationId xmlns:a16="http://schemas.microsoft.com/office/drawing/2014/main" id="{0D39D038-18E0-7B07-B620-A51801B81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3463" y="1731963"/>
                <a:ext cx="58738" cy="47625"/>
              </a:xfrm>
              <a:custGeom>
                <a:avLst/>
                <a:gdLst>
                  <a:gd name="T0" fmla="*/ 35 w 61"/>
                  <a:gd name="T1" fmla="*/ 0 h 49"/>
                  <a:gd name="T2" fmla="*/ 0 w 61"/>
                  <a:gd name="T3" fmla="*/ 49 h 49"/>
                  <a:gd name="T4" fmla="*/ 61 w 61"/>
                  <a:gd name="T5" fmla="*/ 33 h 49"/>
                  <a:gd name="T6" fmla="*/ 35 w 61"/>
                  <a:gd name="T7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49">
                    <a:moveTo>
                      <a:pt x="35" y="0"/>
                    </a:moveTo>
                    <a:cubicBezTo>
                      <a:pt x="23" y="16"/>
                      <a:pt x="12" y="32"/>
                      <a:pt x="0" y="49"/>
                    </a:cubicBezTo>
                    <a:cubicBezTo>
                      <a:pt x="20" y="44"/>
                      <a:pt x="41" y="38"/>
                      <a:pt x="61" y="33"/>
                    </a:cubicBezTo>
                    <a:cubicBezTo>
                      <a:pt x="52" y="22"/>
                      <a:pt x="44" y="11"/>
                      <a:pt x="35" y="0"/>
                    </a:cubicBezTo>
                    <a:close/>
                  </a:path>
                </a:pathLst>
              </a:custGeom>
              <a:solidFill>
                <a:srgbClr val="D3ED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0" name="Freeform 153">
                <a:extLst>
                  <a:ext uri="{FF2B5EF4-FFF2-40B4-BE49-F238E27FC236}">
                    <a16:creationId xmlns:a16="http://schemas.microsoft.com/office/drawing/2014/main" id="{5E948344-9E49-C650-5DB2-4DA206496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1076" y="1763713"/>
                <a:ext cx="171450" cy="87313"/>
              </a:xfrm>
              <a:custGeom>
                <a:avLst/>
                <a:gdLst>
                  <a:gd name="T0" fmla="*/ 53 w 178"/>
                  <a:gd name="T1" fmla="*/ 16 h 91"/>
                  <a:gd name="T2" fmla="*/ 0 w 178"/>
                  <a:gd name="T3" fmla="*/ 91 h 91"/>
                  <a:gd name="T4" fmla="*/ 178 w 178"/>
                  <a:gd name="T5" fmla="*/ 81 h 91"/>
                  <a:gd name="T6" fmla="*/ 115 w 178"/>
                  <a:gd name="T7" fmla="*/ 0 h 91"/>
                  <a:gd name="T8" fmla="*/ 53 w 178"/>
                  <a:gd name="T9" fmla="*/ 16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91">
                    <a:moveTo>
                      <a:pt x="53" y="16"/>
                    </a:moveTo>
                    <a:cubicBezTo>
                      <a:pt x="36" y="41"/>
                      <a:pt x="18" y="65"/>
                      <a:pt x="0" y="91"/>
                    </a:cubicBezTo>
                    <a:cubicBezTo>
                      <a:pt x="59" y="87"/>
                      <a:pt x="119" y="84"/>
                      <a:pt x="178" y="81"/>
                    </a:cubicBezTo>
                    <a:cubicBezTo>
                      <a:pt x="157" y="54"/>
                      <a:pt x="136" y="27"/>
                      <a:pt x="115" y="0"/>
                    </a:cubicBezTo>
                    <a:cubicBezTo>
                      <a:pt x="95" y="5"/>
                      <a:pt x="74" y="11"/>
                      <a:pt x="53" y="16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1" name="Freeform 154">
                <a:extLst>
                  <a:ext uri="{FF2B5EF4-FFF2-40B4-BE49-F238E27FC236}">
                    <a16:creationId xmlns:a16="http://schemas.microsoft.com/office/drawing/2014/main" id="{628C0AA2-0B6E-4D94-6404-DF711F9D1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3638" y="1670051"/>
                <a:ext cx="88900" cy="69850"/>
              </a:xfrm>
              <a:custGeom>
                <a:avLst/>
                <a:gdLst>
                  <a:gd name="T0" fmla="*/ 53 w 92"/>
                  <a:gd name="T1" fmla="*/ 0 h 72"/>
                  <a:gd name="T2" fmla="*/ 0 w 92"/>
                  <a:gd name="T3" fmla="*/ 72 h 72"/>
                  <a:gd name="T4" fmla="*/ 92 w 92"/>
                  <a:gd name="T5" fmla="*/ 49 h 72"/>
                  <a:gd name="T6" fmla="*/ 53 w 92"/>
                  <a:gd name="T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2" h="72">
                    <a:moveTo>
                      <a:pt x="53" y="0"/>
                    </a:moveTo>
                    <a:cubicBezTo>
                      <a:pt x="36" y="24"/>
                      <a:pt x="18" y="48"/>
                      <a:pt x="0" y="72"/>
                    </a:cubicBezTo>
                    <a:cubicBezTo>
                      <a:pt x="31" y="64"/>
                      <a:pt x="61" y="57"/>
                      <a:pt x="92" y="49"/>
                    </a:cubicBezTo>
                    <a:cubicBezTo>
                      <a:pt x="79" y="33"/>
                      <a:pt x="66" y="17"/>
                      <a:pt x="53" y="0"/>
                    </a:cubicBezTo>
                    <a:close/>
                  </a:path>
                </a:pathLst>
              </a:custGeom>
              <a:solidFill>
                <a:srgbClr val="D3ED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2" name="Freeform 155">
                <a:extLst>
                  <a:ext uri="{FF2B5EF4-FFF2-40B4-BE49-F238E27FC236}">
                    <a16:creationId xmlns:a16="http://schemas.microsoft.com/office/drawing/2014/main" id="{37DF5949-9688-8D1C-4F30-E3B8946BE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5851" y="1717676"/>
                <a:ext cx="258763" cy="127000"/>
              </a:xfrm>
              <a:custGeom>
                <a:avLst/>
                <a:gdLst>
                  <a:gd name="T0" fmla="*/ 80 w 267"/>
                  <a:gd name="T1" fmla="*/ 23 h 132"/>
                  <a:gd name="T2" fmla="*/ 0 w 267"/>
                  <a:gd name="T3" fmla="*/ 132 h 132"/>
                  <a:gd name="T4" fmla="*/ 267 w 267"/>
                  <a:gd name="T5" fmla="*/ 120 h 132"/>
                  <a:gd name="T6" fmla="*/ 172 w 267"/>
                  <a:gd name="T7" fmla="*/ 0 h 132"/>
                  <a:gd name="T8" fmla="*/ 80 w 267"/>
                  <a:gd name="T9" fmla="*/ 23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" h="132">
                    <a:moveTo>
                      <a:pt x="80" y="23"/>
                    </a:moveTo>
                    <a:cubicBezTo>
                      <a:pt x="53" y="59"/>
                      <a:pt x="26" y="96"/>
                      <a:pt x="0" y="132"/>
                    </a:cubicBezTo>
                    <a:cubicBezTo>
                      <a:pt x="89" y="128"/>
                      <a:pt x="178" y="123"/>
                      <a:pt x="267" y="120"/>
                    </a:cubicBezTo>
                    <a:cubicBezTo>
                      <a:pt x="235" y="80"/>
                      <a:pt x="204" y="40"/>
                      <a:pt x="172" y="0"/>
                    </a:cubicBezTo>
                    <a:cubicBezTo>
                      <a:pt x="141" y="8"/>
                      <a:pt x="111" y="15"/>
                      <a:pt x="80" y="23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Freeform 156">
                <a:extLst>
                  <a:ext uri="{FF2B5EF4-FFF2-40B4-BE49-F238E27FC236}">
                    <a16:creationId xmlns:a16="http://schemas.microsoft.com/office/drawing/2014/main" id="{E939E3D4-1DE6-E0F4-370F-ECC0C3B8F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3413" y="641351"/>
                <a:ext cx="242888" cy="241300"/>
              </a:xfrm>
              <a:custGeom>
                <a:avLst/>
                <a:gdLst>
                  <a:gd name="T0" fmla="*/ 251 w 251"/>
                  <a:gd name="T1" fmla="*/ 125 h 250"/>
                  <a:gd name="T2" fmla="*/ 251 w 251"/>
                  <a:gd name="T3" fmla="*/ 125 h 250"/>
                  <a:gd name="T4" fmla="*/ 251 w 251"/>
                  <a:gd name="T5" fmla="*/ 125 h 250"/>
                  <a:gd name="T6" fmla="*/ 126 w 251"/>
                  <a:gd name="T7" fmla="*/ 250 h 250"/>
                  <a:gd name="T8" fmla="*/ 126 w 251"/>
                  <a:gd name="T9" fmla="*/ 250 h 250"/>
                  <a:gd name="T10" fmla="*/ 126 w 251"/>
                  <a:gd name="T11" fmla="*/ 250 h 250"/>
                  <a:gd name="T12" fmla="*/ 0 w 251"/>
                  <a:gd name="T13" fmla="*/ 125 h 250"/>
                  <a:gd name="T14" fmla="*/ 0 w 251"/>
                  <a:gd name="T15" fmla="*/ 125 h 250"/>
                  <a:gd name="T16" fmla="*/ 0 w 251"/>
                  <a:gd name="T17" fmla="*/ 125 h 250"/>
                  <a:gd name="T18" fmla="*/ 126 w 251"/>
                  <a:gd name="T19" fmla="*/ 0 h 250"/>
                  <a:gd name="T20" fmla="*/ 126 w 251"/>
                  <a:gd name="T21" fmla="*/ 0 h 250"/>
                  <a:gd name="T22" fmla="*/ 126 w 251"/>
                  <a:gd name="T23" fmla="*/ 0 h 250"/>
                  <a:gd name="T24" fmla="*/ 251 w 251"/>
                  <a:gd name="T25" fmla="*/ 125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1" h="250">
                    <a:moveTo>
                      <a:pt x="251" y="125"/>
                    </a:moveTo>
                    <a:cubicBezTo>
                      <a:pt x="251" y="125"/>
                      <a:pt x="251" y="125"/>
                      <a:pt x="251" y="125"/>
                    </a:cubicBezTo>
                    <a:cubicBezTo>
                      <a:pt x="251" y="125"/>
                      <a:pt x="251" y="125"/>
                      <a:pt x="251" y="125"/>
                    </a:cubicBezTo>
                    <a:cubicBezTo>
                      <a:pt x="190" y="142"/>
                      <a:pt x="142" y="189"/>
                      <a:pt x="126" y="250"/>
                    </a:cubicBezTo>
                    <a:cubicBezTo>
                      <a:pt x="126" y="250"/>
                      <a:pt x="126" y="250"/>
                      <a:pt x="126" y="250"/>
                    </a:cubicBezTo>
                    <a:cubicBezTo>
                      <a:pt x="126" y="250"/>
                      <a:pt x="126" y="250"/>
                      <a:pt x="126" y="250"/>
                    </a:cubicBezTo>
                    <a:cubicBezTo>
                      <a:pt x="109" y="189"/>
                      <a:pt x="61" y="142"/>
                      <a:pt x="0" y="125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61" y="109"/>
                      <a:pt x="109" y="61"/>
                      <a:pt x="12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42" y="61"/>
                      <a:pt x="190" y="109"/>
                      <a:pt x="251" y="125"/>
                    </a:cubicBezTo>
                    <a:close/>
                  </a:path>
                </a:pathLst>
              </a:custGeom>
              <a:solidFill>
                <a:srgbClr val="FED05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4" name="Freeform 157">
                <a:extLst>
                  <a:ext uri="{FF2B5EF4-FFF2-40B4-BE49-F238E27FC236}">
                    <a16:creationId xmlns:a16="http://schemas.microsoft.com/office/drawing/2014/main" id="{C21D605D-7816-7421-DFE6-6891FF01E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34501" y="611188"/>
                <a:ext cx="155575" cy="155575"/>
              </a:xfrm>
              <a:custGeom>
                <a:avLst/>
                <a:gdLst>
                  <a:gd name="T0" fmla="*/ 161 w 161"/>
                  <a:gd name="T1" fmla="*/ 81 h 161"/>
                  <a:gd name="T2" fmla="*/ 161 w 161"/>
                  <a:gd name="T3" fmla="*/ 81 h 161"/>
                  <a:gd name="T4" fmla="*/ 161 w 161"/>
                  <a:gd name="T5" fmla="*/ 81 h 161"/>
                  <a:gd name="T6" fmla="*/ 80 w 161"/>
                  <a:gd name="T7" fmla="*/ 161 h 161"/>
                  <a:gd name="T8" fmla="*/ 80 w 161"/>
                  <a:gd name="T9" fmla="*/ 161 h 161"/>
                  <a:gd name="T10" fmla="*/ 80 w 161"/>
                  <a:gd name="T11" fmla="*/ 161 h 161"/>
                  <a:gd name="T12" fmla="*/ 0 w 161"/>
                  <a:gd name="T13" fmla="*/ 81 h 161"/>
                  <a:gd name="T14" fmla="*/ 0 w 161"/>
                  <a:gd name="T15" fmla="*/ 81 h 161"/>
                  <a:gd name="T16" fmla="*/ 0 w 161"/>
                  <a:gd name="T17" fmla="*/ 81 h 161"/>
                  <a:gd name="T18" fmla="*/ 80 w 161"/>
                  <a:gd name="T19" fmla="*/ 0 h 161"/>
                  <a:gd name="T20" fmla="*/ 80 w 161"/>
                  <a:gd name="T21" fmla="*/ 0 h 161"/>
                  <a:gd name="T22" fmla="*/ 80 w 161"/>
                  <a:gd name="T23" fmla="*/ 0 h 161"/>
                  <a:gd name="T24" fmla="*/ 161 w 161"/>
                  <a:gd name="T25" fmla="*/ 8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" h="161">
                    <a:moveTo>
                      <a:pt x="161" y="81"/>
                    </a:moveTo>
                    <a:cubicBezTo>
                      <a:pt x="161" y="81"/>
                      <a:pt x="161" y="81"/>
                      <a:pt x="161" y="81"/>
                    </a:cubicBezTo>
                    <a:cubicBezTo>
                      <a:pt x="161" y="81"/>
                      <a:pt x="161" y="81"/>
                      <a:pt x="161" y="81"/>
                    </a:cubicBezTo>
                    <a:cubicBezTo>
                      <a:pt x="122" y="91"/>
                      <a:pt x="91" y="122"/>
                      <a:pt x="80" y="161"/>
                    </a:cubicBezTo>
                    <a:cubicBezTo>
                      <a:pt x="80" y="161"/>
                      <a:pt x="80" y="161"/>
                      <a:pt x="80" y="161"/>
                    </a:cubicBezTo>
                    <a:cubicBezTo>
                      <a:pt x="80" y="161"/>
                      <a:pt x="80" y="161"/>
                      <a:pt x="80" y="161"/>
                    </a:cubicBezTo>
                    <a:cubicBezTo>
                      <a:pt x="70" y="122"/>
                      <a:pt x="39" y="91"/>
                      <a:pt x="0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39" y="70"/>
                      <a:pt x="70" y="39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91" y="39"/>
                      <a:pt x="122" y="70"/>
                      <a:pt x="161" y="81"/>
                    </a:cubicBezTo>
                    <a:close/>
                  </a:path>
                </a:pathLst>
              </a:custGeom>
              <a:solidFill>
                <a:srgbClr val="FFE39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5" name="Freeform 158">
                <a:extLst>
                  <a:ext uri="{FF2B5EF4-FFF2-40B4-BE49-F238E27FC236}">
                    <a16:creationId xmlns:a16="http://schemas.microsoft.com/office/drawing/2014/main" id="{08DBF195-9DD2-B809-2B77-171CEB3137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0251" y="981076"/>
                <a:ext cx="627063" cy="358775"/>
              </a:xfrm>
              <a:custGeom>
                <a:avLst/>
                <a:gdLst>
                  <a:gd name="T0" fmla="*/ 0 w 649"/>
                  <a:gd name="T1" fmla="*/ 338 h 371"/>
                  <a:gd name="T2" fmla="*/ 649 w 649"/>
                  <a:gd name="T3" fmla="*/ 371 h 371"/>
                  <a:gd name="T4" fmla="*/ 649 w 649"/>
                  <a:gd name="T5" fmla="*/ 0 h 371"/>
                  <a:gd name="T6" fmla="*/ 0 w 649"/>
                  <a:gd name="T7" fmla="*/ 4 h 371"/>
                  <a:gd name="T8" fmla="*/ 0 w 649"/>
                  <a:gd name="T9" fmla="*/ 338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9" h="371">
                    <a:moveTo>
                      <a:pt x="0" y="338"/>
                    </a:moveTo>
                    <a:cubicBezTo>
                      <a:pt x="217" y="343"/>
                      <a:pt x="433" y="354"/>
                      <a:pt x="649" y="371"/>
                    </a:cubicBezTo>
                    <a:cubicBezTo>
                      <a:pt x="649" y="248"/>
                      <a:pt x="649" y="124"/>
                      <a:pt x="649" y="0"/>
                    </a:cubicBezTo>
                    <a:cubicBezTo>
                      <a:pt x="433" y="1"/>
                      <a:pt x="217" y="2"/>
                      <a:pt x="0" y="4"/>
                    </a:cubicBezTo>
                    <a:cubicBezTo>
                      <a:pt x="0" y="115"/>
                      <a:pt x="0" y="226"/>
                      <a:pt x="0" y="338"/>
                    </a:cubicBezTo>
                    <a:close/>
                  </a:path>
                </a:pathLst>
              </a:custGeom>
              <a:solidFill>
                <a:srgbClr val="D3ED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6" name="Freeform 159">
                <a:extLst>
                  <a:ext uri="{FF2B5EF4-FFF2-40B4-BE49-F238E27FC236}">
                    <a16:creationId xmlns:a16="http://schemas.microsoft.com/office/drawing/2014/main" id="{C5372DB5-134A-65DB-FBB7-F1A0FAD866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12488" y="1014413"/>
                <a:ext cx="909638" cy="373063"/>
              </a:xfrm>
              <a:custGeom>
                <a:avLst/>
                <a:gdLst>
                  <a:gd name="T0" fmla="*/ 7 w 943"/>
                  <a:gd name="T1" fmla="*/ 386 h 386"/>
                  <a:gd name="T2" fmla="*/ 2 w 943"/>
                  <a:gd name="T3" fmla="*/ 384 h 386"/>
                  <a:gd name="T4" fmla="*/ 3 w 943"/>
                  <a:gd name="T5" fmla="*/ 375 h 386"/>
                  <a:gd name="T6" fmla="*/ 281 w 943"/>
                  <a:gd name="T7" fmla="*/ 154 h 386"/>
                  <a:gd name="T8" fmla="*/ 287 w 943"/>
                  <a:gd name="T9" fmla="*/ 153 h 386"/>
                  <a:gd name="T10" fmla="*/ 644 w 943"/>
                  <a:gd name="T11" fmla="*/ 254 h 386"/>
                  <a:gd name="T12" fmla="*/ 932 w 943"/>
                  <a:gd name="T13" fmla="*/ 2 h 386"/>
                  <a:gd name="T14" fmla="*/ 941 w 943"/>
                  <a:gd name="T15" fmla="*/ 2 h 386"/>
                  <a:gd name="T16" fmla="*/ 940 w 943"/>
                  <a:gd name="T17" fmla="*/ 12 h 386"/>
                  <a:gd name="T18" fmla="*/ 650 w 943"/>
                  <a:gd name="T19" fmla="*/ 266 h 386"/>
                  <a:gd name="T20" fmla="*/ 644 w 943"/>
                  <a:gd name="T21" fmla="*/ 267 h 386"/>
                  <a:gd name="T22" fmla="*/ 286 w 943"/>
                  <a:gd name="T23" fmla="*/ 166 h 386"/>
                  <a:gd name="T24" fmla="*/ 11 w 943"/>
                  <a:gd name="T25" fmla="*/ 385 h 386"/>
                  <a:gd name="T26" fmla="*/ 7 w 943"/>
                  <a:gd name="T27" fmla="*/ 386 h 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43" h="386">
                    <a:moveTo>
                      <a:pt x="7" y="386"/>
                    </a:moveTo>
                    <a:cubicBezTo>
                      <a:pt x="5" y="386"/>
                      <a:pt x="4" y="386"/>
                      <a:pt x="2" y="384"/>
                    </a:cubicBezTo>
                    <a:cubicBezTo>
                      <a:pt x="0" y="381"/>
                      <a:pt x="1" y="377"/>
                      <a:pt x="3" y="375"/>
                    </a:cubicBezTo>
                    <a:cubicBezTo>
                      <a:pt x="281" y="154"/>
                      <a:pt x="281" y="154"/>
                      <a:pt x="281" y="154"/>
                    </a:cubicBezTo>
                    <a:cubicBezTo>
                      <a:pt x="283" y="153"/>
                      <a:pt x="285" y="152"/>
                      <a:pt x="287" y="153"/>
                    </a:cubicBezTo>
                    <a:cubicBezTo>
                      <a:pt x="644" y="254"/>
                      <a:pt x="644" y="254"/>
                      <a:pt x="644" y="254"/>
                    </a:cubicBezTo>
                    <a:cubicBezTo>
                      <a:pt x="932" y="2"/>
                      <a:pt x="932" y="2"/>
                      <a:pt x="932" y="2"/>
                    </a:cubicBezTo>
                    <a:cubicBezTo>
                      <a:pt x="934" y="0"/>
                      <a:pt x="939" y="0"/>
                      <a:pt x="941" y="2"/>
                    </a:cubicBezTo>
                    <a:cubicBezTo>
                      <a:pt x="943" y="5"/>
                      <a:pt x="943" y="9"/>
                      <a:pt x="940" y="12"/>
                    </a:cubicBezTo>
                    <a:cubicBezTo>
                      <a:pt x="650" y="266"/>
                      <a:pt x="650" y="266"/>
                      <a:pt x="650" y="266"/>
                    </a:cubicBezTo>
                    <a:cubicBezTo>
                      <a:pt x="648" y="267"/>
                      <a:pt x="646" y="268"/>
                      <a:pt x="644" y="267"/>
                    </a:cubicBezTo>
                    <a:cubicBezTo>
                      <a:pt x="286" y="166"/>
                      <a:pt x="286" y="166"/>
                      <a:pt x="286" y="166"/>
                    </a:cubicBezTo>
                    <a:cubicBezTo>
                      <a:pt x="11" y="385"/>
                      <a:pt x="11" y="385"/>
                      <a:pt x="11" y="385"/>
                    </a:cubicBezTo>
                    <a:cubicBezTo>
                      <a:pt x="10" y="386"/>
                      <a:pt x="9" y="386"/>
                      <a:pt x="7" y="386"/>
                    </a:cubicBezTo>
                    <a:close/>
                  </a:path>
                </a:pathLst>
              </a:custGeom>
              <a:solidFill>
                <a:srgbClr val="4FB7F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Oval 160">
                <a:extLst>
                  <a:ext uri="{FF2B5EF4-FFF2-40B4-BE49-F238E27FC236}">
                    <a16:creationId xmlns:a16="http://schemas.microsoft.com/office/drawing/2014/main" id="{E96DA5E4-FE4C-05A5-F179-BAB753B76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22038" y="1116013"/>
                <a:ext cx="101600" cy="1031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Oval 161">
                <a:extLst>
                  <a:ext uri="{FF2B5EF4-FFF2-40B4-BE49-F238E27FC236}">
                    <a16:creationId xmlns:a16="http://schemas.microsoft.com/office/drawing/2014/main" id="{123440E7-55E3-2EA7-9ABA-3A1C80724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9701" y="1214438"/>
                <a:ext cx="101600" cy="103188"/>
              </a:xfrm>
              <a:prstGeom prst="ellipse">
                <a:avLst/>
              </a:prstGeom>
              <a:solidFill>
                <a:srgbClr val="459F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Oval 162">
                <a:extLst>
                  <a:ext uri="{FF2B5EF4-FFF2-40B4-BE49-F238E27FC236}">
                    <a16:creationId xmlns:a16="http://schemas.microsoft.com/office/drawing/2014/main" id="{A74AC5BA-C884-C147-8897-F92552EAA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49101" y="969963"/>
                <a:ext cx="103188" cy="101600"/>
              </a:xfrm>
              <a:prstGeom prst="ellipse">
                <a:avLst/>
              </a:prstGeom>
              <a:solidFill>
                <a:srgbClr val="4FB7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Oval 163">
                <a:extLst>
                  <a:ext uri="{FF2B5EF4-FFF2-40B4-BE49-F238E27FC236}">
                    <a16:creationId xmlns:a16="http://schemas.microsoft.com/office/drawing/2014/main" id="{97C0D745-EEF4-7BFA-EA32-F41C3703C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53751" y="1330326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Freeform 167">
                <a:extLst>
                  <a:ext uri="{FF2B5EF4-FFF2-40B4-BE49-F238E27FC236}">
                    <a16:creationId xmlns:a16="http://schemas.microsoft.com/office/drawing/2014/main" id="{932930AB-4876-0744-62A9-15A1506DE6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78" y="1093657"/>
                <a:ext cx="153104" cy="303169"/>
              </a:xfrm>
              <a:custGeom>
                <a:avLst/>
                <a:gdLst>
                  <a:gd name="T0" fmla="*/ 367 w 389"/>
                  <a:gd name="T1" fmla="*/ 766 h 889"/>
                  <a:gd name="T2" fmla="*/ 236 w 389"/>
                  <a:gd name="T3" fmla="*/ 889 h 889"/>
                  <a:gd name="T4" fmla="*/ 266 w 389"/>
                  <a:gd name="T5" fmla="*/ 0 h 889"/>
                  <a:gd name="T6" fmla="*/ 389 w 389"/>
                  <a:gd name="T7" fmla="*/ 130 h 889"/>
                  <a:gd name="T8" fmla="*/ 367 w 389"/>
                  <a:gd name="T9" fmla="*/ 766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9" h="889">
                    <a:moveTo>
                      <a:pt x="367" y="766"/>
                    </a:moveTo>
                    <a:cubicBezTo>
                      <a:pt x="236" y="889"/>
                      <a:pt x="236" y="889"/>
                      <a:pt x="236" y="889"/>
                    </a:cubicBezTo>
                    <a:cubicBezTo>
                      <a:pt x="0" y="635"/>
                      <a:pt x="13" y="237"/>
                      <a:pt x="266" y="0"/>
                    </a:cubicBezTo>
                    <a:cubicBezTo>
                      <a:pt x="389" y="130"/>
                      <a:pt x="389" y="130"/>
                      <a:pt x="389" y="130"/>
                    </a:cubicBezTo>
                    <a:cubicBezTo>
                      <a:pt x="208" y="300"/>
                      <a:pt x="198" y="584"/>
                      <a:pt x="367" y="766"/>
                    </a:cubicBezTo>
                    <a:close/>
                  </a:path>
                </a:pathLst>
              </a:custGeom>
              <a:solidFill>
                <a:srgbClr val="459FE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182" name="Graphic 181">
                <a:extLst>
                  <a:ext uri="{FF2B5EF4-FFF2-40B4-BE49-F238E27FC236}">
                    <a16:creationId xmlns:a16="http://schemas.microsoft.com/office/drawing/2014/main" id="{9E9C2771-6CA2-89E9-4F2E-F5934E025E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277987" y="1305903"/>
                <a:ext cx="573833" cy="1258520"/>
              </a:xfrm>
              <a:prstGeom prst="rect">
                <a:avLst/>
              </a:prstGeom>
            </p:spPr>
          </p:pic>
        </p:grpSp>
        <p:sp>
          <p:nvSpPr>
            <p:cNvPr id="115" name="Freeform 171">
              <a:extLst>
                <a:ext uri="{FF2B5EF4-FFF2-40B4-BE49-F238E27FC236}">
                  <a16:creationId xmlns:a16="http://schemas.microsoft.com/office/drawing/2014/main" id="{D6421AED-D7F9-841C-2574-15203E569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4380" y="2107775"/>
              <a:ext cx="2854385" cy="1175160"/>
            </a:xfrm>
            <a:custGeom>
              <a:avLst/>
              <a:gdLst>
                <a:gd name="T0" fmla="*/ 0 w 3114"/>
                <a:gd name="T1" fmla="*/ 104 h 1284"/>
                <a:gd name="T2" fmla="*/ 0 w 3114"/>
                <a:gd name="T3" fmla="*/ 1238 h 1284"/>
                <a:gd name="T4" fmla="*/ 48 w 3114"/>
                <a:gd name="T5" fmla="*/ 1280 h 1284"/>
                <a:gd name="T6" fmla="*/ 485 w 3114"/>
                <a:gd name="T7" fmla="*/ 1245 h 1284"/>
                <a:gd name="T8" fmla="*/ 598 w 3114"/>
                <a:gd name="T9" fmla="*/ 1238 h 1284"/>
                <a:gd name="T10" fmla="*/ 3066 w 3114"/>
                <a:gd name="T11" fmla="*/ 1282 h 1284"/>
                <a:gd name="T12" fmla="*/ 3114 w 3114"/>
                <a:gd name="T13" fmla="*/ 1240 h 1284"/>
                <a:gd name="T14" fmla="*/ 3114 w 3114"/>
                <a:gd name="T15" fmla="*/ 103 h 1284"/>
                <a:gd name="T16" fmla="*/ 0 w 3114"/>
                <a:gd name="T17" fmla="*/ 104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14" h="1284">
                  <a:moveTo>
                    <a:pt x="0" y="104"/>
                  </a:moveTo>
                  <a:cubicBezTo>
                    <a:pt x="0" y="482"/>
                    <a:pt x="0" y="860"/>
                    <a:pt x="0" y="1238"/>
                  </a:cubicBezTo>
                  <a:cubicBezTo>
                    <a:pt x="0" y="1264"/>
                    <a:pt x="21" y="1282"/>
                    <a:pt x="48" y="1280"/>
                  </a:cubicBezTo>
                  <a:cubicBezTo>
                    <a:pt x="193" y="1266"/>
                    <a:pt x="339" y="1254"/>
                    <a:pt x="485" y="1245"/>
                  </a:cubicBezTo>
                  <a:cubicBezTo>
                    <a:pt x="598" y="1238"/>
                    <a:pt x="598" y="1238"/>
                    <a:pt x="598" y="1238"/>
                  </a:cubicBezTo>
                  <a:cubicBezTo>
                    <a:pt x="1420" y="1189"/>
                    <a:pt x="2247" y="1204"/>
                    <a:pt x="3066" y="1282"/>
                  </a:cubicBezTo>
                  <a:cubicBezTo>
                    <a:pt x="3092" y="1284"/>
                    <a:pt x="3114" y="1266"/>
                    <a:pt x="3114" y="1240"/>
                  </a:cubicBezTo>
                  <a:cubicBezTo>
                    <a:pt x="3114" y="861"/>
                    <a:pt x="3114" y="482"/>
                    <a:pt x="3114" y="103"/>
                  </a:cubicBezTo>
                  <a:cubicBezTo>
                    <a:pt x="2112" y="0"/>
                    <a:pt x="1002" y="2"/>
                    <a:pt x="0" y="104"/>
                  </a:cubicBezTo>
                  <a:close/>
                </a:path>
              </a:pathLst>
            </a:custGeom>
            <a:gradFill>
              <a:gsLst>
                <a:gs pos="51000">
                  <a:srgbClr val="FFFFFF">
                    <a:alpha val="0"/>
                  </a:srgbClr>
                </a:gs>
                <a:gs pos="0">
                  <a:srgbClr val="4FB7F6">
                    <a:alpha val="50000"/>
                  </a:srgbClr>
                </a:gs>
              </a:gsLst>
              <a:lin ang="5400000" scaled="0"/>
            </a:gradFill>
            <a:ln w="6350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3" name="Isosceles Triangle 182">
            <a:extLst>
              <a:ext uri="{FF2B5EF4-FFF2-40B4-BE49-F238E27FC236}">
                <a16:creationId xmlns:a16="http://schemas.microsoft.com/office/drawing/2014/main" id="{1F009018-6664-3135-CAF4-158CB0B95C78}"/>
              </a:ext>
            </a:extLst>
          </p:cNvPr>
          <p:cNvSpPr/>
          <p:nvPr/>
        </p:nvSpPr>
        <p:spPr>
          <a:xfrm rot="5400000">
            <a:off x="11965602" y="2345558"/>
            <a:ext cx="233340" cy="201155"/>
          </a:xfrm>
          <a:prstGeom prst="triangle">
            <a:avLst/>
          </a:prstGeom>
          <a:solidFill>
            <a:srgbClr val="949D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88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A785-1FC4-4C18-4C81-6D567CC4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F60DAF7-C4E9-7CBB-52E9-4CD469A30684}"/>
              </a:ext>
            </a:extLst>
          </p:cNvPr>
          <p:cNvCxnSpPr>
            <a:cxnSpLocks/>
          </p:cNvCxnSpPr>
          <p:nvPr/>
        </p:nvCxnSpPr>
        <p:spPr bwMode="auto">
          <a:xfrm>
            <a:off x="243840" y="1237660"/>
            <a:ext cx="11704320" cy="0"/>
          </a:xfrm>
          <a:prstGeom prst="line">
            <a:avLst/>
          </a:prstGeom>
          <a:noFill/>
          <a:ln w="12700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5" name="TextBox 924">
            <a:extLst>
              <a:ext uri="{FF2B5EF4-FFF2-40B4-BE49-F238E27FC236}">
                <a16:creationId xmlns:a16="http://schemas.microsoft.com/office/drawing/2014/main" id="{61E35392-945B-868E-7479-1CB486D04731}"/>
              </a:ext>
            </a:extLst>
          </p:cNvPr>
          <p:cNvSpPr txBox="1"/>
          <p:nvPr/>
        </p:nvSpPr>
        <p:spPr>
          <a:xfrm>
            <a:off x="281247" y="3954629"/>
            <a:ext cx="1475147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Umcurabit Urno Nnullasita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20DB4ED-6084-2691-FD7E-824EC60EDA62}"/>
              </a:ext>
            </a:extLst>
          </p:cNvPr>
          <p:cNvSpPr/>
          <p:nvPr/>
        </p:nvSpPr>
        <p:spPr bwMode="auto">
          <a:xfrm>
            <a:off x="112322" y="5653796"/>
            <a:ext cx="11967357" cy="591297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 cap="flat" cmpd="sng" algn="ctr">
            <a:solidFill>
              <a:srgbClr val="E38803"/>
            </a:solidFill>
            <a:prstDash val="solid"/>
            <a:miter lim="800000"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100" b="1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40098F-A737-6FAA-6565-15BF51DC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Metnisltem Pusconva</a:t>
            </a:r>
            <a:r>
              <a:rPr lang="en-GB" baseline="30000"/>
              <a:t>[1]</a:t>
            </a:r>
            <a:r>
              <a:rPr lang="en-US" b="0"/>
              <a:t>: Ll isqu isac lect USP el lentes queinipsumi dorciportad api busv ivamussusc, ipittort, oregetfeli spo rttitor</a:t>
            </a:r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E2DB51-7257-AA92-4AC2-964437238308}"/>
              </a:ext>
            </a:extLst>
          </p:cNvPr>
          <p:cNvSpPr/>
          <p:nvPr/>
        </p:nvSpPr>
        <p:spPr bwMode="auto">
          <a:xfrm>
            <a:off x="2112526" y="3005935"/>
            <a:ext cx="3291839" cy="163891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/>
          <a:p>
            <a:pPr marL="92075" marR="0" lvl="0" indent="-92075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>
                <a:solidFill>
                  <a:schemeClr val="tx1"/>
                </a:solidFill>
                <a:effectLst/>
                <a:latin typeface="+mj-lt"/>
              </a:rPr>
              <a:t>Volutpa Tcrasult: </a:t>
            </a:r>
            <a:r>
              <a:rPr lang="en-US" sz="1000" kern="10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RIC iesl, Igulased magn, Adict-Um, Porta-Lor (EMIP) sumd, </a:t>
            </a:r>
            <a:r>
              <a:rPr lang="en-US" sz="100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OLO/ RSI tame, TCON sectetur</a:t>
            </a:r>
            <a:endParaRPr lang="en-US" sz="1000">
              <a:solidFill>
                <a:schemeClr val="tx1"/>
              </a:solidFill>
              <a:effectLst/>
              <a:latin typeface="+mj-lt"/>
            </a:endParaRPr>
          </a:p>
          <a:p>
            <a:pPr marL="92075" marR="0" lvl="0" indent="-92075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ADIp:</a:t>
            </a:r>
          </a:p>
          <a:p>
            <a:pPr marL="263525" lvl="1" indent="-889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100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Iscing, elits eddoeiu smo dtemporinci didu</a:t>
            </a:r>
          </a:p>
          <a:p>
            <a:pPr marL="263525" lvl="1" indent="-889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j-lt"/>
                <a:cs typeface="Times New Roman" panose="02020603050405020304" pitchFamily="18" charset="0"/>
              </a:rPr>
              <a:t>Ntutla boree tdolorem agn aaliquau tenimadmi nim veniamqui snos trudex</a:t>
            </a:r>
          </a:p>
          <a:p>
            <a:pPr marL="263525" lvl="1" indent="-889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1000">
                <a:solidFill>
                  <a:schemeClr val="tx1"/>
                </a:solidFill>
                <a:effectLst/>
                <a:latin typeface="+mj-lt"/>
                <a:ea typeface="+mn-ea"/>
                <a:cs typeface="Times New Roman" panose="02020603050405020304" pitchFamily="18" charset="0"/>
              </a:rPr>
              <a:t>Ercitatio n-ulla mcolab-ori, snis iutaliqu </a:t>
            </a:r>
            <a:r>
              <a:rPr lang="en-US" sz="100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ipex e-acomm odo conseq uatduis</a:t>
            </a:r>
            <a:endParaRPr kumimoji="0" lang="nl-NL" sz="10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B4A68D5-1987-B8AA-373F-E3E1BE204182}"/>
              </a:ext>
            </a:extLst>
          </p:cNvPr>
          <p:cNvSpPr/>
          <p:nvPr/>
        </p:nvSpPr>
        <p:spPr bwMode="auto">
          <a:xfrm>
            <a:off x="156633" y="5692184"/>
            <a:ext cx="1265767" cy="514521"/>
          </a:xfrm>
          <a:prstGeom prst="roundRect">
            <a:avLst>
              <a:gd name="adj" fmla="val 10574"/>
            </a:avLst>
          </a:prstGeom>
          <a:solidFill>
            <a:srgbClr val="FCA52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 Eiruredo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CF911CD-87FF-D5B5-82C3-3E8543FC5ADC}"/>
              </a:ext>
            </a:extLst>
          </p:cNvPr>
          <p:cNvSpPr/>
          <p:nvPr/>
        </p:nvSpPr>
        <p:spPr bwMode="auto">
          <a:xfrm>
            <a:off x="2112525" y="4675166"/>
            <a:ext cx="3318451" cy="8287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92075" marR="0" lvl="0" indent="-92075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>
                <a:solidFill>
                  <a:schemeClr val="tx1"/>
                </a:solidFill>
                <a:effectLst/>
                <a:latin typeface="+mj-lt"/>
              </a:rPr>
              <a:t>Lorinre Prehende: </a:t>
            </a:r>
            <a:r>
              <a:rPr lang="en-US" sz="1000" kern="10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RIT invo, Luptatev elit ess </a:t>
            </a:r>
            <a:r>
              <a:rPr lang="en-US" sz="100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ECIL lumdolor</a:t>
            </a:r>
            <a:endParaRPr lang="en-US" sz="1000">
              <a:solidFill>
                <a:schemeClr val="tx1"/>
              </a:solidFill>
              <a:effectLst/>
              <a:latin typeface="+mj-lt"/>
            </a:endParaRPr>
          </a:p>
          <a:p>
            <a:pPr marL="92075" marR="0" lvl="0" indent="-92075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Eeufugiatnu:</a:t>
            </a:r>
          </a:p>
          <a:p>
            <a:pPr marL="347472" lvl="1" indent="-17145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00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Llap ariatur exc epteursintocc aecatc upi datatn</a:t>
            </a:r>
            <a:endParaRPr kumimoji="0" lang="nl-NL" sz="10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4FB570F-82A2-BB83-A17C-49A02A362767}"/>
              </a:ext>
            </a:extLst>
          </p:cNvPr>
          <p:cNvSpPr/>
          <p:nvPr/>
        </p:nvSpPr>
        <p:spPr bwMode="auto">
          <a:xfrm>
            <a:off x="5511824" y="3005935"/>
            <a:ext cx="3291837" cy="156196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>
                <a:solidFill>
                  <a:schemeClr val="tx1"/>
                </a:solidFill>
                <a:effectLst/>
                <a:latin typeface="+mj-lt"/>
              </a:rPr>
              <a:t>Onproid Entsunti: </a:t>
            </a:r>
            <a:r>
              <a:rPr lang="en-US" sz="100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NCU/ LPA quio &amp; FFI ciad</a:t>
            </a:r>
            <a:endParaRPr lang="en-US" sz="1000">
              <a:solidFill>
                <a:schemeClr val="tx1"/>
              </a:solidFill>
              <a:effectLst/>
              <a:latin typeface="+mj-lt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Eseruntm ollitanimi:</a:t>
            </a:r>
          </a:p>
          <a:p>
            <a:pPr marL="342900" marR="0" lvl="1" indent="-171450">
              <a:spcAft>
                <a:spcPts val="4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Destl aborumc urabi turnonnul la sitame tnis ltem pusconva llisq</a:t>
            </a:r>
          </a:p>
          <a:p>
            <a:pPr marL="342900" marR="0" lvl="1" indent="-171450">
              <a:spcAft>
                <a:spcPts val="4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Uisaclec tuspellent es quei nipsumido, rci portadapib usviva</a:t>
            </a:r>
          </a:p>
          <a:p>
            <a:pPr marL="342900" marR="0" lvl="1" indent="-171450">
              <a:spcAft>
                <a:spcPts val="4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Mussusci pittortor egetfelispo rttitor volu tpatcra sultr iciesligu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B4CBF14-E2C7-D7BD-A7E2-32EEDCEEFEF0}"/>
              </a:ext>
            </a:extLst>
          </p:cNvPr>
          <p:cNvSpPr/>
          <p:nvPr/>
        </p:nvSpPr>
        <p:spPr bwMode="auto">
          <a:xfrm>
            <a:off x="5511824" y="4675166"/>
            <a:ext cx="3311156" cy="8287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>
                <a:solidFill>
                  <a:schemeClr val="tx1"/>
                </a:solidFill>
                <a:effectLst/>
                <a:latin typeface="+mj-lt"/>
              </a:rPr>
              <a:t>Lasedma Gnadictu: </a:t>
            </a:r>
            <a:r>
              <a:rPr lang="en-US" sz="1000" kern="10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MPO/RTA Lore, Mipsumdo Lors, ITAM, ETC Onse, CTEt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 kern="10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Uradipiscin:</a:t>
            </a:r>
          </a:p>
          <a:p>
            <a:pPr marL="346075" lvl="1" indent="-173038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00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Geli tseddoe ius modtemporinci didunt utlabor</a:t>
            </a:r>
            <a:endParaRPr kumimoji="0" lang="nl-NL" sz="10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28721E-97EA-C731-7D49-53C6FD17D5C0}"/>
              </a:ext>
            </a:extLst>
          </p:cNvPr>
          <p:cNvSpPr/>
          <p:nvPr/>
        </p:nvSpPr>
        <p:spPr bwMode="auto">
          <a:xfrm>
            <a:off x="8932062" y="3769205"/>
            <a:ext cx="3109984" cy="13878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>
                <a:solidFill>
                  <a:schemeClr val="tx1"/>
                </a:solidFill>
                <a:effectLst/>
                <a:latin typeface="+mj-lt"/>
              </a:rPr>
              <a:t>Eetdolo Remagnaa</a:t>
            </a:r>
            <a:r>
              <a:rPr lang="en-US" sz="100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: LIQ/UAU Teni, MAD Mini, Mveniamq Uisn, OSTR Udex, ERC Itat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Ionullamcolabor isn Isiutaliqu:</a:t>
            </a:r>
            <a:endParaRPr lang="en-US" sz="100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marL="344487" marR="0" lvl="1" indent="-171450">
              <a:lnSpc>
                <a:spcPct val="107000"/>
              </a:lnSpc>
              <a:spcBef>
                <a:spcPts val="400"/>
              </a:spcBef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Ipexeacommo doconsequ atdu i sautei ruredolor</a:t>
            </a:r>
          </a:p>
          <a:p>
            <a:pPr marL="344487" marR="0" lvl="1" indent="-171450">
              <a:lnSpc>
                <a:spcPct val="107000"/>
              </a:lnSpc>
              <a:spcBef>
                <a:spcPts val="400"/>
              </a:spcBef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Inrepreh EN de ritinvo luptatev elitessec ill umdoloreeuf ugiatnu llaparia</a:t>
            </a:r>
          </a:p>
        </p:txBody>
      </p:sp>
      <p:grpSp>
        <p:nvGrpSpPr>
          <p:cNvPr id="932" name="Group 931">
            <a:extLst>
              <a:ext uri="{FF2B5EF4-FFF2-40B4-BE49-F238E27FC236}">
                <a16:creationId xmlns:a16="http://schemas.microsoft.com/office/drawing/2014/main" id="{75832542-6212-F35D-3940-6CAC99EE1E31}"/>
              </a:ext>
            </a:extLst>
          </p:cNvPr>
          <p:cNvGrpSpPr>
            <a:grpSpLocks noChangeAspect="1"/>
          </p:cNvGrpSpPr>
          <p:nvPr/>
        </p:nvGrpSpPr>
        <p:grpSpPr>
          <a:xfrm>
            <a:off x="698779" y="3250149"/>
            <a:ext cx="640082" cy="640080"/>
            <a:chOff x="653059" y="3388032"/>
            <a:chExt cx="731522" cy="731520"/>
          </a:xfrm>
        </p:grpSpPr>
        <p:grpSp>
          <p:nvGrpSpPr>
            <p:cNvPr id="931" name="Group 930">
              <a:extLst>
                <a:ext uri="{FF2B5EF4-FFF2-40B4-BE49-F238E27FC236}">
                  <a16:creationId xmlns:a16="http://schemas.microsoft.com/office/drawing/2014/main" id="{1322B1F1-DB5F-9BE9-F2E8-E11D9639434F}"/>
                </a:ext>
              </a:extLst>
            </p:cNvPr>
            <p:cNvGrpSpPr/>
            <p:nvPr/>
          </p:nvGrpSpPr>
          <p:grpSpPr>
            <a:xfrm>
              <a:off x="653059" y="3388032"/>
              <a:ext cx="731522" cy="731520"/>
              <a:chOff x="653059" y="3388032"/>
              <a:chExt cx="731522" cy="731520"/>
            </a:xfrm>
          </p:grpSpPr>
          <p:sp>
            <p:nvSpPr>
              <p:cNvPr id="928" name="Oval 927">
                <a:extLst>
                  <a:ext uri="{FF2B5EF4-FFF2-40B4-BE49-F238E27FC236}">
                    <a16:creationId xmlns:a16="http://schemas.microsoft.com/office/drawing/2014/main" id="{F9A5219C-7085-33D4-1DA2-90EC41346C81}"/>
                  </a:ext>
                </a:extLst>
              </p:cNvPr>
              <p:cNvSpPr/>
              <p:nvPr/>
            </p:nvSpPr>
            <p:spPr bwMode="auto">
              <a:xfrm>
                <a:off x="653059" y="3388032"/>
                <a:ext cx="731522" cy="731520"/>
              </a:xfrm>
              <a:prstGeom prst="ellipse">
                <a:avLst/>
              </a:prstGeom>
              <a:solidFill>
                <a:srgbClr val="7ECAF8">
                  <a:alpha val="3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6" name="Oval 925">
                <a:extLst>
                  <a:ext uri="{FF2B5EF4-FFF2-40B4-BE49-F238E27FC236}">
                    <a16:creationId xmlns:a16="http://schemas.microsoft.com/office/drawing/2014/main" id="{F9A5219C-7085-33D4-1DA2-90EC41346C81}"/>
                  </a:ext>
                </a:extLst>
              </p:cNvPr>
              <p:cNvSpPr/>
              <p:nvPr/>
            </p:nvSpPr>
            <p:spPr bwMode="auto">
              <a:xfrm>
                <a:off x="721336" y="3456308"/>
                <a:ext cx="594969" cy="594969"/>
              </a:xfrm>
              <a:prstGeom prst="ellipse">
                <a:avLst/>
              </a:prstGeom>
              <a:solidFill>
                <a:srgbClr val="4FB7F6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A73975B2-3204-406A-B089-4C875551B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940" y="3570912"/>
              <a:ext cx="365760" cy="365760"/>
            </a:xfrm>
            <a:prstGeom prst="rect">
              <a:avLst/>
            </a:prstGeom>
          </p:spPr>
        </p:pic>
      </p:grpSp>
      <p:cxnSp>
        <p:nvCxnSpPr>
          <p:cNvPr id="908" name="Straight Connector 907">
            <a:extLst>
              <a:ext uri="{FF2B5EF4-FFF2-40B4-BE49-F238E27FC236}">
                <a16:creationId xmlns:a16="http://schemas.microsoft.com/office/drawing/2014/main" id="{C71C8178-873F-3AA6-BC18-86EE17D2C96B}"/>
              </a:ext>
            </a:extLst>
          </p:cNvPr>
          <p:cNvCxnSpPr>
            <a:cxnSpLocks/>
          </p:cNvCxnSpPr>
          <p:nvPr/>
        </p:nvCxnSpPr>
        <p:spPr bwMode="auto">
          <a:xfrm>
            <a:off x="8851214" y="2577677"/>
            <a:ext cx="0" cy="3017520"/>
          </a:xfrm>
          <a:prstGeom prst="line">
            <a:avLst/>
          </a:prstGeom>
          <a:noFill/>
          <a:ln w="12700" cap="flat" cmpd="sng" algn="ctr">
            <a:solidFill>
              <a:srgbClr val="A2ABB0"/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909" name="Straight Connector 908">
            <a:extLst>
              <a:ext uri="{FF2B5EF4-FFF2-40B4-BE49-F238E27FC236}">
                <a16:creationId xmlns:a16="http://schemas.microsoft.com/office/drawing/2014/main" id="{7989F9BF-A481-5977-91FD-BEF95A053EAB}"/>
              </a:ext>
            </a:extLst>
          </p:cNvPr>
          <p:cNvCxnSpPr>
            <a:cxnSpLocks/>
          </p:cNvCxnSpPr>
          <p:nvPr/>
        </p:nvCxnSpPr>
        <p:spPr bwMode="auto">
          <a:xfrm>
            <a:off x="5447152" y="2577677"/>
            <a:ext cx="0" cy="3017520"/>
          </a:xfrm>
          <a:prstGeom prst="line">
            <a:avLst/>
          </a:prstGeom>
          <a:noFill/>
          <a:ln w="12700" cap="flat" cmpd="sng" algn="ctr">
            <a:solidFill>
              <a:srgbClr val="A2ABB0"/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3D9CAEBA-73C1-3030-85A8-6F8E7CF23EA0}"/>
              </a:ext>
            </a:extLst>
          </p:cNvPr>
          <p:cNvCxnSpPr>
            <a:cxnSpLocks/>
          </p:cNvCxnSpPr>
          <p:nvPr/>
        </p:nvCxnSpPr>
        <p:spPr bwMode="auto">
          <a:xfrm>
            <a:off x="2043090" y="2577677"/>
            <a:ext cx="0" cy="3017520"/>
          </a:xfrm>
          <a:prstGeom prst="line">
            <a:avLst/>
          </a:prstGeom>
          <a:noFill/>
          <a:ln w="12700" cap="flat" cmpd="sng" algn="ctr">
            <a:solidFill>
              <a:srgbClr val="A2ABB0"/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3C54AEA4-8A66-CFA9-6B82-7F42B77EB5EA}"/>
              </a:ext>
            </a:extLst>
          </p:cNvPr>
          <p:cNvCxnSpPr/>
          <p:nvPr/>
        </p:nvCxnSpPr>
        <p:spPr bwMode="auto">
          <a:xfrm>
            <a:off x="99155" y="4626295"/>
            <a:ext cx="8778240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33" name="TextBox 932">
            <a:extLst>
              <a:ext uri="{FF2B5EF4-FFF2-40B4-BE49-F238E27FC236}">
                <a16:creationId xmlns:a16="http://schemas.microsoft.com/office/drawing/2014/main" id="{96314EB4-7D7F-299C-5F9D-B688E9B83D80}"/>
              </a:ext>
            </a:extLst>
          </p:cNvPr>
          <p:cNvSpPr txBox="1"/>
          <p:nvPr/>
        </p:nvSpPr>
        <p:spPr>
          <a:xfrm>
            <a:off x="184299" y="5313108"/>
            <a:ext cx="169215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 err="1"/>
              <a:t>Turexc</a:t>
            </a:r>
            <a:r>
              <a:rPr lang="en-US" dirty="0"/>
              <a:t> </a:t>
            </a:r>
            <a:r>
              <a:rPr lang="en-US" dirty="0" err="1"/>
              <a:t>Epteursintoccae</a:t>
            </a:r>
            <a:endParaRPr lang="en-US" dirty="0"/>
          </a:p>
        </p:txBody>
      </p:sp>
      <p:grpSp>
        <p:nvGrpSpPr>
          <p:cNvPr id="939" name="Group 938">
            <a:extLst>
              <a:ext uri="{FF2B5EF4-FFF2-40B4-BE49-F238E27FC236}">
                <a16:creationId xmlns:a16="http://schemas.microsoft.com/office/drawing/2014/main" id="{EAB99594-ED49-D960-BD36-4C00FC9BBAC8}"/>
              </a:ext>
            </a:extLst>
          </p:cNvPr>
          <p:cNvGrpSpPr>
            <a:grpSpLocks noChangeAspect="1"/>
          </p:cNvGrpSpPr>
          <p:nvPr/>
        </p:nvGrpSpPr>
        <p:grpSpPr>
          <a:xfrm>
            <a:off x="698779" y="4699145"/>
            <a:ext cx="640082" cy="640080"/>
            <a:chOff x="653059" y="5192621"/>
            <a:chExt cx="731522" cy="731520"/>
          </a:xfrm>
        </p:grpSpPr>
        <p:grpSp>
          <p:nvGrpSpPr>
            <p:cNvPr id="935" name="Group 934">
              <a:extLst>
                <a:ext uri="{FF2B5EF4-FFF2-40B4-BE49-F238E27FC236}">
                  <a16:creationId xmlns:a16="http://schemas.microsoft.com/office/drawing/2014/main" id="{1819BB0B-B488-923C-1A4B-7CB8040C5844}"/>
                </a:ext>
              </a:extLst>
            </p:cNvPr>
            <p:cNvGrpSpPr/>
            <p:nvPr/>
          </p:nvGrpSpPr>
          <p:grpSpPr>
            <a:xfrm>
              <a:off x="653059" y="5192621"/>
              <a:ext cx="731522" cy="731520"/>
              <a:chOff x="653059" y="3388032"/>
              <a:chExt cx="731522" cy="731520"/>
            </a:xfrm>
          </p:grpSpPr>
          <p:sp>
            <p:nvSpPr>
              <p:cNvPr id="937" name="Oval 936">
                <a:extLst>
                  <a:ext uri="{FF2B5EF4-FFF2-40B4-BE49-F238E27FC236}">
                    <a16:creationId xmlns:a16="http://schemas.microsoft.com/office/drawing/2014/main" id="{2A53018A-7196-3D42-8AE4-E2DD78FBD68C}"/>
                  </a:ext>
                </a:extLst>
              </p:cNvPr>
              <p:cNvSpPr/>
              <p:nvPr/>
            </p:nvSpPr>
            <p:spPr bwMode="auto">
              <a:xfrm>
                <a:off x="653059" y="3388032"/>
                <a:ext cx="731522" cy="731520"/>
              </a:xfrm>
              <a:prstGeom prst="ellipse">
                <a:avLst/>
              </a:prstGeom>
              <a:solidFill>
                <a:srgbClr val="7ECAF8">
                  <a:alpha val="3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8" name="Oval 937">
                <a:extLst>
                  <a:ext uri="{FF2B5EF4-FFF2-40B4-BE49-F238E27FC236}">
                    <a16:creationId xmlns:a16="http://schemas.microsoft.com/office/drawing/2014/main" id="{F5ADD3BD-F1CE-F08C-D7E3-6B80C0EEEC66}"/>
                  </a:ext>
                </a:extLst>
              </p:cNvPr>
              <p:cNvSpPr/>
              <p:nvPr/>
            </p:nvSpPr>
            <p:spPr bwMode="auto">
              <a:xfrm>
                <a:off x="721336" y="3456308"/>
                <a:ext cx="594969" cy="594969"/>
              </a:xfrm>
              <a:prstGeom prst="ellipse">
                <a:avLst/>
              </a:prstGeom>
              <a:solidFill>
                <a:srgbClr val="4FB7F6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19FF29BE-FDEC-3972-BCE4-9426F6C59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1840" y="5375501"/>
              <a:ext cx="353961" cy="36576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7A79D9C-867F-BC9E-CD25-E407C7508614}"/>
              </a:ext>
            </a:extLst>
          </p:cNvPr>
          <p:cNvSpPr/>
          <p:nvPr/>
        </p:nvSpPr>
        <p:spPr>
          <a:xfrm>
            <a:off x="67889" y="6254837"/>
            <a:ext cx="11417492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Catc: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[1] Upida tatnon proi DEN tsun ti nculpaqu iof ficiadeser untmollitan imi destla borumcurab iturno nnul lasitam etn isltempusconv allisquisaclect uspellente. </a:t>
            </a:r>
            <a:endParaRPr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7D990CE-0CB9-4690-8C23-A65E982AB9E5}"/>
              </a:ext>
            </a:extLst>
          </p:cNvPr>
          <p:cNvSpPr/>
          <p:nvPr/>
        </p:nvSpPr>
        <p:spPr bwMode="auto">
          <a:xfrm>
            <a:off x="2609986" y="5803278"/>
            <a:ext cx="1796865" cy="289441"/>
          </a:xfrm>
          <a:prstGeom prst="roundRect">
            <a:avLst>
              <a:gd name="adj" fmla="val 16725"/>
            </a:avLst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l-NL" sz="1100" b="1">
                <a:solidFill>
                  <a:schemeClr val="tx1"/>
                </a:solidFill>
                <a:latin typeface="Arial (Body)"/>
              </a:rPr>
              <a:t>Squeinip Sumidorcip</a:t>
            </a:r>
            <a:endParaRPr kumimoji="0" lang="nl-NL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(Body)"/>
            </a:endParaRPr>
          </a:p>
        </p:txBody>
      </p:sp>
      <p:sp>
        <p:nvSpPr>
          <p:cNvPr id="940" name="Oval 939">
            <a:extLst>
              <a:ext uri="{FF2B5EF4-FFF2-40B4-BE49-F238E27FC236}">
                <a16:creationId xmlns:a16="http://schemas.microsoft.com/office/drawing/2014/main" id="{721BC7C2-F02B-D8AB-20C2-C2E203C5232B}"/>
              </a:ext>
            </a:extLst>
          </p:cNvPr>
          <p:cNvSpPr>
            <a:spLocks noChangeAspect="1"/>
          </p:cNvSpPr>
          <p:nvPr/>
        </p:nvSpPr>
        <p:spPr bwMode="auto">
          <a:xfrm>
            <a:off x="2185068" y="5742258"/>
            <a:ext cx="411480" cy="411480"/>
          </a:xfrm>
          <a:prstGeom prst="ellipse">
            <a:avLst/>
          </a:prstGeom>
          <a:solidFill>
            <a:srgbClr val="FFE39E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26D77B1-BC75-4F8C-EAA8-6437098B10D0}"/>
              </a:ext>
            </a:extLst>
          </p:cNvPr>
          <p:cNvSpPr/>
          <p:nvPr/>
        </p:nvSpPr>
        <p:spPr bwMode="auto">
          <a:xfrm>
            <a:off x="6344662" y="5803278"/>
            <a:ext cx="1856750" cy="289441"/>
          </a:xfrm>
          <a:prstGeom prst="roundRect">
            <a:avLst>
              <a:gd name="adj" fmla="val 16725"/>
            </a:avLst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Ortada Pibu Svivamus</a:t>
            </a:r>
          </a:p>
        </p:txBody>
      </p:sp>
      <p:sp>
        <p:nvSpPr>
          <p:cNvPr id="941" name="Oval 940">
            <a:extLst>
              <a:ext uri="{FF2B5EF4-FFF2-40B4-BE49-F238E27FC236}">
                <a16:creationId xmlns:a16="http://schemas.microsoft.com/office/drawing/2014/main" id="{8C467052-41E2-7A22-B8E2-C9D3DF1405FF}"/>
              </a:ext>
            </a:extLst>
          </p:cNvPr>
          <p:cNvSpPr>
            <a:spLocks noChangeAspect="1"/>
          </p:cNvSpPr>
          <p:nvPr/>
        </p:nvSpPr>
        <p:spPr bwMode="auto">
          <a:xfrm>
            <a:off x="5932179" y="5742258"/>
            <a:ext cx="411480" cy="411480"/>
          </a:xfrm>
          <a:prstGeom prst="ellipse">
            <a:avLst/>
          </a:prstGeom>
          <a:solidFill>
            <a:srgbClr val="FFE39E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59E454-1A25-92DC-3CD4-FCBB559A5281}"/>
              </a:ext>
            </a:extLst>
          </p:cNvPr>
          <p:cNvSpPr txBox="1"/>
          <p:nvPr/>
        </p:nvSpPr>
        <p:spPr>
          <a:xfrm>
            <a:off x="9977523" y="5817193"/>
            <a:ext cx="14382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100" b="1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Suscip Ittortoreg</a:t>
            </a:r>
          </a:p>
        </p:txBody>
      </p:sp>
      <p:sp>
        <p:nvSpPr>
          <p:cNvPr id="942" name="Oval 941">
            <a:extLst>
              <a:ext uri="{FF2B5EF4-FFF2-40B4-BE49-F238E27FC236}">
                <a16:creationId xmlns:a16="http://schemas.microsoft.com/office/drawing/2014/main" id="{80C98EBB-7E91-A56B-CA9E-F4991EEAAB72}"/>
              </a:ext>
            </a:extLst>
          </p:cNvPr>
          <p:cNvSpPr>
            <a:spLocks noChangeAspect="1"/>
          </p:cNvSpPr>
          <p:nvPr/>
        </p:nvSpPr>
        <p:spPr bwMode="auto">
          <a:xfrm>
            <a:off x="9536736" y="5742258"/>
            <a:ext cx="411480" cy="411480"/>
          </a:xfrm>
          <a:prstGeom prst="ellipse">
            <a:avLst/>
          </a:prstGeom>
          <a:solidFill>
            <a:srgbClr val="FFE39E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66B03CF-8A63-DF2F-AEF0-D95DB8C17D94}"/>
              </a:ext>
            </a:extLst>
          </p:cNvPr>
          <p:cNvCxnSpPr>
            <a:cxnSpLocks/>
          </p:cNvCxnSpPr>
          <p:nvPr/>
        </p:nvCxnSpPr>
        <p:spPr bwMode="auto">
          <a:xfrm>
            <a:off x="4676220" y="5650818"/>
            <a:ext cx="0" cy="59436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1CBF47-8562-2707-531E-C9F9662C0091}"/>
              </a:ext>
            </a:extLst>
          </p:cNvPr>
          <p:cNvCxnSpPr>
            <a:cxnSpLocks/>
          </p:cNvCxnSpPr>
          <p:nvPr/>
        </p:nvCxnSpPr>
        <p:spPr bwMode="auto">
          <a:xfrm>
            <a:off x="9267367" y="5650818"/>
            <a:ext cx="0" cy="59436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24519F51-FC81-0BA2-62C0-E27FD60FEB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62792" y="5819982"/>
            <a:ext cx="256032" cy="25603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4F4A6EF-504D-624E-087F-BB512A5DE7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14848" y="5819982"/>
            <a:ext cx="246142" cy="25603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0CCB9440-4B37-593A-E679-DCA0D0AC74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06469" y="5810838"/>
            <a:ext cx="272014" cy="2743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1660FE0-B82D-E71D-C41B-AD7EC8587812}"/>
              </a:ext>
            </a:extLst>
          </p:cNvPr>
          <p:cNvGrpSpPr/>
          <p:nvPr/>
        </p:nvGrpSpPr>
        <p:grpSpPr>
          <a:xfrm>
            <a:off x="99156" y="934660"/>
            <a:ext cx="11993688" cy="2026372"/>
            <a:chOff x="85991" y="895985"/>
            <a:chExt cx="11993688" cy="224976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1C9686A-396F-3BF1-6C27-5AA4FFBD8795}"/>
                </a:ext>
              </a:extLst>
            </p:cNvPr>
            <p:cNvSpPr/>
            <p:nvPr/>
          </p:nvSpPr>
          <p:spPr bwMode="auto">
            <a:xfrm>
              <a:off x="6754955" y="895986"/>
              <a:ext cx="5324724" cy="2249765"/>
            </a:xfrm>
            <a:prstGeom prst="roundRect">
              <a:avLst>
                <a:gd name="adj" fmla="val 3467"/>
              </a:avLst>
            </a:prstGeom>
            <a:pattFill prst="dotGrid">
              <a:fgClr>
                <a:srgbClr val="95A3BD"/>
              </a:fgClr>
              <a:bgClr>
                <a:srgbClr val="A4AFC4"/>
              </a:bgClr>
            </a:patt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>
                <a:solidFill>
                  <a:srgbClr val="FFFFFF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2BCE51E-6730-20EA-BDEA-2B0398CC9DCA}"/>
                </a:ext>
              </a:extLst>
            </p:cNvPr>
            <p:cNvSpPr/>
            <p:nvPr/>
          </p:nvSpPr>
          <p:spPr bwMode="auto">
            <a:xfrm>
              <a:off x="85991" y="895986"/>
              <a:ext cx="3609441" cy="2249766"/>
            </a:xfrm>
            <a:prstGeom prst="roundRect">
              <a:avLst>
                <a:gd name="adj" fmla="val 2626"/>
              </a:avLst>
            </a:prstGeom>
            <a:gradFill>
              <a:gsLst>
                <a:gs pos="100000">
                  <a:srgbClr val="CDE1F0"/>
                </a:gs>
                <a:gs pos="49000">
                  <a:srgbClr val="BFCDD7"/>
                </a:gs>
              </a:gsLst>
              <a:lin ang="0" scaled="0"/>
            </a:gradFill>
            <a:ln w="6350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>
                <a:solidFill>
                  <a:srgbClr val="FFFFFF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DED15CF-C440-95F1-FFAC-F51486380425}"/>
                </a:ext>
              </a:extLst>
            </p:cNvPr>
            <p:cNvSpPr/>
            <p:nvPr/>
          </p:nvSpPr>
          <p:spPr bwMode="auto">
            <a:xfrm flipH="1">
              <a:off x="3540392" y="895987"/>
              <a:ext cx="3291840" cy="2249766"/>
            </a:xfrm>
            <a:prstGeom prst="roundRect">
              <a:avLst>
                <a:gd name="adj" fmla="val 2626"/>
              </a:avLst>
            </a:prstGeom>
            <a:gradFill>
              <a:gsLst>
                <a:gs pos="0">
                  <a:srgbClr val="C7D7E2"/>
                </a:gs>
                <a:gs pos="23000">
                  <a:srgbClr val="CDE2F1"/>
                </a:gs>
                <a:gs pos="100000">
                  <a:srgbClr val="CDE1F0"/>
                </a:gs>
              </a:gsLst>
              <a:lin ang="0" scaled="0"/>
            </a:gradFill>
            <a:ln w="6350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>
                <a:solidFill>
                  <a:srgbClr val="FFFFFF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E63B791-B6D0-659B-5388-34101D1C221A}"/>
                </a:ext>
              </a:extLst>
            </p:cNvPr>
            <p:cNvSpPr/>
            <p:nvPr/>
          </p:nvSpPr>
          <p:spPr bwMode="auto">
            <a:xfrm>
              <a:off x="6762967" y="895985"/>
              <a:ext cx="5290382" cy="2249766"/>
            </a:xfrm>
            <a:prstGeom prst="roundRect">
              <a:avLst>
                <a:gd name="adj" fmla="val 3467"/>
              </a:avLst>
            </a:prstGeom>
            <a:gradFill>
              <a:gsLst>
                <a:gs pos="0">
                  <a:srgbClr val="C7D8E3"/>
                </a:gs>
                <a:gs pos="50000">
                  <a:srgbClr val="A4AFC4">
                    <a:alpha val="19000"/>
                  </a:srgbClr>
                </a:gs>
                <a:gs pos="100000">
                  <a:srgbClr val="A4AFC4">
                    <a:alpha val="0"/>
                  </a:srgb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b="1">
                  <a:solidFill>
                    <a:srgbClr val="FFFFFF"/>
                  </a:solidFill>
                  <a:latin typeface="Arial" panose="020B0604020202020204" pitchFamily="34" charset="0"/>
                  <a:cs typeface="Arial"/>
                </a:rPr>
                <a:t> </a:t>
              </a:r>
              <a:endParaRPr lang="en-US" sz="1100" b="1">
                <a:solidFill>
                  <a:srgbClr val="FFFFFF"/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  <p:grpSp>
        <p:nvGrpSpPr>
          <p:cNvPr id="14" name="Graphic 35">
            <a:extLst>
              <a:ext uri="{FF2B5EF4-FFF2-40B4-BE49-F238E27FC236}">
                <a16:creationId xmlns:a16="http://schemas.microsoft.com/office/drawing/2014/main" id="{A8201D14-178F-D8A7-CE36-53ED25E5DA5A}"/>
              </a:ext>
            </a:extLst>
          </p:cNvPr>
          <p:cNvGrpSpPr/>
          <p:nvPr/>
        </p:nvGrpSpPr>
        <p:grpSpPr>
          <a:xfrm>
            <a:off x="1643901" y="1595178"/>
            <a:ext cx="47697" cy="46791"/>
            <a:chOff x="2870120" y="3597354"/>
            <a:chExt cx="37624" cy="36909"/>
          </a:xfrm>
          <a:solidFill>
            <a:srgbClr val="FFFFFF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350CD8-8718-F3B7-81A1-1006416C0C94}"/>
                </a:ext>
              </a:extLst>
            </p:cNvPr>
            <p:cNvSpPr/>
            <p:nvPr/>
          </p:nvSpPr>
          <p:spPr>
            <a:xfrm>
              <a:off x="2871073" y="3597354"/>
              <a:ext cx="36671" cy="36909"/>
            </a:xfrm>
            <a:custGeom>
              <a:avLst/>
              <a:gdLst>
                <a:gd name="connsiteX0" fmla="*/ 34052 w 36671"/>
                <a:gd name="connsiteY0" fmla="*/ 36909 h 36909"/>
                <a:gd name="connsiteX1" fmla="*/ 31194 w 36671"/>
                <a:gd name="connsiteY1" fmla="*/ 35957 h 36909"/>
                <a:gd name="connsiteX2" fmla="*/ 714 w 36671"/>
                <a:gd name="connsiteY2" fmla="*/ 5477 h 36909"/>
                <a:gd name="connsiteX3" fmla="*/ 714 w 36671"/>
                <a:gd name="connsiteY3" fmla="*/ 714 h 36909"/>
                <a:gd name="connsiteX4" fmla="*/ 5477 w 36671"/>
                <a:gd name="connsiteY4" fmla="*/ 714 h 36909"/>
                <a:gd name="connsiteX5" fmla="*/ 35957 w 36671"/>
                <a:gd name="connsiteY5" fmla="*/ 31194 h 36909"/>
                <a:gd name="connsiteX6" fmla="*/ 35957 w 36671"/>
                <a:gd name="connsiteY6" fmla="*/ 35957 h 36909"/>
                <a:gd name="connsiteX7" fmla="*/ 34052 w 36671"/>
                <a:gd name="connsiteY7" fmla="*/ 36909 h 36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671" h="36909">
                  <a:moveTo>
                    <a:pt x="34052" y="36909"/>
                  </a:moveTo>
                  <a:cubicBezTo>
                    <a:pt x="33099" y="36909"/>
                    <a:pt x="32147" y="36909"/>
                    <a:pt x="31194" y="35957"/>
                  </a:cubicBezTo>
                  <a:lnTo>
                    <a:pt x="714" y="5477"/>
                  </a:lnTo>
                  <a:cubicBezTo>
                    <a:pt x="-238" y="4524"/>
                    <a:pt x="-238" y="1667"/>
                    <a:pt x="714" y="714"/>
                  </a:cubicBezTo>
                  <a:cubicBezTo>
                    <a:pt x="1667" y="-238"/>
                    <a:pt x="4524" y="-238"/>
                    <a:pt x="5477" y="714"/>
                  </a:cubicBezTo>
                  <a:lnTo>
                    <a:pt x="35957" y="31194"/>
                  </a:lnTo>
                  <a:cubicBezTo>
                    <a:pt x="36909" y="32147"/>
                    <a:pt x="36909" y="35004"/>
                    <a:pt x="35957" y="35957"/>
                  </a:cubicBezTo>
                  <a:cubicBezTo>
                    <a:pt x="35957" y="36909"/>
                    <a:pt x="35004" y="36909"/>
                    <a:pt x="34052" y="369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4F4A8E-2F00-F238-0A2F-C4769A1F6B0A}"/>
                </a:ext>
              </a:extLst>
            </p:cNvPr>
            <p:cNvSpPr/>
            <p:nvPr/>
          </p:nvSpPr>
          <p:spPr>
            <a:xfrm>
              <a:off x="2870120" y="3597354"/>
              <a:ext cx="36671" cy="36909"/>
            </a:xfrm>
            <a:custGeom>
              <a:avLst/>
              <a:gdLst>
                <a:gd name="connsiteX0" fmla="*/ 3572 w 36671"/>
                <a:gd name="connsiteY0" fmla="*/ 36909 h 36909"/>
                <a:gd name="connsiteX1" fmla="*/ 714 w 36671"/>
                <a:gd name="connsiteY1" fmla="*/ 35957 h 36909"/>
                <a:gd name="connsiteX2" fmla="*/ 714 w 36671"/>
                <a:gd name="connsiteY2" fmla="*/ 31194 h 36909"/>
                <a:gd name="connsiteX3" fmla="*/ 31194 w 36671"/>
                <a:gd name="connsiteY3" fmla="*/ 714 h 36909"/>
                <a:gd name="connsiteX4" fmla="*/ 35957 w 36671"/>
                <a:gd name="connsiteY4" fmla="*/ 714 h 36909"/>
                <a:gd name="connsiteX5" fmla="*/ 35957 w 36671"/>
                <a:gd name="connsiteY5" fmla="*/ 5477 h 36909"/>
                <a:gd name="connsiteX6" fmla="*/ 5477 w 36671"/>
                <a:gd name="connsiteY6" fmla="*/ 35957 h 36909"/>
                <a:gd name="connsiteX7" fmla="*/ 3572 w 36671"/>
                <a:gd name="connsiteY7" fmla="*/ 36909 h 36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671" h="36909">
                  <a:moveTo>
                    <a:pt x="3572" y="36909"/>
                  </a:moveTo>
                  <a:cubicBezTo>
                    <a:pt x="2619" y="36909"/>
                    <a:pt x="1667" y="36909"/>
                    <a:pt x="714" y="35957"/>
                  </a:cubicBezTo>
                  <a:cubicBezTo>
                    <a:pt x="-238" y="35004"/>
                    <a:pt x="-238" y="32147"/>
                    <a:pt x="714" y="31194"/>
                  </a:cubicBezTo>
                  <a:lnTo>
                    <a:pt x="31194" y="714"/>
                  </a:lnTo>
                  <a:cubicBezTo>
                    <a:pt x="32147" y="-238"/>
                    <a:pt x="35004" y="-238"/>
                    <a:pt x="35957" y="714"/>
                  </a:cubicBezTo>
                  <a:cubicBezTo>
                    <a:pt x="36909" y="1667"/>
                    <a:pt x="36909" y="4524"/>
                    <a:pt x="35957" y="5477"/>
                  </a:cubicBezTo>
                  <a:lnTo>
                    <a:pt x="5477" y="35957"/>
                  </a:lnTo>
                  <a:cubicBezTo>
                    <a:pt x="5477" y="36909"/>
                    <a:pt x="4524" y="36909"/>
                    <a:pt x="3572" y="369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6FAEA36-A793-3314-381C-A99114B5428F}"/>
              </a:ext>
            </a:extLst>
          </p:cNvPr>
          <p:cNvGrpSpPr>
            <a:grpSpLocks noChangeAspect="1"/>
          </p:cNvGrpSpPr>
          <p:nvPr/>
        </p:nvGrpSpPr>
        <p:grpSpPr>
          <a:xfrm>
            <a:off x="9275526" y="1361936"/>
            <a:ext cx="2470840" cy="1097279"/>
            <a:chOff x="9054265" y="1395273"/>
            <a:chExt cx="2735376" cy="121475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B71FC50-2FDD-EADA-B7E2-6AF04EB1B1CB}"/>
                </a:ext>
              </a:extLst>
            </p:cNvPr>
            <p:cNvSpPr/>
            <p:nvPr/>
          </p:nvSpPr>
          <p:spPr>
            <a:xfrm rot="5400000">
              <a:off x="9037099" y="1503763"/>
              <a:ext cx="104936" cy="70603"/>
            </a:xfrm>
            <a:custGeom>
              <a:avLst/>
              <a:gdLst>
                <a:gd name="connsiteX0" fmla="*/ 54716 w 57335"/>
                <a:gd name="connsiteY0" fmla="*/ 38576 h 38576"/>
                <a:gd name="connsiteX1" fmla="*/ 3281 w 57335"/>
                <a:gd name="connsiteY1" fmla="*/ 38576 h 38576"/>
                <a:gd name="connsiteX2" fmla="*/ 423 w 57335"/>
                <a:gd name="connsiteY2" fmla="*/ 36671 h 38576"/>
                <a:gd name="connsiteX3" fmla="*/ 423 w 57335"/>
                <a:gd name="connsiteY3" fmla="*/ 32861 h 38576"/>
                <a:gd name="connsiteX4" fmla="*/ 26141 w 57335"/>
                <a:gd name="connsiteY4" fmla="*/ 1429 h 38576"/>
                <a:gd name="connsiteX5" fmla="*/ 30903 w 57335"/>
                <a:gd name="connsiteY5" fmla="*/ 1429 h 38576"/>
                <a:gd name="connsiteX6" fmla="*/ 56621 w 57335"/>
                <a:gd name="connsiteY6" fmla="*/ 32861 h 38576"/>
                <a:gd name="connsiteX7" fmla="*/ 56621 w 57335"/>
                <a:gd name="connsiteY7" fmla="*/ 36671 h 38576"/>
                <a:gd name="connsiteX8" fmla="*/ 54716 w 57335"/>
                <a:gd name="connsiteY8" fmla="*/ 38576 h 38576"/>
                <a:gd name="connsiteX9" fmla="*/ 10901 w 57335"/>
                <a:gd name="connsiteY9" fmla="*/ 30956 h 38576"/>
                <a:gd name="connsiteX10" fmla="*/ 48048 w 57335"/>
                <a:gd name="connsiteY10" fmla="*/ 30956 h 38576"/>
                <a:gd name="connsiteX11" fmla="*/ 29951 w 57335"/>
                <a:gd name="connsiteY11" fmla="*/ 8096 h 38576"/>
                <a:gd name="connsiteX12" fmla="*/ 10901 w 57335"/>
                <a:gd name="connsiteY12" fmla="*/ 30956 h 3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335" h="38576">
                  <a:moveTo>
                    <a:pt x="54716" y="38576"/>
                  </a:moveTo>
                  <a:lnTo>
                    <a:pt x="3281" y="38576"/>
                  </a:lnTo>
                  <a:cubicBezTo>
                    <a:pt x="2328" y="38576"/>
                    <a:pt x="423" y="37624"/>
                    <a:pt x="423" y="36671"/>
                  </a:cubicBezTo>
                  <a:cubicBezTo>
                    <a:pt x="-529" y="35719"/>
                    <a:pt x="423" y="33814"/>
                    <a:pt x="423" y="32861"/>
                  </a:cubicBezTo>
                  <a:lnTo>
                    <a:pt x="26141" y="1429"/>
                  </a:lnTo>
                  <a:cubicBezTo>
                    <a:pt x="27093" y="-476"/>
                    <a:pt x="29951" y="-476"/>
                    <a:pt x="30903" y="1429"/>
                  </a:cubicBezTo>
                  <a:lnTo>
                    <a:pt x="56621" y="32861"/>
                  </a:lnTo>
                  <a:cubicBezTo>
                    <a:pt x="57573" y="33814"/>
                    <a:pt x="57573" y="35719"/>
                    <a:pt x="56621" y="36671"/>
                  </a:cubicBezTo>
                  <a:cubicBezTo>
                    <a:pt x="57573" y="37624"/>
                    <a:pt x="56621" y="38576"/>
                    <a:pt x="54716" y="38576"/>
                  </a:cubicBezTo>
                  <a:close/>
                  <a:moveTo>
                    <a:pt x="10901" y="30956"/>
                  </a:moveTo>
                  <a:lnTo>
                    <a:pt x="48048" y="30956"/>
                  </a:lnTo>
                  <a:lnTo>
                    <a:pt x="29951" y="8096"/>
                  </a:lnTo>
                  <a:lnTo>
                    <a:pt x="10901" y="30956"/>
                  </a:lnTo>
                  <a:close/>
                </a:path>
              </a:pathLst>
            </a:custGeom>
            <a:solidFill>
              <a:srgbClr val="95A3B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E1B3232-24A2-08C8-138B-C7F9C51DE03B}"/>
                </a:ext>
              </a:extLst>
            </p:cNvPr>
            <p:cNvSpPr txBox="1"/>
            <p:nvPr/>
          </p:nvSpPr>
          <p:spPr>
            <a:xfrm>
              <a:off x="9196367" y="1395273"/>
              <a:ext cx="686895" cy="3066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274320"/>
              <a:r>
                <a:rPr kumimoji="0" lang="en-US" sz="900" b="1" i="0" u="none" strike="noStrike" kern="1200" cap="none" normalizeH="0" baseline="0" noProof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ETFELI</a:t>
              </a:r>
              <a:r>
                <a:rPr kumimoji="0" lang="en-US" sz="900" b="1" i="0" u="none" strike="noStrike" kern="1200" cap="none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 SPORT</a:t>
              </a:r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3082609E-ACB8-3329-DE8C-C1E38AA5BD8C}"/>
                </a:ext>
              </a:extLst>
            </p:cNvPr>
            <p:cNvSpPr/>
            <p:nvPr/>
          </p:nvSpPr>
          <p:spPr>
            <a:xfrm>
              <a:off x="9975325" y="1776956"/>
              <a:ext cx="1301793" cy="794365"/>
            </a:xfrm>
            <a:custGeom>
              <a:avLst/>
              <a:gdLst>
                <a:gd name="connsiteX0" fmla="*/ 0 w 1473517"/>
                <a:gd name="connsiteY0" fmla="*/ 0 h 899160"/>
                <a:gd name="connsiteX1" fmla="*/ 1473518 w 1473517"/>
                <a:gd name="connsiteY1" fmla="*/ 0 h 899160"/>
                <a:gd name="connsiteX2" fmla="*/ 1473518 w 1473517"/>
                <a:gd name="connsiteY2" fmla="*/ 899160 h 899160"/>
                <a:gd name="connsiteX3" fmla="*/ 0 w 1473517"/>
                <a:gd name="connsiteY3" fmla="*/ 899160 h 89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3517" h="899160">
                  <a:moveTo>
                    <a:pt x="0" y="0"/>
                  </a:moveTo>
                  <a:lnTo>
                    <a:pt x="1473518" y="0"/>
                  </a:lnTo>
                  <a:lnTo>
                    <a:pt x="1473518" y="899160"/>
                  </a:lnTo>
                  <a:lnTo>
                    <a:pt x="0" y="899160"/>
                  </a:lnTo>
                  <a:close/>
                </a:path>
              </a:pathLst>
            </a:custGeom>
            <a:gradFill flip="none" rotWithShape="1">
              <a:gsLst>
                <a:gs pos="67000">
                  <a:srgbClr val="3FFFFF">
                    <a:alpha val="13000"/>
                  </a:srgbClr>
                </a:gs>
                <a:gs pos="0">
                  <a:srgbClr val="3FFFFF"/>
                </a:gs>
                <a:gs pos="100000">
                  <a:srgbClr val="A4AFC4">
                    <a:alpha val="0"/>
                  </a:srgbClr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3BC5DAB8-4FCC-5837-E19E-10E1CD58E6EF}"/>
                </a:ext>
              </a:extLst>
            </p:cNvPr>
            <p:cNvSpPr/>
            <p:nvPr/>
          </p:nvSpPr>
          <p:spPr>
            <a:xfrm>
              <a:off x="11590995" y="1939362"/>
              <a:ext cx="132955" cy="567163"/>
            </a:xfrm>
            <a:custGeom>
              <a:avLst/>
              <a:gdLst>
                <a:gd name="connsiteX0" fmla="*/ 0 w 150494"/>
                <a:gd name="connsiteY0" fmla="*/ 0 h 641985"/>
                <a:gd name="connsiteX1" fmla="*/ 150495 w 150494"/>
                <a:gd name="connsiteY1" fmla="*/ 0 h 641985"/>
                <a:gd name="connsiteX2" fmla="*/ 150495 w 150494"/>
                <a:gd name="connsiteY2" fmla="*/ 641985 h 641985"/>
                <a:gd name="connsiteX3" fmla="*/ 0 w 150494"/>
                <a:gd name="connsiteY3" fmla="*/ 641985 h 64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494" h="641985">
                  <a:moveTo>
                    <a:pt x="0" y="0"/>
                  </a:moveTo>
                  <a:lnTo>
                    <a:pt x="150495" y="0"/>
                  </a:lnTo>
                  <a:lnTo>
                    <a:pt x="150495" y="641985"/>
                  </a:lnTo>
                  <a:lnTo>
                    <a:pt x="0" y="641985"/>
                  </a:lnTo>
                  <a:close/>
                </a:path>
              </a:pathLst>
            </a:custGeom>
            <a:gradFill>
              <a:gsLst>
                <a:gs pos="67000">
                  <a:srgbClr val="3FFFFF">
                    <a:alpha val="13000"/>
                  </a:srgbClr>
                </a:gs>
                <a:gs pos="0">
                  <a:srgbClr val="3FFFFF"/>
                </a:gs>
                <a:gs pos="100000">
                  <a:srgbClr val="A4AFC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BCE5708F-8F91-4F58-68E9-F218D2C3271A}"/>
                </a:ext>
              </a:extLst>
            </p:cNvPr>
            <p:cNvSpPr/>
            <p:nvPr/>
          </p:nvSpPr>
          <p:spPr>
            <a:xfrm>
              <a:off x="9669524" y="2330653"/>
              <a:ext cx="213738" cy="279373"/>
            </a:xfrm>
            <a:custGeom>
              <a:avLst/>
              <a:gdLst>
                <a:gd name="connsiteX0" fmla="*/ 121920 w 241934"/>
                <a:gd name="connsiteY0" fmla="*/ 0 h 316229"/>
                <a:gd name="connsiteX1" fmla="*/ 16192 w 241934"/>
                <a:gd name="connsiteY1" fmla="*/ 0 h 316229"/>
                <a:gd name="connsiteX2" fmla="*/ 0 w 241934"/>
                <a:gd name="connsiteY2" fmla="*/ 16193 h 316229"/>
                <a:gd name="connsiteX3" fmla="*/ 0 w 241934"/>
                <a:gd name="connsiteY3" fmla="*/ 221933 h 316229"/>
                <a:gd name="connsiteX4" fmla="*/ 20955 w 241934"/>
                <a:gd name="connsiteY4" fmla="*/ 275273 h 316229"/>
                <a:gd name="connsiteX5" fmla="*/ 60007 w 241934"/>
                <a:gd name="connsiteY5" fmla="*/ 316230 h 316229"/>
                <a:gd name="connsiteX6" fmla="*/ 120967 w 241934"/>
                <a:gd name="connsiteY6" fmla="*/ 316230 h 316229"/>
                <a:gd name="connsiteX7" fmla="*/ 181927 w 241934"/>
                <a:gd name="connsiteY7" fmla="*/ 316230 h 316229"/>
                <a:gd name="connsiteX8" fmla="*/ 220980 w 241934"/>
                <a:gd name="connsiteY8" fmla="*/ 275273 h 316229"/>
                <a:gd name="connsiteX9" fmla="*/ 241935 w 241934"/>
                <a:gd name="connsiteY9" fmla="*/ 221933 h 316229"/>
                <a:gd name="connsiteX10" fmla="*/ 241935 w 241934"/>
                <a:gd name="connsiteY10" fmla="*/ 16193 h 316229"/>
                <a:gd name="connsiteX11" fmla="*/ 225742 w 241934"/>
                <a:gd name="connsiteY11" fmla="*/ 0 h 316229"/>
                <a:gd name="connsiteX12" fmla="*/ 121920 w 241934"/>
                <a:gd name="connsiteY12" fmla="*/ 0 h 316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1934" h="316229">
                  <a:moveTo>
                    <a:pt x="121920" y="0"/>
                  </a:moveTo>
                  <a:lnTo>
                    <a:pt x="16192" y="0"/>
                  </a:lnTo>
                  <a:cubicBezTo>
                    <a:pt x="7620" y="0"/>
                    <a:pt x="0" y="7620"/>
                    <a:pt x="0" y="16193"/>
                  </a:cubicBezTo>
                  <a:lnTo>
                    <a:pt x="0" y="221933"/>
                  </a:lnTo>
                  <a:cubicBezTo>
                    <a:pt x="0" y="241935"/>
                    <a:pt x="7620" y="260985"/>
                    <a:pt x="20955" y="275273"/>
                  </a:cubicBezTo>
                  <a:lnTo>
                    <a:pt x="60007" y="316230"/>
                  </a:lnTo>
                  <a:lnTo>
                    <a:pt x="120967" y="316230"/>
                  </a:lnTo>
                  <a:lnTo>
                    <a:pt x="181927" y="316230"/>
                  </a:lnTo>
                  <a:lnTo>
                    <a:pt x="220980" y="275273"/>
                  </a:lnTo>
                  <a:cubicBezTo>
                    <a:pt x="234315" y="260985"/>
                    <a:pt x="241935" y="241935"/>
                    <a:pt x="241935" y="221933"/>
                  </a:cubicBezTo>
                  <a:lnTo>
                    <a:pt x="241935" y="16193"/>
                  </a:lnTo>
                  <a:cubicBezTo>
                    <a:pt x="241935" y="7620"/>
                    <a:pt x="234315" y="0"/>
                    <a:pt x="225742" y="0"/>
                  </a:cubicBezTo>
                  <a:lnTo>
                    <a:pt x="121920" y="0"/>
                  </a:lnTo>
                  <a:close/>
                </a:path>
              </a:pathLst>
            </a:custGeom>
            <a:solidFill>
              <a:srgbClr val="FFD55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4E8D23FC-119D-AF61-FF0B-75334FF7B385}"/>
                </a:ext>
              </a:extLst>
            </p:cNvPr>
            <p:cNvSpPr/>
            <p:nvPr/>
          </p:nvSpPr>
          <p:spPr>
            <a:xfrm>
              <a:off x="9777234" y="2350849"/>
              <a:ext cx="86673" cy="236458"/>
            </a:xfrm>
            <a:custGeom>
              <a:avLst/>
              <a:gdLst>
                <a:gd name="connsiteX0" fmla="*/ 46672 w 98107"/>
                <a:gd name="connsiteY0" fmla="*/ 0 h 267652"/>
                <a:gd name="connsiteX1" fmla="*/ 46672 w 98107"/>
                <a:gd name="connsiteY1" fmla="*/ 198120 h 267652"/>
                <a:gd name="connsiteX2" fmla="*/ 32385 w 98107"/>
                <a:gd name="connsiteY2" fmla="*/ 234315 h 267652"/>
                <a:gd name="connsiteX3" fmla="*/ 0 w 98107"/>
                <a:gd name="connsiteY3" fmla="*/ 267653 h 267652"/>
                <a:gd name="connsiteX4" fmla="*/ 20955 w 98107"/>
                <a:gd name="connsiteY4" fmla="*/ 267653 h 267652"/>
                <a:gd name="connsiteX5" fmla="*/ 72390 w 98107"/>
                <a:gd name="connsiteY5" fmla="*/ 245745 h 267652"/>
                <a:gd name="connsiteX6" fmla="*/ 83820 w 98107"/>
                <a:gd name="connsiteY6" fmla="*/ 234315 h 267652"/>
                <a:gd name="connsiteX7" fmla="*/ 98107 w 98107"/>
                <a:gd name="connsiteY7" fmla="*/ 198120 h 267652"/>
                <a:gd name="connsiteX8" fmla="*/ 98107 w 98107"/>
                <a:gd name="connsiteY8" fmla="*/ 0 h 267652"/>
                <a:gd name="connsiteX9" fmla="*/ 46672 w 98107"/>
                <a:gd name="connsiteY9" fmla="*/ 0 h 267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107" h="267652">
                  <a:moveTo>
                    <a:pt x="46672" y="0"/>
                  </a:moveTo>
                  <a:lnTo>
                    <a:pt x="46672" y="198120"/>
                  </a:lnTo>
                  <a:cubicBezTo>
                    <a:pt x="46672" y="211455"/>
                    <a:pt x="40957" y="224790"/>
                    <a:pt x="32385" y="234315"/>
                  </a:cubicBezTo>
                  <a:lnTo>
                    <a:pt x="0" y="267653"/>
                  </a:lnTo>
                  <a:lnTo>
                    <a:pt x="20955" y="267653"/>
                  </a:lnTo>
                  <a:cubicBezTo>
                    <a:pt x="40005" y="267653"/>
                    <a:pt x="59055" y="260032"/>
                    <a:pt x="72390" y="245745"/>
                  </a:cubicBezTo>
                  <a:lnTo>
                    <a:pt x="83820" y="234315"/>
                  </a:lnTo>
                  <a:cubicBezTo>
                    <a:pt x="93345" y="224790"/>
                    <a:pt x="98107" y="211455"/>
                    <a:pt x="98107" y="198120"/>
                  </a:cubicBezTo>
                  <a:lnTo>
                    <a:pt x="98107" y="0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EDAE4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F9C0151E-5A02-9C3F-2CC1-4B806D724FD2}"/>
                </a:ext>
              </a:extLst>
            </p:cNvPr>
            <p:cNvSpPr/>
            <p:nvPr/>
          </p:nvSpPr>
          <p:spPr>
            <a:xfrm>
              <a:off x="9934932" y="2571319"/>
              <a:ext cx="1370794" cy="38709"/>
            </a:xfrm>
            <a:custGeom>
              <a:avLst/>
              <a:gdLst>
                <a:gd name="connsiteX0" fmla="*/ 1524953 w 1551622"/>
                <a:gd name="connsiteY0" fmla="*/ 43815 h 43814"/>
                <a:gd name="connsiteX1" fmla="*/ 26670 w 1551622"/>
                <a:gd name="connsiteY1" fmla="*/ 43815 h 43814"/>
                <a:gd name="connsiteX2" fmla="*/ 0 w 1551622"/>
                <a:gd name="connsiteY2" fmla="*/ 21908 h 43814"/>
                <a:gd name="connsiteX3" fmla="*/ 0 w 1551622"/>
                <a:gd name="connsiteY3" fmla="*/ 21908 h 43814"/>
                <a:gd name="connsiteX4" fmla="*/ 26670 w 1551622"/>
                <a:gd name="connsiteY4" fmla="*/ 0 h 43814"/>
                <a:gd name="connsiteX5" fmla="*/ 1524953 w 1551622"/>
                <a:gd name="connsiteY5" fmla="*/ 0 h 43814"/>
                <a:gd name="connsiteX6" fmla="*/ 1551623 w 1551622"/>
                <a:gd name="connsiteY6" fmla="*/ 21908 h 43814"/>
                <a:gd name="connsiteX7" fmla="*/ 1551623 w 1551622"/>
                <a:gd name="connsiteY7" fmla="*/ 21908 h 43814"/>
                <a:gd name="connsiteX8" fmla="*/ 1524953 w 1551622"/>
                <a:gd name="connsiteY8" fmla="*/ 43815 h 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1622" h="43814">
                  <a:moveTo>
                    <a:pt x="1524953" y="43815"/>
                  </a:moveTo>
                  <a:lnTo>
                    <a:pt x="26670" y="43815"/>
                  </a:lnTo>
                  <a:cubicBezTo>
                    <a:pt x="11430" y="43815"/>
                    <a:pt x="0" y="34290"/>
                    <a:pt x="0" y="21908"/>
                  </a:cubicBezTo>
                  <a:lnTo>
                    <a:pt x="0" y="21908"/>
                  </a:lnTo>
                  <a:cubicBezTo>
                    <a:pt x="0" y="9525"/>
                    <a:pt x="12383" y="0"/>
                    <a:pt x="26670" y="0"/>
                  </a:cubicBezTo>
                  <a:lnTo>
                    <a:pt x="1524953" y="0"/>
                  </a:lnTo>
                  <a:cubicBezTo>
                    <a:pt x="1540193" y="0"/>
                    <a:pt x="1551623" y="9525"/>
                    <a:pt x="1551623" y="21908"/>
                  </a:cubicBezTo>
                  <a:lnTo>
                    <a:pt x="1551623" y="21908"/>
                  </a:lnTo>
                  <a:cubicBezTo>
                    <a:pt x="1551623" y="33338"/>
                    <a:pt x="1539240" y="43815"/>
                    <a:pt x="1524953" y="43815"/>
                  </a:cubicBezTo>
                  <a:close/>
                </a:path>
              </a:pathLst>
            </a:custGeom>
            <a:solidFill>
              <a:srgbClr val="4D51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DED7A2D4-638F-5CCF-4BD3-0172F47EFBFE}"/>
                </a:ext>
              </a:extLst>
            </p:cNvPr>
            <p:cNvSpPr/>
            <p:nvPr/>
          </p:nvSpPr>
          <p:spPr>
            <a:xfrm>
              <a:off x="11535455" y="2506525"/>
              <a:ext cx="245716" cy="69002"/>
            </a:xfrm>
            <a:custGeom>
              <a:avLst/>
              <a:gdLst>
                <a:gd name="connsiteX0" fmla="*/ 235268 w 278130"/>
                <a:gd name="connsiteY0" fmla="*/ 11430 h 78104"/>
                <a:gd name="connsiteX1" fmla="*/ 214313 w 278130"/>
                <a:gd name="connsiteY1" fmla="*/ 0 h 78104"/>
                <a:gd name="connsiteX2" fmla="*/ 139065 w 278130"/>
                <a:gd name="connsiteY2" fmla="*/ 0 h 78104"/>
                <a:gd name="connsiteX3" fmla="*/ 63818 w 278130"/>
                <a:gd name="connsiteY3" fmla="*/ 0 h 78104"/>
                <a:gd name="connsiteX4" fmla="*/ 42863 w 278130"/>
                <a:gd name="connsiteY4" fmla="*/ 11430 h 78104"/>
                <a:gd name="connsiteX5" fmla="*/ 0 w 278130"/>
                <a:gd name="connsiteY5" fmla="*/ 78105 h 78104"/>
                <a:gd name="connsiteX6" fmla="*/ 140018 w 278130"/>
                <a:gd name="connsiteY6" fmla="*/ 78105 h 78104"/>
                <a:gd name="connsiteX7" fmla="*/ 278130 w 278130"/>
                <a:gd name="connsiteY7" fmla="*/ 78105 h 78104"/>
                <a:gd name="connsiteX8" fmla="*/ 235268 w 278130"/>
                <a:gd name="connsiteY8" fmla="*/ 11430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8130" h="78104">
                  <a:moveTo>
                    <a:pt x="235268" y="11430"/>
                  </a:moveTo>
                  <a:cubicBezTo>
                    <a:pt x="230505" y="4763"/>
                    <a:pt x="222885" y="0"/>
                    <a:pt x="214313" y="0"/>
                  </a:cubicBezTo>
                  <a:lnTo>
                    <a:pt x="139065" y="0"/>
                  </a:lnTo>
                  <a:lnTo>
                    <a:pt x="63818" y="0"/>
                  </a:lnTo>
                  <a:cubicBezTo>
                    <a:pt x="55245" y="0"/>
                    <a:pt x="47625" y="3810"/>
                    <a:pt x="42863" y="11430"/>
                  </a:cubicBezTo>
                  <a:lnTo>
                    <a:pt x="0" y="78105"/>
                  </a:lnTo>
                  <a:lnTo>
                    <a:pt x="140018" y="78105"/>
                  </a:lnTo>
                  <a:lnTo>
                    <a:pt x="278130" y="78105"/>
                  </a:lnTo>
                  <a:lnTo>
                    <a:pt x="235268" y="11430"/>
                  </a:lnTo>
                  <a:close/>
                </a:path>
              </a:pathLst>
            </a:custGeom>
            <a:solidFill>
              <a:srgbClr val="72CE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538A270D-4FC0-D957-4C9D-DE0992B2A219}"/>
                </a:ext>
              </a:extLst>
            </p:cNvPr>
            <p:cNvSpPr/>
            <p:nvPr/>
          </p:nvSpPr>
          <p:spPr>
            <a:xfrm>
              <a:off x="11566171" y="2519147"/>
              <a:ext cx="185128" cy="42915"/>
            </a:xfrm>
            <a:custGeom>
              <a:avLst/>
              <a:gdLst>
                <a:gd name="connsiteX0" fmla="*/ 199549 w 209549"/>
                <a:gd name="connsiteY0" fmla="*/ 48577 h 48577"/>
                <a:gd name="connsiteX1" fmla="*/ 9049 w 209549"/>
                <a:gd name="connsiteY1" fmla="*/ 48577 h 48577"/>
                <a:gd name="connsiteX2" fmla="*/ 1428 w 209549"/>
                <a:gd name="connsiteY2" fmla="*/ 43815 h 48577"/>
                <a:gd name="connsiteX3" fmla="*/ 1428 w 209549"/>
                <a:gd name="connsiteY3" fmla="*/ 34290 h 48577"/>
                <a:gd name="connsiteX4" fmla="*/ 20478 w 209549"/>
                <a:gd name="connsiteY4" fmla="*/ 4763 h 48577"/>
                <a:gd name="connsiteX5" fmla="*/ 29051 w 209549"/>
                <a:gd name="connsiteY5" fmla="*/ 0 h 48577"/>
                <a:gd name="connsiteX6" fmla="*/ 180499 w 209549"/>
                <a:gd name="connsiteY6" fmla="*/ 0 h 48577"/>
                <a:gd name="connsiteX7" fmla="*/ 189071 w 209549"/>
                <a:gd name="connsiteY7" fmla="*/ 4763 h 48577"/>
                <a:gd name="connsiteX8" fmla="*/ 208121 w 209549"/>
                <a:gd name="connsiteY8" fmla="*/ 34290 h 48577"/>
                <a:gd name="connsiteX9" fmla="*/ 208121 w 209549"/>
                <a:gd name="connsiteY9" fmla="*/ 43815 h 48577"/>
                <a:gd name="connsiteX10" fmla="*/ 199549 w 209549"/>
                <a:gd name="connsiteY10" fmla="*/ 48577 h 48577"/>
                <a:gd name="connsiteX11" fmla="*/ 28099 w 209549"/>
                <a:gd name="connsiteY11" fmla="*/ 4763 h 48577"/>
                <a:gd name="connsiteX12" fmla="*/ 22384 w 209549"/>
                <a:gd name="connsiteY12" fmla="*/ 7620 h 48577"/>
                <a:gd name="connsiteX13" fmla="*/ 3334 w 209549"/>
                <a:gd name="connsiteY13" fmla="*/ 37147 h 48577"/>
                <a:gd name="connsiteX14" fmla="*/ 3334 w 209549"/>
                <a:gd name="connsiteY14" fmla="*/ 42863 h 48577"/>
                <a:gd name="connsiteX15" fmla="*/ 8096 w 209549"/>
                <a:gd name="connsiteY15" fmla="*/ 45720 h 48577"/>
                <a:gd name="connsiteX16" fmla="*/ 198596 w 209549"/>
                <a:gd name="connsiteY16" fmla="*/ 45720 h 48577"/>
                <a:gd name="connsiteX17" fmla="*/ 203359 w 209549"/>
                <a:gd name="connsiteY17" fmla="*/ 42863 h 48577"/>
                <a:gd name="connsiteX18" fmla="*/ 203359 w 209549"/>
                <a:gd name="connsiteY18" fmla="*/ 37147 h 48577"/>
                <a:gd name="connsiteX19" fmla="*/ 184309 w 209549"/>
                <a:gd name="connsiteY19" fmla="*/ 7620 h 48577"/>
                <a:gd name="connsiteX20" fmla="*/ 178594 w 209549"/>
                <a:gd name="connsiteY20" fmla="*/ 4763 h 48577"/>
                <a:gd name="connsiteX21" fmla="*/ 28099 w 209549"/>
                <a:gd name="connsiteY21" fmla="*/ 4763 h 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9549" h="48577">
                  <a:moveTo>
                    <a:pt x="199549" y="48577"/>
                  </a:moveTo>
                  <a:lnTo>
                    <a:pt x="9049" y="48577"/>
                  </a:lnTo>
                  <a:cubicBezTo>
                    <a:pt x="5239" y="48577"/>
                    <a:pt x="2381" y="46672"/>
                    <a:pt x="1428" y="43815"/>
                  </a:cubicBezTo>
                  <a:cubicBezTo>
                    <a:pt x="-476" y="40957"/>
                    <a:pt x="-476" y="37147"/>
                    <a:pt x="1428" y="34290"/>
                  </a:cubicBezTo>
                  <a:lnTo>
                    <a:pt x="20478" y="4763"/>
                  </a:lnTo>
                  <a:cubicBezTo>
                    <a:pt x="22384" y="1905"/>
                    <a:pt x="25241" y="0"/>
                    <a:pt x="29051" y="0"/>
                  </a:cubicBezTo>
                  <a:lnTo>
                    <a:pt x="180499" y="0"/>
                  </a:lnTo>
                  <a:cubicBezTo>
                    <a:pt x="184309" y="0"/>
                    <a:pt x="187166" y="1905"/>
                    <a:pt x="189071" y="4763"/>
                  </a:cubicBezTo>
                  <a:lnTo>
                    <a:pt x="208121" y="34290"/>
                  </a:lnTo>
                  <a:cubicBezTo>
                    <a:pt x="210026" y="37147"/>
                    <a:pt x="210026" y="40957"/>
                    <a:pt x="208121" y="43815"/>
                  </a:cubicBezTo>
                  <a:cubicBezTo>
                    <a:pt x="205264" y="46672"/>
                    <a:pt x="202406" y="48577"/>
                    <a:pt x="199549" y="48577"/>
                  </a:cubicBezTo>
                  <a:close/>
                  <a:moveTo>
                    <a:pt x="28099" y="4763"/>
                  </a:moveTo>
                  <a:cubicBezTo>
                    <a:pt x="26194" y="4763"/>
                    <a:pt x="24289" y="5715"/>
                    <a:pt x="22384" y="7620"/>
                  </a:cubicBezTo>
                  <a:lnTo>
                    <a:pt x="3334" y="37147"/>
                  </a:lnTo>
                  <a:cubicBezTo>
                    <a:pt x="2381" y="39052"/>
                    <a:pt x="2381" y="40957"/>
                    <a:pt x="3334" y="42863"/>
                  </a:cubicBezTo>
                  <a:cubicBezTo>
                    <a:pt x="4286" y="44767"/>
                    <a:pt x="6191" y="45720"/>
                    <a:pt x="8096" y="45720"/>
                  </a:cubicBezTo>
                  <a:lnTo>
                    <a:pt x="198596" y="45720"/>
                  </a:lnTo>
                  <a:cubicBezTo>
                    <a:pt x="200501" y="45720"/>
                    <a:pt x="202406" y="44767"/>
                    <a:pt x="203359" y="42863"/>
                  </a:cubicBezTo>
                  <a:cubicBezTo>
                    <a:pt x="204311" y="40957"/>
                    <a:pt x="204311" y="39052"/>
                    <a:pt x="203359" y="37147"/>
                  </a:cubicBezTo>
                  <a:lnTo>
                    <a:pt x="184309" y="7620"/>
                  </a:lnTo>
                  <a:cubicBezTo>
                    <a:pt x="183356" y="5715"/>
                    <a:pt x="181451" y="4763"/>
                    <a:pt x="178594" y="4763"/>
                  </a:cubicBezTo>
                  <a:lnTo>
                    <a:pt x="28099" y="476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2E93A4D0-6271-0757-A984-22DABC8057E2}"/>
                </a:ext>
              </a:extLst>
            </p:cNvPr>
            <p:cNvSpPr/>
            <p:nvPr/>
          </p:nvSpPr>
          <p:spPr>
            <a:xfrm>
              <a:off x="11534615" y="2576370"/>
              <a:ext cx="246558" cy="33658"/>
            </a:xfrm>
            <a:custGeom>
              <a:avLst/>
              <a:gdLst>
                <a:gd name="connsiteX0" fmla="*/ 264795 w 279082"/>
                <a:gd name="connsiteY0" fmla="*/ 38100 h 38100"/>
                <a:gd name="connsiteX1" fmla="*/ 14288 w 279082"/>
                <a:gd name="connsiteY1" fmla="*/ 38100 h 38100"/>
                <a:gd name="connsiteX2" fmla="*/ 0 w 279082"/>
                <a:gd name="connsiteY2" fmla="*/ 23813 h 38100"/>
                <a:gd name="connsiteX3" fmla="*/ 0 w 279082"/>
                <a:gd name="connsiteY3" fmla="*/ 0 h 38100"/>
                <a:gd name="connsiteX4" fmla="*/ 279082 w 279082"/>
                <a:gd name="connsiteY4" fmla="*/ 0 h 38100"/>
                <a:gd name="connsiteX5" fmla="*/ 279082 w 279082"/>
                <a:gd name="connsiteY5" fmla="*/ 23813 h 38100"/>
                <a:gd name="connsiteX6" fmla="*/ 264795 w 279082"/>
                <a:gd name="connsiteY6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9082" h="38100">
                  <a:moveTo>
                    <a:pt x="264795" y="38100"/>
                  </a:moveTo>
                  <a:lnTo>
                    <a:pt x="14288" y="38100"/>
                  </a:lnTo>
                  <a:cubicBezTo>
                    <a:pt x="5715" y="38100"/>
                    <a:pt x="0" y="31433"/>
                    <a:pt x="0" y="23813"/>
                  </a:cubicBezTo>
                  <a:lnTo>
                    <a:pt x="0" y="0"/>
                  </a:lnTo>
                  <a:lnTo>
                    <a:pt x="279082" y="0"/>
                  </a:lnTo>
                  <a:lnTo>
                    <a:pt x="279082" y="23813"/>
                  </a:lnTo>
                  <a:cubicBezTo>
                    <a:pt x="279082" y="31433"/>
                    <a:pt x="272415" y="38100"/>
                    <a:pt x="264795" y="38100"/>
                  </a:cubicBezTo>
                  <a:close/>
                </a:path>
              </a:pathLst>
            </a:custGeom>
            <a:solidFill>
              <a:srgbClr val="4D51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4142AE10-F44E-C753-4808-5784CA1E3CA1}"/>
                </a:ext>
              </a:extLst>
            </p:cNvPr>
            <p:cNvSpPr/>
            <p:nvPr/>
          </p:nvSpPr>
          <p:spPr>
            <a:xfrm>
              <a:off x="9700492" y="2233042"/>
              <a:ext cx="36183" cy="36184"/>
            </a:xfrm>
            <a:custGeom>
              <a:avLst/>
              <a:gdLst>
                <a:gd name="connsiteX0" fmla="*/ 0 w 40957"/>
                <a:gd name="connsiteY0" fmla="*/ 0 h 40957"/>
                <a:gd name="connsiteX1" fmla="*/ 40958 w 40957"/>
                <a:gd name="connsiteY1" fmla="*/ 0 h 40957"/>
                <a:gd name="connsiteX2" fmla="*/ 40958 w 40957"/>
                <a:gd name="connsiteY2" fmla="*/ 40958 h 40957"/>
                <a:gd name="connsiteX3" fmla="*/ 0 w 40957"/>
                <a:gd name="connsiteY3" fmla="*/ 40958 h 40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57" h="40957">
                  <a:moveTo>
                    <a:pt x="0" y="0"/>
                  </a:moveTo>
                  <a:lnTo>
                    <a:pt x="40958" y="0"/>
                  </a:lnTo>
                  <a:lnTo>
                    <a:pt x="40958" y="40958"/>
                  </a:lnTo>
                  <a:lnTo>
                    <a:pt x="0" y="40958"/>
                  </a:lnTo>
                  <a:close/>
                </a:path>
              </a:pathLst>
            </a:custGeom>
            <a:solidFill>
              <a:srgbClr val="92C4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D355FE89-DEC3-E3A8-A1FB-4DA10B6E43EB}"/>
                </a:ext>
              </a:extLst>
            </p:cNvPr>
            <p:cNvSpPr/>
            <p:nvPr/>
          </p:nvSpPr>
          <p:spPr>
            <a:xfrm>
              <a:off x="9762930" y="2274276"/>
              <a:ext cx="15146" cy="15146"/>
            </a:xfrm>
            <a:custGeom>
              <a:avLst/>
              <a:gdLst>
                <a:gd name="connsiteX0" fmla="*/ 0 w 17144"/>
                <a:gd name="connsiteY0" fmla="*/ 0 h 17144"/>
                <a:gd name="connsiteX1" fmla="*/ 17145 w 17144"/>
                <a:gd name="connsiteY1" fmla="*/ 0 h 17144"/>
                <a:gd name="connsiteX2" fmla="*/ 17145 w 17144"/>
                <a:gd name="connsiteY2" fmla="*/ 17145 h 17144"/>
                <a:gd name="connsiteX3" fmla="*/ 0 w 17144"/>
                <a:gd name="connsiteY3" fmla="*/ 17145 h 17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17144">
                  <a:moveTo>
                    <a:pt x="0" y="0"/>
                  </a:moveTo>
                  <a:lnTo>
                    <a:pt x="17145" y="0"/>
                  </a:lnTo>
                  <a:lnTo>
                    <a:pt x="17145" y="17145"/>
                  </a:lnTo>
                  <a:lnTo>
                    <a:pt x="0" y="17145"/>
                  </a:lnTo>
                  <a:close/>
                </a:path>
              </a:pathLst>
            </a:custGeom>
            <a:solidFill>
              <a:srgbClr val="FFD55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73CA63D2-9F21-A9EA-FB2A-764B85127C89}"/>
                </a:ext>
              </a:extLst>
            </p:cNvPr>
            <p:cNvSpPr/>
            <p:nvPr/>
          </p:nvSpPr>
          <p:spPr>
            <a:xfrm>
              <a:off x="9808288" y="2212228"/>
              <a:ext cx="52172" cy="52172"/>
            </a:xfrm>
            <a:custGeom>
              <a:avLst/>
              <a:gdLst>
                <a:gd name="connsiteX0" fmla="*/ 0 w 59055"/>
                <a:gd name="connsiteY0" fmla="*/ 0 h 59055"/>
                <a:gd name="connsiteX1" fmla="*/ 59055 w 59055"/>
                <a:gd name="connsiteY1" fmla="*/ 0 h 59055"/>
                <a:gd name="connsiteX2" fmla="*/ 59055 w 59055"/>
                <a:gd name="connsiteY2" fmla="*/ 59055 h 59055"/>
                <a:gd name="connsiteX3" fmla="*/ 0 w 59055"/>
                <a:gd name="connsiteY3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55" h="59055">
                  <a:moveTo>
                    <a:pt x="0" y="0"/>
                  </a:moveTo>
                  <a:lnTo>
                    <a:pt x="59055" y="0"/>
                  </a:lnTo>
                  <a:lnTo>
                    <a:pt x="59055" y="59055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72CE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F19A1986-A319-0C29-5811-B5FA8F3B602F}"/>
                </a:ext>
              </a:extLst>
            </p:cNvPr>
            <p:cNvSpPr/>
            <p:nvPr/>
          </p:nvSpPr>
          <p:spPr>
            <a:xfrm>
              <a:off x="9775823" y="2192652"/>
              <a:ext cx="21037" cy="21037"/>
            </a:xfrm>
            <a:custGeom>
              <a:avLst/>
              <a:gdLst>
                <a:gd name="connsiteX0" fmla="*/ 0 w 23812"/>
                <a:gd name="connsiteY0" fmla="*/ 0 h 23812"/>
                <a:gd name="connsiteX1" fmla="*/ 23813 w 23812"/>
                <a:gd name="connsiteY1" fmla="*/ 0 h 23812"/>
                <a:gd name="connsiteX2" fmla="*/ 23813 w 23812"/>
                <a:gd name="connsiteY2" fmla="*/ 23813 h 23812"/>
                <a:gd name="connsiteX3" fmla="*/ 0 w 23812"/>
                <a:gd name="connsiteY3" fmla="*/ 23813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" h="23812">
                  <a:moveTo>
                    <a:pt x="0" y="0"/>
                  </a:moveTo>
                  <a:lnTo>
                    <a:pt x="23813" y="0"/>
                  </a:lnTo>
                  <a:lnTo>
                    <a:pt x="23813" y="23813"/>
                  </a:lnTo>
                  <a:lnTo>
                    <a:pt x="0" y="23813"/>
                  </a:lnTo>
                  <a:close/>
                </a:path>
              </a:pathLst>
            </a:custGeom>
            <a:solidFill>
              <a:srgbClr val="FFD55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BC162803-C79E-9723-5489-67D47394DAC7}"/>
                </a:ext>
              </a:extLst>
            </p:cNvPr>
            <p:cNvSpPr/>
            <p:nvPr/>
          </p:nvSpPr>
          <p:spPr>
            <a:xfrm>
              <a:off x="9789112" y="2067286"/>
              <a:ext cx="24403" cy="24403"/>
            </a:xfrm>
            <a:custGeom>
              <a:avLst/>
              <a:gdLst>
                <a:gd name="connsiteX0" fmla="*/ 0 w 27622"/>
                <a:gd name="connsiteY0" fmla="*/ 0 h 27622"/>
                <a:gd name="connsiteX1" fmla="*/ 27623 w 27622"/>
                <a:gd name="connsiteY1" fmla="*/ 0 h 27622"/>
                <a:gd name="connsiteX2" fmla="*/ 27623 w 27622"/>
                <a:gd name="connsiteY2" fmla="*/ 27622 h 27622"/>
                <a:gd name="connsiteX3" fmla="*/ 0 w 27622"/>
                <a:gd name="connsiteY3" fmla="*/ 27622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22" h="27622">
                  <a:moveTo>
                    <a:pt x="0" y="0"/>
                  </a:moveTo>
                  <a:lnTo>
                    <a:pt x="27623" y="0"/>
                  </a:lnTo>
                  <a:lnTo>
                    <a:pt x="27623" y="27622"/>
                  </a:lnTo>
                  <a:lnTo>
                    <a:pt x="0" y="27622"/>
                  </a:lnTo>
                  <a:close/>
                </a:path>
              </a:pathLst>
            </a:custGeom>
            <a:solidFill>
              <a:srgbClr val="72CE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A47DBE19-83E2-6455-2122-6D1528ADFF74}"/>
                </a:ext>
              </a:extLst>
            </p:cNvPr>
            <p:cNvSpPr/>
            <p:nvPr/>
          </p:nvSpPr>
          <p:spPr>
            <a:xfrm>
              <a:off x="9855832" y="1957022"/>
              <a:ext cx="9256" cy="9256"/>
            </a:xfrm>
            <a:custGeom>
              <a:avLst/>
              <a:gdLst>
                <a:gd name="connsiteX0" fmla="*/ 0 w 10477"/>
                <a:gd name="connsiteY0" fmla="*/ 0 h 10477"/>
                <a:gd name="connsiteX1" fmla="*/ 10477 w 10477"/>
                <a:gd name="connsiteY1" fmla="*/ 0 h 10477"/>
                <a:gd name="connsiteX2" fmla="*/ 10477 w 10477"/>
                <a:gd name="connsiteY2" fmla="*/ 10478 h 10477"/>
                <a:gd name="connsiteX3" fmla="*/ 0 w 10477"/>
                <a:gd name="connsiteY3" fmla="*/ 10478 h 1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7" h="10477">
                  <a:moveTo>
                    <a:pt x="0" y="0"/>
                  </a:moveTo>
                  <a:lnTo>
                    <a:pt x="10477" y="0"/>
                  </a:lnTo>
                  <a:lnTo>
                    <a:pt x="10477" y="10478"/>
                  </a:lnTo>
                  <a:lnTo>
                    <a:pt x="0" y="10478"/>
                  </a:lnTo>
                  <a:close/>
                </a:path>
              </a:pathLst>
            </a:custGeom>
            <a:solidFill>
              <a:srgbClr val="92C4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D886973B-7A15-D3F1-A52E-47FC2D3D5E04}"/>
                </a:ext>
              </a:extLst>
            </p:cNvPr>
            <p:cNvSpPr/>
            <p:nvPr/>
          </p:nvSpPr>
          <p:spPr>
            <a:xfrm>
              <a:off x="10959032" y="1819030"/>
              <a:ext cx="445992" cy="445988"/>
            </a:xfrm>
            <a:custGeom>
              <a:avLst/>
              <a:gdLst>
                <a:gd name="connsiteX0" fmla="*/ 252413 w 504825"/>
                <a:gd name="connsiteY0" fmla="*/ 504825 h 504825"/>
                <a:gd name="connsiteX1" fmla="*/ 0 w 504825"/>
                <a:gd name="connsiteY1" fmla="*/ 252413 h 504825"/>
                <a:gd name="connsiteX2" fmla="*/ 252413 w 504825"/>
                <a:gd name="connsiteY2" fmla="*/ 0 h 504825"/>
                <a:gd name="connsiteX3" fmla="*/ 504825 w 504825"/>
                <a:gd name="connsiteY3" fmla="*/ 252413 h 504825"/>
                <a:gd name="connsiteX4" fmla="*/ 252413 w 504825"/>
                <a:gd name="connsiteY4" fmla="*/ 504825 h 504825"/>
                <a:gd name="connsiteX5" fmla="*/ 252413 w 504825"/>
                <a:gd name="connsiteY5" fmla="*/ 10477 h 504825"/>
                <a:gd name="connsiteX6" fmla="*/ 9525 w 504825"/>
                <a:gd name="connsiteY6" fmla="*/ 253365 h 504825"/>
                <a:gd name="connsiteX7" fmla="*/ 252413 w 504825"/>
                <a:gd name="connsiteY7" fmla="*/ 496253 h 504825"/>
                <a:gd name="connsiteX8" fmla="*/ 495300 w 504825"/>
                <a:gd name="connsiteY8" fmla="*/ 253365 h 504825"/>
                <a:gd name="connsiteX9" fmla="*/ 252413 w 504825"/>
                <a:gd name="connsiteY9" fmla="*/ 10477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4825" h="504825">
                  <a:moveTo>
                    <a:pt x="252413" y="504825"/>
                  </a:moveTo>
                  <a:cubicBezTo>
                    <a:pt x="113348" y="504825"/>
                    <a:pt x="0" y="391478"/>
                    <a:pt x="0" y="252413"/>
                  </a:cubicBezTo>
                  <a:cubicBezTo>
                    <a:pt x="0" y="113348"/>
                    <a:pt x="113348" y="0"/>
                    <a:pt x="252413" y="0"/>
                  </a:cubicBezTo>
                  <a:cubicBezTo>
                    <a:pt x="391478" y="0"/>
                    <a:pt x="504825" y="113348"/>
                    <a:pt x="504825" y="252413"/>
                  </a:cubicBezTo>
                  <a:cubicBezTo>
                    <a:pt x="503873" y="392430"/>
                    <a:pt x="391478" y="504825"/>
                    <a:pt x="252413" y="504825"/>
                  </a:cubicBezTo>
                  <a:close/>
                  <a:moveTo>
                    <a:pt x="252413" y="10477"/>
                  </a:moveTo>
                  <a:cubicBezTo>
                    <a:pt x="119063" y="10477"/>
                    <a:pt x="9525" y="119063"/>
                    <a:pt x="9525" y="253365"/>
                  </a:cubicBezTo>
                  <a:cubicBezTo>
                    <a:pt x="9525" y="386715"/>
                    <a:pt x="118110" y="496253"/>
                    <a:pt x="252413" y="496253"/>
                  </a:cubicBezTo>
                  <a:cubicBezTo>
                    <a:pt x="385763" y="496253"/>
                    <a:pt x="495300" y="387667"/>
                    <a:pt x="495300" y="253365"/>
                  </a:cubicBezTo>
                  <a:cubicBezTo>
                    <a:pt x="494348" y="119063"/>
                    <a:pt x="385763" y="10477"/>
                    <a:pt x="252413" y="10477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7532BB28-D435-3E60-80C4-B0190A1FE930}"/>
                </a:ext>
              </a:extLst>
            </p:cNvPr>
            <p:cNvSpPr/>
            <p:nvPr/>
          </p:nvSpPr>
          <p:spPr>
            <a:xfrm>
              <a:off x="11049072" y="1909069"/>
              <a:ext cx="265911" cy="265910"/>
            </a:xfrm>
            <a:custGeom>
              <a:avLst/>
              <a:gdLst>
                <a:gd name="connsiteX0" fmla="*/ 150495 w 300989"/>
                <a:gd name="connsiteY0" fmla="*/ 300990 h 300989"/>
                <a:gd name="connsiteX1" fmla="*/ 0 w 300989"/>
                <a:gd name="connsiteY1" fmla="*/ 150495 h 300989"/>
                <a:gd name="connsiteX2" fmla="*/ 150495 w 300989"/>
                <a:gd name="connsiteY2" fmla="*/ 0 h 300989"/>
                <a:gd name="connsiteX3" fmla="*/ 155257 w 300989"/>
                <a:gd name="connsiteY3" fmla="*/ 4763 h 300989"/>
                <a:gd name="connsiteX4" fmla="*/ 150495 w 300989"/>
                <a:gd name="connsiteY4" fmla="*/ 9525 h 300989"/>
                <a:gd name="connsiteX5" fmla="*/ 9525 w 300989"/>
                <a:gd name="connsiteY5" fmla="*/ 150495 h 300989"/>
                <a:gd name="connsiteX6" fmla="*/ 150495 w 300989"/>
                <a:gd name="connsiteY6" fmla="*/ 291465 h 300989"/>
                <a:gd name="connsiteX7" fmla="*/ 291465 w 300989"/>
                <a:gd name="connsiteY7" fmla="*/ 150495 h 300989"/>
                <a:gd name="connsiteX8" fmla="*/ 296227 w 300989"/>
                <a:gd name="connsiteY8" fmla="*/ 145733 h 300989"/>
                <a:gd name="connsiteX9" fmla="*/ 300990 w 300989"/>
                <a:gd name="connsiteY9" fmla="*/ 150495 h 300989"/>
                <a:gd name="connsiteX10" fmla="*/ 150495 w 300989"/>
                <a:gd name="connsiteY10" fmla="*/ 300990 h 300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0989" h="300989">
                  <a:moveTo>
                    <a:pt x="150495" y="300990"/>
                  </a:moveTo>
                  <a:cubicBezTo>
                    <a:pt x="67627" y="300990"/>
                    <a:pt x="0" y="233363"/>
                    <a:pt x="0" y="150495"/>
                  </a:cubicBezTo>
                  <a:cubicBezTo>
                    <a:pt x="0" y="67627"/>
                    <a:pt x="67627" y="0"/>
                    <a:pt x="150495" y="0"/>
                  </a:cubicBezTo>
                  <a:cubicBezTo>
                    <a:pt x="153352" y="0"/>
                    <a:pt x="155257" y="1905"/>
                    <a:pt x="155257" y="4763"/>
                  </a:cubicBezTo>
                  <a:cubicBezTo>
                    <a:pt x="155257" y="7620"/>
                    <a:pt x="153352" y="9525"/>
                    <a:pt x="150495" y="9525"/>
                  </a:cubicBezTo>
                  <a:cubicBezTo>
                    <a:pt x="73343" y="9525"/>
                    <a:pt x="9525" y="72390"/>
                    <a:pt x="9525" y="150495"/>
                  </a:cubicBezTo>
                  <a:cubicBezTo>
                    <a:pt x="9525" y="227648"/>
                    <a:pt x="72390" y="291465"/>
                    <a:pt x="150495" y="291465"/>
                  </a:cubicBezTo>
                  <a:cubicBezTo>
                    <a:pt x="227648" y="291465"/>
                    <a:pt x="291465" y="228600"/>
                    <a:pt x="291465" y="150495"/>
                  </a:cubicBezTo>
                  <a:cubicBezTo>
                    <a:pt x="291465" y="147638"/>
                    <a:pt x="293370" y="145733"/>
                    <a:pt x="296227" y="145733"/>
                  </a:cubicBezTo>
                  <a:cubicBezTo>
                    <a:pt x="299085" y="145733"/>
                    <a:pt x="300990" y="147638"/>
                    <a:pt x="300990" y="150495"/>
                  </a:cubicBezTo>
                  <a:cubicBezTo>
                    <a:pt x="300038" y="234315"/>
                    <a:pt x="233363" y="300990"/>
                    <a:pt x="150495" y="300990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E6DAE830-2F62-E29B-88AE-CCB2310641EF}"/>
                </a:ext>
              </a:extLst>
            </p:cNvPr>
            <p:cNvSpPr/>
            <p:nvPr/>
          </p:nvSpPr>
          <p:spPr>
            <a:xfrm>
              <a:off x="11153418" y="2014255"/>
              <a:ext cx="57221" cy="57221"/>
            </a:xfrm>
            <a:custGeom>
              <a:avLst/>
              <a:gdLst>
                <a:gd name="connsiteX0" fmla="*/ 32385 w 64769"/>
                <a:gd name="connsiteY0" fmla="*/ 64770 h 64770"/>
                <a:gd name="connsiteX1" fmla="*/ 0 w 64769"/>
                <a:gd name="connsiteY1" fmla="*/ 32385 h 64770"/>
                <a:gd name="connsiteX2" fmla="*/ 32385 w 64769"/>
                <a:gd name="connsiteY2" fmla="*/ 0 h 64770"/>
                <a:gd name="connsiteX3" fmla="*/ 64770 w 64769"/>
                <a:gd name="connsiteY3" fmla="*/ 32385 h 64770"/>
                <a:gd name="connsiteX4" fmla="*/ 32385 w 64769"/>
                <a:gd name="connsiteY4" fmla="*/ 64770 h 64770"/>
                <a:gd name="connsiteX5" fmla="*/ 32385 w 64769"/>
                <a:gd name="connsiteY5" fmla="*/ 9525 h 64770"/>
                <a:gd name="connsiteX6" fmla="*/ 9525 w 64769"/>
                <a:gd name="connsiteY6" fmla="*/ 32385 h 64770"/>
                <a:gd name="connsiteX7" fmla="*/ 32385 w 64769"/>
                <a:gd name="connsiteY7" fmla="*/ 55245 h 64770"/>
                <a:gd name="connsiteX8" fmla="*/ 55245 w 64769"/>
                <a:gd name="connsiteY8" fmla="*/ 32385 h 64770"/>
                <a:gd name="connsiteX9" fmla="*/ 32385 w 64769"/>
                <a:gd name="connsiteY9" fmla="*/ 9525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69" h="64770">
                  <a:moveTo>
                    <a:pt x="32385" y="64770"/>
                  </a:moveTo>
                  <a:cubicBezTo>
                    <a:pt x="14288" y="64770"/>
                    <a:pt x="0" y="50483"/>
                    <a:pt x="0" y="32385"/>
                  </a:cubicBezTo>
                  <a:cubicBezTo>
                    <a:pt x="0" y="14288"/>
                    <a:pt x="14288" y="0"/>
                    <a:pt x="32385" y="0"/>
                  </a:cubicBezTo>
                  <a:cubicBezTo>
                    <a:pt x="50482" y="0"/>
                    <a:pt x="64770" y="14288"/>
                    <a:pt x="64770" y="32385"/>
                  </a:cubicBezTo>
                  <a:cubicBezTo>
                    <a:pt x="64770" y="50483"/>
                    <a:pt x="50482" y="64770"/>
                    <a:pt x="32385" y="64770"/>
                  </a:cubicBezTo>
                  <a:close/>
                  <a:moveTo>
                    <a:pt x="32385" y="9525"/>
                  </a:moveTo>
                  <a:cubicBezTo>
                    <a:pt x="20002" y="9525"/>
                    <a:pt x="9525" y="20002"/>
                    <a:pt x="9525" y="32385"/>
                  </a:cubicBezTo>
                  <a:cubicBezTo>
                    <a:pt x="9525" y="44768"/>
                    <a:pt x="20002" y="55245"/>
                    <a:pt x="32385" y="55245"/>
                  </a:cubicBezTo>
                  <a:cubicBezTo>
                    <a:pt x="44767" y="55245"/>
                    <a:pt x="55245" y="44768"/>
                    <a:pt x="55245" y="32385"/>
                  </a:cubicBezTo>
                  <a:cubicBezTo>
                    <a:pt x="55245" y="19050"/>
                    <a:pt x="44767" y="9525"/>
                    <a:pt x="32385" y="9525"/>
                  </a:cubicBezTo>
                  <a:close/>
                </a:path>
              </a:pathLst>
            </a:custGeom>
            <a:solidFill>
              <a:srgbClr val="72CE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D9D0D068-ADBE-D662-25AD-E3E122DF80C7}"/>
                </a:ext>
              </a:extLst>
            </p:cNvPr>
            <p:cNvSpPr/>
            <p:nvPr/>
          </p:nvSpPr>
          <p:spPr>
            <a:xfrm>
              <a:off x="10497051" y="1750870"/>
              <a:ext cx="255823" cy="255812"/>
            </a:xfrm>
            <a:custGeom>
              <a:avLst/>
              <a:gdLst>
                <a:gd name="connsiteX0" fmla="*/ 144780 w 289569"/>
                <a:gd name="connsiteY0" fmla="*/ 289560 h 289559"/>
                <a:gd name="connsiteX1" fmla="*/ 0 w 289569"/>
                <a:gd name="connsiteY1" fmla="*/ 144780 h 289559"/>
                <a:gd name="connsiteX2" fmla="*/ 144780 w 289569"/>
                <a:gd name="connsiteY2" fmla="*/ 0 h 289559"/>
                <a:gd name="connsiteX3" fmla="*/ 289560 w 289569"/>
                <a:gd name="connsiteY3" fmla="*/ 144780 h 289559"/>
                <a:gd name="connsiteX4" fmla="*/ 144780 w 289569"/>
                <a:gd name="connsiteY4" fmla="*/ 289560 h 289559"/>
                <a:gd name="connsiteX5" fmla="*/ 144780 w 289569"/>
                <a:gd name="connsiteY5" fmla="*/ 9525 h 289559"/>
                <a:gd name="connsiteX6" fmla="*/ 9525 w 289569"/>
                <a:gd name="connsiteY6" fmla="*/ 144780 h 289559"/>
                <a:gd name="connsiteX7" fmla="*/ 144780 w 289569"/>
                <a:gd name="connsiteY7" fmla="*/ 280035 h 289559"/>
                <a:gd name="connsiteX8" fmla="*/ 280035 w 289569"/>
                <a:gd name="connsiteY8" fmla="*/ 144780 h 289559"/>
                <a:gd name="connsiteX9" fmla="*/ 144780 w 289569"/>
                <a:gd name="connsiteY9" fmla="*/ 9525 h 289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9569" h="289559">
                  <a:moveTo>
                    <a:pt x="144780" y="289560"/>
                  </a:moveTo>
                  <a:cubicBezTo>
                    <a:pt x="64770" y="289560"/>
                    <a:pt x="0" y="224790"/>
                    <a:pt x="0" y="144780"/>
                  </a:cubicBezTo>
                  <a:cubicBezTo>
                    <a:pt x="0" y="64770"/>
                    <a:pt x="64770" y="0"/>
                    <a:pt x="144780" y="0"/>
                  </a:cubicBezTo>
                  <a:cubicBezTo>
                    <a:pt x="224790" y="0"/>
                    <a:pt x="289560" y="64770"/>
                    <a:pt x="289560" y="144780"/>
                  </a:cubicBezTo>
                  <a:cubicBezTo>
                    <a:pt x="290513" y="224790"/>
                    <a:pt x="224790" y="289560"/>
                    <a:pt x="144780" y="289560"/>
                  </a:cubicBezTo>
                  <a:close/>
                  <a:moveTo>
                    <a:pt x="144780" y="9525"/>
                  </a:moveTo>
                  <a:cubicBezTo>
                    <a:pt x="69532" y="9525"/>
                    <a:pt x="9525" y="70485"/>
                    <a:pt x="9525" y="144780"/>
                  </a:cubicBezTo>
                  <a:cubicBezTo>
                    <a:pt x="9525" y="220028"/>
                    <a:pt x="70485" y="280035"/>
                    <a:pt x="144780" y="280035"/>
                  </a:cubicBezTo>
                  <a:cubicBezTo>
                    <a:pt x="220027" y="280035"/>
                    <a:pt x="280035" y="219075"/>
                    <a:pt x="280035" y="144780"/>
                  </a:cubicBezTo>
                  <a:cubicBezTo>
                    <a:pt x="280988" y="70485"/>
                    <a:pt x="220027" y="9525"/>
                    <a:pt x="144780" y="952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EC0B9981-7FC5-D7E8-EA4B-D02838F2B994}"/>
                </a:ext>
              </a:extLst>
            </p:cNvPr>
            <p:cNvSpPr/>
            <p:nvPr/>
          </p:nvSpPr>
          <p:spPr>
            <a:xfrm>
              <a:off x="10596349" y="1850165"/>
              <a:ext cx="57221" cy="57221"/>
            </a:xfrm>
            <a:custGeom>
              <a:avLst/>
              <a:gdLst>
                <a:gd name="connsiteX0" fmla="*/ 64770 w 64769"/>
                <a:gd name="connsiteY0" fmla="*/ 32385 h 64770"/>
                <a:gd name="connsiteX1" fmla="*/ 32385 w 64769"/>
                <a:gd name="connsiteY1" fmla="*/ 64770 h 64770"/>
                <a:gd name="connsiteX2" fmla="*/ 0 w 64769"/>
                <a:gd name="connsiteY2" fmla="*/ 32385 h 64770"/>
                <a:gd name="connsiteX3" fmla="*/ 32385 w 64769"/>
                <a:gd name="connsiteY3" fmla="*/ 0 h 64770"/>
                <a:gd name="connsiteX4" fmla="*/ 64770 w 64769"/>
                <a:gd name="connsiteY4" fmla="*/ 32385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69" h="64770">
                  <a:moveTo>
                    <a:pt x="64770" y="32385"/>
                  </a:moveTo>
                  <a:cubicBezTo>
                    <a:pt x="64770" y="50271"/>
                    <a:pt x="50271" y="64770"/>
                    <a:pt x="32385" y="64770"/>
                  </a:cubicBezTo>
                  <a:cubicBezTo>
                    <a:pt x="14499" y="64770"/>
                    <a:pt x="0" y="50271"/>
                    <a:pt x="0" y="32385"/>
                  </a:cubicBezTo>
                  <a:cubicBezTo>
                    <a:pt x="0" y="14499"/>
                    <a:pt x="14499" y="0"/>
                    <a:pt x="32385" y="0"/>
                  </a:cubicBezTo>
                  <a:cubicBezTo>
                    <a:pt x="50270" y="0"/>
                    <a:pt x="64770" y="14499"/>
                    <a:pt x="64770" y="3238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01CE3377-EAE5-F286-9EE4-8994F376F39D}"/>
                </a:ext>
              </a:extLst>
            </p:cNvPr>
            <p:cNvSpPr/>
            <p:nvPr/>
          </p:nvSpPr>
          <p:spPr>
            <a:xfrm>
              <a:off x="10546700" y="1800518"/>
              <a:ext cx="156518" cy="156517"/>
            </a:xfrm>
            <a:custGeom>
              <a:avLst/>
              <a:gdLst>
                <a:gd name="connsiteX0" fmla="*/ 88582 w 177165"/>
                <a:gd name="connsiteY0" fmla="*/ 177165 h 177165"/>
                <a:gd name="connsiteX1" fmla="*/ 0 w 177165"/>
                <a:gd name="connsiteY1" fmla="*/ 88582 h 177165"/>
                <a:gd name="connsiteX2" fmla="*/ 88582 w 177165"/>
                <a:gd name="connsiteY2" fmla="*/ 0 h 177165"/>
                <a:gd name="connsiteX3" fmla="*/ 93345 w 177165"/>
                <a:gd name="connsiteY3" fmla="*/ 4763 h 177165"/>
                <a:gd name="connsiteX4" fmla="*/ 88582 w 177165"/>
                <a:gd name="connsiteY4" fmla="*/ 9525 h 177165"/>
                <a:gd name="connsiteX5" fmla="*/ 9525 w 177165"/>
                <a:gd name="connsiteY5" fmla="*/ 88582 h 177165"/>
                <a:gd name="connsiteX6" fmla="*/ 88582 w 177165"/>
                <a:gd name="connsiteY6" fmla="*/ 167640 h 177165"/>
                <a:gd name="connsiteX7" fmla="*/ 167640 w 177165"/>
                <a:gd name="connsiteY7" fmla="*/ 88582 h 177165"/>
                <a:gd name="connsiteX8" fmla="*/ 172403 w 177165"/>
                <a:gd name="connsiteY8" fmla="*/ 83820 h 177165"/>
                <a:gd name="connsiteX9" fmla="*/ 177165 w 177165"/>
                <a:gd name="connsiteY9" fmla="*/ 88582 h 177165"/>
                <a:gd name="connsiteX10" fmla="*/ 88582 w 177165"/>
                <a:gd name="connsiteY10" fmla="*/ 177165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165" h="177165">
                  <a:moveTo>
                    <a:pt x="88582" y="177165"/>
                  </a:moveTo>
                  <a:cubicBezTo>
                    <a:pt x="40005" y="177165"/>
                    <a:pt x="0" y="137160"/>
                    <a:pt x="0" y="88582"/>
                  </a:cubicBezTo>
                  <a:cubicBezTo>
                    <a:pt x="0" y="40005"/>
                    <a:pt x="40005" y="0"/>
                    <a:pt x="88582" y="0"/>
                  </a:cubicBezTo>
                  <a:cubicBezTo>
                    <a:pt x="91440" y="0"/>
                    <a:pt x="93345" y="1905"/>
                    <a:pt x="93345" y="4763"/>
                  </a:cubicBezTo>
                  <a:cubicBezTo>
                    <a:pt x="93345" y="7620"/>
                    <a:pt x="91440" y="9525"/>
                    <a:pt x="88582" y="9525"/>
                  </a:cubicBezTo>
                  <a:cubicBezTo>
                    <a:pt x="44768" y="9525"/>
                    <a:pt x="9525" y="44768"/>
                    <a:pt x="9525" y="88582"/>
                  </a:cubicBezTo>
                  <a:cubicBezTo>
                    <a:pt x="9525" y="132397"/>
                    <a:pt x="44768" y="167640"/>
                    <a:pt x="88582" y="167640"/>
                  </a:cubicBezTo>
                  <a:cubicBezTo>
                    <a:pt x="132398" y="167640"/>
                    <a:pt x="167640" y="132397"/>
                    <a:pt x="167640" y="88582"/>
                  </a:cubicBezTo>
                  <a:cubicBezTo>
                    <a:pt x="167640" y="85725"/>
                    <a:pt x="169545" y="83820"/>
                    <a:pt x="172403" y="83820"/>
                  </a:cubicBezTo>
                  <a:cubicBezTo>
                    <a:pt x="175260" y="83820"/>
                    <a:pt x="177165" y="85725"/>
                    <a:pt x="177165" y="88582"/>
                  </a:cubicBezTo>
                  <a:cubicBezTo>
                    <a:pt x="177165" y="137160"/>
                    <a:pt x="138113" y="177165"/>
                    <a:pt x="88582" y="17716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A130695F-DF6B-F697-5E12-5D91C5EE0E85}"/>
                </a:ext>
              </a:extLst>
            </p:cNvPr>
            <p:cNvSpPr/>
            <p:nvPr/>
          </p:nvSpPr>
          <p:spPr>
            <a:xfrm>
              <a:off x="10676289" y="2242298"/>
              <a:ext cx="180079" cy="180078"/>
            </a:xfrm>
            <a:custGeom>
              <a:avLst/>
              <a:gdLst>
                <a:gd name="connsiteX0" fmla="*/ 101918 w 203834"/>
                <a:gd name="connsiteY0" fmla="*/ 203835 h 203835"/>
                <a:gd name="connsiteX1" fmla="*/ 0 w 203834"/>
                <a:gd name="connsiteY1" fmla="*/ 101918 h 203835"/>
                <a:gd name="connsiteX2" fmla="*/ 101918 w 203834"/>
                <a:gd name="connsiteY2" fmla="*/ 0 h 203835"/>
                <a:gd name="connsiteX3" fmla="*/ 203835 w 203834"/>
                <a:gd name="connsiteY3" fmla="*/ 101918 h 203835"/>
                <a:gd name="connsiteX4" fmla="*/ 101918 w 203834"/>
                <a:gd name="connsiteY4" fmla="*/ 203835 h 203835"/>
                <a:gd name="connsiteX5" fmla="*/ 101918 w 203834"/>
                <a:gd name="connsiteY5" fmla="*/ 9525 h 203835"/>
                <a:gd name="connsiteX6" fmla="*/ 9525 w 203834"/>
                <a:gd name="connsiteY6" fmla="*/ 101918 h 203835"/>
                <a:gd name="connsiteX7" fmla="*/ 101918 w 203834"/>
                <a:gd name="connsiteY7" fmla="*/ 194310 h 203835"/>
                <a:gd name="connsiteX8" fmla="*/ 194310 w 203834"/>
                <a:gd name="connsiteY8" fmla="*/ 101918 h 203835"/>
                <a:gd name="connsiteX9" fmla="*/ 101918 w 203834"/>
                <a:gd name="connsiteY9" fmla="*/ 952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834" h="203835">
                  <a:moveTo>
                    <a:pt x="101918" y="203835"/>
                  </a:moveTo>
                  <a:cubicBezTo>
                    <a:pt x="45720" y="203835"/>
                    <a:pt x="0" y="158115"/>
                    <a:pt x="0" y="101918"/>
                  </a:cubicBezTo>
                  <a:cubicBezTo>
                    <a:pt x="0" y="45720"/>
                    <a:pt x="45720" y="0"/>
                    <a:pt x="101918" y="0"/>
                  </a:cubicBezTo>
                  <a:cubicBezTo>
                    <a:pt x="158115" y="0"/>
                    <a:pt x="203835" y="45720"/>
                    <a:pt x="203835" y="101918"/>
                  </a:cubicBezTo>
                  <a:cubicBezTo>
                    <a:pt x="202882" y="158115"/>
                    <a:pt x="157163" y="203835"/>
                    <a:pt x="101918" y="203835"/>
                  </a:cubicBezTo>
                  <a:close/>
                  <a:moveTo>
                    <a:pt x="101918" y="9525"/>
                  </a:moveTo>
                  <a:cubicBezTo>
                    <a:pt x="51435" y="9525"/>
                    <a:pt x="9525" y="50483"/>
                    <a:pt x="9525" y="101918"/>
                  </a:cubicBezTo>
                  <a:cubicBezTo>
                    <a:pt x="9525" y="152400"/>
                    <a:pt x="50482" y="194310"/>
                    <a:pt x="101918" y="194310"/>
                  </a:cubicBezTo>
                  <a:cubicBezTo>
                    <a:pt x="152400" y="194310"/>
                    <a:pt x="194310" y="153353"/>
                    <a:pt x="194310" y="101918"/>
                  </a:cubicBezTo>
                  <a:cubicBezTo>
                    <a:pt x="193357" y="51435"/>
                    <a:pt x="152400" y="9525"/>
                    <a:pt x="101918" y="952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40F4419E-7FEA-570E-DD14-866C2F7727BB}"/>
                </a:ext>
              </a:extLst>
            </p:cNvPr>
            <p:cNvSpPr/>
            <p:nvPr/>
          </p:nvSpPr>
          <p:spPr>
            <a:xfrm>
              <a:off x="10713315" y="2279324"/>
              <a:ext cx="106028" cy="106027"/>
            </a:xfrm>
            <a:custGeom>
              <a:avLst/>
              <a:gdLst>
                <a:gd name="connsiteX0" fmla="*/ 60008 w 120015"/>
                <a:gd name="connsiteY0" fmla="*/ 120015 h 120014"/>
                <a:gd name="connsiteX1" fmla="*/ 55245 w 120015"/>
                <a:gd name="connsiteY1" fmla="*/ 115252 h 120014"/>
                <a:gd name="connsiteX2" fmla="*/ 60008 w 120015"/>
                <a:gd name="connsiteY2" fmla="*/ 110490 h 120014"/>
                <a:gd name="connsiteX3" fmla="*/ 110490 w 120015"/>
                <a:gd name="connsiteY3" fmla="*/ 60008 h 120014"/>
                <a:gd name="connsiteX4" fmla="*/ 60008 w 120015"/>
                <a:gd name="connsiteY4" fmla="*/ 9525 h 120014"/>
                <a:gd name="connsiteX5" fmla="*/ 9525 w 120015"/>
                <a:gd name="connsiteY5" fmla="*/ 60008 h 120014"/>
                <a:gd name="connsiteX6" fmla="*/ 4763 w 120015"/>
                <a:gd name="connsiteY6" fmla="*/ 64770 h 120014"/>
                <a:gd name="connsiteX7" fmla="*/ 0 w 120015"/>
                <a:gd name="connsiteY7" fmla="*/ 60008 h 120014"/>
                <a:gd name="connsiteX8" fmla="*/ 60008 w 120015"/>
                <a:gd name="connsiteY8" fmla="*/ 0 h 120014"/>
                <a:gd name="connsiteX9" fmla="*/ 120015 w 120015"/>
                <a:gd name="connsiteY9" fmla="*/ 60008 h 120014"/>
                <a:gd name="connsiteX10" fmla="*/ 60008 w 120015"/>
                <a:gd name="connsiteY10" fmla="*/ 120015 h 120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015" h="120014">
                  <a:moveTo>
                    <a:pt x="60008" y="120015"/>
                  </a:moveTo>
                  <a:cubicBezTo>
                    <a:pt x="57150" y="120015"/>
                    <a:pt x="55245" y="118110"/>
                    <a:pt x="55245" y="115252"/>
                  </a:cubicBezTo>
                  <a:cubicBezTo>
                    <a:pt x="55245" y="112395"/>
                    <a:pt x="57150" y="110490"/>
                    <a:pt x="60008" y="110490"/>
                  </a:cubicBezTo>
                  <a:cubicBezTo>
                    <a:pt x="87630" y="110490"/>
                    <a:pt x="110490" y="87630"/>
                    <a:pt x="110490" y="60008"/>
                  </a:cubicBezTo>
                  <a:cubicBezTo>
                    <a:pt x="110490" y="32385"/>
                    <a:pt x="87630" y="9525"/>
                    <a:pt x="60008" y="9525"/>
                  </a:cubicBezTo>
                  <a:cubicBezTo>
                    <a:pt x="32385" y="9525"/>
                    <a:pt x="9525" y="32385"/>
                    <a:pt x="9525" y="60008"/>
                  </a:cubicBezTo>
                  <a:cubicBezTo>
                    <a:pt x="9525" y="62865"/>
                    <a:pt x="7620" y="64770"/>
                    <a:pt x="4763" y="64770"/>
                  </a:cubicBezTo>
                  <a:cubicBezTo>
                    <a:pt x="1905" y="64770"/>
                    <a:pt x="0" y="62865"/>
                    <a:pt x="0" y="60008"/>
                  </a:cubicBezTo>
                  <a:cubicBezTo>
                    <a:pt x="0" y="26670"/>
                    <a:pt x="26670" y="0"/>
                    <a:pt x="60008" y="0"/>
                  </a:cubicBezTo>
                  <a:cubicBezTo>
                    <a:pt x="93345" y="0"/>
                    <a:pt x="120015" y="26670"/>
                    <a:pt x="120015" y="60008"/>
                  </a:cubicBezTo>
                  <a:cubicBezTo>
                    <a:pt x="119063" y="93345"/>
                    <a:pt x="92393" y="120015"/>
                    <a:pt x="60008" y="12001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7F4501BB-FAB2-D568-2162-024B762B7742}"/>
                </a:ext>
              </a:extLst>
            </p:cNvPr>
            <p:cNvSpPr/>
            <p:nvPr/>
          </p:nvSpPr>
          <p:spPr>
            <a:xfrm>
              <a:off x="10744452" y="2310460"/>
              <a:ext cx="43758" cy="43757"/>
            </a:xfrm>
            <a:custGeom>
              <a:avLst/>
              <a:gdLst>
                <a:gd name="connsiteX0" fmla="*/ 49530 w 49530"/>
                <a:gd name="connsiteY0" fmla="*/ 24765 h 49529"/>
                <a:gd name="connsiteX1" fmla="*/ 24765 w 49530"/>
                <a:gd name="connsiteY1" fmla="*/ 49530 h 49529"/>
                <a:gd name="connsiteX2" fmla="*/ 0 w 49530"/>
                <a:gd name="connsiteY2" fmla="*/ 24765 h 49529"/>
                <a:gd name="connsiteX3" fmla="*/ 24765 w 49530"/>
                <a:gd name="connsiteY3" fmla="*/ 0 h 49529"/>
                <a:gd name="connsiteX4" fmla="*/ 49530 w 49530"/>
                <a:gd name="connsiteY4" fmla="*/ 24765 h 49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49529">
                  <a:moveTo>
                    <a:pt x="49530" y="24765"/>
                  </a:moveTo>
                  <a:cubicBezTo>
                    <a:pt x="49530" y="38442"/>
                    <a:pt x="38442" y="49530"/>
                    <a:pt x="24765" y="49530"/>
                  </a:cubicBezTo>
                  <a:cubicBezTo>
                    <a:pt x="11088" y="49530"/>
                    <a:pt x="0" y="38442"/>
                    <a:pt x="0" y="24765"/>
                  </a:cubicBezTo>
                  <a:cubicBezTo>
                    <a:pt x="0" y="11088"/>
                    <a:pt x="11088" y="0"/>
                    <a:pt x="24765" y="0"/>
                  </a:cubicBezTo>
                  <a:cubicBezTo>
                    <a:pt x="38442" y="0"/>
                    <a:pt x="49530" y="11088"/>
                    <a:pt x="49530" y="2476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10595EFC-0BCE-E37E-56F2-644DD5E6DA8B}"/>
                </a:ext>
              </a:extLst>
            </p:cNvPr>
            <p:cNvSpPr/>
            <p:nvPr/>
          </p:nvSpPr>
          <p:spPr>
            <a:xfrm>
              <a:off x="11153418" y="2342435"/>
              <a:ext cx="80783" cy="80783"/>
            </a:xfrm>
            <a:custGeom>
              <a:avLst/>
              <a:gdLst>
                <a:gd name="connsiteX0" fmla="*/ 45720 w 91439"/>
                <a:gd name="connsiteY0" fmla="*/ 91440 h 91439"/>
                <a:gd name="connsiteX1" fmla="*/ 0 w 91439"/>
                <a:gd name="connsiteY1" fmla="*/ 45720 h 91439"/>
                <a:gd name="connsiteX2" fmla="*/ 45720 w 91439"/>
                <a:gd name="connsiteY2" fmla="*/ 0 h 91439"/>
                <a:gd name="connsiteX3" fmla="*/ 91440 w 91439"/>
                <a:gd name="connsiteY3" fmla="*/ 45720 h 91439"/>
                <a:gd name="connsiteX4" fmla="*/ 45720 w 91439"/>
                <a:gd name="connsiteY4" fmla="*/ 91440 h 91439"/>
                <a:gd name="connsiteX5" fmla="*/ 45720 w 91439"/>
                <a:gd name="connsiteY5" fmla="*/ 9525 h 91439"/>
                <a:gd name="connsiteX6" fmla="*/ 9525 w 91439"/>
                <a:gd name="connsiteY6" fmla="*/ 45720 h 91439"/>
                <a:gd name="connsiteX7" fmla="*/ 45720 w 91439"/>
                <a:gd name="connsiteY7" fmla="*/ 81915 h 91439"/>
                <a:gd name="connsiteX8" fmla="*/ 81915 w 91439"/>
                <a:gd name="connsiteY8" fmla="*/ 45720 h 91439"/>
                <a:gd name="connsiteX9" fmla="*/ 45720 w 91439"/>
                <a:gd name="connsiteY9" fmla="*/ 9525 h 9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39" h="91439">
                  <a:moveTo>
                    <a:pt x="45720" y="91440"/>
                  </a:moveTo>
                  <a:cubicBezTo>
                    <a:pt x="20955" y="91440"/>
                    <a:pt x="0" y="71438"/>
                    <a:pt x="0" y="45720"/>
                  </a:cubicBezTo>
                  <a:cubicBezTo>
                    <a:pt x="0" y="20955"/>
                    <a:pt x="20002" y="0"/>
                    <a:pt x="45720" y="0"/>
                  </a:cubicBezTo>
                  <a:cubicBezTo>
                    <a:pt x="70485" y="0"/>
                    <a:pt x="91440" y="20002"/>
                    <a:pt x="91440" y="45720"/>
                  </a:cubicBezTo>
                  <a:cubicBezTo>
                    <a:pt x="91440" y="71438"/>
                    <a:pt x="70485" y="91440"/>
                    <a:pt x="45720" y="91440"/>
                  </a:cubicBezTo>
                  <a:close/>
                  <a:moveTo>
                    <a:pt x="45720" y="9525"/>
                  </a:moveTo>
                  <a:cubicBezTo>
                    <a:pt x="25717" y="9525"/>
                    <a:pt x="9525" y="25718"/>
                    <a:pt x="9525" y="45720"/>
                  </a:cubicBezTo>
                  <a:cubicBezTo>
                    <a:pt x="9525" y="65723"/>
                    <a:pt x="25717" y="81915"/>
                    <a:pt x="45720" y="81915"/>
                  </a:cubicBezTo>
                  <a:cubicBezTo>
                    <a:pt x="65722" y="81915"/>
                    <a:pt x="81915" y="65723"/>
                    <a:pt x="81915" y="45720"/>
                  </a:cubicBezTo>
                  <a:cubicBezTo>
                    <a:pt x="81915" y="25718"/>
                    <a:pt x="65722" y="9525"/>
                    <a:pt x="45720" y="952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E30903D0-E260-23A9-54AA-C6DB7FCF645F}"/>
                </a:ext>
              </a:extLst>
            </p:cNvPr>
            <p:cNvSpPr/>
            <p:nvPr/>
          </p:nvSpPr>
          <p:spPr>
            <a:xfrm>
              <a:off x="11180345" y="2369364"/>
              <a:ext cx="26928" cy="26927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6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4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grpSp>
          <p:nvGrpSpPr>
            <p:cNvPr id="945" name="Graphic 35">
              <a:extLst>
                <a:ext uri="{FF2B5EF4-FFF2-40B4-BE49-F238E27FC236}">
                  <a16:creationId xmlns:a16="http://schemas.microsoft.com/office/drawing/2014/main" id="{61564C17-CBE0-D83F-233D-77554E30D7CC}"/>
                </a:ext>
              </a:extLst>
            </p:cNvPr>
            <p:cNvGrpSpPr/>
            <p:nvPr/>
          </p:nvGrpSpPr>
          <p:grpSpPr>
            <a:xfrm>
              <a:off x="10065248" y="1842635"/>
              <a:ext cx="1121043" cy="596623"/>
              <a:chOff x="8001765" y="3620929"/>
              <a:chExt cx="1268917" cy="675322"/>
            </a:xfrm>
            <a:solidFill>
              <a:srgbClr val="FFFFFF"/>
            </a:solidFill>
          </p:grpSpPr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D59FB60D-A2EA-F2AB-C6C2-0D0D1F27DC7D}"/>
                  </a:ext>
                </a:extLst>
              </p:cNvPr>
              <p:cNvSpPr/>
              <p:nvPr/>
            </p:nvSpPr>
            <p:spPr>
              <a:xfrm>
                <a:off x="8225789" y="362188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8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5BE9D5AD-1B10-A53E-68A8-4B3207FED0DC}"/>
                  </a:ext>
                </a:extLst>
              </p:cNvPr>
              <p:cNvSpPr/>
              <p:nvPr/>
            </p:nvSpPr>
            <p:spPr>
              <a:xfrm>
                <a:off x="8300085" y="362092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2836A788-82E8-A5CC-B4C8-830C9E22CB8E}"/>
                  </a:ext>
                </a:extLst>
              </p:cNvPr>
              <p:cNvSpPr/>
              <p:nvPr/>
            </p:nvSpPr>
            <p:spPr>
              <a:xfrm>
                <a:off x="8374137" y="3621881"/>
                <a:ext cx="9767" cy="9525"/>
              </a:xfrm>
              <a:custGeom>
                <a:avLst/>
                <a:gdLst>
                  <a:gd name="connsiteX0" fmla="*/ 5005 w 9767"/>
                  <a:gd name="connsiteY0" fmla="*/ 9525 h 9525"/>
                  <a:gd name="connsiteX1" fmla="*/ 9768 w 9767"/>
                  <a:gd name="connsiteY1" fmla="*/ 4763 h 9525"/>
                  <a:gd name="connsiteX2" fmla="*/ 5005 w 9767"/>
                  <a:gd name="connsiteY2" fmla="*/ 0 h 9525"/>
                  <a:gd name="connsiteX3" fmla="*/ 243 w 9767"/>
                  <a:gd name="connsiteY3" fmla="*/ 4763 h 9525"/>
                  <a:gd name="connsiteX4" fmla="*/ 5005 w 9767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67" h="9525">
                    <a:moveTo>
                      <a:pt x="5005" y="9525"/>
                    </a:moveTo>
                    <a:cubicBezTo>
                      <a:pt x="7863" y="9525"/>
                      <a:pt x="9768" y="7620"/>
                      <a:pt x="9768" y="4763"/>
                    </a:cubicBezTo>
                    <a:cubicBezTo>
                      <a:pt x="9768" y="1905"/>
                      <a:pt x="7863" y="0"/>
                      <a:pt x="5005" y="0"/>
                    </a:cubicBezTo>
                    <a:cubicBezTo>
                      <a:pt x="2148" y="0"/>
                      <a:pt x="243" y="1905"/>
                      <a:pt x="243" y="4763"/>
                    </a:cubicBezTo>
                    <a:cubicBezTo>
                      <a:pt x="-710" y="6668"/>
                      <a:pt x="1195" y="9525"/>
                      <a:pt x="5005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0A364E5F-B451-3395-4D5F-06318BA81822}"/>
                  </a:ext>
                </a:extLst>
              </p:cNvPr>
              <p:cNvSpPr/>
              <p:nvPr/>
            </p:nvSpPr>
            <p:spPr>
              <a:xfrm>
                <a:off x="8447722" y="362188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8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F4111D2E-AE8D-9B49-613E-6BA8C5DE5BDD}"/>
                  </a:ext>
                </a:extLst>
              </p:cNvPr>
              <p:cNvSpPr/>
              <p:nvPr/>
            </p:nvSpPr>
            <p:spPr>
              <a:xfrm>
                <a:off x="8521830" y="362188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8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3ECAF02D-8C7F-9A7A-4B98-5D0C16DE1F5E}"/>
                  </a:ext>
                </a:extLst>
              </p:cNvPr>
              <p:cNvSpPr/>
              <p:nvPr/>
            </p:nvSpPr>
            <p:spPr>
              <a:xfrm>
                <a:off x="8595360" y="362188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8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3481480C-AE8A-51C4-519D-F1D4AA360720}"/>
                  </a:ext>
                </a:extLst>
              </p:cNvPr>
              <p:cNvSpPr/>
              <p:nvPr/>
            </p:nvSpPr>
            <p:spPr>
              <a:xfrm>
                <a:off x="8669655" y="362092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E221045-D326-58CE-3A57-F2F2D8B809A2}"/>
                  </a:ext>
                </a:extLst>
              </p:cNvPr>
              <p:cNvSpPr/>
              <p:nvPr/>
            </p:nvSpPr>
            <p:spPr>
              <a:xfrm>
                <a:off x="8743950" y="362092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BFD7D481-CB03-2A5A-9949-B46E9CA0E5F5}"/>
                  </a:ext>
                </a:extLst>
              </p:cNvPr>
              <p:cNvSpPr/>
              <p:nvPr/>
            </p:nvSpPr>
            <p:spPr>
              <a:xfrm>
                <a:off x="8817292" y="362188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8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5A9451D2-BA16-963F-AFCC-4C68D53F029D}"/>
                  </a:ext>
                </a:extLst>
              </p:cNvPr>
              <p:cNvSpPr/>
              <p:nvPr/>
            </p:nvSpPr>
            <p:spPr>
              <a:xfrm>
                <a:off x="8891587" y="362092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B7695580-4DCC-EA60-9B91-4AB9B19F2E6F}"/>
                  </a:ext>
                </a:extLst>
              </p:cNvPr>
              <p:cNvSpPr/>
              <p:nvPr/>
            </p:nvSpPr>
            <p:spPr>
              <a:xfrm>
                <a:off x="8965882" y="362092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A96EDC9F-E0D3-8278-AA71-826C68F9EB89}"/>
                  </a:ext>
                </a:extLst>
              </p:cNvPr>
              <p:cNvSpPr/>
              <p:nvPr/>
            </p:nvSpPr>
            <p:spPr>
              <a:xfrm>
                <a:off x="9039225" y="362092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340C7D35-2FCC-268F-3264-38C2ECECB486}"/>
                  </a:ext>
                </a:extLst>
              </p:cNvPr>
              <p:cNvSpPr/>
              <p:nvPr/>
            </p:nvSpPr>
            <p:spPr>
              <a:xfrm>
                <a:off x="9113519" y="362188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8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8FCD4913-F425-DAD0-3B87-871D8253863B}"/>
                  </a:ext>
                </a:extLst>
              </p:cNvPr>
              <p:cNvSpPr/>
              <p:nvPr/>
            </p:nvSpPr>
            <p:spPr>
              <a:xfrm>
                <a:off x="9187628" y="362188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8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96B1D0AD-8248-BCC1-1CD1-C8EAA977BE45}"/>
                  </a:ext>
                </a:extLst>
              </p:cNvPr>
              <p:cNvSpPr/>
              <p:nvPr/>
            </p:nvSpPr>
            <p:spPr>
              <a:xfrm>
                <a:off x="9261157" y="362092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42CE25AF-F81B-5608-1380-256BBCE43273}"/>
                  </a:ext>
                </a:extLst>
              </p:cNvPr>
              <p:cNvSpPr/>
              <p:nvPr/>
            </p:nvSpPr>
            <p:spPr>
              <a:xfrm>
                <a:off x="8225789" y="369522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651EC44E-DE8B-B3C5-8D98-0183FA80FC8E}"/>
                  </a:ext>
                </a:extLst>
              </p:cNvPr>
              <p:cNvSpPr/>
              <p:nvPr/>
            </p:nvSpPr>
            <p:spPr>
              <a:xfrm>
                <a:off x="8299898" y="369522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1" y="0"/>
                      <a:pt x="187" y="1905"/>
                      <a:pt x="187" y="4763"/>
                    </a:cubicBezTo>
                    <a:cubicBezTo>
                      <a:pt x="-766" y="7620"/>
                      <a:pt x="2091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7359E670-E900-DEA5-C18A-7C9B6604AD13}"/>
                  </a:ext>
                </a:extLst>
              </p:cNvPr>
              <p:cNvSpPr/>
              <p:nvPr/>
            </p:nvSpPr>
            <p:spPr>
              <a:xfrm>
                <a:off x="8374137" y="3695224"/>
                <a:ext cx="9767" cy="9525"/>
              </a:xfrm>
              <a:custGeom>
                <a:avLst/>
                <a:gdLst>
                  <a:gd name="connsiteX0" fmla="*/ 5005 w 9767"/>
                  <a:gd name="connsiteY0" fmla="*/ 9525 h 9525"/>
                  <a:gd name="connsiteX1" fmla="*/ 9768 w 9767"/>
                  <a:gd name="connsiteY1" fmla="*/ 4763 h 9525"/>
                  <a:gd name="connsiteX2" fmla="*/ 5005 w 9767"/>
                  <a:gd name="connsiteY2" fmla="*/ 0 h 9525"/>
                  <a:gd name="connsiteX3" fmla="*/ 243 w 9767"/>
                  <a:gd name="connsiteY3" fmla="*/ 4763 h 9525"/>
                  <a:gd name="connsiteX4" fmla="*/ 5005 w 9767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67" h="9525">
                    <a:moveTo>
                      <a:pt x="5005" y="9525"/>
                    </a:moveTo>
                    <a:cubicBezTo>
                      <a:pt x="7863" y="9525"/>
                      <a:pt x="9768" y="7620"/>
                      <a:pt x="9768" y="4763"/>
                    </a:cubicBezTo>
                    <a:cubicBezTo>
                      <a:pt x="9768" y="1905"/>
                      <a:pt x="7863" y="0"/>
                      <a:pt x="5005" y="0"/>
                    </a:cubicBezTo>
                    <a:cubicBezTo>
                      <a:pt x="2148" y="0"/>
                      <a:pt x="243" y="1905"/>
                      <a:pt x="243" y="4763"/>
                    </a:cubicBezTo>
                    <a:cubicBezTo>
                      <a:pt x="-710" y="7620"/>
                      <a:pt x="1195" y="9525"/>
                      <a:pt x="5005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6024CB08-B7E4-7922-CDBB-879E84C75F11}"/>
                  </a:ext>
                </a:extLst>
              </p:cNvPr>
              <p:cNvSpPr/>
              <p:nvPr/>
            </p:nvSpPr>
            <p:spPr>
              <a:xfrm>
                <a:off x="8447722" y="369522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D82094C0-967B-7528-1F91-78928C4D849A}"/>
                  </a:ext>
                </a:extLst>
              </p:cNvPr>
              <p:cNvSpPr/>
              <p:nvPr/>
            </p:nvSpPr>
            <p:spPr>
              <a:xfrm>
                <a:off x="8521830" y="369522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EDA11E2-16A8-C6AE-D62B-DDBF71E17B0F}"/>
                  </a:ext>
                </a:extLst>
              </p:cNvPr>
              <p:cNvSpPr/>
              <p:nvPr/>
            </p:nvSpPr>
            <p:spPr>
              <a:xfrm>
                <a:off x="8595360" y="369522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701E7B4F-CEE1-92B6-0769-3015304547B0}"/>
                  </a:ext>
                </a:extLst>
              </p:cNvPr>
              <p:cNvSpPr/>
              <p:nvPr/>
            </p:nvSpPr>
            <p:spPr>
              <a:xfrm>
                <a:off x="8669655" y="369522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CEE83BE2-3540-FBB0-18BD-BC1ECDC1911C}"/>
                  </a:ext>
                </a:extLst>
              </p:cNvPr>
              <p:cNvSpPr/>
              <p:nvPr/>
            </p:nvSpPr>
            <p:spPr>
              <a:xfrm>
                <a:off x="8743763" y="369522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38599290-A668-E801-65B4-16787B5C01B1}"/>
                  </a:ext>
                </a:extLst>
              </p:cNvPr>
              <p:cNvSpPr/>
              <p:nvPr/>
            </p:nvSpPr>
            <p:spPr>
              <a:xfrm>
                <a:off x="8817292" y="369522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F4378819-EB3E-D944-0747-2700D044ACD0}"/>
                  </a:ext>
                </a:extLst>
              </p:cNvPr>
              <p:cNvSpPr/>
              <p:nvPr/>
            </p:nvSpPr>
            <p:spPr>
              <a:xfrm>
                <a:off x="8891587" y="369522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E83A715A-174D-479F-E21E-C9D9F13952C3}"/>
                  </a:ext>
                </a:extLst>
              </p:cNvPr>
              <p:cNvSpPr/>
              <p:nvPr/>
            </p:nvSpPr>
            <p:spPr>
              <a:xfrm>
                <a:off x="8965695" y="369522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58D62110-5D81-21CB-F2EE-AEB52B3ED15E}"/>
                  </a:ext>
                </a:extLst>
              </p:cNvPr>
              <p:cNvSpPr/>
              <p:nvPr/>
            </p:nvSpPr>
            <p:spPr>
              <a:xfrm>
                <a:off x="9039225" y="369522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D97576A2-CF97-B37E-10EF-A584ED36C938}"/>
                  </a:ext>
                </a:extLst>
              </p:cNvPr>
              <p:cNvSpPr/>
              <p:nvPr/>
            </p:nvSpPr>
            <p:spPr>
              <a:xfrm>
                <a:off x="9113519" y="369522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80F9B535-16E8-453F-50A6-2B5029D9A56F}"/>
                  </a:ext>
                </a:extLst>
              </p:cNvPr>
              <p:cNvSpPr/>
              <p:nvPr/>
            </p:nvSpPr>
            <p:spPr>
              <a:xfrm>
                <a:off x="9187628" y="369522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565D21F4-445A-816C-0743-AEA672D853DE}"/>
                  </a:ext>
                </a:extLst>
              </p:cNvPr>
              <p:cNvSpPr/>
              <p:nvPr/>
            </p:nvSpPr>
            <p:spPr>
              <a:xfrm>
                <a:off x="9261157" y="369522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F1FAE74C-3CA4-C304-99A0-191A5F85E98B}"/>
                  </a:ext>
                </a:extLst>
              </p:cNvPr>
              <p:cNvSpPr/>
              <p:nvPr/>
            </p:nvSpPr>
            <p:spPr>
              <a:xfrm>
                <a:off x="8225789" y="3769519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F7CE8306-CB24-12DA-2509-AB75467E86C4}"/>
                  </a:ext>
                </a:extLst>
              </p:cNvPr>
              <p:cNvSpPr/>
              <p:nvPr/>
            </p:nvSpPr>
            <p:spPr>
              <a:xfrm>
                <a:off x="8299898" y="3769519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1" y="0"/>
                      <a:pt x="187" y="1905"/>
                      <a:pt x="187" y="4763"/>
                    </a:cubicBezTo>
                    <a:cubicBezTo>
                      <a:pt x="-766" y="6667"/>
                      <a:pt x="2091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4EF897DD-1F63-0FA2-80E6-1F25B858F116}"/>
                  </a:ext>
                </a:extLst>
              </p:cNvPr>
              <p:cNvSpPr/>
              <p:nvPr/>
            </p:nvSpPr>
            <p:spPr>
              <a:xfrm>
                <a:off x="8374137" y="3769519"/>
                <a:ext cx="9767" cy="9525"/>
              </a:xfrm>
              <a:custGeom>
                <a:avLst/>
                <a:gdLst>
                  <a:gd name="connsiteX0" fmla="*/ 5005 w 9767"/>
                  <a:gd name="connsiteY0" fmla="*/ 9525 h 9525"/>
                  <a:gd name="connsiteX1" fmla="*/ 9768 w 9767"/>
                  <a:gd name="connsiteY1" fmla="*/ 4763 h 9525"/>
                  <a:gd name="connsiteX2" fmla="*/ 5005 w 9767"/>
                  <a:gd name="connsiteY2" fmla="*/ 0 h 9525"/>
                  <a:gd name="connsiteX3" fmla="*/ 243 w 9767"/>
                  <a:gd name="connsiteY3" fmla="*/ 4763 h 9525"/>
                  <a:gd name="connsiteX4" fmla="*/ 5005 w 9767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67" h="9525">
                    <a:moveTo>
                      <a:pt x="5005" y="9525"/>
                    </a:moveTo>
                    <a:cubicBezTo>
                      <a:pt x="7863" y="9525"/>
                      <a:pt x="9768" y="7620"/>
                      <a:pt x="9768" y="4763"/>
                    </a:cubicBezTo>
                    <a:cubicBezTo>
                      <a:pt x="9768" y="1905"/>
                      <a:pt x="7863" y="0"/>
                      <a:pt x="5005" y="0"/>
                    </a:cubicBezTo>
                    <a:cubicBezTo>
                      <a:pt x="2148" y="0"/>
                      <a:pt x="243" y="1905"/>
                      <a:pt x="243" y="4763"/>
                    </a:cubicBezTo>
                    <a:cubicBezTo>
                      <a:pt x="-710" y="6667"/>
                      <a:pt x="1195" y="9525"/>
                      <a:pt x="5005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79833B15-64A6-693E-FEE6-F3D8457A0FB9}"/>
                  </a:ext>
                </a:extLst>
              </p:cNvPr>
              <p:cNvSpPr/>
              <p:nvPr/>
            </p:nvSpPr>
            <p:spPr>
              <a:xfrm>
                <a:off x="8447722" y="3769519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4F5783A7-4460-D64E-170F-498C40E5E2CF}"/>
                  </a:ext>
                </a:extLst>
              </p:cNvPr>
              <p:cNvSpPr/>
              <p:nvPr/>
            </p:nvSpPr>
            <p:spPr>
              <a:xfrm>
                <a:off x="8521830" y="3769519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7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0EE6987A-2E14-5E91-A1BA-251A9EEEAF67}"/>
                  </a:ext>
                </a:extLst>
              </p:cNvPr>
              <p:cNvSpPr/>
              <p:nvPr/>
            </p:nvSpPr>
            <p:spPr>
              <a:xfrm>
                <a:off x="8595360" y="3769519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AC01A804-5389-2605-2BE4-563B2A102247}"/>
                  </a:ext>
                </a:extLst>
              </p:cNvPr>
              <p:cNvSpPr/>
              <p:nvPr/>
            </p:nvSpPr>
            <p:spPr>
              <a:xfrm>
                <a:off x="8669655" y="3769519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D3B52902-9DE3-D7FB-B627-8B16163CE81F}"/>
                  </a:ext>
                </a:extLst>
              </p:cNvPr>
              <p:cNvSpPr/>
              <p:nvPr/>
            </p:nvSpPr>
            <p:spPr>
              <a:xfrm>
                <a:off x="8743763" y="3769519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7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862AD032-2A5A-9270-0D14-352CAF61574D}"/>
                  </a:ext>
                </a:extLst>
              </p:cNvPr>
              <p:cNvSpPr/>
              <p:nvPr/>
            </p:nvSpPr>
            <p:spPr>
              <a:xfrm>
                <a:off x="8817292" y="3769519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2B113FA1-6A29-17A6-250C-DF83E3B9FB7B}"/>
                  </a:ext>
                </a:extLst>
              </p:cNvPr>
              <p:cNvSpPr/>
              <p:nvPr/>
            </p:nvSpPr>
            <p:spPr>
              <a:xfrm>
                <a:off x="8891587" y="3769519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B35BE526-EDDD-BD52-6322-91B9B13C17CB}"/>
                  </a:ext>
                </a:extLst>
              </p:cNvPr>
              <p:cNvSpPr/>
              <p:nvPr/>
            </p:nvSpPr>
            <p:spPr>
              <a:xfrm>
                <a:off x="8965695" y="3769519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7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19C35487-20BB-5FE4-5B9F-5686BA901F7D}"/>
                  </a:ext>
                </a:extLst>
              </p:cNvPr>
              <p:cNvSpPr/>
              <p:nvPr/>
            </p:nvSpPr>
            <p:spPr>
              <a:xfrm>
                <a:off x="9039225" y="3769519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87C7EE4D-098D-82A8-2D0D-6DECF1E40102}"/>
                  </a:ext>
                </a:extLst>
              </p:cNvPr>
              <p:cNvSpPr/>
              <p:nvPr/>
            </p:nvSpPr>
            <p:spPr>
              <a:xfrm>
                <a:off x="9113519" y="3769519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5FF3EA4-F97A-FA35-07C4-2D28233ED287}"/>
                  </a:ext>
                </a:extLst>
              </p:cNvPr>
              <p:cNvSpPr/>
              <p:nvPr/>
            </p:nvSpPr>
            <p:spPr>
              <a:xfrm>
                <a:off x="9187628" y="3769519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7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92C3CD0B-72DD-4FD3-DC4A-BE57FD305EEB}"/>
                  </a:ext>
                </a:extLst>
              </p:cNvPr>
              <p:cNvSpPr/>
              <p:nvPr/>
            </p:nvSpPr>
            <p:spPr>
              <a:xfrm>
                <a:off x="9261157" y="3769519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7AB77140-1CD5-87FB-85BB-EBFCD395C434}"/>
                  </a:ext>
                </a:extLst>
              </p:cNvPr>
              <p:cNvSpPr/>
              <p:nvPr/>
            </p:nvSpPr>
            <p:spPr>
              <a:xfrm>
                <a:off x="8225789" y="384286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7E77E9E8-F327-3C16-2969-10F672447E19}"/>
                  </a:ext>
                </a:extLst>
              </p:cNvPr>
              <p:cNvSpPr/>
              <p:nvPr/>
            </p:nvSpPr>
            <p:spPr>
              <a:xfrm>
                <a:off x="8300085" y="384286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7DAF2541-1903-E4C2-C3A7-D32117B78050}"/>
                  </a:ext>
                </a:extLst>
              </p:cNvPr>
              <p:cNvSpPr/>
              <p:nvPr/>
            </p:nvSpPr>
            <p:spPr>
              <a:xfrm>
                <a:off x="8374137" y="3842861"/>
                <a:ext cx="9767" cy="9525"/>
              </a:xfrm>
              <a:custGeom>
                <a:avLst/>
                <a:gdLst>
                  <a:gd name="connsiteX0" fmla="*/ 5005 w 9767"/>
                  <a:gd name="connsiteY0" fmla="*/ 9525 h 9525"/>
                  <a:gd name="connsiteX1" fmla="*/ 9768 w 9767"/>
                  <a:gd name="connsiteY1" fmla="*/ 4763 h 9525"/>
                  <a:gd name="connsiteX2" fmla="*/ 5005 w 9767"/>
                  <a:gd name="connsiteY2" fmla="*/ 0 h 9525"/>
                  <a:gd name="connsiteX3" fmla="*/ 243 w 9767"/>
                  <a:gd name="connsiteY3" fmla="*/ 4763 h 9525"/>
                  <a:gd name="connsiteX4" fmla="*/ 5005 w 9767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67" h="9525">
                    <a:moveTo>
                      <a:pt x="5005" y="9525"/>
                    </a:moveTo>
                    <a:cubicBezTo>
                      <a:pt x="7863" y="9525"/>
                      <a:pt x="9768" y="7620"/>
                      <a:pt x="9768" y="4763"/>
                    </a:cubicBezTo>
                    <a:cubicBezTo>
                      <a:pt x="9768" y="1905"/>
                      <a:pt x="7863" y="0"/>
                      <a:pt x="5005" y="0"/>
                    </a:cubicBezTo>
                    <a:cubicBezTo>
                      <a:pt x="2148" y="0"/>
                      <a:pt x="243" y="1905"/>
                      <a:pt x="243" y="4763"/>
                    </a:cubicBezTo>
                    <a:cubicBezTo>
                      <a:pt x="-710" y="7620"/>
                      <a:pt x="1195" y="9525"/>
                      <a:pt x="5005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602E6205-F972-628D-98F3-8381935730A5}"/>
                  </a:ext>
                </a:extLst>
              </p:cNvPr>
              <p:cNvSpPr/>
              <p:nvPr/>
            </p:nvSpPr>
            <p:spPr>
              <a:xfrm>
                <a:off x="8447722" y="384286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8ED80947-7594-E93E-8F48-A9AE85C3DE86}"/>
                  </a:ext>
                </a:extLst>
              </p:cNvPr>
              <p:cNvSpPr/>
              <p:nvPr/>
            </p:nvSpPr>
            <p:spPr>
              <a:xfrm>
                <a:off x="8521830" y="384286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9366EE4A-BF43-6A87-3E68-1D75EC2FC8CD}"/>
                  </a:ext>
                </a:extLst>
              </p:cNvPr>
              <p:cNvSpPr/>
              <p:nvPr/>
            </p:nvSpPr>
            <p:spPr>
              <a:xfrm>
                <a:off x="8595360" y="384286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758AF02C-6703-568A-7A31-4808C930F970}"/>
                  </a:ext>
                </a:extLst>
              </p:cNvPr>
              <p:cNvSpPr/>
              <p:nvPr/>
            </p:nvSpPr>
            <p:spPr>
              <a:xfrm>
                <a:off x="8669655" y="384286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DC55F2C0-D09C-9DF4-2CDA-5BDC062FF83E}"/>
                  </a:ext>
                </a:extLst>
              </p:cNvPr>
              <p:cNvSpPr/>
              <p:nvPr/>
            </p:nvSpPr>
            <p:spPr>
              <a:xfrm>
                <a:off x="8743950" y="384286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BB320CF-912D-4111-FFEE-493D5E724F1F}"/>
                  </a:ext>
                </a:extLst>
              </p:cNvPr>
              <p:cNvSpPr/>
              <p:nvPr/>
            </p:nvSpPr>
            <p:spPr>
              <a:xfrm>
                <a:off x="8817292" y="384286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3F5E02DC-8D7A-FAC3-437C-4916890BD3FA}"/>
                  </a:ext>
                </a:extLst>
              </p:cNvPr>
              <p:cNvSpPr/>
              <p:nvPr/>
            </p:nvSpPr>
            <p:spPr>
              <a:xfrm>
                <a:off x="8891587" y="384286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689168CF-8ED0-7232-B7D4-8168DB0B14A4}"/>
                  </a:ext>
                </a:extLst>
              </p:cNvPr>
              <p:cNvSpPr/>
              <p:nvPr/>
            </p:nvSpPr>
            <p:spPr>
              <a:xfrm>
                <a:off x="8965882" y="384286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EDEEED74-439F-0D78-E3A1-CB418465511E}"/>
                  </a:ext>
                </a:extLst>
              </p:cNvPr>
              <p:cNvSpPr/>
              <p:nvPr/>
            </p:nvSpPr>
            <p:spPr>
              <a:xfrm>
                <a:off x="9039225" y="384286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DF43D533-80E4-D46D-B87C-776D515CCF8D}"/>
                  </a:ext>
                </a:extLst>
              </p:cNvPr>
              <p:cNvSpPr/>
              <p:nvPr/>
            </p:nvSpPr>
            <p:spPr>
              <a:xfrm>
                <a:off x="9113519" y="384286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50BAFB9D-028C-92F3-935B-46279639B39C}"/>
                  </a:ext>
                </a:extLst>
              </p:cNvPr>
              <p:cNvSpPr/>
              <p:nvPr/>
            </p:nvSpPr>
            <p:spPr>
              <a:xfrm>
                <a:off x="9187628" y="384286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57E6AE52-8AB5-C2B0-B46D-AEC98B5E1F13}"/>
                  </a:ext>
                </a:extLst>
              </p:cNvPr>
              <p:cNvSpPr/>
              <p:nvPr/>
            </p:nvSpPr>
            <p:spPr>
              <a:xfrm>
                <a:off x="9261157" y="384286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E843B583-8DFC-D99C-B0F1-E1196EA9A7C5}"/>
                  </a:ext>
                </a:extLst>
              </p:cNvPr>
              <p:cNvSpPr/>
              <p:nvPr/>
            </p:nvSpPr>
            <p:spPr>
              <a:xfrm>
                <a:off x="8225789" y="3917156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0238F77F-5A5C-E333-7326-B07AEBB03960}"/>
                  </a:ext>
                </a:extLst>
              </p:cNvPr>
              <p:cNvSpPr/>
              <p:nvPr/>
            </p:nvSpPr>
            <p:spPr>
              <a:xfrm>
                <a:off x="8300085" y="3917156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C5322B46-9405-9E93-D7BE-A52906760599}"/>
                  </a:ext>
                </a:extLst>
              </p:cNvPr>
              <p:cNvSpPr/>
              <p:nvPr/>
            </p:nvSpPr>
            <p:spPr>
              <a:xfrm>
                <a:off x="8374137" y="3917156"/>
                <a:ext cx="9767" cy="9525"/>
              </a:xfrm>
              <a:custGeom>
                <a:avLst/>
                <a:gdLst>
                  <a:gd name="connsiteX0" fmla="*/ 5005 w 9767"/>
                  <a:gd name="connsiteY0" fmla="*/ 9525 h 9525"/>
                  <a:gd name="connsiteX1" fmla="*/ 9768 w 9767"/>
                  <a:gd name="connsiteY1" fmla="*/ 4763 h 9525"/>
                  <a:gd name="connsiteX2" fmla="*/ 5005 w 9767"/>
                  <a:gd name="connsiteY2" fmla="*/ 0 h 9525"/>
                  <a:gd name="connsiteX3" fmla="*/ 243 w 9767"/>
                  <a:gd name="connsiteY3" fmla="*/ 4763 h 9525"/>
                  <a:gd name="connsiteX4" fmla="*/ 5005 w 9767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67" h="9525">
                    <a:moveTo>
                      <a:pt x="5005" y="9525"/>
                    </a:moveTo>
                    <a:cubicBezTo>
                      <a:pt x="7863" y="9525"/>
                      <a:pt x="9768" y="7620"/>
                      <a:pt x="9768" y="4763"/>
                    </a:cubicBezTo>
                    <a:cubicBezTo>
                      <a:pt x="9768" y="1905"/>
                      <a:pt x="7863" y="0"/>
                      <a:pt x="5005" y="0"/>
                    </a:cubicBezTo>
                    <a:cubicBezTo>
                      <a:pt x="2148" y="0"/>
                      <a:pt x="243" y="1905"/>
                      <a:pt x="243" y="4763"/>
                    </a:cubicBezTo>
                    <a:cubicBezTo>
                      <a:pt x="-710" y="7620"/>
                      <a:pt x="1195" y="9525"/>
                      <a:pt x="5005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97F42146-CB3D-2743-84AC-DD975274869F}"/>
                  </a:ext>
                </a:extLst>
              </p:cNvPr>
              <p:cNvSpPr/>
              <p:nvPr/>
            </p:nvSpPr>
            <p:spPr>
              <a:xfrm>
                <a:off x="8447722" y="3917156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4FB9AE77-60A1-AE4F-EE7C-B5DDB7D60ECF}"/>
                  </a:ext>
                </a:extLst>
              </p:cNvPr>
              <p:cNvSpPr/>
              <p:nvPr/>
            </p:nvSpPr>
            <p:spPr>
              <a:xfrm>
                <a:off x="8521830" y="3917156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5AEF55FA-2D20-80A0-DF01-D6998CD42C12}"/>
                  </a:ext>
                </a:extLst>
              </p:cNvPr>
              <p:cNvSpPr/>
              <p:nvPr/>
            </p:nvSpPr>
            <p:spPr>
              <a:xfrm>
                <a:off x="8595360" y="3917156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818D32CE-10CE-E07F-17AB-56A12C3BD754}"/>
                  </a:ext>
                </a:extLst>
              </p:cNvPr>
              <p:cNvSpPr/>
              <p:nvPr/>
            </p:nvSpPr>
            <p:spPr>
              <a:xfrm>
                <a:off x="8669655" y="3917156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19C5D54D-1FAE-332A-6AC2-2687EA822794}"/>
                  </a:ext>
                </a:extLst>
              </p:cNvPr>
              <p:cNvSpPr/>
              <p:nvPr/>
            </p:nvSpPr>
            <p:spPr>
              <a:xfrm>
                <a:off x="8743950" y="3917156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830597EE-4DA3-1C17-065A-1C7DE3E5E0BB}"/>
                  </a:ext>
                </a:extLst>
              </p:cNvPr>
              <p:cNvSpPr/>
              <p:nvPr/>
            </p:nvSpPr>
            <p:spPr>
              <a:xfrm>
                <a:off x="8817292" y="3917156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0FEC5A89-A9A8-FB35-B859-AF474F6E781D}"/>
                  </a:ext>
                </a:extLst>
              </p:cNvPr>
              <p:cNvSpPr/>
              <p:nvPr/>
            </p:nvSpPr>
            <p:spPr>
              <a:xfrm>
                <a:off x="8891587" y="3917156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66CFF7F1-22CC-E18D-53DD-8E0F8D9E5B5A}"/>
                  </a:ext>
                </a:extLst>
              </p:cNvPr>
              <p:cNvSpPr/>
              <p:nvPr/>
            </p:nvSpPr>
            <p:spPr>
              <a:xfrm>
                <a:off x="8965882" y="3917156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C1F4881E-F086-69B9-ACF0-CC1676957352}"/>
                  </a:ext>
                </a:extLst>
              </p:cNvPr>
              <p:cNvSpPr/>
              <p:nvPr/>
            </p:nvSpPr>
            <p:spPr>
              <a:xfrm>
                <a:off x="9039225" y="3917156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307478D4-76A4-CC2E-BC52-FB7BB34B8755}"/>
                  </a:ext>
                </a:extLst>
              </p:cNvPr>
              <p:cNvSpPr/>
              <p:nvPr/>
            </p:nvSpPr>
            <p:spPr>
              <a:xfrm>
                <a:off x="9113519" y="3917156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CF774E76-D3E8-5AEB-DA81-8D027827617D}"/>
                  </a:ext>
                </a:extLst>
              </p:cNvPr>
              <p:cNvSpPr/>
              <p:nvPr/>
            </p:nvSpPr>
            <p:spPr>
              <a:xfrm>
                <a:off x="9187628" y="3917156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DEA387CD-0459-6035-8A02-1341428065C0}"/>
                  </a:ext>
                </a:extLst>
              </p:cNvPr>
              <p:cNvSpPr/>
              <p:nvPr/>
            </p:nvSpPr>
            <p:spPr>
              <a:xfrm>
                <a:off x="9261157" y="3917156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F937EB36-B492-AD23-1D47-B30B63C2E738}"/>
                  </a:ext>
                </a:extLst>
              </p:cNvPr>
              <p:cNvSpPr/>
              <p:nvPr/>
            </p:nvSpPr>
            <p:spPr>
              <a:xfrm>
                <a:off x="8225789" y="399145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8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438680BD-815B-D2EC-810D-ACE7388C563B}"/>
                  </a:ext>
                </a:extLst>
              </p:cNvPr>
              <p:cNvSpPr/>
              <p:nvPr/>
            </p:nvSpPr>
            <p:spPr>
              <a:xfrm>
                <a:off x="8300085" y="399049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91C1620B-1186-1204-31B7-3B3F6BCF7BE2}"/>
                  </a:ext>
                </a:extLst>
              </p:cNvPr>
              <p:cNvSpPr/>
              <p:nvPr/>
            </p:nvSpPr>
            <p:spPr>
              <a:xfrm>
                <a:off x="8374137" y="3991451"/>
                <a:ext cx="9767" cy="9525"/>
              </a:xfrm>
              <a:custGeom>
                <a:avLst/>
                <a:gdLst>
                  <a:gd name="connsiteX0" fmla="*/ 5005 w 9767"/>
                  <a:gd name="connsiteY0" fmla="*/ 9525 h 9525"/>
                  <a:gd name="connsiteX1" fmla="*/ 9768 w 9767"/>
                  <a:gd name="connsiteY1" fmla="*/ 4763 h 9525"/>
                  <a:gd name="connsiteX2" fmla="*/ 5005 w 9767"/>
                  <a:gd name="connsiteY2" fmla="*/ 0 h 9525"/>
                  <a:gd name="connsiteX3" fmla="*/ 243 w 9767"/>
                  <a:gd name="connsiteY3" fmla="*/ 4763 h 9525"/>
                  <a:gd name="connsiteX4" fmla="*/ 5005 w 9767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67" h="9525">
                    <a:moveTo>
                      <a:pt x="5005" y="9525"/>
                    </a:moveTo>
                    <a:cubicBezTo>
                      <a:pt x="7863" y="9525"/>
                      <a:pt x="9768" y="7620"/>
                      <a:pt x="9768" y="4763"/>
                    </a:cubicBezTo>
                    <a:cubicBezTo>
                      <a:pt x="9768" y="1905"/>
                      <a:pt x="7863" y="0"/>
                      <a:pt x="5005" y="0"/>
                    </a:cubicBezTo>
                    <a:cubicBezTo>
                      <a:pt x="2148" y="0"/>
                      <a:pt x="243" y="1905"/>
                      <a:pt x="243" y="4763"/>
                    </a:cubicBezTo>
                    <a:cubicBezTo>
                      <a:pt x="-710" y="6668"/>
                      <a:pt x="1195" y="9525"/>
                      <a:pt x="5005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6778CA35-FAD9-88FF-D569-3B589077E3D8}"/>
                  </a:ext>
                </a:extLst>
              </p:cNvPr>
              <p:cNvSpPr/>
              <p:nvPr/>
            </p:nvSpPr>
            <p:spPr>
              <a:xfrm>
                <a:off x="8447722" y="399145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8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99ADAC25-4638-6234-6ED4-53BBE47A5803}"/>
                  </a:ext>
                </a:extLst>
              </p:cNvPr>
              <p:cNvSpPr/>
              <p:nvPr/>
            </p:nvSpPr>
            <p:spPr>
              <a:xfrm>
                <a:off x="8521830" y="399145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8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EB4FAF54-2261-B129-0599-E634A427FF1D}"/>
                  </a:ext>
                </a:extLst>
              </p:cNvPr>
              <p:cNvSpPr/>
              <p:nvPr/>
            </p:nvSpPr>
            <p:spPr>
              <a:xfrm>
                <a:off x="8595360" y="399145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8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C341A709-91F4-C54B-2B0C-01967C76BD40}"/>
                  </a:ext>
                </a:extLst>
              </p:cNvPr>
              <p:cNvSpPr/>
              <p:nvPr/>
            </p:nvSpPr>
            <p:spPr>
              <a:xfrm>
                <a:off x="8669655" y="399049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0616460C-21D5-82CA-F2D1-55E7BA37DF21}"/>
                  </a:ext>
                </a:extLst>
              </p:cNvPr>
              <p:cNvSpPr/>
              <p:nvPr/>
            </p:nvSpPr>
            <p:spPr>
              <a:xfrm>
                <a:off x="8743950" y="399049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6382D662-4422-97FA-BB5F-643EA9DECB59}"/>
                  </a:ext>
                </a:extLst>
              </p:cNvPr>
              <p:cNvSpPr/>
              <p:nvPr/>
            </p:nvSpPr>
            <p:spPr>
              <a:xfrm>
                <a:off x="8817292" y="399145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8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7ABB70D9-BAE1-DD26-075D-98F78D781DF3}"/>
                  </a:ext>
                </a:extLst>
              </p:cNvPr>
              <p:cNvSpPr/>
              <p:nvPr/>
            </p:nvSpPr>
            <p:spPr>
              <a:xfrm>
                <a:off x="8891587" y="399049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6D069837-BE99-235A-7396-0F95F0746511}"/>
                  </a:ext>
                </a:extLst>
              </p:cNvPr>
              <p:cNvSpPr/>
              <p:nvPr/>
            </p:nvSpPr>
            <p:spPr>
              <a:xfrm>
                <a:off x="8965882" y="399049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69FA3410-6495-28DA-B6DB-6EB231AC72FB}"/>
                  </a:ext>
                </a:extLst>
              </p:cNvPr>
              <p:cNvSpPr/>
              <p:nvPr/>
            </p:nvSpPr>
            <p:spPr>
              <a:xfrm>
                <a:off x="9039225" y="399049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1CF65F91-21AE-BB8E-68DC-565E33A4FBAD}"/>
                  </a:ext>
                </a:extLst>
              </p:cNvPr>
              <p:cNvSpPr/>
              <p:nvPr/>
            </p:nvSpPr>
            <p:spPr>
              <a:xfrm>
                <a:off x="9113519" y="3991451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8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013EE720-03FE-3869-A695-5683504A0D00}"/>
                  </a:ext>
                </a:extLst>
              </p:cNvPr>
              <p:cNvSpPr/>
              <p:nvPr/>
            </p:nvSpPr>
            <p:spPr>
              <a:xfrm>
                <a:off x="9187628" y="399145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8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AF90FE44-2C54-087D-9F04-C635A464F080}"/>
                  </a:ext>
                </a:extLst>
              </p:cNvPr>
              <p:cNvSpPr/>
              <p:nvPr/>
            </p:nvSpPr>
            <p:spPr>
              <a:xfrm>
                <a:off x="9261157" y="399049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5C0EB327-97D1-ADF2-919B-253D1E59C579}"/>
                  </a:ext>
                </a:extLst>
              </p:cNvPr>
              <p:cNvSpPr/>
              <p:nvPr/>
            </p:nvSpPr>
            <p:spPr>
              <a:xfrm>
                <a:off x="8225789" y="406479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F7404A2F-40C9-3855-EB83-AC7D7FAE2AC7}"/>
                  </a:ext>
                </a:extLst>
              </p:cNvPr>
              <p:cNvSpPr/>
              <p:nvPr/>
            </p:nvSpPr>
            <p:spPr>
              <a:xfrm>
                <a:off x="8299898" y="406479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1" y="0"/>
                      <a:pt x="187" y="1905"/>
                      <a:pt x="187" y="4763"/>
                    </a:cubicBezTo>
                    <a:cubicBezTo>
                      <a:pt x="-766" y="7620"/>
                      <a:pt x="2091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D1D2D67C-C05A-707F-FBB9-5C0D94393609}"/>
                  </a:ext>
                </a:extLst>
              </p:cNvPr>
              <p:cNvSpPr/>
              <p:nvPr/>
            </p:nvSpPr>
            <p:spPr>
              <a:xfrm>
                <a:off x="8374137" y="4064794"/>
                <a:ext cx="9767" cy="9525"/>
              </a:xfrm>
              <a:custGeom>
                <a:avLst/>
                <a:gdLst>
                  <a:gd name="connsiteX0" fmla="*/ 5005 w 9767"/>
                  <a:gd name="connsiteY0" fmla="*/ 9525 h 9525"/>
                  <a:gd name="connsiteX1" fmla="*/ 9768 w 9767"/>
                  <a:gd name="connsiteY1" fmla="*/ 4763 h 9525"/>
                  <a:gd name="connsiteX2" fmla="*/ 5005 w 9767"/>
                  <a:gd name="connsiteY2" fmla="*/ 0 h 9525"/>
                  <a:gd name="connsiteX3" fmla="*/ 243 w 9767"/>
                  <a:gd name="connsiteY3" fmla="*/ 4763 h 9525"/>
                  <a:gd name="connsiteX4" fmla="*/ 5005 w 9767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67" h="9525">
                    <a:moveTo>
                      <a:pt x="5005" y="9525"/>
                    </a:moveTo>
                    <a:cubicBezTo>
                      <a:pt x="7863" y="9525"/>
                      <a:pt x="9768" y="7620"/>
                      <a:pt x="9768" y="4763"/>
                    </a:cubicBezTo>
                    <a:cubicBezTo>
                      <a:pt x="9768" y="1905"/>
                      <a:pt x="7863" y="0"/>
                      <a:pt x="5005" y="0"/>
                    </a:cubicBezTo>
                    <a:cubicBezTo>
                      <a:pt x="2148" y="0"/>
                      <a:pt x="243" y="1905"/>
                      <a:pt x="243" y="4763"/>
                    </a:cubicBezTo>
                    <a:cubicBezTo>
                      <a:pt x="-710" y="7620"/>
                      <a:pt x="1195" y="9525"/>
                      <a:pt x="5005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83AFC419-6F0A-1C69-F259-58A458BA7271}"/>
                  </a:ext>
                </a:extLst>
              </p:cNvPr>
              <p:cNvSpPr/>
              <p:nvPr/>
            </p:nvSpPr>
            <p:spPr>
              <a:xfrm>
                <a:off x="8447722" y="406479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DA12236B-9706-6D6D-9663-269DA53C4F9B}"/>
                  </a:ext>
                </a:extLst>
              </p:cNvPr>
              <p:cNvSpPr/>
              <p:nvPr/>
            </p:nvSpPr>
            <p:spPr>
              <a:xfrm>
                <a:off x="8521830" y="406479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0B937796-4E7F-B013-95A9-CAB277EB3EB3}"/>
                  </a:ext>
                </a:extLst>
              </p:cNvPr>
              <p:cNvSpPr/>
              <p:nvPr/>
            </p:nvSpPr>
            <p:spPr>
              <a:xfrm>
                <a:off x="8595360" y="406479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6CE03AA-5C00-FAB1-05C4-F6198404B9F2}"/>
                  </a:ext>
                </a:extLst>
              </p:cNvPr>
              <p:cNvSpPr/>
              <p:nvPr/>
            </p:nvSpPr>
            <p:spPr>
              <a:xfrm>
                <a:off x="8669655" y="406479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42B19484-38DD-CBD1-0A6A-2266510058EB}"/>
                  </a:ext>
                </a:extLst>
              </p:cNvPr>
              <p:cNvSpPr/>
              <p:nvPr/>
            </p:nvSpPr>
            <p:spPr>
              <a:xfrm>
                <a:off x="8743763" y="406479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16644C53-A869-9D4E-777F-D09731683DA9}"/>
                  </a:ext>
                </a:extLst>
              </p:cNvPr>
              <p:cNvSpPr/>
              <p:nvPr/>
            </p:nvSpPr>
            <p:spPr>
              <a:xfrm>
                <a:off x="8817292" y="406479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1D51427E-3D2D-8C08-E133-C369130833EF}"/>
                  </a:ext>
                </a:extLst>
              </p:cNvPr>
              <p:cNvSpPr/>
              <p:nvPr/>
            </p:nvSpPr>
            <p:spPr>
              <a:xfrm>
                <a:off x="8891587" y="406479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1547E16B-0DAF-078C-50E8-5D37CA236D9E}"/>
                  </a:ext>
                </a:extLst>
              </p:cNvPr>
              <p:cNvSpPr/>
              <p:nvPr/>
            </p:nvSpPr>
            <p:spPr>
              <a:xfrm>
                <a:off x="8965695" y="406479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ADA2F448-8E1F-B535-DD6D-D4D99758BC60}"/>
                  </a:ext>
                </a:extLst>
              </p:cNvPr>
              <p:cNvSpPr/>
              <p:nvPr/>
            </p:nvSpPr>
            <p:spPr>
              <a:xfrm>
                <a:off x="9039225" y="406479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F5AE1F90-94FE-94BE-5F44-5D65F0807D00}"/>
                  </a:ext>
                </a:extLst>
              </p:cNvPr>
              <p:cNvSpPr/>
              <p:nvPr/>
            </p:nvSpPr>
            <p:spPr>
              <a:xfrm>
                <a:off x="9113519" y="406479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53DD7C81-C20B-635C-292D-6C360DE65F0D}"/>
                  </a:ext>
                </a:extLst>
              </p:cNvPr>
              <p:cNvSpPr/>
              <p:nvPr/>
            </p:nvSpPr>
            <p:spPr>
              <a:xfrm>
                <a:off x="9187628" y="406479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72DEEA67-5439-01A4-333D-5143FE3B4395}"/>
                  </a:ext>
                </a:extLst>
              </p:cNvPr>
              <p:cNvSpPr/>
              <p:nvPr/>
            </p:nvSpPr>
            <p:spPr>
              <a:xfrm>
                <a:off x="9261157" y="406479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CF48FC02-D01B-D89D-E6A1-7694EE26B556}"/>
                  </a:ext>
                </a:extLst>
              </p:cNvPr>
              <p:cNvSpPr/>
              <p:nvPr/>
            </p:nvSpPr>
            <p:spPr>
              <a:xfrm>
                <a:off x="8225789" y="4139088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1D98B78-3D4F-26B6-83C4-94A6C4E250D0}"/>
                  </a:ext>
                </a:extLst>
              </p:cNvPr>
              <p:cNvSpPr/>
              <p:nvPr/>
            </p:nvSpPr>
            <p:spPr>
              <a:xfrm>
                <a:off x="8300085" y="4139089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3 w 9525"/>
                  <a:gd name="connsiteY1" fmla="*/ 9525 h 9525"/>
                  <a:gd name="connsiteX2" fmla="*/ 0 w 9525"/>
                  <a:gd name="connsiteY2" fmla="*/ 4762 h 9525"/>
                  <a:gd name="connsiteX3" fmla="*/ 4763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2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26187443-B0E9-4235-B408-265569B10129}"/>
                  </a:ext>
                </a:extLst>
              </p:cNvPr>
              <p:cNvSpPr/>
              <p:nvPr/>
            </p:nvSpPr>
            <p:spPr>
              <a:xfrm>
                <a:off x="8374137" y="4139088"/>
                <a:ext cx="9767" cy="9525"/>
              </a:xfrm>
              <a:custGeom>
                <a:avLst/>
                <a:gdLst>
                  <a:gd name="connsiteX0" fmla="*/ 5005 w 9767"/>
                  <a:gd name="connsiteY0" fmla="*/ 9525 h 9525"/>
                  <a:gd name="connsiteX1" fmla="*/ 9768 w 9767"/>
                  <a:gd name="connsiteY1" fmla="*/ 4763 h 9525"/>
                  <a:gd name="connsiteX2" fmla="*/ 5005 w 9767"/>
                  <a:gd name="connsiteY2" fmla="*/ 0 h 9525"/>
                  <a:gd name="connsiteX3" fmla="*/ 243 w 9767"/>
                  <a:gd name="connsiteY3" fmla="*/ 4763 h 9525"/>
                  <a:gd name="connsiteX4" fmla="*/ 5005 w 9767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67" h="9525">
                    <a:moveTo>
                      <a:pt x="5005" y="9525"/>
                    </a:moveTo>
                    <a:cubicBezTo>
                      <a:pt x="7863" y="9525"/>
                      <a:pt x="9768" y="7620"/>
                      <a:pt x="9768" y="4763"/>
                    </a:cubicBezTo>
                    <a:cubicBezTo>
                      <a:pt x="9768" y="1905"/>
                      <a:pt x="7863" y="0"/>
                      <a:pt x="5005" y="0"/>
                    </a:cubicBezTo>
                    <a:cubicBezTo>
                      <a:pt x="2148" y="0"/>
                      <a:pt x="243" y="1905"/>
                      <a:pt x="243" y="4763"/>
                    </a:cubicBezTo>
                    <a:cubicBezTo>
                      <a:pt x="-710" y="7620"/>
                      <a:pt x="1195" y="9525"/>
                      <a:pt x="5005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C79C6F52-750D-A51F-0FDE-4AFB0BCB5560}"/>
                  </a:ext>
                </a:extLst>
              </p:cNvPr>
              <p:cNvSpPr/>
              <p:nvPr/>
            </p:nvSpPr>
            <p:spPr>
              <a:xfrm>
                <a:off x="8447722" y="4139088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FEB1F40-4F73-866D-0DB0-3CDFC8E75BFD}"/>
                  </a:ext>
                </a:extLst>
              </p:cNvPr>
              <p:cNvSpPr/>
              <p:nvPr/>
            </p:nvSpPr>
            <p:spPr>
              <a:xfrm>
                <a:off x="8521830" y="4139088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AED1735E-C861-4D6B-AA3D-89553769BD71}"/>
                  </a:ext>
                </a:extLst>
              </p:cNvPr>
              <p:cNvSpPr/>
              <p:nvPr/>
            </p:nvSpPr>
            <p:spPr>
              <a:xfrm>
                <a:off x="8595360" y="4139088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CC38344-58D7-FDB8-B78E-6AD2B3214A45}"/>
                  </a:ext>
                </a:extLst>
              </p:cNvPr>
              <p:cNvSpPr/>
              <p:nvPr/>
            </p:nvSpPr>
            <p:spPr>
              <a:xfrm>
                <a:off x="8669655" y="4139089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3 w 9525"/>
                  <a:gd name="connsiteY1" fmla="*/ 9525 h 9525"/>
                  <a:gd name="connsiteX2" fmla="*/ 0 w 9525"/>
                  <a:gd name="connsiteY2" fmla="*/ 4762 h 9525"/>
                  <a:gd name="connsiteX3" fmla="*/ 4763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2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BB1C9741-8C1C-46B3-7580-D2179436EA3E}"/>
                  </a:ext>
                </a:extLst>
              </p:cNvPr>
              <p:cNvSpPr/>
              <p:nvPr/>
            </p:nvSpPr>
            <p:spPr>
              <a:xfrm>
                <a:off x="8743950" y="4139089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3 w 9525"/>
                  <a:gd name="connsiteY1" fmla="*/ 9525 h 9525"/>
                  <a:gd name="connsiteX2" fmla="*/ 0 w 9525"/>
                  <a:gd name="connsiteY2" fmla="*/ 4762 h 9525"/>
                  <a:gd name="connsiteX3" fmla="*/ 4763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2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F2A26811-68A9-3AF0-8AFA-1C0944BA7E74}"/>
                  </a:ext>
                </a:extLst>
              </p:cNvPr>
              <p:cNvSpPr/>
              <p:nvPr/>
            </p:nvSpPr>
            <p:spPr>
              <a:xfrm>
                <a:off x="8817292" y="4139088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9AEE72FF-5DB5-539A-6839-0FF6640CC8E4}"/>
                  </a:ext>
                </a:extLst>
              </p:cNvPr>
              <p:cNvSpPr/>
              <p:nvPr/>
            </p:nvSpPr>
            <p:spPr>
              <a:xfrm>
                <a:off x="8891587" y="4139089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3 w 9525"/>
                  <a:gd name="connsiteY1" fmla="*/ 9525 h 9525"/>
                  <a:gd name="connsiteX2" fmla="*/ 0 w 9525"/>
                  <a:gd name="connsiteY2" fmla="*/ 4762 h 9525"/>
                  <a:gd name="connsiteX3" fmla="*/ 4763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2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DAA8C304-4E0B-8DF4-7308-CA41E1590366}"/>
                  </a:ext>
                </a:extLst>
              </p:cNvPr>
              <p:cNvSpPr/>
              <p:nvPr/>
            </p:nvSpPr>
            <p:spPr>
              <a:xfrm>
                <a:off x="8965882" y="4139089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2 w 9525"/>
                  <a:gd name="connsiteY1" fmla="*/ 9525 h 9525"/>
                  <a:gd name="connsiteX2" fmla="*/ 0 w 9525"/>
                  <a:gd name="connsiteY2" fmla="*/ 4762 h 9525"/>
                  <a:gd name="connsiteX3" fmla="*/ 4762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2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87B37D69-52F6-031C-E3A6-AD6924E871C3}"/>
                  </a:ext>
                </a:extLst>
              </p:cNvPr>
              <p:cNvSpPr/>
              <p:nvPr/>
            </p:nvSpPr>
            <p:spPr>
              <a:xfrm>
                <a:off x="9039225" y="4139089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3 w 9525"/>
                  <a:gd name="connsiteY1" fmla="*/ 9525 h 9525"/>
                  <a:gd name="connsiteX2" fmla="*/ 0 w 9525"/>
                  <a:gd name="connsiteY2" fmla="*/ 4762 h 9525"/>
                  <a:gd name="connsiteX3" fmla="*/ 4763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2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068A9871-868D-6899-A5A8-4C838BB85881}"/>
                  </a:ext>
                </a:extLst>
              </p:cNvPr>
              <p:cNvSpPr/>
              <p:nvPr/>
            </p:nvSpPr>
            <p:spPr>
              <a:xfrm>
                <a:off x="9113519" y="4139088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6FCB0FDA-82BD-7EFA-39E6-9088C8E262F9}"/>
                  </a:ext>
                </a:extLst>
              </p:cNvPr>
              <p:cNvSpPr/>
              <p:nvPr/>
            </p:nvSpPr>
            <p:spPr>
              <a:xfrm>
                <a:off x="9187628" y="4139088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0932D767-F8FC-01BE-529A-EE161F468047}"/>
                  </a:ext>
                </a:extLst>
              </p:cNvPr>
              <p:cNvSpPr/>
              <p:nvPr/>
            </p:nvSpPr>
            <p:spPr>
              <a:xfrm>
                <a:off x="9261157" y="4139089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2 w 9525"/>
                  <a:gd name="connsiteY1" fmla="*/ 9525 h 9525"/>
                  <a:gd name="connsiteX2" fmla="*/ 0 w 9525"/>
                  <a:gd name="connsiteY2" fmla="*/ 4762 h 9525"/>
                  <a:gd name="connsiteX3" fmla="*/ 4762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2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8D282C69-31B3-CDEA-03BC-F2E7228B5C96}"/>
                  </a:ext>
                </a:extLst>
              </p:cNvPr>
              <p:cNvSpPr/>
              <p:nvPr/>
            </p:nvSpPr>
            <p:spPr>
              <a:xfrm>
                <a:off x="8225789" y="421338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F3C4AAD7-3A4A-356B-24F4-BB8A62038A74}"/>
                  </a:ext>
                </a:extLst>
              </p:cNvPr>
              <p:cNvSpPr/>
              <p:nvPr/>
            </p:nvSpPr>
            <p:spPr>
              <a:xfrm>
                <a:off x="8300085" y="421243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A18A0E9F-B2FB-4173-E651-3EF5E5688C00}"/>
                  </a:ext>
                </a:extLst>
              </p:cNvPr>
              <p:cNvSpPr/>
              <p:nvPr/>
            </p:nvSpPr>
            <p:spPr>
              <a:xfrm>
                <a:off x="8374137" y="4213384"/>
                <a:ext cx="9767" cy="9525"/>
              </a:xfrm>
              <a:custGeom>
                <a:avLst/>
                <a:gdLst>
                  <a:gd name="connsiteX0" fmla="*/ 5005 w 9767"/>
                  <a:gd name="connsiteY0" fmla="*/ 9525 h 9525"/>
                  <a:gd name="connsiteX1" fmla="*/ 9768 w 9767"/>
                  <a:gd name="connsiteY1" fmla="*/ 4763 h 9525"/>
                  <a:gd name="connsiteX2" fmla="*/ 5005 w 9767"/>
                  <a:gd name="connsiteY2" fmla="*/ 0 h 9525"/>
                  <a:gd name="connsiteX3" fmla="*/ 243 w 9767"/>
                  <a:gd name="connsiteY3" fmla="*/ 4763 h 9525"/>
                  <a:gd name="connsiteX4" fmla="*/ 5005 w 9767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67" h="9525">
                    <a:moveTo>
                      <a:pt x="5005" y="9525"/>
                    </a:moveTo>
                    <a:cubicBezTo>
                      <a:pt x="7863" y="9525"/>
                      <a:pt x="9768" y="7620"/>
                      <a:pt x="9768" y="4763"/>
                    </a:cubicBezTo>
                    <a:cubicBezTo>
                      <a:pt x="9768" y="1905"/>
                      <a:pt x="7863" y="0"/>
                      <a:pt x="5005" y="0"/>
                    </a:cubicBezTo>
                    <a:cubicBezTo>
                      <a:pt x="2148" y="0"/>
                      <a:pt x="243" y="1905"/>
                      <a:pt x="243" y="4763"/>
                    </a:cubicBezTo>
                    <a:cubicBezTo>
                      <a:pt x="-710" y="6667"/>
                      <a:pt x="1195" y="9525"/>
                      <a:pt x="5005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75A1428B-16C7-F78F-1EE1-9884819C7039}"/>
                  </a:ext>
                </a:extLst>
              </p:cNvPr>
              <p:cNvSpPr/>
              <p:nvPr/>
            </p:nvSpPr>
            <p:spPr>
              <a:xfrm>
                <a:off x="8001765" y="362188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8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7CB8946D-CA6F-59E1-D2DB-A7471AF29B1C}"/>
                  </a:ext>
                </a:extLst>
              </p:cNvPr>
              <p:cNvSpPr/>
              <p:nvPr/>
            </p:nvSpPr>
            <p:spPr>
              <a:xfrm>
                <a:off x="8075295" y="362092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B89689D3-A88D-5C8C-4E55-40017461E012}"/>
                  </a:ext>
                </a:extLst>
              </p:cNvPr>
              <p:cNvSpPr/>
              <p:nvPr/>
            </p:nvSpPr>
            <p:spPr>
              <a:xfrm>
                <a:off x="8149403" y="362188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8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E0E35791-9341-FFB3-49E0-E9EEB8141B78}"/>
                  </a:ext>
                </a:extLst>
              </p:cNvPr>
              <p:cNvSpPr/>
              <p:nvPr/>
            </p:nvSpPr>
            <p:spPr>
              <a:xfrm>
                <a:off x="8001765" y="369522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1CC0C986-2811-6904-F197-D99D1CE0A14A}"/>
                  </a:ext>
                </a:extLst>
              </p:cNvPr>
              <p:cNvSpPr/>
              <p:nvPr/>
            </p:nvSpPr>
            <p:spPr>
              <a:xfrm>
                <a:off x="8075294" y="369522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1C3D7AC4-84A8-1E52-F669-961EEFF04004}"/>
                  </a:ext>
                </a:extLst>
              </p:cNvPr>
              <p:cNvSpPr/>
              <p:nvPr/>
            </p:nvSpPr>
            <p:spPr>
              <a:xfrm>
                <a:off x="8149403" y="369522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4BDA5AC6-DBF2-2B0E-ADB9-F71668C80E5F}"/>
                  </a:ext>
                </a:extLst>
              </p:cNvPr>
              <p:cNvSpPr/>
              <p:nvPr/>
            </p:nvSpPr>
            <p:spPr>
              <a:xfrm>
                <a:off x="8001765" y="3769519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7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81A6D92D-97B7-B33E-8EF2-A14D3FA1F705}"/>
                  </a:ext>
                </a:extLst>
              </p:cNvPr>
              <p:cNvSpPr/>
              <p:nvPr/>
            </p:nvSpPr>
            <p:spPr>
              <a:xfrm>
                <a:off x="8075294" y="3769519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A8E76938-B67A-397B-56B6-013E0B4CA5F3}"/>
                  </a:ext>
                </a:extLst>
              </p:cNvPr>
              <p:cNvSpPr/>
              <p:nvPr/>
            </p:nvSpPr>
            <p:spPr>
              <a:xfrm>
                <a:off x="8149403" y="3769519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7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8103CB52-DE8F-98B6-C622-0DC1B28003FF}"/>
                  </a:ext>
                </a:extLst>
              </p:cNvPr>
              <p:cNvSpPr/>
              <p:nvPr/>
            </p:nvSpPr>
            <p:spPr>
              <a:xfrm>
                <a:off x="8001765" y="384286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375515CE-3368-9D54-205D-7A9D50635BFA}"/>
                  </a:ext>
                </a:extLst>
              </p:cNvPr>
              <p:cNvSpPr/>
              <p:nvPr/>
            </p:nvSpPr>
            <p:spPr>
              <a:xfrm>
                <a:off x="8075295" y="384286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8B1DE00B-1B2E-6398-2E87-48BE9DF9DD48}"/>
                  </a:ext>
                </a:extLst>
              </p:cNvPr>
              <p:cNvSpPr/>
              <p:nvPr/>
            </p:nvSpPr>
            <p:spPr>
              <a:xfrm>
                <a:off x="8149403" y="384286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3504738A-B6BE-4D05-D94C-62EBB52B6859}"/>
                  </a:ext>
                </a:extLst>
              </p:cNvPr>
              <p:cNvSpPr/>
              <p:nvPr/>
            </p:nvSpPr>
            <p:spPr>
              <a:xfrm>
                <a:off x="8001765" y="3917156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BBA2D52B-EE75-26D1-1FEF-082D7EA3A327}"/>
                  </a:ext>
                </a:extLst>
              </p:cNvPr>
              <p:cNvSpPr/>
              <p:nvPr/>
            </p:nvSpPr>
            <p:spPr>
              <a:xfrm>
                <a:off x="8075295" y="3917156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CD0EE677-F84D-7FD8-8C82-6CBACB14CC36}"/>
                  </a:ext>
                </a:extLst>
              </p:cNvPr>
              <p:cNvSpPr/>
              <p:nvPr/>
            </p:nvSpPr>
            <p:spPr>
              <a:xfrm>
                <a:off x="8149403" y="3917156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C986EF30-329D-21A2-4DD1-6E0934E7F060}"/>
                  </a:ext>
                </a:extLst>
              </p:cNvPr>
              <p:cNvSpPr/>
              <p:nvPr/>
            </p:nvSpPr>
            <p:spPr>
              <a:xfrm>
                <a:off x="8001765" y="399145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8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08DA7228-2866-01A5-F3C6-A6DD5DF95ED2}"/>
                  </a:ext>
                </a:extLst>
              </p:cNvPr>
              <p:cNvSpPr/>
              <p:nvPr/>
            </p:nvSpPr>
            <p:spPr>
              <a:xfrm>
                <a:off x="8075295" y="3990499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60195D83-7D1A-FE18-CA59-966F6E1A6AEE}"/>
                  </a:ext>
                </a:extLst>
              </p:cNvPr>
              <p:cNvSpPr/>
              <p:nvPr/>
            </p:nvSpPr>
            <p:spPr>
              <a:xfrm>
                <a:off x="8149403" y="3991451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8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7E56B5FC-690F-4858-509D-33B3603F2351}"/>
                  </a:ext>
                </a:extLst>
              </p:cNvPr>
              <p:cNvSpPr/>
              <p:nvPr/>
            </p:nvSpPr>
            <p:spPr>
              <a:xfrm>
                <a:off x="8001765" y="406479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689B43BE-DD40-B200-D0DC-4DC8E4B16965}"/>
                  </a:ext>
                </a:extLst>
              </p:cNvPr>
              <p:cNvSpPr/>
              <p:nvPr/>
            </p:nvSpPr>
            <p:spPr>
              <a:xfrm>
                <a:off x="8075294" y="406479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C2414C5-C994-7CF0-BEAA-F3114BB97EF8}"/>
                  </a:ext>
                </a:extLst>
              </p:cNvPr>
              <p:cNvSpPr/>
              <p:nvPr/>
            </p:nvSpPr>
            <p:spPr>
              <a:xfrm>
                <a:off x="8149403" y="406479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24A67356-E611-5099-6463-767A0D1E8013}"/>
                  </a:ext>
                </a:extLst>
              </p:cNvPr>
              <p:cNvSpPr/>
              <p:nvPr/>
            </p:nvSpPr>
            <p:spPr>
              <a:xfrm>
                <a:off x="8001765" y="4139088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A0C92E17-27B6-0D70-4B96-6B7B53D71D37}"/>
                  </a:ext>
                </a:extLst>
              </p:cNvPr>
              <p:cNvSpPr/>
              <p:nvPr/>
            </p:nvSpPr>
            <p:spPr>
              <a:xfrm>
                <a:off x="8075295" y="4139089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2 w 9525"/>
                  <a:gd name="connsiteY1" fmla="*/ 9525 h 9525"/>
                  <a:gd name="connsiteX2" fmla="*/ 0 w 9525"/>
                  <a:gd name="connsiteY2" fmla="*/ 4762 h 9525"/>
                  <a:gd name="connsiteX3" fmla="*/ 4762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2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038E2081-00CF-372B-D5AE-72784866F1E1}"/>
                  </a:ext>
                </a:extLst>
              </p:cNvPr>
              <p:cNvSpPr/>
              <p:nvPr/>
            </p:nvSpPr>
            <p:spPr>
              <a:xfrm>
                <a:off x="8149403" y="4139088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C965B8F-1DD9-CC91-B91A-AC1FD3399C71}"/>
                  </a:ext>
                </a:extLst>
              </p:cNvPr>
              <p:cNvSpPr/>
              <p:nvPr/>
            </p:nvSpPr>
            <p:spPr>
              <a:xfrm>
                <a:off x="8001765" y="421338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7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048C6598-94E8-781F-A5DF-E4BD1D7F9D25}"/>
                  </a:ext>
                </a:extLst>
              </p:cNvPr>
              <p:cNvSpPr/>
              <p:nvPr/>
            </p:nvSpPr>
            <p:spPr>
              <a:xfrm>
                <a:off x="8075295" y="421243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6F7732B6-25D1-BF12-3F3E-AF1ABB8F1611}"/>
                  </a:ext>
                </a:extLst>
              </p:cNvPr>
              <p:cNvSpPr/>
              <p:nvPr/>
            </p:nvSpPr>
            <p:spPr>
              <a:xfrm>
                <a:off x="8149403" y="421338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7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089082FC-EFB7-F2F2-7010-0D46E89512F3}"/>
                  </a:ext>
                </a:extLst>
              </p:cNvPr>
              <p:cNvSpPr/>
              <p:nvPr/>
            </p:nvSpPr>
            <p:spPr>
              <a:xfrm>
                <a:off x="8447722" y="421338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E97CDB10-663A-A5FC-A6E9-01BD6AB8FE5C}"/>
                  </a:ext>
                </a:extLst>
              </p:cNvPr>
              <p:cNvSpPr/>
              <p:nvPr/>
            </p:nvSpPr>
            <p:spPr>
              <a:xfrm>
                <a:off x="8521830" y="421338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7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8B3CFAF7-E82E-8584-C73F-4BAB1845B1BE}"/>
                  </a:ext>
                </a:extLst>
              </p:cNvPr>
              <p:cNvSpPr/>
              <p:nvPr/>
            </p:nvSpPr>
            <p:spPr>
              <a:xfrm>
                <a:off x="8595360" y="421338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79F3C11A-00F7-94B1-197E-7775FD758B9B}"/>
                  </a:ext>
                </a:extLst>
              </p:cNvPr>
              <p:cNvSpPr/>
              <p:nvPr/>
            </p:nvSpPr>
            <p:spPr>
              <a:xfrm>
                <a:off x="8669655" y="421243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4001D423-F8D0-1B03-0C80-5B242A8CA0D2}"/>
                  </a:ext>
                </a:extLst>
              </p:cNvPr>
              <p:cNvSpPr/>
              <p:nvPr/>
            </p:nvSpPr>
            <p:spPr>
              <a:xfrm>
                <a:off x="8743950" y="421243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BC75E0FE-572D-27E8-6550-40D7E9796494}"/>
                  </a:ext>
                </a:extLst>
              </p:cNvPr>
              <p:cNvSpPr/>
              <p:nvPr/>
            </p:nvSpPr>
            <p:spPr>
              <a:xfrm>
                <a:off x="8817292" y="421338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E2F5BBC1-FA39-3C1A-698D-5CEDCFA30497}"/>
                  </a:ext>
                </a:extLst>
              </p:cNvPr>
              <p:cNvSpPr/>
              <p:nvPr/>
            </p:nvSpPr>
            <p:spPr>
              <a:xfrm>
                <a:off x="8891587" y="421243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B24BC03D-3AE5-70C6-5AE3-47DE2F6547DF}"/>
                  </a:ext>
                </a:extLst>
              </p:cNvPr>
              <p:cNvSpPr/>
              <p:nvPr/>
            </p:nvSpPr>
            <p:spPr>
              <a:xfrm>
                <a:off x="8965882" y="421243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E3ECF090-7926-75A0-03EB-0EB8F8532320}"/>
                  </a:ext>
                </a:extLst>
              </p:cNvPr>
              <p:cNvSpPr/>
              <p:nvPr/>
            </p:nvSpPr>
            <p:spPr>
              <a:xfrm>
                <a:off x="9039225" y="421243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E0EDB7AA-290D-9F26-416B-3F73609529A5}"/>
                  </a:ext>
                </a:extLst>
              </p:cNvPr>
              <p:cNvSpPr/>
              <p:nvPr/>
            </p:nvSpPr>
            <p:spPr>
              <a:xfrm>
                <a:off x="9113519" y="4213384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6667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FBBB9B8D-BC19-6DF5-E766-D90EB44C372C}"/>
                  </a:ext>
                </a:extLst>
              </p:cNvPr>
              <p:cNvSpPr/>
              <p:nvPr/>
            </p:nvSpPr>
            <p:spPr>
              <a:xfrm>
                <a:off x="9187628" y="4213384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6667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9F46EE26-A1B8-C928-1225-BAFB80CBE59C}"/>
                  </a:ext>
                </a:extLst>
              </p:cNvPr>
              <p:cNvSpPr/>
              <p:nvPr/>
            </p:nvSpPr>
            <p:spPr>
              <a:xfrm>
                <a:off x="9261157" y="4212431"/>
                <a:ext cx="9525" cy="9525"/>
              </a:xfrm>
              <a:custGeom>
                <a:avLst/>
                <a:gdLst>
                  <a:gd name="connsiteX0" fmla="*/ 9525 w 9525"/>
                  <a:gd name="connsiteY0" fmla="*/ 4763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3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EEAD0776-6474-BB69-0B78-E0CC2169FBFE}"/>
                  </a:ext>
                </a:extLst>
              </p:cNvPr>
              <p:cNvSpPr/>
              <p:nvPr/>
            </p:nvSpPr>
            <p:spPr>
              <a:xfrm>
                <a:off x="8225789" y="4286726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3BE62438-BC63-F23F-34AF-81D416A76DBE}"/>
                  </a:ext>
                </a:extLst>
              </p:cNvPr>
              <p:cNvSpPr/>
              <p:nvPr/>
            </p:nvSpPr>
            <p:spPr>
              <a:xfrm>
                <a:off x="8300085" y="4286726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276FBD66-BF0E-4710-EEAF-28A78F8B5878}"/>
                  </a:ext>
                </a:extLst>
              </p:cNvPr>
              <p:cNvSpPr/>
              <p:nvPr/>
            </p:nvSpPr>
            <p:spPr>
              <a:xfrm>
                <a:off x="8374137" y="4286726"/>
                <a:ext cx="9767" cy="9525"/>
              </a:xfrm>
              <a:custGeom>
                <a:avLst/>
                <a:gdLst>
                  <a:gd name="connsiteX0" fmla="*/ 5005 w 9767"/>
                  <a:gd name="connsiteY0" fmla="*/ 9525 h 9525"/>
                  <a:gd name="connsiteX1" fmla="*/ 9768 w 9767"/>
                  <a:gd name="connsiteY1" fmla="*/ 4763 h 9525"/>
                  <a:gd name="connsiteX2" fmla="*/ 5005 w 9767"/>
                  <a:gd name="connsiteY2" fmla="*/ 0 h 9525"/>
                  <a:gd name="connsiteX3" fmla="*/ 243 w 9767"/>
                  <a:gd name="connsiteY3" fmla="*/ 4763 h 9525"/>
                  <a:gd name="connsiteX4" fmla="*/ 5005 w 9767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67" h="9525">
                    <a:moveTo>
                      <a:pt x="5005" y="9525"/>
                    </a:moveTo>
                    <a:cubicBezTo>
                      <a:pt x="7863" y="9525"/>
                      <a:pt x="9768" y="7620"/>
                      <a:pt x="9768" y="4763"/>
                    </a:cubicBezTo>
                    <a:cubicBezTo>
                      <a:pt x="9768" y="1905"/>
                      <a:pt x="7863" y="0"/>
                      <a:pt x="5005" y="0"/>
                    </a:cubicBezTo>
                    <a:cubicBezTo>
                      <a:pt x="2148" y="0"/>
                      <a:pt x="243" y="1905"/>
                      <a:pt x="243" y="4763"/>
                    </a:cubicBezTo>
                    <a:cubicBezTo>
                      <a:pt x="-710" y="7620"/>
                      <a:pt x="1195" y="9525"/>
                      <a:pt x="5005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1A2A1D10-62D3-6333-C0EE-93EFC4850154}"/>
                  </a:ext>
                </a:extLst>
              </p:cNvPr>
              <p:cNvSpPr/>
              <p:nvPr/>
            </p:nvSpPr>
            <p:spPr>
              <a:xfrm>
                <a:off x="8447722" y="4286726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DFA98D2B-72B1-08CF-85B3-5ADEF085CCAE}"/>
                  </a:ext>
                </a:extLst>
              </p:cNvPr>
              <p:cNvSpPr/>
              <p:nvPr/>
            </p:nvSpPr>
            <p:spPr>
              <a:xfrm>
                <a:off x="8521830" y="4286726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4918F141-D3BE-9874-B326-095E5BAF1F21}"/>
                  </a:ext>
                </a:extLst>
              </p:cNvPr>
              <p:cNvSpPr/>
              <p:nvPr/>
            </p:nvSpPr>
            <p:spPr>
              <a:xfrm>
                <a:off x="8595360" y="4286726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5D99E053-6AD9-9269-CC18-3E8E934B5522}"/>
                  </a:ext>
                </a:extLst>
              </p:cNvPr>
              <p:cNvSpPr/>
              <p:nvPr/>
            </p:nvSpPr>
            <p:spPr>
              <a:xfrm>
                <a:off x="8669655" y="4286726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3" y="9525"/>
                      <a:pt x="0" y="7393"/>
                      <a:pt x="0" y="4763"/>
                    </a:cubicBezTo>
                    <a:cubicBezTo>
                      <a:pt x="0" y="2132"/>
                      <a:pt x="2133" y="0"/>
                      <a:pt x="4763" y="0"/>
                    </a:cubicBezTo>
                    <a:cubicBezTo>
                      <a:pt x="7393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3A259FE1-447F-D126-2FC6-F9EB9BE893CE}"/>
                  </a:ext>
                </a:extLst>
              </p:cNvPr>
              <p:cNvSpPr/>
              <p:nvPr/>
            </p:nvSpPr>
            <p:spPr>
              <a:xfrm>
                <a:off x="8743950" y="4286726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36AA942E-E99F-1288-83DE-12F9F12401F9}"/>
                  </a:ext>
                </a:extLst>
              </p:cNvPr>
              <p:cNvSpPr/>
              <p:nvPr/>
            </p:nvSpPr>
            <p:spPr>
              <a:xfrm>
                <a:off x="8817292" y="4286726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0448CA3E-1740-9CEF-2021-6C205DD87327}"/>
                  </a:ext>
                </a:extLst>
              </p:cNvPr>
              <p:cNvSpPr/>
              <p:nvPr/>
            </p:nvSpPr>
            <p:spPr>
              <a:xfrm>
                <a:off x="8891587" y="4286726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BCB499F8-A62A-547C-3901-80436C683CC3}"/>
                  </a:ext>
                </a:extLst>
              </p:cNvPr>
              <p:cNvSpPr/>
              <p:nvPr/>
            </p:nvSpPr>
            <p:spPr>
              <a:xfrm>
                <a:off x="8965882" y="4286726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3A6A96FB-2599-CDB7-6506-FCE6B7B3DCBB}"/>
                  </a:ext>
                </a:extLst>
              </p:cNvPr>
              <p:cNvSpPr/>
              <p:nvPr/>
            </p:nvSpPr>
            <p:spPr>
              <a:xfrm>
                <a:off x="9039225" y="4286726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3 w 9525"/>
                  <a:gd name="connsiteY1" fmla="*/ 9525 h 9525"/>
                  <a:gd name="connsiteX2" fmla="*/ 0 w 9525"/>
                  <a:gd name="connsiteY2" fmla="*/ 4763 h 9525"/>
                  <a:gd name="connsiteX3" fmla="*/ 4763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3" y="9525"/>
                      <a:pt x="4763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3" y="0"/>
                    </a:cubicBezTo>
                    <a:cubicBezTo>
                      <a:pt x="7393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2FBC7F0F-79A7-5215-95CC-06D501C67C62}"/>
                  </a:ext>
                </a:extLst>
              </p:cNvPr>
              <p:cNvSpPr/>
              <p:nvPr/>
            </p:nvSpPr>
            <p:spPr>
              <a:xfrm>
                <a:off x="9113519" y="4286726"/>
                <a:ext cx="9525" cy="9525"/>
              </a:xfrm>
              <a:custGeom>
                <a:avLst/>
                <a:gdLst>
                  <a:gd name="connsiteX0" fmla="*/ 4763 w 9525"/>
                  <a:gd name="connsiteY0" fmla="*/ 9525 h 9525"/>
                  <a:gd name="connsiteX1" fmla="*/ 9525 w 9525"/>
                  <a:gd name="connsiteY1" fmla="*/ 4763 h 9525"/>
                  <a:gd name="connsiteX2" fmla="*/ 4763 w 9525"/>
                  <a:gd name="connsiteY2" fmla="*/ 0 h 9525"/>
                  <a:gd name="connsiteX3" fmla="*/ 0 w 9525"/>
                  <a:gd name="connsiteY3" fmla="*/ 4763 h 9525"/>
                  <a:gd name="connsiteX4" fmla="*/ 4763 w 9525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4763" y="9525"/>
                    </a:moveTo>
                    <a:cubicBezTo>
                      <a:pt x="7620" y="9525"/>
                      <a:pt x="9525" y="7620"/>
                      <a:pt x="9525" y="4763"/>
                    </a:cubicBezTo>
                    <a:cubicBezTo>
                      <a:pt x="9525" y="1905"/>
                      <a:pt x="7620" y="0"/>
                      <a:pt x="4763" y="0"/>
                    </a:cubicBezTo>
                    <a:cubicBezTo>
                      <a:pt x="1905" y="0"/>
                      <a:pt x="0" y="1905"/>
                      <a:pt x="0" y="4763"/>
                    </a:cubicBezTo>
                    <a:cubicBezTo>
                      <a:pt x="0" y="7620"/>
                      <a:pt x="1905" y="9525"/>
                      <a:pt x="4763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62E3DC07-B6E3-EC06-8C4D-659A76E285B0}"/>
                  </a:ext>
                </a:extLst>
              </p:cNvPr>
              <p:cNvSpPr/>
              <p:nvPr/>
            </p:nvSpPr>
            <p:spPr>
              <a:xfrm>
                <a:off x="9187628" y="4286726"/>
                <a:ext cx="9711" cy="9525"/>
              </a:xfrm>
              <a:custGeom>
                <a:avLst/>
                <a:gdLst>
                  <a:gd name="connsiteX0" fmla="*/ 4949 w 9711"/>
                  <a:gd name="connsiteY0" fmla="*/ 9525 h 9525"/>
                  <a:gd name="connsiteX1" fmla="*/ 9712 w 9711"/>
                  <a:gd name="connsiteY1" fmla="*/ 4763 h 9525"/>
                  <a:gd name="connsiteX2" fmla="*/ 4949 w 9711"/>
                  <a:gd name="connsiteY2" fmla="*/ 0 h 9525"/>
                  <a:gd name="connsiteX3" fmla="*/ 187 w 9711"/>
                  <a:gd name="connsiteY3" fmla="*/ 4763 h 9525"/>
                  <a:gd name="connsiteX4" fmla="*/ 4949 w 9711"/>
                  <a:gd name="connsiteY4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1" h="9525">
                    <a:moveTo>
                      <a:pt x="4949" y="9525"/>
                    </a:moveTo>
                    <a:cubicBezTo>
                      <a:pt x="7807" y="9525"/>
                      <a:pt x="9712" y="7620"/>
                      <a:pt x="9712" y="4763"/>
                    </a:cubicBezTo>
                    <a:cubicBezTo>
                      <a:pt x="9712" y="1905"/>
                      <a:pt x="7807" y="0"/>
                      <a:pt x="4949" y="0"/>
                    </a:cubicBezTo>
                    <a:cubicBezTo>
                      <a:pt x="2092" y="0"/>
                      <a:pt x="187" y="1905"/>
                      <a:pt x="187" y="4763"/>
                    </a:cubicBezTo>
                    <a:cubicBezTo>
                      <a:pt x="-766" y="7620"/>
                      <a:pt x="2092" y="9525"/>
                      <a:pt x="4949" y="95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F1A3190F-DA5A-7D76-E62F-0B5125E2C89E}"/>
                  </a:ext>
                </a:extLst>
              </p:cNvPr>
              <p:cNvSpPr/>
              <p:nvPr/>
            </p:nvSpPr>
            <p:spPr>
              <a:xfrm>
                <a:off x="9261157" y="4286726"/>
                <a:ext cx="9525" cy="9525"/>
              </a:xfrm>
              <a:custGeom>
                <a:avLst/>
                <a:gdLst>
                  <a:gd name="connsiteX0" fmla="*/ 9525 w 9525"/>
                  <a:gd name="connsiteY0" fmla="*/ 4762 h 9525"/>
                  <a:gd name="connsiteX1" fmla="*/ 4762 w 9525"/>
                  <a:gd name="connsiteY1" fmla="*/ 9525 h 9525"/>
                  <a:gd name="connsiteX2" fmla="*/ 0 w 9525"/>
                  <a:gd name="connsiteY2" fmla="*/ 4763 h 9525"/>
                  <a:gd name="connsiteX3" fmla="*/ 4762 w 9525"/>
                  <a:gd name="connsiteY3" fmla="*/ 0 h 9525"/>
                  <a:gd name="connsiteX4" fmla="*/ 9525 w 9525"/>
                  <a:gd name="connsiteY4" fmla="*/ 476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525" y="4762"/>
                    </a:moveTo>
                    <a:cubicBezTo>
                      <a:pt x="9525" y="7393"/>
                      <a:pt x="7392" y="9525"/>
                      <a:pt x="4762" y="9525"/>
                    </a:cubicBezTo>
                    <a:cubicBezTo>
                      <a:pt x="2132" y="9525"/>
                      <a:pt x="0" y="7393"/>
                      <a:pt x="0" y="4763"/>
                    </a:cubicBezTo>
                    <a:cubicBezTo>
                      <a:pt x="0" y="2132"/>
                      <a:pt x="2132" y="0"/>
                      <a:pt x="4762" y="0"/>
                    </a:cubicBezTo>
                    <a:cubicBezTo>
                      <a:pt x="7392" y="0"/>
                      <a:pt x="9525" y="2132"/>
                      <a:pt x="9525" y="47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A5C1A470-0F3F-37FE-6763-16023ED4A6BF}"/>
                </a:ext>
              </a:extLst>
            </p:cNvPr>
            <p:cNvSpPr/>
            <p:nvPr/>
          </p:nvSpPr>
          <p:spPr>
            <a:xfrm>
              <a:off x="9645121" y="2298678"/>
              <a:ext cx="229728" cy="296205"/>
            </a:xfrm>
            <a:custGeom>
              <a:avLst/>
              <a:gdLst>
                <a:gd name="connsiteX0" fmla="*/ 162877 w 260032"/>
                <a:gd name="connsiteY0" fmla="*/ 335280 h 335280"/>
                <a:gd name="connsiteX1" fmla="*/ 95250 w 260032"/>
                <a:gd name="connsiteY1" fmla="*/ 335280 h 335280"/>
                <a:gd name="connsiteX2" fmla="*/ 43815 w 260032"/>
                <a:gd name="connsiteY2" fmla="*/ 313373 h 335280"/>
                <a:gd name="connsiteX3" fmla="*/ 22860 w 260032"/>
                <a:gd name="connsiteY3" fmla="*/ 291465 h 335280"/>
                <a:gd name="connsiteX4" fmla="*/ 0 w 260032"/>
                <a:gd name="connsiteY4" fmla="*/ 233362 h 335280"/>
                <a:gd name="connsiteX5" fmla="*/ 0 w 260032"/>
                <a:gd name="connsiteY5" fmla="*/ 21907 h 335280"/>
                <a:gd name="connsiteX6" fmla="*/ 21907 w 260032"/>
                <a:gd name="connsiteY6" fmla="*/ 0 h 335280"/>
                <a:gd name="connsiteX7" fmla="*/ 238125 w 260032"/>
                <a:gd name="connsiteY7" fmla="*/ 0 h 335280"/>
                <a:gd name="connsiteX8" fmla="*/ 260032 w 260032"/>
                <a:gd name="connsiteY8" fmla="*/ 21907 h 335280"/>
                <a:gd name="connsiteX9" fmla="*/ 260032 w 260032"/>
                <a:gd name="connsiteY9" fmla="*/ 233362 h 335280"/>
                <a:gd name="connsiteX10" fmla="*/ 237173 w 260032"/>
                <a:gd name="connsiteY10" fmla="*/ 291465 h 335280"/>
                <a:gd name="connsiteX11" fmla="*/ 216218 w 260032"/>
                <a:gd name="connsiteY11" fmla="*/ 313373 h 335280"/>
                <a:gd name="connsiteX12" fmla="*/ 162877 w 260032"/>
                <a:gd name="connsiteY12" fmla="*/ 335280 h 335280"/>
                <a:gd name="connsiteX13" fmla="*/ 20955 w 260032"/>
                <a:gd name="connsiteY13" fmla="*/ 10477 h 335280"/>
                <a:gd name="connsiteX14" fmla="*/ 9525 w 260032"/>
                <a:gd name="connsiteY14" fmla="*/ 21907 h 335280"/>
                <a:gd name="connsiteX15" fmla="*/ 9525 w 260032"/>
                <a:gd name="connsiteY15" fmla="*/ 233362 h 335280"/>
                <a:gd name="connsiteX16" fmla="*/ 29527 w 260032"/>
                <a:gd name="connsiteY16" fmla="*/ 283845 h 335280"/>
                <a:gd name="connsiteX17" fmla="*/ 50482 w 260032"/>
                <a:gd name="connsiteY17" fmla="*/ 305753 h 335280"/>
                <a:gd name="connsiteX18" fmla="*/ 95250 w 260032"/>
                <a:gd name="connsiteY18" fmla="*/ 324803 h 335280"/>
                <a:gd name="connsiteX19" fmla="*/ 162877 w 260032"/>
                <a:gd name="connsiteY19" fmla="*/ 324803 h 335280"/>
                <a:gd name="connsiteX20" fmla="*/ 207645 w 260032"/>
                <a:gd name="connsiteY20" fmla="*/ 305753 h 335280"/>
                <a:gd name="connsiteX21" fmla="*/ 228600 w 260032"/>
                <a:gd name="connsiteY21" fmla="*/ 283845 h 335280"/>
                <a:gd name="connsiteX22" fmla="*/ 248602 w 260032"/>
                <a:gd name="connsiteY22" fmla="*/ 233362 h 335280"/>
                <a:gd name="connsiteX23" fmla="*/ 248602 w 260032"/>
                <a:gd name="connsiteY23" fmla="*/ 21907 h 335280"/>
                <a:gd name="connsiteX24" fmla="*/ 237173 w 260032"/>
                <a:gd name="connsiteY24" fmla="*/ 10477 h 335280"/>
                <a:gd name="connsiteX25" fmla="*/ 20955 w 260032"/>
                <a:gd name="connsiteY25" fmla="*/ 10477 h 33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0032" h="335280">
                  <a:moveTo>
                    <a:pt x="162877" y="335280"/>
                  </a:moveTo>
                  <a:lnTo>
                    <a:pt x="95250" y="335280"/>
                  </a:lnTo>
                  <a:cubicBezTo>
                    <a:pt x="76200" y="335280"/>
                    <a:pt x="57150" y="327660"/>
                    <a:pt x="43815" y="313373"/>
                  </a:cubicBezTo>
                  <a:lnTo>
                    <a:pt x="22860" y="291465"/>
                  </a:lnTo>
                  <a:cubicBezTo>
                    <a:pt x="7620" y="276225"/>
                    <a:pt x="0" y="255270"/>
                    <a:pt x="0" y="233362"/>
                  </a:cubicBezTo>
                  <a:lnTo>
                    <a:pt x="0" y="21907"/>
                  </a:lnTo>
                  <a:cubicBezTo>
                    <a:pt x="0" y="10477"/>
                    <a:pt x="9525" y="0"/>
                    <a:pt x="21907" y="0"/>
                  </a:cubicBezTo>
                  <a:lnTo>
                    <a:pt x="238125" y="0"/>
                  </a:lnTo>
                  <a:cubicBezTo>
                    <a:pt x="249555" y="0"/>
                    <a:pt x="260032" y="9525"/>
                    <a:pt x="260032" y="21907"/>
                  </a:cubicBezTo>
                  <a:lnTo>
                    <a:pt x="260032" y="233362"/>
                  </a:lnTo>
                  <a:cubicBezTo>
                    <a:pt x="260032" y="255270"/>
                    <a:pt x="251460" y="275273"/>
                    <a:pt x="237173" y="291465"/>
                  </a:cubicBezTo>
                  <a:lnTo>
                    <a:pt x="216218" y="313373"/>
                  </a:lnTo>
                  <a:cubicBezTo>
                    <a:pt x="200977" y="326707"/>
                    <a:pt x="182880" y="335280"/>
                    <a:pt x="162877" y="335280"/>
                  </a:cubicBezTo>
                  <a:close/>
                  <a:moveTo>
                    <a:pt x="20955" y="10477"/>
                  </a:moveTo>
                  <a:cubicBezTo>
                    <a:pt x="14288" y="10477"/>
                    <a:pt x="9525" y="15240"/>
                    <a:pt x="9525" y="21907"/>
                  </a:cubicBezTo>
                  <a:lnTo>
                    <a:pt x="9525" y="233362"/>
                  </a:lnTo>
                  <a:cubicBezTo>
                    <a:pt x="9525" y="252412"/>
                    <a:pt x="17145" y="270510"/>
                    <a:pt x="29527" y="283845"/>
                  </a:cubicBezTo>
                  <a:lnTo>
                    <a:pt x="50482" y="305753"/>
                  </a:lnTo>
                  <a:cubicBezTo>
                    <a:pt x="61913" y="318135"/>
                    <a:pt x="78105" y="324803"/>
                    <a:pt x="95250" y="324803"/>
                  </a:cubicBezTo>
                  <a:lnTo>
                    <a:pt x="162877" y="324803"/>
                  </a:lnTo>
                  <a:cubicBezTo>
                    <a:pt x="180023" y="324803"/>
                    <a:pt x="196215" y="318135"/>
                    <a:pt x="207645" y="305753"/>
                  </a:cubicBezTo>
                  <a:lnTo>
                    <a:pt x="228600" y="283845"/>
                  </a:lnTo>
                  <a:cubicBezTo>
                    <a:pt x="241935" y="270510"/>
                    <a:pt x="248602" y="252412"/>
                    <a:pt x="248602" y="233362"/>
                  </a:cubicBezTo>
                  <a:lnTo>
                    <a:pt x="248602" y="21907"/>
                  </a:lnTo>
                  <a:cubicBezTo>
                    <a:pt x="248602" y="15240"/>
                    <a:pt x="243840" y="10477"/>
                    <a:pt x="237173" y="10477"/>
                  </a:cubicBezTo>
                  <a:lnTo>
                    <a:pt x="20955" y="1047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913CA818-BAF2-A824-7098-6FD8CBEE817F}"/>
                </a:ext>
              </a:extLst>
            </p:cNvPr>
            <p:cNvSpPr/>
            <p:nvPr/>
          </p:nvSpPr>
          <p:spPr>
            <a:xfrm>
              <a:off x="10621277" y="1875186"/>
              <a:ext cx="564958" cy="461358"/>
            </a:xfrm>
            <a:custGeom>
              <a:avLst/>
              <a:gdLst>
                <a:gd name="connsiteX0" fmla="*/ 164187 w 639484"/>
                <a:gd name="connsiteY0" fmla="*/ 522223 h 522223"/>
                <a:gd name="connsiteX1" fmla="*/ 160377 w 639484"/>
                <a:gd name="connsiteY1" fmla="*/ 520318 h 522223"/>
                <a:gd name="connsiteX2" fmla="*/ 161329 w 639484"/>
                <a:gd name="connsiteY2" fmla="*/ 513651 h 522223"/>
                <a:gd name="connsiteX3" fmla="*/ 624245 w 639484"/>
                <a:gd name="connsiteY3" fmla="*/ 191706 h 522223"/>
                <a:gd name="connsiteX4" fmla="*/ 3215 w 639484"/>
                <a:gd name="connsiteY4" fmla="*/ 8826 h 522223"/>
                <a:gd name="connsiteX5" fmla="*/ 357 w 639484"/>
                <a:gd name="connsiteY5" fmla="*/ 3111 h 522223"/>
                <a:gd name="connsiteX6" fmla="*/ 6072 w 639484"/>
                <a:gd name="connsiteY6" fmla="*/ 253 h 522223"/>
                <a:gd name="connsiteX7" fmla="*/ 636627 w 639484"/>
                <a:gd name="connsiteY7" fmla="*/ 185991 h 522223"/>
                <a:gd name="connsiteX8" fmla="*/ 639485 w 639484"/>
                <a:gd name="connsiteY8" fmla="*/ 189801 h 522223"/>
                <a:gd name="connsiteX9" fmla="*/ 637580 w 639484"/>
                <a:gd name="connsiteY9" fmla="*/ 194563 h 522223"/>
                <a:gd name="connsiteX10" fmla="*/ 167045 w 639484"/>
                <a:gd name="connsiteY10" fmla="*/ 522223 h 522223"/>
                <a:gd name="connsiteX11" fmla="*/ 164187 w 639484"/>
                <a:gd name="connsiteY11" fmla="*/ 522223 h 52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9484" h="522223">
                  <a:moveTo>
                    <a:pt x="164187" y="522223"/>
                  </a:moveTo>
                  <a:cubicBezTo>
                    <a:pt x="162282" y="522223"/>
                    <a:pt x="161329" y="521271"/>
                    <a:pt x="160377" y="520318"/>
                  </a:cubicBezTo>
                  <a:cubicBezTo>
                    <a:pt x="158472" y="518413"/>
                    <a:pt x="159425" y="515556"/>
                    <a:pt x="161329" y="513651"/>
                  </a:cubicBezTo>
                  <a:lnTo>
                    <a:pt x="624245" y="191706"/>
                  </a:lnTo>
                  <a:lnTo>
                    <a:pt x="3215" y="8826"/>
                  </a:lnTo>
                  <a:cubicBezTo>
                    <a:pt x="357" y="7873"/>
                    <a:pt x="-596" y="5016"/>
                    <a:pt x="357" y="3111"/>
                  </a:cubicBezTo>
                  <a:cubicBezTo>
                    <a:pt x="1310" y="1206"/>
                    <a:pt x="4167" y="-699"/>
                    <a:pt x="6072" y="253"/>
                  </a:cubicBezTo>
                  <a:lnTo>
                    <a:pt x="636627" y="185991"/>
                  </a:lnTo>
                  <a:cubicBezTo>
                    <a:pt x="638532" y="186943"/>
                    <a:pt x="639485" y="187896"/>
                    <a:pt x="639485" y="189801"/>
                  </a:cubicBezTo>
                  <a:cubicBezTo>
                    <a:pt x="639485" y="191706"/>
                    <a:pt x="639485" y="193611"/>
                    <a:pt x="637580" y="194563"/>
                  </a:cubicBezTo>
                  <a:lnTo>
                    <a:pt x="167045" y="522223"/>
                  </a:lnTo>
                  <a:cubicBezTo>
                    <a:pt x="165140" y="522223"/>
                    <a:pt x="164187" y="522223"/>
                    <a:pt x="164187" y="522223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A720DA20-D135-533E-56D7-99F09014210B}"/>
                </a:ext>
              </a:extLst>
            </p:cNvPr>
            <p:cNvSpPr/>
            <p:nvPr/>
          </p:nvSpPr>
          <p:spPr>
            <a:xfrm>
              <a:off x="11177820" y="1815665"/>
              <a:ext cx="321450" cy="571370"/>
            </a:xfrm>
            <a:custGeom>
              <a:avLst/>
              <a:gdLst>
                <a:gd name="connsiteX0" fmla="*/ 18098 w 363855"/>
                <a:gd name="connsiteY0" fmla="*/ 646748 h 646747"/>
                <a:gd name="connsiteX1" fmla="*/ 13335 w 363855"/>
                <a:gd name="connsiteY1" fmla="*/ 641985 h 646747"/>
                <a:gd name="connsiteX2" fmla="*/ 0 w 363855"/>
                <a:gd name="connsiteY2" fmla="*/ 257175 h 646747"/>
                <a:gd name="connsiteX3" fmla="*/ 953 w 363855"/>
                <a:gd name="connsiteY3" fmla="*/ 253365 h 646747"/>
                <a:gd name="connsiteX4" fmla="*/ 254318 w 363855"/>
                <a:gd name="connsiteY4" fmla="*/ 952 h 646747"/>
                <a:gd name="connsiteX5" fmla="*/ 258128 w 363855"/>
                <a:gd name="connsiteY5" fmla="*/ 0 h 646747"/>
                <a:gd name="connsiteX6" fmla="*/ 359093 w 363855"/>
                <a:gd name="connsiteY6" fmla="*/ 0 h 646747"/>
                <a:gd name="connsiteX7" fmla="*/ 363855 w 363855"/>
                <a:gd name="connsiteY7" fmla="*/ 4763 h 646747"/>
                <a:gd name="connsiteX8" fmla="*/ 359093 w 363855"/>
                <a:gd name="connsiteY8" fmla="*/ 9525 h 646747"/>
                <a:gd name="connsiteX9" fmla="*/ 259080 w 363855"/>
                <a:gd name="connsiteY9" fmla="*/ 9525 h 646747"/>
                <a:gd name="connsiteX10" fmla="*/ 8573 w 363855"/>
                <a:gd name="connsiteY10" fmla="*/ 260033 h 646747"/>
                <a:gd name="connsiteX11" fmla="*/ 21907 w 363855"/>
                <a:gd name="connsiteY11" fmla="*/ 642938 h 646747"/>
                <a:gd name="connsiteX12" fmla="*/ 18098 w 363855"/>
                <a:gd name="connsiteY12" fmla="*/ 646748 h 646747"/>
                <a:gd name="connsiteX13" fmla="*/ 18098 w 363855"/>
                <a:gd name="connsiteY13" fmla="*/ 646748 h 646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3855" h="646747">
                  <a:moveTo>
                    <a:pt x="18098" y="646748"/>
                  </a:moveTo>
                  <a:cubicBezTo>
                    <a:pt x="15240" y="646748"/>
                    <a:pt x="13335" y="644843"/>
                    <a:pt x="13335" y="641985"/>
                  </a:cubicBezTo>
                  <a:lnTo>
                    <a:pt x="0" y="257175"/>
                  </a:lnTo>
                  <a:cubicBezTo>
                    <a:pt x="0" y="256223"/>
                    <a:pt x="0" y="254317"/>
                    <a:pt x="953" y="253365"/>
                  </a:cubicBezTo>
                  <a:lnTo>
                    <a:pt x="254318" y="952"/>
                  </a:lnTo>
                  <a:cubicBezTo>
                    <a:pt x="255270" y="0"/>
                    <a:pt x="256223" y="0"/>
                    <a:pt x="258128" y="0"/>
                  </a:cubicBezTo>
                  <a:lnTo>
                    <a:pt x="359093" y="0"/>
                  </a:lnTo>
                  <a:cubicBezTo>
                    <a:pt x="361950" y="0"/>
                    <a:pt x="363855" y="1905"/>
                    <a:pt x="363855" y="4763"/>
                  </a:cubicBezTo>
                  <a:cubicBezTo>
                    <a:pt x="363855" y="7620"/>
                    <a:pt x="361950" y="9525"/>
                    <a:pt x="359093" y="9525"/>
                  </a:cubicBezTo>
                  <a:lnTo>
                    <a:pt x="259080" y="9525"/>
                  </a:lnTo>
                  <a:lnTo>
                    <a:pt x="8573" y="260033"/>
                  </a:lnTo>
                  <a:lnTo>
                    <a:pt x="21907" y="642938"/>
                  </a:lnTo>
                  <a:cubicBezTo>
                    <a:pt x="22860" y="644843"/>
                    <a:pt x="20955" y="646748"/>
                    <a:pt x="18098" y="646748"/>
                  </a:cubicBezTo>
                  <a:cubicBezTo>
                    <a:pt x="18098" y="646748"/>
                    <a:pt x="18098" y="646748"/>
                    <a:pt x="18098" y="646748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5C289240-AAC0-A154-D7E2-E821F4D9B587}"/>
                </a:ext>
              </a:extLst>
            </p:cNvPr>
            <p:cNvSpPr/>
            <p:nvPr/>
          </p:nvSpPr>
          <p:spPr>
            <a:xfrm>
              <a:off x="11332656" y="2123649"/>
              <a:ext cx="229728" cy="73210"/>
            </a:xfrm>
            <a:custGeom>
              <a:avLst/>
              <a:gdLst>
                <a:gd name="connsiteX0" fmla="*/ 141922 w 260032"/>
                <a:gd name="connsiteY0" fmla="*/ 82868 h 82867"/>
                <a:gd name="connsiteX1" fmla="*/ 4763 w 260032"/>
                <a:gd name="connsiteY1" fmla="*/ 82868 h 82867"/>
                <a:gd name="connsiteX2" fmla="*/ 0 w 260032"/>
                <a:gd name="connsiteY2" fmla="*/ 78105 h 82867"/>
                <a:gd name="connsiteX3" fmla="*/ 4763 w 260032"/>
                <a:gd name="connsiteY3" fmla="*/ 73343 h 82867"/>
                <a:gd name="connsiteX4" fmla="*/ 140018 w 260032"/>
                <a:gd name="connsiteY4" fmla="*/ 73343 h 82867"/>
                <a:gd name="connsiteX5" fmla="*/ 212407 w 260032"/>
                <a:gd name="connsiteY5" fmla="*/ 952 h 82867"/>
                <a:gd name="connsiteX6" fmla="*/ 216218 w 260032"/>
                <a:gd name="connsiteY6" fmla="*/ 0 h 82867"/>
                <a:gd name="connsiteX7" fmla="*/ 255270 w 260032"/>
                <a:gd name="connsiteY7" fmla="*/ 0 h 82867"/>
                <a:gd name="connsiteX8" fmla="*/ 260032 w 260032"/>
                <a:gd name="connsiteY8" fmla="*/ 4763 h 82867"/>
                <a:gd name="connsiteX9" fmla="*/ 255270 w 260032"/>
                <a:gd name="connsiteY9" fmla="*/ 9525 h 82867"/>
                <a:gd name="connsiteX10" fmla="*/ 218122 w 260032"/>
                <a:gd name="connsiteY10" fmla="*/ 9525 h 82867"/>
                <a:gd name="connsiteX11" fmla="*/ 145732 w 260032"/>
                <a:gd name="connsiteY11" fmla="*/ 81915 h 82867"/>
                <a:gd name="connsiteX12" fmla="*/ 141922 w 260032"/>
                <a:gd name="connsiteY12" fmla="*/ 82868 h 8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0032" h="82867">
                  <a:moveTo>
                    <a:pt x="141922" y="82868"/>
                  </a:moveTo>
                  <a:lnTo>
                    <a:pt x="4763" y="82868"/>
                  </a:lnTo>
                  <a:cubicBezTo>
                    <a:pt x="1905" y="82868"/>
                    <a:pt x="0" y="80963"/>
                    <a:pt x="0" y="78105"/>
                  </a:cubicBezTo>
                  <a:cubicBezTo>
                    <a:pt x="0" y="75248"/>
                    <a:pt x="1905" y="73343"/>
                    <a:pt x="4763" y="73343"/>
                  </a:cubicBezTo>
                  <a:lnTo>
                    <a:pt x="140018" y="73343"/>
                  </a:lnTo>
                  <a:lnTo>
                    <a:pt x="212407" y="952"/>
                  </a:lnTo>
                  <a:cubicBezTo>
                    <a:pt x="213360" y="0"/>
                    <a:pt x="214313" y="0"/>
                    <a:pt x="216218" y="0"/>
                  </a:cubicBezTo>
                  <a:lnTo>
                    <a:pt x="255270" y="0"/>
                  </a:lnTo>
                  <a:cubicBezTo>
                    <a:pt x="258127" y="0"/>
                    <a:pt x="260032" y="1905"/>
                    <a:pt x="260032" y="4763"/>
                  </a:cubicBezTo>
                  <a:cubicBezTo>
                    <a:pt x="260032" y="7620"/>
                    <a:pt x="258127" y="9525"/>
                    <a:pt x="255270" y="9525"/>
                  </a:cubicBezTo>
                  <a:lnTo>
                    <a:pt x="218122" y="9525"/>
                  </a:lnTo>
                  <a:lnTo>
                    <a:pt x="145732" y="81915"/>
                  </a:lnTo>
                  <a:cubicBezTo>
                    <a:pt x="143827" y="81915"/>
                    <a:pt x="142875" y="82868"/>
                    <a:pt x="141922" y="82868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8B0D2E6E-2CE0-6B0A-8760-32C84E6FFB94}"/>
                </a:ext>
              </a:extLst>
            </p:cNvPr>
            <p:cNvSpPr/>
            <p:nvPr/>
          </p:nvSpPr>
          <p:spPr>
            <a:xfrm>
              <a:off x="10808404" y="1713002"/>
              <a:ext cx="115705" cy="175870"/>
            </a:xfrm>
            <a:custGeom>
              <a:avLst/>
              <a:gdLst>
                <a:gd name="connsiteX0" fmla="*/ 124777 w 130968"/>
                <a:gd name="connsiteY0" fmla="*/ 199073 h 199072"/>
                <a:gd name="connsiteX1" fmla="*/ 121920 w 130968"/>
                <a:gd name="connsiteY1" fmla="*/ 198120 h 199072"/>
                <a:gd name="connsiteX2" fmla="*/ 952 w 130968"/>
                <a:gd name="connsiteY2" fmla="*/ 77153 h 199072"/>
                <a:gd name="connsiteX3" fmla="*/ 0 w 130968"/>
                <a:gd name="connsiteY3" fmla="*/ 74295 h 199072"/>
                <a:gd name="connsiteX4" fmla="*/ 0 w 130968"/>
                <a:gd name="connsiteY4" fmla="*/ 4763 h 199072"/>
                <a:gd name="connsiteX5" fmla="*/ 4763 w 130968"/>
                <a:gd name="connsiteY5" fmla="*/ 0 h 199072"/>
                <a:gd name="connsiteX6" fmla="*/ 9525 w 130968"/>
                <a:gd name="connsiteY6" fmla="*/ 4763 h 199072"/>
                <a:gd name="connsiteX7" fmla="*/ 9525 w 130968"/>
                <a:gd name="connsiteY7" fmla="*/ 72390 h 199072"/>
                <a:gd name="connsiteX8" fmla="*/ 129540 w 130968"/>
                <a:gd name="connsiteY8" fmla="*/ 192405 h 199072"/>
                <a:gd name="connsiteX9" fmla="*/ 129540 w 130968"/>
                <a:gd name="connsiteY9" fmla="*/ 199073 h 199072"/>
                <a:gd name="connsiteX10" fmla="*/ 124777 w 130968"/>
                <a:gd name="connsiteY10" fmla="*/ 199073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0968" h="199072">
                  <a:moveTo>
                    <a:pt x="124777" y="199073"/>
                  </a:moveTo>
                  <a:cubicBezTo>
                    <a:pt x="123825" y="199073"/>
                    <a:pt x="121920" y="199073"/>
                    <a:pt x="121920" y="198120"/>
                  </a:cubicBezTo>
                  <a:lnTo>
                    <a:pt x="952" y="77153"/>
                  </a:lnTo>
                  <a:cubicBezTo>
                    <a:pt x="0" y="76200"/>
                    <a:pt x="0" y="75248"/>
                    <a:pt x="0" y="7429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72390"/>
                  </a:lnTo>
                  <a:lnTo>
                    <a:pt x="129540" y="192405"/>
                  </a:lnTo>
                  <a:cubicBezTo>
                    <a:pt x="131445" y="194310"/>
                    <a:pt x="131445" y="197168"/>
                    <a:pt x="129540" y="199073"/>
                  </a:cubicBezTo>
                  <a:cubicBezTo>
                    <a:pt x="127635" y="198120"/>
                    <a:pt x="125730" y="199073"/>
                    <a:pt x="124777" y="199073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054590BF-9AD1-0324-CF9F-BC7D95032F33}"/>
                </a:ext>
              </a:extLst>
            </p:cNvPr>
            <p:cNvSpPr/>
            <p:nvPr/>
          </p:nvSpPr>
          <p:spPr>
            <a:xfrm>
              <a:off x="10397755" y="1754234"/>
              <a:ext cx="143475" cy="74051"/>
            </a:xfrm>
            <a:custGeom>
              <a:avLst/>
              <a:gdLst>
                <a:gd name="connsiteX0" fmla="*/ 159068 w 162401"/>
                <a:gd name="connsiteY0" fmla="*/ 83820 h 83819"/>
                <a:gd name="connsiteX1" fmla="*/ 155258 w 162401"/>
                <a:gd name="connsiteY1" fmla="*/ 82868 h 83819"/>
                <a:gd name="connsiteX2" fmla="*/ 81915 w 162401"/>
                <a:gd name="connsiteY2" fmla="*/ 9525 h 83819"/>
                <a:gd name="connsiteX3" fmla="*/ 4763 w 162401"/>
                <a:gd name="connsiteY3" fmla="*/ 9525 h 83819"/>
                <a:gd name="connsiteX4" fmla="*/ 0 w 162401"/>
                <a:gd name="connsiteY4" fmla="*/ 4763 h 83819"/>
                <a:gd name="connsiteX5" fmla="*/ 4763 w 162401"/>
                <a:gd name="connsiteY5" fmla="*/ 0 h 83819"/>
                <a:gd name="connsiteX6" fmla="*/ 83820 w 162401"/>
                <a:gd name="connsiteY6" fmla="*/ 0 h 83819"/>
                <a:gd name="connsiteX7" fmla="*/ 86678 w 162401"/>
                <a:gd name="connsiteY7" fmla="*/ 952 h 83819"/>
                <a:gd name="connsiteX8" fmla="*/ 160973 w 162401"/>
                <a:gd name="connsiteY8" fmla="*/ 75247 h 83819"/>
                <a:gd name="connsiteX9" fmla="*/ 160973 w 162401"/>
                <a:gd name="connsiteY9" fmla="*/ 81915 h 83819"/>
                <a:gd name="connsiteX10" fmla="*/ 159068 w 162401"/>
                <a:gd name="connsiteY10" fmla="*/ 83820 h 8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401" h="83819">
                  <a:moveTo>
                    <a:pt x="159068" y="83820"/>
                  </a:moveTo>
                  <a:cubicBezTo>
                    <a:pt x="158115" y="83820"/>
                    <a:pt x="156210" y="83820"/>
                    <a:pt x="155258" y="82868"/>
                  </a:cubicBezTo>
                  <a:lnTo>
                    <a:pt x="81915" y="9525"/>
                  </a:ln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83820" y="0"/>
                  </a:lnTo>
                  <a:cubicBezTo>
                    <a:pt x="84773" y="0"/>
                    <a:pt x="86678" y="952"/>
                    <a:pt x="86678" y="952"/>
                  </a:cubicBezTo>
                  <a:lnTo>
                    <a:pt x="160973" y="75247"/>
                  </a:lnTo>
                  <a:cubicBezTo>
                    <a:pt x="162878" y="77152"/>
                    <a:pt x="162878" y="80010"/>
                    <a:pt x="160973" y="81915"/>
                  </a:cubicBezTo>
                  <a:cubicBezTo>
                    <a:pt x="160973" y="83820"/>
                    <a:pt x="160020" y="83820"/>
                    <a:pt x="159068" y="83820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A3962AF0-9BFA-475E-35E8-4B1F2F64352F}"/>
                </a:ext>
              </a:extLst>
            </p:cNvPr>
            <p:cNvSpPr/>
            <p:nvPr/>
          </p:nvSpPr>
          <p:spPr>
            <a:xfrm>
              <a:off x="10592141" y="2365575"/>
              <a:ext cx="129168" cy="62691"/>
            </a:xfrm>
            <a:custGeom>
              <a:avLst/>
              <a:gdLst>
                <a:gd name="connsiteX0" fmla="*/ 80010 w 146208"/>
                <a:gd name="connsiteY0" fmla="*/ 70961 h 70961"/>
                <a:gd name="connsiteX1" fmla="*/ 4763 w 146208"/>
                <a:gd name="connsiteY1" fmla="*/ 70961 h 70961"/>
                <a:gd name="connsiteX2" fmla="*/ 0 w 146208"/>
                <a:gd name="connsiteY2" fmla="*/ 66199 h 70961"/>
                <a:gd name="connsiteX3" fmla="*/ 4763 w 146208"/>
                <a:gd name="connsiteY3" fmla="*/ 61436 h 70961"/>
                <a:gd name="connsiteX4" fmla="*/ 78105 w 146208"/>
                <a:gd name="connsiteY4" fmla="*/ 61436 h 70961"/>
                <a:gd name="connsiteX5" fmla="*/ 138113 w 146208"/>
                <a:gd name="connsiteY5" fmla="*/ 1429 h 70961"/>
                <a:gd name="connsiteX6" fmla="*/ 144780 w 146208"/>
                <a:gd name="connsiteY6" fmla="*/ 1429 h 70961"/>
                <a:gd name="connsiteX7" fmla="*/ 144780 w 146208"/>
                <a:gd name="connsiteY7" fmla="*/ 8096 h 70961"/>
                <a:gd name="connsiteX8" fmla="*/ 83820 w 146208"/>
                <a:gd name="connsiteY8" fmla="*/ 69056 h 70961"/>
                <a:gd name="connsiteX9" fmla="*/ 80010 w 146208"/>
                <a:gd name="connsiteY9" fmla="*/ 70961 h 7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208" h="70961">
                  <a:moveTo>
                    <a:pt x="80010" y="70961"/>
                  </a:moveTo>
                  <a:lnTo>
                    <a:pt x="4763" y="70961"/>
                  </a:lnTo>
                  <a:cubicBezTo>
                    <a:pt x="1905" y="70961"/>
                    <a:pt x="0" y="69056"/>
                    <a:pt x="0" y="66199"/>
                  </a:cubicBezTo>
                  <a:cubicBezTo>
                    <a:pt x="0" y="63341"/>
                    <a:pt x="1905" y="61436"/>
                    <a:pt x="4763" y="61436"/>
                  </a:cubicBezTo>
                  <a:lnTo>
                    <a:pt x="78105" y="61436"/>
                  </a:lnTo>
                  <a:lnTo>
                    <a:pt x="138113" y="1429"/>
                  </a:lnTo>
                  <a:cubicBezTo>
                    <a:pt x="140018" y="-476"/>
                    <a:pt x="142875" y="-476"/>
                    <a:pt x="144780" y="1429"/>
                  </a:cubicBezTo>
                  <a:cubicBezTo>
                    <a:pt x="146685" y="3334"/>
                    <a:pt x="146685" y="6191"/>
                    <a:pt x="144780" y="8096"/>
                  </a:cubicBezTo>
                  <a:lnTo>
                    <a:pt x="83820" y="69056"/>
                  </a:lnTo>
                  <a:cubicBezTo>
                    <a:pt x="82868" y="70009"/>
                    <a:pt x="81915" y="70961"/>
                    <a:pt x="80010" y="70961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0F42C15-ABEA-6B19-43A6-05F75D95C2B3}"/>
                </a:ext>
              </a:extLst>
            </p:cNvPr>
            <p:cNvSpPr/>
            <p:nvPr/>
          </p:nvSpPr>
          <p:spPr>
            <a:xfrm>
              <a:off x="9744416" y="2338227"/>
              <a:ext cx="26087" cy="8416"/>
            </a:xfrm>
            <a:custGeom>
              <a:avLst/>
              <a:gdLst>
                <a:gd name="connsiteX0" fmla="*/ 24765 w 29527"/>
                <a:gd name="connsiteY0" fmla="*/ 9525 h 9525"/>
                <a:gd name="connsiteX1" fmla="*/ 4763 w 29527"/>
                <a:gd name="connsiteY1" fmla="*/ 9525 h 9525"/>
                <a:gd name="connsiteX2" fmla="*/ 0 w 29527"/>
                <a:gd name="connsiteY2" fmla="*/ 4763 h 9525"/>
                <a:gd name="connsiteX3" fmla="*/ 4763 w 29527"/>
                <a:gd name="connsiteY3" fmla="*/ 0 h 9525"/>
                <a:gd name="connsiteX4" fmla="*/ 24765 w 29527"/>
                <a:gd name="connsiteY4" fmla="*/ 0 h 9525"/>
                <a:gd name="connsiteX5" fmla="*/ 29528 w 29527"/>
                <a:gd name="connsiteY5" fmla="*/ 4763 h 9525"/>
                <a:gd name="connsiteX6" fmla="*/ 24765 w 29527"/>
                <a:gd name="connsiteY6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27" h="9525">
                  <a:moveTo>
                    <a:pt x="24765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4765" y="0"/>
                  </a:lnTo>
                  <a:cubicBezTo>
                    <a:pt x="27623" y="0"/>
                    <a:pt x="29528" y="1905"/>
                    <a:pt x="29528" y="4763"/>
                  </a:cubicBezTo>
                  <a:cubicBezTo>
                    <a:pt x="29528" y="6668"/>
                    <a:pt x="27623" y="9525"/>
                    <a:pt x="2476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6615B88-FC54-9569-4D71-08ECBA04A2A3}"/>
                </a:ext>
              </a:extLst>
            </p:cNvPr>
            <p:cNvSpPr/>
            <p:nvPr/>
          </p:nvSpPr>
          <p:spPr>
            <a:xfrm>
              <a:off x="9678781" y="2338227"/>
              <a:ext cx="56380" cy="111077"/>
            </a:xfrm>
            <a:custGeom>
              <a:avLst/>
              <a:gdLst>
                <a:gd name="connsiteX0" fmla="*/ 4763 w 63817"/>
                <a:gd name="connsiteY0" fmla="*/ 125730 h 125730"/>
                <a:gd name="connsiteX1" fmla="*/ 0 w 63817"/>
                <a:gd name="connsiteY1" fmla="*/ 120968 h 125730"/>
                <a:gd name="connsiteX2" fmla="*/ 0 w 63817"/>
                <a:gd name="connsiteY2" fmla="*/ 17145 h 125730"/>
                <a:gd name="connsiteX3" fmla="*/ 17145 w 63817"/>
                <a:gd name="connsiteY3" fmla="*/ 0 h 125730"/>
                <a:gd name="connsiteX4" fmla="*/ 59055 w 63817"/>
                <a:gd name="connsiteY4" fmla="*/ 0 h 125730"/>
                <a:gd name="connsiteX5" fmla="*/ 63818 w 63817"/>
                <a:gd name="connsiteY5" fmla="*/ 4763 h 125730"/>
                <a:gd name="connsiteX6" fmla="*/ 59055 w 63817"/>
                <a:gd name="connsiteY6" fmla="*/ 9525 h 125730"/>
                <a:gd name="connsiteX7" fmla="*/ 17145 w 63817"/>
                <a:gd name="connsiteY7" fmla="*/ 9525 h 125730"/>
                <a:gd name="connsiteX8" fmla="*/ 10477 w 63817"/>
                <a:gd name="connsiteY8" fmla="*/ 16193 h 125730"/>
                <a:gd name="connsiteX9" fmla="*/ 10477 w 63817"/>
                <a:gd name="connsiteY9" fmla="*/ 120015 h 125730"/>
                <a:gd name="connsiteX10" fmla="*/ 4763 w 63817"/>
                <a:gd name="connsiteY10" fmla="*/ 125730 h 125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3817" h="125730">
                  <a:moveTo>
                    <a:pt x="4763" y="125730"/>
                  </a:moveTo>
                  <a:cubicBezTo>
                    <a:pt x="1905" y="125730"/>
                    <a:pt x="0" y="123825"/>
                    <a:pt x="0" y="120968"/>
                  </a:cubicBezTo>
                  <a:lnTo>
                    <a:pt x="0" y="17145"/>
                  </a:lnTo>
                  <a:cubicBezTo>
                    <a:pt x="0" y="7620"/>
                    <a:pt x="7620" y="0"/>
                    <a:pt x="17145" y="0"/>
                  </a:cubicBezTo>
                  <a:lnTo>
                    <a:pt x="59055" y="0"/>
                  </a:lnTo>
                  <a:cubicBezTo>
                    <a:pt x="61913" y="0"/>
                    <a:pt x="63818" y="1905"/>
                    <a:pt x="63818" y="4763"/>
                  </a:cubicBezTo>
                  <a:cubicBezTo>
                    <a:pt x="63818" y="7620"/>
                    <a:pt x="61913" y="9525"/>
                    <a:pt x="59055" y="9525"/>
                  </a:cubicBezTo>
                  <a:lnTo>
                    <a:pt x="17145" y="9525"/>
                  </a:lnTo>
                  <a:cubicBezTo>
                    <a:pt x="13335" y="9525"/>
                    <a:pt x="10477" y="12383"/>
                    <a:pt x="10477" y="16193"/>
                  </a:cubicBezTo>
                  <a:lnTo>
                    <a:pt x="10477" y="120015"/>
                  </a:lnTo>
                  <a:cubicBezTo>
                    <a:pt x="9525" y="122873"/>
                    <a:pt x="7620" y="125730"/>
                    <a:pt x="4763" y="12573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B57E4B8E-6BA2-946D-C774-4AFC3DA7468C}"/>
                </a:ext>
              </a:extLst>
            </p:cNvPr>
            <p:cNvSpPr/>
            <p:nvPr/>
          </p:nvSpPr>
          <p:spPr>
            <a:xfrm>
              <a:off x="9678781" y="2461086"/>
              <a:ext cx="8415" cy="60586"/>
            </a:xfrm>
            <a:custGeom>
              <a:avLst/>
              <a:gdLst>
                <a:gd name="connsiteX0" fmla="*/ 4763 w 9525"/>
                <a:gd name="connsiteY0" fmla="*/ 68580 h 68579"/>
                <a:gd name="connsiteX1" fmla="*/ 0 w 9525"/>
                <a:gd name="connsiteY1" fmla="*/ 63817 h 68579"/>
                <a:gd name="connsiteX2" fmla="*/ 0 w 9525"/>
                <a:gd name="connsiteY2" fmla="*/ 4763 h 68579"/>
                <a:gd name="connsiteX3" fmla="*/ 4763 w 9525"/>
                <a:gd name="connsiteY3" fmla="*/ 0 h 68579"/>
                <a:gd name="connsiteX4" fmla="*/ 9525 w 9525"/>
                <a:gd name="connsiteY4" fmla="*/ 4763 h 68579"/>
                <a:gd name="connsiteX5" fmla="*/ 9525 w 9525"/>
                <a:gd name="connsiteY5" fmla="*/ 63817 h 68579"/>
                <a:gd name="connsiteX6" fmla="*/ 4763 w 9525"/>
                <a:gd name="connsiteY6" fmla="*/ 68580 h 68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" h="68579">
                  <a:moveTo>
                    <a:pt x="4763" y="68580"/>
                  </a:moveTo>
                  <a:cubicBezTo>
                    <a:pt x="1905" y="68580"/>
                    <a:pt x="0" y="66675"/>
                    <a:pt x="0" y="63817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63817"/>
                  </a:lnTo>
                  <a:cubicBezTo>
                    <a:pt x="9525" y="65723"/>
                    <a:pt x="7620" y="68580"/>
                    <a:pt x="4763" y="6858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41EC8E99-EB11-CCE2-CC92-46B60B542836}"/>
                </a:ext>
              </a:extLst>
            </p:cNvPr>
            <p:cNvSpPr/>
            <p:nvPr/>
          </p:nvSpPr>
          <p:spPr>
            <a:xfrm>
              <a:off x="10213935" y="1584675"/>
              <a:ext cx="47287" cy="31555"/>
            </a:xfrm>
            <a:custGeom>
              <a:avLst/>
              <a:gdLst>
                <a:gd name="connsiteX0" fmla="*/ 50906 w 53525"/>
                <a:gd name="connsiteY0" fmla="*/ 35719 h 35718"/>
                <a:gd name="connsiteX1" fmla="*/ 3281 w 53525"/>
                <a:gd name="connsiteY1" fmla="*/ 35719 h 35718"/>
                <a:gd name="connsiteX2" fmla="*/ 423 w 53525"/>
                <a:gd name="connsiteY2" fmla="*/ 33814 h 35718"/>
                <a:gd name="connsiteX3" fmla="*/ 423 w 53525"/>
                <a:gd name="connsiteY3" fmla="*/ 30956 h 35718"/>
                <a:gd name="connsiteX4" fmla="*/ 24236 w 53525"/>
                <a:gd name="connsiteY4" fmla="*/ 1429 h 35718"/>
                <a:gd name="connsiteX5" fmla="*/ 28998 w 53525"/>
                <a:gd name="connsiteY5" fmla="*/ 1429 h 35718"/>
                <a:gd name="connsiteX6" fmla="*/ 52811 w 53525"/>
                <a:gd name="connsiteY6" fmla="*/ 30956 h 35718"/>
                <a:gd name="connsiteX7" fmla="*/ 52811 w 53525"/>
                <a:gd name="connsiteY7" fmla="*/ 33814 h 35718"/>
                <a:gd name="connsiteX8" fmla="*/ 50906 w 53525"/>
                <a:gd name="connsiteY8" fmla="*/ 35719 h 35718"/>
                <a:gd name="connsiteX9" fmla="*/ 9948 w 53525"/>
                <a:gd name="connsiteY9" fmla="*/ 30004 h 35718"/>
                <a:gd name="connsiteX10" fmla="*/ 44239 w 53525"/>
                <a:gd name="connsiteY10" fmla="*/ 30004 h 35718"/>
                <a:gd name="connsiteX11" fmla="*/ 27093 w 53525"/>
                <a:gd name="connsiteY11" fmla="*/ 9049 h 35718"/>
                <a:gd name="connsiteX12" fmla="*/ 9948 w 53525"/>
                <a:gd name="connsiteY12" fmla="*/ 30004 h 3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525" h="35718">
                  <a:moveTo>
                    <a:pt x="50906" y="35719"/>
                  </a:moveTo>
                  <a:lnTo>
                    <a:pt x="3281" y="35719"/>
                  </a:lnTo>
                  <a:cubicBezTo>
                    <a:pt x="2328" y="35719"/>
                    <a:pt x="1376" y="34766"/>
                    <a:pt x="423" y="33814"/>
                  </a:cubicBezTo>
                  <a:cubicBezTo>
                    <a:pt x="-529" y="32861"/>
                    <a:pt x="423" y="30956"/>
                    <a:pt x="423" y="30956"/>
                  </a:cubicBezTo>
                  <a:lnTo>
                    <a:pt x="24236" y="1429"/>
                  </a:lnTo>
                  <a:cubicBezTo>
                    <a:pt x="25189" y="-476"/>
                    <a:pt x="28046" y="-476"/>
                    <a:pt x="28998" y="1429"/>
                  </a:cubicBezTo>
                  <a:lnTo>
                    <a:pt x="52811" y="30956"/>
                  </a:lnTo>
                  <a:cubicBezTo>
                    <a:pt x="53764" y="31909"/>
                    <a:pt x="53764" y="32861"/>
                    <a:pt x="52811" y="33814"/>
                  </a:cubicBezTo>
                  <a:cubicBezTo>
                    <a:pt x="52811" y="35719"/>
                    <a:pt x="51858" y="35719"/>
                    <a:pt x="50906" y="35719"/>
                  </a:cubicBezTo>
                  <a:close/>
                  <a:moveTo>
                    <a:pt x="9948" y="30004"/>
                  </a:moveTo>
                  <a:lnTo>
                    <a:pt x="44239" y="30004"/>
                  </a:lnTo>
                  <a:lnTo>
                    <a:pt x="27093" y="9049"/>
                  </a:lnTo>
                  <a:lnTo>
                    <a:pt x="9948" y="3000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B89F5F97-C5C5-0B72-CE0E-2C6EBE4B951C}"/>
                </a:ext>
              </a:extLst>
            </p:cNvPr>
            <p:cNvSpPr/>
            <p:nvPr/>
          </p:nvSpPr>
          <p:spPr>
            <a:xfrm>
              <a:off x="11244767" y="1665037"/>
              <a:ext cx="48128" cy="31134"/>
            </a:xfrm>
            <a:custGeom>
              <a:avLst/>
              <a:gdLst>
                <a:gd name="connsiteX0" fmla="*/ 50906 w 54477"/>
                <a:gd name="connsiteY0" fmla="*/ 35243 h 35242"/>
                <a:gd name="connsiteX1" fmla="*/ 3281 w 54477"/>
                <a:gd name="connsiteY1" fmla="*/ 35243 h 35242"/>
                <a:gd name="connsiteX2" fmla="*/ 423 w 54477"/>
                <a:gd name="connsiteY2" fmla="*/ 33338 h 35242"/>
                <a:gd name="connsiteX3" fmla="*/ 423 w 54477"/>
                <a:gd name="connsiteY3" fmla="*/ 30480 h 35242"/>
                <a:gd name="connsiteX4" fmla="*/ 24236 w 54477"/>
                <a:gd name="connsiteY4" fmla="*/ 953 h 35242"/>
                <a:gd name="connsiteX5" fmla="*/ 27093 w 54477"/>
                <a:gd name="connsiteY5" fmla="*/ 0 h 35242"/>
                <a:gd name="connsiteX6" fmla="*/ 27093 w 54477"/>
                <a:gd name="connsiteY6" fmla="*/ 0 h 35242"/>
                <a:gd name="connsiteX7" fmla="*/ 29951 w 54477"/>
                <a:gd name="connsiteY7" fmla="*/ 953 h 35242"/>
                <a:gd name="connsiteX8" fmla="*/ 53764 w 54477"/>
                <a:gd name="connsiteY8" fmla="*/ 30480 h 35242"/>
                <a:gd name="connsiteX9" fmla="*/ 53764 w 54477"/>
                <a:gd name="connsiteY9" fmla="*/ 33338 h 35242"/>
                <a:gd name="connsiteX10" fmla="*/ 50906 w 54477"/>
                <a:gd name="connsiteY10" fmla="*/ 35243 h 35242"/>
                <a:gd name="connsiteX11" fmla="*/ 9948 w 54477"/>
                <a:gd name="connsiteY11" fmla="*/ 28575 h 35242"/>
                <a:gd name="connsiteX12" fmla="*/ 44239 w 54477"/>
                <a:gd name="connsiteY12" fmla="*/ 28575 h 35242"/>
                <a:gd name="connsiteX13" fmla="*/ 27093 w 54477"/>
                <a:gd name="connsiteY13" fmla="*/ 7620 h 35242"/>
                <a:gd name="connsiteX14" fmla="*/ 9948 w 54477"/>
                <a:gd name="connsiteY14" fmla="*/ 28575 h 3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4477" h="35242">
                  <a:moveTo>
                    <a:pt x="50906" y="35243"/>
                  </a:moveTo>
                  <a:lnTo>
                    <a:pt x="3281" y="35243"/>
                  </a:lnTo>
                  <a:cubicBezTo>
                    <a:pt x="2328" y="35243"/>
                    <a:pt x="1376" y="34290"/>
                    <a:pt x="423" y="33338"/>
                  </a:cubicBezTo>
                  <a:cubicBezTo>
                    <a:pt x="-529" y="32385"/>
                    <a:pt x="423" y="30480"/>
                    <a:pt x="423" y="30480"/>
                  </a:cubicBezTo>
                  <a:lnTo>
                    <a:pt x="24236" y="953"/>
                  </a:lnTo>
                  <a:cubicBezTo>
                    <a:pt x="25189" y="0"/>
                    <a:pt x="26141" y="0"/>
                    <a:pt x="27093" y="0"/>
                  </a:cubicBezTo>
                  <a:lnTo>
                    <a:pt x="27093" y="0"/>
                  </a:lnTo>
                  <a:cubicBezTo>
                    <a:pt x="28046" y="0"/>
                    <a:pt x="28998" y="0"/>
                    <a:pt x="29951" y="953"/>
                  </a:cubicBezTo>
                  <a:lnTo>
                    <a:pt x="53764" y="30480"/>
                  </a:lnTo>
                  <a:cubicBezTo>
                    <a:pt x="54716" y="31433"/>
                    <a:pt x="54716" y="32385"/>
                    <a:pt x="53764" y="33338"/>
                  </a:cubicBezTo>
                  <a:cubicBezTo>
                    <a:pt x="52811" y="34290"/>
                    <a:pt x="51858" y="35243"/>
                    <a:pt x="50906" y="35243"/>
                  </a:cubicBezTo>
                  <a:close/>
                  <a:moveTo>
                    <a:pt x="9948" y="28575"/>
                  </a:moveTo>
                  <a:lnTo>
                    <a:pt x="44239" y="28575"/>
                  </a:lnTo>
                  <a:lnTo>
                    <a:pt x="27093" y="7620"/>
                  </a:lnTo>
                  <a:lnTo>
                    <a:pt x="9948" y="2857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B9590C59-6241-367D-C18E-EF32848C875B}"/>
                </a:ext>
              </a:extLst>
            </p:cNvPr>
            <p:cNvSpPr/>
            <p:nvPr/>
          </p:nvSpPr>
          <p:spPr>
            <a:xfrm>
              <a:off x="9863032" y="2100087"/>
              <a:ext cx="51494" cy="33658"/>
            </a:xfrm>
            <a:custGeom>
              <a:avLst/>
              <a:gdLst>
                <a:gd name="connsiteX0" fmla="*/ 54716 w 58287"/>
                <a:gd name="connsiteY0" fmla="*/ 38100 h 38100"/>
                <a:gd name="connsiteX1" fmla="*/ 3281 w 58287"/>
                <a:gd name="connsiteY1" fmla="*/ 38100 h 38100"/>
                <a:gd name="connsiteX2" fmla="*/ 423 w 58287"/>
                <a:gd name="connsiteY2" fmla="*/ 36195 h 38100"/>
                <a:gd name="connsiteX3" fmla="*/ 423 w 58287"/>
                <a:gd name="connsiteY3" fmla="*/ 32385 h 38100"/>
                <a:gd name="connsiteX4" fmla="*/ 26141 w 58287"/>
                <a:gd name="connsiteY4" fmla="*/ 952 h 38100"/>
                <a:gd name="connsiteX5" fmla="*/ 28998 w 58287"/>
                <a:gd name="connsiteY5" fmla="*/ 0 h 38100"/>
                <a:gd name="connsiteX6" fmla="*/ 28998 w 58287"/>
                <a:gd name="connsiteY6" fmla="*/ 0 h 38100"/>
                <a:gd name="connsiteX7" fmla="*/ 31856 w 58287"/>
                <a:gd name="connsiteY7" fmla="*/ 952 h 38100"/>
                <a:gd name="connsiteX8" fmla="*/ 57573 w 58287"/>
                <a:gd name="connsiteY8" fmla="*/ 32385 h 38100"/>
                <a:gd name="connsiteX9" fmla="*/ 57573 w 58287"/>
                <a:gd name="connsiteY9" fmla="*/ 36195 h 38100"/>
                <a:gd name="connsiteX10" fmla="*/ 54716 w 58287"/>
                <a:gd name="connsiteY10" fmla="*/ 38100 h 38100"/>
                <a:gd name="connsiteX11" fmla="*/ 10901 w 58287"/>
                <a:gd name="connsiteY11" fmla="*/ 31432 h 38100"/>
                <a:gd name="connsiteX12" fmla="*/ 48048 w 58287"/>
                <a:gd name="connsiteY12" fmla="*/ 31432 h 38100"/>
                <a:gd name="connsiteX13" fmla="*/ 29951 w 58287"/>
                <a:gd name="connsiteY13" fmla="*/ 8572 h 38100"/>
                <a:gd name="connsiteX14" fmla="*/ 10901 w 58287"/>
                <a:gd name="connsiteY14" fmla="*/ 3143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87" h="38100">
                  <a:moveTo>
                    <a:pt x="54716" y="38100"/>
                  </a:moveTo>
                  <a:lnTo>
                    <a:pt x="3281" y="38100"/>
                  </a:lnTo>
                  <a:cubicBezTo>
                    <a:pt x="2328" y="38100"/>
                    <a:pt x="423" y="37147"/>
                    <a:pt x="423" y="36195"/>
                  </a:cubicBezTo>
                  <a:cubicBezTo>
                    <a:pt x="-529" y="35242"/>
                    <a:pt x="423" y="33338"/>
                    <a:pt x="423" y="32385"/>
                  </a:cubicBezTo>
                  <a:lnTo>
                    <a:pt x="26141" y="952"/>
                  </a:lnTo>
                  <a:cubicBezTo>
                    <a:pt x="27094" y="0"/>
                    <a:pt x="28046" y="0"/>
                    <a:pt x="28998" y="0"/>
                  </a:cubicBezTo>
                  <a:lnTo>
                    <a:pt x="28998" y="0"/>
                  </a:lnTo>
                  <a:cubicBezTo>
                    <a:pt x="29951" y="0"/>
                    <a:pt x="30903" y="0"/>
                    <a:pt x="31856" y="952"/>
                  </a:cubicBezTo>
                  <a:lnTo>
                    <a:pt x="57573" y="32385"/>
                  </a:lnTo>
                  <a:cubicBezTo>
                    <a:pt x="58526" y="33338"/>
                    <a:pt x="58526" y="35242"/>
                    <a:pt x="57573" y="36195"/>
                  </a:cubicBezTo>
                  <a:cubicBezTo>
                    <a:pt x="56621" y="37147"/>
                    <a:pt x="55669" y="38100"/>
                    <a:pt x="54716" y="38100"/>
                  </a:cubicBezTo>
                  <a:close/>
                  <a:moveTo>
                    <a:pt x="10901" y="31432"/>
                  </a:moveTo>
                  <a:lnTo>
                    <a:pt x="48048" y="31432"/>
                  </a:lnTo>
                  <a:lnTo>
                    <a:pt x="29951" y="8572"/>
                  </a:lnTo>
                  <a:lnTo>
                    <a:pt x="10901" y="314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EE63CADF-D110-77FB-EA36-F781011B1BAC}"/>
                </a:ext>
              </a:extLst>
            </p:cNvPr>
            <p:cNvSpPr/>
            <p:nvPr/>
          </p:nvSpPr>
          <p:spPr>
            <a:xfrm>
              <a:off x="9388225" y="1933528"/>
              <a:ext cx="79263" cy="51750"/>
            </a:xfrm>
            <a:custGeom>
              <a:avLst/>
              <a:gdLst>
                <a:gd name="connsiteX0" fmla="*/ 87101 w 89720"/>
                <a:gd name="connsiteY0" fmla="*/ 58579 h 58578"/>
                <a:gd name="connsiteX1" fmla="*/ 3281 w 89720"/>
                <a:gd name="connsiteY1" fmla="*/ 58579 h 58578"/>
                <a:gd name="connsiteX2" fmla="*/ 423 w 89720"/>
                <a:gd name="connsiteY2" fmla="*/ 56674 h 58578"/>
                <a:gd name="connsiteX3" fmla="*/ 423 w 89720"/>
                <a:gd name="connsiteY3" fmla="*/ 52864 h 58578"/>
                <a:gd name="connsiteX4" fmla="*/ 42333 w 89720"/>
                <a:gd name="connsiteY4" fmla="*/ 1429 h 58578"/>
                <a:gd name="connsiteX5" fmla="*/ 47096 w 89720"/>
                <a:gd name="connsiteY5" fmla="*/ 1429 h 58578"/>
                <a:gd name="connsiteX6" fmla="*/ 89006 w 89720"/>
                <a:gd name="connsiteY6" fmla="*/ 52864 h 58578"/>
                <a:gd name="connsiteX7" fmla="*/ 89006 w 89720"/>
                <a:gd name="connsiteY7" fmla="*/ 56674 h 58578"/>
                <a:gd name="connsiteX8" fmla="*/ 87101 w 89720"/>
                <a:gd name="connsiteY8" fmla="*/ 58579 h 58578"/>
                <a:gd name="connsiteX9" fmla="*/ 9948 w 89720"/>
                <a:gd name="connsiteY9" fmla="*/ 50959 h 58578"/>
                <a:gd name="connsiteX10" fmla="*/ 79481 w 89720"/>
                <a:gd name="connsiteY10" fmla="*/ 50959 h 58578"/>
                <a:gd name="connsiteX11" fmla="*/ 45191 w 89720"/>
                <a:gd name="connsiteY11" fmla="*/ 8096 h 58578"/>
                <a:gd name="connsiteX12" fmla="*/ 9948 w 89720"/>
                <a:gd name="connsiteY12" fmla="*/ 50959 h 58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720" h="58578">
                  <a:moveTo>
                    <a:pt x="87101" y="58579"/>
                  </a:moveTo>
                  <a:lnTo>
                    <a:pt x="3281" y="58579"/>
                  </a:lnTo>
                  <a:cubicBezTo>
                    <a:pt x="2328" y="58579"/>
                    <a:pt x="423" y="57626"/>
                    <a:pt x="423" y="56674"/>
                  </a:cubicBezTo>
                  <a:cubicBezTo>
                    <a:pt x="-529" y="55721"/>
                    <a:pt x="423" y="53816"/>
                    <a:pt x="423" y="52864"/>
                  </a:cubicBezTo>
                  <a:lnTo>
                    <a:pt x="42333" y="1429"/>
                  </a:lnTo>
                  <a:cubicBezTo>
                    <a:pt x="43286" y="-476"/>
                    <a:pt x="46143" y="-476"/>
                    <a:pt x="47096" y="1429"/>
                  </a:cubicBezTo>
                  <a:lnTo>
                    <a:pt x="89006" y="52864"/>
                  </a:lnTo>
                  <a:cubicBezTo>
                    <a:pt x="89958" y="53816"/>
                    <a:pt x="89958" y="55721"/>
                    <a:pt x="89006" y="56674"/>
                  </a:cubicBezTo>
                  <a:cubicBezTo>
                    <a:pt x="89006" y="57626"/>
                    <a:pt x="88053" y="58579"/>
                    <a:pt x="87101" y="58579"/>
                  </a:cubicBezTo>
                  <a:close/>
                  <a:moveTo>
                    <a:pt x="9948" y="50959"/>
                  </a:moveTo>
                  <a:lnTo>
                    <a:pt x="79481" y="50959"/>
                  </a:lnTo>
                  <a:lnTo>
                    <a:pt x="45191" y="8096"/>
                  </a:lnTo>
                  <a:lnTo>
                    <a:pt x="9948" y="5095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BB4511B-AE6C-98A5-805A-704EB4C40943}"/>
                </a:ext>
              </a:extLst>
            </p:cNvPr>
            <p:cNvSpPr/>
            <p:nvPr/>
          </p:nvSpPr>
          <p:spPr>
            <a:xfrm>
              <a:off x="10553057" y="1647786"/>
              <a:ext cx="33823" cy="23141"/>
            </a:xfrm>
            <a:custGeom>
              <a:avLst/>
              <a:gdLst>
                <a:gd name="connsiteX0" fmla="*/ 35666 w 38285"/>
                <a:gd name="connsiteY0" fmla="*/ 26194 h 26193"/>
                <a:gd name="connsiteX1" fmla="*/ 3281 w 38285"/>
                <a:gd name="connsiteY1" fmla="*/ 26194 h 26193"/>
                <a:gd name="connsiteX2" fmla="*/ 423 w 38285"/>
                <a:gd name="connsiteY2" fmla="*/ 24289 h 26193"/>
                <a:gd name="connsiteX3" fmla="*/ 423 w 38285"/>
                <a:gd name="connsiteY3" fmla="*/ 21431 h 26193"/>
                <a:gd name="connsiteX4" fmla="*/ 16616 w 38285"/>
                <a:gd name="connsiteY4" fmla="*/ 1429 h 26193"/>
                <a:gd name="connsiteX5" fmla="*/ 21378 w 38285"/>
                <a:gd name="connsiteY5" fmla="*/ 1429 h 26193"/>
                <a:gd name="connsiteX6" fmla="*/ 37571 w 38285"/>
                <a:gd name="connsiteY6" fmla="*/ 21431 h 26193"/>
                <a:gd name="connsiteX7" fmla="*/ 37571 w 38285"/>
                <a:gd name="connsiteY7" fmla="*/ 24289 h 26193"/>
                <a:gd name="connsiteX8" fmla="*/ 35666 w 38285"/>
                <a:gd name="connsiteY8" fmla="*/ 26194 h 26193"/>
                <a:gd name="connsiteX9" fmla="*/ 9948 w 38285"/>
                <a:gd name="connsiteY9" fmla="*/ 20479 h 26193"/>
                <a:gd name="connsiteX10" fmla="*/ 28998 w 38285"/>
                <a:gd name="connsiteY10" fmla="*/ 20479 h 26193"/>
                <a:gd name="connsiteX11" fmla="*/ 19473 w 38285"/>
                <a:gd name="connsiteY11" fmla="*/ 9049 h 26193"/>
                <a:gd name="connsiteX12" fmla="*/ 9948 w 38285"/>
                <a:gd name="connsiteY12" fmla="*/ 20479 h 2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85" h="26193">
                  <a:moveTo>
                    <a:pt x="35666" y="26194"/>
                  </a:moveTo>
                  <a:lnTo>
                    <a:pt x="3281" y="26194"/>
                  </a:lnTo>
                  <a:cubicBezTo>
                    <a:pt x="2328" y="26194"/>
                    <a:pt x="1376" y="25241"/>
                    <a:pt x="423" y="24289"/>
                  </a:cubicBezTo>
                  <a:cubicBezTo>
                    <a:pt x="-529" y="23336"/>
                    <a:pt x="423" y="21431"/>
                    <a:pt x="423" y="21431"/>
                  </a:cubicBezTo>
                  <a:lnTo>
                    <a:pt x="16616" y="1429"/>
                  </a:lnTo>
                  <a:cubicBezTo>
                    <a:pt x="17569" y="-476"/>
                    <a:pt x="20426" y="-476"/>
                    <a:pt x="21378" y="1429"/>
                  </a:cubicBezTo>
                  <a:lnTo>
                    <a:pt x="37571" y="21431"/>
                  </a:lnTo>
                  <a:cubicBezTo>
                    <a:pt x="38523" y="22384"/>
                    <a:pt x="38523" y="23336"/>
                    <a:pt x="37571" y="24289"/>
                  </a:cubicBezTo>
                  <a:cubicBezTo>
                    <a:pt x="37571" y="26194"/>
                    <a:pt x="36619" y="26194"/>
                    <a:pt x="35666" y="26194"/>
                  </a:cubicBezTo>
                  <a:close/>
                  <a:moveTo>
                    <a:pt x="9948" y="20479"/>
                  </a:moveTo>
                  <a:lnTo>
                    <a:pt x="28998" y="20479"/>
                  </a:lnTo>
                  <a:lnTo>
                    <a:pt x="19473" y="9049"/>
                  </a:lnTo>
                  <a:lnTo>
                    <a:pt x="9948" y="2047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10FCAA0D-42D7-2C25-8969-498B336C5E18}"/>
                </a:ext>
              </a:extLst>
            </p:cNvPr>
            <p:cNvSpPr/>
            <p:nvPr/>
          </p:nvSpPr>
          <p:spPr>
            <a:xfrm>
              <a:off x="11036076" y="1780319"/>
              <a:ext cx="34664" cy="22720"/>
            </a:xfrm>
            <a:custGeom>
              <a:avLst/>
              <a:gdLst>
                <a:gd name="connsiteX0" fmla="*/ 35666 w 39237"/>
                <a:gd name="connsiteY0" fmla="*/ 25718 h 25717"/>
                <a:gd name="connsiteX1" fmla="*/ 3281 w 39237"/>
                <a:gd name="connsiteY1" fmla="*/ 25718 h 25717"/>
                <a:gd name="connsiteX2" fmla="*/ 423 w 39237"/>
                <a:gd name="connsiteY2" fmla="*/ 23813 h 25717"/>
                <a:gd name="connsiteX3" fmla="*/ 423 w 39237"/>
                <a:gd name="connsiteY3" fmla="*/ 20955 h 25717"/>
                <a:gd name="connsiteX4" fmla="*/ 16616 w 39237"/>
                <a:gd name="connsiteY4" fmla="*/ 953 h 25717"/>
                <a:gd name="connsiteX5" fmla="*/ 19473 w 39237"/>
                <a:gd name="connsiteY5" fmla="*/ 0 h 25717"/>
                <a:gd name="connsiteX6" fmla="*/ 19473 w 39237"/>
                <a:gd name="connsiteY6" fmla="*/ 0 h 25717"/>
                <a:gd name="connsiteX7" fmla="*/ 22331 w 39237"/>
                <a:gd name="connsiteY7" fmla="*/ 953 h 25717"/>
                <a:gd name="connsiteX8" fmla="*/ 38523 w 39237"/>
                <a:gd name="connsiteY8" fmla="*/ 20955 h 25717"/>
                <a:gd name="connsiteX9" fmla="*/ 38523 w 39237"/>
                <a:gd name="connsiteY9" fmla="*/ 23813 h 25717"/>
                <a:gd name="connsiteX10" fmla="*/ 35666 w 39237"/>
                <a:gd name="connsiteY10" fmla="*/ 25718 h 25717"/>
                <a:gd name="connsiteX11" fmla="*/ 9948 w 39237"/>
                <a:gd name="connsiteY11" fmla="*/ 19050 h 25717"/>
                <a:gd name="connsiteX12" fmla="*/ 28998 w 39237"/>
                <a:gd name="connsiteY12" fmla="*/ 19050 h 25717"/>
                <a:gd name="connsiteX13" fmla="*/ 19473 w 39237"/>
                <a:gd name="connsiteY13" fmla="*/ 7620 h 25717"/>
                <a:gd name="connsiteX14" fmla="*/ 9948 w 39237"/>
                <a:gd name="connsiteY14" fmla="*/ 19050 h 2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237" h="25717">
                  <a:moveTo>
                    <a:pt x="35666" y="25718"/>
                  </a:moveTo>
                  <a:lnTo>
                    <a:pt x="3281" y="25718"/>
                  </a:lnTo>
                  <a:cubicBezTo>
                    <a:pt x="2328" y="25718"/>
                    <a:pt x="1375" y="24765"/>
                    <a:pt x="423" y="23813"/>
                  </a:cubicBezTo>
                  <a:cubicBezTo>
                    <a:pt x="-529" y="22860"/>
                    <a:pt x="423" y="20955"/>
                    <a:pt x="423" y="20955"/>
                  </a:cubicBezTo>
                  <a:lnTo>
                    <a:pt x="16616" y="953"/>
                  </a:lnTo>
                  <a:cubicBezTo>
                    <a:pt x="17568" y="0"/>
                    <a:pt x="18521" y="0"/>
                    <a:pt x="19473" y="0"/>
                  </a:cubicBezTo>
                  <a:lnTo>
                    <a:pt x="19473" y="0"/>
                  </a:lnTo>
                  <a:cubicBezTo>
                    <a:pt x="20425" y="0"/>
                    <a:pt x="21378" y="0"/>
                    <a:pt x="22331" y="953"/>
                  </a:cubicBezTo>
                  <a:lnTo>
                    <a:pt x="38523" y="20955"/>
                  </a:lnTo>
                  <a:cubicBezTo>
                    <a:pt x="39475" y="21907"/>
                    <a:pt x="39475" y="22860"/>
                    <a:pt x="38523" y="23813"/>
                  </a:cubicBezTo>
                  <a:cubicBezTo>
                    <a:pt x="37571" y="24765"/>
                    <a:pt x="36618" y="25718"/>
                    <a:pt x="35666" y="25718"/>
                  </a:cubicBezTo>
                  <a:close/>
                  <a:moveTo>
                    <a:pt x="9948" y="19050"/>
                  </a:moveTo>
                  <a:lnTo>
                    <a:pt x="28998" y="19050"/>
                  </a:lnTo>
                  <a:lnTo>
                    <a:pt x="19473" y="7620"/>
                  </a:lnTo>
                  <a:lnTo>
                    <a:pt x="9948" y="1905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5C3A3A57-58D9-E836-6DD9-D26C0ECD42FE}"/>
                </a:ext>
              </a:extLst>
            </p:cNvPr>
            <p:cNvSpPr/>
            <p:nvPr/>
          </p:nvSpPr>
          <p:spPr>
            <a:xfrm>
              <a:off x="10098394" y="1628010"/>
              <a:ext cx="48128" cy="31134"/>
            </a:xfrm>
            <a:custGeom>
              <a:avLst/>
              <a:gdLst>
                <a:gd name="connsiteX0" fmla="*/ 27385 w 54477"/>
                <a:gd name="connsiteY0" fmla="*/ 35243 h 35242"/>
                <a:gd name="connsiteX1" fmla="*/ 24527 w 54477"/>
                <a:gd name="connsiteY1" fmla="*/ 34290 h 35242"/>
                <a:gd name="connsiteX2" fmla="*/ 714 w 54477"/>
                <a:gd name="connsiteY2" fmla="*/ 4763 h 35242"/>
                <a:gd name="connsiteX3" fmla="*/ 714 w 54477"/>
                <a:gd name="connsiteY3" fmla="*/ 1905 h 35242"/>
                <a:gd name="connsiteX4" fmla="*/ 3572 w 54477"/>
                <a:gd name="connsiteY4" fmla="*/ 0 h 35242"/>
                <a:gd name="connsiteX5" fmla="*/ 51197 w 54477"/>
                <a:gd name="connsiteY5" fmla="*/ 0 h 35242"/>
                <a:gd name="connsiteX6" fmla="*/ 54055 w 54477"/>
                <a:gd name="connsiteY6" fmla="*/ 1905 h 35242"/>
                <a:gd name="connsiteX7" fmla="*/ 54055 w 54477"/>
                <a:gd name="connsiteY7" fmla="*/ 4763 h 35242"/>
                <a:gd name="connsiteX8" fmla="*/ 30242 w 54477"/>
                <a:gd name="connsiteY8" fmla="*/ 34290 h 35242"/>
                <a:gd name="connsiteX9" fmla="*/ 27385 w 54477"/>
                <a:gd name="connsiteY9" fmla="*/ 35243 h 35242"/>
                <a:gd name="connsiteX10" fmla="*/ 10239 w 54477"/>
                <a:gd name="connsiteY10" fmla="*/ 5715 h 35242"/>
                <a:gd name="connsiteX11" fmla="*/ 27385 w 54477"/>
                <a:gd name="connsiteY11" fmla="*/ 26670 h 35242"/>
                <a:gd name="connsiteX12" fmla="*/ 44530 w 54477"/>
                <a:gd name="connsiteY12" fmla="*/ 5715 h 35242"/>
                <a:gd name="connsiteX13" fmla="*/ 10239 w 54477"/>
                <a:gd name="connsiteY13" fmla="*/ 5715 h 3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477" h="35242">
                  <a:moveTo>
                    <a:pt x="27385" y="35243"/>
                  </a:moveTo>
                  <a:cubicBezTo>
                    <a:pt x="26432" y="35243"/>
                    <a:pt x="25480" y="35243"/>
                    <a:pt x="24527" y="34290"/>
                  </a:cubicBezTo>
                  <a:lnTo>
                    <a:pt x="714" y="4763"/>
                  </a:lnTo>
                  <a:cubicBezTo>
                    <a:pt x="-238" y="3810"/>
                    <a:pt x="-238" y="2857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51197" y="0"/>
                  </a:lnTo>
                  <a:cubicBezTo>
                    <a:pt x="52149" y="0"/>
                    <a:pt x="53102" y="952"/>
                    <a:pt x="54055" y="1905"/>
                  </a:cubicBezTo>
                  <a:cubicBezTo>
                    <a:pt x="55007" y="2857"/>
                    <a:pt x="54055" y="4763"/>
                    <a:pt x="54055" y="4763"/>
                  </a:cubicBezTo>
                  <a:lnTo>
                    <a:pt x="30242" y="34290"/>
                  </a:lnTo>
                  <a:cubicBezTo>
                    <a:pt x="29289" y="34290"/>
                    <a:pt x="28337" y="35243"/>
                    <a:pt x="27385" y="35243"/>
                  </a:cubicBezTo>
                  <a:close/>
                  <a:moveTo>
                    <a:pt x="10239" y="5715"/>
                  </a:moveTo>
                  <a:lnTo>
                    <a:pt x="27385" y="26670"/>
                  </a:lnTo>
                  <a:lnTo>
                    <a:pt x="44530" y="5715"/>
                  </a:lnTo>
                  <a:lnTo>
                    <a:pt x="10239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A11733D6-3FF7-3808-2D42-D7F1A1069D1B}"/>
                </a:ext>
              </a:extLst>
            </p:cNvPr>
            <p:cNvSpPr/>
            <p:nvPr/>
          </p:nvSpPr>
          <p:spPr>
            <a:xfrm>
              <a:off x="11677879" y="1891397"/>
              <a:ext cx="80105" cy="51330"/>
            </a:xfrm>
            <a:custGeom>
              <a:avLst/>
              <a:gdLst>
                <a:gd name="connsiteX0" fmla="*/ 45482 w 90672"/>
                <a:gd name="connsiteY0" fmla="*/ 58102 h 58102"/>
                <a:gd name="connsiteX1" fmla="*/ 42624 w 90672"/>
                <a:gd name="connsiteY1" fmla="*/ 57150 h 58102"/>
                <a:gd name="connsiteX2" fmla="*/ 714 w 90672"/>
                <a:gd name="connsiteY2" fmla="*/ 5715 h 58102"/>
                <a:gd name="connsiteX3" fmla="*/ 714 w 90672"/>
                <a:gd name="connsiteY3" fmla="*/ 1905 h 58102"/>
                <a:gd name="connsiteX4" fmla="*/ 3572 w 90672"/>
                <a:gd name="connsiteY4" fmla="*/ 0 h 58102"/>
                <a:gd name="connsiteX5" fmla="*/ 87392 w 90672"/>
                <a:gd name="connsiteY5" fmla="*/ 0 h 58102"/>
                <a:gd name="connsiteX6" fmla="*/ 90249 w 90672"/>
                <a:gd name="connsiteY6" fmla="*/ 1905 h 58102"/>
                <a:gd name="connsiteX7" fmla="*/ 90249 w 90672"/>
                <a:gd name="connsiteY7" fmla="*/ 5715 h 58102"/>
                <a:gd name="connsiteX8" fmla="*/ 48339 w 90672"/>
                <a:gd name="connsiteY8" fmla="*/ 57150 h 58102"/>
                <a:gd name="connsiteX9" fmla="*/ 45482 w 90672"/>
                <a:gd name="connsiteY9" fmla="*/ 58102 h 58102"/>
                <a:gd name="connsiteX10" fmla="*/ 11192 w 90672"/>
                <a:gd name="connsiteY10" fmla="*/ 6668 h 58102"/>
                <a:gd name="connsiteX11" fmla="*/ 45482 w 90672"/>
                <a:gd name="connsiteY11" fmla="*/ 49530 h 58102"/>
                <a:gd name="connsiteX12" fmla="*/ 79772 w 90672"/>
                <a:gd name="connsiteY12" fmla="*/ 6668 h 58102"/>
                <a:gd name="connsiteX13" fmla="*/ 11192 w 90672"/>
                <a:gd name="connsiteY13" fmla="*/ 6668 h 5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0672" h="58102">
                  <a:moveTo>
                    <a:pt x="45482" y="58102"/>
                  </a:moveTo>
                  <a:cubicBezTo>
                    <a:pt x="44530" y="58102"/>
                    <a:pt x="43577" y="58102"/>
                    <a:pt x="42624" y="57150"/>
                  </a:cubicBezTo>
                  <a:lnTo>
                    <a:pt x="714" y="5715"/>
                  </a:lnTo>
                  <a:cubicBezTo>
                    <a:pt x="-238" y="4763"/>
                    <a:pt x="-238" y="2857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87392" y="0"/>
                  </a:lnTo>
                  <a:cubicBezTo>
                    <a:pt x="88344" y="0"/>
                    <a:pt x="90249" y="952"/>
                    <a:pt x="90249" y="1905"/>
                  </a:cubicBezTo>
                  <a:cubicBezTo>
                    <a:pt x="91202" y="2857"/>
                    <a:pt x="90249" y="4763"/>
                    <a:pt x="90249" y="5715"/>
                  </a:cubicBezTo>
                  <a:lnTo>
                    <a:pt x="48339" y="57150"/>
                  </a:lnTo>
                  <a:cubicBezTo>
                    <a:pt x="47387" y="57150"/>
                    <a:pt x="46434" y="58102"/>
                    <a:pt x="45482" y="58102"/>
                  </a:cubicBezTo>
                  <a:close/>
                  <a:moveTo>
                    <a:pt x="11192" y="6668"/>
                  </a:moveTo>
                  <a:lnTo>
                    <a:pt x="45482" y="49530"/>
                  </a:lnTo>
                  <a:lnTo>
                    <a:pt x="79772" y="6668"/>
                  </a:lnTo>
                  <a:lnTo>
                    <a:pt x="11192" y="666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3145C655-C258-F793-1C78-BC4359ADD38C}"/>
                </a:ext>
              </a:extLst>
            </p:cNvPr>
            <p:cNvSpPr/>
            <p:nvPr/>
          </p:nvSpPr>
          <p:spPr>
            <a:xfrm>
              <a:off x="10356732" y="1598562"/>
              <a:ext cx="75056" cy="47123"/>
            </a:xfrm>
            <a:custGeom>
              <a:avLst/>
              <a:gdLst>
                <a:gd name="connsiteX0" fmla="*/ 42624 w 84957"/>
                <a:gd name="connsiteY0" fmla="*/ 53340 h 53339"/>
                <a:gd name="connsiteX1" fmla="*/ 39767 w 84957"/>
                <a:gd name="connsiteY1" fmla="*/ 52388 h 53339"/>
                <a:gd name="connsiteX2" fmla="*/ 714 w 84957"/>
                <a:gd name="connsiteY2" fmla="*/ 4763 h 53339"/>
                <a:gd name="connsiteX3" fmla="*/ 714 w 84957"/>
                <a:gd name="connsiteY3" fmla="*/ 1905 h 53339"/>
                <a:gd name="connsiteX4" fmla="*/ 3572 w 84957"/>
                <a:gd name="connsiteY4" fmla="*/ 0 h 53339"/>
                <a:gd name="connsiteX5" fmla="*/ 81677 w 84957"/>
                <a:gd name="connsiteY5" fmla="*/ 0 h 53339"/>
                <a:gd name="connsiteX6" fmla="*/ 84534 w 84957"/>
                <a:gd name="connsiteY6" fmla="*/ 1905 h 53339"/>
                <a:gd name="connsiteX7" fmla="*/ 84534 w 84957"/>
                <a:gd name="connsiteY7" fmla="*/ 4763 h 53339"/>
                <a:gd name="connsiteX8" fmla="*/ 45482 w 84957"/>
                <a:gd name="connsiteY8" fmla="*/ 52388 h 53339"/>
                <a:gd name="connsiteX9" fmla="*/ 42624 w 84957"/>
                <a:gd name="connsiteY9" fmla="*/ 53340 h 53339"/>
                <a:gd name="connsiteX10" fmla="*/ 10239 w 84957"/>
                <a:gd name="connsiteY10" fmla="*/ 5715 h 53339"/>
                <a:gd name="connsiteX11" fmla="*/ 42624 w 84957"/>
                <a:gd name="connsiteY11" fmla="*/ 45720 h 53339"/>
                <a:gd name="connsiteX12" fmla="*/ 75009 w 84957"/>
                <a:gd name="connsiteY12" fmla="*/ 5715 h 53339"/>
                <a:gd name="connsiteX13" fmla="*/ 10239 w 84957"/>
                <a:gd name="connsiteY13" fmla="*/ 571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57" h="53339">
                  <a:moveTo>
                    <a:pt x="42624" y="53340"/>
                  </a:moveTo>
                  <a:cubicBezTo>
                    <a:pt x="41672" y="53340"/>
                    <a:pt x="40719" y="53340"/>
                    <a:pt x="39767" y="52388"/>
                  </a:cubicBezTo>
                  <a:lnTo>
                    <a:pt x="714" y="4763"/>
                  </a:lnTo>
                  <a:cubicBezTo>
                    <a:pt x="-238" y="3810"/>
                    <a:pt x="-238" y="2857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81677" y="0"/>
                  </a:lnTo>
                  <a:cubicBezTo>
                    <a:pt x="82630" y="0"/>
                    <a:pt x="83582" y="952"/>
                    <a:pt x="84534" y="1905"/>
                  </a:cubicBezTo>
                  <a:cubicBezTo>
                    <a:pt x="85487" y="2857"/>
                    <a:pt x="84534" y="4763"/>
                    <a:pt x="84534" y="4763"/>
                  </a:cubicBezTo>
                  <a:lnTo>
                    <a:pt x="45482" y="52388"/>
                  </a:lnTo>
                  <a:cubicBezTo>
                    <a:pt x="44530" y="53340"/>
                    <a:pt x="43577" y="53340"/>
                    <a:pt x="42624" y="53340"/>
                  </a:cubicBezTo>
                  <a:close/>
                  <a:moveTo>
                    <a:pt x="10239" y="5715"/>
                  </a:moveTo>
                  <a:lnTo>
                    <a:pt x="42624" y="45720"/>
                  </a:lnTo>
                  <a:lnTo>
                    <a:pt x="75009" y="5715"/>
                  </a:lnTo>
                  <a:lnTo>
                    <a:pt x="10239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90E560BA-12BE-4224-D7F6-7C5D3DB630A9}"/>
                </a:ext>
              </a:extLst>
            </p:cNvPr>
            <p:cNvSpPr/>
            <p:nvPr/>
          </p:nvSpPr>
          <p:spPr>
            <a:xfrm>
              <a:off x="11429638" y="1905704"/>
              <a:ext cx="34664" cy="22720"/>
            </a:xfrm>
            <a:custGeom>
              <a:avLst/>
              <a:gdLst>
                <a:gd name="connsiteX0" fmla="*/ 19764 w 39237"/>
                <a:gd name="connsiteY0" fmla="*/ 25718 h 25717"/>
                <a:gd name="connsiteX1" fmla="*/ 19764 w 39237"/>
                <a:gd name="connsiteY1" fmla="*/ 25718 h 25717"/>
                <a:gd name="connsiteX2" fmla="*/ 16907 w 39237"/>
                <a:gd name="connsiteY2" fmla="*/ 24765 h 25717"/>
                <a:gd name="connsiteX3" fmla="*/ 714 w 39237"/>
                <a:gd name="connsiteY3" fmla="*/ 4763 h 25717"/>
                <a:gd name="connsiteX4" fmla="*/ 714 w 39237"/>
                <a:gd name="connsiteY4" fmla="*/ 1905 h 25717"/>
                <a:gd name="connsiteX5" fmla="*/ 3572 w 39237"/>
                <a:gd name="connsiteY5" fmla="*/ 0 h 25717"/>
                <a:gd name="connsiteX6" fmla="*/ 35957 w 39237"/>
                <a:gd name="connsiteY6" fmla="*/ 0 h 25717"/>
                <a:gd name="connsiteX7" fmla="*/ 38814 w 39237"/>
                <a:gd name="connsiteY7" fmla="*/ 1905 h 25717"/>
                <a:gd name="connsiteX8" fmla="*/ 38814 w 39237"/>
                <a:gd name="connsiteY8" fmla="*/ 4763 h 25717"/>
                <a:gd name="connsiteX9" fmla="*/ 22622 w 39237"/>
                <a:gd name="connsiteY9" fmla="*/ 24765 h 25717"/>
                <a:gd name="connsiteX10" fmla="*/ 19764 w 39237"/>
                <a:gd name="connsiteY10" fmla="*/ 25718 h 25717"/>
                <a:gd name="connsiteX11" fmla="*/ 10239 w 39237"/>
                <a:gd name="connsiteY11" fmla="*/ 6668 h 25717"/>
                <a:gd name="connsiteX12" fmla="*/ 19764 w 39237"/>
                <a:gd name="connsiteY12" fmla="*/ 18098 h 25717"/>
                <a:gd name="connsiteX13" fmla="*/ 29289 w 39237"/>
                <a:gd name="connsiteY13" fmla="*/ 6668 h 25717"/>
                <a:gd name="connsiteX14" fmla="*/ 10239 w 39237"/>
                <a:gd name="connsiteY14" fmla="*/ 6668 h 2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237" h="25717">
                  <a:moveTo>
                    <a:pt x="19764" y="25718"/>
                  </a:moveTo>
                  <a:lnTo>
                    <a:pt x="19764" y="25718"/>
                  </a:lnTo>
                  <a:cubicBezTo>
                    <a:pt x="18812" y="25718"/>
                    <a:pt x="17859" y="25718"/>
                    <a:pt x="16907" y="24765"/>
                  </a:cubicBezTo>
                  <a:lnTo>
                    <a:pt x="714" y="4763"/>
                  </a:lnTo>
                  <a:cubicBezTo>
                    <a:pt x="-238" y="3810"/>
                    <a:pt x="-238" y="2858"/>
                    <a:pt x="714" y="1905"/>
                  </a:cubicBezTo>
                  <a:cubicBezTo>
                    <a:pt x="1667" y="953"/>
                    <a:pt x="2619" y="0"/>
                    <a:pt x="3572" y="0"/>
                  </a:cubicBezTo>
                  <a:lnTo>
                    <a:pt x="35957" y="0"/>
                  </a:lnTo>
                  <a:cubicBezTo>
                    <a:pt x="36909" y="0"/>
                    <a:pt x="37862" y="953"/>
                    <a:pt x="38814" y="1905"/>
                  </a:cubicBezTo>
                  <a:cubicBezTo>
                    <a:pt x="39767" y="2858"/>
                    <a:pt x="38814" y="4763"/>
                    <a:pt x="38814" y="4763"/>
                  </a:cubicBezTo>
                  <a:lnTo>
                    <a:pt x="22622" y="24765"/>
                  </a:lnTo>
                  <a:cubicBezTo>
                    <a:pt x="21669" y="25718"/>
                    <a:pt x="20717" y="25718"/>
                    <a:pt x="19764" y="25718"/>
                  </a:cubicBezTo>
                  <a:close/>
                  <a:moveTo>
                    <a:pt x="10239" y="6668"/>
                  </a:moveTo>
                  <a:lnTo>
                    <a:pt x="19764" y="18098"/>
                  </a:lnTo>
                  <a:lnTo>
                    <a:pt x="29289" y="6668"/>
                  </a:lnTo>
                  <a:lnTo>
                    <a:pt x="10239" y="666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905AF203-C9E6-4A0F-3B11-3601FC17D456}"/>
                </a:ext>
              </a:extLst>
            </p:cNvPr>
            <p:cNvSpPr/>
            <p:nvPr/>
          </p:nvSpPr>
          <p:spPr>
            <a:xfrm>
              <a:off x="9410223" y="2233984"/>
              <a:ext cx="36347" cy="24403"/>
            </a:xfrm>
            <a:custGeom>
              <a:avLst/>
              <a:gdLst>
                <a:gd name="connsiteX0" fmla="*/ 20716 w 41142"/>
                <a:gd name="connsiteY0" fmla="*/ 27623 h 27622"/>
                <a:gd name="connsiteX1" fmla="*/ 20716 w 41142"/>
                <a:gd name="connsiteY1" fmla="*/ 27623 h 27622"/>
                <a:gd name="connsiteX2" fmla="*/ 17859 w 41142"/>
                <a:gd name="connsiteY2" fmla="*/ 26670 h 27622"/>
                <a:gd name="connsiteX3" fmla="*/ 714 w 41142"/>
                <a:gd name="connsiteY3" fmla="*/ 5715 h 27622"/>
                <a:gd name="connsiteX4" fmla="*/ 714 w 41142"/>
                <a:gd name="connsiteY4" fmla="*/ 1905 h 27622"/>
                <a:gd name="connsiteX5" fmla="*/ 3572 w 41142"/>
                <a:gd name="connsiteY5" fmla="*/ 0 h 27622"/>
                <a:gd name="connsiteX6" fmla="*/ 37862 w 41142"/>
                <a:gd name="connsiteY6" fmla="*/ 0 h 27622"/>
                <a:gd name="connsiteX7" fmla="*/ 40719 w 41142"/>
                <a:gd name="connsiteY7" fmla="*/ 1905 h 27622"/>
                <a:gd name="connsiteX8" fmla="*/ 40719 w 41142"/>
                <a:gd name="connsiteY8" fmla="*/ 5715 h 27622"/>
                <a:gd name="connsiteX9" fmla="*/ 23574 w 41142"/>
                <a:gd name="connsiteY9" fmla="*/ 26670 h 27622"/>
                <a:gd name="connsiteX10" fmla="*/ 20716 w 41142"/>
                <a:gd name="connsiteY10" fmla="*/ 27623 h 27622"/>
                <a:gd name="connsiteX11" fmla="*/ 10239 w 41142"/>
                <a:gd name="connsiteY11" fmla="*/ 6667 h 27622"/>
                <a:gd name="connsiteX12" fmla="*/ 20716 w 41142"/>
                <a:gd name="connsiteY12" fmla="*/ 19050 h 27622"/>
                <a:gd name="connsiteX13" fmla="*/ 31194 w 41142"/>
                <a:gd name="connsiteY13" fmla="*/ 6667 h 27622"/>
                <a:gd name="connsiteX14" fmla="*/ 10239 w 41142"/>
                <a:gd name="connsiteY14" fmla="*/ 6667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2" h="27622">
                  <a:moveTo>
                    <a:pt x="20716" y="27623"/>
                  </a:moveTo>
                  <a:lnTo>
                    <a:pt x="20716" y="27623"/>
                  </a:lnTo>
                  <a:cubicBezTo>
                    <a:pt x="19764" y="27623"/>
                    <a:pt x="18812" y="27623"/>
                    <a:pt x="17859" y="26670"/>
                  </a:cubicBezTo>
                  <a:lnTo>
                    <a:pt x="714" y="5715"/>
                  </a:lnTo>
                  <a:cubicBezTo>
                    <a:pt x="-238" y="4763"/>
                    <a:pt x="-238" y="2858"/>
                    <a:pt x="714" y="1905"/>
                  </a:cubicBezTo>
                  <a:cubicBezTo>
                    <a:pt x="1666" y="952"/>
                    <a:pt x="2619" y="0"/>
                    <a:pt x="3572" y="0"/>
                  </a:cubicBezTo>
                  <a:lnTo>
                    <a:pt x="37862" y="0"/>
                  </a:lnTo>
                  <a:cubicBezTo>
                    <a:pt x="38814" y="0"/>
                    <a:pt x="40719" y="952"/>
                    <a:pt x="40719" y="1905"/>
                  </a:cubicBezTo>
                  <a:cubicBezTo>
                    <a:pt x="41672" y="2858"/>
                    <a:pt x="40719" y="4763"/>
                    <a:pt x="40719" y="5715"/>
                  </a:cubicBezTo>
                  <a:lnTo>
                    <a:pt x="23574" y="26670"/>
                  </a:lnTo>
                  <a:cubicBezTo>
                    <a:pt x="22622" y="27623"/>
                    <a:pt x="21669" y="27623"/>
                    <a:pt x="20716" y="27623"/>
                  </a:cubicBezTo>
                  <a:close/>
                  <a:moveTo>
                    <a:pt x="10239" y="6667"/>
                  </a:moveTo>
                  <a:lnTo>
                    <a:pt x="20716" y="19050"/>
                  </a:lnTo>
                  <a:lnTo>
                    <a:pt x="31194" y="6667"/>
                  </a:lnTo>
                  <a:lnTo>
                    <a:pt x="10239" y="666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C367BD09-A5E9-A367-7902-B37BC2D88D1E}"/>
                </a:ext>
              </a:extLst>
            </p:cNvPr>
            <p:cNvSpPr/>
            <p:nvPr/>
          </p:nvSpPr>
          <p:spPr>
            <a:xfrm>
              <a:off x="9880164" y="2256860"/>
              <a:ext cx="36347" cy="24403"/>
            </a:xfrm>
            <a:custGeom>
              <a:avLst/>
              <a:gdLst>
                <a:gd name="connsiteX0" fmla="*/ 20717 w 41142"/>
                <a:gd name="connsiteY0" fmla="*/ 27623 h 27622"/>
                <a:gd name="connsiteX1" fmla="*/ 20717 w 41142"/>
                <a:gd name="connsiteY1" fmla="*/ 27623 h 27622"/>
                <a:gd name="connsiteX2" fmla="*/ 17859 w 41142"/>
                <a:gd name="connsiteY2" fmla="*/ 26670 h 27622"/>
                <a:gd name="connsiteX3" fmla="*/ 714 w 41142"/>
                <a:gd name="connsiteY3" fmla="*/ 5715 h 27622"/>
                <a:gd name="connsiteX4" fmla="*/ 714 w 41142"/>
                <a:gd name="connsiteY4" fmla="*/ 1905 h 27622"/>
                <a:gd name="connsiteX5" fmla="*/ 3572 w 41142"/>
                <a:gd name="connsiteY5" fmla="*/ 0 h 27622"/>
                <a:gd name="connsiteX6" fmla="*/ 37862 w 41142"/>
                <a:gd name="connsiteY6" fmla="*/ 0 h 27622"/>
                <a:gd name="connsiteX7" fmla="*/ 40719 w 41142"/>
                <a:gd name="connsiteY7" fmla="*/ 1905 h 27622"/>
                <a:gd name="connsiteX8" fmla="*/ 40719 w 41142"/>
                <a:gd name="connsiteY8" fmla="*/ 5715 h 27622"/>
                <a:gd name="connsiteX9" fmla="*/ 23574 w 41142"/>
                <a:gd name="connsiteY9" fmla="*/ 26670 h 27622"/>
                <a:gd name="connsiteX10" fmla="*/ 20717 w 41142"/>
                <a:gd name="connsiteY10" fmla="*/ 27623 h 27622"/>
                <a:gd name="connsiteX11" fmla="*/ 11192 w 41142"/>
                <a:gd name="connsiteY11" fmla="*/ 5715 h 27622"/>
                <a:gd name="connsiteX12" fmla="*/ 21669 w 41142"/>
                <a:gd name="connsiteY12" fmla="*/ 18098 h 27622"/>
                <a:gd name="connsiteX13" fmla="*/ 32147 w 41142"/>
                <a:gd name="connsiteY13" fmla="*/ 5715 h 27622"/>
                <a:gd name="connsiteX14" fmla="*/ 11192 w 41142"/>
                <a:gd name="connsiteY14" fmla="*/ 5715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2" h="27622">
                  <a:moveTo>
                    <a:pt x="20717" y="27623"/>
                  </a:moveTo>
                  <a:lnTo>
                    <a:pt x="20717" y="27623"/>
                  </a:lnTo>
                  <a:cubicBezTo>
                    <a:pt x="19764" y="27623"/>
                    <a:pt x="18812" y="27623"/>
                    <a:pt x="17859" y="26670"/>
                  </a:cubicBezTo>
                  <a:lnTo>
                    <a:pt x="714" y="5715"/>
                  </a:lnTo>
                  <a:cubicBezTo>
                    <a:pt x="-238" y="4763"/>
                    <a:pt x="-238" y="2858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37862" y="0"/>
                  </a:lnTo>
                  <a:cubicBezTo>
                    <a:pt x="38814" y="0"/>
                    <a:pt x="40719" y="952"/>
                    <a:pt x="40719" y="1905"/>
                  </a:cubicBezTo>
                  <a:cubicBezTo>
                    <a:pt x="41672" y="2858"/>
                    <a:pt x="40719" y="4763"/>
                    <a:pt x="40719" y="5715"/>
                  </a:cubicBezTo>
                  <a:lnTo>
                    <a:pt x="23574" y="26670"/>
                  </a:lnTo>
                  <a:cubicBezTo>
                    <a:pt x="22622" y="26670"/>
                    <a:pt x="21669" y="27623"/>
                    <a:pt x="20717" y="27623"/>
                  </a:cubicBezTo>
                  <a:close/>
                  <a:moveTo>
                    <a:pt x="11192" y="5715"/>
                  </a:moveTo>
                  <a:lnTo>
                    <a:pt x="21669" y="18098"/>
                  </a:lnTo>
                  <a:lnTo>
                    <a:pt x="32147" y="5715"/>
                  </a:lnTo>
                  <a:lnTo>
                    <a:pt x="11192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grpSp>
          <p:nvGrpSpPr>
            <p:cNvPr id="961" name="Graphic 35">
              <a:extLst>
                <a:ext uri="{FF2B5EF4-FFF2-40B4-BE49-F238E27FC236}">
                  <a16:creationId xmlns:a16="http://schemas.microsoft.com/office/drawing/2014/main" id="{149B9536-8BA8-C9B7-51DC-E817A50A023F}"/>
                </a:ext>
              </a:extLst>
            </p:cNvPr>
            <p:cNvGrpSpPr/>
            <p:nvPr/>
          </p:nvGrpSpPr>
          <p:grpSpPr>
            <a:xfrm>
              <a:off x="11605977" y="2022714"/>
              <a:ext cx="180917" cy="67320"/>
              <a:chOff x="9745980" y="3824763"/>
              <a:chExt cx="204787" cy="76200"/>
            </a:xfrm>
            <a:solidFill>
              <a:srgbClr val="FFFFFF"/>
            </a:solidFill>
          </p:grpSpPr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CEAEC5F9-F5CD-2B75-D214-0FF62EB8FF7E}"/>
                  </a:ext>
                </a:extLst>
              </p:cNvPr>
              <p:cNvSpPr/>
              <p:nvPr/>
            </p:nvSpPr>
            <p:spPr>
              <a:xfrm>
                <a:off x="9745980" y="3824763"/>
                <a:ext cx="89534" cy="13335"/>
              </a:xfrm>
              <a:custGeom>
                <a:avLst/>
                <a:gdLst>
                  <a:gd name="connsiteX0" fmla="*/ 82868 w 89534"/>
                  <a:gd name="connsiteY0" fmla="*/ 13335 h 13335"/>
                  <a:gd name="connsiteX1" fmla="*/ 6668 w 89534"/>
                  <a:gd name="connsiteY1" fmla="*/ 13335 h 13335"/>
                  <a:gd name="connsiteX2" fmla="*/ 0 w 89534"/>
                  <a:gd name="connsiteY2" fmla="*/ 6668 h 13335"/>
                  <a:gd name="connsiteX3" fmla="*/ 6668 w 89534"/>
                  <a:gd name="connsiteY3" fmla="*/ 0 h 13335"/>
                  <a:gd name="connsiteX4" fmla="*/ 82868 w 89534"/>
                  <a:gd name="connsiteY4" fmla="*/ 0 h 13335"/>
                  <a:gd name="connsiteX5" fmla="*/ 89535 w 89534"/>
                  <a:gd name="connsiteY5" fmla="*/ 6668 h 13335"/>
                  <a:gd name="connsiteX6" fmla="*/ 82868 w 89534"/>
                  <a:gd name="connsiteY6" fmla="*/ 13335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534" h="13335">
                    <a:moveTo>
                      <a:pt x="82868" y="13335"/>
                    </a:moveTo>
                    <a:lnTo>
                      <a:pt x="6668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8"/>
                      <a:pt x="2857" y="0"/>
                      <a:pt x="6668" y="0"/>
                    </a:cubicBezTo>
                    <a:lnTo>
                      <a:pt x="82868" y="0"/>
                    </a:lnTo>
                    <a:cubicBezTo>
                      <a:pt x="86677" y="0"/>
                      <a:pt x="89535" y="2858"/>
                      <a:pt x="89535" y="6668"/>
                    </a:cubicBezTo>
                    <a:cubicBezTo>
                      <a:pt x="89535" y="9525"/>
                      <a:pt x="85725" y="13335"/>
                      <a:pt x="82868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E719E63C-1F15-047A-64FA-0F5AC815E446}"/>
                  </a:ext>
                </a:extLst>
              </p:cNvPr>
              <p:cNvSpPr/>
              <p:nvPr/>
            </p:nvSpPr>
            <p:spPr>
              <a:xfrm>
                <a:off x="9847897" y="3824763"/>
                <a:ext cx="31432" cy="13335"/>
              </a:xfrm>
              <a:custGeom>
                <a:avLst/>
                <a:gdLst>
                  <a:gd name="connsiteX0" fmla="*/ 24765 w 31432"/>
                  <a:gd name="connsiteY0" fmla="*/ 13335 h 13335"/>
                  <a:gd name="connsiteX1" fmla="*/ 6667 w 31432"/>
                  <a:gd name="connsiteY1" fmla="*/ 13335 h 13335"/>
                  <a:gd name="connsiteX2" fmla="*/ 0 w 31432"/>
                  <a:gd name="connsiteY2" fmla="*/ 6668 h 13335"/>
                  <a:gd name="connsiteX3" fmla="*/ 6667 w 31432"/>
                  <a:gd name="connsiteY3" fmla="*/ 0 h 13335"/>
                  <a:gd name="connsiteX4" fmla="*/ 24765 w 31432"/>
                  <a:gd name="connsiteY4" fmla="*/ 0 h 13335"/>
                  <a:gd name="connsiteX5" fmla="*/ 31432 w 31432"/>
                  <a:gd name="connsiteY5" fmla="*/ 6668 h 13335"/>
                  <a:gd name="connsiteX6" fmla="*/ 24765 w 31432"/>
                  <a:gd name="connsiteY6" fmla="*/ 13335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432" h="13335">
                    <a:moveTo>
                      <a:pt x="24765" y="13335"/>
                    </a:moveTo>
                    <a:lnTo>
                      <a:pt x="6667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8"/>
                      <a:pt x="2857" y="0"/>
                      <a:pt x="6667" y="0"/>
                    </a:cubicBezTo>
                    <a:lnTo>
                      <a:pt x="24765" y="0"/>
                    </a:lnTo>
                    <a:cubicBezTo>
                      <a:pt x="28575" y="0"/>
                      <a:pt x="31432" y="2858"/>
                      <a:pt x="31432" y="6668"/>
                    </a:cubicBezTo>
                    <a:cubicBezTo>
                      <a:pt x="31432" y="9525"/>
                      <a:pt x="28575" y="13335"/>
                      <a:pt x="2476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F80F42D1-0BA7-929C-3F72-662668853E06}"/>
                  </a:ext>
                </a:extLst>
              </p:cNvPr>
              <p:cNvSpPr/>
              <p:nvPr/>
            </p:nvSpPr>
            <p:spPr>
              <a:xfrm>
                <a:off x="9893617" y="3824763"/>
                <a:ext cx="57150" cy="13335"/>
              </a:xfrm>
              <a:custGeom>
                <a:avLst/>
                <a:gdLst>
                  <a:gd name="connsiteX0" fmla="*/ 50482 w 57150"/>
                  <a:gd name="connsiteY0" fmla="*/ 13335 h 13335"/>
                  <a:gd name="connsiteX1" fmla="*/ 6668 w 57150"/>
                  <a:gd name="connsiteY1" fmla="*/ 13335 h 13335"/>
                  <a:gd name="connsiteX2" fmla="*/ 0 w 57150"/>
                  <a:gd name="connsiteY2" fmla="*/ 6668 h 13335"/>
                  <a:gd name="connsiteX3" fmla="*/ 6668 w 57150"/>
                  <a:gd name="connsiteY3" fmla="*/ 0 h 13335"/>
                  <a:gd name="connsiteX4" fmla="*/ 50482 w 57150"/>
                  <a:gd name="connsiteY4" fmla="*/ 0 h 13335"/>
                  <a:gd name="connsiteX5" fmla="*/ 57150 w 57150"/>
                  <a:gd name="connsiteY5" fmla="*/ 6668 h 13335"/>
                  <a:gd name="connsiteX6" fmla="*/ 50482 w 57150"/>
                  <a:gd name="connsiteY6" fmla="*/ 13335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150" h="13335">
                    <a:moveTo>
                      <a:pt x="50482" y="13335"/>
                    </a:moveTo>
                    <a:lnTo>
                      <a:pt x="6668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8"/>
                      <a:pt x="2857" y="0"/>
                      <a:pt x="6668" y="0"/>
                    </a:cubicBezTo>
                    <a:lnTo>
                      <a:pt x="50482" y="0"/>
                    </a:lnTo>
                    <a:cubicBezTo>
                      <a:pt x="54293" y="0"/>
                      <a:pt x="57150" y="2858"/>
                      <a:pt x="57150" y="6668"/>
                    </a:cubicBezTo>
                    <a:cubicBezTo>
                      <a:pt x="57150" y="9525"/>
                      <a:pt x="54293" y="13335"/>
                      <a:pt x="50482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210871E4-CBDC-7387-C794-DD019A936090}"/>
                  </a:ext>
                </a:extLst>
              </p:cNvPr>
              <p:cNvSpPr/>
              <p:nvPr/>
            </p:nvSpPr>
            <p:spPr>
              <a:xfrm>
                <a:off x="9807892" y="3850481"/>
                <a:ext cx="142875" cy="13334"/>
              </a:xfrm>
              <a:custGeom>
                <a:avLst/>
                <a:gdLst>
                  <a:gd name="connsiteX0" fmla="*/ 136207 w 142875"/>
                  <a:gd name="connsiteY0" fmla="*/ 13335 h 13334"/>
                  <a:gd name="connsiteX1" fmla="*/ 6668 w 142875"/>
                  <a:gd name="connsiteY1" fmla="*/ 13335 h 13334"/>
                  <a:gd name="connsiteX2" fmla="*/ 0 w 142875"/>
                  <a:gd name="connsiteY2" fmla="*/ 6667 h 13334"/>
                  <a:gd name="connsiteX3" fmla="*/ 6668 w 142875"/>
                  <a:gd name="connsiteY3" fmla="*/ 0 h 13334"/>
                  <a:gd name="connsiteX4" fmla="*/ 136207 w 142875"/>
                  <a:gd name="connsiteY4" fmla="*/ 0 h 13334"/>
                  <a:gd name="connsiteX5" fmla="*/ 142875 w 142875"/>
                  <a:gd name="connsiteY5" fmla="*/ 6667 h 13334"/>
                  <a:gd name="connsiteX6" fmla="*/ 136207 w 142875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2875" h="13334">
                    <a:moveTo>
                      <a:pt x="136207" y="13335"/>
                    </a:moveTo>
                    <a:lnTo>
                      <a:pt x="6668" y="13335"/>
                    </a:lnTo>
                    <a:cubicBezTo>
                      <a:pt x="2857" y="13335"/>
                      <a:pt x="0" y="10477"/>
                      <a:pt x="0" y="6667"/>
                    </a:cubicBezTo>
                    <a:cubicBezTo>
                      <a:pt x="0" y="2857"/>
                      <a:pt x="2857" y="0"/>
                      <a:pt x="6668" y="0"/>
                    </a:cubicBezTo>
                    <a:lnTo>
                      <a:pt x="136207" y="0"/>
                    </a:lnTo>
                    <a:cubicBezTo>
                      <a:pt x="140018" y="0"/>
                      <a:pt x="142875" y="2857"/>
                      <a:pt x="142875" y="6667"/>
                    </a:cubicBezTo>
                    <a:cubicBezTo>
                      <a:pt x="142875" y="10477"/>
                      <a:pt x="140018" y="13335"/>
                      <a:pt x="136207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F782417B-DB21-4784-1EA3-13391E90E62A}"/>
                  </a:ext>
                </a:extLst>
              </p:cNvPr>
              <p:cNvSpPr/>
              <p:nvPr/>
            </p:nvSpPr>
            <p:spPr>
              <a:xfrm>
                <a:off x="9822180" y="3887628"/>
                <a:ext cx="28575" cy="13335"/>
              </a:xfrm>
              <a:custGeom>
                <a:avLst/>
                <a:gdLst>
                  <a:gd name="connsiteX0" fmla="*/ 21907 w 28575"/>
                  <a:gd name="connsiteY0" fmla="*/ 13335 h 13335"/>
                  <a:gd name="connsiteX1" fmla="*/ 6668 w 28575"/>
                  <a:gd name="connsiteY1" fmla="*/ 13335 h 13335"/>
                  <a:gd name="connsiteX2" fmla="*/ 0 w 28575"/>
                  <a:gd name="connsiteY2" fmla="*/ 6668 h 13335"/>
                  <a:gd name="connsiteX3" fmla="*/ 6668 w 28575"/>
                  <a:gd name="connsiteY3" fmla="*/ 0 h 13335"/>
                  <a:gd name="connsiteX4" fmla="*/ 21907 w 28575"/>
                  <a:gd name="connsiteY4" fmla="*/ 0 h 13335"/>
                  <a:gd name="connsiteX5" fmla="*/ 28575 w 28575"/>
                  <a:gd name="connsiteY5" fmla="*/ 6668 h 13335"/>
                  <a:gd name="connsiteX6" fmla="*/ 21907 w 28575"/>
                  <a:gd name="connsiteY6" fmla="*/ 13335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75" h="13335">
                    <a:moveTo>
                      <a:pt x="21907" y="13335"/>
                    </a:moveTo>
                    <a:lnTo>
                      <a:pt x="6668" y="13335"/>
                    </a:lnTo>
                    <a:cubicBezTo>
                      <a:pt x="2857" y="13335"/>
                      <a:pt x="0" y="10478"/>
                      <a:pt x="0" y="6668"/>
                    </a:cubicBezTo>
                    <a:cubicBezTo>
                      <a:pt x="0" y="2858"/>
                      <a:pt x="2857" y="0"/>
                      <a:pt x="6668" y="0"/>
                    </a:cubicBezTo>
                    <a:lnTo>
                      <a:pt x="21907" y="0"/>
                    </a:lnTo>
                    <a:cubicBezTo>
                      <a:pt x="25718" y="0"/>
                      <a:pt x="28575" y="2858"/>
                      <a:pt x="28575" y="6668"/>
                    </a:cubicBezTo>
                    <a:cubicBezTo>
                      <a:pt x="28575" y="10478"/>
                      <a:pt x="25718" y="13335"/>
                      <a:pt x="21907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grpSp>
          <p:nvGrpSpPr>
            <p:cNvPr id="962" name="Graphic 35">
              <a:extLst>
                <a:ext uri="{FF2B5EF4-FFF2-40B4-BE49-F238E27FC236}">
                  <a16:creationId xmlns:a16="http://schemas.microsoft.com/office/drawing/2014/main" id="{FF35AFEA-9DCB-34B1-29A6-1E90B4CE4652}"/>
                </a:ext>
              </a:extLst>
            </p:cNvPr>
            <p:cNvGrpSpPr/>
            <p:nvPr/>
          </p:nvGrpSpPr>
          <p:grpSpPr>
            <a:xfrm>
              <a:off x="10221844" y="1733213"/>
              <a:ext cx="175031" cy="42915"/>
              <a:chOff x="8179117" y="3497104"/>
              <a:chExt cx="198120" cy="48576"/>
            </a:xfrm>
            <a:solidFill>
              <a:srgbClr val="FFFFFF"/>
            </a:solidFill>
          </p:grpSpPr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AED45C5A-2060-FC47-31BB-547911556A02}"/>
                  </a:ext>
                </a:extLst>
              </p:cNvPr>
              <p:cNvSpPr/>
              <p:nvPr/>
            </p:nvSpPr>
            <p:spPr>
              <a:xfrm>
                <a:off x="8179117" y="3497104"/>
                <a:ext cx="148589" cy="13334"/>
              </a:xfrm>
              <a:custGeom>
                <a:avLst/>
                <a:gdLst>
                  <a:gd name="connsiteX0" fmla="*/ 141922 w 148589"/>
                  <a:gd name="connsiteY0" fmla="*/ 13335 h 13334"/>
                  <a:gd name="connsiteX1" fmla="*/ 6668 w 148589"/>
                  <a:gd name="connsiteY1" fmla="*/ 13335 h 13334"/>
                  <a:gd name="connsiteX2" fmla="*/ 0 w 148589"/>
                  <a:gd name="connsiteY2" fmla="*/ 6668 h 13334"/>
                  <a:gd name="connsiteX3" fmla="*/ 6668 w 148589"/>
                  <a:gd name="connsiteY3" fmla="*/ 0 h 13334"/>
                  <a:gd name="connsiteX4" fmla="*/ 141922 w 148589"/>
                  <a:gd name="connsiteY4" fmla="*/ 0 h 13334"/>
                  <a:gd name="connsiteX5" fmla="*/ 148590 w 148589"/>
                  <a:gd name="connsiteY5" fmla="*/ 6668 h 13334"/>
                  <a:gd name="connsiteX6" fmla="*/ 141922 w 148589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8589" h="13334">
                    <a:moveTo>
                      <a:pt x="141922" y="13335"/>
                    </a:moveTo>
                    <a:lnTo>
                      <a:pt x="6668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7"/>
                      <a:pt x="2857" y="0"/>
                      <a:pt x="6668" y="0"/>
                    </a:cubicBezTo>
                    <a:lnTo>
                      <a:pt x="141922" y="0"/>
                    </a:lnTo>
                    <a:cubicBezTo>
                      <a:pt x="145732" y="0"/>
                      <a:pt x="148590" y="2857"/>
                      <a:pt x="148590" y="6668"/>
                    </a:cubicBezTo>
                    <a:cubicBezTo>
                      <a:pt x="148590" y="10477"/>
                      <a:pt x="145732" y="13335"/>
                      <a:pt x="141922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C7213D8A-F6EB-84C1-027D-E581B493B99B}"/>
                  </a:ext>
                </a:extLst>
              </p:cNvPr>
              <p:cNvSpPr/>
              <p:nvPr/>
            </p:nvSpPr>
            <p:spPr>
              <a:xfrm>
                <a:off x="8344852" y="3497104"/>
                <a:ext cx="32385" cy="13334"/>
              </a:xfrm>
              <a:custGeom>
                <a:avLst/>
                <a:gdLst>
                  <a:gd name="connsiteX0" fmla="*/ 25718 w 32385"/>
                  <a:gd name="connsiteY0" fmla="*/ 13335 h 13334"/>
                  <a:gd name="connsiteX1" fmla="*/ 6668 w 32385"/>
                  <a:gd name="connsiteY1" fmla="*/ 13335 h 13334"/>
                  <a:gd name="connsiteX2" fmla="*/ 0 w 32385"/>
                  <a:gd name="connsiteY2" fmla="*/ 6668 h 13334"/>
                  <a:gd name="connsiteX3" fmla="*/ 6668 w 32385"/>
                  <a:gd name="connsiteY3" fmla="*/ 0 h 13334"/>
                  <a:gd name="connsiteX4" fmla="*/ 25718 w 32385"/>
                  <a:gd name="connsiteY4" fmla="*/ 0 h 13334"/>
                  <a:gd name="connsiteX5" fmla="*/ 32385 w 32385"/>
                  <a:gd name="connsiteY5" fmla="*/ 6668 h 13334"/>
                  <a:gd name="connsiteX6" fmla="*/ 25718 w 32385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85" h="13334">
                    <a:moveTo>
                      <a:pt x="25718" y="13335"/>
                    </a:moveTo>
                    <a:lnTo>
                      <a:pt x="6668" y="13335"/>
                    </a:lnTo>
                    <a:cubicBezTo>
                      <a:pt x="2858" y="13335"/>
                      <a:pt x="0" y="10477"/>
                      <a:pt x="0" y="6668"/>
                    </a:cubicBezTo>
                    <a:cubicBezTo>
                      <a:pt x="0" y="2857"/>
                      <a:pt x="2858" y="0"/>
                      <a:pt x="6668" y="0"/>
                    </a:cubicBezTo>
                    <a:lnTo>
                      <a:pt x="25718" y="0"/>
                    </a:lnTo>
                    <a:cubicBezTo>
                      <a:pt x="29528" y="0"/>
                      <a:pt x="32385" y="2857"/>
                      <a:pt x="32385" y="6668"/>
                    </a:cubicBezTo>
                    <a:cubicBezTo>
                      <a:pt x="32385" y="10477"/>
                      <a:pt x="29528" y="13335"/>
                      <a:pt x="25718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F7B00B99-468E-E443-0DDF-E66EA644094D}"/>
                  </a:ext>
                </a:extLst>
              </p:cNvPr>
              <p:cNvSpPr/>
              <p:nvPr/>
            </p:nvSpPr>
            <p:spPr>
              <a:xfrm>
                <a:off x="8256269" y="3532346"/>
                <a:ext cx="65722" cy="13334"/>
              </a:xfrm>
              <a:custGeom>
                <a:avLst/>
                <a:gdLst>
                  <a:gd name="connsiteX0" fmla="*/ 59055 w 65722"/>
                  <a:gd name="connsiteY0" fmla="*/ 13335 h 13334"/>
                  <a:gd name="connsiteX1" fmla="*/ 6668 w 65722"/>
                  <a:gd name="connsiteY1" fmla="*/ 13335 h 13334"/>
                  <a:gd name="connsiteX2" fmla="*/ 0 w 65722"/>
                  <a:gd name="connsiteY2" fmla="*/ 6667 h 13334"/>
                  <a:gd name="connsiteX3" fmla="*/ 6668 w 65722"/>
                  <a:gd name="connsiteY3" fmla="*/ 0 h 13334"/>
                  <a:gd name="connsiteX4" fmla="*/ 59055 w 65722"/>
                  <a:gd name="connsiteY4" fmla="*/ 0 h 13334"/>
                  <a:gd name="connsiteX5" fmla="*/ 65723 w 65722"/>
                  <a:gd name="connsiteY5" fmla="*/ 6667 h 13334"/>
                  <a:gd name="connsiteX6" fmla="*/ 59055 w 65722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722" h="13334">
                    <a:moveTo>
                      <a:pt x="59055" y="13335"/>
                    </a:moveTo>
                    <a:lnTo>
                      <a:pt x="6668" y="13335"/>
                    </a:lnTo>
                    <a:cubicBezTo>
                      <a:pt x="2857" y="13335"/>
                      <a:pt x="0" y="10477"/>
                      <a:pt x="0" y="6667"/>
                    </a:cubicBezTo>
                    <a:cubicBezTo>
                      <a:pt x="0" y="2857"/>
                      <a:pt x="2857" y="0"/>
                      <a:pt x="6668" y="0"/>
                    </a:cubicBezTo>
                    <a:lnTo>
                      <a:pt x="59055" y="0"/>
                    </a:lnTo>
                    <a:cubicBezTo>
                      <a:pt x="62865" y="0"/>
                      <a:pt x="65723" y="2857"/>
                      <a:pt x="65723" y="6667"/>
                    </a:cubicBezTo>
                    <a:cubicBezTo>
                      <a:pt x="64770" y="10477"/>
                      <a:pt x="61913" y="13335"/>
                      <a:pt x="5905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96F4DDE-F69D-03DC-E542-A6CDC05BE8D1}"/>
                  </a:ext>
                </a:extLst>
              </p:cNvPr>
              <p:cNvSpPr/>
              <p:nvPr/>
            </p:nvSpPr>
            <p:spPr>
              <a:xfrm>
                <a:off x="8335327" y="3532346"/>
                <a:ext cx="22860" cy="13334"/>
              </a:xfrm>
              <a:custGeom>
                <a:avLst/>
                <a:gdLst>
                  <a:gd name="connsiteX0" fmla="*/ 16193 w 22860"/>
                  <a:gd name="connsiteY0" fmla="*/ 13335 h 13334"/>
                  <a:gd name="connsiteX1" fmla="*/ 6668 w 22860"/>
                  <a:gd name="connsiteY1" fmla="*/ 13335 h 13334"/>
                  <a:gd name="connsiteX2" fmla="*/ 0 w 22860"/>
                  <a:gd name="connsiteY2" fmla="*/ 6667 h 13334"/>
                  <a:gd name="connsiteX3" fmla="*/ 6668 w 22860"/>
                  <a:gd name="connsiteY3" fmla="*/ 0 h 13334"/>
                  <a:gd name="connsiteX4" fmla="*/ 16193 w 22860"/>
                  <a:gd name="connsiteY4" fmla="*/ 0 h 13334"/>
                  <a:gd name="connsiteX5" fmla="*/ 22860 w 22860"/>
                  <a:gd name="connsiteY5" fmla="*/ 6667 h 13334"/>
                  <a:gd name="connsiteX6" fmla="*/ 16193 w 22860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860" h="13334">
                    <a:moveTo>
                      <a:pt x="16193" y="13335"/>
                    </a:moveTo>
                    <a:lnTo>
                      <a:pt x="6668" y="13335"/>
                    </a:lnTo>
                    <a:cubicBezTo>
                      <a:pt x="2858" y="13335"/>
                      <a:pt x="0" y="10477"/>
                      <a:pt x="0" y="6667"/>
                    </a:cubicBezTo>
                    <a:cubicBezTo>
                      <a:pt x="0" y="2857"/>
                      <a:pt x="2858" y="0"/>
                      <a:pt x="6668" y="0"/>
                    </a:cubicBezTo>
                    <a:lnTo>
                      <a:pt x="16193" y="0"/>
                    </a:lnTo>
                    <a:cubicBezTo>
                      <a:pt x="20003" y="0"/>
                      <a:pt x="22860" y="2857"/>
                      <a:pt x="22860" y="6667"/>
                    </a:cubicBezTo>
                    <a:cubicBezTo>
                      <a:pt x="22860" y="10477"/>
                      <a:pt x="20003" y="13335"/>
                      <a:pt x="16193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grpSp>
          <p:nvGrpSpPr>
            <p:cNvPr id="963" name="Graphic 35">
              <a:extLst>
                <a:ext uri="{FF2B5EF4-FFF2-40B4-BE49-F238E27FC236}">
                  <a16:creationId xmlns:a16="http://schemas.microsoft.com/office/drawing/2014/main" id="{20C88789-3E89-DF24-CF42-372CCFA76C3D}"/>
                </a:ext>
              </a:extLst>
            </p:cNvPr>
            <p:cNvGrpSpPr/>
            <p:nvPr/>
          </p:nvGrpSpPr>
          <p:grpSpPr>
            <a:xfrm>
              <a:off x="10694754" y="1653321"/>
              <a:ext cx="176713" cy="37025"/>
              <a:chOff x="8714422" y="3406616"/>
              <a:chExt cx="200025" cy="41909"/>
            </a:xfrm>
            <a:solidFill>
              <a:srgbClr val="FFFFFF"/>
            </a:solidFill>
          </p:grpSpPr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2BDC74C-11B9-2D0F-E81C-34B896CB64A7}"/>
                  </a:ext>
                </a:extLst>
              </p:cNvPr>
              <p:cNvSpPr/>
              <p:nvPr/>
            </p:nvSpPr>
            <p:spPr>
              <a:xfrm>
                <a:off x="8714422" y="3406616"/>
                <a:ext cx="131444" cy="13334"/>
              </a:xfrm>
              <a:custGeom>
                <a:avLst/>
                <a:gdLst>
                  <a:gd name="connsiteX0" fmla="*/ 124777 w 131444"/>
                  <a:gd name="connsiteY0" fmla="*/ 13335 h 13334"/>
                  <a:gd name="connsiteX1" fmla="*/ 6667 w 131444"/>
                  <a:gd name="connsiteY1" fmla="*/ 13335 h 13334"/>
                  <a:gd name="connsiteX2" fmla="*/ 0 w 131444"/>
                  <a:gd name="connsiteY2" fmla="*/ 6668 h 13334"/>
                  <a:gd name="connsiteX3" fmla="*/ 6667 w 131444"/>
                  <a:gd name="connsiteY3" fmla="*/ 0 h 13334"/>
                  <a:gd name="connsiteX4" fmla="*/ 124777 w 131444"/>
                  <a:gd name="connsiteY4" fmla="*/ 0 h 13334"/>
                  <a:gd name="connsiteX5" fmla="*/ 131445 w 131444"/>
                  <a:gd name="connsiteY5" fmla="*/ 6668 h 13334"/>
                  <a:gd name="connsiteX6" fmla="*/ 124777 w 131444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44" h="13334">
                    <a:moveTo>
                      <a:pt x="124777" y="13335"/>
                    </a:moveTo>
                    <a:lnTo>
                      <a:pt x="6667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7"/>
                      <a:pt x="2857" y="0"/>
                      <a:pt x="6667" y="0"/>
                    </a:cubicBezTo>
                    <a:lnTo>
                      <a:pt x="124777" y="0"/>
                    </a:lnTo>
                    <a:cubicBezTo>
                      <a:pt x="128588" y="0"/>
                      <a:pt x="131445" y="2857"/>
                      <a:pt x="131445" y="6668"/>
                    </a:cubicBezTo>
                    <a:cubicBezTo>
                      <a:pt x="131445" y="10477"/>
                      <a:pt x="128588" y="13335"/>
                      <a:pt x="124777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2FD5F41F-F58F-CDA5-C591-F8E91A85124B}"/>
                  </a:ext>
                </a:extLst>
              </p:cNvPr>
              <p:cNvSpPr/>
              <p:nvPr/>
            </p:nvSpPr>
            <p:spPr>
              <a:xfrm>
                <a:off x="8871585" y="3406616"/>
                <a:ext cx="42862" cy="13334"/>
              </a:xfrm>
              <a:custGeom>
                <a:avLst/>
                <a:gdLst>
                  <a:gd name="connsiteX0" fmla="*/ 36195 w 42862"/>
                  <a:gd name="connsiteY0" fmla="*/ 13335 h 13334"/>
                  <a:gd name="connsiteX1" fmla="*/ 6667 w 42862"/>
                  <a:gd name="connsiteY1" fmla="*/ 13335 h 13334"/>
                  <a:gd name="connsiteX2" fmla="*/ 0 w 42862"/>
                  <a:gd name="connsiteY2" fmla="*/ 6668 h 13334"/>
                  <a:gd name="connsiteX3" fmla="*/ 6667 w 42862"/>
                  <a:gd name="connsiteY3" fmla="*/ 0 h 13334"/>
                  <a:gd name="connsiteX4" fmla="*/ 36195 w 42862"/>
                  <a:gd name="connsiteY4" fmla="*/ 0 h 13334"/>
                  <a:gd name="connsiteX5" fmla="*/ 42863 w 42862"/>
                  <a:gd name="connsiteY5" fmla="*/ 6668 h 13334"/>
                  <a:gd name="connsiteX6" fmla="*/ 36195 w 42862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2" h="13334">
                    <a:moveTo>
                      <a:pt x="36195" y="13335"/>
                    </a:moveTo>
                    <a:lnTo>
                      <a:pt x="6667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7"/>
                      <a:pt x="2857" y="0"/>
                      <a:pt x="6667" y="0"/>
                    </a:cubicBezTo>
                    <a:lnTo>
                      <a:pt x="36195" y="0"/>
                    </a:lnTo>
                    <a:cubicBezTo>
                      <a:pt x="40005" y="0"/>
                      <a:pt x="42863" y="2857"/>
                      <a:pt x="42863" y="6668"/>
                    </a:cubicBezTo>
                    <a:cubicBezTo>
                      <a:pt x="41910" y="10477"/>
                      <a:pt x="40005" y="13335"/>
                      <a:pt x="3619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B6DADC54-9E28-F4BD-EFD3-86AC6C47AD36}"/>
                  </a:ext>
                </a:extLst>
              </p:cNvPr>
              <p:cNvSpPr/>
              <p:nvPr/>
            </p:nvSpPr>
            <p:spPr>
              <a:xfrm>
                <a:off x="8787764" y="3435191"/>
                <a:ext cx="126682" cy="13334"/>
              </a:xfrm>
              <a:custGeom>
                <a:avLst/>
                <a:gdLst>
                  <a:gd name="connsiteX0" fmla="*/ 120015 w 126682"/>
                  <a:gd name="connsiteY0" fmla="*/ 13335 h 13334"/>
                  <a:gd name="connsiteX1" fmla="*/ 6668 w 126682"/>
                  <a:gd name="connsiteY1" fmla="*/ 13335 h 13334"/>
                  <a:gd name="connsiteX2" fmla="*/ 0 w 126682"/>
                  <a:gd name="connsiteY2" fmla="*/ 6668 h 13334"/>
                  <a:gd name="connsiteX3" fmla="*/ 6668 w 126682"/>
                  <a:gd name="connsiteY3" fmla="*/ 0 h 13334"/>
                  <a:gd name="connsiteX4" fmla="*/ 120015 w 126682"/>
                  <a:gd name="connsiteY4" fmla="*/ 0 h 13334"/>
                  <a:gd name="connsiteX5" fmla="*/ 126683 w 126682"/>
                  <a:gd name="connsiteY5" fmla="*/ 6668 h 13334"/>
                  <a:gd name="connsiteX6" fmla="*/ 120015 w 126682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6682" h="13334">
                    <a:moveTo>
                      <a:pt x="120015" y="13335"/>
                    </a:moveTo>
                    <a:lnTo>
                      <a:pt x="6668" y="13335"/>
                    </a:lnTo>
                    <a:cubicBezTo>
                      <a:pt x="2858" y="13335"/>
                      <a:pt x="0" y="10477"/>
                      <a:pt x="0" y="6668"/>
                    </a:cubicBezTo>
                    <a:cubicBezTo>
                      <a:pt x="0" y="2857"/>
                      <a:pt x="2858" y="0"/>
                      <a:pt x="6668" y="0"/>
                    </a:cubicBezTo>
                    <a:lnTo>
                      <a:pt x="120015" y="0"/>
                    </a:lnTo>
                    <a:cubicBezTo>
                      <a:pt x="123825" y="0"/>
                      <a:pt x="126683" y="2857"/>
                      <a:pt x="126683" y="6668"/>
                    </a:cubicBezTo>
                    <a:cubicBezTo>
                      <a:pt x="125730" y="10477"/>
                      <a:pt x="123825" y="13335"/>
                      <a:pt x="12001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grpSp>
          <p:nvGrpSpPr>
            <p:cNvPr id="964" name="Graphic 35">
              <a:extLst>
                <a:ext uri="{FF2B5EF4-FFF2-40B4-BE49-F238E27FC236}">
                  <a16:creationId xmlns:a16="http://schemas.microsoft.com/office/drawing/2014/main" id="{403836DD-2BB0-4151-ECBA-6EFF0D1C4F4C}"/>
                </a:ext>
              </a:extLst>
            </p:cNvPr>
            <p:cNvGrpSpPr/>
            <p:nvPr/>
          </p:nvGrpSpPr>
          <p:grpSpPr>
            <a:xfrm>
              <a:off x="10412861" y="2405542"/>
              <a:ext cx="176712" cy="36184"/>
              <a:chOff x="8395335" y="4258151"/>
              <a:chExt cx="200024" cy="40957"/>
            </a:xfrm>
            <a:solidFill>
              <a:srgbClr val="FFFFFF"/>
            </a:solidFill>
          </p:grpSpPr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4B0A231D-E096-B528-FD1F-484B600D8280}"/>
                  </a:ext>
                </a:extLst>
              </p:cNvPr>
              <p:cNvSpPr/>
              <p:nvPr/>
            </p:nvSpPr>
            <p:spPr>
              <a:xfrm>
                <a:off x="8395335" y="4258151"/>
                <a:ext cx="131444" cy="13335"/>
              </a:xfrm>
              <a:custGeom>
                <a:avLst/>
                <a:gdLst>
                  <a:gd name="connsiteX0" fmla="*/ 124777 w 131444"/>
                  <a:gd name="connsiteY0" fmla="*/ 13335 h 13335"/>
                  <a:gd name="connsiteX1" fmla="*/ 6667 w 131444"/>
                  <a:gd name="connsiteY1" fmla="*/ 13335 h 13335"/>
                  <a:gd name="connsiteX2" fmla="*/ 0 w 131444"/>
                  <a:gd name="connsiteY2" fmla="*/ 6668 h 13335"/>
                  <a:gd name="connsiteX3" fmla="*/ 6667 w 131444"/>
                  <a:gd name="connsiteY3" fmla="*/ 0 h 13335"/>
                  <a:gd name="connsiteX4" fmla="*/ 124777 w 131444"/>
                  <a:gd name="connsiteY4" fmla="*/ 0 h 13335"/>
                  <a:gd name="connsiteX5" fmla="*/ 131445 w 131444"/>
                  <a:gd name="connsiteY5" fmla="*/ 6668 h 13335"/>
                  <a:gd name="connsiteX6" fmla="*/ 124777 w 131444"/>
                  <a:gd name="connsiteY6" fmla="*/ 13335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44" h="13335">
                    <a:moveTo>
                      <a:pt x="124777" y="13335"/>
                    </a:moveTo>
                    <a:lnTo>
                      <a:pt x="6667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8"/>
                      <a:pt x="2857" y="0"/>
                      <a:pt x="6667" y="0"/>
                    </a:cubicBezTo>
                    <a:lnTo>
                      <a:pt x="124777" y="0"/>
                    </a:lnTo>
                    <a:cubicBezTo>
                      <a:pt x="128588" y="0"/>
                      <a:pt x="131445" y="2858"/>
                      <a:pt x="131445" y="6668"/>
                    </a:cubicBezTo>
                    <a:cubicBezTo>
                      <a:pt x="131445" y="10477"/>
                      <a:pt x="128588" y="13335"/>
                      <a:pt x="124777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C16047B9-1FCF-E5C9-05CB-5DFEA2A1322A}"/>
                  </a:ext>
                </a:extLst>
              </p:cNvPr>
              <p:cNvSpPr/>
              <p:nvPr/>
            </p:nvSpPr>
            <p:spPr>
              <a:xfrm>
                <a:off x="8552497" y="4258151"/>
                <a:ext cx="42862" cy="13335"/>
              </a:xfrm>
              <a:custGeom>
                <a:avLst/>
                <a:gdLst>
                  <a:gd name="connsiteX0" fmla="*/ 36195 w 42862"/>
                  <a:gd name="connsiteY0" fmla="*/ 13335 h 13335"/>
                  <a:gd name="connsiteX1" fmla="*/ 6667 w 42862"/>
                  <a:gd name="connsiteY1" fmla="*/ 13335 h 13335"/>
                  <a:gd name="connsiteX2" fmla="*/ 0 w 42862"/>
                  <a:gd name="connsiteY2" fmla="*/ 6668 h 13335"/>
                  <a:gd name="connsiteX3" fmla="*/ 6667 w 42862"/>
                  <a:gd name="connsiteY3" fmla="*/ 0 h 13335"/>
                  <a:gd name="connsiteX4" fmla="*/ 36195 w 42862"/>
                  <a:gd name="connsiteY4" fmla="*/ 0 h 13335"/>
                  <a:gd name="connsiteX5" fmla="*/ 42863 w 42862"/>
                  <a:gd name="connsiteY5" fmla="*/ 6668 h 13335"/>
                  <a:gd name="connsiteX6" fmla="*/ 36195 w 42862"/>
                  <a:gd name="connsiteY6" fmla="*/ 13335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2" h="13335">
                    <a:moveTo>
                      <a:pt x="36195" y="13335"/>
                    </a:moveTo>
                    <a:lnTo>
                      <a:pt x="6667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8"/>
                      <a:pt x="2857" y="0"/>
                      <a:pt x="6667" y="0"/>
                    </a:cubicBezTo>
                    <a:lnTo>
                      <a:pt x="36195" y="0"/>
                    </a:lnTo>
                    <a:cubicBezTo>
                      <a:pt x="40005" y="0"/>
                      <a:pt x="42863" y="2858"/>
                      <a:pt x="42863" y="6668"/>
                    </a:cubicBezTo>
                    <a:cubicBezTo>
                      <a:pt x="41910" y="10477"/>
                      <a:pt x="39052" y="13335"/>
                      <a:pt x="3619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12130279-BAB2-4144-1D3E-E6A83CC54969}"/>
                  </a:ext>
                </a:extLst>
              </p:cNvPr>
              <p:cNvSpPr/>
              <p:nvPr/>
            </p:nvSpPr>
            <p:spPr>
              <a:xfrm>
                <a:off x="8468677" y="4285774"/>
                <a:ext cx="126682" cy="13334"/>
              </a:xfrm>
              <a:custGeom>
                <a:avLst/>
                <a:gdLst>
                  <a:gd name="connsiteX0" fmla="*/ 120015 w 126682"/>
                  <a:gd name="connsiteY0" fmla="*/ 13335 h 13334"/>
                  <a:gd name="connsiteX1" fmla="*/ 6668 w 126682"/>
                  <a:gd name="connsiteY1" fmla="*/ 13335 h 13334"/>
                  <a:gd name="connsiteX2" fmla="*/ 0 w 126682"/>
                  <a:gd name="connsiteY2" fmla="*/ 6667 h 13334"/>
                  <a:gd name="connsiteX3" fmla="*/ 6668 w 126682"/>
                  <a:gd name="connsiteY3" fmla="*/ 0 h 13334"/>
                  <a:gd name="connsiteX4" fmla="*/ 120015 w 126682"/>
                  <a:gd name="connsiteY4" fmla="*/ 0 h 13334"/>
                  <a:gd name="connsiteX5" fmla="*/ 126683 w 126682"/>
                  <a:gd name="connsiteY5" fmla="*/ 6667 h 13334"/>
                  <a:gd name="connsiteX6" fmla="*/ 120015 w 126682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6682" h="13334">
                    <a:moveTo>
                      <a:pt x="120015" y="13335"/>
                    </a:moveTo>
                    <a:lnTo>
                      <a:pt x="6668" y="13335"/>
                    </a:lnTo>
                    <a:cubicBezTo>
                      <a:pt x="2858" y="13335"/>
                      <a:pt x="0" y="10478"/>
                      <a:pt x="0" y="6667"/>
                    </a:cubicBezTo>
                    <a:cubicBezTo>
                      <a:pt x="0" y="2858"/>
                      <a:pt x="2858" y="0"/>
                      <a:pt x="6668" y="0"/>
                    </a:cubicBezTo>
                    <a:lnTo>
                      <a:pt x="120015" y="0"/>
                    </a:lnTo>
                    <a:cubicBezTo>
                      <a:pt x="123825" y="0"/>
                      <a:pt x="126683" y="2858"/>
                      <a:pt x="126683" y="6667"/>
                    </a:cubicBezTo>
                    <a:cubicBezTo>
                      <a:pt x="125730" y="10478"/>
                      <a:pt x="122873" y="13335"/>
                      <a:pt x="12001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grpSp>
          <p:nvGrpSpPr>
            <p:cNvPr id="965" name="Graphic 35">
              <a:extLst>
                <a:ext uri="{FF2B5EF4-FFF2-40B4-BE49-F238E27FC236}">
                  <a16:creationId xmlns:a16="http://schemas.microsoft.com/office/drawing/2014/main" id="{AC0AEAC0-044D-F05E-D5FD-EAEEEC688248}"/>
                </a:ext>
              </a:extLst>
            </p:cNvPr>
            <p:cNvGrpSpPr/>
            <p:nvPr/>
          </p:nvGrpSpPr>
          <p:grpSpPr>
            <a:xfrm>
              <a:off x="11526251" y="2196232"/>
              <a:ext cx="263390" cy="285053"/>
              <a:chOff x="9655492" y="4021217"/>
              <a:chExt cx="298133" cy="322658"/>
            </a:xfrm>
            <a:solidFill>
              <a:srgbClr val="FFFFFF"/>
            </a:solidFill>
          </p:grpSpPr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5EE1016D-CA47-FFD8-3A24-AF2BD88A60C8}"/>
                  </a:ext>
                </a:extLst>
              </p:cNvPr>
              <p:cNvSpPr/>
              <p:nvPr/>
            </p:nvSpPr>
            <p:spPr>
              <a:xfrm>
                <a:off x="9688830" y="4079319"/>
                <a:ext cx="230505" cy="264556"/>
              </a:xfrm>
              <a:custGeom>
                <a:avLst/>
                <a:gdLst>
                  <a:gd name="connsiteX0" fmla="*/ 115252 w 230505"/>
                  <a:gd name="connsiteY0" fmla="*/ 264557 h 264556"/>
                  <a:gd name="connsiteX1" fmla="*/ 113347 w 230505"/>
                  <a:gd name="connsiteY1" fmla="*/ 264557 h 264556"/>
                  <a:gd name="connsiteX2" fmla="*/ 1905 w 230505"/>
                  <a:gd name="connsiteY2" fmla="*/ 199787 h 264556"/>
                  <a:gd name="connsiteX3" fmla="*/ 0 w 230505"/>
                  <a:gd name="connsiteY3" fmla="*/ 196929 h 264556"/>
                  <a:gd name="connsiteX4" fmla="*/ 0 w 230505"/>
                  <a:gd name="connsiteY4" fmla="*/ 68342 h 264556"/>
                  <a:gd name="connsiteX5" fmla="*/ 1905 w 230505"/>
                  <a:gd name="connsiteY5" fmla="*/ 65484 h 264556"/>
                  <a:gd name="connsiteX6" fmla="*/ 113347 w 230505"/>
                  <a:gd name="connsiteY6" fmla="*/ 714 h 264556"/>
                  <a:gd name="connsiteX7" fmla="*/ 117157 w 230505"/>
                  <a:gd name="connsiteY7" fmla="*/ 714 h 264556"/>
                  <a:gd name="connsiteX8" fmla="*/ 228600 w 230505"/>
                  <a:gd name="connsiteY8" fmla="*/ 65484 h 264556"/>
                  <a:gd name="connsiteX9" fmla="*/ 230505 w 230505"/>
                  <a:gd name="connsiteY9" fmla="*/ 68342 h 264556"/>
                  <a:gd name="connsiteX10" fmla="*/ 230505 w 230505"/>
                  <a:gd name="connsiteY10" fmla="*/ 196929 h 264556"/>
                  <a:gd name="connsiteX11" fmla="*/ 228600 w 230505"/>
                  <a:gd name="connsiteY11" fmla="*/ 199787 h 264556"/>
                  <a:gd name="connsiteX12" fmla="*/ 117157 w 230505"/>
                  <a:gd name="connsiteY12" fmla="*/ 264557 h 264556"/>
                  <a:gd name="connsiteX13" fmla="*/ 115252 w 230505"/>
                  <a:gd name="connsiteY13" fmla="*/ 264557 h 264556"/>
                  <a:gd name="connsiteX14" fmla="*/ 7620 w 230505"/>
                  <a:gd name="connsiteY14" fmla="*/ 195024 h 264556"/>
                  <a:gd name="connsiteX15" fmla="*/ 116205 w 230505"/>
                  <a:gd name="connsiteY15" fmla="*/ 257889 h 264556"/>
                  <a:gd name="connsiteX16" fmla="*/ 224790 w 230505"/>
                  <a:gd name="connsiteY16" fmla="*/ 195024 h 264556"/>
                  <a:gd name="connsiteX17" fmla="*/ 224790 w 230505"/>
                  <a:gd name="connsiteY17" fmla="*/ 70247 h 264556"/>
                  <a:gd name="connsiteX18" fmla="*/ 116205 w 230505"/>
                  <a:gd name="connsiteY18" fmla="*/ 7382 h 264556"/>
                  <a:gd name="connsiteX19" fmla="*/ 7620 w 230505"/>
                  <a:gd name="connsiteY19" fmla="*/ 70247 h 264556"/>
                  <a:gd name="connsiteX20" fmla="*/ 7620 w 230505"/>
                  <a:gd name="connsiteY20" fmla="*/ 195024 h 264556"/>
                  <a:gd name="connsiteX21" fmla="*/ 227647 w 230505"/>
                  <a:gd name="connsiteY21" fmla="*/ 196929 h 264556"/>
                  <a:gd name="connsiteX22" fmla="*/ 227647 w 230505"/>
                  <a:gd name="connsiteY22" fmla="*/ 196929 h 264556"/>
                  <a:gd name="connsiteX23" fmla="*/ 227647 w 230505"/>
                  <a:gd name="connsiteY23" fmla="*/ 196929 h 264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30505" h="264556">
                    <a:moveTo>
                      <a:pt x="115252" y="264557"/>
                    </a:moveTo>
                    <a:cubicBezTo>
                      <a:pt x="114300" y="264557"/>
                      <a:pt x="114300" y="264557"/>
                      <a:pt x="113347" y="264557"/>
                    </a:cubicBezTo>
                    <a:lnTo>
                      <a:pt x="1905" y="199787"/>
                    </a:lnTo>
                    <a:cubicBezTo>
                      <a:pt x="952" y="198834"/>
                      <a:pt x="0" y="197882"/>
                      <a:pt x="0" y="196929"/>
                    </a:cubicBezTo>
                    <a:lnTo>
                      <a:pt x="0" y="68342"/>
                    </a:lnTo>
                    <a:cubicBezTo>
                      <a:pt x="0" y="67389"/>
                      <a:pt x="952" y="66437"/>
                      <a:pt x="1905" y="65484"/>
                    </a:cubicBezTo>
                    <a:lnTo>
                      <a:pt x="113347" y="714"/>
                    </a:lnTo>
                    <a:cubicBezTo>
                      <a:pt x="114300" y="-238"/>
                      <a:pt x="115252" y="-238"/>
                      <a:pt x="117157" y="714"/>
                    </a:cubicBezTo>
                    <a:lnTo>
                      <a:pt x="228600" y="65484"/>
                    </a:lnTo>
                    <a:cubicBezTo>
                      <a:pt x="229552" y="66437"/>
                      <a:pt x="230505" y="67389"/>
                      <a:pt x="230505" y="68342"/>
                    </a:cubicBezTo>
                    <a:lnTo>
                      <a:pt x="230505" y="196929"/>
                    </a:lnTo>
                    <a:cubicBezTo>
                      <a:pt x="230505" y="197882"/>
                      <a:pt x="229552" y="198834"/>
                      <a:pt x="228600" y="199787"/>
                    </a:cubicBezTo>
                    <a:lnTo>
                      <a:pt x="117157" y="264557"/>
                    </a:lnTo>
                    <a:cubicBezTo>
                      <a:pt x="117157" y="264557"/>
                      <a:pt x="116205" y="264557"/>
                      <a:pt x="115252" y="264557"/>
                    </a:cubicBezTo>
                    <a:close/>
                    <a:moveTo>
                      <a:pt x="7620" y="195024"/>
                    </a:moveTo>
                    <a:lnTo>
                      <a:pt x="116205" y="257889"/>
                    </a:lnTo>
                    <a:lnTo>
                      <a:pt x="224790" y="195024"/>
                    </a:lnTo>
                    <a:lnTo>
                      <a:pt x="224790" y="70247"/>
                    </a:lnTo>
                    <a:lnTo>
                      <a:pt x="116205" y="7382"/>
                    </a:lnTo>
                    <a:lnTo>
                      <a:pt x="7620" y="70247"/>
                    </a:lnTo>
                    <a:lnTo>
                      <a:pt x="7620" y="195024"/>
                    </a:lnTo>
                    <a:close/>
                    <a:moveTo>
                      <a:pt x="227647" y="196929"/>
                    </a:moveTo>
                    <a:lnTo>
                      <a:pt x="227647" y="196929"/>
                    </a:lnTo>
                    <a:lnTo>
                      <a:pt x="227647" y="19692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4B3D806E-AEE0-0BC4-C208-E99B0B59F3AF}"/>
                  </a:ext>
                </a:extLst>
              </p:cNvPr>
              <p:cNvSpPr/>
              <p:nvPr/>
            </p:nvSpPr>
            <p:spPr>
              <a:xfrm>
                <a:off x="9779317" y="4021217"/>
                <a:ext cx="49530" cy="55959"/>
              </a:xfrm>
              <a:custGeom>
                <a:avLst/>
                <a:gdLst>
                  <a:gd name="connsiteX0" fmla="*/ 24765 w 49530"/>
                  <a:gd name="connsiteY0" fmla="*/ 55959 h 55959"/>
                  <a:gd name="connsiteX1" fmla="*/ 22860 w 49530"/>
                  <a:gd name="connsiteY1" fmla="*/ 55959 h 55959"/>
                  <a:gd name="connsiteX2" fmla="*/ 1905 w 49530"/>
                  <a:gd name="connsiteY2" fmla="*/ 43577 h 55959"/>
                  <a:gd name="connsiteX3" fmla="*/ 0 w 49530"/>
                  <a:gd name="connsiteY3" fmla="*/ 40719 h 55959"/>
                  <a:gd name="connsiteX4" fmla="*/ 0 w 49530"/>
                  <a:gd name="connsiteY4" fmla="*/ 15954 h 55959"/>
                  <a:gd name="connsiteX5" fmla="*/ 1905 w 49530"/>
                  <a:gd name="connsiteY5" fmla="*/ 13097 h 55959"/>
                  <a:gd name="connsiteX6" fmla="*/ 22860 w 49530"/>
                  <a:gd name="connsiteY6" fmla="*/ 714 h 55959"/>
                  <a:gd name="connsiteX7" fmla="*/ 26670 w 49530"/>
                  <a:gd name="connsiteY7" fmla="*/ 714 h 55959"/>
                  <a:gd name="connsiteX8" fmla="*/ 47625 w 49530"/>
                  <a:gd name="connsiteY8" fmla="*/ 13097 h 55959"/>
                  <a:gd name="connsiteX9" fmla="*/ 49530 w 49530"/>
                  <a:gd name="connsiteY9" fmla="*/ 15954 h 55959"/>
                  <a:gd name="connsiteX10" fmla="*/ 49530 w 49530"/>
                  <a:gd name="connsiteY10" fmla="*/ 40719 h 55959"/>
                  <a:gd name="connsiteX11" fmla="*/ 47625 w 49530"/>
                  <a:gd name="connsiteY11" fmla="*/ 43577 h 55959"/>
                  <a:gd name="connsiteX12" fmla="*/ 26670 w 49530"/>
                  <a:gd name="connsiteY12" fmla="*/ 55959 h 55959"/>
                  <a:gd name="connsiteX13" fmla="*/ 24765 w 49530"/>
                  <a:gd name="connsiteY13" fmla="*/ 55959 h 55959"/>
                  <a:gd name="connsiteX14" fmla="*/ 7620 w 49530"/>
                  <a:gd name="connsiteY14" fmla="*/ 38814 h 55959"/>
                  <a:gd name="connsiteX15" fmla="*/ 25718 w 49530"/>
                  <a:gd name="connsiteY15" fmla="*/ 49292 h 55959"/>
                  <a:gd name="connsiteX16" fmla="*/ 43815 w 49530"/>
                  <a:gd name="connsiteY16" fmla="*/ 38814 h 55959"/>
                  <a:gd name="connsiteX17" fmla="*/ 43815 w 49530"/>
                  <a:gd name="connsiteY17" fmla="*/ 17859 h 55959"/>
                  <a:gd name="connsiteX18" fmla="*/ 25718 w 49530"/>
                  <a:gd name="connsiteY18" fmla="*/ 7382 h 55959"/>
                  <a:gd name="connsiteX19" fmla="*/ 7620 w 49530"/>
                  <a:gd name="connsiteY19" fmla="*/ 17859 h 55959"/>
                  <a:gd name="connsiteX20" fmla="*/ 7620 w 49530"/>
                  <a:gd name="connsiteY20" fmla="*/ 38814 h 55959"/>
                  <a:gd name="connsiteX21" fmla="*/ 46672 w 49530"/>
                  <a:gd name="connsiteY21" fmla="*/ 40719 h 55959"/>
                  <a:gd name="connsiteX22" fmla="*/ 46672 w 49530"/>
                  <a:gd name="connsiteY22" fmla="*/ 40719 h 55959"/>
                  <a:gd name="connsiteX23" fmla="*/ 46672 w 49530"/>
                  <a:gd name="connsiteY23" fmla="*/ 40719 h 55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9530" h="55959">
                    <a:moveTo>
                      <a:pt x="24765" y="55959"/>
                    </a:moveTo>
                    <a:cubicBezTo>
                      <a:pt x="23813" y="55959"/>
                      <a:pt x="23813" y="55959"/>
                      <a:pt x="22860" y="55959"/>
                    </a:cubicBezTo>
                    <a:lnTo>
                      <a:pt x="1905" y="43577"/>
                    </a:lnTo>
                    <a:cubicBezTo>
                      <a:pt x="952" y="42624"/>
                      <a:pt x="0" y="41672"/>
                      <a:pt x="0" y="40719"/>
                    </a:cubicBezTo>
                    <a:lnTo>
                      <a:pt x="0" y="15954"/>
                    </a:lnTo>
                    <a:cubicBezTo>
                      <a:pt x="0" y="15002"/>
                      <a:pt x="952" y="14049"/>
                      <a:pt x="1905" y="13097"/>
                    </a:cubicBezTo>
                    <a:lnTo>
                      <a:pt x="22860" y="714"/>
                    </a:lnTo>
                    <a:cubicBezTo>
                      <a:pt x="23813" y="-238"/>
                      <a:pt x="24765" y="-238"/>
                      <a:pt x="26670" y="714"/>
                    </a:cubicBezTo>
                    <a:lnTo>
                      <a:pt x="47625" y="13097"/>
                    </a:lnTo>
                    <a:cubicBezTo>
                      <a:pt x="48577" y="14049"/>
                      <a:pt x="49530" y="15002"/>
                      <a:pt x="49530" y="15954"/>
                    </a:cubicBezTo>
                    <a:lnTo>
                      <a:pt x="49530" y="40719"/>
                    </a:lnTo>
                    <a:cubicBezTo>
                      <a:pt x="49530" y="41672"/>
                      <a:pt x="48577" y="42624"/>
                      <a:pt x="47625" y="43577"/>
                    </a:cubicBezTo>
                    <a:lnTo>
                      <a:pt x="26670" y="55959"/>
                    </a:lnTo>
                    <a:cubicBezTo>
                      <a:pt x="26670" y="55959"/>
                      <a:pt x="25718" y="55959"/>
                      <a:pt x="24765" y="55959"/>
                    </a:cubicBezTo>
                    <a:close/>
                    <a:moveTo>
                      <a:pt x="7620" y="38814"/>
                    </a:moveTo>
                    <a:lnTo>
                      <a:pt x="25718" y="49292"/>
                    </a:lnTo>
                    <a:lnTo>
                      <a:pt x="43815" y="38814"/>
                    </a:lnTo>
                    <a:lnTo>
                      <a:pt x="43815" y="17859"/>
                    </a:lnTo>
                    <a:lnTo>
                      <a:pt x="25718" y="7382"/>
                    </a:lnTo>
                    <a:lnTo>
                      <a:pt x="7620" y="17859"/>
                    </a:lnTo>
                    <a:lnTo>
                      <a:pt x="7620" y="38814"/>
                    </a:lnTo>
                    <a:close/>
                    <a:moveTo>
                      <a:pt x="46672" y="40719"/>
                    </a:moveTo>
                    <a:lnTo>
                      <a:pt x="46672" y="40719"/>
                    </a:lnTo>
                    <a:lnTo>
                      <a:pt x="46672" y="4071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144D244E-CD28-AC90-F137-EB685CBD3079}"/>
                  </a:ext>
                </a:extLst>
              </p:cNvPr>
              <p:cNvSpPr/>
              <p:nvPr/>
            </p:nvSpPr>
            <p:spPr>
              <a:xfrm>
                <a:off x="9925050" y="4120277"/>
                <a:ext cx="28575" cy="30241"/>
              </a:xfrm>
              <a:custGeom>
                <a:avLst/>
                <a:gdLst>
                  <a:gd name="connsiteX0" fmla="*/ 14288 w 28575"/>
                  <a:gd name="connsiteY0" fmla="*/ 30242 h 30241"/>
                  <a:gd name="connsiteX1" fmla="*/ 12382 w 28575"/>
                  <a:gd name="connsiteY1" fmla="*/ 30242 h 30241"/>
                  <a:gd name="connsiteX2" fmla="*/ 1905 w 28575"/>
                  <a:gd name="connsiteY2" fmla="*/ 24527 h 30241"/>
                  <a:gd name="connsiteX3" fmla="*/ 0 w 28575"/>
                  <a:gd name="connsiteY3" fmla="*/ 21669 h 30241"/>
                  <a:gd name="connsiteX4" fmla="*/ 0 w 28575"/>
                  <a:gd name="connsiteY4" fmla="*/ 9287 h 30241"/>
                  <a:gd name="connsiteX5" fmla="*/ 1905 w 28575"/>
                  <a:gd name="connsiteY5" fmla="*/ 6429 h 30241"/>
                  <a:gd name="connsiteX6" fmla="*/ 12382 w 28575"/>
                  <a:gd name="connsiteY6" fmla="*/ 714 h 30241"/>
                  <a:gd name="connsiteX7" fmla="*/ 16193 w 28575"/>
                  <a:gd name="connsiteY7" fmla="*/ 714 h 30241"/>
                  <a:gd name="connsiteX8" fmla="*/ 26670 w 28575"/>
                  <a:gd name="connsiteY8" fmla="*/ 6429 h 30241"/>
                  <a:gd name="connsiteX9" fmla="*/ 28575 w 28575"/>
                  <a:gd name="connsiteY9" fmla="*/ 9287 h 30241"/>
                  <a:gd name="connsiteX10" fmla="*/ 28575 w 28575"/>
                  <a:gd name="connsiteY10" fmla="*/ 21669 h 30241"/>
                  <a:gd name="connsiteX11" fmla="*/ 26670 w 28575"/>
                  <a:gd name="connsiteY11" fmla="*/ 24527 h 30241"/>
                  <a:gd name="connsiteX12" fmla="*/ 16193 w 28575"/>
                  <a:gd name="connsiteY12" fmla="*/ 30242 h 30241"/>
                  <a:gd name="connsiteX13" fmla="*/ 14288 w 28575"/>
                  <a:gd name="connsiteY13" fmla="*/ 30242 h 30241"/>
                  <a:gd name="connsiteX14" fmla="*/ 6668 w 28575"/>
                  <a:gd name="connsiteY14" fmla="*/ 18812 h 30241"/>
                  <a:gd name="connsiteX15" fmla="*/ 14288 w 28575"/>
                  <a:gd name="connsiteY15" fmla="*/ 22622 h 30241"/>
                  <a:gd name="connsiteX16" fmla="*/ 21907 w 28575"/>
                  <a:gd name="connsiteY16" fmla="*/ 18812 h 30241"/>
                  <a:gd name="connsiteX17" fmla="*/ 21907 w 28575"/>
                  <a:gd name="connsiteY17" fmla="*/ 10239 h 30241"/>
                  <a:gd name="connsiteX18" fmla="*/ 14288 w 28575"/>
                  <a:gd name="connsiteY18" fmla="*/ 6429 h 30241"/>
                  <a:gd name="connsiteX19" fmla="*/ 6668 w 28575"/>
                  <a:gd name="connsiteY19" fmla="*/ 10239 h 30241"/>
                  <a:gd name="connsiteX20" fmla="*/ 6668 w 28575"/>
                  <a:gd name="connsiteY20" fmla="*/ 18812 h 30241"/>
                  <a:gd name="connsiteX21" fmla="*/ 24765 w 28575"/>
                  <a:gd name="connsiteY21" fmla="*/ 20717 h 30241"/>
                  <a:gd name="connsiteX22" fmla="*/ 24765 w 28575"/>
                  <a:gd name="connsiteY22" fmla="*/ 20717 h 30241"/>
                  <a:gd name="connsiteX23" fmla="*/ 24765 w 28575"/>
                  <a:gd name="connsiteY23" fmla="*/ 20717 h 30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8575" h="30241">
                    <a:moveTo>
                      <a:pt x="14288" y="30242"/>
                    </a:moveTo>
                    <a:cubicBezTo>
                      <a:pt x="13335" y="30242"/>
                      <a:pt x="13335" y="30242"/>
                      <a:pt x="12382" y="30242"/>
                    </a:cubicBezTo>
                    <a:lnTo>
                      <a:pt x="1905" y="24527"/>
                    </a:lnTo>
                    <a:cubicBezTo>
                      <a:pt x="952" y="23574"/>
                      <a:pt x="0" y="22622"/>
                      <a:pt x="0" y="21669"/>
                    </a:cubicBezTo>
                    <a:lnTo>
                      <a:pt x="0" y="9287"/>
                    </a:lnTo>
                    <a:cubicBezTo>
                      <a:pt x="0" y="8334"/>
                      <a:pt x="952" y="7382"/>
                      <a:pt x="1905" y="6429"/>
                    </a:cubicBezTo>
                    <a:lnTo>
                      <a:pt x="12382" y="714"/>
                    </a:lnTo>
                    <a:cubicBezTo>
                      <a:pt x="13335" y="-238"/>
                      <a:pt x="14288" y="-238"/>
                      <a:pt x="16193" y="714"/>
                    </a:cubicBezTo>
                    <a:lnTo>
                      <a:pt x="26670" y="6429"/>
                    </a:lnTo>
                    <a:cubicBezTo>
                      <a:pt x="27623" y="7382"/>
                      <a:pt x="28575" y="8334"/>
                      <a:pt x="28575" y="9287"/>
                    </a:cubicBezTo>
                    <a:lnTo>
                      <a:pt x="28575" y="21669"/>
                    </a:lnTo>
                    <a:cubicBezTo>
                      <a:pt x="28575" y="22622"/>
                      <a:pt x="27623" y="23574"/>
                      <a:pt x="26670" y="24527"/>
                    </a:cubicBezTo>
                    <a:lnTo>
                      <a:pt x="16193" y="30242"/>
                    </a:lnTo>
                    <a:cubicBezTo>
                      <a:pt x="15240" y="30242"/>
                      <a:pt x="14288" y="30242"/>
                      <a:pt x="14288" y="30242"/>
                    </a:cubicBezTo>
                    <a:close/>
                    <a:moveTo>
                      <a:pt x="6668" y="18812"/>
                    </a:moveTo>
                    <a:lnTo>
                      <a:pt x="14288" y="22622"/>
                    </a:lnTo>
                    <a:lnTo>
                      <a:pt x="21907" y="18812"/>
                    </a:lnTo>
                    <a:lnTo>
                      <a:pt x="21907" y="10239"/>
                    </a:lnTo>
                    <a:lnTo>
                      <a:pt x="14288" y="6429"/>
                    </a:lnTo>
                    <a:lnTo>
                      <a:pt x="6668" y="10239"/>
                    </a:lnTo>
                    <a:lnTo>
                      <a:pt x="6668" y="18812"/>
                    </a:lnTo>
                    <a:close/>
                    <a:moveTo>
                      <a:pt x="24765" y="20717"/>
                    </a:moveTo>
                    <a:lnTo>
                      <a:pt x="24765" y="20717"/>
                    </a:lnTo>
                    <a:lnTo>
                      <a:pt x="24765" y="2071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CA504073-7AF7-91E9-DE4D-0E3DDCB4C790}"/>
                  </a:ext>
                </a:extLst>
              </p:cNvPr>
              <p:cNvSpPr/>
              <p:nvPr/>
            </p:nvSpPr>
            <p:spPr>
              <a:xfrm>
                <a:off x="9655492" y="4197429"/>
                <a:ext cx="28575" cy="30241"/>
              </a:xfrm>
              <a:custGeom>
                <a:avLst/>
                <a:gdLst>
                  <a:gd name="connsiteX0" fmla="*/ 14288 w 28575"/>
                  <a:gd name="connsiteY0" fmla="*/ 30242 h 30241"/>
                  <a:gd name="connsiteX1" fmla="*/ 12382 w 28575"/>
                  <a:gd name="connsiteY1" fmla="*/ 30242 h 30241"/>
                  <a:gd name="connsiteX2" fmla="*/ 1905 w 28575"/>
                  <a:gd name="connsiteY2" fmla="*/ 24527 h 30241"/>
                  <a:gd name="connsiteX3" fmla="*/ 0 w 28575"/>
                  <a:gd name="connsiteY3" fmla="*/ 21669 h 30241"/>
                  <a:gd name="connsiteX4" fmla="*/ 0 w 28575"/>
                  <a:gd name="connsiteY4" fmla="*/ 9287 h 30241"/>
                  <a:gd name="connsiteX5" fmla="*/ 1905 w 28575"/>
                  <a:gd name="connsiteY5" fmla="*/ 6429 h 30241"/>
                  <a:gd name="connsiteX6" fmla="*/ 12382 w 28575"/>
                  <a:gd name="connsiteY6" fmla="*/ 714 h 30241"/>
                  <a:gd name="connsiteX7" fmla="*/ 16193 w 28575"/>
                  <a:gd name="connsiteY7" fmla="*/ 714 h 30241"/>
                  <a:gd name="connsiteX8" fmla="*/ 26670 w 28575"/>
                  <a:gd name="connsiteY8" fmla="*/ 6429 h 30241"/>
                  <a:gd name="connsiteX9" fmla="*/ 28575 w 28575"/>
                  <a:gd name="connsiteY9" fmla="*/ 9287 h 30241"/>
                  <a:gd name="connsiteX10" fmla="*/ 28575 w 28575"/>
                  <a:gd name="connsiteY10" fmla="*/ 21669 h 30241"/>
                  <a:gd name="connsiteX11" fmla="*/ 26670 w 28575"/>
                  <a:gd name="connsiteY11" fmla="*/ 24527 h 30241"/>
                  <a:gd name="connsiteX12" fmla="*/ 16193 w 28575"/>
                  <a:gd name="connsiteY12" fmla="*/ 30242 h 30241"/>
                  <a:gd name="connsiteX13" fmla="*/ 14288 w 28575"/>
                  <a:gd name="connsiteY13" fmla="*/ 30242 h 30241"/>
                  <a:gd name="connsiteX14" fmla="*/ 7620 w 28575"/>
                  <a:gd name="connsiteY14" fmla="*/ 18812 h 30241"/>
                  <a:gd name="connsiteX15" fmla="*/ 15240 w 28575"/>
                  <a:gd name="connsiteY15" fmla="*/ 22622 h 30241"/>
                  <a:gd name="connsiteX16" fmla="*/ 22860 w 28575"/>
                  <a:gd name="connsiteY16" fmla="*/ 18812 h 30241"/>
                  <a:gd name="connsiteX17" fmla="*/ 22860 w 28575"/>
                  <a:gd name="connsiteY17" fmla="*/ 10239 h 30241"/>
                  <a:gd name="connsiteX18" fmla="*/ 15240 w 28575"/>
                  <a:gd name="connsiteY18" fmla="*/ 6429 h 30241"/>
                  <a:gd name="connsiteX19" fmla="*/ 7620 w 28575"/>
                  <a:gd name="connsiteY19" fmla="*/ 10239 h 30241"/>
                  <a:gd name="connsiteX20" fmla="*/ 7620 w 28575"/>
                  <a:gd name="connsiteY20" fmla="*/ 18812 h 30241"/>
                  <a:gd name="connsiteX21" fmla="*/ 24765 w 28575"/>
                  <a:gd name="connsiteY21" fmla="*/ 20717 h 30241"/>
                  <a:gd name="connsiteX22" fmla="*/ 24765 w 28575"/>
                  <a:gd name="connsiteY22" fmla="*/ 20717 h 30241"/>
                  <a:gd name="connsiteX23" fmla="*/ 24765 w 28575"/>
                  <a:gd name="connsiteY23" fmla="*/ 20717 h 30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8575" h="30241">
                    <a:moveTo>
                      <a:pt x="14288" y="30242"/>
                    </a:moveTo>
                    <a:cubicBezTo>
                      <a:pt x="13335" y="30242"/>
                      <a:pt x="13335" y="30242"/>
                      <a:pt x="12382" y="30242"/>
                    </a:cubicBezTo>
                    <a:lnTo>
                      <a:pt x="1905" y="24527"/>
                    </a:lnTo>
                    <a:cubicBezTo>
                      <a:pt x="952" y="23574"/>
                      <a:pt x="0" y="22622"/>
                      <a:pt x="0" y="21669"/>
                    </a:cubicBezTo>
                    <a:lnTo>
                      <a:pt x="0" y="9287"/>
                    </a:lnTo>
                    <a:cubicBezTo>
                      <a:pt x="0" y="8334"/>
                      <a:pt x="952" y="7382"/>
                      <a:pt x="1905" y="6429"/>
                    </a:cubicBezTo>
                    <a:lnTo>
                      <a:pt x="12382" y="714"/>
                    </a:lnTo>
                    <a:cubicBezTo>
                      <a:pt x="13335" y="-238"/>
                      <a:pt x="14288" y="-238"/>
                      <a:pt x="16193" y="714"/>
                    </a:cubicBezTo>
                    <a:lnTo>
                      <a:pt x="26670" y="6429"/>
                    </a:lnTo>
                    <a:cubicBezTo>
                      <a:pt x="27622" y="7382"/>
                      <a:pt x="28575" y="8334"/>
                      <a:pt x="28575" y="9287"/>
                    </a:cubicBezTo>
                    <a:lnTo>
                      <a:pt x="28575" y="21669"/>
                    </a:lnTo>
                    <a:cubicBezTo>
                      <a:pt x="28575" y="22622"/>
                      <a:pt x="27622" y="23574"/>
                      <a:pt x="26670" y="24527"/>
                    </a:cubicBezTo>
                    <a:lnTo>
                      <a:pt x="16193" y="30242"/>
                    </a:lnTo>
                    <a:cubicBezTo>
                      <a:pt x="15240" y="30242"/>
                      <a:pt x="15240" y="30242"/>
                      <a:pt x="14288" y="30242"/>
                    </a:cubicBezTo>
                    <a:close/>
                    <a:moveTo>
                      <a:pt x="7620" y="18812"/>
                    </a:moveTo>
                    <a:lnTo>
                      <a:pt x="15240" y="22622"/>
                    </a:lnTo>
                    <a:lnTo>
                      <a:pt x="22860" y="18812"/>
                    </a:lnTo>
                    <a:lnTo>
                      <a:pt x="22860" y="10239"/>
                    </a:lnTo>
                    <a:lnTo>
                      <a:pt x="15240" y="6429"/>
                    </a:lnTo>
                    <a:lnTo>
                      <a:pt x="7620" y="10239"/>
                    </a:lnTo>
                    <a:lnTo>
                      <a:pt x="7620" y="18812"/>
                    </a:lnTo>
                    <a:close/>
                    <a:moveTo>
                      <a:pt x="24765" y="20717"/>
                    </a:moveTo>
                    <a:lnTo>
                      <a:pt x="24765" y="20717"/>
                    </a:lnTo>
                    <a:lnTo>
                      <a:pt x="24765" y="2071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D34FB3D5-3698-E753-E4B5-89270FF42EE1}"/>
                  </a:ext>
                </a:extLst>
              </p:cNvPr>
              <p:cNvSpPr/>
              <p:nvPr/>
            </p:nvSpPr>
            <p:spPr>
              <a:xfrm>
                <a:off x="9743122" y="4142184"/>
                <a:ext cx="121919" cy="138826"/>
              </a:xfrm>
              <a:custGeom>
                <a:avLst/>
                <a:gdLst>
                  <a:gd name="connsiteX0" fmla="*/ 60960 w 121919"/>
                  <a:gd name="connsiteY0" fmla="*/ 138827 h 138826"/>
                  <a:gd name="connsiteX1" fmla="*/ 59055 w 121919"/>
                  <a:gd name="connsiteY1" fmla="*/ 138827 h 138826"/>
                  <a:gd name="connsiteX2" fmla="*/ 1905 w 121919"/>
                  <a:gd name="connsiteY2" fmla="*/ 105489 h 138826"/>
                  <a:gd name="connsiteX3" fmla="*/ 0 w 121919"/>
                  <a:gd name="connsiteY3" fmla="*/ 102632 h 138826"/>
                  <a:gd name="connsiteX4" fmla="*/ 0 w 121919"/>
                  <a:gd name="connsiteY4" fmla="*/ 36909 h 138826"/>
                  <a:gd name="connsiteX5" fmla="*/ 1905 w 121919"/>
                  <a:gd name="connsiteY5" fmla="*/ 34052 h 138826"/>
                  <a:gd name="connsiteX6" fmla="*/ 59055 w 121919"/>
                  <a:gd name="connsiteY6" fmla="*/ 714 h 138826"/>
                  <a:gd name="connsiteX7" fmla="*/ 62865 w 121919"/>
                  <a:gd name="connsiteY7" fmla="*/ 714 h 138826"/>
                  <a:gd name="connsiteX8" fmla="*/ 120015 w 121919"/>
                  <a:gd name="connsiteY8" fmla="*/ 34052 h 138826"/>
                  <a:gd name="connsiteX9" fmla="*/ 121920 w 121919"/>
                  <a:gd name="connsiteY9" fmla="*/ 36909 h 138826"/>
                  <a:gd name="connsiteX10" fmla="*/ 121920 w 121919"/>
                  <a:gd name="connsiteY10" fmla="*/ 102632 h 138826"/>
                  <a:gd name="connsiteX11" fmla="*/ 120015 w 121919"/>
                  <a:gd name="connsiteY11" fmla="*/ 105489 h 138826"/>
                  <a:gd name="connsiteX12" fmla="*/ 62865 w 121919"/>
                  <a:gd name="connsiteY12" fmla="*/ 138827 h 138826"/>
                  <a:gd name="connsiteX13" fmla="*/ 60960 w 121919"/>
                  <a:gd name="connsiteY13" fmla="*/ 138827 h 138826"/>
                  <a:gd name="connsiteX14" fmla="*/ 7620 w 121919"/>
                  <a:gd name="connsiteY14" fmla="*/ 100727 h 138826"/>
                  <a:gd name="connsiteX15" fmla="*/ 61913 w 121919"/>
                  <a:gd name="connsiteY15" fmla="*/ 132159 h 138826"/>
                  <a:gd name="connsiteX16" fmla="*/ 116205 w 121919"/>
                  <a:gd name="connsiteY16" fmla="*/ 100727 h 138826"/>
                  <a:gd name="connsiteX17" fmla="*/ 116205 w 121919"/>
                  <a:gd name="connsiteY17" fmla="*/ 38814 h 138826"/>
                  <a:gd name="connsiteX18" fmla="*/ 61913 w 121919"/>
                  <a:gd name="connsiteY18" fmla="*/ 7382 h 138826"/>
                  <a:gd name="connsiteX19" fmla="*/ 7620 w 121919"/>
                  <a:gd name="connsiteY19" fmla="*/ 38814 h 138826"/>
                  <a:gd name="connsiteX20" fmla="*/ 7620 w 121919"/>
                  <a:gd name="connsiteY20" fmla="*/ 100727 h 138826"/>
                  <a:gd name="connsiteX21" fmla="*/ 119063 w 121919"/>
                  <a:gd name="connsiteY21" fmla="*/ 102632 h 138826"/>
                  <a:gd name="connsiteX22" fmla="*/ 119063 w 121919"/>
                  <a:gd name="connsiteY22" fmla="*/ 102632 h 138826"/>
                  <a:gd name="connsiteX23" fmla="*/ 119063 w 121919"/>
                  <a:gd name="connsiteY23" fmla="*/ 102632 h 138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21919" h="138826">
                    <a:moveTo>
                      <a:pt x="60960" y="138827"/>
                    </a:moveTo>
                    <a:cubicBezTo>
                      <a:pt x="60007" y="138827"/>
                      <a:pt x="60007" y="138827"/>
                      <a:pt x="59055" y="138827"/>
                    </a:cubicBezTo>
                    <a:lnTo>
                      <a:pt x="1905" y="105489"/>
                    </a:lnTo>
                    <a:cubicBezTo>
                      <a:pt x="952" y="104537"/>
                      <a:pt x="0" y="103584"/>
                      <a:pt x="0" y="102632"/>
                    </a:cubicBezTo>
                    <a:lnTo>
                      <a:pt x="0" y="36909"/>
                    </a:lnTo>
                    <a:cubicBezTo>
                      <a:pt x="0" y="35957"/>
                      <a:pt x="952" y="35004"/>
                      <a:pt x="1905" y="34052"/>
                    </a:cubicBezTo>
                    <a:lnTo>
                      <a:pt x="59055" y="714"/>
                    </a:lnTo>
                    <a:cubicBezTo>
                      <a:pt x="60007" y="-238"/>
                      <a:pt x="60960" y="-238"/>
                      <a:pt x="62865" y="714"/>
                    </a:cubicBezTo>
                    <a:lnTo>
                      <a:pt x="120015" y="34052"/>
                    </a:lnTo>
                    <a:cubicBezTo>
                      <a:pt x="120967" y="35004"/>
                      <a:pt x="121920" y="35957"/>
                      <a:pt x="121920" y="36909"/>
                    </a:cubicBezTo>
                    <a:lnTo>
                      <a:pt x="121920" y="102632"/>
                    </a:lnTo>
                    <a:cubicBezTo>
                      <a:pt x="121920" y="103584"/>
                      <a:pt x="120967" y="104537"/>
                      <a:pt x="120015" y="105489"/>
                    </a:cubicBezTo>
                    <a:lnTo>
                      <a:pt x="62865" y="138827"/>
                    </a:lnTo>
                    <a:cubicBezTo>
                      <a:pt x="62865" y="138827"/>
                      <a:pt x="61913" y="138827"/>
                      <a:pt x="60960" y="138827"/>
                    </a:cubicBezTo>
                    <a:close/>
                    <a:moveTo>
                      <a:pt x="7620" y="100727"/>
                    </a:moveTo>
                    <a:lnTo>
                      <a:pt x="61913" y="132159"/>
                    </a:lnTo>
                    <a:lnTo>
                      <a:pt x="116205" y="100727"/>
                    </a:lnTo>
                    <a:lnTo>
                      <a:pt x="116205" y="38814"/>
                    </a:lnTo>
                    <a:lnTo>
                      <a:pt x="61913" y="7382"/>
                    </a:lnTo>
                    <a:lnTo>
                      <a:pt x="7620" y="38814"/>
                    </a:lnTo>
                    <a:lnTo>
                      <a:pt x="7620" y="100727"/>
                    </a:lnTo>
                    <a:close/>
                    <a:moveTo>
                      <a:pt x="119063" y="102632"/>
                    </a:moveTo>
                    <a:lnTo>
                      <a:pt x="119063" y="102632"/>
                    </a:lnTo>
                    <a:lnTo>
                      <a:pt x="119063" y="1026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9666642B-3790-C0B4-6012-3418AEE4A06C}"/>
                  </a:ext>
                </a:extLst>
              </p:cNvPr>
              <p:cNvSpPr/>
              <p:nvPr/>
            </p:nvSpPr>
            <p:spPr>
              <a:xfrm>
                <a:off x="9689156" y="4145130"/>
                <a:ext cx="230803" cy="134928"/>
              </a:xfrm>
              <a:custGeom>
                <a:avLst/>
                <a:gdLst>
                  <a:gd name="connsiteX0" fmla="*/ 227320 w 230803"/>
                  <a:gd name="connsiteY0" fmla="*/ 134928 h 134928"/>
                  <a:gd name="connsiteX1" fmla="*/ 225416 w 230803"/>
                  <a:gd name="connsiteY1" fmla="*/ 134928 h 134928"/>
                  <a:gd name="connsiteX2" fmla="*/ 1578 w 230803"/>
                  <a:gd name="connsiteY2" fmla="*/ 6341 h 134928"/>
                  <a:gd name="connsiteX3" fmla="*/ 625 w 230803"/>
                  <a:gd name="connsiteY3" fmla="*/ 1578 h 134928"/>
                  <a:gd name="connsiteX4" fmla="*/ 5388 w 230803"/>
                  <a:gd name="connsiteY4" fmla="*/ 626 h 134928"/>
                  <a:gd name="connsiteX5" fmla="*/ 229225 w 230803"/>
                  <a:gd name="connsiteY5" fmla="*/ 129213 h 134928"/>
                  <a:gd name="connsiteX6" fmla="*/ 230178 w 230803"/>
                  <a:gd name="connsiteY6" fmla="*/ 133976 h 134928"/>
                  <a:gd name="connsiteX7" fmla="*/ 227320 w 230803"/>
                  <a:gd name="connsiteY7" fmla="*/ 134928 h 13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0803" h="134928">
                    <a:moveTo>
                      <a:pt x="227320" y="134928"/>
                    </a:moveTo>
                    <a:cubicBezTo>
                      <a:pt x="226368" y="134928"/>
                      <a:pt x="226368" y="134928"/>
                      <a:pt x="225416" y="134928"/>
                    </a:cubicBezTo>
                    <a:lnTo>
                      <a:pt x="1578" y="6341"/>
                    </a:lnTo>
                    <a:cubicBezTo>
                      <a:pt x="-327" y="5388"/>
                      <a:pt x="-327" y="3483"/>
                      <a:pt x="625" y="1578"/>
                    </a:cubicBezTo>
                    <a:cubicBezTo>
                      <a:pt x="1578" y="-327"/>
                      <a:pt x="3483" y="-327"/>
                      <a:pt x="5388" y="626"/>
                    </a:cubicBezTo>
                    <a:lnTo>
                      <a:pt x="229225" y="129213"/>
                    </a:lnTo>
                    <a:cubicBezTo>
                      <a:pt x="231131" y="130166"/>
                      <a:pt x="231131" y="132071"/>
                      <a:pt x="230178" y="133976"/>
                    </a:cubicBezTo>
                    <a:cubicBezTo>
                      <a:pt x="229225" y="133976"/>
                      <a:pt x="228273" y="134928"/>
                      <a:pt x="227320" y="1349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B01E1B47-7CA3-31F5-0ECE-C998458693E8}"/>
                  </a:ext>
                </a:extLst>
              </p:cNvPr>
              <p:cNvSpPr/>
              <p:nvPr/>
            </p:nvSpPr>
            <p:spPr>
              <a:xfrm>
                <a:off x="9689387" y="4144409"/>
                <a:ext cx="230341" cy="135649"/>
              </a:xfrm>
              <a:custGeom>
                <a:avLst/>
                <a:gdLst>
                  <a:gd name="connsiteX0" fmla="*/ 3252 w 230341"/>
                  <a:gd name="connsiteY0" fmla="*/ 135650 h 135649"/>
                  <a:gd name="connsiteX1" fmla="*/ 394 w 230341"/>
                  <a:gd name="connsiteY1" fmla="*/ 133745 h 135649"/>
                  <a:gd name="connsiteX2" fmla="*/ 1347 w 230341"/>
                  <a:gd name="connsiteY2" fmla="*/ 128982 h 135649"/>
                  <a:gd name="connsiteX3" fmla="*/ 225185 w 230341"/>
                  <a:gd name="connsiteY3" fmla="*/ 395 h 135649"/>
                  <a:gd name="connsiteX4" fmla="*/ 229947 w 230341"/>
                  <a:gd name="connsiteY4" fmla="*/ 1347 h 135649"/>
                  <a:gd name="connsiteX5" fmla="*/ 228994 w 230341"/>
                  <a:gd name="connsiteY5" fmla="*/ 6110 h 135649"/>
                  <a:gd name="connsiteX6" fmla="*/ 5157 w 230341"/>
                  <a:gd name="connsiteY6" fmla="*/ 134697 h 135649"/>
                  <a:gd name="connsiteX7" fmla="*/ 3252 w 230341"/>
                  <a:gd name="connsiteY7" fmla="*/ 135650 h 135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0341" h="135649">
                    <a:moveTo>
                      <a:pt x="3252" y="135650"/>
                    </a:moveTo>
                    <a:cubicBezTo>
                      <a:pt x="2300" y="135650"/>
                      <a:pt x="1347" y="134697"/>
                      <a:pt x="394" y="133745"/>
                    </a:cubicBezTo>
                    <a:cubicBezTo>
                      <a:pt x="-558" y="131840"/>
                      <a:pt x="394" y="129935"/>
                      <a:pt x="1347" y="128982"/>
                    </a:cubicBezTo>
                    <a:lnTo>
                      <a:pt x="225185" y="395"/>
                    </a:lnTo>
                    <a:cubicBezTo>
                      <a:pt x="227089" y="-558"/>
                      <a:pt x="228994" y="395"/>
                      <a:pt x="229947" y="1347"/>
                    </a:cubicBezTo>
                    <a:cubicBezTo>
                      <a:pt x="230900" y="3252"/>
                      <a:pt x="229947" y="5157"/>
                      <a:pt x="228994" y="6110"/>
                    </a:cubicBezTo>
                    <a:lnTo>
                      <a:pt x="5157" y="134697"/>
                    </a:lnTo>
                    <a:cubicBezTo>
                      <a:pt x="4205" y="134697"/>
                      <a:pt x="4205" y="135650"/>
                      <a:pt x="3252" y="1356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6BACECFB-F238-3C23-A2E6-93B7F27841F5}"/>
                  </a:ext>
                </a:extLst>
              </p:cNvPr>
              <p:cNvSpPr/>
              <p:nvPr/>
            </p:nvSpPr>
            <p:spPr>
              <a:xfrm>
                <a:off x="9800272" y="4078128"/>
                <a:ext cx="7619" cy="265747"/>
              </a:xfrm>
              <a:custGeom>
                <a:avLst/>
                <a:gdLst>
                  <a:gd name="connsiteX0" fmla="*/ 3810 w 7619"/>
                  <a:gd name="connsiteY0" fmla="*/ 265748 h 265747"/>
                  <a:gd name="connsiteX1" fmla="*/ 0 w 7619"/>
                  <a:gd name="connsiteY1" fmla="*/ 261938 h 265747"/>
                  <a:gd name="connsiteX2" fmla="*/ 0 w 7619"/>
                  <a:gd name="connsiteY2" fmla="*/ 3810 h 265747"/>
                  <a:gd name="connsiteX3" fmla="*/ 3810 w 7619"/>
                  <a:gd name="connsiteY3" fmla="*/ 0 h 265747"/>
                  <a:gd name="connsiteX4" fmla="*/ 7620 w 7619"/>
                  <a:gd name="connsiteY4" fmla="*/ 3810 h 265747"/>
                  <a:gd name="connsiteX5" fmla="*/ 7620 w 7619"/>
                  <a:gd name="connsiteY5" fmla="*/ 261938 h 265747"/>
                  <a:gd name="connsiteX6" fmla="*/ 3810 w 7619"/>
                  <a:gd name="connsiteY6" fmla="*/ 265748 h 26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9" h="265747">
                    <a:moveTo>
                      <a:pt x="3810" y="265748"/>
                    </a:moveTo>
                    <a:cubicBezTo>
                      <a:pt x="1905" y="265748"/>
                      <a:pt x="0" y="263842"/>
                      <a:pt x="0" y="261938"/>
                    </a:cubicBezTo>
                    <a:lnTo>
                      <a:pt x="0" y="3810"/>
                    </a:lnTo>
                    <a:cubicBezTo>
                      <a:pt x="0" y="1905"/>
                      <a:pt x="1905" y="0"/>
                      <a:pt x="3810" y="0"/>
                    </a:cubicBezTo>
                    <a:cubicBezTo>
                      <a:pt x="5715" y="0"/>
                      <a:pt x="7620" y="1905"/>
                      <a:pt x="7620" y="3810"/>
                    </a:cubicBezTo>
                    <a:lnTo>
                      <a:pt x="7620" y="261938"/>
                    </a:lnTo>
                    <a:cubicBezTo>
                      <a:pt x="7620" y="264795"/>
                      <a:pt x="5715" y="265748"/>
                      <a:pt x="3810" y="2657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B85D44ED-82E4-A841-CC22-E908A6A2B57B}"/>
                </a:ext>
              </a:extLst>
            </p:cNvPr>
            <p:cNvSpPr/>
            <p:nvPr/>
          </p:nvSpPr>
          <p:spPr>
            <a:xfrm>
              <a:off x="11646535" y="2530920"/>
              <a:ext cx="21970" cy="21878"/>
            </a:xfrm>
            <a:custGeom>
              <a:avLst/>
              <a:gdLst>
                <a:gd name="connsiteX0" fmla="*/ 12382 w 24868"/>
                <a:gd name="connsiteY0" fmla="*/ 24765 h 24765"/>
                <a:gd name="connsiteX1" fmla="*/ 0 w 24868"/>
                <a:gd name="connsiteY1" fmla="*/ 12383 h 24765"/>
                <a:gd name="connsiteX2" fmla="*/ 12382 w 24868"/>
                <a:gd name="connsiteY2" fmla="*/ 0 h 24765"/>
                <a:gd name="connsiteX3" fmla="*/ 24765 w 24868"/>
                <a:gd name="connsiteY3" fmla="*/ 12383 h 24765"/>
                <a:gd name="connsiteX4" fmla="*/ 12382 w 24868"/>
                <a:gd name="connsiteY4" fmla="*/ 24765 h 24765"/>
                <a:gd name="connsiteX5" fmla="*/ 12382 w 24868"/>
                <a:gd name="connsiteY5" fmla="*/ 1905 h 24765"/>
                <a:gd name="connsiteX6" fmla="*/ 2857 w 24868"/>
                <a:gd name="connsiteY6" fmla="*/ 11430 h 24765"/>
                <a:gd name="connsiteX7" fmla="*/ 12382 w 24868"/>
                <a:gd name="connsiteY7" fmla="*/ 20955 h 24765"/>
                <a:gd name="connsiteX8" fmla="*/ 21907 w 24868"/>
                <a:gd name="connsiteY8" fmla="*/ 11430 h 24765"/>
                <a:gd name="connsiteX9" fmla="*/ 12382 w 24868"/>
                <a:gd name="connsiteY9" fmla="*/ 1905 h 2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68" h="24765">
                  <a:moveTo>
                    <a:pt x="12382" y="24765"/>
                  </a:moveTo>
                  <a:cubicBezTo>
                    <a:pt x="5715" y="24765"/>
                    <a:pt x="0" y="19050"/>
                    <a:pt x="0" y="12383"/>
                  </a:cubicBezTo>
                  <a:cubicBezTo>
                    <a:pt x="0" y="5715"/>
                    <a:pt x="5715" y="0"/>
                    <a:pt x="12382" y="0"/>
                  </a:cubicBezTo>
                  <a:cubicBezTo>
                    <a:pt x="19050" y="0"/>
                    <a:pt x="24765" y="5715"/>
                    <a:pt x="24765" y="12383"/>
                  </a:cubicBezTo>
                  <a:cubicBezTo>
                    <a:pt x="25718" y="19050"/>
                    <a:pt x="20002" y="24765"/>
                    <a:pt x="12382" y="24765"/>
                  </a:cubicBezTo>
                  <a:close/>
                  <a:moveTo>
                    <a:pt x="12382" y="1905"/>
                  </a:moveTo>
                  <a:cubicBezTo>
                    <a:pt x="7620" y="1905"/>
                    <a:pt x="2857" y="5715"/>
                    <a:pt x="2857" y="11430"/>
                  </a:cubicBezTo>
                  <a:cubicBezTo>
                    <a:pt x="2857" y="16192"/>
                    <a:pt x="6668" y="20955"/>
                    <a:pt x="12382" y="20955"/>
                  </a:cubicBezTo>
                  <a:cubicBezTo>
                    <a:pt x="17145" y="20955"/>
                    <a:pt x="21907" y="17145"/>
                    <a:pt x="21907" y="11430"/>
                  </a:cubicBezTo>
                  <a:cubicBezTo>
                    <a:pt x="21907" y="6667"/>
                    <a:pt x="18098" y="1905"/>
                    <a:pt x="12382" y="190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5D1DECE4-24C7-476F-183F-F45BC1CCEAC3}"/>
                </a:ext>
              </a:extLst>
            </p:cNvPr>
            <p:cNvSpPr/>
            <p:nvPr/>
          </p:nvSpPr>
          <p:spPr>
            <a:xfrm>
              <a:off x="11645694" y="2535957"/>
              <a:ext cx="10097" cy="10097"/>
            </a:xfrm>
            <a:custGeom>
              <a:avLst/>
              <a:gdLst>
                <a:gd name="connsiteX0" fmla="*/ 0 w 11429"/>
                <a:gd name="connsiteY0" fmla="*/ 5715 h 11429"/>
                <a:gd name="connsiteX1" fmla="*/ 5715 w 11429"/>
                <a:gd name="connsiteY1" fmla="*/ 0 h 11429"/>
                <a:gd name="connsiteX2" fmla="*/ 11430 w 11429"/>
                <a:gd name="connsiteY2" fmla="*/ 5715 h 11429"/>
                <a:gd name="connsiteX3" fmla="*/ 5715 w 11429"/>
                <a:gd name="connsiteY3" fmla="*/ 11430 h 11429"/>
                <a:gd name="connsiteX4" fmla="*/ 0 w 11429"/>
                <a:gd name="connsiteY4" fmla="*/ 5715 h 1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29" h="11429">
                  <a:moveTo>
                    <a:pt x="0" y="5715"/>
                  </a:moveTo>
                  <a:cubicBezTo>
                    <a:pt x="0" y="2857"/>
                    <a:pt x="2857" y="0"/>
                    <a:pt x="5715" y="0"/>
                  </a:cubicBezTo>
                  <a:cubicBezTo>
                    <a:pt x="8572" y="0"/>
                    <a:pt x="11430" y="2857"/>
                    <a:pt x="11430" y="5715"/>
                  </a:cubicBezTo>
                  <a:cubicBezTo>
                    <a:pt x="11430" y="8572"/>
                    <a:pt x="8572" y="11430"/>
                    <a:pt x="5715" y="11430"/>
                  </a:cubicBezTo>
                  <a:cubicBezTo>
                    <a:pt x="2857" y="11430"/>
                    <a:pt x="0" y="8572"/>
                    <a:pt x="0" y="5715"/>
                  </a:cubicBezTo>
                  <a:close/>
                </a:path>
              </a:pathLst>
            </a:custGeom>
            <a:solidFill>
              <a:srgbClr val="72CE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AD6DE607-D9C2-8173-4E29-9A364CA36758}"/>
                </a:ext>
              </a:extLst>
            </p:cNvPr>
            <p:cNvSpPr/>
            <p:nvPr/>
          </p:nvSpPr>
          <p:spPr>
            <a:xfrm>
              <a:off x="11674303" y="2539322"/>
              <a:ext cx="34501" cy="3364"/>
            </a:xfrm>
            <a:custGeom>
              <a:avLst/>
              <a:gdLst>
                <a:gd name="connsiteX0" fmla="*/ 37148 w 39052"/>
                <a:gd name="connsiteY0" fmla="*/ 3810 h 3809"/>
                <a:gd name="connsiteX1" fmla="*/ 1905 w 39052"/>
                <a:gd name="connsiteY1" fmla="*/ 3810 h 3809"/>
                <a:gd name="connsiteX2" fmla="*/ 0 w 39052"/>
                <a:gd name="connsiteY2" fmla="*/ 1905 h 3809"/>
                <a:gd name="connsiteX3" fmla="*/ 1905 w 39052"/>
                <a:gd name="connsiteY3" fmla="*/ 0 h 3809"/>
                <a:gd name="connsiteX4" fmla="*/ 37148 w 39052"/>
                <a:gd name="connsiteY4" fmla="*/ 0 h 3809"/>
                <a:gd name="connsiteX5" fmla="*/ 39053 w 39052"/>
                <a:gd name="connsiteY5" fmla="*/ 1905 h 3809"/>
                <a:gd name="connsiteX6" fmla="*/ 37148 w 39052"/>
                <a:gd name="connsiteY6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052" h="3809">
                  <a:moveTo>
                    <a:pt x="37148" y="3810"/>
                  </a:moveTo>
                  <a:lnTo>
                    <a:pt x="1905" y="3810"/>
                  </a:lnTo>
                  <a:cubicBezTo>
                    <a:pt x="953" y="3810"/>
                    <a:pt x="0" y="2858"/>
                    <a:pt x="0" y="1905"/>
                  </a:cubicBezTo>
                  <a:cubicBezTo>
                    <a:pt x="0" y="953"/>
                    <a:pt x="953" y="0"/>
                    <a:pt x="1905" y="0"/>
                  </a:cubicBezTo>
                  <a:lnTo>
                    <a:pt x="37148" y="0"/>
                  </a:lnTo>
                  <a:cubicBezTo>
                    <a:pt x="38100" y="0"/>
                    <a:pt x="39053" y="953"/>
                    <a:pt x="39053" y="1905"/>
                  </a:cubicBezTo>
                  <a:cubicBezTo>
                    <a:pt x="39053" y="2858"/>
                    <a:pt x="38100" y="3810"/>
                    <a:pt x="37148" y="381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AEF39770-DF42-B443-CC1E-8592360969C5}"/>
                </a:ext>
              </a:extLst>
            </p:cNvPr>
            <p:cNvSpPr/>
            <p:nvPr/>
          </p:nvSpPr>
          <p:spPr>
            <a:xfrm>
              <a:off x="11600253" y="2539299"/>
              <a:ext cx="34501" cy="3364"/>
            </a:xfrm>
            <a:custGeom>
              <a:avLst/>
              <a:gdLst>
                <a:gd name="connsiteX0" fmla="*/ 37148 w 39052"/>
                <a:gd name="connsiteY0" fmla="*/ 3810 h 3809"/>
                <a:gd name="connsiteX1" fmla="*/ 1905 w 39052"/>
                <a:gd name="connsiteY1" fmla="*/ 3810 h 3809"/>
                <a:gd name="connsiteX2" fmla="*/ 0 w 39052"/>
                <a:gd name="connsiteY2" fmla="*/ 1905 h 3809"/>
                <a:gd name="connsiteX3" fmla="*/ 1905 w 39052"/>
                <a:gd name="connsiteY3" fmla="*/ 0 h 3809"/>
                <a:gd name="connsiteX4" fmla="*/ 37148 w 39052"/>
                <a:gd name="connsiteY4" fmla="*/ 0 h 3809"/>
                <a:gd name="connsiteX5" fmla="*/ 39052 w 39052"/>
                <a:gd name="connsiteY5" fmla="*/ 1905 h 3809"/>
                <a:gd name="connsiteX6" fmla="*/ 37148 w 39052"/>
                <a:gd name="connsiteY6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052" h="3809">
                  <a:moveTo>
                    <a:pt x="37148" y="3810"/>
                  </a:moveTo>
                  <a:lnTo>
                    <a:pt x="1905" y="3810"/>
                  </a:lnTo>
                  <a:cubicBezTo>
                    <a:pt x="952" y="3810"/>
                    <a:pt x="0" y="2858"/>
                    <a:pt x="0" y="1905"/>
                  </a:cubicBezTo>
                  <a:cubicBezTo>
                    <a:pt x="0" y="953"/>
                    <a:pt x="952" y="0"/>
                    <a:pt x="1905" y="0"/>
                  </a:cubicBezTo>
                  <a:lnTo>
                    <a:pt x="37148" y="0"/>
                  </a:lnTo>
                  <a:cubicBezTo>
                    <a:pt x="38100" y="0"/>
                    <a:pt x="39052" y="953"/>
                    <a:pt x="39052" y="1905"/>
                  </a:cubicBezTo>
                  <a:cubicBezTo>
                    <a:pt x="39052" y="2858"/>
                    <a:pt x="38100" y="3810"/>
                    <a:pt x="37148" y="381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C25FE80D-5F2B-5880-CACA-54CFD595736B}"/>
                </a:ext>
              </a:extLst>
            </p:cNvPr>
            <p:cNvSpPr/>
            <p:nvPr/>
          </p:nvSpPr>
          <p:spPr>
            <a:xfrm>
              <a:off x="9954289" y="2578006"/>
              <a:ext cx="613449" cy="8416"/>
            </a:xfrm>
            <a:custGeom>
              <a:avLst/>
              <a:gdLst>
                <a:gd name="connsiteX0" fmla="*/ 687705 w 694372"/>
                <a:gd name="connsiteY0" fmla="*/ 9525 h 9525"/>
                <a:gd name="connsiteX1" fmla="*/ 6667 w 694372"/>
                <a:gd name="connsiteY1" fmla="*/ 9525 h 9525"/>
                <a:gd name="connsiteX2" fmla="*/ 0 w 694372"/>
                <a:gd name="connsiteY2" fmla="*/ 4763 h 9525"/>
                <a:gd name="connsiteX3" fmla="*/ 6667 w 694372"/>
                <a:gd name="connsiteY3" fmla="*/ 0 h 9525"/>
                <a:gd name="connsiteX4" fmla="*/ 687705 w 694372"/>
                <a:gd name="connsiteY4" fmla="*/ 0 h 9525"/>
                <a:gd name="connsiteX5" fmla="*/ 694372 w 694372"/>
                <a:gd name="connsiteY5" fmla="*/ 4763 h 9525"/>
                <a:gd name="connsiteX6" fmla="*/ 687705 w 694372"/>
                <a:gd name="connsiteY6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372" h="9525">
                  <a:moveTo>
                    <a:pt x="687705" y="9525"/>
                  </a:moveTo>
                  <a:lnTo>
                    <a:pt x="6667" y="9525"/>
                  </a:lnTo>
                  <a:cubicBezTo>
                    <a:pt x="2857" y="9525"/>
                    <a:pt x="0" y="7620"/>
                    <a:pt x="0" y="4763"/>
                  </a:cubicBezTo>
                  <a:cubicBezTo>
                    <a:pt x="0" y="1905"/>
                    <a:pt x="2857" y="0"/>
                    <a:pt x="6667" y="0"/>
                  </a:cubicBezTo>
                  <a:lnTo>
                    <a:pt x="687705" y="0"/>
                  </a:lnTo>
                  <a:cubicBezTo>
                    <a:pt x="691515" y="0"/>
                    <a:pt x="694372" y="1905"/>
                    <a:pt x="694372" y="4763"/>
                  </a:cubicBezTo>
                  <a:cubicBezTo>
                    <a:pt x="694372" y="7620"/>
                    <a:pt x="691515" y="9525"/>
                    <a:pt x="6877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0F0B902-B231-7C82-6CA8-6814F39EC7C0}"/>
                </a:ext>
              </a:extLst>
            </p:cNvPr>
            <p:cNvSpPr/>
            <p:nvPr/>
          </p:nvSpPr>
          <p:spPr>
            <a:xfrm>
              <a:off x="10581205" y="2577972"/>
              <a:ext cx="41232" cy="8416"/>
            </a:xfrm>
            <a:custGeom>
              <a:avLst/>
              <a:gdLst>
                <a:gd name="connsiteX0" fmla="*/ 40005 w 46672"/>
                <a:gd name="connsiteY0" fmla="*/ 9525 h 9525"/>
                <a:gd name="connsiteX1" fmla="*/ 6667 w 46672"/>
                <a:gd name="connsiteY1" fmla="*/ 9525 h 9525"/>
                <a:gd name="connsiteX2" fmla="*/ 0 w 46672"/>
                <a:gd name="connsiteY2" fmla="*/ 4763 h 9525"/>
                <a:gd name="connsiteX3" fmla="*/ 6667 w 46672"/>
                <a:gd name="connsiteY3" fmla="*/ 0 h 9525"/>
                <a:gd name="connsiteX4" fmla="*/ 40005 w 46672"/>
                <a:gd name="connsiteY4" fmla="*/ 0 h 9525"/>
                <a:gd name="connsiteX5" fmla="*/ 46672 w 46672"/>
                <a:gd name="connsiteY5" fmla="*/ 4763 h 9525"/>
                <a:gd name="connsiteX6" fmla="*/ 40005 w 46672"/>
                <a:gd name="connsiteY6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672" h="9525">
                  <a:moveTo>
                    <a:pt x="40005" y="9525"/>
                  </a:moveTo>
                  <a:lnTo>
                    <a:pt x="6667" y="9525"/>
                  </a:lnTo>
                  <a:cubicBezTo>
                    <a:pt x="2857" y="9525"/>
                    <a:pt x="0" y="7620"/>
                    <a:pt x="0" y="4763"/>
                  </a:cubicBezTo>
                  <a:cubicBezTo>
                    <a:pt x="0" y="1905"/>
                    <a:pt x="2857" y="0"/>
                    <a:pt x="6667" y="0"/>
                  </a:cubicBezTo>
                  <a:lnTo>
                    <a:pt x="40005" y="0"/>
                  </a:lnTo>
                  <a:cubicBezTo>
                    <a:pt x="43815" y="0"/>
                    <a:pt x="46672" y="1905"/>
                    <a:pt x="46672" y="4763"/>
                  </a:cubicBezTo>
                  <a:cubicBezTo>
                    <a:pt x="46672" y="7620"/>
                    <a:pt x="43815" y="9525"/>
                    <a:pt x="40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AF82F654-C723-3DDD-F38D-1CC4D18331F9}"/>
                </a:ext>
              </a:extLst>
            </p:cNvPr>
            <p:cNvSpPr/>
            <p:nvPr/>
          </p:nvSpPr>
          <p:spPr>
            <a:xfrm>
              <a:off x="11543879" y="2594988"/>
              <a:ext cx="135479" cy="8416"/>
            </a:xfrm>
            <a:custGeom>
              <a:avLst/>
              <a:gdLst>
                <a:gd name="connsiteX0" fmla="*/ 148590 w 153352"/>
                <a:gd name="connsiteY0" fmla="*/ 9525 h 9525"/>
                <a:gd name="connsiteX1" fmla="*/ 4763 w 153352"/>
                <a:gd name="connsiteY1" fmla="*/ 9525 h 9525"/>
                <a:gd name="connsiteX2" fmla="*/ 0 w 153352"/>
                <a:gd name="connsiteY2" fmla="*/ 4763 h 9525"/>
                <a:gd name="connsiteX3" fmla="*/ 4763 w 153352"/>
                <a:gd name="connsiteY3" fmla="*/ 0 h 9525"/>
                <a:gd name="connsiteX4" fmla="*/ 148590 w 153352"/>
                <a:gd name="connsiteY4" fmla="*/ 0 h 9525"/>
                <a:gd name="connsiteX5" fmla="*/ 153353 w 153352"/>
                <a:gd name="connsiteY5" fmla="*/ 4763 h 9525"/>
                <a:gd name="connsiteX6" fmla="*/ 148590 w 153352"/>
                <a:gd name="connsiteY6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352" h="9525">
                  <a:moveTo>
                    <a:pt x="148590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148590" y="0"/>
                  </a:lnTo>
                  <a:cubicBezTo>
                    <a:pt x="151448" y="0"/>
                    <a:pt x="153353" y="1905"/>
                    <a:pt x="153353" y="4763"/>
                  </a:cubicBezTo>
                  <a:cubicBezTo>
                    <a:pt x="153353" y="7620"/>
                    <a:pt x="151448" y="9525"/>
                    <a:pt x="148590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354A3860-441F-3F14-3823-A922AEA88220}"/>
                </a:ext>
              </a:extLst>
            </p:cNvPr>
            <p:cNvSpPr/>
            <p:nvPr/>
          </p:nvSpPr>
          <p:spPr>
            <a:xfrm>
              <a:off x="11690279" y="2595042"/>
              <a:ext cx="28609" cy="8416"/>
            </a:xfrm>
            <a:custGeom>
              <a:avLst/>
              <a:gdLst>
                <a:gd name="connsiteX0" fmla="*/ 27622 w 32384"/>
                <a:gd name="connsiteY0" fmla="*/ 9525 h 9525"/>
                <a:gd name="connsiteX1" fmla="*/ 4763 w 32384"/>
                <a:gd name="connsiteY1" fmla="*/ 9525 h 9525"/>
                <a:gd name="connsiteX2" fmla="*/ 0 w 32384"/>
                <a:gd name="connsiteY2" fmla="*/ 4763 h 9525"/>
                <a:gd name="connsiteX3" fmla="*/ 4763 w 32384"/>
                <a:gd name="connsiteY3" fmla="*/ 0 h 9525"/>
                <a:gd name="connsiteX4" fmla="*/ 27622 w 32384"/>
                <a:gd name="connsiteY4" fmla="*/ 0 h 9525"/>
                <a:gd name="connsiteX5" fmla="*/ 32385 w 32384"/>
                <a:gd name="connsiteY5" fmla="*/ 4763 h 9525"/>
                <a:gd name="connsiteX6" fmla="*/ 27622 w 32384"/>
                <a:gd name="connsiteY6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84" h="9525">
                  <a:moveTo>
                    <a:pt x="27622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7622" y="0"/>
                  </a:lnTo>
                  <a:cubicBezTo>
                    <a:pt x="30480" y="0"/>
                    <a:pt x="32385" y="1905"/>
                    <a:pt x="32385" y="4763"/>
                  </a:cubicBezTo>
                  <a:cubicBezTo>
                    <a:pt x="32385" y="7620"/>
                    <a:pt x="30480" y="9525"/>
                    <a:pt x="27622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C8C3F5F0-5520-395F-4ACE-BF478CB8A577}"/>
                </a:ext>
              </a:extLst>
            </p:cNvPr>
            <p:cNvSpPr/>
            <p:nvPr/>
          </p:nvSpPr>
          <p:spPr>
            <a:xfrm>
              <a:off x="9273284" y="1963303"/>
              <a:ext cx="36347" cy="24403"/>
            </a:xfrm>
            <a:custGeom>
              <a:avLst/>
              <a:gdLst>
                <a:gd name="connsiteX0" fmla="*/ 20717 w 41142"/>
                <a:gd name="connsiteY0" fmla="*/ 27623 h 27622"/>
                <a:gd name="connsiteX1" fmla="*/ 20717 w 41142"/>
                <a:gd name="connsiteY1" fmla="*/ 27623 h 27622"/>
                <a:gd name="connsiteX2" fmla="*/ 17859 w 41142"/>
                <a:gd name="connsiteY2" fmla="*/ 26670 h 27622"/>
                <a:gd name="connsiteX3" fmla="*/ 714 w 41142"/>
                <a:gd name="connsiteY3" fmla="*/ 5715 h 27622"/>
                <a:gd name="connsiteX4" fmla="*/ 714 w 41142"/>
                <a:gd name="connsiteY4" fmla="*/ 1905 h 27622"/>
                <a:gd name="connsiteX5" fmla="*/ 3572 w 41142"/>
                <a:gd name="connsiteY5" fmla="*/ 0 h 27622"/>
                <a:gd name="connsiteX6" fmla="*/ 37862 w 41142"/>
                <a:gd name="connsiteY6" fmla="*/ 0 h 27622"/>
                <a:gd name="connsiteX7" fmla="*/ 40719 w 41142"/>
                <a:gd name="connsiteY7" fmla="*/ 1905 h 27622"/>
                <a:gd name="connsiteX8" fmla="*/ 40719 w 41142"/>
                <a:gd name="connsiteY8" fmla="*/ 5715 h 27622"/>
                <a:gd name="connsiteX9" fmla="*/ 23574 w 41142"/>
                <a:gd name="connsiteY9" fmla="*/ 26670 h 27622"/>
                <a:gd name="connsiteX10" fmla="*/ 20717 w 41142"/>
                <a:gd name="connsiteY10" fmla="*/ 27623 h 27622"/>
                <a:gd name="connsiteX11" fmla="*/ 11192 w 41142"/>
                <a:gd name="connsiteY11" fmla="*/ 5715 h 27622"/>
                <a:gd name="connsiteX12" fmla="*/ 21669 w 41142"/>
                <a:gd name="connsiteY12" fmla="*/ 18098 h 27622"/>
                <a:gd name="connsiteX13" fmla="*/ 32147 w 41142"/>
                <a:gd name="connsiteY13" fmla="*/ 5715 h 27622"/>
                <a:gd name="connsiteX14" fmla="*/ 11192 w 41142"/>
                <a:gd name="connsiteY14" fmla="*/ 5715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2" h="27622">
                  <a:moveTo>
                    <a:pt x="20717" y="27623"/>
                  </a:moveTo>
                  <a:lnTo>
                    <a:pt x="20717" y="27623"/>
                  </a:lnTo>
                  <a:cubicBezTo>
                    <a:pt x="19764" y="27623"/>
                    <a:pt x="18812" y="27623"/>
                    <a:pt x="17859" y="26670"/>
                  </a:cubicBezTo>
                  <a:lnTo>
                    <a:pt x="714" y="5715"/>
                  </a:lnTo>
                  <a:cubicBezTo>
                    <a:pt x="-238" y="4763"/>
                    <a:pt x="-238" y="2858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37862" y="0"/>
                  </a:lnTo>
                  <a:cubicBezTo>
                    <a:pt x="38814" y="0"/>
                    <a:pt x="40719" y="952"/>
                    <a:pt x="40719" y="1905"/>
                  </a:cubicBezTo>
                  <a:cubicBezTo>
                    <a:pt x="41672" y="2858"/>
                    <a:pt x="40719" y="4763"/>
                    <a:pt x="40719" y="5715"/>
                  </a:cubicBezTo>
                  <a:lnTo>
                    <a:pt x="23574" y="26670"/>
                  </a:lnTo>
                  <a:cubicBezTo>
                    <a:pt x="22622" y="26670"/>
                    <a:pt x="21669" y="27623"/>
                    <a:pt x="20717" y="27623"/>
                  </a:cubicBezTo>
                  <a:close/>
                  <a:moveTo>
                    <a:pt x="11192" y="5715"/>
                  </a:moveTo>
                  <a:lnTo>
                    <a:pt x="21669" y="18098"/>
                  </a:lnTo>
                  <a:lnTo>
                    <a:pt x="32147" y="5715"/>
                  </a:lnTo>
                  <a:lnTo>
                    <a:pt x="11192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0F36859C-6E26-19BB-6133-D65403A31234}"/>
                </a:ext>
              </a:extLst>
            </p:cNvPr>
            <p:cNvSpPr/>
            <p:nvPr/>
          </p:nvSpPr>
          <p:spPr>
            <a:xfrm flipV="1">
              <a:off x="9331500" y="2191217"/>
              <a:ext cx="51494" cy="33658"/>
            </a:xfrm>
            <a:custGeom>
              <a:avLst/>
              <a:gdLst>
                <a:gd name="connsiteX0" fmla="*/ 54716 w 58287"/>
                <a:gd name="connsiteY0" fmla="*/ 38100 h 38100"/>
                <a:gd name="connsiteX1" fmla="*/ 3281 w 58287"/>
                <a:gd name="connsiteY1" fmla="*/ 38100 h 38100"/>
                <a:gd name="connsiteX2" fmla="*/ 423 w 58287"/>
                <a:gd name="connsiteY2" fmla="*/ 36195 h 38100"/>
                <a:gd name="connsiteX3" fmla="*/ 423 w 58287"/>
                <a:gd name="connsiteY3" fmla="*/ 32385 h 38100"/>
                <a:gd name="connsiteX4" fmla="*/ 26141 w 58287"/>
                <a:gd name="connsiteY4" fmla="*/ 952 h 38100"/>
                <a:gd name="connsiteX5" fmla="*/ 28998 w 58287"/>
                <a:gd name="connsiteY5" fmla="*/ 0 h 38100"/>
                <a:gd name="connsiteX6" fmla="*/ 28998 w 58287"/>
                <a:gd name="connsiteY6" fmla="*/ 0 h 38100"/>
                <a:gd name="connsiteX7" fmla="*/ 31856 w 58287"/>
                <a:gd name="connsiteY7" fmla="*/ 952 h 38100"/>
                <a:gd name="connsiteX8" fmla="*/ 57573 w 58287"/>
                <a:gd name="connsiteY8" fmla="*/ 32385 h 38100"/>
                <a:gd name="connsiteX9" fmla="*/ 57573 w 58287"/>
                <a:gd name="connsiteY9" fmla="*/ 36195 h 38100"/>
                <a:gd name="connsiteX10" fmla="*/ 54716 w 58287"/>
                <a:gd name="connsiteY10" fmla="*/ 38100 h 38100"/>
                <a:gd name="connsiteX11" fmla="*/ 10901 w 58287"/>
                <a:gd name="connsiteY11" fmla="*/ 31432 h 38100"/>
                <a:gd name="connsiteX12" fmla="*/ 48048 w 58287"/>
                <a:gd name="connsiteY12" fmla="*/ 31432 h 38100"/>
                <a:gd name="connsiteX13" fmla="*/ 29951 w 58287"/>
                <a:gd name="connsiteY13" fmla="*/ 8572 h 38100"/>
                <a:gd name="connsiteX14" fmla="*/ 10901 w 58287"/>
                <a:gd name="connsiteY14" fmla="*/ 3143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87" h="38100">
                  <a:moveTo>
                    <a:pt x="54716" y="38100"/>
                  </a:moveTo>
                  <a:lnTo>
                    <a:pt x="3281" y="38100"/>
                  </a:lnTo>
                  <a:cubicBezTo>
                    <a:pt x="2328" y="38100"/>
                    <a:pt x="423" y="37147"/>
                    <a:pt x="423" y="36195"/>
                  </a:cubicBezTo>
                  <a:cubicBezTo>
                    <a:pt x="-529" y="35242"/>
                    <a:pt x="423" y="33338"/>
                    <a:pt x="423" y="32385"/>
                  </a:cubicBezTo>
                  <a:lnTo>
                    <a:pt x="26141" y="952"/>
                  </a:lnTo>
                  <a:cubicBezTo>
                    <a:pt x="27094" y="0"/>
                    <a:pt x="28046" y="0"/>
                    <a:pt x="28998" y="0"/>
                  </a:cubicBezTo>
                  <a:lnTo>
                    <a:pt x="28998" y="0"/>
                  </a:lnTo>
                  <a:cubicBezTo>
                    <a:pt x="29951" y="0"/>
                    <a:pt x="30903" y="0"/>
                    <a:pt x="31856" y="952"/>
                  </a:cubicBezTo>
                  <a:lnTo>
                    <a:pt x="57573" y="32385"/>
                  </a:lnTo>
                  <a:cubicBezTo>
                    <a:pt x="58526" y="33338"/>
                    <a:pt x="58526" y="35242"/>
                    <a:pt x="57573" y="36195"/>
                  </a:cubicBezTo>
                  <a:cubicBezTo>
                    <a:pt x="56621" y="37147"/>
                    <a:pt x="55669" y="38100"/>
                    <a:pt x="54716" y="38100"/>
                  </a:cubicBezTo>
                  <a:close/>
                  <a:moveTo>
                    <a:pt x="10901" y="31432"/>
                  </a:moveTo>
                  <a:lnTo>
                    <a:pt x="48048" y="31432"/>
                  </a:lnTo>
                  <a:lnTo>
                    <a:pt x="29951" y="8572"/>
                  </a:lnTo>
                  <a:lnTo>
                    <a:pt x="10901" y="314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D8E75737-AA40-15A2-E407-FA597587A310}"/>
                </a:ext>
              </a:extLst>
            </p:cNvPr>
            <p:cNvSpPr/>
            <p:nvPr/>
          </p:nvSpPr>
          <p:spPr>
            <a:xfrm>
              <a:off x="9730208" y="2164838"/>
              <a:ext cx="21037" cy="21037"/>
            </a:xfrm>
            <a:custGeom>
              <a:avLst/>
              <a:gdLst>
                <a:gd name="connsiteX0" fmla="*/ 0 w 23812"/>
                <a:gd name="connsiteY0" fmla="*/ 0 h 23812"/>
                <a:gd name="connsiteX1" fmla="*/ 23813 w 23812"/>
                <a:gd name="connsiteY1" fmla="*/ 0 h 23812"/>
                <a:gd name="connsiteX2" fmla="*/ 23813 w 23812"/>
                <a:gd name="connsiteY2" fmla="*/ 23813 h 23812"/>
                <a:gd name="connsiteX3" fmla="*/ 0 w 23812"/>
                <a:gd name="connsiteY3" fmla="*/ 23813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" h="23812">
                  <a:moveTo>
                    <a:pt x="0" y="0"/>
                  </a:moveTo>
                  <a:lnTo>
                    <a:pt x="23813" y="0"/>
                  </a:lnTo>
                  <a:lnTo>
                    <a:pt x="23813" y="23813"/>
                  </a:lnTo>
                  <a:lnTo>
                    <a:pt x="0" y="23813"/>
                  </a:lnTo>
                  <a:close/>
                </a:path>
              </a:pathLst>
            </a:custGeom>
            <a:solidFill>
              <a:srgbClr val="FFD55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grpSp>
          <p:nvGrpSpPr>
            <p:cNvPr id="977" name="Group 976">
              <a:extLst>
                <a:ext uri="{FF2B5EF4-FFF2-40B4-BE49-F238E27FC236}">
                  <a16:creationId xmlns:a16="http://schemas.microsoft.com/office/drawing/2014/main" id="{C1D41F91-4991-4EF6-F07B-E7C3E91EA913}"/>
                </a:ext>
              </a:extLst>
            </p:cNvPr>
            <p:cNvGrpSpPr/>
            <p:nvPr/>
          </p:nvGrpSpPr>
          <p:grpSpPr>
            <a:xfrm>
              <a:off x="9158794" y="1749338"/>
              <a:ext cx="615065" cy="269893"/>
              <a:chOff x="12999654" y="2546696"/>
              <a:chExt cx="1181712" cy="518537"/>
            </a:xfrm>
          </p:grpSpPr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BF765D06-6055-7623-1D18-62A214125D1B}"/>
                  </a:ext>
                </a:extLst>
              </p:cNvPr>
              <p:cNvSpPr/>
              <p:nvPr/>
            </p:nvSpPr>
            <p:spPr>
              <a:xfrm>
                <a:off x="14084697" y="2614823"/>
                <a:ext cx="87620" cy="260998"/>
              </a:xfrm>
              <a:custGeom>
                <a:avLst/>
                <a:gdLst>
                  <a:gd name="connsiteX0" fmla="*/ 267615 w 267614"/>
                  <a:gd name="connsiteY0" fmla="*/ 422453 h 797153"/>
                  <a:gd name="connsiteX1" fmla="*/ 201575 w 267614"/>
                  <a:gd name="connsiteY1" fmla="*/ 797154 h 797153"/>
                  <a:gd name="connsiteX2" fmla="*/ 0 w 267614"/>
                  <a:gd name="connsiteY2" fmla="*/ 787603 h 797153"/>
                  <a:gd name="connsiteX3" fmla="*/ 11379 w 267614"/>
                  <a:gd name="connsiteY3" fmla="*/ 336906 h 797153"/>
                  <a:gd name="connsiteX4" fmla="*/ 37795 w 267614"/>
                  <a:gd name="connsiteY4" fmla="*/ 0 h 797153"/>
                  <a:gd name="connsiteX5" fmla="*/ 244450 w 267614"/>
                  <a:gd name="connsiteY5" fmla="*/ 90627 h 79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614" h="797153">
                    <a:moveTo>
                      <a:pt x="267615" y="422453"/>
                    </a:moveTo>
                    <a:lnTo>
                      <a:pt x="201575" y="797154"/>
                    </a:lnTo>
                    <a:lnTo>
                      <a:pt x="0" y="787603"/>
                    </a:lnTo>
                    <a:lnTo>
                      <a:pt x="11379" y="336906"/>
                    </a:lnTo>
                    <a:lnTo>
                      <a:pt x="37795" y="0"/>
                    </a:lnTo>
                    <a:lnTo>
                      <a:pt x="244450" y="9062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3EEF2">
                      <a:alpha val="0"/>
                    </a:srgbClr>
                  </a:gs>
                  <a:gs pos="100000">
                    <a:srgbClr val="41FDFD"/>
                  </a:gs>
                </a:gsLst>
                <a:lin ang="5400000" scaled="1"/>
                <a:tileRect/>
              </a:gra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B34AF719-44F8-0199-2A74-7E33AEE26F49}"/>
                  </a:ext>
                </a:extLst>
              </p:cNvPr>
              <p:cNvSpPr/>
              <p:nvPr/>
            </p:nvSpPr>
            <p:spPr>
              <a:xfrm>
                <a:off x="13103447" y="2620835"/>
                <a:ext cx="978461" cy="422867"/>
              </a:xfrm>
              <a:custGeom>
                <a:avLst/>
                <a:gdLst>
                  <a:gd name="connsiteX0" fmla="*/ 1936089 w 3099409"/>
                  <a:gd name="connsiteY0" fmla="*/ 1403299 h 1403299"/>
                  <a:gd name="connsiteX1" fmla="*/ 1913534 w 3099409"/>
                  <a:gd name="connsiteY1" fmla="*/ 1396187 h 1403299"/>
                  <a:gd name="connsiteX2" fmla="*/ 1641653 w 3099409"/>
                  <a:gd name="connsiteY2" fmla="*/ 1141984 h 1403299"/>
                  <a:gd name="connsiteX3" fmla="*/ 1454912 w 3099409"/>
                  <a:gd name="connsiteY3" fmla="*/ 1141984 h 1403299"/>
                  <a:gd name="connsiteX4" fmla="*/ 1183030 w 3099409"/>
                  <a:gd name="connsiteY4" fmla="*/ 1396187 h 1403299"/>
                  <a:gd name="connsiteX5" fmla="*/ 1158443 w 3099409"/>
                  <a:gd name="connsiteY5" fmla="*/ 1403096 h 1403299"/>
                  <a:gd name="connsiteX6" fmla="*/ 163982 w 3099409"/>
                  <a:gd name="connsiteY6" fmla="*/ 1192174 h 1403299"/>
                  <a:gd name="connsiteX7" fmla="*/ 144272 w 3099409"/>
                  <a:gd name="connsiteY7" fmla="*/ 1175715 h 1403299"/>
                  <a:gd name="connsiteX8" fmla="*/ 3251 w 3099409"/>
                  <a:gd name="connsiteY8" fmla="*/ 835355 h 1403299"/>
                  <a:gd name="connsiteX9" fmla="*/ 1219 w 3099409"/>
                  <a:gd name="connsiteY9" fmla="*/ 824789 h 1403299"/>
                  <a:gd name="connsiteX10" fmla="*/ 0 w 3099409"/>
                  <a:gd name="connsiteY10" fmla="*/ 223317 h 1403299"/>
                  <a:gd name="connsiteX11" fmla="*/ 16256 w 3099409"/>
                  <a:gd name="connsiteY11" fmla="*/ 198120 h 1403299"/>
                  <a:gd name="connsiteX12" fmla="*/ 268427 w 3099409"/>
                  <a:gd name="connsiteY12" fmla="*/ 84938 h 1403299"/>
                  <a:gd name="connsiteX13" fmla="*/ 277165 w 3099409"/>
                  <a:gd name="connsiteY13" fmla="*/ 82702 h 1403299"/>
                  <a:gd name="connsiteX14" fmla="*/ 1160678 w 3099409"/>
                  <a:gd name="connsiteY14" fmla="*/ 0 h 1403299"/>
                  <a:gd name="connsiteX15" fmla="*/ 1939137 w 3099409"/>
                  <a:gd name="connsiteY15" fmla="*/ 203 h 1403299"/>
                  <a:gd name="connsiteX16" fmla="*/ 2820009 w 3099409"/>
                  <a:gd name="connsiteY16" fmla="*/ 82702 h 1403299"/>
                  <a:gd name="connsiteX17" fmla="*/ 2829153 w 3099409"/>
                  <a:gd name="connsiteY17" fmla="*/ 85141 h 1403299"/>
                  <a:gd name="connsiteX18" fmla="*/ 3083357 w 3099409"/>
                  <a:gd name="connsiteY18" fmla="*/ 203200 h 1403299"/>
                  <a:gd name="connsiteX19" fmla="*/ 3099409 w 3099409"/>
                  <a:gd name="connsiteY19" fmla="*/ 228397 h 1403299"/>
                  <a:gd name="connsiteX20" fmla="*/ 3096158 w 3099409"/>
                  <a:gd name="connsiteY20" fmla="*/ 824992 h 1403299"/>
                  <a:gd name="connsiteX21" fmla="*/ 3094126 w 3099409"/>
                  <a:gd name="connsiteY21" fmla="*/ 835355 h 1403299"/>
                  <a:gd name="connsiteX22" fmla="*/ 2953105 w 3099409"/>
                  <a:gd name="connsiteY22" fmla="*/ 1175715 h 1403299"/>
                  <a:gd name="connsiteX23" fmla="*/ 2938272 w 3099409"/>
                  <a:gd name="connsiteY23" fmla="*/ 1190549 h 1403299"/>
                  <a:gd name="connsiteX24" fmla="*/ 1936089 w 3099409"/>
                  <a:gd name="connsiteY24" fmla="*/ 1403299 h 1403299"/>
                  <a:gd name="connsiteX25" fmla="*/ 1444142 w 3099409"/>
                  <a:gd name="connsiteY25" fmla="*/ 1086714 h 1403299"/>
                  <a:gd name="connsiteX26" fmla="*/ 1652625 w 3099409"/>
                  <a:gd name="connsiteY26" fmla="*/ 1086714 h 1403299"/>
                  <a:gd name="connsiteX27" fmla="*/ 1671523 w 3099409"/>
                  <a:gd name="connsiteY27" fmla="*/ 1094232 h 1403299"/>
                  <a:gd name="connsiteX28" fmla="*/ 1941779 w 3099409"/>
                  <a:gd name="connsiteY28" fmla="*/ 1346810 h 1403299"/>
                  <a:gd name="connsiteX29" fmla="*/ 2905760 w 3099409"/>
                  <a:gd name="connsiteY29" fmla="*/ 1144016 h 1403299"/>
                  <a:gd name="connsiteX30" fmla="*/ 3040278 w 3099409"/>
                  <a:gd name="connsiteY30" fmla="*/ 819099 h 1403299"/>
                  <a:gd name="connsiteX31" fmla="*/ 3043529 w 3099409"/>
                  <a:gd name="connsiteY31" fmla="*/ 245669 h 1403299"/>
                  <a:gd name="connsiteX32" fmla="*/ 2809646 w 3099409"/>
                  <a:gd name="connsiteY32" fmla="*/ 137160 h 1403299"/>
                  <a:gd name="connsiteX33" fmla="*/ 1934870 w 3099409"/>
                  <a:gd name="connsiteY33" fmla="*/ 55270 h 1403299"/>
                  <a:gd name="connsiteX34" fmla="*/ 1161694 w 3099409"/>
                  <a:gd name="connsiteY34" fmla="*/ 55270 h 1403299"/>
                  <a:gd name="connsiteX35" fmla="*/ 286715 w 3099409"/>
                  <a:gd name="connsiteY35" fmla="*/ 137160 h 1403299"/>
                  <a:gd name="connsiteX36" fmla="*/ 55067 w 3099409"/>
                  <a:gd name="connsiteY36" fmla="*/ 241198 h 1403299"/>
                  <a:gd name="connsiteX37" fmla="*/ 56286 w 3099409"/>
                  <a:gd name="connsiteY37" fmla="*/ 819302 h 1403299"/>
                  <a:gd name="connsiteX38" fmla="*/ 189585 w 3099409"/>
                  <a:gd name="connsiteY38" fmla="*/ 1141171 h 1403299"/>
                  <a:gd name="connsiteX39" fmla="*/ 1155801 w 3099409"/>
                  <a:gd name="connsiteY39" fmla="*/ 1345997 h 1403299"/>
                  <a:gd name="connsiteX40" fmla="*/ 1425245 w 3099409"/>
                  <a:gd name="connsiteY40" fmla="*/ 1094232 h 1403299"/>
                  <a:gd name="connsiteX41" fmla="*/ 1444142 w 3099409"/>
                  <a:gd name="connsiteY41" fmla="*/ 1086714 h 1403299"/>
                  <a:gd name="connsiteX0" fmla="*/ 1160678 w 3099409"/>
                  <a:gd name="connsiteY0" fmla="*/ 0 h 1403299"/>
                  <a:gd name="connsiteX1" fmla="*/ 1939137 w 3099409"/>
                  <a:gd name="connsiteY1" fmla="*/ 203 h 1403299"/>
                  <a:gd name="connsiteX2" fmla="*/ 2820009 w 3099409"/>
                  <a:gd name="connsiteY2" fmla="*/ 82702 h 1403299"/>
                  <a:gd name="connsiteX3" fmla="*/ 2829153 w 3099409"/>
                  <a:gd name="connsiteY3" fmla="*/ 85141 h 1403299"/>
                  <a:gd name="connsiteX4" fmla="*/ 3083357 w 3099409"/>
                  <a:gd name="connsiteY4" fmla="*/ 203200 h 1403299"/>
                  <a:gd name="connsiteX5" fmla="*/ 3099409 w 3099409"/>
                  <a:gd name="connsiteY5" fmla="*/ 228397 h 1403299"/>
                  <a:gd name="connsiteX6" fmla="*/ 3096158 w 3099409"/>
                  <a:gd name="connsiteY6" fmla="*/ 824992 h 1403299"/>
                  <a:gd name="connsiteX7" fmla="*/ 3094126 w 3099409"/>
                  <a:gd name="connsiteY7" fmla="*/ 835355 h 1403299"/>
                  <a:gd name="connsiteX8" fmla="*/ 2953105 w 3099409"/>
                  <a:gd name="connsiteY8" fmla="*/ 1175715 h 1403299"/>
                  <a:gd name="connsiteX9" fmla="*/ 2938272 w 3099409"/>
                  <a:gd name="connsiteY9" fmla="*/ 1190549 h 1403299"/>
                  <a:gd name="connsiteX10" fmla="*/ 1936089 w 3099409"/>
                  <a:gd name="connsiteY10" fmla="*/ 1403299 h 1403299"/>
                  <a:gd name="connsiteX11" fmla="*/ 1444142 w 3099409"/>
                  <a:gd name="connsiteY11" fmla="*/ 1086714 h 1403299"/>
                  <a:gd name="connsiteX12" fmla="*/ 1652625 w 3099409"/>
                  <a:gd name="connsiteY12" fmla="*/ 1086714 h 1403299"/>
                  <a:gd name="connsiteX13" fmla="*/ 1671523 w 3099409"/>
                  <a:gd name="connsiteY13" fmla="*/ 1094232 h 1403299"/>
                  <a:gd name="connsiteX14" fmla="*/ 1941779 w 3099409"/>
                  <a:gd name="connsiteY14" fmla="*/ 1346810 h 1403299"/>
                  <a:gd name="connsiteX15" fmla="*/ 2905760 w 3099409"/>
                  <a:gd name="connsiteY15" fmla="*/ 1144016 h 1403299"/>
                  <a:gd name="connsiteX16" fmla="*/ 3040278 w 3099409"/>
                  <a:gd name="connsiteY16" fmla="*/ 819099 h 1403299"/>
                  <a:gd name="connsiteX17" fmla="*/ 3043529 w 3099409"/>
                  <a:gd name="connsiteY17" fmla="*/ 245669 h 1403299"/>
                  <a:gd name="connsiteX18" fmla="*/ 2809646 w 3099409"/>
                  <a:gd name="connsiteY18" fmla="*/ 137160 h 1403299"/>
                  <a:gd name="connsiteX19" fmla="*/ 1934870 w 3099409"/>
                  <a:gd name="connsiteY19" fmla="*/ 55270 h 1403299"/>
                  <a:gd name="connsiteX20" fmla="*/ 1161694 w 3099409"/>
                  <a:gd name="connsiteY20" fmla="*/ 55270 h 1403299"/>
                  <a:gd name="connsiteX21" fmla="*/ 286715 w 3099409"/>
                  <a:gd name="connsiteY21" fmla="*/ 137160 h 1403299"/>
                  <a:gd name="connsiteX22" fmla="*/ 55067 w 3099409"/>
                  <a:gd name="connsiteY22" fmla="*/ 241198 h 1403299"/>
                  <a:gd name="connsiteX23" fmla="*/ 56286 w 3099409"/>
                  <a:gd name="connsiteY23" fmla="*/ 819302 h 1403299"/>
                  <a:gd name="connsiteX24" fmla="*/ 189585 w 3099409"/>
                  <a:gd name="connsiteY24" fmla="*/ 1141171 h 1403299"/>
                  <a:gd name="connsiteX25" fmla="*/ 1155801 w 3099409"/>
                  <a:gd name="connsiteY25" fmla="*/ 1345997 h 1403299"/>
                  <a:gd name="connsiteX26" fmla="*/ 1425245 w 3099409"/>
                  <a:gd name="connsiteY26" fmla="*/ 1094232 h 1403299"/>
                  <a:gd name="connsiteX27" fmla="*/ 1444142 w 3099409"/>
                  <a:gd name="connsiteY27" fmla="*/ 1086714 h 1403299"/>
                  <a:gd name="connsiteX28" fmla="*/ 1913534 w 3099409"/>
                  <a:gd name="connsiteY28" fmla="*/ 1396187 h 1403299"/>
                  <a:gd name="connsiteX29" fmla="*/ 1641653 w 3099409"/>
                  <a:gd name="connsiteY29" fmla="*/ 1141984 h 1403299"/>
                  <a:gd name="connsiteX30" fmla="*/ 1454912 w 3099409"/>
                  <a:gd name="connsiteY30" fmla="*/ 1141984 h 1403299"/>
                  <a:gd name="connsiteX31" fmla="*/ 1183030 w 3099409"/>
                  <a:gd name="connsiteY31" fmla="*/ 1396187 h 1403299"/>
                  <a:gd name="connsiteX32" fmla="*/ 1158443 w 3099409"/>
                  <a:gd name="connsiteY32" fmla="*/ 1403096 h 1403299"/>
                  <a:gd name="connsiteX33" fmla="*/ 163982 w 3099409"/>
                  <a:gd name="connsiteY33" fmla="*/ 1192174 h 1403299"/>
                  <a:gd name="connsiteX34" fmla="*/ 144272 w 3099409"/>
                  <a:gd name="connsiteY34" fmla="*/ 1175715 h 1403299"/>
                  <a:gd name="connsiteX35" fmla="*/ 3251 w 3099409"/>
                  <a:gd name="connsiteY35" fmla="*/ 835355 h 1403299"/>
                  <a:gd name="connsiteX36" fmla="*/ 1219 w 3099409"/>
                  <a:gd name="connsiteY36" fmla="*/ 824789 h 1403299"/>
                  <a:gd name="connsiteX37" fmla="*/ 0 w 3099409"/>
                  <a:gd name="connsiteY37" fmla="*/ 223317 h 1403299"/>
                  <a:gd name="connsiteX38" fmla="*/ 16256 w 3099409"/>
                  <a:gd name="connsiteY38" fmla="*/ 198120 h 1403299"/>
                  <a:gd name="connsiteX39" fmla="*/ 268427 w 3099409"/>
                  <a:gd name="connsiteY39" fmla="*/ 84938 h 1403299"/>
                  <a:gd name="connsiteX40" fmla="*/ 277165 w 3099409"/>
                  <a:gd name="connsiteY40" fmla="*/ 82702 h 1403299"/>
                  <a:gd name="connsiteX41" fmla="*/ 1439958 w 3099409"/>
                  <a:gd name="connsiteY41" fmla="*/ 279281 h 1403299"/>
                  <a:gd name="connsiteX0" fmla="*/ 1160678 w 3099409"/>
                  <a:gd name="connsiteY0" fmla="*/ 0 h 1403299"/>
                  <a:gd name="connsiteX1" fmla="*/ 1939137 w 3099409"/>
                  <a:gd name="connsiteY1" fmla="*/ 203 h 1403299"/>
                  <a:gd name="connsiteX2" fmla="*/ 2820009 w 3099409"/>
                  <a:gd name="connsiteY2" fmla="*/ 82702 h 1403299"/>
                  <a:gd name="connsiteX3" fmla="*/ 2829153 w 3099409"/>
                  <a:gd name="connsiteY3" fmla="*/ 85141 h 1403299"/>
                  <a:gd name="connsiteX4" fmla="*/ 3083357 w 3099409"/>
                  <a:gd name="connsiteY4" fmla="*/ 203200 h 1403299"/>
                  <a:gd name="connsiteX5" fmla="*/ 3099409 w 3099409"/>
                  <a:gd name="connsiteY5" fmla="*/ 228397 h 1403299"/>
                  <a:gd name="connsiteX6" fmla="*/ 3096158 w 3099409"/>
                  <a:gd name="connsiteY6" fmla="*/ 824992 h 1403299"/>
                  <a:gd name="connsiteX7" fmla="*/ 3094126 w 3099409"/>
                  <a:gd name="connsiteY7" fmla="*/ 835355 h 1403299"/>
                  <a:gd name="connsiteX8" fmla="*/ 2953105 w 3099409"/>
                  <a:gd name="connsiteY8" fmla="*/ 1175715 h 1403299"/>
                  <a:gd name="connsiteX9" fmla="*/ 2938272 w 3099409"/>
                  <a:gd name="connsiteY9" fmla="*/ 1190549 h 1403299"/>
                  <a:gd name="connsiteX10" fmla="*/ 1936089 w 3099409"/>
                  <a:gd name="connsiteY10" fmla="*/ 1403299 h 1403299"/>
                  <a:gd name="connsiteX11" fmla="*/ 1160678 w 3099409"/>
                  <a:gd name="connsiteY11" fmla="*/ 0 h 1403299"/>
                  <a:gd name="connsiteX12" fmla="*/ 1444142 w 3099409"/>
                  <a:gd name="connsiteY12" fmla="*/ 1086714 h 1403299"/>
                  <a:gd name="connsiteX13" fmla="*/ 1652625 w 3099409"/>
                  <a:gd name="connsiteY13" fmla="*/ 1086714 h 1403299"/>
                  <a:gd name="connsiteX14" fmla="*/ 1671523 w 3099409"/>
                  <a:gd name="connsiteY14" fmla="*/ 1094232 h 1403299"/>
                  <a:gd name="connsiteX15" fmla="*/ 1941779 w 3099409"/>
                  <a:gd name="connsiteY15" fmla="*/ 1346810 h 1403299"/>
                  <a:gd name="connsiteX16" fmla="*/ 2905760 w 3099409"/>
                  <a:gd name="connsiteY16" fmla="*/ 1144016 h 1403299"/>
                  <a:gd name="connsiteX17" fmla="*/ 3040278 w 3099409"/>
                  <a:gd name="connsiteY17" fmla="*/ 819099 h 1403299"/>
                  <a:gd name="connsiteX18" fmla="*/ 3043529 w 3099409"/>
                  <a:gd name="connsiteY18" fmla="*/ 245669 h 1403299"/>
                  <a:gd name="connsiteX19" fmla="*/ 2809646 w 3099409"/>
                  <a:gd name="connsiteY19" fmla="*/ 137160 h 1403299"/>
                  <a:gd name="connsiteX20" fmla="*/ 1934870 w 3099409"/>
                  <a:gd name="connsiteY20" fmla="*/ 55270 h 1403299"/>
                  <a:gd name="connsiteX21" fmla="*/ 1161694 w 3099409"/>
                  <a:gd name="connsiteY21" fmla="*/ 55270 h 1403299"/>
                  <a:gd name="connsiteX22" fmla="*/ 286715 w 3099409"/>
                  <a:gd name="connsiteY22" fmla="*/ 137160 h 1403299"/>
                  <a:gd name="connsiteX23" fmla="*/ 55067 w 3099409"/>
                  <a:gd name="connsiteY23" fmla="*/ 241198 h 1403299"/>
                  <a:gd name="connsiteX24" fmla="*/ 56286 w 3099409"/>
                  <a:gd name="connsiteY24" fmla="*/ 819302 h 1403299"/>
                  <a:gd name="connsiteX25" fmla="*/ 189585 w 3099409"/>
                  <a:gd name="connsiteY25" fmla="*/ 1141171 h 1403299"/>
                  <a:gd name="connsiteX26" fmla="*/ 1155801 w 3099409"/>
                  <a:gd name="connsiteY26" fmla="*/ 1345997 h 1403299"/>
                  <a:gd name="connsiteX27" fmla="*/ 1425245 w 3099409"/>
                  <a:gd name="connsiteY27" fmla="*/ 1094232 h 1403299"/>
                  <a:gd name="connsiteX28" fmla="*/ 1444142 w 3099409"/>
                  <a:gd name="connsiteY28" fmla="*/ 1086714 h 1403299"/>
                  <a:gd name="connsiteX29" fmla="*/ 1913534 w 3099409"/>
                  <a:gd name="connsiteY29" fmla="*/ 1396187 h 1403299"/>
                  <a:gd name="connsiteX30" fmla="*/ 1641653 w 3099409"/>
                  <a:gd name="connsiteY30" fmla="*/ 1141984 h 1403299"/>
                  <a:gd name="connsiteX31" fmla="*/ 1454912 w 3099409"/>
                  <a:gd name="connsiteY31" fmla="*/ 1141984 h 1403299"/>
                  <a:gd name="connsiteX32" fmla="*/ 1183030 w 3099409"/>
                  <a:gd name="connsiteY32" fmla="*/ 1396187 h 1403299"/>
                  <a:gd name="connsiteX33" fmla="*/ 1158443 w 3099409"/>
                  <a:gd name="connsiteY33" fmla="*/ 1403096 h 1403299"/>
                  <a:gd name="connsiteX34" fmla="*/ 163982 w 3099409"/>
                  <a:gd name="connsiteY34" fmla="*/ 1192174 h 1403299"/>
                  <a:gd name="connsiteX35" fmla="*/ 144272 w 3099409"/>
                  <a:gd name="connsiteY35" fmla="*/ 1175715 h 1403299"/>
                  <a:gd name="connsiteX36" fmla="*/ 3251 w 3099409"/>
                  <a:gd name="connsiteY36" fmla="*/ 835355 h 1403299"/>
                  <a:gd name="connsiteX37" fmla="*/ 1219 w 3099409"/>
                  <a:gd name="connsiteY37" fmla="*/ 824789 h 1403299"/>
                  <a:gd name="connsiteX38" fmla="*/ 0 w 3099409"/>
                  <a:gd name="connsiteY38" fmla="*/ 223317 h 1403299"/>
                  <a:gd name="connsiteX39" fmla="*/ 16256 w 3099409"/>
                  <a:gd name="connsiteY39" fmla="*/ 198120 h 1403299"/>
                  <a:gd name="connsiteX40" fmla="*/ 268427 w 3099409"/>
                  <a:gd name="connsiteY40" fmla="*/ 84938 h 1403299"/>
                  <a:gd name="connsiteX41" fmla="*/ 277165 w 3099409"/>
                  <a:gd name="connsiteY41" fmla="*/ 82702 h 1403299"/>
                  <a:gd name="connsiteX0" fmla="*/ 1936089 w 3099409"/>
                  <a:gd name="connsiteY0" fmla="*/ 1403097 h 1403097"/>
                  <a:gd name="connsiteX1" fmla="*/ 1939137 w 3099409"/>
                  <a:gd name="connsiteY1" fmla="*/ 1 h 1403097"/>
                  <a:gd name="connsiteX2" fmla="*/ 2820009 w 3099409"/>
                  <a:gd name="connsiteY2" fmla="*/ 82500 h 1403097"/>
                  <a:gd name="connsiteX3" fmla="*/ 2829153 w 3099409"/>
                  <a:gd name="connsiteY3" fmla="*/ 84939 h 1403097"/>
                  <a:gd name="connsiteX4" fmla="*/ 3083357 w 3099409"/>
                  <a:gd name="connsiteY4" fmla="*/ 202998 h 1403097"/>
                  <a:gd name="connsiteX5" fmla="*/ 3099409 w 3099409"/>
                  <a:gd name="connsiteY5" fmla="*/ 228195 h 1403097"/>
                  <a:gd name="connsiteX6" fmla="*/ 3096158 w 3099409"/>
                  <a:gd name="connsiteY6" fmla="*/ 824790 h 1403097"/>
                  <a:gd name="connsiteX7" fmla="*/ 3094126 w 3099409"/>
                  <a:gd name="connsiteY7" fmla="*/ 835153 h 1403097"/>
                  <a:gd name="connsiteX8" fmla="*/ 2953105 w 3099409"/>
                  <a:gd name="connsiteY8" fmla="*/ 1175513 h 1403097"/>
                  <a:gd name="connsiteX9" fmla="*/ 2938272 w 3099409"/>
                  <a:gd name="connsiteY9" fmla="*/ 1190347 h 1403097"/>
                  <a:gd name="connsiteX10" fmla="*/ 1936089 w 3099409"/>
                  <a:gd name="connsiteY10" fmla="*/ 1403097 h 1403097"/>
                  <a:gd name="connsiteX11" fmla="*/ 1444142 w 3099409"/>
                  <a:gd name="connsiteY11" fmla="*/ 1086512 h 1403097"/>
                  <a:gd name="connsiteX12" fmla="*/ 1652625 w 3099409"/>
                  <a:gd name="connsiteY12" fmla="*/ 1086512 h 1403097"/>
                  <a:gd name="connsiteX13" fmla="*/ 1671523 w 3099409"/>
                  <a:gd name="connsiteY13" fmla="*/ 1094030 h 1403097"/>
                  <a:gd name="connsiteX14" fmla="*/ 1941779 w 3099409"/>
                  <a:gd name="connsiteY14" fmla="*/ 1346608 h 1403097"/>
                  <a:gd name="connsiteX15" fmla="*/ 2905760 w 3099409"/>
                  <a:gd name="connsiteY15" fmla="*/ 1143814 h 1403097"/>
                  <a:gd name="connsiteX16" fmla="*/ 3040278 w 3099409"/>
                  <a:gd name="connsiteY16" fmla="*/ 818897 h 1403097"/>
                  <a:gd name="connsiteX17" fmla="*/ 3043529 w 3099409"/>
                  <a:gd name="connsiteY17" fmla="*/ 245467 h 1403097"/>
                  <a:gd name="connsiteX18" fmla="*/ 2809646 w 3099409"/>
                  <a:gd name="connsiteY18" fmla="*/ 136958 h 1403097"/>
                  <a:gd name="connsiteX19" fmla="*/ 1934870 w 3099409"/>
                  <a:gd name="connsiteY19" fmla="*/ 55068 h 1403097"/>
                  <a:gd name="connsiteX20" fmla="*/ 1161694 w 3099409"/>
                  <a:gd name="connsiteY20" fmla="*/ 55068 h 1403097"/>
                  <a:gd name="connsiteX21" fmla="*/ 286715 w 3099409"/>
                  <a:gd name="connsiteY21" fmla="*/ 136958 h 1403097"/>
                  <a:gd name="connsiteX22" fmla="*/ 55067 w 3099409"/>
                  <a:gd name="connsiteY22" fmla="*/ 240996 h 1403097"/>
                  <a:gd name="connsiteX23" fmla="*/ 56286 w 3099409"/>
                  <a:gd name="connsiteY23" fmla="*/ 819100 h 1403097"/>
                  <a:gd name="connsiteX24" fmla="*/ 189585 w 3099409"/>
                  <a:gd name="connsiteY24" fmla="*/ 1140969 h 1403097"/>
                  <a:gd name="connsiteX25" fmla="*/ 1155801 w 3099409"/>
                  <a:gd name="connsiteY25" fmla="*/ 1345795 h 1403097"/>
                  <a:gd name="connsiteX26" fmla="*/ 1425245 w 3099409"/>
                  <a:gd name="connsiteY26" fmla="*/ 1094030 h 1403097"/>
                  <a:gd name="connsiteX27" fmla="*/ 1444142 w 3099409"/>
                  <a:gd name="connsiteY27" fmla="*/ 1086512 h 1403097"/>
                  <a:gd name="connsiteX28" fmla="*/ 1913534 w 3099409"/>
                  <a:gd name="connsiteY28" fmla="*/ 1395985 h 1403097"/>
                  <a:gd name="connsiteX29" fmla="*/ 1641653 w 3099409"/>
                  <a:gd name="connsiteY29" fmla="*/ 1141782 h 1403097"/>
                  <a:gd name="connsiteX30" fmla="*/ 1454912 w 3099409"/>
                  <a:gd name="connsiteY30" fmla="*/ 1141782 h 1403097"/>
                  <a:gd name="connsiteX31" fmla="*/ 1183030 w 3099409"/>
                  <a:gd name="connsiteY31" fmla="*/ 1395985 h 1403097"/>
                  <a:gd name="connsiteX32" fmla="*/ 1158443 w 3099409"/>
                  <a:gd name="connsiteY32" fmla="*/ 1402894 h 1403097"/>
                  <a:gd name="connsiteX33" fmla="*/ 163982 w 3099409"/>
                  <a:gd name="connsiteY33" fmla="*/ 1191972 h 1403097"/>
                  <a:gd name="connsiteX34" fmla="*/ 144272 w 3099409"/>
                  <a:gd name="connsiteY34" fmla="*/ 1175513 h 1403097"/>
                  <a:gd name="connsiteX35" fmla="*/ 3251 w 3099409"/>
                  <a:gd name="connsiteY35" fmla="*/ 835153 h 1403097"/>
                  <a:gd name="connsiteX36" fmla="*/ 1219 w 3099409"/>
                  <a:gd name="connsiteY36" fmla="*/ 824587 h 1403097"/>
                  <a:gd name="connsiteX37" fmla="*/ 0 w 3099409"/>
                  <a:gd name="connsiteY37" fmla="*/ 223115 h 1403097"/>
                  <a:gd name="connsiteX38" fmla="*/ 16256 w 3099409"/>
                  <a:gd name="connsiteY38" fmla="*/ 197918 h 1403097"/>
                  <a:gd name="connsiteX39" fmla="*/ 268427 w 3099409"/>
                  <a:gd name="connsiteY39" fmla="*/ 84736 h 1403097"/>
                  <a:gd name="connsiteX40" fmla="*/ 277165 w 3099409"/>
                  <a:gd name="connsiteY40" fmla="*/ 82500 h 1403097"/>
                  <a:gd name="connsiteX0" fmla="*/ 1936089 w 3099409"/>
                  <a:gd name="connsiteY0" fmla="*/ 1348029 h 1348029"/>
                  <a:gd name="connsiteX1" fmla="*/ 2820009 w 3099409"/>
                  <a:gd name="connsiteY1" fmla="*/ 27432 h 1348029"/>
                  <a:gd name="connsiteX2" fmla="*/ 2829153 w 3099409"/>
                  <a:gd name="connsiteY2" fmla="*/ 29871 h 1348029"/>
                  <a:gd name="connsiteX3" fmla="*/ 3083357 w 3099409"/>
                  <a:gd name="connsiteY3" fmla="*/ 147930 h 1348029"/>
                  <a:gd name="connsiteX4" fmla="*/ 3099409 w 3099409"/>
                  <a:gd name="connsiteY4" fmla="*/ 173127 h 1348029"/>
                  <a:gd name="connsiteX5" fmla="*/ 3096158 w 3099409"/>
                  <a:gd name="connsiteY5" fmla="*/ 769722 h 1348029"/>
                  <a:gd name="connsiteX6" fmla="*/ 3094126 w 3099409"/>
                  <a:gd name="connsiteY6" fmla="*/ 780085 h 1348029"/>
                  <a:gd name="connsiteX7" fmla="*/ 2953105 w 3099409"/>
                  <a:gd name="connsiteY7" fmla="*/ 1120445 h 1348029"/>
                  <a:gd name="connsiteX8" fmla="*/ 2938272 w 3099409"/>
                  <a:gd name="connsiteY8" fmla="*/ 1135279 h 1348029"/>
                  <a:gd name="connsiteX9" fmla="*/ 1936089 w 3099409"/>
                  <a:gd name="connsiteY9" fmla="*/ 1348029 h 1348029"/>
                  <a:gd name="connsiteX10" fmla="*/ 1444142 w 3099409"/>
                  <a:gd name="connsiteY10" fmla="*/ 1031444 h 1348029"/>
                  <a:gd name="connsiteX11" fmla="*/ 1652625 w 3099409"/>
                  <a:gd name="connsiteY11" fmla="*/ 1031444 h 1348029"/>
                  <a:gd name="connsiteX12" fmla="*/ 1671523 w 3099409"/>
                  <a:gd name="connsiteY12" fmla="*/ 1038962 h 1348029"/>
                  <a:gd name="connsiteX13" fmla="*/ 1941779 w 3099409"/>
                  <a:gd name="connsiteY13" fmla="*/ 1291540 h 1348029"/>
                  <a:gd name="connsiteX14" fmla="*/ 2905760 w 3099409"/>
                  <a:gd name="connsiteY14" fmla="*/ 1088746 h 1348029"/>
                  <a:gd name="connsiteX15" fmla="*/ 3040278 w 3099409"/>
                  <a:gd name="connsiteY15" fmla="*/ 763829 h 1348029"/>
                  <a:gd name="connsiteX16" fmla="*/ 3043529 w 3099409"/>
                  <a:gd name="connsiteY16" fmla="*/ 190399 h 1348029"/>
                  <a:gd name="connsiteX17" fmla="*/ 2809646 w 3099409"/>
                  <a:gd name="connsiteY17" fmla="*/ 81890 h 1348029"/>
                  <a:gd name="connsiteX18" fmla="*/ 1934870 w 3099409"/>
                  <a:gd name="connsiteY18" fmla="*/ 0 h 1348029"/>
                  <a:gd name="connsiteX19" fmla="*/ 1161694 w 3099409"/>
                  <a:gd name="connsiteY19" fmla="*/ 0 h 1348029"/>
                  <a:gd name="connsiteX20" fmla="*/ 286715 w 3099409"/>
                  <a:gd name="connsiteY20" fmla="*/ 81890 h 1348029"/>
                  <a:gd name="connsiteX21" fmla="*/ 55067 w 3099409"/>
                  <a:gd name="connsiteY21" fmla="*/ 185928 h 1348029"/>
                  <a:gd name="connsiteX22" fmla="*/ 56286 w 3099409"/>
                  <a:gd name="connsiteY22" fmla="*/ 764032 h 1348029"/>
                  <a:gd name="connsiteX23" fmla="*/ 189585 w 3099409"/>
                  <a:gd name="connsiteY23" fmla="*/ 1085901 h 1348029"/>
                  <a:gd name="connsiteX24" fmla="*/ 1155801 w 3099409"/>
                  <a:gd name="connsiteY24" fmla="*/ 1290727 h 1348029"/>
                  <a:gd name="connsiteX25" fmla="*/ 1425245 w 3099409"/>
                  <a:gd name="connsiteY25" fmla="*/ 1038962 h 1348029"/>
                  <a:gd name="connsiteX26" fmla="*/ 1444142 w 3099409"/>
                  <a:gd name="connsiteY26" fmla="*/ 1031444 h 1348029"/>
                  <a:gd name="connsiteX27" fmla="*/ 1913534 w 3099409"/>
                  <a:gd name="connsiteY27" fmla="*/ 1340917 h 1348029"/>
                  <a:gd name="connsiteX28" fmla="*/ 1641653 w 3099409"/>
                  <a:gd name="connsiteY28" fmla="*/ 1086714 h 1348029"/>
                  <a:gd name="connsiteX29" fmla="*/ 1454912 w 3099409"/>
                  <a:gd name="connsiteY29" fmla="*/ 1086714 h 1348029"/>
                  <a:gd name="connsiteX30" fmla="*/ 1183030 w 3099409"/>
                  <a:gd name="connsiteY30" fmla="*/ 1340917 h 1348029"/>
                  <a:gd name="connsiteX31" fmla="*/ 1158443 w 3099409"/>
                  <a:gd name="connsiteY31" fmla="*/ 1347826 h 1348029"/>
                  <a:gd name="connsiteX32" fmla="*/ 163982 w 3099409"/>
                  <a:gd name="connsiteY32" fmla="*/ 1136904 h 1348029"/>
                  <a:gd name="connsiteX33" fmla="*/ 144272 w 3099409"/>
                  <a:gd name="connsiteY33" fmla="*/ 1120445 h 1348029"/>
                  <a:gd name="connsiteX34" fmla="*/ 3251 w 3099409"/>
                  <a:gd name="connsiteY34" fmla="*/ 780085 h 1348029"/>
                  <a:gd name="connsiteX35" fmla="*/ 1219 w 3099409"/>
                  <a:gd name="connsiteY35" fmla="*/ 769519 h 1348029"/>
                  <a:gd name="connsiteX36" fmla="*/ 0 w 3099409"/>
                  <a:gd name="connsiteY36" fmla="*/ 168047 h 1348029"/>
                  <a:gd name="connsiteX37" fmla="*/ 16256 w 3099409"/>
                  <a:gd name="connsiteY37" fmla="*/ 142850 h 1348029"/>
                  <a:gd name="connsiteX38" fmla="*/ 268427 w 3099409"/>
                  <a:gd name="connsiteY38" fmla="*/ 29668 h 1348029"/>
                  <a:gd name="connsiteX39" fmla="*/ 277165 w 3099409"/>
                  <a:gd name="connsiteY39" fmla="*/ 27432 h 1348029"/>
                  <a:gd name="connsiteX0" fmla="*/ 1936089 w 3099409"/>
                  <a:gd name="connsiteY0" fmla="*/ 1348029 h 1348029"/>
                  <a:gd name="connsiteX1" fmla="*/ 2820009 w 3099409"/>
                  <a:gd name="connsiteY1" fmla="*/ 27432 h 1348029"/>
                  <a:gd name="connsiteX2" fmla="*/ 3083357 w 3099409"/>
                  <a:gd name="connsiteY2" fmla="*/ 147930 h 1348029"/>
                  <a:gd name="connsiteX3" fmla="*/ 3099409 w 3099409"/>
                  <a:gd name="connsiteY3" fmla="*/ 173127 h 1348029"/>
                  <a:gd name="connsiteX4" fmla="*/ 3096158 w 3099409"/>
                  <a:gd name="connsiteY4" fmla="*/ 769722 h 1348029"/>
                  <a:gd name="connsiteX5" fmla="*/ 3094126 w 3099409"/>
                  <a:gd name="connsiteY5" fmla="*/ 780085 h 1348029"/>
                  <a:gd name="connsiteX6" fmla="*/ 2953105 w 3099409"/>
                  <a:gd name="connsiteY6" fmla="*/ 1120445 h 1348029"/>
                  <a:gd name="connsiteX7" fmla="*/ 2938272 w 3099409"/>
                  <a:gd name="connsiteY7" fmla="*/ 1135279 h 1348029"/>
                  <a:gd name="connsiteX8" fmla="*/ 1936089 w 3099409"/>
                  <a:gd name="connsiteY8" fmla="*/ 1348029 h 1348029"/>
                  <a:gd name="connsiteX9" fmla="*/ 1444142 w 3099409"/>
                  <a:gd name="connsiteY9" fmla="*/ 1031444 h 1348029"/>
                  <a:gd name="connsiteX10" fmla="*/ 1652625 w 3099409"/>
                  <a:gd name="connsiteY10" fmla="*/ 1031444 h 1348029"/>
                  <a:gd name="connsiteX11" fmla="*/ 1671523 w 3099409"/>
                  <a:gd name="connsiteY11" fmla="*/ 1038962 h 1348029"/>
                  <a:gd name="connsiteX12" fmla="*/ 1941779 w 3099409"/>
                  <a:gd name="connsiteY12" fmla="*/ 1291540 h 1348029"/>
                  <a:gd name="connsiteX13" fmla="*/ 2905760 w 3099409"/>
                  <a:gd name="connsiteY13" fmla="*/ 1088746 h 1348029"/>
                  <a:gd name="connsiteX14" fmla="*/ 3040278 w 3099409"/>
                  <a:gd name="connsiteY14" fmla="*/ 763829 h 1348029"/>
                  <a:gd name="connsiteX15" fmla="*/ 3043529 w 3099409"/>
                  <a:gd name="connsiteY15" fmla="*/ 190399 h 1348029"/>
                  <a:gd name="connsiteX16" fmla="*/ 2809646 w 3099409"/>
                  <a:gd name="connsiteY16" fmla="*/ 81890 h 1348029"/>
                  <a:gd name="connsiteX17" fmla="*/ 1934870 w 3099409"/>
                  <a:gd name="connsiteY17" fmla="*/ 0 h 1348029"/>
                  <a:gd name="connsiteX18" fmla="*/ 1161694 w 3099409"/>
                  <a:gd name="connsiteY18" fmla="*/ 0 h 1348029"/>
                  <a:gd name="connsiteX19" fmla="*/ 286715 w 3099409"/>
                  <a:gd name="connsiteY19" fmla="*/ 81890 h 1348029"/>
                  <a:gd name="connsiteX20" fmla="*/ 55067 w 3099409"/>
                  <a:gd name="connsiteY20" fmla="*/ 185928 h 1348029"/>
                  <a:gd name="connsiteX21" fmla="*/ 56286 w 3099409"/>
                  <a:gd name="connsiteY21" fmla="*/ 764032 h 1348029"/>
                  <a:gd name="connsiteX22" fmla="*/ 189585 w 3099409"/>
                  <a:gd name="connsiteY22" fmla="*/ 1085901 h 1348029"/>
                  <a:gd name="connsiteX23" fmla="*/ 1155801 w 3099409"/>
                  <a:gd name="connsiteY23" fmla="*/ 1290727 h 1348029"/>
                  <a:gd name="connsiteX24" fmla="*/ 1425245 w 3099409"/>
                  <a:gd name="connsiteY24" fmla="*/ 1038962 h 1348029"/>
                  <a:gd name="connsiteX25" fmla="*/ 1444142 w 3099409"/>
                  <a:gd name="connsiteY25" fmla="*/ 1031444 h 1348029"/>
                  <a:gd name="connsiteX26" fmla="*/ 1913534 w 3099409"/>
                  <a:gd name="connsiteY26" fmla="*/ 1340917 h 1348029"/>
                  <a:gd name="connsiteX27" fmla="*/ 1641653 w 3099409"/>
                  <a:gd name="connsiteY27" fmla="*/ 1086714 h 1348029"/>
                  <a:gd name="connsiteX28" fmla="*/ 1454912 w 3099409"/>
                  <a:gd name="connsiteY28" fmla="*/ 1086714 h 1348029"/>
                  <a:gd name="connsiteX29" fmla="*/ 1183030 w 3099409"/>
                  <a:gd name="connsiteY29" fmla="*/ 1340917 h 1348029"/>
                  <a:gd name="connsiteX30" fmla="*/ 1158443 w 3099409"/>
                  <a:gd name="connsiteY30" fmla="*/ 1347826 h 1348029"/>
                  <a:gd name="connsiteX31" fmla="*/ 163982 w 3099409"/>
                  <a:gd name="connsiteY31" fmla="*/ 1136904 h 1348029"/>
                  <a:gd name="connsiteX32" fmla="*/ 144272 w 3099409"/>
                  <a:gd name="connsiteY32" fmla="*/ 1120445 h 1348029"/>
                  <a:gd name="connsiteX33" fmla="*/ 3251 w 3099409"/>
                  <a:gd name="connsiteY33" fmla="*/ 780085 h 1348029"/>
                  <a:gd name="connsiteX34" fmla="*/ 1219 w 3099409"/>
                  <a:gd name="connsiteY34" fmla="*/ 769519 h 1348029"/>
                  <a:gd name="connsiteX35" fmla="*/ 0 w 3099409"/>
                  <a:gd name="connsiteY35" fmla="*/ 168047 h 1348029"/>
                  <a:gd name="connsiteX36" fmla="*/ 16256 w 3099409"/>
                  <a:gd name="connsiteY36" fmla="*/ 142850 h 1348029"/>
                  <a:gd name="connsiteX37" fmla="*/ 268427 w 3099409"/>
                  <a:gd name="connsiteY37" fmla="*/ 29668 h 1348029"/>
                  <a:gd name="connsiteX38" fmla="*/ 277165 w 3099409"/>
                  <a:gd name="connsiteY38" fmla="*/ 27432 h 1348029"/>
                  <a:gd name="connsiteX0" fmla="*/ 1936089 w 3099409"/>
                  <a:gd name="connsiteY0" fmla="*/ 1348029 h 1348029"/>
                  <a:gd name="connsiteX1" fmla="*/ 3083357 w 3099409"/>
                  <a:gd name="connsiteY1" fmla="*/ 147930 h 1348029"/>
                  <a:gd name="connsiteX2" fmla="*/ 3099409 w 3099409"/>
                  <a:gd name="connsiteY2" fmla="*/ 173127 h 1348029"/>
                  <a:gd name="connsiteX3" fmla="*/ 3096158 w 3099409"/>
                  <a:gd name="connsiteY3" fmla="*/ 769722 h 1348029"/>
                  <a:gd name="connsiteX4" fmla="*/ 3094126 w 3099409"/>
                  <a:gd name="connsiteY4" fmla="*/ 780085 h 1348029"/>
                  <a:gd name="connsiteX5" fmla="*/ 2953105 w 3099409"/>
                  <a:gd name="connsiteY5" fmla="*/ 1120445 h 1348029"/>
                  <a:gd name="connsiteX6" fmla="*/ 2938272 w 3099409"/>
                  <a:gd name="connsiteY6" fmla="*/ 1135279 h 1348029"/>
                  <a:gd name="connsiteX7" fmla="*/ 1936089 w 3099409"/>
                  <a:gd name="connsiteY7" fmla="*/ 1348029 h 1348029"/>
                  <a:gd name="connsiteX8" fmla="*/ 1444142 w 3099409"/>
                  <a:gd name="connsiteY8" fmla="*/ 1031444 h 1348029"/>
                  <a:gd name="connsiteX9" fmla="*/ 1652625 w 3099409"/>
                  <a:gd name="connsiteY9" fmla="*/ 1031444 h 1348029"/>
                  <a:gd name="connsiteX10" fmla="*/ 1671523 w 3099409"/>
                  <a:gd name="connsiteY10" fmla="*/ 1038962 h 1348029"/>
                  <a:gd name="connsiteX11" fmla="*/ 1941779 w 3099409"/>
                  <a:gd name="connsiteY11" fmla="*/ 1291540 h 1348029"/>
                  <a:gd name="connsiteX12" fmla="*/ 2905760 w 3099409"/>
                  <a:gd name="connsiteY12" fmla="*/ 1088746 h 1348029"/>
                  <a:gd name="connsiteX13" fmla="*/ 3040278 w 3099409"/>
                  <a:gd name="connsiteY13" fmla="*/ 763829 h 1348029"/>
                  <a:gd name="connsiteX14" fmla="*/ 3043529 w 3099409"/>
                  <a:gd name="connsiteY14" fmla="*/ 190399 h 1348029"/>
                  <a:gd name="connsiteX15" fmla="*/ 2809646 w 3099409"/>
                  <a:gd name="connsiteY15" fmla="*/ 81890 h 1348029"/>
                  <a:gd name="connsiteX16" fmla="*/ 1934870 w 3099409"/>
                  <a:gd name="connsiteY16" fmla="*/ 0 h 1348029"/>
                  <a:gd name="connsiteX17" fmla="*/ 1161694 w 3099409"/>
                  <a:gd name="connsiteY17" fmla="*/ 0 h 1348029"/>
                  <a:gd name="connsiteX18" fmla="*/ 286715 w 3099409"/>
                  <a:gd name="connsiteY18" fmla="*/ 81890 h 1348029"/>
                  <a:gd name="connsiteX19" fmla="*/ 55067 w 3099409"/>
                  <a:gd name="connsiteY19" fmla="*/ 185928 h 1348029"/>
                  <a:gd name="connsiteX20" fmla="*/ 56286 w 3099409"/>
                  <a:gd name="connsiteY20" fmla="*/ 764032 h 1348029"/>
                  <a:gd name="connsiteX21" fmla="*/ 189585 w 3099409"/>
                  <a:gd name="connsiteY21" fmla="*/ 1085901 h 1348029"/>
                  <a:gd name="connsiteX22" fmla="*/ 1155801 w 3099409"/>
                  <a:gd name="connsiteY22" fmla="*/ 1290727 h 1348029"/>
                  <a:gd name="connsiteX23" fmla="*/ 1425245 w 3099409"/>
                  <a:gd name="connsiteY23" fmla="*/ 1038962 h 1348029"/>
                  <a:gd name="connsiteX24" fmla="*/ 1444142 w 3099409"/>
                  <a:gd name="connsiteY24" fmla="*/ 1031444 h 1348029"/>
                  <a:gd name="connsiteX25" fmla="*/ 1913534 w 3099409"/>
                  <a:gd name="connsiteY25" fmla="*/ 1340917 h 1348029"/>
                  <a:gd name="connsiteX26" fmla="*/ 1641653 w 3099409"/>
                  <a:gd name="connsiteY26" fmla="*/ 1086714 h 1348029"/>
                  <a:gd name="connsiteX27" fmla="*/ 1454912 w 3099409"/>
                  <a:gd name="connsiteY27" fmla="*/ 1086714 h 1348029"/>
                  <a:gd name="connsiteX28" fmla="*/ 1183030 w 3099409"/>
                  <a:gd name="connsiteY28" fmla="*/ 1340917 h 1348029"/>
                  <a:gd name="connsiteX29" fmla="*/ 1158443 w 3099409"/>
                  <a:gd name="connsiteY29" fmla="*/ 1347826 h 1348029"/>
                  <a:gd name="connsiteX30" fmla="*/ 163982 w 3099409"/>
                  <a:gd name="connsiteY30" fmla="*/ 1136904 h 1348029"/>
                  <a:gd name="connsiteX31" fmla="*/ 144272 w 3099409"/>
                  <a:gd name="connsiteY31" fmla="*/ 1120445 h 1348029"/>
                  <a:gd name="connsiteX32" fmla="*/ 3251 w 3099409"/>
                  <a:gd name="connsiteY32" fmla="*/ 780085 h 1348029"/>
                  <a:gd name="connsiteX33" fmla="*/ 1219 w 3099409"/>
                  <a:gd name="connsiteY33" fmla="*/ 769519 h 1348029"/>
                  <a:gd name="connsiteX34" fmla="*/ 0 w 3099409"/>
                  <a:gd name="connsiteY34" fmla="*/ 168047 h 1348029"/>
                  <a:gd name="connsiteX35" fmla="*/ 16256 w 3099409"/>
                  <a:gd name="connsiteY35" fmla="*/ 142850 h 1348029"/>
                  <a:gd name="connsiteX36" fmla="*/ 268427 w 3099409"/>
                  <a:gd name="connsiteY36" fmla="*/ 29668 h 1348029"/>
                  <a:gd name="connsiteX37" fmla="*/ 277165 w 3099409"/>
                  <a:gd name="connsiteY37" fmla="*/ 27432 h 1348029"/>
                  <a:gd name="connsiteX0" fmla="*/ 1936089 w 3096159"/>
                  <a:gd name="connsiteY0" fmla="*/ 1348029 h 1348029"/>
                  <a:gd name="connsiteX1" fmla="*/ 3083357 w 3096159"/>
                  <a:gd name="connsiteY1" fmla="*/ 147930 h 1348029"/>
                  <a:gd name="connsiteX2" fmla="*/ 3096158 w 3096159"/>
                  <a:gd name="connsiteY2" fmla="*/ 769722 h 1348029"/>
                  <a:gd name="connsiteX3" fmla="*/ 3094126 w 3096159"/>
                  <a:gd name="connsiteY3" fmla="*/ 780085 h 1348029"/>
                  <a:gd name="connsiteX4" fmla="*/ 2953105 w 3096159"/>
                  <a:gd name="connsiteY4" fmla="*/ 1120445 h 1348029"/>
                  <a:gd name="connsiteX5" fmla="*/ 2938272 w 3096159"/>
                  <a:gd name="connsiteY5" fmla="*/ 1135279 h 1348029"/>
                  <a:gd name="connsiteX6" fmla="*/ 1936089 w 3096159"/>
                  <a:gd name="connsiteY6" fmla="*/ 1348029 h 1348029"/>
                  <a:gd name="connsiteX7" fmla="*/ 1444142 w 3096159"/>
                  <a:gd name="connsiteY7" fmla="*/ 1031444 h 1348029"/>
                  <a:gd name="connsiteX8" fmla="*/ 1652625 w 3096159"/>
                  <a:gd name="connsiteY8" fmla="*/ 1031444 h 1348029"/>
                  <a:gd name="connsiteX9" fmla="*/ 1671523 w 3096159"/>
                  <a:gd name="connsiteY9" fmla="*/ 1038962 h 1348029"/>
                  <a:gd name="connsiteX10" fmla="*/ 1941779 w 3096159"/>
                  <a:gd name="connsiteY10" fmla="*/ 1291540 h 1348029"/>
                  <a:gd name="connsiteX11" fmla="*/ 2905760 w 3096159"/>
                  <a:gd name="connsiteY11" fmla="*/ 1088746 h 1348029"/>
                  <a:gd name="connsiteX12" fmla="*/ 3040278 w 3096159"/>
                  <a:gd name="connsiteY12" fmla="*/ 763829 h 1348029"/>
                  <a:gd name="connsiteX13" fmla="*/ 3043529 w 3096159"/>
                  <a:gd name="connsiteY13" fmla="*/ 190399 h 1348029"/>
                  <a:gd name="connsiteX14" fmla="*/ 2809646 w 3096159"/>
                  <a:gd name="connsiteY14" fmla="*/ 81890 h 1348029"/>
                  <a:gd name="connsiteX15" fmla="*/ 1934870 w 3096159"/>
                  <a:gd name="connsiteY15" fmla="*/ 0 h 1348029"/>
                  <a:gd name="connsiteX16" fmla="*/ 1161694 w 3096159"/>
                  <a:gd name="connsiteY16" fmla="*/ 0 h 1348029"/>
                  <a:gd name="connsiteX17" fmla="*/ 286715 w 3096159"/>
                  <a:gd name="connsiteY17" fmla="*/ 81890 h 1348029"/>
                  <a:gd name="connsiteX18" fmla="*/ 55067 w 3096159"/>
                  <a:gd name="connsiteY18" fmla="*/ 185928 h 1348029"/>
                  <a:gd name="connsiteX19" fmla="*/ 56286 w 3096159"/>
                  <a:gd name="connsiteY19" fmla="*/ 764032 h 1348029"/>
                  <a:gd name="connsiteX20" fmla="*/ 189585 w 3096159"/>
                  <a:gd name="connsiteY20" fmla="*/ 1085901 h 1348029"/>
                  <a:gd name="connsiteX21" fmla="*/ 1155801 w 3096159"/>
                  <a:gd name="connsiteY21" fmla="*/ 1290727 h 1348029"/>
                  <a:gd name="connsiteX22" fmla="*/ 1425245 w 3096159"/>
                  <a:gd name="connsiteY22" fmla="*/ 1038962 h 1348029"/>
                  <a:gd name="connsiteX23" fmla="*/ 1444142 w 3096159"/>
                  <a:gd name="connsiteY23" fmla="*/ 1031444 h 1348029"/>
                  <a:gd name="connsiteX24" fmla="*/ 1913534 w 3096159"/>
                  <a:gd name="connsiteY24" fmla="*/ 1340917 h 1348029"/>
                  <a:gd name="connsiteX25" fmla="*/ 1641653 w 3096159"/>
                  <a:gd name="connsiteY25" fmla="*/ 1086714 h 1348029"/>
                  <a:gd name="connsiteX26" fmla="*/ 1454912 w 3096159"/>
                  <a:gd name="connsiteY26" fmla="*/ 1086714 h 1348029"/>
                  <a:gd name="connsiteX27" fmla="*/ 1183030 w 3096159"/>
                  <a:gd name="connsiteY27" fmla="*/ 1340917 h 1348029"/>
                  <a:gd name="connsiteX28" fmla="*/ 1158443 w 3096159"/>
                  <a:gd name="connsiteY28" fmla="*/ 1347826 h 1348029"/>
                  <a:gd name="connsiteX29" fmla="*/ 163982 w 3096159"/>
                  <a:gd name="connsiteY29" fmla="*/ 1136904 h 1348029"/>
                  <a:gd name="connsiteX30" fmla="*/ 144272 w 3096159"/>
                  <a:gd name="connsiteY30" fmla="*/ 1120445 h 1348029"/>
                  <a:gd name="connsiteX31" fmla="*/ 3251 w 3096159"/>
                  <a:gd name="connsiteY31" fmla="*/ 780085 h 1348029"/>
                  <a:gd name="connsiteX32" fmla="*/ 1219 w 3096159"/>
                  <a:gd name="connsiteY32" fmla="*/ 769519 h 1348029"/>
                  <a:gd name="connsiteX33" fmla="*/ 0 w 3096159"/>
                  <a:gd name="connsiteY33" fmla="*/ 168047 h 1348029"/>
                  <a:gd name="connsiteX34" fmla="*/ 16256 w 3096159"/>
                  <a:gd name="connsiteY34" fmla="*/ 142850 h 1348029"/>
                  <a:gd name="connsiteX35" fmla="*/ 268427 w 3096159"/>
                  <a:gd name="connsiteY35" fmla="*/ 29668 h 1348029"/>
                  <a:gd name="connsiteX36" fmla="*/ 277165 w 3096159"/>
                  <a:gd name="connsiteY36" fmla="*/ 27432 h 1348029"/>
                  <a:gd name="connsiteX0" fmla="*/ 1936089 w 3096159"/>
                  <a:gd name="connsiteY0" fmla="*/ 1348029 h 1348029"/>
                  <a:gd name="connsiteX1" fmla="*/ 3096158 w 3096159"/>
                  <a:gd name="connsiteY1" fmla="*/ 769722 h 1348029"/>
                  <a:gd name="connsiteX2" fmla="*/ 3094126 w 3096159"/>
                  <a:gd name="connsiteY2" fmla="*/ 780085 h 1348029"/>
                  <a:gd name="connsiteX3" fmla="*/ 2953105 w 3096159"/>
                  <a:gd name="connsiteY3" fmla="*/ 1120445 h 1348029"/>
                  <a:gd name="connsiteX4" fmla="*/ 2938272 w 3096159"/>
                  <a:gd name="connsiteY4" fmla="*/ 1135279 h 1348029"/>
                  <a:gd name="connsiteX5" fmla="*/ 1936089 w 3096159"/>
                  <a:gd name="connsiteY5" fmla="*/ 1348029 h 1348029"/>
                  <a:gd name="connsiteX6" fmla="*/ 1444142 w 3096159"/>
                  <a:gd name="connsiteY6" fmla="*/ 1031444 h 1348029"/>
                  <a:gd name="connsiteX7" fmla="*/ 1652625 w 3096159"/>
                  <a:gd name="connsiteY7" fmla="*/ 1031444 h 1348029"/>
                  <a:gd name="connsiteX8" fmla="*/ 1671523 w 3096159"/>
                  <a:gd name="connsiteY8" fmla="*/ 1038962 h 1348029"/>
                  <a:gd name="connsiteX9" fmla="*/ 1941779 w 3096159"/>
                  <a:gd name="connsiteY9" fmla="*/ 1291540 h 1348029"/>
                  <a:gd name="connsiteX10" fmla="*/ 2905760 w 3096159"/>
                  <a:gd name="connsiteY10" fmla="*/ 1088746 h 1348029"/>
                  <a:gd name="connsiteX11" fmla="*/ 3040278 w 3096159"/>
                  <a:gd name="connsiteY11" fmla="*/ 763829 h 1348029"/>
                  <a:gd name="connsiteX12" fmla="*/ 3043529 w 3096159"/>
                  <a:gd name="connsiteY12" fmla="*/ 190399 h 1348029"/>
                  <a:gd name="connsiteX13" fmla="*/ 2809646 w 3096159"/>
                  <a:gd name="connsiteY13" fmla="*/ 81890 h 1348029"/>
                  <a:gd name="connsiteX14" fmla="*/ 1934870 w 3096159"/>
                  <a:gd name="connsiteY14" fmla="*/ 0 h 1348029"/>
                  <a:gd name="connsiteX15" fmla="*/ 1161694 w 3096159"/>
                  <a:gd name="connsiteY15" fmla="*/ 0 h 1348029"/>
                  <a:gd name="connsiteX16" fmla="*/ 286715 w 3096159"/>
                  <a:gd name="connsiteY16" fmla="*/ 81890 h 1348029"/>
                  <a:gd name="connsiteX17" fmla="*/ 55067 w 3096159"/>
                  <a:gd name="connsiteY17" fmla="*/ 185928 h 1348029"/>
                  <a:gd name="connsiteX18" fmla="*/ 56286 w 3096159"/>
                  <a:gd name="connsiteY18" fmla="*/ 764032 h 1348029"/>
                  <a:gd name="connsiteX19" fmla="*/ 189585 w 3096159"/>
                  <a:gd name="connsiteY19" fmla="*/ 1085901 h 1348029"/>
                  <a:gd name="connsiteX20" fmla="*/ 1155801 w 3096159"/>
                  <a:gd name="connsiteY20" fmla="*/ 1290727 h 1348029"/>
                  <a:gd name="connsiteX21" fmla="*/ 1425245 w 3096159"/>
                  <a:gd name="connsiteY21" fmla="*/ 1038962 h 1348029"/>
                  <a:gd name="connsiteX22" fmla="*/ 1444142 w 3096159"/>
                  <a:gd name="connsiteY22" fmla="*/ 1031444 h 1348029"/>
                  <a:gd name="connsiteX23" fmla="*/ 1913534 w 3096159"/>
                  <a:gd name="connsiteY23" fmla="*/ 1340917 h 1348029"/>
                  <a:gd name="connsiteX24" fmla="*/ 1641653 w 3096159"/>
                  <a:gd name="connsiteY24" fmla="*/ 1086714 h 1348029"/>
                  <a:gd name="connsiteX25" fmla="*/ 1454912 w 3096159"/>
                  <a:gd name="connsiteY25" fmla="*/ 1086714 h 1348029"/>
                  <a:gd name="connsiteX26" fmla="*/ 1183030 w 3096159"/>
                  <a:gd name="connsiteY26" fmla="*/ 1340917 h 1348029"/>
                  <a:gd name="connsiteX27" fmla="*/ 1158443 w 3096159"/>
                  <a:gd name="connsiteY27" fmla="*/ 1347826 h 1348029"/>
                  <a:gd name="connsiteX28" fmla="*/ 163982 w 3096159"/>
                  <a:gd name="connsiteY28" fmla="*/ 1136904 h 1348029"/>
                  <a:gd name="connsiteX29" fmla="*/ 144272 w 3096159"/>
                  <a:gd name="connsiteY29" fmla="*/ 1120445 h 1348029"/>
                  <a:gd name="connsiteX30" fmla="*/ 3251 w 3096159"/>
                  <a:gd name="connsiteY30" fmla="*/ 780085 h 1348029"/>
                  <a:gd name="connsiteX31" fmla="*/ 1219 w 3096159"/>
                  <a:gd name="connsiteY31" fmla="*/ 769519 h 1348029"/>
                  <a:gd name="connsiteX32" fmla="*/ 0 w 3096159"/>
                  <a:gd name="connsiteY32" fmla="*/ 168047 h 1348029"/>
                  <a:gd name="connsiteX33" fmla="*/ 16256 w 3096159"/>
                  <a:gd name="connsiteY33" fmla="*/ 142850 h 1348029"/>
                  <a:gd name="connsiteX34" fmla="*/ 268427 w 3096159"/>
                  <a:gd name="connsiteY34" fmla="*/ 29668 h 1348029"/>
                  <a:gd name="connsiteX35" fmla="*/ 277165 w 3096159"/>
                  <a:gd name="connsiteY35" fmla="*/ 27432 h 1348029"/>
                  <a:gd name="connsiteX0" fmla="*/ 1936089 w 3096159"/>
                  <a:gd name="connsiteY0" fmla="*/ 1348029 h 1348029"/>
                  <a:gd name="connsiteX1" fmla="*/ 3096158 w 3096159"/>
                  <a:gd name="connsiteY1" fmla="*/ 769722 h 1348029"/>
                  <a:gd name="connsiteX2" fmla="*/ 2953105 w 3096159"/>
                  <a:gd name="connsiteY2" fmla="*/ 1120445 h 1348029"/>
                  <a:gd name="connsiteX3" fmla="*/ 2938272 w 3096159"/>
                  <a:gd name="connsiteY3" fmla="*/ 1135279 h 1348029"/>
                  <a:gd name="connsiteX4" fmla="*/ 1936089 w 3096159"/>
                  <a:gd name="connsiteY4" fmla="*/ 1348029 h 1348029"/>
                  <a:gd name="connsiteX5" fmla="*/ 1444142 w 3096159"/>
                  <a:gd name="connsiteY5" fmla="*/ 1031444 h 1348029"/>
                  <a:gd name="connsiteX6" fmla="*/ 1652625 w 3096159"/>
                  <a:gd name="connsiteY6" fmla="*/ 1031444 h 1348029"/>
                  <a:gd name="connsiteX7" fmla="*/ 1671523 w 3096159"/>
                  <a:gd name="connsiteY7" fmla="*/ 1038962 h 1348029"/>
                  <a:gd name="connsiteX8" fmla="*/ 1941779 w 3096159"/>
                  <a:gd name="connsiteY8" fmla="*/ 1291540 h 1348029"/>
                  <a:gd name="connsiteX9" fmla="*/ 2905760 w 3096159"/>
                  <a:gd name="connsiteY9" fmla="*/ 1088746 h 1348029"/>
                  <a:gd name="connsiteX10" fmla="*/ 3040278 w 3096159"/>
                  <a:gd name="connsiteY10" fmla="*/ 763829 h 1348029"/>
                  <a:gd name="connsiteX11" fmla="*/ 3043529 w 3096159"/>
                  <a:gd name="connsiteY11" fmla="*/ 190399 h 1348029"/>
                  <a:gd name="connsiteX12" fmla="*/ 2809646 w 3096159"/>
                  <a:gd name="connsiteY12" fmla="*/ 81890 h 1348029"/>
                  <a:gd name="connsiteX13" fmla="*/ 1934870 w 3096159"/>
                  <a:gd name="connsiteY13" fmla="*/ 0 h 1348029"/>
                  <a:gd name="connsiteX14" fmla="*/ 1161694 w 3096159"/>
                  <a:gd name="connsiteY14" fmla="*/ 0 h 1348029"/>
                  <a:gd name="connsiteX15" fmla="*/ 286715 w 3096159"/>
                  <a:gd name="connsiteY15" fmla="*/ 81890 h 1348029"/>
                  <a:gd name="connsiteX16" fmla="*/ 55067 w 3096159"/>
                  <a:gd name="connsiteY16" fmla="*/ 185928 h 1348029"/>
                  <a:gd name="connsiteX17" fmla="*/ 56286 w 3096159"/>
                  <a:gd name="connsiteY17" fmla="*/ 764032 h 1348029"/>
                  <a:gd name="connsiteX18" fmla="*/ 189585 w 3096159"/>
                  <a:gd name="connsiteY18" fmla="*/ 1085901 h 1348029"/>
                  <a:gd name="connsiteX19" fmla="*/ 1155801 w 3096159"/>
                  <a:gd name="connsiteY19" fmla="*/ 1290727 h 1348029"/>
                  <a:gd name="connsiteX20" fmla="*/ 1425245 w 3096159"/>
                  <a:gd name="connsiteY20" fmla="*/ 1038962 h 1348029"/>
                  <a:gd name="connsiteX21" fmla="*/ 1444142 w 3096159"/>
                  <a:gd name="connsiteY21" fmla="*/ 1031444 h 1348029"/>
                  <a:gd name="connsiteX22" fmla="*/ 1913534 w 3096159"/>
                  <a:gd name="connsiteY22" fmla="*/ 1340917 h 1348029"/>
                  <a:gd name="connsiteX23" fmla="*/ 1641653 w 3096159"/>
                  <a:gd name="connsiteY23" fmla="*/ 1086714 h 1348029"/>
                  <a:gd name="connsiteX24" fmla="*/ 1454912 w 3096159"/>
                  <a:gd name="connsiteY24" fmla="*/ 1086714 h 1348029"/>
                  <a:gd name="connsiteX25" fmla="*/ 1183030 w 3096159"/>
                  <a:gd name="connsiteY25" fmla="*/ 1340917 h 1348029"/>
                  <a:gd name="connsiteX26" fmla="*/ 1158443 w 3096159"/>
                  <a:gd name="connsiteY26" fmla="*/ 1347826 h 1348029"/>
                  <a:gd name="connsiteX27" fmla="*/ 163982 w 3096159"/>
                  <a:gd name="connsiteY27" fmla="*/ 1136904 h 1348029"/>
                  <a:gd name="connsiteX28" fmla="*/ 144272 w 3096159"/>
                  <a:gd name="connsiteY28" fmla="*/ 1120445 h 1348029"/>
                  <a:gd name="connsiteX29" fmla="*/ 3251 w 3096159"/>
                  <a:gd name="connsiteY29" fmla="*/ 780085 h 1348029"/>
                  <a:gd name="connsiteX30" fmla="*/ 1219 w 3096159"/>
                  <a:gd name="connsiteY30" fmla="*/ 769519 h 1348029"/>
                  <a:gd name="connsiteX31" fmla="*/ 0 w 3096159"/>
                  <a:gd name="connsiteY31" fmla="*/ 168047 h 1348029"/>
                  <a:gd name="connsiteX32" fmla="*/ 16256 w 3096159"/>
                  <a:gd name="connsiteY32" fmla="*/ 142850 h 1348029"/>
                  <a:gd name="connsiteX33" fmla="*/ 268427 w 3096159"/>
                  <a:gd name="connsiteY33" fmla="*/ 29668 h 1348029"/>
                  <a:gd name="connsiteX34" fmla="*/ 277165 w 3096159"/>
                  <a:gd name="connsiteY34" fmla="*/ 27432 h 1348029"/>
                  <a:gd name="connsiteX0" fmla="*/ 1936089 w 3043528"/>
                  <a:gd name="connsiteY0" fmla="*/ 1348029 h 1348029"/>
                  <a:gd name="connsiteX1" fmla="*/ 2953105 w 3043528"/>
                  <a:gd name="connsiteY1" fmla="*/ 1120445 h 1348029"/>
                  <a:gd name="connsiteX2" fmla="*/ 2938272 w 3043528"/>
                  <a:gd name="connsiteY2" fmla="*/ 1135279 h 1348029"/>
                  <a:gd name="connsiteX3" fmla="*/ 1936089 w 3043528"/>
                  <a:gd name="connsiteY3" fmla="*/ 1348029 h 1348029"/>
                  <a:gd name="connsiteX4" fmla="*/ 1444142 w 3043528"/>
                  <a:gd name="connsiteY4" fmla="*/ 1031444 h 1348029"/>
                  <a:gd name="connsiteX5" fmla="*/ 1652625 w 3043528"/>
                  <a:gd name="connsiteY5" fmla="*/ 1031444 h 1348029"/>
                  <a:gd name="connsiteX6" fmla="*/ 1671523 w 3043528"/>
                  <a:gd name="connsiteY6" fmla="*/ 1038962 h 1348029"/>
                  <a:gd name="connsiteX7" fmla="*/ 1941779 w 3043528"/>
                  <a:gd name="connsiteY7" fmla="*/ 1291540 h 1348029"/>
                  <a:gd name="connsiteX8" fmla="*/ 2905760 w 3043528"/>
                  <a:gd name="connsiteY8" fmla="*/ 1088746 h 1348029"/>
                  <a:gd name="connsiteX9" fmla="*/ 3040278 w 3043528"/>
                  <a:gd name="connsiteY9" fmla="*/ 763829 h 1348029"/>
                  <a:gd name="connsiteX10" fmla="*/ 3043529 w 3043528"/>
                  <a:gd name="connsiteY10" fmla="*/ 190399 h 1348029"/>
                  <a:gd name="connsiteX11" fmla="*/ 2809646 w 3043528"/>
                  <a:gd name="connsiteY11" fmla="*/ 81890 h 1348029"/>
                  <a:gd name="connsiteX12" fmla="*/ 1934870 w 3043528"/>
                  <a:gd name="connsiteY12" fmla="*/ 0 h 1348029"/>
                  <a:gd name="connsiteX13" fmla="*/ 1161694 w 3043528"/>
                  <a:gd name="connsiteY13" fmla="*/ 0 h 1348029"/>
                  <a:gd name="connsiteX14" fmla="*/ 286715 w 3043528"/>
                  <a:gd name="connsiteY14" fmla="*/ 81890 h 1348029"/>
                  <a:gd name="connsiteX15" fmla="*/ 55067 w 3043528"/>
                  <a:gd name="connsiteY15" fmla="*/ 185928 h 1348029"/>
                  <a:gd name="connsiteX16" fmla="*/ 56286 w 3043528"/>
                  <a:gd name="connsiteY16" fmla="*/ 764032 h 1348029"/>
                  <a:gd name="connsiteX17" fmla="*/ 189585 w 3043528"/>
                  <a:gd name="connsiteY17" fmla="*/ 1085901 h 1348029"/>
                  <a:gd name="connsiteX18" fmla="*/ 1155801 w 3043528"/>
                  <a:gd name="connsiteY18" fmla="*/ 1290727 h 1348029"/>
                  <a:gd name="connsiteX19" fmla="*/ 1425245 w 3043528"/>
                  <a:gd name="connsiteY19" fmla="*/ 1038962 h 1348029"/>
                  <a:gd name="connsiteX20" fmla="*/ 1444142 w 3043528"/>
                  <a:gd name="connsiteY20" fmla="*/ 1031444 h 1348029"/>
                  <a:gd name="connsiteX21" fmla="*/ 1913534 w 3043528"/>
                  <a:gd name="connsiteY21" fmla="*/ 1340917 h 1348029"/>
                  <a:gd name="connsiteX22" fmla="*/ 1641653 w 3043528"/>
                  <a:gd name="connsiteY22" fmla="*/ 1086714 h 1348029"/>
                  <a:gd name="connsiteX23" fmla="*/ 1454912 w 3043528"/>
                  <a:gd name="connsiteY23" fmla="*/ 1086714 h 1348029"/>
                  <a:gd name="connsiteX24" fmla="*/ 1183030 w 3043528"/>
                  <a:gd name="connsiteY24" fmla="*/ 1340917 h 1348029"/>
                  <a:gd name="connsiteX25" fmla="*/ 1158443 w 3043528"/>
                  <a:gd name="connsiteY25" fmla="*/ 1347826 h 1348029"/>
                  <a:gd name="connsiteX26" fmla="*/ 163982 w 3043528"/>
                  <a:gd name="connsiteY26" fmla="*/ 1136904 h 1348029"/>
                  <a:gd name="connsiteX27" fmla="*/ 144272 w 3043528"/>
                  <a:gd name="connsiteY27" fmla="*/ 1120445 h 1348029"/>
                  <a:gd name="connsiteX28" fmla="*/ 3251 w 3043528"/>
                  <a:gd name="connsiteY28" fmla="*/ 780085 h 1348029"/>
                  <a:gd name="connsiteX29" fmla="*/ 1219 w 3043528"/>
                  <a:gd name="connsiteY29" fmla="*/ 769519 h 1348029"/>
                  <a:gd name="connsiteX30" fmla="*/ 0 w 3043528"/>
                  <a:gd name="connsiteY30" fmla="*/ 168047 h 1348029"/>
                  <a:gd name="connsiteX31" fmla="*/ 16256 w 3043528"/>
                  <a:gd name="connsiteY31" fmla="*/ 142850 h 1348029"/>
                  <a:gd name="connsiteX32" fmla="*/ 268427 w 3043528"/>
                  <a:gd name="connsiteY32" fmla="*/ 29668 h 1348029"/>
                  <a:gd name="connsiteX33" fmla="*/ 277165 w 3043528"/>
                  <a:gd name="connsiteY33" fmla="*/ 27432 h 1348029"/>
                  <a:gd name="connsiteX0" fmla="*/ 1936089 w 3043528"/>
                  <a:gd name="connsiteY0" fmla="*/ 1348029 h 1348029"/>
                  <a:gd name="connsiteX1" fmla="*/ 2953105 w 3043528"/>
                  <a:gd name="connsiteY1" fmla="*/ 1120445 h 1348029"/>
                  <a:gd name="connsiteX2" fmla="*/ 1936089 w 3043528"/>
                  <a:gd name="connsiteY2" fmla="*/ 1348029 h 1348029"/>
                  <a:gd name="connsiteX3" fmla="*/ 1444142 w 3043528"/>
                  <a:gd name="connsiteY3" fmla="*/ 1031444 h 1348029"/>
                  <a:gd name="connsiteX4" fmla="*/ 1652625 w 3043528"/>
                  <a:gd name="connsiteY4" fmla="*/ 1031444 h 1348029"/>
                  <a:gd name="connsiteX5" fmla="*/ 1671523 w 3043528"/>
                  <a:gd name="connsiteY5" fmla="*/ 1038962 h 1348029"/>
                  <a:gd name="connsiteX6" fmla="*/ 1941779 w 3043528"/>
                  <a:gd name="connsiteY6" fmla="*/ 1291540 h 1348029"/>
                  <a:gd name="connsiteX7" fmla="*/ 2905760 w 3043528"/>
                  <a:gd name="connsiteY7" fmla="*/ 1088746 h 1348029"/>
                  <a:gd name="connsiteX8" fmla="*/ 3040278 w 3043528"/>
                  <a:gd name="connsiteY8" fmla="*/ 763829 h 1348029"/>
                  <a:gd name="connsiteX9" fmla="*/ 3043529 w 3043528"/>
                  <a:gd name="connsiteY9" fmla="*/ 190399 h 1348029"/>
                  <a:gd name="connsiteX10" fmla="*/ 2809646 w 3043528"/>
                  <a:gd name="connsiteY10" fmla="*/ 81890 h 1348029"/>
                  <a:gd name="connsiteX11" fmla="*/ 1934870 w 3043528"/>
                  <a:gd name="connsiteY11" fmla="*/ 0 h 1348029"/>
                  <a:gd name="connsiteX12" fmla="*/ 1161694 w 3043528"/>
                  <a:gd name="connsiteY12" fmla="*/ 0 h 1348029"/>
                  <a:gd name="connsiteX13" fmla="*/ 286715 w 3043528"/>
                  <a:gd name="connsiteY13" fmla="*/ 81890 h 1348029"/>
                  <a:gd name="connsiteX14" fmla="*/ 55067 w 3043528"/>
                  <a:gd name="connsiteY14" fmla="*/ 185928 h 1348029"/>
                  <a:gd name="connsiteX15" fmla="*/ 56286 w 3043528"/>
                  <a:gd name="connsiteY15" fmla="*/ 764032 h 1348029"/>
                  <a:gd name="connsiteX16" fmla="*/ 189585 w 3043528"/>
                  <a:gd name="connsiteY16" fmla="*/ 1085901 h 1348029"/>
                  <a:gd name="connsiteX17" fmla="*/ 1155801 w 3043528"/>
                  <a:gd name="connsiteY17" fmla="*/ 1290727 h 1348029"/>
                  <a:gd name="connsiteX18" fmla="*/ 1425245 w 3043528"/>
                  <a:gd name="connsiteY18" fmla="*/ 1038962 h 1348029"/>
                  <a:gd name="connsiteX19" fmla="*/ 1444142 w 3043528"/>
                  <a:gd name="connsiteY19" fmla="*/ 1031444 h 1348029"/>
                  <a:gd name="connsiteX20" fmla="*/ 1913534 w 3043528"/>
                  <a:gd name="connsiteY20" fmla="*/ 1340917 h 1348029"/>
                  <a:gd name="connsiteX21" fmla="*/ 1641653 w 3043528"/>
                  <a:gd name="connsiteY21" fmla="*/ 1086714 h 1348029"/>
                  <a:gd name="connsiteX22" fmla="*/ 1454912 w 3043528"/>
                  <a:gd name="connsiteY22" fmla="*/ 1086714 h 1348029"/>
                  <a:gd name="connsiteX23" fmla="*/ 1183030 w 3043528"/>
                  <a:gd name="connsiteY23" fmla="*/ 1340917 h 1348029"/>
                  <a:gd name="connsiteX24" fmla="*/ 1158443 w 3043528"/>
                  <a:gd name="connsiteY24" fmla="*/ 1347826 h 1348029"/>
                  <a:gd name="connsiteX25" fmla="*/ 163982 w 3043528"/>
                  <a:gd name="connsiteY25" fmla="*/ 1136904 h 1348029"/>
                  <a:gd name="connsiteX26" fmla="*/ 144272 w 3043528"/>
                  <a:gd name="connsiteY26" fmla="*/ 1120445 h 1348029"/>
                  <a:gd name="connsiteX27" fmla="*/ 3251 w 3043528"/>
                  <a:gd name="connsiteY27" fmla="*/ 780085 h 1348029"/>
                  <a:gd name="connsiteX28" fmla="*/ 1219 w 3043528"/>
                  <a:gd name="connsiteY28" fmla="*/ 769519 h 1348029"/>
                  <a:gd name="connsiteX29" fmla="*/ 0 w 3043528"/>
                  <a:gd name="connsiteY29" fmla="*/ 168047 h 1348029"/>
                  <a:gd name="connsiteX30" fmla="*/ 16256 w 3043528"/>
                  <a:gd name="connsiteY30" fmla="*/ 142850 h 1348029"/>
                  <a:gd name="connsiteX31" fmla="*/ 268427 w 3043528"/>
                  <a:gd name="connsiteY31" fmla="*/ 29668 h 1348029"/>
                  <a:gd name="connsiteX32" fmla="*/ 277165 w 3043528"/>
                  <a:gd name="connsiteY32" fmla="*/ 27432 h 1348029"/>
                  <a:gd name="connsiteX0" fmla="*/ 1444142 w 3043528"/>
                  <a:gd name="connsiteY0" fmla="*/ 1031444 h 1347827"/>
                  <a:gd name="connsiteX1" fmla="*/ 1652625 w 3043528"/>
                  <a:gd name="connsiteY1" fmla="*/ 1031444 h 1347827"/>
                  <a:gd name="connsiteX2" fmla="*/ 1671523 w 3043528"/>
                  <a:gd name="connsiteY2" fmla="*/ 1038962 h 1347827"/>
                  <a:gd name="connsiteX3" fmla="*/ 1941779 w 3043528"/>
                  <a:gd name="connsiteY3" fmla="*/ 1291540 h 1347827"/>
                  <a:gd name="connsiteX4" fmla="*/ 2905760 w 3043528"/>
                  <a:gd name="connsiteY4" fmla="*/ 1088746 h 1347827"/>
                  <a:gd name="connsiteX5" fmla="*/ 3040278 w 3043528"/>
                  <a:gd name="connsiteY5" fmla="*/ 763829 h 1347827"/>
                  <a:gd name="connsiteX6" fmla="*/ 3043529 w 3043528"/>
                  <a:gd name="connsiteY6" fmla="*/ 190399 h 1347827"/>
                  <a:gd name="connsiteX7" fmla="*/ 2809646 w 3043528"/>
                  <a:gd name="connsiteY7" fmla="*/ 81890 h 1347827"/>
                  <a:gd name="connsiteX8" fmla="*/ 1934870 w 3043528"/>
                  <a:gd name="connsiteY8" fmla="*/ 0 h 1347827"/>
                  <a:gd name="connsiteX9" fmla="*/ 1161694 w 3043528"/>
                  <a:gd name="connsiteY9" fmla="*/ 0 h 1347827"/>
                  <a:gd name="connsiteX10" fmla="*/ 286715 w 3043528"/>
                  <a:gd name="connsiteY10" fmla="*/ 81890 h 1347827"/>
                  <a:gd name="connsiteX11" fmla="*/ 55067 w 3043528"/>
                  <a:gd name="connsiteY11" fmla="*/ 185928 h 1347827"/>
                  <a:gd name="connsiteX12" fmla="*/ 56286 w 3043528"/>
                  <a:gd name="connsiteY12" fmla="*/ 764032 h 1347827"/>
                  <a:gd name="connsiteX13" fmla="*/ 189585 w 3043528"/>
                  <a:gd name="connsiteY13" fmla="*/ 1085901 h 1347827"/>
                  <a:gd name="connsiteX14" fmla="*/ 1155801 w 3043528"/>
                  <a:gd name="connsiteY14" fmla="*/ 1290727 h 1347827"/>
                  <a:gd name="connsiteX15" fmla="*/ 1425245 w 3043528"/>
                  <a:gd name="connsiteY15" fmla="*/ 1038962 h 1347827"/>
                  <a:gd name="connsiteX16" fmla="*/ 1444142 w 3043528"/>
                  <a:gd name="connsiteY16" fmla="*/ 1031444 h 1347827"/>
                  <a:gd name="connsiteX17" fmla="*/ 1913534 w 3043528"/>
                  <a:gd name="connsiteY17" fmla="*/ 1340917 h 1347827"/>
                  <a:gd name="connsiteX18" fmla="*/ 1641653 w 3043528"/>
                  <a:gd name="connsiteY18" fmla="*/ 1086714 h 1347827"/>
                  <a:gd name="connsiteX19" fmla="*/ 1454912 w 3043528"/>
                  <a:gd name="connsiteY19" fmla="*/ 1086714 h 1347827"/>
                  <a:gd name="connsiteX20" fmla="*/ 1183030 w 3043528"/>
                  <a:gd name="connsiteY20" fmla="*/ 1340917 h 1347827"/>
                  <a:gd name="connsiteX21" fmla="*/ 1158443 w 3043528"/>
                  <a:gd name="connsiteY21" fmla="*/ 1347826 h 1347827"/>
                  <a:gd name="connsiteX22" fmla="*/ 163982 w 3043528"/>
                  <a:gd name="connsiteY22" fmla="*/ 1136904 h 1347827"/>
                  <a:gd name="connsiteX23" fmla="*/ 144272 w 3043528"/>
                  <a:gd name="connsiteY23" fmla="*/ 1120445 h 1347827"/>
                  <a:gd name="connsiteX24" fmla="*/ 3251 w 3043528"/>
                  <a:gd name="connsiteY24" fmla="*/ 780085 h 1347827"/>
                  <a:gd name="connsiteX25" fmla="*/ 1219 w 3043528"/>
                  <a:gd name="connsiteY25" fmla="*/ 769519 h 1347827"/>
                  <a:gd name="connsiteX26" fmla="*/ 0 w 3043528"/>
                  <a:gd name="connsiteY26" fmla="*/ 168047 h 1347827"/>
                  <a:gd name="connsiteX27" fmla="*/ 16256 w 3043528"/>
                  <a:gd name="connsiteY27" fmla="*/ 142850 h 1347827"/>
                  <a:gd name="connsiteX28" fmla="*/ 268427 w 3043528"/>
                  <a:gd name="connsiteY28" fmla="*/ 29668 h 1347827"/>
                  <a:gd name="connsiteX29" fmla="*/ 277165 w 3043528"/>
                  <a:gd name="connsiteY29" fmla="*/ 27432 h 1347827"/>
                  <a:gd name="connsiteX0" fmla="*/ 1444142 w 3043528"/>
                  <a:gd name="connsiteY0" fmla="*/ 1031444 h 1347827"/>
                  <a:gd name="connsiteX1" fmla="*/ 1652625 w 3043528"/>
                  <a:gd name="connsiteY1" fmla="*/ 1031444 h 1347827"/>
                  <a:gd name="connsiteX2" fmla="*/ 1671523 w 3043528"/>
                  <a:gd name="connsiteY2" fmla="*/ 1038962 h 1347827"/>
                  <a:gd name="connsiteX3" fmla="*/ 1941779 w 3043528"/>
                  <a:gd name="connsiteY3" fmla="*/ 1291540 h 1347827"/>
                  <a:gd name="connsiteX4" fmla="*/ 2905760 w 3043528"/>
                  <a:gd name="connsiteY4" fmla="*/ 1088746 h 1347827"/>
                  <a:gd name="connsiteX5" fmla="*/ 3040278 w 3043528"/>
                  <a:gd name="connsiteY5" fmla="*/ 763829 h 1347827"/>
                  <a:gd name="connsiteX6" fmla="*/ 3043529 w 3043528"/>
                  <a:gd name="connsiteY6" fmla="*/ 190399 h 1347827"/>
                  <a:gd name="connsiteX7" fmla="*/ 2809646 w 3043528"/>
                  <a:gd name="connsiteY7" fmla="*/ 81890 h 1347827"/>
                  <a:gd name="connsiteX8" fmla="*/ 1934870 w 3043528"/>
                  <a:gd name="connsiteY8" fmla="*/ 0 h 1347827"/>
                  <a:gd name="connsiteX9" fmla="*/ 1161694 w 3043528"/>
                  <a:gd name="connsiteY9" fmla="*/ 0 h 1347827"/>
                  <a:gd name="connsiteX10" fmla="*/ 286715 w 3043528"/>
                  <a:gd name="connsiteY10" fmla="*/ 81890 h 1347827"/>
                  <a:gd name="connsiteX11" fmla="*/ 55067 w 3043528"/>
                  <a:gd name="connsiteY11" fmla="*/ 185928 h 1347827"/>
                  <a:gd name="connsiteX12" fmla="*/ 56286 w 3043528"/>
                  <a:gd name="connsiteY12" fmla="*/ 764032 h 1347827"/>
                  <a:gd name="connsiteX13" fmla="*/ 189585 w 3043528"/>
                  <a:gd name="connsiteY13" fmla="*/ 1085901 h 1347827"/>
                  <a:gd name="connsiteX14" fmla="*/ 1155801 w 3043528"/>
                  <a:gd name="connsiteY14" fmla="*/ 1290727 h 1347827"/>
                  <a:gd name="connsiteX15" fmla="*/ 1425245 w 3043528"/>
                  <a:gd name="connsiteY15" fmla="*/ 1038962 h 1347827"/>
                  <a:gd name="connsiteX16" fmla="*/ 1444142 w 3043528"/>
                  <a:gd name="connsiteY16" fmla="*/ 1031444 h 1347827"/>
                  <a:gd name="connsiteX17" fmla="*/ 1641653 w 3043528"/>
                  <a:gd name="connsiteY17" fmla="*/ 1086714 h 1347827"/>
                  <a:gd name="connsiteX18" fmla="*/ 1454912 w 3043528"/>
                  <a:gd name="connsiteY18" fmla="*/ 1086714 h 1347827"/>
                  <a:gd name="connsiteX19" fmla="*/ 1183030 w 3043528"/>
                  <a:gd name="connsiteY19" fmla="*/ 1340917 h 1347827"/>
                  <a:gd name="connsiteX20" fmla="*/ 1158443 w 3043528"/>
                  <a:gd name="connsiteY20" fmla="*/ 1347826 h 1347827"/>
                  <a:gd name="connsiteX21" fmla="*/ 163982 w 3043528"/>
                  <a:gd name="connsiteY21" fmla="*/ 1136904 h 1347827"/>
                  <a:gd name="connsiteX22" fmla="*/ 144272 w 3043528"/>
                  <a:gd name="connsiteY22" fmla="*/ 1120445 h 1347827"/>
                  <a:gd name="connsiteX23" fmla="*/ 3251 w 3043528"/>
                  <a:gd name="connsiteY23" fmla="*/ 780085 h 1347827"/>
                  <a:gd name="connsiteX24" fmla="*/ 1219 w 3043528"/>
                  <a:gd name="connsiteY24" fmla="*/ 769519 h 1347827"/>
                  <a:gd name="connsiteX25" fmla="*/ 0 w 3043528"/>
                  <a:gd name="connsiteY25" fmla="*/ 168047 h 1347827"/>
                  <a:gd name="connsiteX26" fmla="*/ 16256 w 3043528"/>
                  <a:gd name="connsiteY26" fmla="*/ 142850 h 1347827"/>
                  <a:gd name="connsiteX27" fmla="*/ 268427 w 3043528"/>
                  <a:gd name="connsiteY27" fmla="*/ 29668 h 1347827"/>
                  <a:gd name="connsiteX28" fmla="*/ 277165 w 3043528"/>
                  <a:gd name="connsiteY28" fmla="*/ 27432 h 1347827"/>
                  <a:gd name="connsiteX0" fmla="*/ 1444142 w 3043528"/>
                  <a:gd name="connsiteY0" fmla="*/ 1031444 h 1347827"/>
                  <a:gd name="connsiteX1" fmla="*/ 1652625 w 3043528"/>
                  <a:gd name="connsiteY1" fmla="*/ 1031444 h 1347827"/>
                  <a:gd name="connsiteX2" fmla="*/ 1671523 w 3043528"/>
                  <a:gd name="connsiteY2" fmla="*/ 1038962 h 1347827"/>
                  <a:gd name="connsiteX3" fmla="*/ 1941779 w 3043528"/>
                  <a:gd name="connsiteY3" fmla="*/ 1291540 h 1347827"/>
                  <a:gd name="connsiteX4" fmla="*/ 2905760 w 3043528"/>
                  <a:gd name="connsiteY4" fmla="*/ 1088746 h 1347827"/>
                  <a:gd name="connsiteX5" fmla="*/ 3040278 w 3043528"/>
                  <a:gd name="connsiteY5" fmla="*/ 763829 h 1347827"/>
                  <a:gd name="connsiteX6" fmla="*/ 3043529 w 3043528"/>
                  <a:gd name="connsiteY6" fmla="*/ 190399 h 1347827"/>
                  <a:gd name="connsiteX7" fmla="*/ 2809646 w 3043528"/>
                  <a:gd name="connsiteY7" fmla="*/ 81890 h 1347827"/>
                  <a:gd name="connsiteX8" fmla="*/ 1934870 w 3043528"/>
                  <a:gd name="connsiteY8" fmla="*/ 0 h 1347827"/>
                  <a:gd name="connsiteX9" fmla="*/ 1161694 w 3043528"/>
                  <a:gd name="connsiteY9" fmla="*/ 0 h 1347827"/>
                  <a:gd name="connsiteX10" fmla="*/ 286715 w 3043528"/>
                  <a:gd name="connsiteY10" fmla="*/ 81890 h 1347827"/>
                  <a:gd name="connsiteX11" fmla="*/ 55067 w 3043528"/>
                  <a:gd name="connsiteY11" fmla="*/ 185928 h 1347827"/>
                  <a:gd name="connsiteX12" fmla="*/ 56286 w 3043528"/>
                  <a:gd name="connsiteY12" fmla="*/ 764032 h 1347827"/>
                  <a:gd name="connsiteX13" fmla="*/ 189585 w 3043528"/>
                  <a:gd name="connsiteY13" fmla="*/ 1085901 h 1347827"/>
                  <a:gd name="connsiteX14" fmla="*/ 1155801 w 3043528"/>
                  <a:gd name="connsiteY14" fmla="*/ 1290727 h 1347827"/>
                  <a:gd name="connsiteX15" fmla="*/ 1425245 w 3043528"/>
                  <a:gd name="connsiteY15" fmla="*/ 1038962 h 1347827"/>
                  <a:gd name="connsiteX16" fmla="*/ 1444142 w 3043528"/>
                  <a:gd name="connsiteY16" fmla="*/ 1031444 h 1347827"/>
                  <a:gd name="connsiteX17" fmla="*/ 1454912 w 3043528"/>
                  <a:gd name="connsiteY17" fmla="*/ 1086714 h 1347827"/>
                  <a:gd name="connsiteX18" fmla="*/ 1183030 w 3043528"/>
                  <a:gd name="connsiteY18" fmla="*/ 1340917 h 1347827"/>
                  <a:gd name="connsiteX19" fmla="*/ 1158443 w 3043528"/>
                  <a:gd name="connsiteY19" fmla="*/ 1347826 h 1347827"/>
                  <a:gd name="connsiteX20" fmla="*/ 163982 w 3043528"/>
                  <a:gd name="connsiteY20" fmla="*/ 1136904 h 1347827"/>
                  <a:gd name="connsiteX21" fmla="*/ 144272 w 3043528"/>
                  <a:gd name="connsiteY21" fmla="*/ 1120445 h 1347827"/>
                  <a:gd name="connsiteX22" fmla="*/ 3251 w 3043528"/>
                  <a:gd name="connsiteY22" fmla="*/ 780085 h 1347827"/>
                  <a:gd name="connsiteX23" fmla="*/ 1219 w 3043528"/>
                  <a:gd name="connsiteY23" fmla="*/ 769519 h 1347827"/>
                  <a:gd name="connsiteX24" fmla="*/ 0 w 3043528"/>
                  <a:gd name="connsiteY24" fmla="*/ 168047 h 1347827"/>
                  <a:gd name="connsiteX25" fmla="*/ 16256 w 3043528"/>
                  <a:gd name="connsiteY25" fmla="*/ 142850 h 1347827"/>
                  <a:gd name="connsiteX26" fmla="*/ 268427 w 3043528"/>
                  <a:gd name="connsiteY26" fmla="*/ 29668 h 1347827"/>
                  <a:gd name="connsiteX27" fmla="*/ 277165 w 3043528"/>
                  <a:gd name="connsiteY27" fmla="*/ 27432 h 1347827"/>
                  <a:gd name="connsiteX0" fmla="*/ 1444142 w 3043528"/>
                  <a:gd name="connsiteY0" fmla="*/ 1031444 h 1347827"/>
                  <a:gd name="connsiteX1" fmla="*/ 1652625 w 3043528"/>
                  <a:gd name="connsiteY1" fmla="*/ 1031444 h 1347827"/>
                  <a:gd name="connsiteX2" fmla="*/ 1671523 w 3043528"/>
                  <a:gd name="connsiteY2" fmla="*/ 1038962 h 1347827"/>
                  <a:gd name="connsiteX3" fmla="*/ 1941779 w 3043528"/>
                  <a:gd name="connsiteY3" fmla="*/ 1291540 h 1347827"/>
                  <a:gd name="connsiteX4" fmla="*/ 2905760 w 3043528"/>
                  <a:gd name="connsiteY4" fmla="*/ 1088746 h 1347827"/>
                  <a:gd name="connsiteX5" fmla="*/ 3040278 w 3043528"/>
                  <a:gd name="connsiteY5" fmla="*/ 763829 h 1347827"/>
                  <a:gd name="connsiteX6" fmla="*/ 3043529 w 3043528"/>
                  <a:gd name="connsiteY6" fmla="*/ 190399 h 1347827"/>
                  <a:gd name="connsiteX7" fmla="*/ 2809646 w 3043528"/>
                  <a:gd name="connsiteY7" fmla="*/ 81890 h 1347827"/>
                  <a:gd name="connsiteX8" fmla="*/ 1934870 w 3043528"/>
                  <a:gd name="connsiteY8" fmla="*/ 0 h 1347827"/>
                  <a:gd name="connsiteX9" fmla="*/ 1161694 w 3043528"/>
                  <a:gd name="connsiteY9" fmla="*/ 0 h 1347827"/>
                  <a:gd name="connsiteX10" fmla="*/ 286715 w 3043528"/>
                  <a:gd name="connsiteY10" fmla="*/ 81890 h 1347827"/>
                  <a:gd name="connsiteX11" fmla="*/ 55067 w 3043528"/>
                  <a:gd name="connsiteY11" fmla="*/ 185928 h 1347827"/>
                  <a:gd name="connsiteX12" fmla="*/ 56286 w 3043528"/>
                  <a:gd name="connsiteY12" fmla="*/ 764032 h 1347827"/>
                  <a:gd name="connsiteX13" fmla="*/ 189585 w 3043528"/>
                  <a:gd name="connsiteY13" fmla="*/ 1085901 h 1347827"/>
                  <a:gd name="connsiteX14" fmla="*/ 1155801 w 3043528"/>
                  <a:gd name="connsiteY14" fmla="*/ 1290727 h 1347827"/>
                  <a:gd name="connsiteX15" fmla="*/ 1425245 w 3043528"/>
                  <a:gd name="connsiteY15" fmla="*/ 1038962 h 1347827"/>
                  <a:gd name="connsiteX16" fmla="*/ 1444142 w 3043528"/>
                  <a:gd name="connsiteY16" fmla="*/ 1031444 h 1347827"/>
                  <a:gd name="connsiteX17" fmla="*/ 1183030 w 3043528"/>
                  <a:gd name="connsiteY17" fmla="*/ 1340917 h 1347827"/>
                  <a:gd name="connsiteX18" fmla="*/ 1158443 w 3043528"/>
                  <a:gd name="connsiteY18" fmla="*/ 1347826 h 1347827"/>
                  <a:gd name="connsiteX19" fmla="*/ 163982 w 3043528"/>
                  <a:gd name="connsiteY19" fmla="*/ 1136904 h 1347827"/>
                  <a:gd name="connsiteX20" fmla="*/ 144272 w 3043528"/>
                  <a:gd name="connsiteY20" fmla="*/ 1120445 h 1347827"/>
                  <a:gd name="connsiteX21" fmla="*/ 3251 w 3043528"/>
                  <a:gd name="connsiteY21" fmla="*/ 780085 h 1347827"/>
                  <a:gd name="connsiteX22" fmla="*/ 1219 w 3043528"/>
                  <a:gd name="connsiteY22" fmla="*/ 769519 h 1347827"/>
                  <a:gd name="connsiteX23" fmla="*/ 0 w 3043528"/>
                  <a:gd name="connsiteY23" fmla="*/ 168047 h 1347827"/>
                  <a:gd name="connsiteX24" fmla="*/ 16256 w 3043528"/>
                  <a:gd name="connsiteY24" fmla="*/ 142850 h 1347827"/>
                  <a:gd name="connsiteX25" fmla="*/ 268427 w 3043528"/>
                  <a:gd name="connsiteY25" fmla="*/ 29668 h 1347827"/>
                  <a:gd name="connsiteX26" fmla="*/ 277165 w 3043528"/>
                  <a:gd name="connsiteY26" fmla="*/ 27432 h 1347827"/>
                  <a:gd name="connsiteX0" fmla="*/ 1444142 w 3043528"/>
                  <a:gd name="connsiteY0" fmla="*/ 1031444 h 1340918"/>
                  <a:gd name="connsiteX1" fmla="*/ 1652625 w 3043528"/>
                  <a:gd name="connsiteY1" fmla="*/ 1031444 h 1340918"/>
                  <a:gd name="connsiteX2" fmla="*/ 1671523 w 3043528"/>
                  <a:gd name="connsiteY2" fmla="*/ 1038962 h 1340918"/>
                  <a:gd name="connsiteX3" fmla="*/ 1941779 w 3043528"/>
                  <a:gd name="connsiteY3" fmla="*/ 1291540 h 1340918"/>
                  <a:gd name="connsiteX4" fmla="*/ 2905760 w 3043528"/>
                  <a:gd name="connsiteY4" fmla="*/ 1088746 h 1340918"/>
                  <a:gd name="connsiteX5" fmla="*/ 3040278 w 3043528"/>
                  <a:gd name="connsiteY5" fmla="*/ 763829 h 1340918"/>
                  <a:gd name="connsiteX6" fmla="*/ 3043529 w 3043528"/>
                  <a:gd name="connsiteY6" fmla="*/ 190399 h 1340918"/>
                  <a:gd name="connsiteX7" fmla="*/ 2809646 w 3043528"/>
                  <a:gd name="connsiteY7" fmla="*/ 81890 h 1340918"/>
                  <a:gd name="connsiteX8" fmla="*/ 1934870 w 3043528"/>
                  <a:gd name="connsiteY8" fmla="*/ 0 h 1340918"/>
                  <a:gd name="connsiteX9" fmla="*/ 1161694 w 3043528"/>
                  <a:gd name="connsiteY9" fmla="*/ 0 h 1340918"/>
                  <a:gd name="connsiteX10" fmla="*/ 286715 w 3043528"/>
                  <a:gd name="connsiteY10" fmla="*/ 81890 h 1340918"/>
                  <a:gd name="connsiteX11" fmla="*/ 55067 w 3043528"/>
                  <a:gd name="connsiteY11" fmla="*/ 185928 h 1340918"/>
                  <a:gd name="connsiteX12" fmla="*/ 56286 w 3043528"/>
                  <a:gd name="connsiteY12" fmla="*/ 764032 h 1340918"/>
                  <a:gd name="connsiteX13" fmla="*/ 189585 w 3043528"/>
                  <a:gd name="connsiteY13" fmla="*/ 1085901 h 1340918"/>
                  <a:gd name="connsiteX14" fmla="*/ 1155801 w 3043528"/>
                  <a:gd name="connsiteY14" fmla="*/ 1290727 h 1340918"/>
                  <a:gd name="connsiteX15" fmla="*/ 1425245 w 3043528"/>
                  <a:gd name="connsiteY15" fmla="*/ 1038962 h 1340918"/>
                  <a:gd name="connsiteX16" fmla="*/ 1444142 w 3043528"/>
                  <a:gd name="connsiteY16" fmla="*/ 1031444 h 1340918"/>
                  <a:gd name="connsiteX17" fmla="*/ 1183030 w 3043528"/>
                  <a:gd name="connsiteY17" fmla="*/ 1340917 h 1340918"/>
                  <a:gd name="connsiteX18" fmla="*/ 163982 w 3043528"/>
                  <a:gd name="connsiteY18" fmla="*/ 1136904 h 1340918"/>
                  <a:gd name="connsiteX19" fmla="*/ 144272 w 3043528"/>
                  <a:gd name="connsiteY19" fmla="*/ 1120445 h 1340918"/>
                  <a:gd name="connsiteX20" fmla="*/ 3251 w 3043528"/>
                  <a:gd name="connsiteY20" fmla="*/ 780085 h 1340918"/>
                  <a:gd name="connsiteX21" fmla="*/ 1219 w 3043528"/>
                  <a:gd name="connsiteY21" fmla="*/ 769519 h 1340918"/>
                  <a:gd name="connsiteX22" fmla="*/ 0 w 3043528"/>
                  <a:gd name="connsiteY22" fmla="*/ 168047 h 1340918"/>
                  <a:gd name="connsiteX23" fmla="*/ 16256 w 3043528"/>
                  <a:gd name="connsiteY23" fmla="*/ 142850 h 1340918"/>
                  <a:gd name="connsiteX24" fmla="*/ 268427 w 3043528"/>
                  <a:gd name="connsiteY24" fmla="*/ 29668 h 1340918"/>
                  <a:gd name="connsiteX25" fmla="*/ 277165 w 3043528"/>
                  <a:gd name="connsiteY25" fmla="*/ 27432 h 1340918"/>
                  <a:gd name="connsiteX0" fmla="*/ 1444142 w 3043528"/>
                  <a:gd name="connsiteY0" fmla="*/ 1031444 h 1291540"/>
                  <a:gd name="connsiteX1" fmla="*/ 1652625 w 3043528"/>
                  <a:gd name="connsiteY1" fmla="*/ 1031444 h 1291540"/>
                  <a:gd name="connsiteX2" fmla="*/ 1671523 w 3043528"/>
                  <a:gd name="connsiteY2" fmla="*/ 1038962 h 1291540"/>
                  <a:gd name="connsiteX3" fmla="*/ 1941779 w 3043528"/>
                  <a:gd name="connsiteY3" fmla="*/ 1291540 h 1291540"/>
                  <a:gd name="connsiteX4" fmla="*/ 2905760 w 3043528"/>
                  <a:gd name="connsiteY4" fmla="*/ 1088746 h 1291540"/>
                  <a:gd name="connsiteX5" fmla="*/ 3040278 w 3043528"/>
                  <a:gd name="connsiteY5" fmla="*/ 763829 h 1291540"/>
                  <a:gd name="connsiteX6" fmla="*/ 3043529 w 3043528"/>
                  <a:gd name="connsiteY6" fmla="*/ 190399 h 1291540"/>
                  <a:gd name="connsiteX7" fmla="*/ 2809646 w 3043528"/>
                  <a:gd name="connsiteY7" fmla="*/ 81890 h 1291540"/>
                  <a:gd name="connsiteX8" fmla="*/ 1934870 w 3043528"/>
                  <a:gd name="connsiteY8" fmla="*/ 0 h 1291540"/>
                  <a:gd name="connsiteX9" fmla="*/ 1161694 w 3043528"/>
                  <a:gd name="connsiteY9" fmla="*/ 0 h 1291540"/>
                  <a:gd name="connsiteX10" fmla="*/ 286715 w 3043528"/>
                  <a:gd name="connsiteY10" fmla="*/ 81890 h 1291540"/>
                  <a:gd name="connsiteX11" fmla="*/ 55067 w 3043528"/>
                  <a:gd name="connsiteY11" fmla="*/ 185928 h 1291540"/>
                  <a:gd name="connsiteX12" fmla="*/ 56286 w 3043528"/>
                  <a:gd name="connsiteY12" fmla="*/ 764032 h 1291540"/>
                  <a:gd name="connsiteX13" fmla="*/ 189585 w 3043528"/>
                  <a:gd name="connsiteY13" fmla="*/ 1085901 h 1291540"/>
                  <a:gd name="connsiteX14" fmla="*/ 1155801 w 3043528"/>
                  <a:gd name="connsiteY14" fmla="*/ 1290727 h 1291540"/>
                  <a:gd name="connsiteX15" fmla="*/ 1425245 w 3043528"/>
                  <a:gd name="connsiteY15" fmla="*/ 1038962 h 1291540"/>
                  <a:gd name="connsiteX16" fmla="*/ 1444142 w 3043528"/>
                  <a:gd name="connsiteY16" fmla="*/ 1031444 h 1291540"/>
                  <a:gd name="connsiteX17" fmla="*/ 163982 w 3043528"/>
                  <a:gd name="connsiteY17" fmla="*/ 1136904 h 1291540"/>
                  <a:gd name="connsiteX18" fmla="*/ 144272 w 3043528"/>
                  <a:gd name="connsiteY18" fmla="*/ 1120445 h 1291540"/>
                  <a:gd name="connsiteX19" fmla="*/ 3251 w 3043528"/>
                  <a:gd name="connsiteY19" fmla="*/ 780085 h 1291540"/>
                  <a:gd name="connsiteX20" fmla="*/ 1219 w 3043528"/>
                  <a:gd name="connsiteY20" fmla="*/ 769519 h 1291540"/>
                  <a:gd name="connsiteX21" fmla="*/ 0 w 3043528"/>
                  <a:gd name="connsiteY21" fmla="*/ 168047 h 1291540"/>
                  <a:gd name="connsiteX22" fmla="*/ 16256 w 3043528"/>
                  <a:gd name="connsiteY22" fmla="*/ 142850 h 1291540"/>
                  <a:gd name="connsiteX23" fmla="*/ 268427 w 3043528"/>
                  <a:gd name="connsiteY23" fmla="*/ 29668 h 1291540"/>
                  <a:gd name="connsiteX24" fmla="*/ 277165 w 3043528"/>
                  <a:gd name="connsiteY24" fmla="*/ 27432 h 1291540"/>
                  <a:gd name="connsiteX0" fmla="*/ 1444142 w 3043528"/>
                  <a:gd name="connsiteY0" fmla="*/ 1031444 h 1291540"/>
                  <a:gd name="connsiteX1" fmla="*/ 1652625 w 3043528"/>
                  <a:gd name="connsiteY1" fmla="*/ 1031444 h 1291540"/>
                  <a:gd name="connsiteX2" fmla="*/ 1671523 w 3043528"/>
                  <a:gd name="connsiteY2" fmla="*/ 1038962 h 1291540"/>
                  <a:gd name="connsiteX3" fmla="*/ 1941779 w 3043528"/>
                  <a:gd name="connsiteY3" fmla="*/ 1291540 h 1291540"/>
                  <a:gd name="connsiteX4" fmla="*/ 2905760 w 3043528"/>
                  <a:gd name="connsiteY4" fmla="*/ 1088746 h 1291540"/>
                  <a:gd name="connsiteX5" fmla="*/ 3040278 w 3043528"/>
                  <a:gd name="connsiteY5" fmla="*/ 763829 h 1291540"/>
                  <a:gd name="connsiteX6" fmla="*/ 3043529 w 3043528"/>
                  <a:gd name="connsiteY6" fmla="*/ 190399 h 1291540"/>
                  <a:gd name="connsiteX7" fmla="*/ 2809646 w 3043528"/>
                  <a:gd name="connsiteY7" fmla="*/ 81890 h 1291540"/>
                  <a:gd name="connsiteX8" fmla="*/ 1934870 w 3043528"/>
                  <a:gd name="connsiteY8" fmla="*/ 0 h 1291540"/>
                  <a:gd name="connsiteX9" fmla="*/ 1161694 w 3043528"/>
                  <a:gd name="connsiteY9" fmla="*/ 0 h 1291540"/>
                  <a:gd name="connsiteX10" fmla="*/ 286715 w 3043528"/>
                  <a:gd name="connsiteY10" fmla="*/ 81890 h 1291540"/>
                  <a:gd name="connsiteX11" fmla="*/ 55067 w 3043528"/>
                  <a:gd name="connsiteY11" fmla="*/ 185928 h 1291540"/>
                  <a:gd name="connsiteX12" fmla="*/ 56286 w 3043528"/>
                  <a:gd name="connsiteY12" fmla="*/ 764032 h 1291540"/>
                  <a:gd name="connsiteX13" fmla="*/ 189585 w 3043528"/>
                  <a:gd name="connsiteY13" fmla="*/ 1085901 h 1291540"/>
                  <a:gd name="connsiteX14" fmla="*/ 1155801 w 3043528"/>
                  <a:gd name="connsiteY14" fmla="*/ 1290727 h 1291540"/>
                  <a:gd name="connsiteX15" fmla="*/ 1425245 w 3043528"/>
                  <a:gd name="connsiteY15" fmla="*/ 1038962 h 1291540"/>
                  <a:gd name="connsiteX16" fmla="*/ 163982 w 3043528"/>
                  <a:gd name="connsiteY16" fmla="*/ 1136904 h 1291540"/>
                  <a:gd name="connsiteX17" fmla="*/ 144272 w 3043528"/>
                  <a:gd name="connsiteY17" fmla="*/ 1120445 h 1291540"/>
                  <a:gd name="connsiteX18" fmla="*/ 3251 w 3043528"/>
                  <a:gd name="connsiteY18" fmla="*/ 780085 h 1291540"/>
                  <a:gd name="connsiteX19" fmla="*/ 1219 w 3043528"/>
                  <a:gd name="connsiteY19" fmla="*/ 769519 h 1291540"/>
                  <a:gd name="connsiteX20" fmla="*/ 0 w 3043528"/>
                  <a:gd name="connsiteY20" fmla="*/ 168047 h 1291540"/>
                  <a:gd name="connsiteX21" fmla="*/ 16256 w 3043528"/>
                  <a:gd name="connsiteY21" fmla="*/ 142850 h 1291540"/>
                  <a:gd name="connsiteX22" fmla="*/ 268427 w 3043528"/>
                  <a:gd name="connsiteY22" fmla="*/ 29668 h 1291540"/>
                  <a:gd name="connsiteX23" fmla="*/ 277165 w 3043528"/>
                  <a:gd name="connsiteY23" fmla="*/ 27432 h 1291540"/>
                  <a:gd name="connsiteX0" fmla="*/ 1444142 w 3043528"/>
                  <a:gd name="connsiteY0" fmla="*/ 1031444 h 1291540"/>
                  <a:gd name="connsiteX1" fmla="*/ 1652625 w 3043528"/>
                  <a:gd name="connsiteY1" fmla="*/ 1031444 h 1291540"/>
                  <a:gd name="connsiteX2" fmla="*/ 1671523 w 3043528"/>
                  <a:gd name="connsiteY2" fmla="*/ 1038962 h 1291540"/>
                  <a:gd name="connsiteX3" fmla="*/ 1941779 w 3043528"/>
                  <a:gd name="connsiteY3" fmla="*/ 1291540 h 1291540"/>
                  <a:gd name="connsiteX4" fmla="*/ 2905760 w 3043528"/>
                  <a:gd name="connsiteY4" fmla="*/ 1088746 h 1291540"/>
                  <a:gd name="connsiteX5" fmla="*/ 3040278 w 3043528"/>
                  <a:gd name="connsiteY5" fmla="*/ 763829 h 1291540"/>
                  <a:gd name="connsiteX6" fmla="*/ 3043529 w 3043528"/>
                  <a:gd name="connsiteY6" fmla="*/ 190399 h 1291540"/>
                  <a:gd name="connsiteX7" fmla="*/ 2809646 w 3043528"/>
                  <a:gd name="connsiteY7" fmla="*/ 81890 h 1291540"/>
                  <a:gd name="connsiteX8" fmla="*/ 1934870 w 3043528"/>
                  <a:gd name="connsiteY8" fmla="*/ 0 h 1291540"/>
                  <a:gd name="connsiteX9" fmla="*/ 1161694 w 3043528"/>
                  <a:gd name="connsiteY9" fmla="*/ 0 h 1291540"/>
                  <a:gd name="connsiteX10" fmla="*/ 286715 w 3043528"/>
                  <a:gd name="connsiteY10" fmla="*/ 81890 h 1291540"/>
                  <a:gd name="connsiteX11" fmla="*/ 55067 w 3043528"/>
                  <a:gd name="connsiteY11" fmla="*/ 185928 h 1291540"/>
                  <a:gd name="connsiteX12" fmla="*/ 56286 w 3043528"/>
                  <a:gd name="connsiteY12" fmla="*/ 764032 h 1291540"/>
                  <a:gd name="connsiteX13" fmla="*/ 189585 w 3043528"/>
                  <a:gd name="connsiteY13" fmla="*/ 1085901 h 1291540"/>
                  <a:gd name="connsiteX14" fmla="*/ 1155801 w 3043528"/>
                  <a:gd name="connsiteY14" fmla="*/ 1290727 h 1291540"/>
                  <a:gd name="connsiteX15" fmla="*/ 1425245 w 3043528"/>
                  <a:gd name="connsiteY15" fmla="*/ 1038962 h 1291540"/>
                  <a:gd name="connsiteX16" fmla="*/ 163982 w 3043528"/>
                  <a:gd name="connsiteY16" fmla="*/ 1136904 h 1291540"/>
                  <a:gd name="connsiteX17" fmla="*/ 144272 w 3043528"/>
                  <a:gd name="connsiteY17" fmla="*/ 1120445 h 1291540"/>
                  <a:gd name="connsiteX18" fmla="*/ 3251 w 3043528"/>
                  <a:gd name="connsiteY18" fmla="*/ 780085 h 1291540"/>
                  <a:gd name="connsiteX19" fmla="*/ 1219 w 3043528"/>
                  <a:gd name="connsiteY19" fmla="*/ 769519 h 1291540"/>
                  <a:gd name="connsiteX20" fmla="*/ 0 w 3043528"/>
                  <a:gd name="connsiteY20" fmla="*/ 168047 h 1291540"/>
                  <a:gd name="connsiteX21" fmla="*/ 16256 w 3043528"/>
                  <a:gd name="connsiteY21" fmla="*/ 142850 h 1291540"/>
                  <a:gd name="connsiteX22" fmla="*/ 268427 w 3043528"/>
                  <a:gd name="connsiteY22" fmla="*/ 29668 h 1291540"/>
                  <a:gd name="connsiteX0" fmla="*/ 1444142 w 3043528"/>
                  <a:gd name="connsiteY0" fmla="*/ 1031444 h 1291540"/>
                  <a:gd name="connsiteX1" fmla="*/ 1652625 w 3043528"/>
                  <a:gd name="connsiteY1" fmla="*/ 1031444 h 1291540"/>
                  <a:gd name="connsiteX2" fmla="*/ 1671523 w 3043528"/>
                  <a:gd name="connsiteY2" fmla="*/ 1038962 h 1291540"/>
                  <a:gd name="connsiteX3" fmla="*/ 1941779 w 3043528"/>
                  <a:gd name="connsiteY3" fmla="*/ 1291540 h 1291540"/>
                  <a:gd name="connsiteX4" fmla="*/ 2905760 w 3043528"/>
                  <a:gd name="connsiteY4" fmla="*/ 1088746 h 1291540"/>
                  <a:gd name="connsiteX5" fmla="*/ 3040278 w 3043528"/>
                  <a:gd name="connsiteY5" fmla="*/ 763829 h 1291540"/>
                  <a:gd name="connsiteX6" fmla="*/ 3043529 w 3043528"/>
                  <a:gd name="connsiteY6" fmla="*/ 190399 h 1291540"/>
                  <a:gd name="connsiteX7" fmla="*/ 2809646 w 3043528"/>
                  <a:gd name="connsiteY7" fmla="*/ 81890 h 1291540"/>
                  <a:gd name="connsiteX8" fmla="*/ 1934870 w 3043528"/>
                  <a:gd name="connsiteY8" fmla="*/ 0 h 1291540"/>
                  <a:gd name="connsiteX9" fmla="*/ 1161694 w 3043528"/>
                  <a:gd name="connsiteY9" fmla="*/ 0 h 1291540"/>
                  <a:gd name="connsiteX10" fmla="*/ 286715 w 3043528"/>
                  <a:gd name="connsiteY10" fmla="*/ 81890 h 1291540"/>
                  <a:gd name="connsiteX11" fmla="*/ 55067 w 3043528"/>
                  <a:gd name="connsiteY11" fmla="*/ 185928 h 1291540"/>
                  <a:gd name="connsiteX12" fmla="*/ 56286 w 3043528"/>
                  <a:gd name="connsiteY12" fmla="*/ 764032 h 1291540"/>
                  <a:gd name="connsiteX13" fmla="*/ 189585 w 3043528"/>
                  <a:gd name="connsiteY13" fmla="*/ 1085901 h 1291540"/>
                  <a:gd name="connsiteX14" fmla="*/ 1155801 w 3043528"/>
                  <a:gd name="connsiteY14" fmla="*/ 1290727 h 1291540"/>
                  <a:gd name="connsiteX15" fmla="*/ 1425245 w 3043528"/>
                  <a:gd name="connsiteY15" fmla="*/ 1038962 h 1291540"/>
                  <a:gd name="connsiteX16" fmla="*/ 163982 w 3043528"/>
                  <a:gd name="connsiteY16" fmla="*/ 1136904 h 1291540"/>
                  <a:gd name="connsiteX17" fmla="*/ 144272 w 3043528"/>
                  <a:gd name="connsiteY17" fmla="*/ 1120445 h 1291540"/>
                  <a:gd name="connsiteX18" fmla="*/ 3251 w 3043528"/>
                  <a:gd name="connsiteY18" fmla="*/ 780085 h 1291540"/>
                  <a:gd name="connsiteX19" fmla="*/ 1219 w 3043528"/>
                  <a:gd name="connsiteY19" fmla="*/ 769519 h 1291540"/>
                  <a:gd name="connsiteX20" fmla="*/ 0 w 3043528"/>
                  <a:gd name="connsiteY20" fmla="*/ 168047 h 1291540"/>
                  <a:gd name="connsiteX21" fmla="*/ 16256 w 3043528"/>
                  <a:gd name="connsiteY21" fmla="*/ 142850 h 1291540"/>
                  <a:gd name="connsiteX0" fmla="*/ 1444142 w 3043528"/>
                  <a:gd name="connsiteY0" fmla="*/ 1031444 h 1291540"/>
                  <a:gd name="connsiteX1" fmla="*/ 1652625 w 3043528"/>
                  <a:gd name="connsiteY1" fmla="*/ 1031444 h 1291540"/>
                  <a:gd name="connsiteX2" fmla="*/ 1671523 w 3043528"/>
                  <a:gd name="connsiteY2" fmla="*/ 1038962 h 1291540"/>
                  <a:gd name="connsiteX3" fmla="*/ 1941779 w 3043528"/>
                  <a:gd name="connsiteY3" fmla="*/ 1291540 h 1291540"/>
                  <a:gd name="connsiteX4" fmla="*/ 2905760 w 3043528"/>
                  <a:gd name="connsiteY4" fmla="*/ 1088746 h 1291540"/>
                  <a:gd name="connsiteX5" fmla="*/ 3040278 w 3043528"/>
                  <a:gd name="connsiteY5" fmla="*/ 763829 h 1291540"/>
                  <a:gd name="connsiteX6" fmla="*/ 3043529 w 3043528"/>
                  <a:gd name="connsiteY6" fmla="*/ 190399 h 1291540"/>
                  <a:gd name="connsiteX7" fmla="*/ 2809646 w 3043528"/>
                  <a:gd name="connsiteY7" fmla="*/ 81890 h 1291540"/>
                  <a:gd name="connsiteX8" fmla="*/ 1934870 w 3043528"/>
                  <a:gd name="connsiteY8" fmla="*/ 0 h 1291540"/>
                  <a:gd name="connsiteX9" fmla="*/ 1161694 w 3043528"/>
                  <a:gd name="connsiteY9" fmla="*/ 0 h 1291540"/>
                  <a:gd name="connsiteX10" fmla="*/ 286715 w 3043528"/>
                  <a:gd name="connsiteY10" fmla="*/ 81890 h 1291540"/>
                  <a:gd name="connsiteX11" fmla="*/ 55067 w 3043528"/>
                  <a:gd name="connsiteY11" fmla="*/ 185928 h 1291540"/>
                  <a:gd name="connsiteX12" fmla="*/ 56286 w 3043528"/>
                  <a:gd name="connsiteY12" fmla="*/ 764032 h 1291540"/>
                  <a:gd name="connsiteX13" fmla="*/ 189585 w 3043528"/>
                  <a:gd name="connsiteY13" fmla="*/ 1085901 h 1291540"/>
                  <a:gd name="connsiteX14" fmla="*/ 1155801 w 3043528"/>
                  <a:gd name="connsiteY14" fmla="*/ 1290727 h 1291540"/>
                  <a:gd name="connsiteX15" fmla="*/ 1425245 w 3043528"/>
                  <a:gd name="connsiteY15" fmla="*/ 1038962 h 1291540"/>
                  <a:gd name="connsiteX16" fmla="*/ 163982 w 3043528"/>
                  <a:gd name="connsiteY16" fmla="*/ 1136904 h 1291540"/>
                  <a:gd name="connsiteX17" fmla="*/ 144272 w 3043528"/>
                  <a:gd name="connsiteY17" fmla="*/ 1120445 h 1291540"/>
                  <a:gd name="connsiteX18" fmla="*/ 3251 w 3043528"/>
                  <a:gd name="connsiteY18" fmla="*/ 780085 h 1291540"/>
                  <a:gd name="connsiteX19" fmla="*/ 1219 w 3043528"/>
                  <a:gd name="connsiteY19" fmla="*/ 769519 h 1291540"/>
                  <a:gd name="connsiteX20" fmla="*/ 0 w 3043528"/>
                  <a:gd name="connsiteY20" fmla="*/ 168047 h 1291540"/>
                  <a:gd name="connsiteX0" fmla="*/ 1442923 w 3042309"/>
                  <a:gd name="connsiteY0" fmla="*/ 1031444 h 1291540"/>
                  <a:gd name="connsiteX1" fmla="*/ 1651406 w 3042309"/>
                  <a:gd name="connsiteY1" fmla="*/ 1031444 h 1291540"/>
                  <a:gd name="connsiteX2" fmla="*/ 1670304 w 3042309"/>
                  <a:gd name="connsiteY2" fmla="*/ 1038962 h 1291540"/>
                  <a:gd name="connsiteX3" fmla="*/ 1940560 w 3042309"/>
                  <a:gd name="connsiteY3" fmla="*/ 1291540 h 1291540"/>
                  <a:gd name="connsiteX4" fmla="*/ 2904541 w 3042309"/>
                  <a:gd name="connsiteY4" fmla="*/ 1088746 h 1291540"/>
                  <a:gd name="connsiteX5" fmla="*/ 3039059 w 3042309"/>
                  <a:gd name="connsiteY5" fmla="*/ 763829 h 1291540"/>
                  <a:gd name="connsiteX6" fmla="*/ 3042310 w 3042309"/>
                  <a:gd name="connsiteY6" fmla="*/ 190399 h 1291540"/>
                  <a:gd name="connsiteX7" fmla="*/ 2808427 w 3042309"/>
                  <a:gd name="connsiteY7" fmla="*/ 81890 h 1291540"/>
                  <a:gd name="connsiteX8" fmla="*/ 1933651 w 3042309"/>
                  <a:gd name="connsiteY8" fmla="*/ 0 h 1291540"/>
                  <a:gd name="connsiteX9" fmla="*/ 1160475 w 3042309"/>
                  <a:gd name="connsiteY9" fmla="*/ 0 h 1291540"/>
                  <a:gd name="connsiteX10" fmla="*/ 285496 w 3042309"/>
                  <a:gd name="connsiteY10" fmla="*/ 81890 h 1291540"/>
                  <a:gd name="connsiteX11" fmla="*/ 53848 w 3042309"/>
                  <a:gd name="connsiteY11" fmla="*/ 185928 h 1291540"/>
                  <a:gd name="connsiteX12" fmla="*/ 55067 w 3042309"/>
                  <a:gd name="connsiteY12" fmla="*/ 764032 h 1291540"/>
                  <a:gd name="connsiteX13" fmla="*/ 188366 w 3042309"/>
                  <a:gd name="connsiteY13" fmla="*/ 1085901 h 1291540"/>
                  <a:gd name="connsiteX14" fmla="*/ 1154582 w 3042309"/>
                  <a:gd name="connsiteY14" fmla="*/ 1290727 h 1291540"/>
                  <a:gd name="connsiteX15" fmla="*/ 1424026 w 3042309"/>
                  <a:gd name="connsiteY15" fmla="*/ 1038962 h 1291540"/>
                  <a:gd name="connsiteX16" fmla="*/ 162763 w 3042309"/>
                  <a:gd name="connsiteY16" fmla="*/ 1136904 h 1291540"/>
                  <a:gd name="connsiteX17" fmla="*/ 143053 w 3042309"/>
                  <a:gd name="connsiteY17" fmla="*/ 1120445 h 1291540"/>
                  <a:gd name="connsiteX18" fmla="*/ 2032 w 3042309"/>
                  <a:gd name="connsiteY18" fmla="*/ 780085 h 1291540"/>
                  <a:gd name="connsiteX19" fmla="*/ 0 w 3042309"/>
                  <a:gd name="connsiteY19" fmla="*/ 769519 h 1291540"/>
                  <a:gd name="connsiteX0" fmla="*/ 1440892 w 3040278"/>
                  <a:gd name="connsiteY0" fmla="*/ 1031444 h 1291540"/>
                  <a:gd name="connsiteX1" fmla="*/ 1649375 w 3040278"/>
                  <a:gd name="connsiteY1" fmla="*/ 1031444 h 1291540"/>
                  <a:gd name="connsiteX2" fmla="*/ 1668273 w 3040278"/>
                  <a:gd name="connsiteY2" fmla="*/ 1038962 h 1291540"/>
                  <a:gd name="connsiteX3" fmla="*/ 1938529 w 3040278"/>
                  <a:gd name="connsiteY3" fmla="*/ 1291540 h 1291540"/>
                  <a:gd name="connsiteX4" fmla="*/ 2902510 w 3040278"/>
                  <a:gd name="connsiteY4" fmla="*/ 1088746 h 1291540"/>
                  <a:gd name="connsiteX5" fmla="*/ 3037028 w 3040278"/>
                  <a:gd name="connsiteY5" fmla="*/ 763829 h 1291540"/>
                  <a:gd name="connsiteX6" fmla="*/ 3040279 w 3040278"/>
                  <a:gd name="connsiteY6" fmla="*/ 190399 h 1291540"/>
                  <a:gd name="connsiteX7" fmla="*/ 2806396 w 3040278"/>
                  <a:gd name="connsiteY7" fmla="*/ 81890 h 1291540"/>
                  <a:gd name="connsiteX8" fmla="*/ 1931620 w 3040278"/>
                  <a:gd name="connsiteY8" fmla="*/ 0 h 1291540"/>
                  <a:gd name="connsiteX9" fmla="*/ 1158444 w 3040278"/>
                  <a:gd name="connsiteY9" fmla="*/ 0 h 1291540"/>
                  <a:gd name="connsiteX10" fmla="*/ 283465 w 3040278"/>
                  <a:gd name="connsiteY10" fmla="*/ 81890 h 1291540"/>
                  <a:gd name="connsiteX11" fmla="*/ 51817 w 3040278"/>
                  <a:gd name="connsiteY11" fmla="*/ 185928 h 1291540"/>
                  <a:gd name="connsiteX12" fmla="*/ 53036 w 3040278"/>
                  <a:gd name="connsiteY12" fmla="*/ 764032 h 1291540"/>
                  <a:gd name="connsiteX13" fmla="*/ 186335 w 3040278"/>
                  <a:gd name="connsiteY13" fmla="*/ 1085901 h 1291540"/>
                  <a:gd name="connsiteX14" fmla="*/ 1152551 w 3040278"/>
                  <a:gd name="connsiteY14" fmla="*/ 1290727 h 1291540"/>
                  <a:gd name="connsiteX15" fmla="*/ 1421995 w 3040278"/>
                  <a:gd name="connsiteY15" fmla="*/ 1038962 h 1291540"/>
                  <a:gd name="connsiteX16" fmla="*/ 160732 w 3040278"/>
                  <a:gd name="connsiteY16" fmla="*/ 1136904 h 1291540"/>
                  <a:gd name="connsiteX17" fmla="*/ 141022 w 3040278"/>
                  <a:gd name="connsiteY17" fmla="*/ 1120445 h 1291540"/>
                  <a:gd name="connsiteX18" fmla="*/ 1 w 3040278"/>
                  <a:gd name="connsiteY18" fmla="*/ 780085 h 1291540"/>
                  <a:gd name="connsiteX0" fmla="*/ 1389074 w 2988460"/>
                  <a:gd name="connsiteY0" fmla="*/ 1031444 h 1291540"/>
                  <a:gd name="connsiteX1" fmla="*/ 1597557 w 2988460"/>
                  <a:gd name="connsiteY1" fmla="*/ 1031444 h 1291540"/>
                  <a:gd name="connsiteX2" fmla="*/ 1616455 w 2988460"/>
                  <a:gd name="connsiteY2" fmla="*/ 1038962 h 1291540"/>
                  <a:gd name="connsiteX3" fmla="*/ 1886711 w 2988460"/>
                  <a:gd name="connsiteY3" fmla="*/ 1291540 h 1291540"/>
                  <a:gd name="connsiteX4" fmla="*/ 2850692 w 2988460"/>
                  <a:gd name="connsiteY4" fmla="*/ 1088746 h 1291540"/>
                  <a:gd name="connsiteX5" fmla="*/ 2985210 w 2988460"/>
                  <a:gd name="connsiteY5" fmla="*/ 763829 h 1291540"/>
                  <a:gd name="connsiteX6" fmla="*/ 2988461 w 2988460"/>
                  <a:gd name="connsiteY6" fmla="*/ 190399 h 1291540"/>
                  <a:gd name="connsiteX7" fmla="*/ 2754578 w 2988460"/>
                  <a:gd name="connsiteY7" fmla="*/ 81890 h 1291540"/>
                  <a:gd name="connsiteX8" fmla="*/ 1879802 w 2988460"/>
                  <a:gd name="connsiteY8" fmla="*/ 0 h 1291540"/>
                  <a:gd name="connsiteX9" fmla="*/ 1106626 w 2988460"/>
                  <a:gd name="connsiteY9" fmla="*/ 0 h 1291540"/>
                  <a:gd name="connsiteX10" fmla="*/ 231647 w 2988460"/>
                  <a:gd name="connsiteY10" fmla="*/ 81890 h 1291540"/>
                  <a:gd name="connsiteX11" fmla="*/ -1 w 2988460"/>
                  <a:gd name="connsiteY11" fmla="*/ 185928 h 1291540"/>
                  <a:gd name="connsiteX12" fmla="*/ 1218 w 2988460"/>
                  <a:gd name="connsiteY12" fmla="*/ 764032 h 1291540"/>
                  <a:gd name="connsiteX13" fmla="*/ 134517 w 2988460"/>
                  <a:gd name="connsiteY13" fmla="*/ 1085901 h 1291540"/>
                  <a:gd name="connsiteX14" fmla="*/ 1100733 w 2988460"/>
                  <a:gd name="connsiteY14" fmla="*/ 1290727 h 1291540"/>
                  <a:gd name="connsiteX15" fmla="*/ 1370177 w 2988460"/>
                  <a:gd name="connsiteY15" fmla="*/ 1038962 h 1291540"/>
                  <a:gd name="connsiteX16" fmla="*/ 108914 w 2988460"/>
                  <a:gd name="connsiteY16" fmla="*/ 1136904 h 1291540"/>
                  <a:gd name="connsiteX17" fmla="*/ 89204 w 2988460"/>
                  <a:gd name="connsiteY17" fmla="*/ 1120445 h 1291540"/>
                  <a:gd name="connsiteX0" fmla="*/ 1389074 w 2988460"/>
                  <a:gd name="connsiteY0" fmla="*/ 1031444 h 1291540"/>
                  <a:gd name="connsiteX1" fmla="*/ 1597557 w 2988460"/>
                  <a:gd name="connsiteY1" fmla="*/ 1031444 h 1291540"/>
                  <a:gd name="connsiteX2" fmla="*/ 1616455 w 2988460"/>
                  <a:gd name="connsiteY2" fmla="*/ 1038962 h 1291540"/>
                  <a:gd name="connsiteX3" fmla="*/ 1886711 w 2988460"/>
                  <a:gd name="connsiteY3" fmla="*/ 1291540 h 1291540"/>
                  <a:gd name="connsiteX4" fmla="*/ 2850692 w 2988460"/>
                  <a:gd name="connsiteY4" fmla="*/ 1088746 h 1291540"/>
                  <a:gd name="connsiteX5" fmla="*/ 2985210 w 2988460"/>
                  <a:gd name="connsiteY5" fmla="*/ 763829 h 1291540"/>
                  <a:gd name="connsiteX6" fmla="*/ 2988461 w 2988460"/>
                  <a:gd name="connsiteY6" fmla="*/ 190399 h 1291540"/>
                  <a:gd name="connsiteX7" fmla="*/ 2754578 w 2988460"/>
                  <a:gd name="connsiteY7" fmla="*/ 81890 h 1291540"/>
                  <a:gd name="connsiteX8" fmla="*/ 1879802 w 2988460"/>
                  <a:gd name="connsiteY8" fmla="*/ 0 h 1291540"/>
                  <a:gd name="connsiteX9" fmla="*/ 1106626 w 2988460"/>
                  <a:gd name="connsiteY9" fmla="*/ 0 h 1291540"/>
                  <a:gd name="connsiteX10" fmla="*/ 231647 w 2988460"/>
                  <a:gd name="connsiteY10" fmla="*/ 81890 h 1291540"/>
                  <a:gd name="connsiteX11" fmla="*/ -1 w 2988460"/>
                  <a:gd name="connsiteY11" fmla="*/ 185928 h 1291540"/>
                  <a:gd name="connsiteX12" fmla="*/ 1218 w 2988460"/>
                  <a:gd name="connsiteY12" fmla="*/ 764032 h 1291540"/>
                  <a:gd name="connsiteX13" fmla="*/ 134517 w 2988460"/>
                  <a:gd name="connsiteY13" fmla="*/ 1085901 h 1291540"/>
                  <a:gd name="connsiteX14" fmla="*/ 1100733 w 2988460"/>
                  <a:gd name="connsiteY14" fmla="*/ 1290727 h 1291540"/>
                  <a:gd name="connsiteX15" fmla="*/ 1370177 w 2988460"/>
                  <a:gd name="connsiteY15" fmla="*/ 1038962 h 1291540"/>
                  <a:gd name="connsiteX16" fmla="*/ 108914 w 2988460"/>
                  <a:gd name="connsiteY16" fmla="*/ 1136904 h 1291540"/>
                  <a:gd name="connsiteX0" fmla="*/ 1389074 w 2988460"/>
                  <a:gd name="connsiteY0" fmla="*/ 1031444 h 1291540"/>
                  <a:gd name="connsiteX1" fmla="*/ 1597557 w 2988460"/>
                  <a:gd name="connsiteY1" fmla="*/ 1031444 h 1291540"/>
                  <a:gd name="connsiteX2" fmla="*/ 1616455 w 2988460"/>
                  <a:gd name="connsiteY2" fmla="*/ 1038962 h 1291540"/>
                  <a:gd name="connsiteX3" fmla="*/ 1886711 w 2988460"/>
                  <a:gd name="connsiteY3" fmla="*/ 1291540 h 1291540"/>
                  <a:gd name="connsiteX4" fmla="*/ 2850692 w 2988460"/>
                  <a:gd name="connsiteY4" fmla="*/ 1088746 h 1291540"/>
                  <a:gd name="connsiteX5" fmla="*/ 2985210 w 2988460"/>
                  <a:gd name="connsiteY5" fmla="*/ 763829 h 1291540"/>
                  <a:gd name="connsiteX6" fmla="*/ 2988461 w 2988460"/>
                  <a:gd name="connsiteY6" fmla="*/ 190399 h 1291540"/>
                  <a:gd name="connsiteX7" fmla="*/ 2754578 w 2988460"/>
                  <a:gd name="connsiteY7" fmla="*/ 81890 h 1291540"/>
                  <a:gd name="connsiteX8" fmla="*/ 1879802 w 2988460"/>
                  <a:gd name="connsiteY8" fmla="*/ 0 h 1291540"/>
                  <a:gd name="connsiteX9" fmla="*/ 1106626 w 2988460"/>
                  <a:gd name="connsiteY9" fmla="*/ 0 h 1291540"/>
                  <a:gd name="connsiteX10" fmla="*/ 231647 w 2988460"/>
                  <a:gd name="connsiteY10" fmla="*/ 81890 h 1291540"/>
                  <a:gd name="connsiteX11" fmla="*/ -1 w 2988460"/>
                  <a:gd name="connsiteY11" fmla="*/ 185928 h 1291540"/>
                  <a:gd name="connsiteX12" fmla="*/ 1218 w 2988460"/>
                  <a:gd name="connsiteY12" fmla="*/ 764032 h 1291540"/>
                  <a:gd name="connsiteX13" fmla="*/ 134517 w 2988460"/>
                  <a:gd name="connsiteY13" fmla="*/ 1085901 h 1291540"/>
                  <a:gd name="connsiteX14" fmla="*/ 1100733 w 2988460"/>
                  <a:gd name="connsiteY14" fmla="*/ 1290727 h 1291540"/>
                  <a:gd name="connsiteX15" fmla="*/ 1370177 w 2988460"/>
                  <a:gd name="connsiteY15" fmla="*/ 1038962 h 1291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988460" h="1291540">
                    <a:moveTo>
                      <a:pt x="1389074" y="1031444"/>
                    </a:moveTo>
                    <a:lnTo>
                      <a:pt x="1597557" y="1031444"/>
                    </a:lnTo>
                    <a:lnTo>
                      <a:pt x="1616455" y="1038962"/>
                    </a:lnTo>
                    <a:lnTo>
                      <a:pt x="1886711" y="1291540"/>
                    </a:lnTo>
                    <a:lnTo>
                      <a:pt x="2850692" y="1088746"/>
                    </a:lnTo>
                    <a:lnTo>
                      <a:pt x="2985210" y="763829"/>
                    </a:lnTo>
                    <a:cubicBezTo>
                      <a:pt x="2986294" y="572686"/>
                      <a:pt x="2987377" y="381542"/>
                      <a:pt x="2988461" y="190399"/>
                    </a:cubicBezTo>
                    <a:lnTo>
                      <a:pt x="2754578" y="81890"/>
                    </a:lnTo>
                    <a:lnTo>
                      <a:pt x="1879802" y="0"/>
                    </a:lnTo>
                    <a:lnTo>
                      <a:pt x="1106626" y="0"/>
                    </a:lnTo>
                    <a:lnTo>
                      <a:pt x="231647" y="81890"/>
                    </a:lnTo>
                    <a:lnTo>
                      <a:pt x="-1" y="185928"/>
                    </a:lnTo>
                    <a:cubicBezTo>
                      <a:pt x="405" y="378629"/>
                      <a:pt x="812" y="571331"/>
                      <a:pt x="1218" y="764032"/>
                    </a:cubicBezTo>
                    <a:lnTo>
                      <a:pt x="134517" y="1085901"/>
                    </a:lnTo>
                    <a:lnTo>
                      <a:pt x="1100733" y="1290727"/>
                    </a:lnTo>
                    <a:lnTo>
                      <a:pt x="1370177" y="1038962"/>
                    </a:lnTo>
                  </a:path>
                </a:pathLst>
              </a:custGeom>
              <a:gradFill>
                <a:gsLst>
                  <a:gs pos="0">
                    <a:srgbClr val="7B9EBB">
                      <a:alpha val="41000"/>
                    </a:srgbClr>
                  </a:gs>
                  <a:gs pos="100000">
                    <a:srgbClr val="7B9EBB"/>
                  </a:gs>
                </a:gsLst>
                <a:lin ang="1800000" scaled="0"/>
              </a:gradFill>
              <a:ln>
                <a:noFill/>
              </a:ln>
              <a:effectLst>
                <a:outerShdw blurRad="190500" dist="38100" dir="5400000" rotWithShape="0">
                  <a:srgbClr val="49F7F9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b="1" kern="0">
                  <a:solidFill>
                    <a:srgbClr val="43515C"/>
                  </a:solidFill>
                  <a:latin typeface="Arial" panose="020B0604020202020204" pitchFamily="34" charset="0"/>
                  <a:cs typeface="Arial"/>
                </a:endParaRPr>
              </a:p>
            </p:txBody>
          </p:sp>
          <p:grpSp>
            <p:nvGrpSpPr>
              <p:cNvPr id="980" name="Graphic 9">
                <a:extLst>
                  <a:ext uri="{FF2B5EF4-FFF2-40B4-BE49-F238E27FC236}">
                    <a16:creationId xmlns:a16="http://schemas.microsoft.com/office/drawing/2014/main" id="{952656F4-3D88-52D9-5FF3-FE28301882D1}"/>
                  </a:ext>
                </a:extLst>
              </p:cNvPr>
              <p:cNvGrpSpPr/>
              <p:nvPr/>
            </p:nvGrpSpPr>
            <p:grpSpPr>
              <a:xfrm>
                <a:off x="13204855" y="2675567"/>
                <a:ext cx="776650" cy="276506"/>
                <a:chOff x="6074687" y="1901067"/>
                <a:chExt cx="2615184" cy="931062"/>
              </a:xfrm>
              <a:solidFill>
                <a:schemeClr val="bg1">
                  <a:alpha val="20000"/>
                </a:schemeClr>
              </a:solidFill>
            </p:grpSpPr>
            <p:sp>
              <p:nvSpPr>
                <p:cNvPr id="986" name="Freeform: Shape 985">
                  <a:extLst>
                    <a:ext uri="{FF2B5EF4-FFF2-40B4-BE49-F238E27FC236}">
                      <a16:creationId xmlns:a16="http://schemas.microsoft.com/office/drawing/2014/main" id="{1355A2C1-F359-3807-3B83-6DD89C65B8EC}"/>
                    </a:ext>
                  </a:extLst>
                </p:cNvPr>
                <p:cNvSpPr/>
                <p:nvPr/>
              </p:nvSpPr>
              <p:spPr>
                <a:xfrm>
                  <a:off x="6074687" y="1901067"/>
                  <a:ext cx="222707" cy="68072"/>
                </a:xfrm>
                <a:custGeom>
                  <a:avLst/>
                  <a:gdLst>
                    <a:gd name="connsiteX0" fmla="*/ 0 w 222707"/>
                    <a:gd name="connsiteY0" fmla="*/ 0 h 68072"/>
                    <a:gd name="connsiteX1" fmla="*/ 222708 w 222707"/>
                    <a:gd name="connsiteY1" fmla="*/ 0 h 68072"/>
                    <a:gd name="connsiteX2" fmla="*/ 222708 w 222707"/>
                    <a:gd name="connsiteY2" fmla="*/ 68072 h 68072"/>
                    <a:gd name="connsiteX3" fmla="*/ 0 w 222707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707" h="68072">
                      <a:moveTo>
                        <a:pt x="0" y="0"/>
                      </a:moveTo>
                      <a:lnTo>
                        <a:pt x="222708" y="0"/>
                      </a:lnTo>
                      <a:lnTo>
                        <a:pt x="222708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7" name="Freeform: Shape 986">
                  <a:extLst>
                    <a:ext uri="{FF2B5EF4-FFF2-40B4-BE49-F238E27FC236}">
                      <a16:creationId xmlns:a16="http://schemas.microsoft.com/office/drawing/2014/main" id="{12506991-4D60-7B1C-0645-F0EF1129B2A0}"/>
                    </a:ext>
                  </a:extLst>
                </p:cNvPr>
                <p:cNvSpPr/>
                <p:nvPr/>
              </p:nvSpPr>
              <p:spPr>
                <a:xfrm>
                  <a:off x="6428052" y="1901067"/>
                  <a:ext cx="383844" cy="68072"/>
                </a:xfrm>
                <a:custGeom>
                  <a:avLst/>
                  <a:gdLst>
                    <a:gd name="connsiteX0" fmla="*/ 0 w 383844"/>
                    <a:gd name="connsiteY0" fmla="*/ 0 h 68072"/>
                    <a:gd name="connsiteX1" fmla="*/ 383845 w 383844"/>
                    <a:gd name="connsiteY1" fmla="*/ 0 h 68072"/>
                    <a:gd name="connsiteX2" fmla="*/ 383845 w 383844"/>
                    <a:gd name="connsiteY2" fmla="*/ 68072 h 68072"/>
                    <a:gd name="connsiteX3" fmla="*/ 0 w 38384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3844" h="68072">
                      <a:moveTo>
                        <a:pt x="0" y="0"/>
                      </a:moveTo>
                      <a:lnTo>
                        <a:pt x="383845" y="0"/>
                      </a:lnTo>
                      <a:lnTo>
                        <a:pt x="38384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8" name="Freeform: Shape 987">
                  <a:extLst>
                    <a:ext uri="{FF2B5EF4-FFF2-40B4-BE49-F238E27FC236}">
                      <a16:creationId xmlns:a16="http://schemas.microsoft.com/office/drawing/2014/main" id="{BD9DE465-6673-61F8-20C6-655CE3B2A364}"/>
                    </a:ext>
                  </a:extLst>
                </p:cNvPr>
                <p:cNvSpPr/>
                <p:nvPr/>
              </p:nvSpPr>
              <p:spPr>
                <a:xfrm>
                  <a:off x="6862696" y="1901067"/>
                  <a:ext cx="152196" cy="68072"/>
                </a:xfrm>
                <a:custGeom>
                  <a:avLst/>
                  <a:gdLst>
                    <a:gd name="connsiteX0" fmla="*/ 0 w 152196"/>
                    <a:gd name="connsiteY0" fmla="*/ 0 h 68072"/>
                    <a:gd name="connsiteX1" fmla="*/ 152196 w 152196"/>
                    <a:gd name="connsiteY1" fmla="*/ 0 h 68072"/>
                    <a:gd name="connsiteX2" fmla="*/ 152196 w 152196"/>
                    <a:gd name="connsiteY2" fmla="*/ 68072 h 68072"/>
                    <a:gd name="connsiteX3" fmla="*/ 0 w 152196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196" h="68072">
                      <a:moveTo>
                        <a:pt x="0" y="0"/>
                      </a:moveTo>
                      <a:lnTo>
                        <a:pt x="152196" y="0"/>
                      </a:lnTo>
                      <a:lnTo>
                        <a:pt x="152196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9" name="Freeform: Shape 988">
                  <a:extLst>
                    <a:ext uri="{FF2B5EF4-FFF2-40B4-BE49-F238E27FC236}">
                      <a16:creationId xmlns:a16="http://schemas.microsoft.com/office/drawing/2014/main" id="{D3449348-E696-A3F8-BD10-FF41F6997BD5}"/>
                    </a:ext>
                  </a:extLst>
                </p:cNvPr>
                <p:cNvSpPr/>
                <p:nvPr/>
              </p:nvSpPr>
              <p:spPr>
                <a:xfrm>
                  <a:off x="6862696" y="2115849"/>
                  <a:ext cx="287934" cy="68072"/>
                </a:xfrm>
                <a:custGeom>
                  <a:avLst/>
                  <a:gdLst>
                    <a:gd name="connsiteX0" fmla="*/ 0 w 287934"/>
                    <a:gd name="connsiteY0" fmla="*/ 0 h 68072"/>
                    <a:gd name="connsiteX1" fmla="*/ 287934 w 287934"/>
                    <a:gd name="connsiteY1" fmla="*/ 0 h 68072"/>
                    <a:gd name="connsiteX2" fmla="*/ 287934 w 287934"/>
                    <a:gd name="connsiteY2" fmla="*/ 68072 h 68072"/>
                    <a:gd name="connsiteX3" fmla="*/ 0 w 28793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934" h="68072">
                      <a:moveTo>
                        <a:pt x="0" y="0"/>
                      </a:moveTo>
                      <a:lnTo>
                        <a:pt x="287934" y="0"/>
                      </a:lnTo>
                      <a:lnTo>
                        <a:pt x="287934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solidFill>
                  <a:srgbClr val="72CEE8"/>
                </a:solidFill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0" name="Freeform: Shape 989">
                  <a:extLst>
                    <a:ext uri="{FF2B5EF4-FFF2-40B4-BE49-F238E27FC236}">
                      <a16:creationId xmlns:a16="http://schemas.microsoft.com/office/drawing/2014/main" id="{DD19B9EE-FA95-93FC-8D4D-B21CEEE3DFEE}"/>
                    </a:ext>
                  </a:extLst>
                </p:cNvPr>
                <p:cNvSpPr/>
                <p:nvPr/>
              </p:nvSpPr>
              <p:spPr>
                <a:xfrm>
                  <a:off x="7184565" y="2115849"/>
                  <a:ext cx="44500" cy="68072"/>
                </a:xfrm>
                <a:custGeom>
                  <a:avLst/>
                  <a:gdLst>
                    <a:gd name="connsiteX0" fmla="*/ 0 w 44500"/>
                    <a:gd name="connsiteY0" fmla="*/ 0 h 68072"/>
                    <a:gd name="connsiteX1" fmla="*/ 44501 w 44500"/>
                    <a:gd name="connsiteY1" fmla="*/ 0 h 68072"/>
                    <a:gd name="connsiteX2" fmla="*/ 44501 w 44500"/>
                    <a:gd name="connsiteY2" fmla="*/ 68072 h 68072"/>
                    <a:gd name="connsiteX3" fmla="*/ 0 w 44500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500" h="68072">
                      <a:moveTo>
                        <a:pt x="0" y="0"/>
                      </a:moveTo>
                      <a:lnTo>
                        <a:pt x="44501" y="0"/>
                      </a:lnTo>
                      <a:lnTo>
                        <a:pt x="44501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1" name="Freeform: Shape 990">
                  <a:extLst>
                    <a:ext uri="{FF2B5EF4-FFF2-40B4-BE49-F238E27FC236}">
                      <a16:creationId xmlns:a16="http://schemas.microsoft.com/office/drawing/2014/main" id="{A40317BB-E8F4-01C7-4B8C-637EB531BE4B}"/>
                    </a:ext>
                  </a:extLst>
                </p:cNvPr>
                <p:cNvSpPr/>
                <p:nvPr/>
              </p:nvSpPr>
              <p:spPr>
                <a:xfrm>
                  <a:off x="6620685" y="2115849"/>
                  <a:ext cx="191820" cy="68072"/>
                </a:xfrm>
                <a:custGeom>
                  <a:avLst/>
                  <a:gdLst>
                    <a:gd name="connsiteX0" fmla="*/ 0 w 191820"/>
                    <a:gd name="connsiteY0" fmla="*/ 0 h 68072"/>
                    <a:gd name="connsiteX1" fmla="*/ 191821 w 191820"/>
                    <a:gd name="connsiteY1" fmla="*/ 0 h 68072"/>
                    <a:gd name="connsiteX2" fmla="*/ 191821 w 191820"/>
                    <a:gd name="connsiteY2" fmla="*/ 68072 h 68072"/>
                    <a:gd name="connsiteX3" fmla="*/ 0 w 191820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1820" h="68072">
                      <a:moveTo>
                        <a:pt x="0" y="0"/>
                      </a:moveTo>
                      <a:lnTo>
                        <a:pt x="191821" y="0"/>
                      </a:lnTo>
                      <a:lnTo>
                        <a:pt x="191821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2" name="Freeform: Shape 991">
                  <a:extLst>
                    <a:ext uri="{FF2B5EF4-FFF2-40B4-BE49-F238E27FC236}">
                      <a16:creationId xmlns:a16="http://schemas.microsoft.com/office/drawing/2014/main" id="{D7564517-B361-643F-8783-FFDE88448019}"/>
                    </a:ext>
                  </a:extLst>
                </p:cNvPr>
                <p:cNvSpPr/>
                <p:nvPr/>
              </p:nvSpPr>
              <p:spPr>
                <a:xfrm>
                  <a:off x="6486980" y="2115849"/>
                  <a:ext cx="68072" cy="68072"/>
                </a:xfrm>
                <a:custGeom>
                  <a:avLst/>
                  <a:gdLst>
                    <a:gd name="connsiteX0" fmla="*/ 0 w 68072"/>
                    <a:gd name="connsiteY0" fmla="*/ 0 h 68072"/>
                    <a:gd name="connsiteX1" fmla="*/ 68072 w 68072"/>
                    <a:gd name="connsiteY1" fmla="*/ 0 h 68072"/>
                    <a:gd name="connsiteX2" fmla="*/ 68072 w 68072"/>
                    <a:gd name="connsiteY2" fmla="*/ 68072 h 68072"/>
                    <a:gd name="connsiteX3" fmla="*/ 0 w 68072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072" h="68072">
                      <a:moveTo>
                        <a:pt x="0" y="0"/>
                      </a:moveTo>
                      <a:lnTo>
                        <a:pt x="68072" y="0"/>
                      </a:lnTo>
                      <a:lnTo>
                        <a:pt x="68072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3" name="Freeform: Shape 992">
                  <a:extLst>
                    <a:ext uri="{FF2B5EF4-FFF2-40B4-BE49-F238E27FC236}">
                      <a16:creationId xmlns:a16="http://schemas.microsoft.com/office/drawing/2014/main" id="{67A34604-D9B8-DB56-6460-6073F42E3790}"/>
                    </a:ext>
                  </a:extLst>
                </p:cNvPr>
                <p:cNvSpPr/>
                <p:nvPr/>
              </p:nvSpPr>
              <p:spPr>
                <a:xfrm>
                  <a:off x="6080783" y="2115849"/>
                  <a:ext cx="349504" cy="68072"/>
                </a:xfrm>
                <a:custGeom>
                  <a:avLst/>
                  <a:gdLst>
                    <a:gd name="connsiteX0" fmla="*/ 0 w 349504"/>
                    <a:gd name="connsiteY0" fmla="*/ 0 h 68072"/>
                    <a:gd name="connsiteX1" fmla="*/ 349504 w 349504"/>
                    <a:gd name="connsiteY1" fmla="*/ 0 h 68072"/>
                    <a:gd name="connsiteX2" fmla="*/ 349504 w 349504"/>
                    <a:gd name="connsiteY2" fmla="*/ 68072 h 68072"/>
                    <a:gd name="connsiteX3" fmla="*/ 0 w 34950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9504" h="68072">
                      <a:moveTo>
                        <a:pt x="0" y="0"/>
                      </a:moveTo>
                      <a:lnTo>
                        <a:pt x="349504" y="0"/>
                      </a:lnTo>
                      <a:lnTo>
                        <a:pt x="349504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4" name="Freeform: Shape 993">
                  <a:extLst>
                    <a:ext uri="{FF2B5EF4-FFF2-40B4-BE49-F238E27FC236}">
                      <a16:creationId xmlns:a16="http://schemas.microsoft.com/office/drawing/2014/main" id="{EC5D8944-1DF0-D54C-E503-B9D0C83A909C}"/>
                    </a:ext>
                  </a:extLst>
                </p:cNvPr>
                <p:cNvSpPr/>
                <p:nvPr/>
              </p:nvSpPr>
              <p:spPr>
                <a:xfrm>
                  <a:off x="6080783" y="2224358"/>
                  <a:ext cx="190804" cy="68072"/>
                </a:xfrm>
                <a:custGeom>
                  <a:avLst/>
                  <a:gdLst>
                    <a:gd name="connsiteX0" fmla="*/ 0 w 190804"/>
                    <a:gd name="connsiteY0" fmla="*/ 0 h 68072"/>
                    <a:gd name="connsiteX1" fmla="*/ 190805 w 190804"/>
                    <a:gd name="connsiteY1" fmla="*/ 0 h 68072"/>
                    <a:gd name="connsiteX2" fmla="*/ 190805 w 190804"/>
                    <a:gd name="connsiteY2" fmla="*/ 68072 h 68072"/>
                    <a:gd name="connsiteX3" fmla="*/ 0 w 19080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804" h="68072">
                      <a:moveTo>
                        <a:pt x="0" y="0"/>
                      </a:moveTo>
                      <a:lnTo>
                        <a:pt x="190805" y="0"/>
                      </a:lnTo>
                      <a:lnTo>
                        <a:pt x="19080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5" name="Freeform: Shape 994">
                  <a:extLst>
                    <a:ext uri="{FF2B5EF4-FFF2-40B4-BE49-F238E27FC236}">
                      <a16:creationId xmlns:a16="http://schemas.microsoft.com/office/drawing/2014/main" id="{CAE252FA-0170-CD33-D707-2327C5603E82}"/>
                    </a:ext>
                  </a:extLst>
                </p:cNvPr>
                <p:cNvSpPr/>
                <p:nvPr/>
              </p:nvSpPr>
              <p:spPr>
                <a:xfrm>
                  <a:off x="6303490" y="2224358"/>
                  <a:ext cx="213766" cy="68072"/>
                </a:xfrm>
                <a:custGeom>
                  <a:avLst/>
                  <a:gdLst>
                    <a:gd name="connsiteX0" fmla="*/ 0 w 213766"/>
                    <a:gd name="connsiteY0" fmla="*/ 0 h 68072"/>
                    <a:gd name="connsiteX1" fmla="*/ 213766 w 213766"/>
                    <a:gd name="connsiteY1" fmla="*/ 0 h 68072"/>
                    <a:gd name="connsiteX2" fmla="*/ 213766 w 213766"/>
                    <a:gd name="connsiteY2" fmla="*/ 68072 h 68072"/>
                    <a:gd name="connsiteX3" fmla="*/ 0 w 213766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3766" h="68072">
                      <a:moveTo>
                        <a:pt x="0" y="0"/>
                      </a:moveTo>
                      <a:lnTo>
                        <a:pt x="213766" y="0"/>
                      </a:lnTo>
                      <a:lnTo>
                        <a:pt x="213766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solidFill>
                  <a:schemeClr val="bg1">
                    <a:alpha val="68000"/>
                  </a:schemeClr>
                </a:solidFill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6" name="Freeform: Shape 995">
                  <a:extLst>
                    <a:ext uri="{FF2B5EF4-FFF2-40B4-BE49-F238E27FC236}">
                      <a16:creationId xmlns:a16="http://schemas.microsoft.com/office/drawing/2014/main" id="{BEE4D144-E6CF-162A-298A-AAF382183230}"/>
                    </a:ext>
                  </a:extLst>
                </p:cNvPr>
                <p:cNvSpPr/>
                <p:nvPr/>
              </p:nvSpPr>
              <p:spPr>
                <a:xfrm>
                  <a:off x="6255535" y="2333070"/>
                  <a:ext cx="213766" cy="68072"/>
                </a:xfrm>
                <a:custGeom>
                  <a:avLst/>
                  <a:gdLst>
                    <a:gd name="connsiteX0" fmla="*/ 0 w 213766"/>
                    <a:gd name="connsiteY0" fmla="*/ 0 h 68072"/>
                    <a:gd name="connsiteX1" fmla="*/ 213767 w 213766"/>
                    <a:gd name="connsiteY1" fmla="*/ 0 h 68072"/>
                    <a:gd name="connsiteX2" fmla="*/ 213767 w 213766"/>
                    <a:gd name="connsiteY2" fmla="*/ 68072 h 68072"/>
                    <a:gd name="connsiteX3" fmla="*/ 0 w 213766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3766" h="68072">
                      <a:moveTo>
                        <a:pt x="0" y="0"/>
                      </a:moveTo>
                      <a:lnTo>
                        <a:pt x="213767" y="0"/>
                      </a:lnTo>
                      <a:lnTo>
                        <a:pt x="213767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7" name="Freeform: Shape 996">
                  <a:extLst>
                    <a:ext uri="{FF2B5EF4-FFF2-40B4-BE49-F238E27FC236}">
                      <a16:creationId xmlns:a16="http://schemas.microsoft.com/office/drawing/2014/main" id="{EE802991-6B11-C1AB-33BF-429B48251012}"/>
                    </a:ext>
                  </a:extLst>
                </p:cNvPr>
                <p:cNvSpPr/>
                <p:nvPr/>
              </p:nvSpPr>
              <p:spPr>
                <a:xfrm>
                  <a:off x="6480274" y="2333070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998" name="Graphic 9">
                  <a:extLst>
                    <a:ext uri="{FF2B5EF4-FFF2-40B4-BE49-F238E27FC236}">
                      <a16:creationId xmlns:a16="http://schemas.microsoft.com/office/drawing/2014/main" id="{39F0930C-29C8-E023-914E-8F237DA466FA}"/>
                    </a:ext>
                  </a:extLst>
                </p:cNvPr>
                <p:cNvGrpSpPr/>
                <p:nvPr/>
              </p:nvGrpSpPr>
              <p:grpSpPr>
                <a:xfrm>
                  <a:off x="6263663" y="2484657"/>
                  <a:ext cx="393394" cy="68072"/>
                  <a:chOff x="6263663" y="2484657"/>
                  <a:chExt cx="393394" cy="68072"/>
                </a:xfrm>
                <a:grpFill/>
              </p:grpSpPr>
              <p:sp>
                <p:nvSpPr>
                  <p:cNvPr id="1043" name="Freeform: Shape 1042">
                    <a:extLst>
                      <a:ext uri="{FF2B5EF4-FFF2-40B4-BE49-F238E27FC236}">
                        <a16:creationId xmlns:a16="http://schemas.microsoft.com/office/drawing/2014/main" id="{88F4A248-258A-E573-5F68-AAEB5D0FE782}"/>
                      </a:ext>
                    </a:extLst>
                  </p:cNvPr>
                  <p:cNvSpPr/>
                  <p:nvPr/>
                </p:nvSpPr>
                <p:spPr>
                  <a:xfrm>
                    <a:off x="6263663" y="2484657"/>
                    <a:ext cx="264769" cy="68072"/>
                  </a:xfrm>
                  <a:custGeom>
                    <a:avLst/>
                    <a:gdLst>
                      <a:gd name="connsiteX0" fmla="*/ 0 w 264769"/>
                      <a:gd name="connsiteY0" fmla="*/ 0 h 68072"/>
                      <a:gd name="connsiteX1" fmla="*/ 264770 w 264769"/>
                      <a:gd name="connsiteY1" fmla="*/ 0 h 68072"/>
                      <a:gd name="connsiteX2" fmla="*/ 264770 w 264769"/>
                      <a:gd name="connsiteY2" fmla="*/ 68072 h 68072"/>
                      <a:gd name="connsiteX3" fmla="*/ 0 w 264769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64769" h="68072">
                        <a:moveTo>
                          <a:pt x="0" y="0"/>
                        </a:moveTo>
                        <a:lnTo>
                          <a:pt x="264770" y="0"/>
                        </a:lnTo>
                        <a:lnTo>
                          <a:pt x="264770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solidFill>
                    <a:srgbClr val="72CEE8"/>
                  </a:solidFill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44" name="Freeform: Shape 1043">
                    <a:extLst>
                      <a:ext uri="{FF2B5EF4-FFF2-40B4-BE49-F238E27FC236}">
                        <a16:creationId xmlns:a16="http://schemas.microsoft.com/office/drawing/2014/main" id="{78716153-F72C-2405-91BE-6C5C7E50182E}"/>
                      </a:ext>
                    </a:extLst>
                  </p:cNvPr>
                  <p:cNvSpPr/>
                  <p:nvPr/>
                </p:nvSpPr>
                <p:spPr>
                  <a:xfrm>
                    <a:off x="6623733" y="2484657"/>
                    <a:ext cx="33324" cy="68072"/>
                  </a:xfrm>
                  <a:custGeom>
                    <a:avLst/>
                    <a:gdLst>
                      <a:gd name="connsiteX0" fmla="*/ 0 w 33324"/>
                      <a:gd name="connsiteY0" fmla="*/ 0 h 68072"/>
                      <a:gd name="connsiteX1" fmla="*/ 33325 w 33324"/>
                      <a:gd name="connsiteY1" fmla="*/ 0 h 68072"/>
                      <a:gd name="connsiteX2" fmla="*/ 33325 w 33324"/>
                      <a:gd name="connsiteY2" fmla="*/ 68072 h 68072"/>
                      <a:gd name="connsiteX3" fmla="*/ 0 w 33324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324" h="68072">
                        <a:moveTo>
                          <a:pt x="0" y="0"/>
                        </a:moveTo>
                        <a:lnTo>
                          <a:pt x="33325" y="0"/>
                        </a:lnTo>
                        <a:lnTo>
                          <a:pt x="33325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45" name="Freeform: Shape 1044">
                    <a:extLst>
                      <a:ext uri="{FF2B5EF4-FFF2-40B4-BE49-F238E27FC236}">
                        <a16:creationId xmlns:a16="http://schemas.microsoft.com/office/drawing/2014/main" id="{B85041C1-8717-6C2C-A9BC-346FA5FF3DEC}"/>
                      </a:ext>
                    </a:extLst>
                  </p:cNvPr>
                  <p:cNvSpPr/>
                  <p:nvPr/>
                </p:nvSpPr>
                <p:spPr>
                  <a:xfrm>
                    <a:off x="6567040" y="2484657"/>
                    <a:ext cx="46532" cy="68072"/>
                  </a:xfrm>
                  <a:custGeom>
                    <a:avLst/>
                    <a:gdLst>
                      <a:gd name="connsiteX0" fmla="*/ 0 w 46532"/>
                      <a:gd name="connsiteY0" fmla="*/ 0 h 68072"/>
                      <a:gd name="connsiteX1" fmla="*/ 46532 w 46532"/>
                      <a:gd name="connsiteY1" fmla="*/ 0 h 68072"/>
                      <a:gd name="connsiteX2" fmla="*/ 46532 w 46532"/>
                      <a:gd name="connsiteY2" fmla="*/ 68072 h 68072"/>
                      <a:gd name="connsiteX3" fmla="*/ 0 w 46532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6532" h="68072">
                        <a:moveTo>
                          <a:pt x="0" y="0"/>
                        </a:moveTo>
                        <a:lnTo>
                          <a:pt x="46532" y="0"/>
                        </a:lnTo>
                        <a:lnTo>
                          <a:pt x="46532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99" name="Graphic 9">
                  <a:extLst>
                    <a:ext uri="{FF2B5EF4-FFF2-40B4-BE49-F238E27FC236}">
                      <a16:creationId xmlns:a16="http://schemas.microsoft.com/office/drawing/2014/main" id="{79B296A4-D533-7530-4452-BC0F19047AEB}"/>
                    </a:ext>
                  </a:extLst>
                </p:cNvPr>
                <p:cNvGrpSpPr/>
                <p:nvPr/>
              </p:nvGrpSpPr>
              <p:grpSpPr>
                <a:xfrm>
                  <a:off x="6080783" y="2627913"/>
                  <a:ext cx="1627631" cy="68072"/>
                  <a:chOff x="6080783" y="2627913"/>
                  <a:chExt cx="1627631" cy="68072"/>
                </a:xfrm>
                <a:grpFill/>
              </p:grpSpPr>
              <p:sp>
                <p:nvSpPr>
                  <p:cNvPr id="1034" name="Freeform: Shape 1033">
                    <a:extLst>
                      <a:ext uri="{FF2B5EF4-FFF2-40B4-BE49-F238E27FC236}">
                        <a16:creationId xmlns:a16="http://schemas.microsoft.com/office/drawing/2014/main" id="{6FC3CE5F-84B7-9036-BC98-6000E0667AAC}"/>
                      </a:ext>
                    </a:extLst>
                  </p:cNvPr>
                  <p:cNvSpPr/>
                  <p:nvPr/>
                </p:nvSpPr>
                <p:spPr>
                  <a:xfrm>
                    <a:off x="6080783" y="2627913"/>
                    <a:ext cx="190804" cy="68072"/>
                  </a:xfrm>
                  <a:custGeom>
                    <a:avLst/>
                    <a:gdLst>
                      <a:gd name="connsiteX0" fmla="*/ 0 w 190804"/>
                      <a:gd name="connsiteY0" fmla="*/ 0 h 68072"/>
                      <a:gd name="connsiteX1" fmla="*/ 190805 w 190804"/>
                      <a:gd name="connsiteY1" fmla="*/ 0 h 68072"/>
                      <a:gd name="connsiteX2" fmla="*/ 190805 w 190804"/>
                      <a:gd name="connsiteY2" fmla="*/ 68072 h 68072"/>
                      <a:gd name="connsiteX3" fmla="*/ 0 w 190804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0804" h="68072">
                        <a:moveTo>
                          <a:pt x="0" y="0"/>
                        </a:moveTo>
                        <a:lnTo>
                          <a:pt x="190805" y="0"/>
                        </a:lnTo>
                        <a:lnTo>
                          <a:pt x="190805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35" name="Freeform: Shape 1034">
                    <a:extLst>
                      <a:ext uri="{FF2B5EF4-FFF2-40B4-BE49-F238E27FC236}">
                        <a16:creationId xmlns:a16="http://schemas.microsoft.com/office/drawing/2014/main" id="{F5C9700B-B8D0-08CF-BEA6-50479CD988B0}"/>
                      </a:ext>
                    </a:extLst>
                  </p:cNvPr>
                  <p:cNvSpPr/>
                  <p:nvPr/>
                </p:nvSpPr>
                <p:spPr>
                  <a:xfrm>
                    <a:off x="6303490" y="2627913"/>
                    <a:ext cx="330403" cy="68072"/>
                  </a:xfrm>
                  <a:custGeom>
                    <a:avLst/>
                    <a:gdLst>
                      <a:gd name="connsiteX0" fmla="*/ 0 w 330403"/>
                      <a:gd name="connsiteY0" fmla="*/ 0 h 68072"/>
                      <a:gd name="connsiteX1" fmla="*/ 330403 w 330403"/>
                      <a:gd name="connsiteY1" fmla="*/ 0 h 68072"/>
                      <a:gd name="connsiteX2" fmla="*/ 330403 w 330403"/>
                      <a:gd name="connsiteY2" fmla="*/ 68072 h 68072"/>
                      <a:gd name="connsiteX3" fmla="*/ 0 w 330403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0403" h="68072">
                        <a:moveTo>
                          <a:pt x="0" y="0"/>
                        </a:moveTo>
                        <a:lnTo>
                          <a:pt x="330403" y="0"/>
                        </a:lnTo>
                        <a:lnTo>
                          <a:pt x="330403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36" name="Freeform: Shape 1035">
                    <a:extLst>
                      <a:ext uri="{FF2B5EF4-FFF2-40B4-BE49-F238E27FC236}">
                        <a16:creationId xmlns:a16="http://schemas.microsoft.com/office/drawing/2014/main" id="{5CF8901C-0B6A-AECA-F4F8-D8BAFBAB6975}"/>
                      </a:ext>
                    </a:extLst>
                  </p:cNvPr>
                  <p:cNvSpPr/>
                  <p:nvPr/>
                </p:nvSpPr>
                <p:spPr>
                  <a:xfrm>
                    <a:off x="6739964" y="2627913"/>
                    <a:ext cx="330403" cy="68072"/>
                  </a:xfrm>
                  <a:custGeom>
                    <a:avLst/>
                    <a:gdLst>
                      <a:gd name="connsiteX0" fmla="*/ 0 w 330403"/>
                      <a:gd name="connsiteY0" fmla="*/ 0 h 68072"/>
                      <a:gd name="connsiteX1" fmla="*/ 330403 w 330403"/>
                      <a:gd name="connsiteY1" fmla="*/ 0 h 68072"/>
                      <a:gd name="connsiteX2" fmla="*/ 330403 w 330403"/>
                      <a:gd name="connsiteY2" fmla="*/ 68072 h 68072"/>
                      <a:gd name="connsiteX3" fmla="*/ 0 w 330403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0403" h="68072">
                        <a:moveTo>
                          <a:pt x="0" y="0"/>
                        </a:moveTo>
                        <a:lnTo>
                          <a:pt x="330403" y="0"/>
                        </a:lnTo>
                        <a:lnTo>
                          <a:pt x="330403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37" name="Freeform: Shape 1036">
                    <a:extLst>
                      <a:ext uri="{FF2B5EF4-FFF2-40B4-BE49-F238E27FC236}">
                        <a16:creationId xmlns:a16="http://schemas.microsoft.com/office/drawing/2014/main" id="{53E5AE60-1136-FCFD-A4CA-EF956D43467F}"/>
                      </a:ext>
                    </a:extLst>
                  </p:cNvPr>
                  <p:cNvSpPr/>
                  <p:nvPr/>
                </p:nvSpPr>
                <p:spPr>
                  <a:xfrm>
                    <a:off x="7214842" y="2627913"/>
                    <a:ext cx="259080" cy="68072"/>
                  </a:xfrm>
                  <a:custGeom>
                    <a:avLst/>
                    <a:gdLst>
                      <a:gd name="connsiteX0" fmla="*/ 0 w 259080"/>
                      <a:gd name="connsiteY0" fmla="*/ 0 h 68072"/>
                      <a:gd name="connsiteX1" fmla="*/ 259080 w 259080"/>
                      <a:gd name="connsiteY1" fmla="*/ 0 h 68072"/>
                      <a:gd name="connsiteX2" fmla="*/ 259080 w 259080"/>
                      <a:gd name="connsiteY2" fmla="*/ 68072 h 68072"/>
                      <a:gd name="connsiteX3" fmla="*/ 0 w 259080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80" h="68072">
                        <a:moveTo>
                          <a:pt x="0" y="0"/>
                        </a:moveTo>
                        <a:lnTo>
                          <a:pt x="259080" y="0"/>
                        </a:lnTo>
                        <a:lnTo>
                          <a:pt x="259080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38" name="Freeform: Shape 1037">
                    <a:extLst>
                      <a:ext uri="{FF2B5EF4-FFF2-40B4-BE49-F238E27FC236}">
                        <a16:creationId xmlns:a16="http://schemas.microsoft.com/office/drawing/2014/main" id="{5256B1EF-8FFA-274B-A50E-0BA9B63AA9DC}"/>
                      </a:ext>
                    </a:extLst>
                  </p:cNvPr>
                  <p:cNvSpPr/>
                  <p:nvPr/>
                </p:nvSpPr>
                <p:spPr>
                  <a:xfrm>
                    <a:off x="6675346" y="2627913"/>
                    <a:ext cx="33324" cy="68072"/>
                  </a:xfrm>
                  <a:custGeom>
                    <a:avLst/>
                    <a:gdLst>
                      <a:gd name="connsiteX0" fmla="*/ 0 w 33324"/>
                      <a:gd name="connsiteY0" fmla="*/ 0 h 68072"/>
                      <a:gd name="connsiteX1" fmla="*/ 33325 w 33324"/>
                      <a:gd name="connsiteY1" fmla="*/ 0 h 68072"/>
                      <a:gd name="connsiteX2" fmla="*/ 33325 w 33324"/>
                      <a:gd name="connsiteY2" fmla="*/ 68072 h 68072"/>
                      <a:gd name="connsiteX3" fmla="*/ 0 w 33324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324" h="68072">
                        <a:moveTo>
                          <a:pt x="0" y="0"/>
                        </a:moveTo>
                        <a:lnTo>
                          <a:pt x="33325" y="0"/>
                        </a:lnTo>
                        <a:lnTo>
                          <a:pt x="33325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39" name="Freeform: Shape 1038">
                    <a:extLst>
                      <a:ext uri="{FF2B5EF4-FFF2-40B4-BE49-F238E27FC236}">
                        <a16:creationId xmlns:a16="http://schemas.microsoft.com/office/drawing/2014/main" id="{0E65CB2D-5614-596C-3E48-8CD0685F145D}"/>
                      </a:ext>
                    </a:extLst>
                  </p:cNvPr>
                  <p:cNvSpPr/>
                  <p:nvPr/>
                </p:nvSpPr>
                <p:spPr>
                  <a:xfrm>
                    <a:off x="7129092" y="2627913"/>
                    <a:ext cx="33324" cy="68072"/>
                  </a:xfrm>
                  <a:custGeom>
                    <a:avLst/>
                    <a:gdLst>
                      <a:gd name="connsiteX0" fmla="*/ 0 w 33324"/>
                      <a:gd name="connsiteY0" fmla="*/ 0 h 68072"/>
                      <a:gd name="connsiteX1" fmla="*/ 33325 w 33324"/>
                      <a:gd name="connsiteY1" fmla="*/ 0 h 68072"/>
                      <a:gd name="connsiteX2" fmla="*/ 33325 w 33324"/>
                      <a:gd name="connsiteY2" fmla="*/ 68072 h 68072"/>
                      <a:gd name="connsiteX3" fmla="*/ 0 w 33324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324" h="68072">
                        <a:moveTo>
                          <a:pt x="0" y="0"/>
                        </a:moveTo>
                        <a:lnTo>
                          <a:pt x="33325" y="0"/>
                        </a:lnTo>
                        <a:lnTo>
                          <a:pt x="33325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40" name="Freeform: Shape 1039">
                    <a:extLst>
                      <a:ext uri="{FF2B5EF4-FFF2-40B4-BE49-F238E27FC236}">
                        <a16:creationId xmlns:a16="http://schemas.microsoft.com/office/drawing/2014/main" id="{AE5AC21C-0D26-EA04-6BAC-24EA5747A4F8}"/>
                      </a:ext>
                    </a:extLst>
                  </p:cNvPr>
                  <p:cNvSpPr/>
                  <p:nvPr/>
                </p:nvSpPr>
                <p:spPr>
                  <a:xfrm>
                    <a:off x="7675090" y="2627913"/>
                    <a:ext cx="33324" cy="68072"/>
                  </a:xfrm>
                  <a:custGeom>
                    <a:avLst/>
                    <a:gdLst>
                      <a:gd name="connsiteX0" fmla="*/ 0 w 33324"/>
                      <a:gd name="connsiteY0" fmla="*/ 0 h 68072"/>
                      <a:gd name="connsiteX1" fmla="*/ 33325 w 33324"/>
                      <a:gd name="connsiteY1" fmla="*/ 0 h 68072"/>
                      <a:gd name="connsiteX2" fmla="*/ 33325 w 33324"/>
                      <a:gd name="connsiteY2" fmla="*/ 68072 h 68072"/>
                      <a:gd name="connsiteX3" fmla="*/ 0 w 33324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324" h="68072">
                        <a:moveTo>
                          <a:pt x="0" y="0"/>
                        </a:moveTo>
                        <a:lnTo>
                          <a:pt x="33325" y="0"/>
                        </a:lnTo>
                        <a:lnTo>
                          <a:pt x="33325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41" name="Freeform: Shape 1040">
                    <a:extLst>
                      <a:ext uri="{FF2B5EF4-FFF2-40B4-BE49-F238E27FC236}">
                        <a16:creationId xmlns:a16="http://schemas.microsoft.com/office/drawing/2014/main" id="{0F842FE3-426D-EB03-A180-CF3D24630D41}"/>
                      </a:ext>
                    </a:extLst>
                  </p:cNvPr>
                  <p:cNvSpPr/>
                  <p:nvPr/>
                </p:nvSpPr>
                <p:spPr>
                  <a:xfrm>
                    <a:off x="7584260" y="2627913"/>
                    <a:ext cx="33324" cy="68072"/>
                  </a:xfrm>
                  <a:custGeom>
                    <a:avLst/>
                    <a:gdLst>
                      <a:gd name="connsiteX0" fmla="*/ 0 w 33324"/>
                      <a:gd name="connsiteY0" fmla="*/ 0 h 68072"/>
                      <a:gd name="connsiteX1" fmla="*/ 33325 w 33324"/>
                      <a:gd name="connsiteY1" fmla="*/ 0 h 68072"/>
                      <a:gd name="connsiteX2" fmla="*/ 33325 w 33324"/>
                      <a:gd name="connsiteY2" fmla="*/ 68072 h 68072"/>
                      <a:gd name="connsiteX3" fmla="*/ 0 w 33324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324" h="68072">
                        <a:moveTo>
                          <a:pt x="0" y="0"/>
                        </a:moveTo>
                        <a:lnTo>
                          <a:pt x="33325" y="0"/>
                        </a:lnTo>
                        <a:lnTo>
                          <a:pt x="33325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42" name="Freeform: Shape 1041">
                    <a:extLst>
                      <a:ext uri="{FF2B5EF4-FFF2-40B4-BE49-F238E27FC236}">
                        <a16:creationId xmlns:a16="http://schemas.microsoft.com/office/drawing/2014/main" id="{B61A671A-B24D-48B2-B479-40DD877DC249}"/>
                      </a:ext>
                    </a:extLst>
                  </p:cNvPr>
                  <p:cNvSpPr/>
                  <p:nvPr/>
                </p:nvSpPr>
                <p:spPr>
                  <a:xfrm>
                    <a:off x="7543620" y="2627913"/>
                    <a:ext cx="33324" cy="68072"/>
                  </a:xfrm>
                  <a:custGeom>
                    <a:avLst/>
                    <a:gdLst>
                      <a:gd name="connsiteX0" fmla="*/ 0 w 33324"/>
                      <a:gd name="connsiteY0" fmla="*/ 0 h 68072"/>
                      <a:gd name="connsiteX1" fmla="*/ 33325 w 33324"/>
                      <a:gd name="connsiteY1" fmla="*/ 0 h 68072"/>
                      <a:gd name="connsiteX2" fmla="*/ 33325 w 33324"/>
                      <a:gd name="connsiteY2" fmla="*/ 68072 h 68072"/>
                      <a:gd name="connsiteX3" fmla="*/ 0 w 33324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324" h="68072">
                        <a:moveTo>
                          <a:pt x="0" y="0"/>
                        </a:moveTo>
                        <a:lnTo>
                          <a:pt x="33325" y="0"/>
                        </a:lnTo>
                        <a:lnTo>
                          <a:pt x="33325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00" name="Freeform: Shape 999">
                  <a:extLst>
                    <a:ext uri="{FF2B5EF4-FFF2-40B4-BE49-F238E27FC236}">
                      <a16:creationId xmlns:a16="http://schemas.microsoft.com/office/drawing/2014/main" id="{9085A70C-291D-241D-1274-B3C971D234EE}"/>
                    </a:ext>
                  </a:extLst>
                </p:cNvPr>
                <p:cNvSpPr/>
                <p:nvPr/>
              </p:nvSpPr>
              <p:spPr>
                <a:xfrm>
                  <a:off x="6074687" y="2485876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001" name="Graphic 9">
                  <a:extLst>
                    <a:ext uri="{FF2B5EF4-FFF2-40B4-BE49-F238E27FC236}">
                      <a16:creationId xmlns:a16="http://schemas.microsoft.com/office/drawing/2014/main" id="{779747DB-EC8D-D058-BD65-DBC81F7B51BF}"/>
                    </a:ext>
                  </a:extLst>
                </p:cNvPr>
                <p:cNvGrpSpPr/>
                <p:nvPr/>
              </p:nvGrpSpPr>
              <p:grpSpPr>
                <a:xfrm>
                  <a:off x="6074687" y="2333070"/>
                  <a:ext cx="1209446" cy="499059"/>
                  <a:chOff x="6074687" y="2333070"/>
                  <a:chExt cx="1209446" cy="499059"/>
                </a:xfrm>
                <a:grpFill/>
              </p:grpSpPr>
              <p:sp>
                <p:nvSpPr>
                  <p:cNvPr id="1028" name="Freeform: Shape 1027">
                    <a:extLst>
                      <a:ext uri="{FF2B5EF4-FFF2-40B4-BE49-F238E27FC236}">
                        <a16:creationId xmlns:a16="http://schemas.microsoft.com/office/drawing/2014/main" id="{3B5B5052-BE3C-1C4C-7F0C-A83413A581C5}"/>
                      </a:ext>
                    </a:extLst>
                  </p:cNvPr>
                  <p:cNvSpPr/>
                  <p:nvPr/>
                </p:nvSpPr>
                <p:spPr>
                  <a:xfrm>
                    <a:off x="6263663" y="2764057"/>
                    <a:ext cx="190804" cy="68072"/>
                  </a:xfrm>
                  <a:custGeom>
                    <a:avLst/>
                    <a:gdLst>
                      <a:gd name="connsiteX0" fmla="*/ 0 w 190804"/>
                      <a:gd name="connsiteY0" fmla="*/ 0 h 68072"/>
                      <a:gd name="connsiteX1" fmla="*/ 190805 w 190804"/>
                      <a:gd name="connsiteY1" fmla="*/ 0 h 68072"/>
                      <a:gd name="connsiteX2" fmla="*/ 190805 w 190804"/>
                      <a:gd name="connsiteY2" fmla="*/ 68072 h 68072"/>
                      <a:gd name="connsiteX3" fmla="*/ 0 w 190804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0804" h="68072">
                        <a:moveTo>
                          <a:pt x="0" y="0"/>
                        </a:moveTo>
                        <a:lnTo>
                          <a:pt x="190805" y="0"/>
                        </a:lnTo>
                        <a:lnTo>
                          <a:pt x="190805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29" name="Freeform: Shape 1028">
                    <a:extLst>
                      <a:ext uri="{FF2B5EF4-FFF2-40B4-BE49-F238E27FC236}">
                        <a16:creationId xmlns:a16="http://schemas.microsoft.com/office/drawing/2014/main" id="{2CCF3C94-0244-C2F9-2785-88E19D276186}"/>
                      </a:ext>
                    </a:extLst>
                  </p:cNvPr>
                  <p:cNvSpPr/>
                  <p:nvPr/>
                </p:nvSpPr>
                <p:spPr>
                  <a:xfrm>
                    <a:off x="6528636" y="2764057"/>
                    <a:ext cx="105257" cy="68072"/>
                  </a:xfrm>
                  <a:custGeom>
                    <a:avLst/>
                    <a:gdLst>
                      <a:gd name="connsiteX0" fmla="*/ 0 w 105257"/>
                      <a:gd name="connsiteY0" fmla="*/ 0 h 68072"/>
                      <a:gd name="connsiteX1" fmla="*/ 105258 w 105257"/>
                      <a:gd name="connsiteY1" fmla="*/ 0 h 68072"/>
                      <a:gd name="connsiteX2" fmla="*/ 105258 w 105257"/>
                      <a:gd name="connsiteY2" fmla="*/ 68072 h 68072"/>
                      <a:gd name="connsiteX3" fmla="*/ 0 w 105257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5257" h="68072">
                        <a:moveTo>
                          <a:pt x="0" y="0"/>
                        </a:moveTo>
                        <a:lnTo>
                          <a:pt x="105258" y="0"/>
                        </a:lnTo>
                        <a:lnTo>
                          <a:pt x="105258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30" name="Freeform: Shape 1029">
                    <a:extLst>
                      <a:ext uri="{FF2B5EF4-FFF2-40B4-BE49-F238E27FC236}">
                        <a16:creationId xmlns:a16="http://schemas.microsoft.com/office/drawing/2014/main" id="{79E22927-4E23-7778-E625-82D1F4F69246}"/>
                      </a:ext>
                    </a:extLst>
                  </p:cNvPr>
                  <p:cNvSpPr/>
                  <p:nvPr/>
                </p:nvSpPr>
                <p:spPr>
                  <a:xfrm>
                    <a:off x="6740776" y="2764057"/>
                    <a:ext cx="302158" cy="68072"/>
                  </a:xfrm>
                  <a:custGeom>
                    <a:avLst/>
                    <a:gdLst>
                      <a:gd name="connsiteX0" fmla="*/ 0 w 302158"/>
                      <a:gd name="connsiteY0" fmla="*/ 0 h 68072"/>
                      <a:gd name="connsiteX1" fmla="*/ 302158 w 302158"/>
                      <a:gd name="connsiteY1" fmla="*/ 0 h 68072"/>
                      <a:gd name="connsiteX2" fmla="*/ 302158 w 302158"/>
                      <a:gd name="connsiteY2" fmla="*/ 68072 h 68072"/>
                      <a:gd name="connsiteX3" fmla="*/ 0 w 302158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2158" h="68072">
                        <a:moveTo>
                          <a:pt x="0" y="0"/>
                        </a:moveTo>
                        <a:lnTo>
                          <a:pt x="302158" y="0"/>
                        </a:lnTo>
                        <a:lnTo>
                          <a:pt x="302158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solidFill>
                    <a:schemeClr val="bg1">
                      <a:alpha val="68000"/>
                    </a:schemeClr>
                  </a:solidFill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31" name="Freeform: Shape 1030">
                    <a:extLst>
                      <a:ext uri="{FF2B5EF4-FFF2-40B4-BE49-F238E27FC236}">
                        <a16:creationId xmlns:a16="http://schemas.microsoft.com/office/drawing/2014/main" id="{27FBBF2A-B527-627A-CAF6-8ECD99F03C05}"/>
                      </a:ext>
                    </a:extLst>
                  </p:cNvPr>
                  <p:cNvSpPr/>
                  <p:nvPr/>
                </p:nvSpPr>
                <p:spPr>
                  <a:xfrm>
                    <a:off x="7213826" y="2333070"/>
                    <a:ext cx="70307" cy="68072"/>
                  </a:xfrm>
                  <a:custGeom>
                    <a:avLst/>
                    <a:gdLst>
                      <a:gd name="connsiteX0" fmla="*/ 0 w 70307"/>
                      <a:gd name="connsiteY0" fmla="*/ 0 h 68072"/>
                      <a:gd name="connsiteX1" fmla="*/ 70307 w 70307"/>
                      <a:gd name="connsiteY1" fmla="*/ 0 h 68072"/>
                      <a:gd name="connsiteX2" fmla="*/ 70307 w 70307"/>
                      <a:gd name="connsiteY2" fmla="*/ 68072 h 68072"/>
                      <a:gd name="connsiteX3" fmla="*/ 0 w 70307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0307" h="68072">
                        <a:moveTo>
                          <a:pt x="0" y="0"/>
                        </a:moveTo>
                        <a:lnTo>
                          <a:pt x="70307" y="0"/>
                        </a:lnTo>
                        <a:lnTo>
                          <a:pt x="70307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32" name="Freeform: Shape 1031">
                    <a:extLst>
                      <a:ext uri="{FF2B5EF4-FFF2-40B4-BE49-F238E27FC236}">
                        <a16:creationId xmlns:a16="http://schemas.microsoft.com/office/drawing/2014/main" id="{DEAF5AD2-78F3-C4C2-52E3-E264B6F46AA3}"/>
                      </a:ext>
                    </a:extLst>
                  </p:cNvPr>
                  <p:cNvSpPr/>
                  <p:nvPr/>
                </p:nvSpPr>
                <p:spPr>
                  <a:xfrm>
                    <a:off x="6675346" y="2764057"/>
                    <a:ext cx="33324" cy="68072"/>
                  </a:xfrm>
                  <a:custGeom>
                    <a:avLst/>
                    <a:gdLst>
                      <a:gd name="connsiteX0" fmla="*/ 0 w 33324"/>
                      <a:gd name="connsiteY0" fmla="*/ 0 h 68072"/>
                      <a:gd name="connsiteX1" fmla="*/ 33325 w 33324"/>
                      <a:gd name="connsiteY1" fmla="*/ 0 h 68072"/>
                      <a:gd name="connsiteX2" fmla="*/ 33325 w 33324"/>
                      <a:gd name="connsiteY2" fmla="*/ 68072 h 68072"/>
                      <a:gd name="connsiteX3" fmla="*/ 0 w 33324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324" h="68072">
                        <a:moveTo>
                          <a:pt x="0" y="0"/>
                        </a:moveTo>
                        <a:lnTo>
                          <a:pt x="33325" y="0"/>
                        </a:lnTo>
                        <a:lnTo>
                          <a:pt x="33325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33" name="Freeform: Shape 1032">
                    <a:extLst>
                      <a:ext uri="{FF2B5EF4-FFF2-40B4-BE49-F238E27FC236}">
                        <a16:creationId xmlns:a16="http://schemas.microsoft.com/office/drawing/2014/main" id="{0A47C9E6-F63C-A887-8A68-D9A9965EB244}"/>
                      </a:ext>
                    </a:extLst>
                  </p:cNvPr>
                  <p:cNvSpPr/>
                  <p:nvPr/>
                </p:nvSpPr>
                <p:spPr>
                  <a:xfrm>
                    <a:off x="6074687" y="2764057"/>
                    <a:ext cx="33324" cy="68072"/>
                  </a:xfrm>
                  <a:custGeom>
                    <a:avLst/>
                    <a:gdLst>
                      <a:gd name="connsiteX0" fmla="*/ 0 w 33324"/>
                      <a:gd name="connsiteY0" fmla="*/ 0 h 68072"/>
                      <a:gd name="connsiteX1" fmla="*/ 33325 w 33324"/>
                      <a:gd name="connsiteY1" fmla="*/ 0 h 68072"/>
                      <a:gd name="connsiteX2" fmla="*/ 33325 w 33324"/>
                      <a:gd name="connsiteY2" fmla="*/ 68072 h 68072"/>
                      <a:gd name="connsiteX3" fmla="*/ 0 w 33324"/>
                      <a:gd name="connsiteY3" fmla="*/ 68072 h 68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324" h="68072">
                        <a:moveTo>
                          <a:pt x="0" y="0"/>
                        </a:moveTo>
                        <a:lnTo>
                          <a:pt x="33325" y="0"/>
                        </a:lnTo>
                        <a:lnTo>
                          <a:pt x="33325" y="68072"/>
                        </a:lnTo>
                        <a:lnTo>
                          <a:pt x="0" y="68072"/>
                        </a:lnTo>
                        <a:close/>
                      </a:path>
                    </a:pathLst>
                  </a:custGeom>
                  <a:grpFill/>
                  <a:ln w="20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02" name="Freeform: Shape 1001">
                  <a:extLst>
                    <a:ext uri="{FF2B5EF4-FFF2-40B4-BE49-F238E27FC236}">
                      <a16:creationId xmlns:a16="http://schemas.microsoft.com/office/drawing/2014/main" id="{A8ED04B5-4BD1-94DA-CD48-47C421AA539C}"/>
                    </a:ext>
                  </a:extLst>
                </p:cNvPr>
                <p:cNvSpPr/>
                <p:nvPr/>
              </p:nvSpPr>
              <p:spPr>
                <a:xfrm>
                  <a:off x="6565821" y="2224358"/>
                  <a:ext cx="36169" cy="68072"/>
                </a:xfrm>
                <a:custGeom>
                  <a:avLst/>
                  <a:gdLst>
                    <a:gd name="connsiteX0" fmla="*/ 0 w 36169"/>
                    <a:gd name="connsiteY0" fmla="*/ 0 h 68072"/>
                    <a:gd name="connsiteX1" fmla="*/ 36170 w 36169"/>
                    <a:gd name="connsiteY1" fmla="*/ 0 h 68072"/>
                    <a:gd name="connsiteX2" fmla="*/ 36170 w 36169"/>
                    <a:gd name="connsiteY2" fmla="*/ 68072 h 68072"/>
                    <a:gd name="connsiteX3" fmla="*/ 0 w 36169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169" h="68072">
                      <a:moveTo>
                        <a:pt x="0" y="0"/>
                      </a:moveTo>
                      <a:lnTo>
                        <a:pt x="36170" y="0"/>
                      </a:lnTo>
                      <a:lnTo>
                        <a:pt x="36170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3" name="Freeform: Shape 1002">
                  <a:extLst>
                    <a:ext uri="{FF2B5EF4-FFF2-40B4-BE49-F238E27FC236}">
                      <a16:creationId xmlns:a16="http://schemas.microsoft.com/office/drawing/2014/main" id="{E2FE0CEF-C43F-B779-D049-9F2BB4961DA2}"/>
                    </a:ext>
                  </a:extLst>
                </p:cNvPr>
                <p:cNvSpPr/>
                <p:nvPr/>
              </p:nvSpPr>
              <p:spPr>
                <a:xfrm>
                  <a:off x="6646492" y="2221920"/>
                  <a:ext cx="126593" cy="68072"/>
                </a:xfrm>
                <a:custGeom>
                  <a:avLst/>
                  <a:gdLst>
                    <a:gd name="connsiteX0" fmla="*/ 0 w 126593"/>
                    <a:gd name="connsiteY0" fmla="*/ 0 h 68072"/>
                    <a:gd name="connsiteX1" fmla="*/ 126594 w 126593"/>
                    <a:gd name="connsiteY1" fmla="*/ 0 h 68072"/>
                    <a:gd name="connsiteX2" fmla="*/ 126594 w 126593"/>
                    <a:gd name="connsiteY2" fmla="*/ 68072 h 68072"/>
                    <a:gd name="connsiteX3" fmla="*/ 0 w 126593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593" h="68072">
                      <a:moveTo>
                        <a:pt x="0" y="0"/>
                      </a:moveTo>
                      <a:lnTo>
                        <a:pt x="126594" y="0"/>
                      </a:lnTo>
                      <a:lnTo>
                        <a:pt x="126594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4" name="Freeform: Shape 1003">
                  <a:extLst>
                    <a:ext uri="{FF2B5EF4-FFF2-40B4-BE49-F238E27FC236}">
                      <a16:creationId xmlns:a16="http://schemas.microsoft.com/office/drawing/2014/main" id="{600C1BBB-B10E-D25D-F8B1-33ED6B30419D}"/>
                    </a:ext>
                  </a:extLst>
                </p:cNvPr>
                <p:cNvSpPr/>
                <p:nvPr/>
              </p:nvSpPr>
              <p:spPr>
                <a:xfrm>
                  <a:off x="6874482" y="2224358"/>
                  <a:ext cx="58521" cy="68072"/>
                </a:xfrm>
                <a:custGeom>
                  <a:avLst/>
                  <a:gdLst>
                    <a:gd name="connsiteX0" fmla="*/ 0 w 58521"/>
                    <a:gd name="connsiteY0" fmla="*/ 0 h 68072"/>
                    <a:gd name="connsiteX1" fmla="*/ 58522 w 58521"/>
                    <a:gd name="connsiteY1" fmla="*/ 0 h 68072"/>
                    <a:gd name="connsiteX2" fmla="*/ 58522 w 58521"/>
                    <a:gd name="connsiteY2" fmla="*/ 68072 h 68072"/>
                    <a:gd name="connsiteX3" fmla="*/ 0 w 58521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521" h="68072">
                      <a:moveTo>
                        <a:pt x="0" y="0"/>
                      </a:moveTo>
                      <a:lnTo>
                        <a:pt x="58522" y="0"/>
                      </a:lnTo>
                      <a:lnTo>
                        <a:pt x="58522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5" name="Freeform: Shape 1004">
                  <a:extLst>
                    <a:ext uri="{FF2B5EF4-FFF2-40B4-BE49-F238E27FC236}">
                      <a16:creationId xmlns:a16="http://schemas.microsoft.com/office/drawing/2014/main" id="{B3ABAAC4-88B2-8B7F-EE5E-D1FC1700E755}"/>
                    </a:ext>
                  </a:extLst>
                </p:cNvPr>
                <p:cNvSpPr/>
                <p:nvPr/>
              </p:nvSpPr>
              <p:spPr>
                <a:xfrm>
                  <a:off x="7537524" y="1901067"/>
                  <a:ext cx="355396" cy="68072"/>
                </a:xfrm>
                <a:custGeom>
                  <a:avLst/>
                  <a:gdLst>
                    <a:gd name="connsiteX0" fmla="*/ 0 w 355396"/>
                    <a:gd name="connsiteY0" fmla="*/ 0 h 68072"/>
                    <a:gd name="connsiteX1" fmla="*/ 355397 w 355396"/>
                    <a:gd name="connsiteY1" fmla="*/ 0 h 68072"/>
                    <a:gd name="connsiteX2" fmla="*/ 355397 w 355396"/>
                    <a:gd name="connsiteY2" fmla="*/ 68072 h 68072"/>
                    <a:gd name="connsiteX3" fmla="*/ 0 w 355396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5396" h="68072">
                      <a:moveTo>
                        <a:pt x="0" y="0"/>
                      </a:moveTo>
                      <a:lnTo>
                        <a:pt x="355397" y="0"/>
                      </a:lnTo>
                      <a:lnTo>
                        <a:pt x="355397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6" name="Freeform: Shape 1005">
                  <a:extLst>
                    <a:ext uri="{FF2B5EF4-FFF2-40B4-BE49-F238E27FC236}">
                      <a16:creationId xmlns:a16="http://schemas.microsoft.com/office/drawing/2014/main" id="{0712004E-8A46-4728-5644-CF8580062C18}"/>
                    </a:ext>
                  </a:extLst>
                </p:cNvPr>
                <p:cNvSpPr/>
                <p:nvPr/>
              </p:nvSpPr>
              <p:spPr>
                <a:xfrm>
                  <a:off x="7040700" y="1901067"/>
                  <a:ext cx="355396" cy="68072"/>
                </a:xfrm>
                <a:custGeom>
                  <a:avLst/>
                  <a:gdLst>
                    <a:gd name="connsiteX0" fmla="*/ 0 w 355396"/>
                    <a:gd name="connsiteY0" fmla="*/ 0 h 68072"/>
                    <a:gd name="connsiteX1" fmla="*/ 355397 w 355396"/>
                    <a:gd name="connsiteY1" fmla="*/ 0 h 68072"/>
                    <a:gd name="connsiteX2" fmla="*/ 355397 w 355396"/>
                    <a:gd name="connsiteY2" fmla="*/ 68072 h 68072"/>
                    <a:gd name="connsiteX3" fmla="*/ 0 w 355396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5396" h="68072">
                      <a:moveTo>
                        <a:pt x="0" y="0"/>
                      </a:moveTo>
                      <a:lnTo>
                        <a:pt x="355397" y="0"/>
                      </a:lnTo>
                      <a:lnTo>
                        <a:pt x="355397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solidFill>
                  <a:schemeClr val="bg1">
                    <a:alpha val="68000"/>
                  </a:schemeClr>
                </a:solidFill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7" name="Freeform: Shape 1006">
                  <a:extLst>
                    <a:ext uri="{FF2B5EF4-FFF2-40B4-BE49-F238E27FC236}">
                      <a16:creationId xmlns:a16="http://schemas.microsoft.com/office/drawing/2014/main" id="{5B133B38-7C22-2BD7-BDEE-37E5D8CC24C0}"/>
                    </a:ext>
                  </a:extLst>
                </p:cNvPr>
                <p:cNvSpPr/>
                <p:nvPr/>
              </p:nvSpPr>
              <p:spPr>
                <a:xfrm>
                  <a:off x="7967292" y="1901067"/>
                  <a:ext cx="383844" cy="68072"/>
                </a:xfrm>
                <a:custGeom>
                  <a:avLst/>
                  <a:gdLst>
                    <a:gd name="connsiteX0" fmla="*/ 0 w 383844"/>
                    <a:gd name="connsiteY0" fmla="*/ 0 h 68072"/>
                    <a:gd name="connsiteX1" fmla="*/ 383845 w 383844"/>
                    <a:gd name="connsiteY1" fmla="*/ 0 h 68072"/>
                    <a:gd name="connsiteX2" fmla="*/ 383845 w 383844"/>
                    <a:gd name="connsiteY2" fmla="*/ 68072 h 68072"/>
                    <a:gd name="connsiteX3" fmla="*/ 0 w 38384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3844" h="68072">
                      <a:moveTo>
                        <a:pt x="0" y="0"/>
                      </a:moveTo>
                      <a:lnTo>
                        <a:pt x="383845" y="0"/>
                      </a:lnTo>
                      <a:lnTo>
                        <a:pt x="38384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8" name="Freeform: Shape 1007">
                  <a:extLst>
                    <a:ext uri="{FF2B5EF4-FFF2-40B4-BE49-F238E27FC236}">
                      <a16:creationId xmlns:a16="http://schemas.microsoft.com/office/drawing/2014/main" id="{C810BBE3-8DBB-F497-F7CC-51450FDB9FCD}"/>
                    </a:ext>
                  </a:extLst>
                </p:cNvPr>
                <p:cNvSpPr/>
                <p:nvPr/>
              </p:nvSpPr>
              <p:spPr>
                <a:xfrm>
                  <a:off x="8401936" y="1901067"/>
                  <a:ext cx="152196" cy="68072"/>
                </a:xfrm>
                <a:custGeom>
                  <a:avLst/>
                  <a:gdLst>
                    <a:gd name="connsiteX0" fmla="*/ 0 w 152196"/>
                    <a:gd name="connsiteY0" fmla="*/ 0 h 68072"/>
                    <a:gd name="connsiteX1" fmla="*/ 152196 w 152196"/>
                    <a:gd name="connsiteY1" fmla="*/ 0 h 68072"/>
                    <a:gd name="connsiteX2" fmla="*/ 152196 w 152196"/>
                    <a:gd name="connsiteY2" fmla="*/ 68072 h 68072"/>
                    <a:gd name="connsiteX3" fmla="*/ 0 w 152196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196" h="68072">
                      <a:moveTo>
                        <a:pt x="0" y="0"/>
                      </a:moveTo>
                      <a:lnTo>
                        <a:pt x="152196" y="0"/>
                      </a:lnTo>
                      <a:lnTo>
                        <a:pt x="152196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9" name="Freeform: Shape 1008">
                  <a:extLst>
                    <a:ext uri="{FF2B5EF4-FFF2-40B4-BE49-F238E27FC236}">
                      <a16:creationId xmlns:a16="http://schemas.microsoft.com/office/drawing/2014/main" id="{5BD3ADC9-D55D-7020-161A-88A7B499ACAD}"/>
                    </a:ext>
                  </a:extLst>
                </p:cNvPr>
                <p:cNvSpPr/>
                <p:nvPr/>
              </p:nvSpPr>
              <p:spPr>
                <a:xfrm>
                  <a:off x="8219260" y="2115849"/>
                  <a:ext cx="470611" cy="68072"/>
                </a:xfrm>
                <a:custGeom>
                  <a:avLst/>
                  <a:gdLst>
                    <a:gd name="connsiteX0" fmla="*/ 0 w 470611"/>
                    <a:gd name="connsiteY0" fmla="*/ 0 h 68072"/>
                    <a:gd name="connsiteX1" fmla="*/ 470611 w 470611"/>
                    <a:gd name="connsiteY1" fmla="*/ 0 h 68072"/>
                    <a:gd name="connsiteX2" fmla="*/ 470611 w 470611"/>
                    <a:gd name="connsiteY2" fmla="*/ 68072 h 68072"/>
                    <a:gd name="connsiteX3" fmla="*/ 0 w 470611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11" h="68072">
                      <a:moveTo>
                        <a:pt x="0" y="0"/>
                      </a:moveTo>
                      <a:lnTo>
                        <a:pt x="470611" y="0"/>
                      </a:lnTo>
                      <a:lnTo>
                        <a:pt x="470611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solidFill>
                  <a:schemeClr val="bg1">
                    <a:alpha val="68000"/>
                  </a:schemeClr>
                </a:solidFill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0" name="Freeform: Shape 1009">
                  <a:extLst>
                    <a:ext uri="{FF2B5EF4-FFF2-40B4-BE49-F238E27FC236}">
                      <a16:creationId xmlns:a16="http://schemas.microsoft.com/office/drawing/2014/main" id="{CBAB115D-75C6-D807-9AC6-C7104390061C}"/>
                    </a:ext>
                  </a:extLst>
                </p:cNvPr>
                <p:cNvSpPr/>
                <p:nvPr/>
              </p:nvSpPr>
              <p:spPr>
                <a:xfrm>
                  <a:off x="7913240" y="2115849"/>
                  <a:ext cx="191820" cy="68072"/>
                </a:xfrm>
                <a:custGeom>
                  <a:avLst/>
                  <a:gdLst>
                    <a:gd name="connsiteX0" fmla="*/ 0 w 191820"/>
                    <a:gd name="connsiteY0" fmla="*/ 0 h 68072"/>
                    <a:gd name="connsiteX1" fmla="*/ 191820 w 191820"/>
                    <a:gd name="connsiteY1" fmla="*/ 0 h 68072"/>
                    <a:gd name="connsiteX2" fmla="*/ 191820 w 191820"/>
                    <a:gd name="connsiteY2" fmla="*/ 68072 h 68072"/>
                    <a:gd name="connsiteX3" fmla="*/ 0 w 191820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1820" h="68072">
                      <a:moveTo>
                        <a:pt x="0" y="0"/>
                      </a:moveTo>
                      <a:lnTo>
                        <a:pt x="191820" y="0"/>
                      </a:lnTo>
                      <a:lnTo>
                        <a:pt x="191820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solidFill>
                  <a:srgbClr val="72CEE8"/>
                </a:solidFill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1" name="Freeform: Shape 1010">
                  <a:extLst>
                    <a:ext uri="{FF2B5EF4-FFF2-40B4-BE49-F238E27FC236}">
                      <a16:creationId xmlns:a16="http://schemas.microsoft.com/office/drawing/2014/main" id="{5420272F-3B3B-DC96-84B9-7C0207243FEA}"/>
                    </a:ext>
                  </a:extLst>
                </p:cNvPr>
                <p:cNvSpPr/>
                <p:nvPr/>
              </p:nvSpPr>
              <p:spPr>
                <a:xfrm>
                  <a:off x="7757589" y="2115849"/>
                  <a:ext cx="68072" cy="68072"/>
                </a:xfrm>
                <a:custGeom>
                  <a:avLst/>
                  <a:gdLst>
                    <a:gd name="connsiteX0" fmla="*/ 0 w 68072"/>
                    <a:gd name="connsiteY0" fmla="*/ 0 h 68072"/>
                    <a:gd name="connsiteX1" fmla="*/ 68072 w 68072"/>
                    <a:gd name="connsiteY1" fmla="*/ 0 h 68072"/>
                    <a:gd name="connsiteX2" fmla="*/ 68072 w 68072"/>
                    <a:gd name="connsiteY2" fmla="*/ 68072 h 68072"/>
                    <a:gd name="connsiteX3" fmla="*/ 0 w 68072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072" h="68072">
                      <a:moveTo>
                        <a:pt x="0" y="0"/>
                      </a:moveTo>
                      <a:lnTo>
                        <a:pt x="68072" y="0"/>
                      </a:lnTo>
                      <a:lnTo>
                        <a:pt x="68072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2" name="Freeform: Shape 1011">
                  <a:extLst>
                    <a:ext uri="{FF2B5EF4-FFF2-40B4-BE49-F238E27FC236}">
                      <a16:creationId xmlns:a16="http://schemas.microsoft.com/office/drawing/2014/main" id="{E5700A33-0266-CCD5-DB75-E205C5FED58A}"/>
                    </a:ext>
                  </a:extLst>
                </p:cNvPr>
                <p:cNvSpPr/>
                <p:nvPr/>
              </p:nvSpPr>
              <p:spPr>
                <a:xfrm>
                  <a:off x="7543823" y="2115849"/>
                  <a:ext cx="119481" cy="68072"/>
                </a:xfrm>
                <a:custGeom>
                  <a:avLst/>
                  <a:gdLst>
                    <a:gd name="connsiteX0" fmla="*/ 0 w 119481"/>
                    <a:gd name="connsiteY0" fmla="*/ 0 h 68072"/>
                    <a:gd name="connsiteX1" fmla="*/ 119482 w 119481"/>
                    <a:gd name="connsiteY1" fmla="*/ 0 h 68072"/>
                    <a:gd name="connsiteX2" fmla="*/ 119482 w 119481"/>
                    <a:gd name="connsiteY2" fmla="*/ 68072 h 68072"/>
                    <a:gd name="connsiteX3" fmla="*/ 0 w 119481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9481" h="68072">
                      <a:moveTo>
                        <a:pt x="0" y="0"/>
                      </a:moveTo>
                      <a:lnTo>
                        <a:pt x="119482" y="0"/>
                      </a:lnTo>
                      <a:lnTo>
                        <a:pt x="119482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3" name="Freeform: Shape 1012">
                  <a:extLst>
                    <a:ext uri="{FF2B5EF4-FFF2-40B4-BE49-F238E27FC236}">
                      <a16:creationId xmlns:a16="http://schemas.microsoft.com/office/drawing/2014/main" id="{70280AFC-2A46-AB63-FA68-1F610FD789F4}"/>
                    </a:ext>
                  </a:extLst>
                </p:cNvPr>
                <p:cNvSpPr/>
                <p:nvPr/>
              </p:nvSpPr>
              <p:spPr>
                <a:xfrm>
                  <a:off x="7543823" y="2224358"/>
                  <a:ext cx="238353" cy="68072"/>
                </a:xfrm>
                <a:custGeom>
                  <a:avLst/>
                  <a:gdLst>
                    <a:gd name="connsiteX0" fmla="*/ 0 w 238353"/>
                    <a:gd name="connsiteY0" fmla="*/ 0 h 68072"/>
                    <a:gd name="connsiteX1" fmla="*/ 238354 w 238353"/>
                    <a:gd name="connsiteY1" fmla="*/ 0 h 68072"/>
                    <a:gd name="connsiteX2" fmla="*/ 238354 w 238353"/>
                    <a:gd name="connsiteY2" fmla="*/ 68072 h 68072"/>
                    <a:gd name="connsiteX3" fmla="*/ 0 w 238353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8353" h="68072">
                      <a:moveTo>
                        <a:pt x="0" y="0"/>
                      </a:moveTo>
                      <a:lnTo>
                        <a:pt x="238354" y="0"/>
                      </a:lnTo>
                      <a:lnTo>
                        <a:pt x="238354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4" name="Freeform: Shape 1013">
                  <a:extLst>
                    <a:ext uri="{FF2B5EF4-FFF2-40B4-BE49-F238E27FC236}">
                      <a16:creationId xmlns:a16="http://schemas.microsoft.com/office/drawing/2014/main" id="{16A101EC-A0FF-BB3E-C24F-6CF0487C86A3}"/>
                    </a:ext>
                  </a:extLst>
                </p:cNvPr>
                <p:cNvSpPr/>
                <p:nvPr/>
              </p:nvSpPr>
              <p:spPr>
                <a:xfrm>
                  <a:off x="7543823" y="2333070"/>
                  <a:ext cx="213766" cy="68072"/>
                </a:xfrm>
                <a:custGeom>
                  <a:avLst/>
                  <a:gdLst>
                    <a:gd name="connsiteX0" fmla="*/ 0 w 213766"/>
                    <a:gd name="connsiteY0" fmla="*/ 0 h 68072"/>
                    <a:gd name="connsiteX1" fmla="*/ 213767 w 213766"/>
                    <a:gd name="connsiteY1" fmla="*/ 0 h 68072"/>
                    <a:gd name="connsiteX2" fmla="*/ 213767 w 213766"/>
                    <a:gd name="connsiteY2" fmla="*/ 68072 h 68072"/>
                    <a:gd name="connsiteX3" fmla="*/ 0 w 213766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3766" h="68072">
                      <a:moveTo>
                        <a:pt x="0" y="0"/>
                      </a:moveTo>
                      <a:lnTo>
                        <a:pt x="213767" y="0"/>
                      </a:lnTo>
                      <a:lnTo>
                        <a:pt x="213767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5" name="Freeform: Shape 1014">
                  <a:extLst>
                    <a:ext uri="{FF2B5EF4-FFF2-40B4-BE49-F238E27FC236}">
                      <a16:creationId xmlns:a16="http://schemas.microsoft.com/office/drawing/2014/main" id="{9AEEB806-DE38-AFF8-0326-F93D75A07B4C}"/>
                    </a:ext>
                  </a:extLst>
                </p:cNvPr>
                <p:cNvSpPr/>
                <p:nvPr/>
              </p:nvSpPr>
              <p:spPr>
                <a:xfrm>
                  <a:off x="7842730" y="2333070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6" name="Freeform: Shape 1015">
                  <a:extLst>
                    <a:ext uri="{FF2B5EF4-FFF2-40B4-BE49-F238E27FC236}">
                      <a16:creationId xmlns:a16="http://schemas.microsoft.com/office/drawing/2014/main" id="{9EEC831D-4ADA-9927-2B00-04F7E74D22F6}"/>
                    </a:ext>
                  </a:extLst>
                </p:cNvPr>
                <p:cNvSpPr/>
                <p:nvPr/>
              </p:nvSpPr>
              <p:spPr>
                <a:xfrm>
                  <a:off x="8105061" y="2224358"/>
                  <a:ext cx="36169" cy="68072"/>
                </a:xfrm>
                <a:custGeom>
                  <a:avLst/>
                  <a:gdLst>
                    <a:gd name="connsiteX0" fmla="*/ 0 w 36169"/>
                    <a:gd name="connsiteY0" fmla="*/ 0 h 68072"/>
                    <a:gd name="connsiteX1" fmla="*/ 36170 w 36169"/>
                    <a:gd name="connsiteY1" fmla="*/ 0 h 68072"/>
                    <a:gd name="connsiteX2" fmla="*/ 36170 w 36169"/>
                    <a:gd name="connsiteY2" fmla="*/ 68072 h 68072"/>
                    <a:gd name="connsiteX3" fmla="*/ 0 w 36169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169" h="68072">
                      <a:moveTo>
                        <a:pt x="0" y="0"/>
                      </a:moveTo>
                      <a:lnTo>
                        <a:pt x="36170" y="0"/>
                      </a:lnTo>
                      <a:lnTo>
                        <a:pt x="36170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7" name="Freeform: Shape 1016">
                  <a:extLst>
                    <a:ext uri="{FF2B5EF4-FFF2-40B4-BE49-F238E27FC236}">
                      <a16:creationId xmlns:a16="http://schemas.microsoft.com/office/drawing/2014/main" id="{E8DF9954-A1A7-3822-B0DB-5A3C11DA7F12}"/>
                    </a:ext>
                  </a:extLst>
                </p:cNvPr>
                <p:cNvSpPr/>
                <p:nvPr/>
              </p:nvSpPr>
              <p:spPr>
                <a:xfrm>
                  <a:off x="8289770" y="2224358"/>
                  <a:ext cx="36169" cy="68072"/>
                </a:xfrm>
                <a:custGeom>
                  <a:avLst/>
                  <a:gdLst>
                    <a:gd name="connsiteX0" fmla="*/ 0 w 36169"/>
                    <a:gd name="connsiteY0" fmla="*/ 0 h 68072"/>
                    <a:gd name="connsiteX1" fmla="*/ 36170 w 36169"/>
                    <a:gd name="connsiteY1" fmla="*/ 0 h 68072"/>
                    <a:gd name="connsiteX2" fmla="*/ 36170 w 36169"/>
                    <a:gd name="connsiteY2" fmla="*/ 68072 h 68072"/>
                    <a:gd name="connsiteX3" fmla="*/ 0 w 36169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169" h="68072">
                      <a:moveTo>
                        <a:pt x="0" y="0"/>
                      </a:moveTo>
                      <a:lnTo>
                        <a:pt x="36170" y="0"/>
                      </a:lnTo>
                      <a:lnTo>
                        <a:pt x="36170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8" name="Freeform: Shape 1017">
                  <a:extLst>
                    <a:ext uri="{FF2B5EF4-FFF2-40B4-BE49-F238E27FC236}">
                      <a16:creationId xmlns:a16="http://schemas.microsoft.com/office/drawing/2014/main" id="{F26C01F5-E6ED-795D-DD17-F96A8FB11B23}"/>
                    </a:ext>
                  </a:extLst>
                </p:cNvPr>
                <p:cNvSpPr/>
                <p:nvPr/>
              </p:nvSpPr>
              <p:spPr>
                <a:xfrm>
                  <a:off x="8517964" y="2221920"/>
                  <a:ext cx="126593" cy="68072"/>
                </a:xfrm>
                <a:custGeom>
                  <a:avLst/>
                  <a:gdLst>
                    <a:gd name="connsiteX0" fmla="*/ 0 w 126593"/>
                    <a:gd name="connsiteY0" fmla="*/ 0 h 68072"/>
                    <a:gd name="connsiteX1" fmla="*/ 126594 w 126593"/>
                    <a:gd name="connsiteY1" fmla="*/ 0 h 68072"/>
                    <a:gd name="connsiteX2" fmla="*/ 126594 w 126593"/>
                    <a:gd name="connsiteY2" fmla="*/ 68072 h 68072"/>
                    <a:gd name="connsiteX3" fmla="*/ 0 w 126593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593" h="68072">
                      <a:moveTo>
                        <a:pt x="0" y="0"/>
                      </a:moveTo>
                      <a:lnTo>
                        <a:pt x="126594" y="0"/>
                      </a:lnTo>
                      <a:lnTo>
                        <a:pt x="126594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9" name="Freeform: Shape 1018">
                  <a:extLst>
                    <a:ext uri="{FF2B5EF4-FFF2-40B4-BE49-F238E27FC236}">
                      <a16:creationId xmlns:a16="http://schemas.microsoft.com/office/drawing/2014/main" id="{DC3A5B24-486A-E345-0CBB-C9FED0AD1FC2}"/>
                    </a:ext>
                  </a:extLst>
                </p:cNvPr>
                <p:cNvSpPr/>
                <p:nvPr/>
              </p:nvSpPr>
              <p:spPr>
                <a:xfrm>
                  <a:off x="8189999" y="2224358"/>
                  <a:ext cx="58521" cy="68072"/>
                </a:xfrm>
                <a:custGeom>
                  <a:avLst/>
                  <a:gdLst>
                    <a:gd name="connsiteX0" fmla="*/ 0 w 58521"/>
                    <a:gd name="connsiteY0" fmla="*/ 0 h 68072"/>
                    <a:gd name="connsiteX1" fmla="*/ 58522 w 58521"/>
                    <a:gd name="connsiteY1" fmla="*/ 0 h 68072"/>
                    <a:gd name="connsiteX2" fmla="*/ 58522 w 58521"/>
                    <a:gd name="connsiteY2" fmla="*/ 68072 h 68072"/>
                    <a:gd name="connsiteX3" fmla="*/ 0 w 58521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521" h="68072">
                      <a:moveTo>
                        <a:pt x="0" y="0"/>
                      </a:moveTo>
                      <a:lnTo>
                        <a:pt x="58522" y="0"/>
                      </a:lnTo>
                      <a:lnTo>
                        <a:pt x="58522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0" name="Freeform: Shape 1019">
                  <a:extLst>
                    <a:ext uri="{FF2B5EF4-FFF2-40B4-BE49-F238E27FC236}">
                      <a16:creationId xmlns:a16="http://schemas.microsoft.com/office/drawing/2014/main" id="{00BB3A08-A2CD-8235-2482-656946DC9A99}"/>
                    </a:ext>
                  </a:extLst>
                </p:cNvPr>
                <p:cNvSpPr/>
                <p:nvPr/>
              </p:nvSpPr>
              <p:spPr>
                <a:xfrm>
                  <a:off x="8372676" y="2224358"/>
                  <a:ext cx="58521" cy="68072"/>
                </a:xfrm>
                <a:custGeom>
                  <a:avLst/>
                  <a:gdLst>
                    <a:gd name="connsiteX0" fmla="*/ 0 w 58521"/>
                    <a:gd name="connsiteY0" fmla="*/ 0 h 68072"/>
                    <a:gd name="connsiteX1" fmla="*/ 58522 w 58521"/>
                    <a:gd name="connsiteY1" fmla="*/ 0 h 68072"/>
                    <a:gd name="connsiteX2" fmla="*/ 58522 w 58521"/>
                    <a:gd name="connsiteY2" fmla="*/ 68072 h 68072"/>
                    <a:gd name="connsiteX3" fmla="*/ 0 w 58521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521" h="68072">
                      <a:moveTo>
                        <a:pt x="0" y="0"/>
                      </a:moveTo>
                      <a:lnTo>
                        <a:pt x="58522" y="0"/>
                      </a:lnTo>
                      <a:lnTo>
                        <a:pt x="58522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1" name="Freeform: Shape 1020">
                  <a:extLst>
                    <a:ext uri="{FF2B5EF4-FFF2-40B4-BE49-F238E27FC236}">
                      <a16:creationId xmlns:a16="http://schemas.microsoft.com/office/drawing/2014/main" id="{83BBE2A1-1E90-DE8E-3E57-D4D956E2B3A0}"/>
                    </a:ext>
                  </a:extLst>
                </p:cNvPr>
                <p:cNvSpPr/>
                <p:nvPr/>
              </p:nvSpPr>
              <p:spPr>
                <a:xfrm>
                  <a:off x="8209506" y="2484657"/>
                  <a:ext cx="36169" cy="68072"/>
                </a:xfrm>
                <a:custGeom>
                  <a:avLst/>
                  <a:gdLst>
                    <a:gd name="connsiteX0" fmla="*/ 0 w 36169"/>
                    <a:gd name="connsiteY0" fmla="*/ 0 h 68072"/>
                    <a:gd name="connsiteX1" fmla="*/ 36170 w 36169"/>
                    <a:gd name="connsiteY1" fmla="*/ 0 h 68072"/>
                    <a:gd name="connsiteX2" fmla="*/ 36170 w 36169"/>
                    <a:gd name="connsiteY2" fmla="*/ 68072 h 68072"/>
                    <a:gd name="connsiteX3" fmla="*/ 0 w 36169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169" h="68072">
                      <a:moveTo>
                        <a:pt x="0" y="0"/>
                      </a:moveTo>
                      <a:lnTo>
                        <a:pt x="36170" y="0"/>
                      </a:lnTo>
                      <a:lnTo>
                        <a:pt x="36170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2" name="Freeform: Shape 1021">
                  <a:extLst>
                    <a:ext uri="{FF2B5EF4-FFF2-40B4-BE49-F238E27FC236}">
                      <a16:creationId xmlns:a16="http://schemas.microsoft.com/office/drawing/2014/main" id="{34400A7F-CF14-97BB-1F33-5028E6BE2944}"/>
                    </a:ext>
                  </a:extLst>
                </p:cNvPr>
                <p:cNvSpPr/>
                <p:nvPr/>
              </p:nvSpPr>
              <p:spPr>
                <a:xfrm>
                  <a:off x="8394418" y="2484657"/>
                  <a:ext cx="36169" cy="68072"/>
                </a:xfrm>
                <a:custGeom>
                  <a:avLst/>
                  <a:gdLst>
                    <a:gd name="connsiteX0" fmla="*/ 0 w 36169"/>
                    <a:gd name="connsiteY0" fmla="*/ 0 h 68072"/>
                    <a:gd name="connsiteX1" fmla="*/ 36170 w 36169"/>
                    <a:gd name="connsiteY1" fmla="*/ 0 h 68072"/>
                    <a:gd name="connsiteX2" fmla="*/ 36170 w 36169"/>
                    <a:gd name="connsiteY2" fmla="*/ 68072 h 68072"/>
                    <a:gd name="connsiteX3" fmla="*/ 0 w 36169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169" h="68072">
                      <a:moveTo>
                        <a:pt x="0" y="0"/>
                      </a:moveTo>
                      <a:lnTo>
                        <a:pt x="36170" y="0"/>
                      </a:lnTo>
                      <a:lnTo>
                        <a:pt x="36170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3" name="Freeform: Shape 1022">
                  <a:extLst>
                    <a:ext uri="{FF2B5EF4-FFF2-40B4-BE49-F238E27FC236}">
                      <a16:creationId xmlns:a16="http://schemas.microsoft.com/office/drawing/2014/main" id="{7F75C121-17BB-6416-1328-2F1A9AF86B57}"/>
                    </a:ext>
                  </a:extLst>
                </p:cNvPr>
                <p:cNvSpPr/>
                <p:nvPr/>
              </p:nvSpPr>
              <p:spPr>
                <a:xfrm>
                  <a:off x="8294444" y="2484657"/>
                  <a:ext cx="58521" cy="68072"/>
                </a:xfrm>
                <a:custGeom>
                  <a:avLst/>
                  <a:gdLst>
                    <a:gd name="connsiteX0" fmla="*/ 0 w 58521"/>
                    <a:gd name="connsiteY0" fmla="*/ 0 h 68072"/>
                    <a:gd name="connsiteX1" fmla="*/ 58522 w 58521"/>
                    <a:gd name="connsiteY1" fmla="*/ 0 h 68072"/>
                    <a:gd name="connsiteX2" fmla="*/ 58522 w 58521"/>
                    <a:gd name="connsiteY2" fmla="*/ 68072 h 68072"/>
                    <a:gd name="connsiteX3" fmla="*/ 0 w 58521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521" h="68072">
                      <a:moveTo>
                        <a:pt x="0" y="0"/>
                      </a:moveTo>
                      <a:lnTo>
                        <a:pt x="58522" y="0"/>
                      </a:lnTo>
                      <a:lnTo>
                        <a:pt x="58522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4" name="Freeform: Shape 1023">
                  <a:extLst>
                    <a:ext uri="{FF2B5EF4-FFF2-40B4-BE49-F238E27FC236}">
                      <a16:creationId xmlns:a16="http://schemas.microsoft.com/office/drawing/2014/main" id="{42B7D453-805A-A1EE-9C70-81ACFF352B55}"/>
                    </a:ext>
                  </a:extLst>
                </p:cNvPr>
                <p:cNvSpPr/>
                <p:nvPr/>
              </p:nvSpPr>
              <p:spPr>
                <a:xfrm>
                  <a:off x="8477120" y="2484657"/>
                  <a:ext cx="58521" cy="68072"/>
                </a:xfrm>
                <a:custGeom>
                  <a:avLst/>
                  <a:gdLst>
                    <a:gd name="connsiteX0" fmla="*/ 0 w 58521"/>
                    <a:gd name="connsiteY0" fmla="*/ 0 h 68072"/>
                    <a:gd name="connsiteX1" fmla="*/ 58522 w 58521"/>
                    <a:gd name="connsiteY1" fmla="*/ 0 h 68072"/>
                    <a:gd name="connsiteX2" fmla="*/ 58522 w 58521"/>
                    <a:gd name="connsiteY2" fmla="*/ 68072 h 68072"/>
                    <a:gd name="connsiteX3" fmla="*/ 0 w 58521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521" h="68072">
                      <a:moveTo>
                        <a:pt x="0" y="0"/>
                      </a:moveTo>
                      <a:lnTo>
                        <a:pt x="58522" y="0"/>
                      </a:lnTo>
                      <a:lnTo>
                        <a:pt x="58522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5" name="Freeform: Shape 1024">
                  <a:extLst>
                    <a:ext uri="{FF2B5EF4-FFF2-40B4-BE49-F238E27FC236}">
                      <a16:creationId xmlns:a16="http://schemas.microsoft.com/office/drawing/2014/main" id="{9BACD8E8-718E-5342-A9FB-F762BB691608}"/>
                    </a:ext>
                  </a:extLst>
                </p:cNvPr>
                <p:cNvSpPr/>
                <p:nvPr/>
              </p:nvSpPr>
              <p:spPr>
                <a:xfrm>
                  <a:off x="7014080" y="2224358"/>
                  <a:ext cx="175768" cy="68072"/>
                </a:xfrm>
                <a:custGeom>
                  <a:avLst/>
                  <a:gdLst>
                    <a:gd name="connsiteX0" fmla="*/ 0 w 175768"/>
                    <a:gd name="connsiteY0" fmla="*/ 0 h 68072"/>
                    <a:gd name="connsiteX1" fmla="*/ 175768 w 175768"/>
                    <a:gd name="connsiteY1" fmla="*/ 0 h 68072"/>
                    <a:gd name="connsiteX2" fmla="*/ 175768 w 175768"/>
                    <a:gd name="connsiteY2" fmla="*/ 68072 h 68072"/>
                    <a:gd name="connsiteX3" fmla="*/ 0 w 175768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5768" h="68072">
                      <a:moveTo>
                        <a:pt x="0" y="0"/>
                      </a:moveTo>
                      <a:lnTo>
                        <a:pt x="175768" y="0"/>
                      </a:lnTo>
                      <a:lnTo>
                        <a:pt x="175768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6" name="Freeform: Shape 1025">
                  <a:extLst>
                    <a:ext uri="{FF2B5EF4-FFF2-40B4-BE49-F238E27FC236}">
                      <a16:creationId xmlns:a16="http://schemas.microsoft.com/office/drawing/2014/main" id="{1124F790-B007-BA76-A4D5-ED398F148AFC}"/>
                    </a:ext>
                  </a:extLst>
                </p:cNvPr>
                <p:cNvSpPr/>
                <p:nvPr/>
              </p:nvSpPr>
              <p:spPr>
                <a:xfrm>
                  <a:off x="7213826" y="2224358"/>
                  <a:ext cx="290779" cy="68072"/>
                </a:xfrm>
                <a:custGeom>
                  <a:avLst/>
                  <a:gdLst>
                    <a:gd name="connsiteX0" fmla="*/ 0 w 290779"/>
                    <a:gd name="connsiteY0" fmla="*/ 0 h 68072"/>
                    <a:gd name="connsiteX1" fmla="*/ 290779 w 290779"/>
                    <a:gd name="connsiteY1" fmla="*/ 0 h 68072"/>
                    <a:gd name="connsiteX2" fmla="*/ 290779 w 290779"/>
                    <a:gd name="connsiteY2" fmla="*/ 68072 h 68072"/>
                    <a:gd name="connsiteX3" fmla="*/ 0 w 290779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0779" h="68072">
                      <a:moveTo>
                        <a:pt x="0" y="0"/>
                      </a:moveTo>
                      <a:lnTo>
                        <a:pt x="290779" y="0"/>
                      </a:lnTo>
                      <a:lnTo>
                        <a:pt x="290779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solidFill>
                  <a:srgbClr val="72CEE8"/>
                </a:solidFill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7" name="Freeform: Shape 1026">
                  <a:extLst>
                    <a:ext uri="{FF2B5EF4-FFF2-40B4-BE49-F238E27FC236}">
                      <a16:creationId xmlns:a16="http://schemas.microsoft.com/office/drawing/2014/main" id="{0E10867F-20A2-BAE5-626C-612BFFF3A9F7}"/>
                    </a:ext>
                  </a:extLst>
                </p:cNvPr>
                <p:cNvSpPr/>
                <p:nvPr/>
              </p:nvSpPr>
              <p:spPr>
                <a:xfrm>
                  <a:off x="7040700" y="2224358"/>
                  <a:ext cx="290779" cy="68072"/>
                </a:xfrm>
                <a:custGeom>
                  <a:avLst/>
                  <a:gdLst>
                    <a:gd name="connsiteX0" fmla="*/ 0 w 290779"/>
                    <a:gd name="connsiteY0" fmla="*/ 0 h 68072"/>
                    <a:gd name="connsiteX1" fmla="*/ 290779 w 290779"/>
                    <a:gd name="connsiteY1" fmla="*/ 0 h 68072"/>
                    <a:gd name="connsiteX2" fmla="*/ 290779 w 290779"/>
                    <a:gd name="connsiteY2" fmla="*/ 68072 h 68072"/>
                    <a:gd name="connsiteX3" fmla="*/ 0 w 290779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0779" h="68072">
                      <a:moveTo>
                        <a:pt x="0" y="0"/>
                      </a:moveTo>
                      <a:lnTo>
                        <a:pt x="290779" y="0"/>
                      </a:lnTo>
                      <a:lnTo>
                        <a:pt x="290779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solidFill>
                  <a:schemeClr val="bg1">
                    <a:alpha val="68000"/>
                  </a:schemeClr>
                </a:solidFill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9961E518-F399-A272-34CD-3B468A4F5C9F}"/>
                  </a:ext>
                </a:extLst>
              </p:cNvPr>
              <p:cNvSpPr/>
              <p:nvPr/>
            </p:nvSpPr>
            <p:spPr>
              <a:xfrm>
                <a:off x="13198114" y="2932372"/>
                <a:ext cx="784925" cy="103720"/>
              </a:xfrm>
              <a:custGeom>
                <a:avLst/>
                <a:gdLst>
                  <a:gd name="connsiteX0" fmla="*/ 1919834 w 2397353"/>
                  <a:gd name="connsiteY0" fmla="*/ 316789 h 316788"/>
                  <a:gd name="connsiteX1" fmla="*/ 1665224 w 2397353"/>
                  <a:gd name="connsiteY1" fmla="*/ 276961 h 316788"/>
                  <a:gd name="connsiteX2" fmla="*/ 1403909 w 2397353"/>
                  <a:gd name="connsiteY2" fmla="*/ 129845 h 316788"/>
                  <a:gd name="connsiteX3" fmla="*/ 1198677 w 2397353"/>
                  <a:gd name="connsiteY3" fmla="*/ 48158 h 316788"/>
                  <a:gd name="connsiteX4" fmla="*/ 993445 w 2397353"/>
                  <a:gd name="connsiteY4" fmla="*/ 129845 h 316788"/>
                  <a:gd name="connsiteX5" fmla="*/ 732130 w 2397353"/>
                  <a:gd name="connsiteY5" fmla="*/ 276961 h 316788"/>
                  <a:gd name="connsiteX6" fmla="*/ 0 w 2397353"/>
                  <a:gd name="connsiteY6" fmla="*/ 236525 h 316788"/>
                  <a:gd name="connsiteX7" fmla="*/ 15240 w 2397353"/>
                  <a:gd name="connsiteY7" fmla="*/ 191008 h 316788"/>
                  <a:gd name="connsiteX8" fmla="*/ 715264 w 2397353"/>
                  <a:gd name="connsiteY8" fmla="*/ 231851 h 316788"/>
                  <a:gd name="connsiteX9" fmla="*/ 964387 w 2397353"/>
                  <a:gd name="connsiteY9" fmla="*/ 91440 h 316788"/>
                  <a:gd name="connsiteX10" fmla="*/ 1198677 w 2397353"/>
                  <a:gd name="connsiteY10" fmla="*/ 0 h 316788"/>
                  <a:gd name="connsiteX11" fmla="*/ 1432966 w 2397353"/>
                  <a:gd name="connsiteY11" fmla="*/ 91440 h 316788"/>
                  <a:gd name="connsiteX12" fmla="*/ 1682090 w 2397353"/>
                  <a:gd name="connsiteY12" fmla="*/ 231851 h 316788"/>
                  <a:gd name="connsiteX13" fmla="*/ 2382114 w 2397353"/>
                  <a:gd name="connsiteY13" fmla="*/ 191008 h 316788"/>
                  <a:gd name="connsiteX14" fmla="*/ 2397354 w 2397353"/>
                  <a:gd name="connsiteY14" fmla="*/ 236525 h 316788"/>
                  <a:gd name="connsiteX15" fmla="*/ 1919834 w 2397353"/>
                  <a:gd name="connsiteY15" fmla="*/ 316789 h 316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97353" h="316788">
                    <a:moveTo>
                      <a:pt x="1919834" y="316789"/>
                    </a:moveTo>
                    <a:cubicBezTo>
                      <a:pt x="1831848" y="316789"/>
                      <a:pt x="1743253" y="306222"/>
                      <a:pt x="1665224" y="276961"/>
                    </a:cubicBezTo>
                    <a:cubicBezTo>
                      <a:pt x="1532331" y="227381"/>
                      <a:pt x="1461211" y="173329"/>
                      <a:pt x="1403909" y="129845"/>
                    </a:cubicBezTo>
                    <a:cubicBezTo>
                      <a:pt x="1339088" y="80670"/>
                      <a:pt x="1296416" y="48158"/>
                      <a:pt x="1198677" y="48158"/>
                    </a:cubicBezTo>
                    <a:cubicBezTo>
                      <a:pt x="1100938" y="48158"/>
                      <a:pt x="1058062" y="80670"/>
                      <a:pt x="993445" y="129845"/>
                    </a:cubicBezTo>
                    <a:cubicBezTo>
                      <a:pt x="936142" y="173329"/>
                      <a:pt x="865022" y="227381"/>
                      <a:pt x="732130" y="276961"/>
                    </a:cubicBezTo>
                    <a:cubicBezTo>
                      <a:pt x="446227" y="383641"/>
                      <a:pt x="18085" y="242621"/>
                      <a:pt x="0" y="236525"/>
                    </a:cubicBezTo>
                    <a:lnTo>
                      <a:pt x="15240" y="191008"/>
                    </a:lnTo>
                    <a:cubicBezTo>
                      <a:pt x="19507" y="192430"/>
                      <a:pt x="445414" y="332638"/>
                      <a:pt x="715264" y="231851"/>
                    </a:cubicBezTo>
                    <a:cubicBezTo>
                      <a:pt x="841451" y="184709"/>
                      <a:pt x="909523" y="133096"/>
                      <a:pt x="964387" y="91440"/>
                    </a:cubicBezTo>
                    <a:cubicBezTo>
                      <a:pt x="1031646" y="40437"/>
                      <a:pt x="1084885" y="0"/>
                      <a:pt x="1198677" y="0"/>
                    </a:cubicBezTo>
                    <a:cubicBezTo>
                      <a:pt x="1312469" y="0"/>
                      <a:pt x="1365707" y="40437"/>
                      <a:pt x="1432966" y="91440"/>
                    </a:cubicBezTo>
                    <a:cubicBezTo>
                      <a:pt x="1487627" y="132893"/>
                      <a:pt x="1555902" y="184709"/>
                      <a:pt x="1682090" y="231851"/>
                    </a:cubicBezTo>
                    <a:cubicBezTo>
                      <a:pt x="1952142" y="332638"/>
                      <a:pt x="2377846" y="192430"/>
                      <a:pt x="2382114" y="191008"/>
                    </a:cubicBezTo>
                    <a:lnTo>
                      <a:pt x="2397354" y="236525"/>
                    </a:lnTo>
                    <a:cubicBezTo>
                      <a:pt x="2384146" y="240995"/>
                      <a:pt x="2154123" y="316789"/>
                      <a:pt x="1919834" y="316789"/>
                    </a:cubicBezTo>
                    <a:close/>
                  </a:path>
                </a:pathLst>
              </a:custGeom>
              <a:solidFill>
                <a:srgbClr val="41FDFD"/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765B482E-4CED-6C15-6E41-4CDD627EA780}"/>
                  </a:ext>
                </a:extLst>
              </p:cNvPr>
              <p:cNvSpPr/>
              <p:nvPr/>
            </p:nvSpPr>
            <p:spPr>
              <a:xfrm>
                <a:off x="13216543" y="2614690"/>
                <a:ext cx="781199" cy="33731"/>
              </a:xfrm>
              <a:custGeom>
                <a:avLst/>
                <a:gdLst>
                  <a:gd name="connsiteX0" fmla="*/ 2382114 w 2385974"/>
                  <a:gd name="connsiteY0" fmla="*/ 103022 h 103022"/>
                  <a:gd name="connsiteX1" fmla="*/ 1192987 w 2385974"/>
                  <a:gd name="connsiteY1" fmla="*/ 48158 h 103022"/>
                  <a:gd name="connsiteX2" fmla="*/ 3861 w 2385974"/>
                  <a:gd name="connsiteY2" fmla="*/ 103022 h 103022"/>
                  <a:gd name="connsiteX3" fmla="*/ 0 w 2385974"/>
                  <a:gd name="connsiteY3" fmla="*/ 55067 h 103022"/>
                  <a:gd name="connsiteX4" fmla="*/ 1192987 w 2385974"/>
                  <a:gd name="connsiteY4" fmla="*/ 0 h 103022"/>
                  <a:gd name="connsiteX5" fmla="*/ 2385974 w 2385974"/>
                  <a:gd name="connsiteY5" fmla="*/ 55067 h 103022"/>
                  <a:gd name="connsiteX6" fmla="*/ 2382114 w 2385974"/>
                  <a:gd name="connsiteY6" fmla="*/ 103022 h 103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85974" h="103022">
                    <a:moveTo>
                      <a:pt x="2382114" y="103022"/>
                    </a:moveTo>
                    <a:cubicBezTo>
                      <a:pt x="2375205" y="102413"/>
                      <a:pt x="1693062" y="48158"/>
                      <a:pt x="1192987" y="48158"/>
                    </a:cubicBezTo>
                    <a:cubicBezTo>
                      <a:pt x="692912" y="48158"/>
                      <a:pt x="10770" y="102616"/>
                      <a:pt x="3861" y="103022"/>
                    </a:cubicBezTo>
                    <a:lnTo>
                      <a:pt x="0" y="55067"/>
                    </a:lnTo>
                    <a:cubicBezTo>
                      <a:pt x="6909" y="54458"/>
                      <a:pt x="690880" y="0"/>
                      <a:pt x="1192987" y="0"/>
                    </a:cubicBezTo>
                    <a:cubicBezTo>
                      <a:pt x="1695094" y="0"/>
                      <a:pt x="2379066" y="54661"/>
                      <a:pt x="2385974" y="55067"/>
                    </a:cubicBezTo>
                    <a:lnTo>
                      <a:pt x="2382114" y="103022"/>
                    </a:lnTo>
                    <a:close/>
                  </a:path>
                </a:pathLst>
              </a:custGeom>
              <a:solidFill>
                <a:srgbClr val="0090D7"/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D399CD0B-67BB-1017-D298-87EFCC44995A}"/>
                  </a:ext>
                </a:extLst>
              </p:cNvPr>
              <p:cNvSpPr/>
              <p:nvPr/>
            </p:nvSpPr>
            <p:spPr>
              <a:xfrm>
                <a:off x="13008636" y="2614823"/>
                <a:ext cx="87620" cy="260998"/>
              </a:xfrm>
              <a:custGeom>
                <a:avLst/>
                <a:gdLst>
                  <a:gd name="connsiteX0" fmla="*/ 0 w 267614"/>
                  <a:gd name="connsiteY0" fmla="*/ 422453 h 797153"/>
                  <a:gd name="connsiteX1" fmla="*/ 66040 w 267614"/>
                  <a:gd name="connsiteY1" fmla="*/ 797154 h 797153"/>
                  <a:gd name="connsiteX2" fmla="*/ 267614 w 267614"/>
                  <a:gd name="connsiteY2" fmla="*/ 787603 h 797153"/>
                  <a:gd name="connsiteX3" fmla="*/ 256235 w 267614"/>
                  <a:gd name="connsiteY3" fmla="*/ 336906 h 797153"/>
                  <a:gd name="connsiteX4" fmla="*/ 229819 w 267614"/>
                  <a:gd name="connsiteY4" fmla="*/ 0 h 797153"/>
                  <a:gd name="connsiteX5" fmla="*/ 23165 w 267614"/>
                  <a:gd name="connsiteY5" fmla="*/ 90627 h 79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614" h="797153">
                    <a:moveTo>
                      <a:pt x="0" y="422453"/>
                    </a:moveTo>
                    <a:lnTo>
                      <a:pt x="66040" y="797154"/>
                    </a:lnTo>
                    <a:lnTo>
                      <a:pt x="267614" y="787603"/>
                    </a:lnTo>
                    <a:lnTo>
                      <a:pt x="256235" y="336906"/>
                    </a:lnTo>
                    <a:lnTo>
                      <a:pt x="229819" y="0"/>
                    </a:lnTo>
                    <a:lnTo>
                      <a:pt x="23165" y="9062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3EEF2">
                      <a:alpha val="0"/>
                    </a:srgbClr>
                  </a:gs>
                  <a:gs pos="100000">
                    <a:srgbClr val="41FDFD"/>
                  </a:gs>
                </a:gsLst>
                <a:lin ang="5400000" scaled="1"/>
                <a:tileRect/>
              </a:gradFill>
              <a:ln w="203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C084F912-6F7B-60DB-71AF-393C35C5CB0F}"/>
                  </a:ext>
                </a:extLst>
              </p:cNvPr>
              <p:cNvSpPr/>
              <p:nvPr/>
            </p:nvSpPr>
            <p:spPr>
              <a:xfrm>
                <a:off x="12999654" y="2546696"/>
                <a:ext cx="1181712" cy="338107"/>
              </a:xfrm>
              <a:custGeom>
                <a:avLst/>
                <a:gdLst>
                  <a:gd name="connsiteX0" fmla="*/ 3515564 w 3609238"/>
                  <a:gd name="connsiteY0" fmla="*/ 1032662 h 1032662"/>
                  <a:gd name="connsiteX1" fmla="*/ 3357068 w 3609238"/>
                  <a:gd name="connsiteY1" fmla="*/ 1032662 h 1032662"/>
                  <a:gd name="connsiteX2" fmla="*/ 3357068 w 3609238"/>
                  <a:gd name="connsiteY2" fmla="*/ 977595 h 1032662"/>
                  <a:gd name="connsiteX3" fmla="*/ 3492805 w 3609238"/>
                  <a:gd name="connsiteY3" fmla="*/ 977595 h 1032662"/>
                  <a:gd name="connsiteX4" fmla="*/ 3553765 w 3609238"/>
                  <a:gd name="connsiteY4" fmla="*/ 653491 h 1032662"/>
                  <a:gd name="connsiteX5" fmla="*/ 3532226 w 3609238"/>
                  <a:gd name="connsiteY5" fmla="*/ 301752 h 1032662"/>
                  <a:gd name="connsiteX6" fmla="*/ 3067304 w 3609238"/>
                  <a:gd name="connsiteY6" fmla="*/ 137363 h 1032662"/>
                  <a:gd name="connsiteX7" fmla="*/ 2191106 w 3609238"/>
                  <a:gd name="connsiteY7" fmla="*/ 55270 h 1032662"/>
                  <a:gd name="connsiteX8" fmla="*/ 1417930 w 3609238"/>
                  <a:gd name="connsiteY8" fmla="*/ 55270 h 1032662"/>
                  <a:gd name="connsiteX9" fmla="*/ 541731 w 3609238"/>
                  <a:gd name="connsiteY9" fmla="*/ 137363 h 1032662"/>
                  <a:gd name="connsiteX10" fmla="*/ 77013 w 3609238"/>
                  <a:gd name="connsiteY10" fmla="*/ 301752 h 1032662"/>
                  <a:gd name="connsiteX11" fmla="*/ 55270 w 3609238"/>
                  <a:gd name="connsiteY11" fmla="*/ 653491 h 1032662"/>
                  <a:gd name="connsiteX12" fmla="*/ 116434 w 3609238"/>
                  <a:gd name="connsiteY12" fmla="*/ 977595 h 1032662"/>
                  <a:gd name="connsiteX13" fmla="*/ 257251 w 3609238"/>
                  <a:gd name="connsiteY13" fmla="*/ 977595 h 1032662"/>
                  <a:gd name="connsiteX14" fmla="*/ 257658 w 3609238"/>
                  <a:gd name="connsiteY14" fmla="*/ 1006856 h 1032662"/>
                  <a:gd name="connsiteX15" fmla="*/ 266395 w 3609238"/>
                  <a:gd name="connsiteY15" fmla="*/ 1032662 h 1032662"/>
                  <a:gd name="connsiteX16" fmla="*/ 93472 w 3609238"/>
                  <a:gd name="connsiteY16" fmla="*/ 1032662 h 1032662"/>
                  <a:gd name="connsiteX17" fmla="*/ 66446 w 3609238"/>
                  <a:gd name="connsiteY17" fmla="*/ 1010310 h 1032662"/>
                  <a:gd name="connsiteX18" fmla="*/ 0 w 3609238"/>
                  <a:gd name="connsiteY18" fmla="*/ 653491 h 1032662"/>
                  <a:gd name="connsiteX19" fmla="*/ 22962 w 3609238"/>
                  <a:gd name="connsiteY19" fmla="*/ 280010 h 1032662"/>
                  <a:gd name="connsiteX20" fmla="*/ 41453 w 3609238"/>
                  <a:gd name="connsiteY20" fmla="*/ 255829 h 1032662"/>
                  <a:gd name="connsiteX21" fmla="*/ 526491 w 3609238"/>
                  <a:gd name="connsiteY21" fmla="*/ 84125 h 1032662"/>
                  <a:gd name="connsiteX22" fmla="*/ 533197 w 3609238"/>
                  <a:gd name="connsiteY22" fmla="*/ 82702 h 1032662"/>
                  <a:gd name="connsiteX23" fmla="*/ 1416710 w 3609238"/>
                  <a:gd name="connsiteY23" fmla="*/ 0 h 1032662"/>
                  <a:gd name="connsiteX24" fmla="*/ 2194966 w 3609238"/>
                  <a:gd name="connsiteY24" fmla="*/ 203 h 1032662"/>
                  <a:gd name="connsiteX25" fmla="*/ 3075838 w 3609238"/>
                  <a:gd name="connsiteY25" fmla="*/ 82702 h 1032662"/>
                  <a:gd name="connsiteX26" fmla="*/ 3082544 w 3609238"/>
                  <a:gd name="connsiteY26" fmla="*/ 84125 h 1032662"/>
                  <a:gd name="connsiteX27" fmla="*/ 3567786 w 3609238"/>
                  <a:gd name="connsiteY27" fmla="*/ 255829 h 1032662"/>
                  <a:gd name="connsiteX28" fmla="*/ 3586074 w 3609238"/>
                  <a:gd name="connsiteY28" fmla="*/ 280010 h 1032662"/>
                  <a:gd name="connsiteX29" fmla="*/ 3609238 w 3609238"/>
                  <a:gd name="connsiteY29" fmla="*/ 653491 h 1032662"/>
                  <a:gd name="connsiteX30" fmla="*/ 3608832 w 3609238"/>
                  <a:gd name="connsiteY30" fmla="*/ 660400 h 1032662"/>
                  <a:gd name="connsiteX31" fmla="*/ 3542792 w 3609238"/>
                  <a:gd name="connsiteY31" fmla="*/ 1010310 h 103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609238" h="1032662">
                    <a:moveTo>
                      <a:pt x="3515564" y="1032662"/>
                    </a:moveTo>
                    <a:lnTo>
                      <a:pt x="3357068" y="1032662"/>
                    </a:lnTo>
                    <a:lnTo>
                      <a:pt x="3357068" y="977595"/>
                    </a:lnTo>
                    <a:lnTo>
                      <a:pt x="3492805" y="977595"/>
                    </a:lnTo>
                    <a:lnTo>
                      <a:pt x="3553765" y="653491"/>
                    </a:lnTo>
                    <a:lnTo>
                      <a:pt x="3532226" y="301752"/>
                    </a:lnTo>
                    <a:lnTo>
                      <a:pt x="3067304" y="137363"/>
                    </a:lnTo>
                    <a:lnTo>
                      <a:pt x="2191106" y="55270"/>
                    </a:lnTo>
                    <a:lnTo>
                      <a:pt x="1417930" y="55270"/>
                    </a:lnTo>
                    <a:lnTo>
                      <a:pt x="541731" y="137363"/>
                    </a:lnTo>
                    <a:lnTo>
                      <a:pt x="77013" y="301752"/>
                    </a:lnTo>
                    <a:lnTo>
                      <a:pt x="55270" y="653491"/>
                    </a:lnTo>
                    <a:lnTo>
                      <a:pt x="116434" y="977595"/>
                    </a:lnTo>
                    <a:lnTo>
                      <a:pt x="257251" y="977595"/>
                    </a:lnTo>
                    <a:lnTo>
                      <a:pt x="257658" y="1006856"/>
                    </a:lnTo>
                    <a:lnTo>
                      <a:pt x="266395" y="1032662"/>
                    </a:lnTo>
                    <a:lnTo>
                      <a:pt x="93472" y="1032662"/>
                    </a:lnTo>
                    <a:lnTo>
                      <a:pt x="66446" y="1010310"/>
                    </a:lnTo>
                    <a:lnTo>
                      <a:pt x="0" y="653491"/>
                    </a:lnTo>
                    <a:lnTo>
                      <a:pt x="22962" y="280010"/>
                    </a:lnTo>
                    <a:lnTo>
                      <a:pt x="41453" y="255829"/>
                    </a:lnTo>
                    <a:lnTo>
                      <a:pt x="526491" y="84125"/>
                    </a:lnTo>
                    <a:lnTo>
                      <a:pt x="533197" y="82702"/>
                    </a:lnTo>
                    <a:lnTo>
                      <a:pt x="1416710" y="0"/>
                    </a:lnTo>
                    <a:lnTo>
                      <a:pt x="2194966" y="203"/>
                    </a:lnTo>
                    <a:lnTo>
                      <a:pt x="3075838" y="82702"/>
                    </a:lnTo>
                    <a:lnTo>
                      <a:pt x="3082544" y="84125"/>
                    </a:lnTo>
                    <a:lnTo>
                      <a:pt x="3567786" y="255829"/>
                    </a:lnTo>
                    <a:lnTo>
                      <a:pt x="3586074" y="280010"/>
                    </a:lnTo>
                    <a:lnTo>
                      <a:pt x="3609238" y="653491"/>
                    </a:lnTo>
                    <a:lnTo>
                      <a:pt x="3608832" y="660400"/>
                    </a:lnTo>
                    <a:lnTo>
                      <a:pt x="3542792" y="1010310"/>
                    </a:lnTo>
                    <a:close/>
                  </a:path>
                </a:pathLst>
              </a:custGeom>
              <a:solidFill>
                <a:schemeClr val="bg1"/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22F627B9-9171-27FF-2FCB-753F9FE6B92B}"/>
                  </a:ext>
                </a:extLst>
              </p:cNvPr>
              <p:cNvSpPr/>
              <p:nvPr/>
            </p:nvSpPr>
            <p:spPr>
              <a:xfrm>
                <a:off x="13083549" y="2605775"/>
                <a:ext cx="1014787" cy="459458"/>
              </a:xfrm>
              <a:custGeom>
                <a:avLst/>
                <a:gdLst>
                  <a:gd name="connsiteX0" fmla="*/ 1936089 w 3099409"/>
                  <a:gd name="connsiteY0" fmla="*/ 1403299 h 1403299"/>
                  <a:gd name="connsiteX1" fmla="*/ 1913534 w 3099409"/>
                  <a:gd name="connsiteY1" fmla="*/ 1396187 h 1403299"/>
                  <a:gd name="connsiteX2" fmla="*/ 1641653 w 3099409"/>
                  <a:gd name="connsiteY2" fmla="*/ 1141984 h 1403299"/>
                  <a:gd name="connsiteX3" fmla="*/ 1454912 w 3099409"/>
                  <a:gd name="connsiteY3" fmla="*/ 1141984 h 1403299"/>
                  <a:gd name="connsiteX4" fmla="*/ 1183030 w 3099409"/>
                  <a:gd name="connsiteY4" fmla="*/ 1396187 h 1403299"/>
                  <a:gd name="connsiteX5" fmla="*/ 1158443 w 3099409"/>
                  <a:gd name="connsiteY5" fmla="*/ 1403096 h 1403299"/>
                  <a:gd name="connsiteX6" fmla="*/ 163982 w 3099409"/>
                  <a:gd name="connsiteY6" fmla="*/ 1192174 h 1403299"/>
                  <a:gd name="connsiteX7" fmla="*/ 144272 w 3099409"/>
                  <a:gd name="connsiteY7" fmla="*/ 1175715 h 1403299"/>
                  <a:gd name="connsiteX8" fmla="*/ 3251 w 3099409"/>
                  <a:gd name="connsiteY8" fmla="*/ 835355 h 1403299"/>
                  <a:gd name="connsiteX9" fmla="*/ 1219 w 3099409"/>
                  <a:gd name="connsiteY9" fmla="*/ 824789 h 1403299"/>
                  <a:gd name="connsiteX10" fmla="*/ 0 w 3099409"/>
                  <a:gd name="connsiteY10" fmla="*/ 223317 h 1403299"/>
                  <a:gd name="connsiteX11" fmla="*/ 16256 w 3099409"/>
                  <a:gd name="connsiteY11" fmla="*/ 198120 h 1403299"/>
                  <a:gd name="connsiteX12" fmla="*/ 268427 w 3099409"/>
                  <a:gd name="connsiteY12" fmla="*/ 84938 h 1403299"/>
                  <a:gd name="connsiteX13" fmla="*/ 277165 w 3099409"/>
                  <a:gd name="connsiteY13" fmla="*/ 82702 h 1403299"/>
                  <a:gd name="connsiteX14" fmla="*/ 1160678 w 3099409"/>
                  <a:gd name="connsiteY14" fmla="*/ 0 h 1403299"/>
                  <a:gd name="connsiteX15" fmla="*/ 1939137 w 3099409"/>
                  <a:gd name="connsiteY15" fmla="*/ 203 h 1403299"/>
                  <a:gd name="connsiteX16" fmla="*/ 2820009 w 3099409"/>
                  <a:gd name="connsiteY16" fmla="*/ 82702 h 1403299"/>
                  <a:gd name="connsiteX17" fmla="*/ 2829153 w 3099409"/>
                  <a:gd name="connsiteY17" fmla="*/ 85141 h 1403299"/>
                  <a:gd name="connsiteX18" fmla="*/ 3083357 w 3099409"/>
                  <a:gd name="connsiteY18" fmla="*/ 203200 h 1403299"/>
                  <a:gd name="connsiteX19" fmla="*/ 3099409 w 3099409"/>
                  <a:gd name="connsiteY19" fmla="*/ 228397 h 1403299"/>
                  <a:gd name="connsiteX20" fmla="*/ 3096158 w 3099409"/>
                  <a:gd name="connsiteY20" fmla="*/ 824992 h 1403299"/>
                  <a:gd name="connsiteX21" fmla="*/ 3094126 w 3099409"/>
                  <a:gd name="connsiteY21" fmla="*/ 835355 h 1403299"/>
                  <a:gd name="connsiteX22" fmla="*/ 2953105 w 3099409"/>
                  <a:gd name="connsiteY22" fmla="*/ 1175715 h 1403299"/>
                  <a:gd name="connsiteX23" fmla="*/ 2938272 w 3099409"/>
                  <a:gd name="connsiteY23" fmla="*/ 1190549 h 1403299"/>
                  <a:gd name="connsiteX24" fmla="*/ 1936089 w 3099409"/>
                  <a:gd name="connsiteY24" fmla="*/ 1403299 h 1403299"/>
                  <a:gd name="connsiteX25" fmla="*/ 1444142 w 3099409"/>
                  <a:gd name="connsiteY25" fmla="*/ 1086714 h 1403299"/>
                  <a:gd name="connsiteX26" fmla="*/ 1652625 w 3099409"/>
                  <a:gd name="connsiteY26" fmla="*/ 1086714 h 1403299"/>
                  <a:gd name="connsiteX27" fmla="*/ 1671523 w 3099409"/>
                  <a:gd name="connsiteY27" fmla="*/ 1094232 h 1403299"/>
                  <a:gd name="connsiteX28" fmla="*/ 1941779 w 3099409"/>
                  <a:gd name="connsiteY28" fmla="*/ 1346810 h 1403299"/>
                  <a:gd name="connsiteX29" fmla="*/ 2905760 w 3099409"/>
                  <a:gd name="connsiteY29" fmla="*/ 1144016 h 1403299"/>
                  <a:gd name="connsiteX30" fmla="*/ 3040278 w 3099409"/>
                  <a:gd name="connsiteY30" fmla="*/ 819099 h 1403299"/>
                  <a:gd name="connsiteX31" fmla="*/ 3043529 w 3099409"/>
                  <a:gd name="connsiteY31" fmla="*/ 245669 h 1403299"/>
                  <a:gd name="connsiteX32" fmla="*/ 2809646 w 3099409"/>
                  <a:gd name="connsiteY32" fmla="*/ 137160 h 1403299"/>
                  <a:gd name="connsiteX33" fmla="*/ 1934870 w 3099409"/>
                  <a:gd name="connsiteY33" fmla="*/ 55270 h 1403299"/>
                  <a:gd name="connsiteX34" fmla="*/ 1161694 w 3099409"/>
                  <a:gd name="connsiteY34" fmla="*/ 55270 h 1403299"/>
                  <a:gd name="connsiteX35" fmla="*/ 286715 w 3099409"/>
                  <a:gd name="connsiteY35" fmla="*/ 137160 h 1403299"/>
                  <a:gd name="connsiteX36" fmla="*/ 55067 w 3099409"/>
                  <a:gd name="connsiteY36" fmla="*/ 241198 h 1403299"/>
                  <a:gd name="connsiteX37" fmla="*/ 56286 w 3099409"/>
                  <a:gd name="connsiteY37" fmla="*/ 819302 h 1403299"/>
                  <a:gd name="connsiteX38" fmla="*/ 189585 w 3099409"/>
                  <a:gd name="connsiteY38" fmla="*/ 1141171 h 1403299"/>
                  <a:gd name="connsiteX39" fmla="*/ 1155801 w 3099409"/>
                  <a:gd name="connsiteY39" fmla="*/ 1345997 h 1403299"/>
                  <a:gd name="connsiteX40" fmla="*/ 1425245 w 3099409"/>
                  <a:gd name="connsiteY40" fmla="*/ 1094232 h 1403299"/>
                  <a:gd name="connsiteX41" fmla="*/ 1444142 w 3099409"/>
                  <a:gd name="connsiteY41" fmla="*/ 1086714 h 140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099409" h="1403299">
                    <a:moveTo>
                      <a:pt x="1936089" y="1403299"/>
                    </a:moveTo>
                    <a:lnTo>
                      <a:pt x="1913534" y="1396187"/>
                    </a:lnTo>
                    <a:lnTo>
                      <a:pt x="1641653" y="1141984"/>
                    </a:lnTo>
                    <a:lnTo>
                      <a:pt x="1454912" y="1141984"/>
                    </a:lnTo>
                    <a:lnTo>
                      <a:pt x="1183030" y="1396187"/>
                    </a:lnTo>
                    <a:lnTo>
                      <a:pt x="1158443" y="1403096"/>
                    </a:lnTo>
                    <a:lnTo>
                      <a:pt x="163982" y="1192174"/>
                    </a:lnTo>
                    <a:lnTo>
                      <a:pt x="144272" y="1175715"/>
                    </a:lnTo>
                    <a:lnTo>
                      <a:pt x="3251" y="835355"/>
                    </a:lnTo>
                    <a:lnTo>
                      <a:pt x="1219" y="824789"/>
                    </a:lnTo>
                    <a:lnTo>
                      <a:pt x="0" y="223317"/>
                    </a:lnTo>
                    <a:lnTo>
                      <a:pt x="16256" y="198120"/>
                    </a:lnTo>
                    <a:lnTo>
                      <a:pt x="268427" y="84938"/>
                    </a:lnTo>
                    <a:lnTo>
                      <a:pt x="277165" y="82702"/>
                    </a:lnTo>
                    <a:lnTo>
                      <a:pt x="1160678" y="0"/>
                    </a:lnTo>
                    <a:lnTo>
                      <a:pt x="1939137" y="203"/>
                    </a:lnTo>
                    <a:lnTo>
                      <a:pt x="2820009" y="82702"/>
                    </a:lnTo>
                    <a:lnTo>
                      <a:pt x="2829153" y="85141"/>
                    </a:lnTo>
                    <a:lnTo>
                      <a:pt x="3083357" y="203200"/>
                    </a:lnTo>
                    <a:lnTo>
                      <a:pt x="3099409" y="228397"/>
                    </a:lnTo>
                    <a:lnTo>
                      <a:pt x="3096158" y="824992"/>
                    </a:lnTo>
                    <a:lnTo>
                      <a:pt x="3094126" y="835355"/>
                    </a:lnTo>
                    <a:lnTo>
                      <a:pt x="2953105" y="1175715"/>
                    </a:lnTo>
                    <a:lnTo>
                      <a:pt x="2938272" y="1190549"/>
                    </a:lnTo>
                    <a:lnTo>
                      <a:pt x="1936089" y="1403299"/>
                    </a:lnTo>
                    <a:close/>
                    <a:moveTo>
                      <a:pt x="1444142" y="1086714"/>
                    </a:moveTo>
                    <a:lnTo>
                      <a:pt x="1652625" y="1086714"/>
                    </a:lnTo>
                    <a:lnTo>
                      <a:pt x="1671523" y="1094232"/>
                    </a:lnTo>
                    <a:lnTo>
                      <a:pt x="1941779" y="1346810"/>
                    </a:lnTo>
                    <a:lnTo>
                      <a:pt x="2905760" y="1144016"/>
                    </a:lnTo>
                    <a:lnTo>
                      <a:pt x="3040278" y="819099"/>
                    </a:lnTo>
                    <a:lnTo>
                      <a:pt x="3043529" y="245669"/>
                    </a:lnTo>
                    <a:lnTo>
                      <a:pt x="2809646" y="137160"/>
                    </a:lnTo>
                    <a:lnTo>
                      <a:pt x="1934870" y="55270"/>
                    </a:lnTo>
                    <a:lnTo>
                      <a:pt x="1161694" y="55270"/>
                    </a:lnTo>
                    <a:lnTo>
                      <a:pt x="286715" y="137160"/>
                    </a:lnTo>
                    <a:lnTo>
                      <a:pt x="55067" y="241198"/>
                    </a:lnTo>
                    <a:lnTo>
                      <a:pt x="56286" y="819302"/>
                    </a:lnTo>
                    <a:lnTo>
                      <a:pt x="189585" y="1141171"/>
                    </a:lnTo>
                    <a:lnTo>
                      <a:pt x="1155801" y="1345997"/>
                    </a:lnTo>
                    <a:lnTo>
                      <a:pt x="1425245" y="1094232"/>
                    </a:lnTo>
                    <a:lnTo>
                      <a:pt x="1444142" y="1086714"/>
                    </a:lnTo>
                    <a:close/>
                  </a:path>
                </a:pathLst>
              </a:custGeom>
              <a:solidFill>
                <a:schemeClr val="bg1"/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246" name="Group 1245">
            <a:extLst>
              <a:ext uri="{FF2B5EF4-FFF2-40B4-BE49-F238E27FC236}">
                <a16:creationId xmlns:a16="http://schemas.microsoft.com/office/drawing/2014/main" id="{D3DD169C-95D2-DBFD-D5BC-A5B7A7932B02}"/>
              </a:ext>
            </a:extLst>
          </p:cNvPr>
          <p:cNvGrpSpPr>
            <a:grpSpLocks noChangeAspect="1"/>
          </p:cNvGrpSpPr>
          <p:nvPr/>
        </p:nvGrpSpPr>
        <p:grpSpPr>
          <a:xfrm>
            <a:off x="5776634" y="1453380"/>
            <a:ext cx="2516350" cy="1005841"/>
            <a:chOff x="3787195" y="1792348"/>
            <a:chExt cx="2704451" cy="1081029"/>
          </a:xfrm>
        </p:grpSpPr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B8387335-9813-E08C-387E-3C9544B3928B}"/>
                </a:ext>
              </a:extLst>
            </p:cNvPr>
            <p:cNvSpPr/>
            <p:nvPr/>
          </p:nvSpPr>
          <p:spPr>
            <a:xfrm>
              <a:off x="4023981" y="2246083"/>
              <a:ext cx="84299" cy="159922"/>
            </a:xfrm>
            <a:custGeom>
              <a:avLst/>
              <a:gdLst>
                <a:gd name="connsiteX0" fmla="*/ 55245 w 64769"/>
                <a:gd name="connsiteY0" fmla="*/ 122873 h 122872"/>
                <a:gd name="connsiteX1" fmla="*/ 48577 w 64769"/>
                <a:gd name="connsiteY1" fmla="*/ 120015 h 122872"/>
                <a:gd name="connsiteX2" fmla="*/ 13335 w 64769"/>
                <a:gd name="connsiteY2" fmla="*/ 84773 h 122872"/>
                <a:gd name="connsiteX3" fmla="*/ 9525 w 64769"/>
                <a:gd name="connsiteY3" fmla="*/ 63818 h 122872"/>
                <a:gd name="connsiteX4" fmla="*/ 27623 w 64769"/>
                <a:gd name="connsiteY4" fmla="*/ 52388 h 122872"/>
                <a:gd name="connsiteX5" fmla="*/ 37148 w 64769"/>
                <a:gd name="connsiteY5" fmla="*/ 52388 h 122872"/>
                <a:gd name="connsiteX6" fmla="*/ 38100 w 64769"/>
                <a:gd name="connsiteY6" fmla="*/ 52388 h 122872"/>
                <a:gd name="connsiteX7" fmla="*/ 38100 w 64769"/>
                <a:gd name="connsiteY7" fmla="*/ 51435 h 122872"/>
                <a:gd name="connsiteX8" fmla="*/ 2857 w 64769"/>
                <a:gd name="connsiteY8" fmla="*/ 16193 h 122872"/>
                <a:gd name="connsiteX9" fmla="*/ 2857 w 64769"/>
                <a:gd name="connsiteY9" fmla="*/ 2858 h 122872"/>
                <a:gd name="connsiteX10" fmla="*/ 16192 w 64769"/>
                <a:gd name="connsiteY10" fmla="*/ 2858 h 122872"/>
                <a:gd name="connsiteX11" fmla="*/ 51435 w 64769"/>
                <a:gd name="connsiteY11" fmla="*/ 38100 h 122872"/>
                <a:gd name="connsiteX12" fmla="*/ 55245 w 64769"/>
                <a:gd name="connsiteY12" fmla="*/ 59055 h 122872"/>
                <a:gd name="connsiteX13" fmla="*/ 37148 w 64769"/>
                <a:gd name="connsiteY13" fmla="*/ 70485 h 122872"/>
                <a:gd name="connsiteX14" fmla="*/ 27623 w 64769"/>
                <a:gd name="connsiteY14" fmla="*/ 70485 h 122872"/>
                <a:gd name="connsiteX15" fmla="*/ 26670 w 64769"/>
                <a:gd name="connsiteY15" fmla="*/ 70485 h 122872"/>
                <a:gd name="connsiteX16" fmla="*/ 26670 w 64769"/>
                <a:gd name="connsiteY16" fmla="*/ 71438 h 122872"/>
                <a:gd name="connsiteX17" fmla="*/ 61912 w 64769"/>
                <a:gd name="connsiteY17" fmla="*/ 106680 h 122872"/>
                <a:gd name="connsiteX18" fmla="*/ 61912 w 64769"/>
                <a:gd name="connsiteY18" fmla="*/ 120015 h 122872"/>
                <a:gd name="connsiteX19" fmla="*/ 55245 w 64769"/>
                <a:gd name="connsiteY19" fmla="*/ 122873 h 12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769" h="122872">
                  <a:moveTo>
                    <a:pt x="55245" y="122873"/>
                  </a:moveTo>
                  <a:cubicBezTo>
                    <a:pt x="52387" y="122873"/>
                    <a:pt x="50482" y="121920"/>
                    <a:pt x="48577" y="120015"/>
                  </a:cubicBezTo>
                  <a:lnTo>
                    <a:pt x="13335" y="84773"/>
                  </a:lnTo>
                  <a:cubicBezTo>
                    <a:pt x="7620" y="79058"/>
                    <a:pt x="5715" y="71438"/>
                    <a:pt x="9525" y="63818"/>
                  </a:cubicBezTo>
                  <a:cubicBezTo>
                    <a:pt x="12382" y="56197"/>
                    <a:pt x="19050" y="52388"/>
                    <a:pt x="27623" y="52388"/>
                  </a:cubicBezTo>
                  <a:lnTo>
                    <a:pt x="37148" y="52388"/>
                  </a:lnTo>
                  <a:cubicBezTo>
                    <a:pt x="37148" y="52388"/>
                    <a:pt x="37148" y="52388"/>
                    <a:pt x="38100" y="52388"/>
                  </a:cubicBezTo>
                  <a:cubicBezTo>
                    <a:pt x="38100" y="52388"/>
                    <a:pt x="38100" y="52388"/>
                    <a:pt x="38100" y="51435"/>
                  </a:cubicBezTo>
                  <a:lnTo>
                    <a:pt x="2857" y="16193"/>
                  </a:lnTo>
                  <a:cubicBezTo>
                    <a:pt x="-952" y="12383"/>
                    <a:pt x="-952" y="6668"/>
                    <a:pt x="2857" y="2858"/>
                  </a:cubicBezTo>
                  <a:cubicBezTo>
                    <a:pt x="6667" y="-953"/>
                    <a:pt x="12382" y="-953"/>
                    <a:pt x="16192" y="2858"/>
                  </a:cubicBezTo>
                  <a:lnTo>
                    <a:pt x="51435" y="38100"/>
                  </a:lnTo>
                  <a:cubicBezTo>
                    <a:pt x="57150" y="43815"/>
                    <a:pt x="59055" y="51435"/>
                    <a:pt x="55245" y="59055"/>
                  </a:cubicBezTo>
                  <a:cubicBezTo>
                    <a:pt x="52387" y="66675"/>
                    <a:pt x="45720" y="70485"/>
                    <a:pt x="37148" y="70485"/>
                  </a:cubicBezTo>
                  <a:lnTo>
                    <a:pt x="27623" y="70485"/>
                  </a:lnTo>
                  <a:cubicBezTo>
                    <a:pt x="27623" y="70485"/>
                    <a:pt x="27623" y="70485"/>
                    <a:pt x="26670" y="70485"/>
                  </a:cubicBezTo>
                  <a:cubicBezTo>
                    <a:pt x="26670" y="70485"/>
                    <a:pt x="26670" y="70485"/>
                    <a:pt x="26670" y="71438"/>
                  </a:cubicBezTo>
                  <a:lnTo>
                    <a:pt x="61912" y="106680"/>
                  </a:lnTo>
                  <a:cubicBezTo>
                    <a:pt x="65723" y="110490"/>
                    <a:pt x="65723" y="116205"/>
                    <a:pt x="61912" y="120015"/>
                  </a:cubicBezTo>
                  <a:cubicBezTo>
                    <a:pt x="60007" y="121920"/>
                    <a:pt x="57150" y="122873"/>
                    <a:pt x="55245" y="12287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C18171CD-6765-4D1E-EE11-20A3129670C3}"/>
                </a:ext>
              </a:extLst>
            </p:cNvPr>
            <p:cNvSpPr/>
            <p:nvPr/>
          </p:nvSpPr>
          <p:spPr>
            <a:xfrm>
              <a:off x="4104562" y="2257240"/>
              <a:ext cx="79340" cy="148764"/>
            </a:xfrm>
            <a:custGeom>
              <a:avLst/>
              <a:gdLst>
                <a:gd name="connsiteX0" fmla="*/ 51435 w 60959"/>
                <a:gd name="connsiteY0" fmla="*/ 114300 h 114299"/>
                <a:gd name="connsiteX1" fmla="*/ 44767 w 60959"/>
                <a:gd name="connsiteY1" fmla="*/ 111443 h 114299"/>
                <a:gd name="connsiteX2" fmla="*/ 12382 w 60959"/>
                <a:gd name="connsiteY2" fmla="*/ 79058 h 114299"/>
                <a:gd name="connsiteX3" fmla="*/ 8573 w 60959"/>
                <a:gd name="connsiteY3" fmla="*/ 59055 h 114299"/>
                <a:gd name="connsiteX4" fmla="*/ 25717 w 60959"/>
                <a:gd name="connsiteY4" fmla="*/ 47625 h 114299"/>
                <a:gd name="connsiteX5" fmla="*/ 34290 w 60959"/>
                <a:gd name="connsiteY5" fmla="*/ 47625 h 114299"/>
                <a:gd name="connsiteX6" fmla="*/ 2857 w 60959"/>
                <a:gd name="connsiteY6" fmla="*/ 16193 h 114299"/>
                <a:gd name="connsiteX7" fmla="*/ 2857 w 60959"/>
                <a:gd name="connsiteY7" fmla="*/ 2858 h 114299"/>
                <a:gd name="connsiteX8" fmla="*/ 16192 w 60959"/>
                <a:gd name="connsiteY8" fmla="*/ 2858 h 114299"/>
                <a:gd name="connsiteX9" fmla="*/ 48577 w 60959"/>
                <a:gd name="connsiteY9" fmla="*/ 35243 h 114299"/>
                <a:gd name="connsiteX10" fmla="*/ 52387 w 60959"/>
                <a:gd name="connsiteY10" fmla="*/ 55245 h 114299"/>
                <a:gd name="connsiteX11" fmla="*/ 35242 w 60959"/>
                <a:gd name="connsiteY11" fmla="*/ 66675 h 114299"/>
                <a:gd name="connsiteX12" fmla="*/ 25717 w 60959"/>
                <a:gd name="connsiteY12" fmla="*/ 66675 h 114299"/>
                <a:gd name="connsiteX13" fmla="*/ 58102 w 60959"/>
                <a:gd name="connsiteY13" fmla="*/ 99060 h 114299"/>
                <a:gd name="connsiteX14" fmla="*/ 58102 w 60959"/>
                <a:gd name="connsiteY14" fmla="*/ 112395 h 114299"/>
                <a:gd name="connsiteX15" fmla="*/ 51435 w 60959"/>
                <a:gd name="connsiteY15" fmla="*/ 114300 h 114299"/>
                <a:gd name="connsiteX16" fmla="*/ 33337 w 60959"/>
                <a:gd name="connsiteY16" fmla="*/ 47625 h 114299"/>
                <a:gd name="connsiteX17" fmla="*/ 33337 w 60959"/>
                <a:gd name="connsiteY17" fmla="*/ 47625 h 114299"/>
                <a:gd name="connsiteX18" fmla="*/ 33337 w 60959"/>
                <a:gd name="connsiteY18" fmla="*/ 47625 h 1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0959" h="114299">
                  <a:moveTo>
                    <a:pt x="51435" y="114300"/>
                  </a:moveTo>
                  <a:cubicBezTo>
                    <a:pt x="48577" y="114300"/>
                    <a:pt x="46673" y="113348"/>
                    <a:pt x="44767" y="111443"/>
                  </a:cubicBezTo>
                  <a:lnTo>
                    <a:pt x="12382" y="79058"/>
                  </a:lnTo>
                  <a:cubicBezTo>
                    <a:pt x="6667" y="73343"/>
                    <a:pt x="5715" y="65723"/>
                    <a:pt x="8573" y="59055"/>
                  </a:cubicBezTo>
                  <a:cubicBezTo>
                    <a:pt x="11430" y="52387"/>
                    <a:pt x="18098" y="47625"/>
                    <a:pt x="25717" y="47625"/>
                  </a:cubicBezTo>
                  <a:lnTo>
                    <a:pt x="34290" y="47625"/>
                  </a:lnTo>
                  <a:lnTo>
                    <a:pt x="2857" y="16193"/>
                  </a:lnTo>
                  <a:cubicBezTo>
                    <a:pt x="-952" y="12383"/>
                    <a:pt x="-952" y="6668"/>
                    <a:pt x="2857" y="2858"/>
                  </a:cubicBezTo>
                  <a:cubicBezTo>
                    <a:pt x="6667" y="-953"/>
                    <a:pt x="12382" y="-953"/>
                    <a:pt x="16192" y="2858"/>
                  </a:cubicBezTo>
                  <a:lnTo>
                    <a:pt x="48577" y="35243"/>
                  </a:lnTo>
                  <a:cubicBezTo>
                    <a:pt x="54292" y="40958"/>
                    <a:pt x="55245" y="48578"/>
                    <a:pt x="52387" y="55245"/>
                  </a:cubicBezTo>
                  <a:cubicBezTo>
                    <a:pt x="49530" y="61912"/>
                    <a:pt x="42862" y="66675"/>
                    <a:pt x="35242" y="66675"/>
                  </a:cubicBezTo>
                  <a:lnTo>
                    <a:pt x="25717" y="66675"/>
                  </a:lnTo>
                  <a:lnTo>
                    <a:pt x="58102" y="99060"/>
                  </a:lnTo>
                  <a:cubicBezTo>
                    <a:pt x="61912" y="102870"/>
                    <a:pt x="61912" y="108585"/>
                    <a:pt x="58102" y="112395"/>
                  </a:cubicBezTo>
                  <a:cubicBezTo>
                    <a:pt x="56198" y="113348"/>
                    <a:pt x="53340" y="114300"/>
                    <a:pt x="51435" y="114300"/>
                  </a:cubicBezTo>
                  <a:close/>
                  <a:moveTo>
                    <a:pt x="33337" y="47625"/>
                  </a:moveTo>
                  <a:lnTo>
                    <a:pt x="33337" y="47625"/>
                  </a:lnTo>
                  <a:lnTo>
                    <a:pt x="33337" y="4762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grpSp>
          <p:nvGrpSpPr>
            <p:cNvPr id="1249" name="Group 1248">
              <a:extLst>
                <a:ext uri="{FF2B5EF4-FFF2-40B4-BE49-F238E27FC236}">
                  <a16:creationId xmlns:a16="http://schemas.microsoft.com/office/drawing/2014/main" id="{76CCE221-6B24-7B0E-4206-BAB24E1560BB}"/>
                </a:ext>
              </a:extLst>
            </p:cNvPr>
            <p:cNvGrpSpPr/>
            <p:nvPr/>
          </p:nvGrpSpPr>
          <p:grpSpPr>
            <a:xfrm>
              <a:off x="3878934" y="2487827"/>
              <a:ext cx="489687" cy="385550"/>
              <a:chOff x="3878934" y="2487827"/>
              <a:chExt cx="489687" cy="385550"/>
            </a:xfrm>
          </p:grpSpPr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7959675-D595-840A-65E2-2ADE7DBBBD3F}"/>
                  </a:ext>
                </a:extLst>
              </p:cNvPr>
              <p:cNvSpPr/>
              <p:nvPr/>
            </p:nvSpPr>
            <p:spPr>
              <a:xfrm>
                <a:off x="3995467" y="2487827"/>
                <a:ext cx="316173" cy="348359"/>
              </a:xfrm>
              <a:custGeom>
                <a:avLst/>
                <a:gdLst>
                  <a:gd name="connsiteX0" fmla="*/ 204788 w 242923"/>
                  <a:gd name="connsiteY0" fmla="*/ 267652 h 267652"/>
                  <a:gd name="connsiteX1" fmla="*/ 39053 w 242923"/>
                  <a:gd name="connsiteY1" fmla="*/ 267652 h 267652"/>
                  <a:gd name="connsiteX2" fmla="*/ 0 w 242923"/>
                  <a:gd name="connsiteY2" fmla="*/ 228600 h 267652"/>
                  <a:gd name="connsiteX3" fmla="*/ 0 w 242923"/>
                  <a:gd name="connsiteY3" fmla="*/ 13335 h 267652"/>
                  <a:gd name="connsiteX4" fmla="*/ 13335 w 242923"/>
                  <a:gd name="connsiteY4" fmla="*/ 0 h 267652"/>
                  <a:gd name="connsiteX5" fmla="*/ 229553 w 242923"/>
                  <a:gd name="connsiteY5" fmla="*/ 0 h 267652"/>
                  <a:gd name="connsiteX6" fmla="*/ 242888 w 242923"/>
                  <a:gd name="connsiteY6" fmla="*/ 13335 h 267652"/>
                  <a:gd name="connsiteX7" fmla="*/ 242888 w 242923"/>
                  <a:gd name="connsiteY7" fmla="*/ 228600 h 267652"/>
                  <a:gd name="connsiteX8" fmla="*/ 204788 w 242923"/>
                  <a:gd name="connsiteY8" fmla="*/ 267652 h 267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2923" h="267652">
                    <a:moveTo>
                      <a:pt x="204788" y="267652"/>
                    </a:moveTo>
                    <a:lnTo>
                      <a:pt x="39053" y="267652"/>
                    </a:lnTo>
                    <a:cubicBezTo>
                      <a:pt x="18097" y="267652"/>
                      <a:pt x="0" y="250508"/>
                      <a:pt x="0" y="228600"/>
                    </a:cubicBezTo>
                    <a:lnTo>
                      <a:pt x="0" y="13335"/>
                    </a:lnTo>
                    <a:cubicBezTo>
                      <a:pt x="0" y="5715"/>
                      <a:pt x="5715" y="0"/>
                      <a:pt x="13335" y="0"/>
                    </a:cubicBezTo>
                    <a:lnTo>
                      <a:pt x="229553" y="0"/>
                    </a:lnTo>
                    <a:cubicBezTo>
                      <a:pt x="237172" y="0"/>
                      <a:pt x="242888" y="5715"/>
                      <a:pt x="242888" y="13335"/>
                    </a:cubicBezTo>
                    <a:lnTo>
                      <a:pt x="242888" y="228600"/>
                    </a:lnTo>
                    <a:cubicBezTo>
                      <a:pt x="243840" y="250508"/>
                      <a:pt x="225743" y="267652"/>
                      <a:pt x="204788" y="267652"/>
                    </a:cubicBezTo>
                    <a:close/>
                  </a:path>
                </a:pathLst>
              </a:custGeom>
              <a:solidFill>
                <a:srgbClr val="7B9EBB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3C77FCCA-C312-DBA5-990D-3D14252FECCA}"/>
                  </a:ext>
                </a:extLst>
              </p:cNvPr>
              <p:cNvSpPr/>
              <p:nvPr/>
            </p:nvSpPr>
            <p:spPr>
              <a:xfrm>
                <a:off x="4187623" y="2512622"/>
                <a:ext cx="100416" cy="298770"/>
              </a:xfrm>
              <a:custGeom>
                <a:avLst/>
                <a:gdLst>
                  <a:gd name="connsiteX0" fmla="*/ 20003 w 77152"/>
                  <a:gd name="connsiteY0" fmla="*/ 0 h 229552"/>
                  <a:gd name="connsiteX1" fmla="*/ 20003 w 77152"/>
                  <a:gd name="connsiteY1" fmla="*/ 209550 h 229552"/>
                  <a:gd name="connsiteX2" fmla="*/ 0 w 77152"/>
                  <a:gd name="connsiteY2" fmla="*/ 229552 h 229552"/>
                  <a:gd name="connsiteX3" fmla="*/ 57150 w 77152"/>
                  <a:gd name="connsiteY3" fmla="*/ 229552 h 229552"/>
                  <a:gd name="connsiteX4" fmla="*/ 77153 w 77152"/>
                  <a:gd name="connsiteY4" fmla="*/ 209550 h 229552"/>
                  <a:gd name="connsiteX5" fmla="*/ 77153 w 77152"/>
                  <a:gd name="connsiteY5" fmla="*/ 0 h 229552"/>
                  <a:gd name="connsiteX6" fmla="*/ 20003 w 77152"/>
                  <a:gd name="connsiteY6" fmla="*/ 0 h 229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7152" h="229552">
                    <a:moveTo>
                      <a:pt x="20003" y="0"/>
                    </a:moveTo>
                    <a:lnTo>
                      <a:pt x="20003" y="209550"/>
                    </a:lnTo>
                    <a:cubicBezTo>
                      <a:pt x="20003" y="220980"/>
                      <a:pt x="11430" y="229552"/>
                      <a:pt x="0" y="229552"/>
                    </a:cubicBezTo>
                    <a:lnTo>
                      <a:pt x="57150" y="229552"/>
                    </a:lnTo>
                    <a:cubicBezTo>
                      <a:pt x="68580" y="229552"/>
                      <a:pt x="77153" y="220980"/>
                      <a:pt x="77153" y="209550"/>
                    </a:cubicBezTo>
                    <a:lnTo>
                      <a:pt x="77153" y="0"/>
                    </a:lnTo>
                    <a:lnTo>
                      <a:pt x="20003" y="0"/>
                    </a:lnTo>
                    <a:close/>
                  </a:path>
                </a:pathLst>
              </a:custGeom>
              <a:solidFill>
                <a:srgbClr val="C4CCD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7A02E4D5-248C-4E90-7CA5-D1AD69D9C8F3}"/>
                  </a:ext>
                </a:extLst>
              </p:cNvPr>
              <p:cNvSpPr/>
              <p:nvPr/>
            </p:nvSpPr>
            <p:spPr>
              <a:xfrm>
                <a:off x="3935961" y="2836186"/>
                <a:ext cx="432660" cy="37191"/>
              </a:xfrm>
              <a:custGeom>
                <a:avLst/>
                <a:gdLst>
                  <a:gd name="connsiteX0" fmla="*/ 318135 w 332422"/>
                  <a:gd name="connsiteY0" fmla="*/ 28575 h 28575"/>
                  <a:gd name="connsiteX1" fmla="*/ 14288 w 332422"/>
                  <a:gd name="connsiteY1" fmla="*/ 28575 h 28575"/>
                  <a:gd name="connsiteX2" fmla="*/ 0 w 332422"/>
                  <a:gd name="connsiteY2" fmla="*/ 14288 h 28575"/>
                  <a:gd name="connsiteX3" fmla="*/ 0 w 332422"/>
                  <a:gd name="connsiteY3" fmla="*/ 14288 h 28575"/>
                  <a:gd name="connsiteX4" fmla="*/ 14288 w 332422"/>
                  <a:gd name="connsiteY4" fmla="*/ 0 h 28575"/>
                  <a:gd name="connsiteX5" fmla="*/ 318135 w 332422"/>
                  <a:gd name="connsiteY5" fmla="*/ 0 h 28575"/>
                  <a:gd name="connsiteX6" fmla="*/ 332422 w 332422"/>
                  <a:gd name="connsiteY6" fmla="*/ 14288 h 28575"/>
                  <a:gd name="connsiteX7" fmla="*/ 332422 w 332422"/>
                  <a:gd name="connsiteY7" fmla="*/ 14288 h 28575"/>
                  <a:gd name="connsiteX8" fmla="*/ 318135 w 332422"/>
                  <a:gd name="connsiteY8" fmla="*/ 2857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2422" h="28575">
                    <a:moveTo>
                      <a:pt x="318135" y="28575"/>
                    </a:moveTo>
                    <a:lnTo>
                      <a:pt x="14288" y="28575"/>
                    </a:lnTo>
                    <a:cubicBezTo>
                      <a:pt x="6667" y="28575"/>
                      <a:pt x="0" y="21908"/>
                      <a:pt x="0" y="14288"/>
                    </a:cubicBezTo>
                    <a:lnTo>
                      <a:pt x="0" y="14288"/>
                    </a:lnTo>
                    <a:cubicBezTo>
                      <a:pt x="0" y="6668"/>
                      <a:pt x="6667" y="0"/>
                      <a:pt x="14288" y="0"/>
                    </a:cubicBezTo>
                    <a:lnTo>
                      <a:pt x="318135" y="0"/>
                    </a:lnTo>
                    <a:cubicBezTo>
                      <a:pt x="325755" y="0"/>
                      <a:pt x="332422" y="6668"/>
                      <a:pt x="332422" y="14288"/>
                    </a:cubicBezTo>
                    <a:lnTo>
                      <a:pt x="332422" y="14288"/>
                    </a:lnTo>
                    <a:cubicBezTo>
                      <a:pt x="331470" y="21908"/>
                      <a:pt x="325755" y="28575"/>
                      <a:pt x="318135" y="28575"/>
                    </a:cubicBezTo>
                    <a:close/>
                  </a:path>
                </a:pathLst>
              </a:custGeom>
              <a:solidFill>
                <a:srgbClr val="4D516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7277E422-44F9-B0DC-AB1F-A1675DE39233}"/>
                  </a:ext>
                </a:extLst>
              </p:cNvPr>
              <p:cNvSpPr/>
              <p:nvPr/>
            </p:nvSpPr>
            <p:spPr>
              <a:xfrm>
                <a:off x="3878934" y="2558490"/>
                <a:ext cx="116532" cy="179758"/>
              </a:xfrm>
              <a:custGeom>
                <a:avLst/>
                <a:gdLst>
                  <a:gd name="connsiteX0" fmla="*/ 89535 w 89534"/>
                  <a:gd name="connsiteY0" fmla="*/ 138113 h 138112"/>
                  <a:gd name="connsiteX1" fmla="*/ 37147 w 89534"/>
                  <a:gd name="connsiteY1" fmla="*/ 138113 h 138112"/>
                  <a:gd name="connsiteX2" fmla="*/ 0 w 89534"/>
                  <a:gd name="connsiteY2" fmla="*/ 100965 h 138112"/>
                  <a:gd name="connsiteX3" fmla="*/ 0 w 89534"/>
                  <a:gd name="connsiteY3" fmla="*/ 37147 h 138112"/>
                  <a:gd name="connsiteX4" fmla="*/ 37147 w 89534"/>
                  <a:gd name="connsiteY4" fmla="*/ 0 h 138112"/>
                  <a:gd name="connsiteX5" fmla="*/ 89535 w 89534"/>
                  <a:gd name="connsiteY5" fmla="*/ 0 h 138112"/>
                  <a:gd name="connsiteX6" fmla="*/ 89535 w 89534"/>
                  <a:gd name="connsiteY6" fmla="*/ 29528 h 138112"/>
                  <a:gd name="connsiteX7" fmla="*/ 37147 w 89534"/>
                  <a:gd name="connsiteY7" fmla="*/ 29528 h 138112"/>
                  <a:gd name="connsiteX8" fmla="*/ 29528 w 89534"/>
                  <a:gd name="connsiteY8" fmla="*/ 37147 h 138112"/>
                  <a:gd name="connsiteX9" fmla="*/ 29528 w 89534"/>
                  <a:gd name="connsiteY9" fmla="*/ 100965 h 138112"/>
                  <a:gd name="connsiteX10" fmla="*/ 37147 w 89534"/>
                  <a:gd name="connsiteY10" fmla="*/ 108585 h 138112"/>
                  <a:gd name="connsiteX11" fmla="*/ 89535 w 89534"/>
                  <a:gd name="connsiteY11" fmla="*/ 108585 h 138112"/>
                  <a:gd name="connsiteX12" fmla="*/ 89535 w 89534"/>
                  <a:gd name="connsiteY12" fmla="*/ 138113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534" h="138112">
                    <a:moveTo>
                      <a:pt x="89535" y="138113"/>
                    </a:moveTo>
                    <a:lnTo>
                      <a:pt x="37147" y="138113"/>
                    </a:lnTo>
                    <a:cubicBezTo>
                      <a:pt x="16192" y="138113"/>
                      <a:pt x="0" y="120967"/>
                      <a:pt x="0" y="100965"/>
                    </a:cubicBezTo>
                    <a:lnTo>
                      <a:pt x="0" y="37147"/>
                    </a:lnTo>
                    <a:cubicBezTo>
                      <a:pt x="0" y="16192"/>
                      <a:pt x="17145" y="0"/>
                      <a:pt x="37147" y="0"/>
                    </a:cubicBezTo>
                    <a:lnTo>
                      <a:pt x="89535" y="0"/>
                    </a:lnTo>
                    <a:lnTo>
                      <a:pt x="89535" y="29528"/>
                    </a:lnTo>
                    <a:lnTo>
                      <a:pt x="37147" y="29528"/>
                    </a:lnTo>
                    <a:cubicBezTo>
                      <a:pt x="32385" y="29528"/>
                      <a:pt x="29528" y="33338"/>
                      <a:pt x="29528" y="37147"/>
                    </a:cubicBezTo>
                    <a:lnTo>
                      <a:pt x="29528" y="100965"/>
                    </a:lnTo>
                    <a:cubicBezTo>
                      <a:pt x="29528" y="105728"/>
                      <a:pt x="33338" y="108585"/>
                      <a:pt x="37147" y="108585"/>
                    </a:cubicBezTo>
                    <a:lnTo>
                      <a:pt x="89535" y="108585"/>
                    </a:lnTo>
                    <a:lnTo>
                      <a:pt x="89535" y="138113"/>
                    </a:lnTo>
                    <a:close/>
                  </a:path>
                </a:pathLst>
              </a:custGeom>
              <a:solidFill>
                <a:srgbClr val="7B9EB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81E7D0B4-7BBC-4CFB-8230-5E5A2F4D4BA3}"/>
                  </a:ext>
                </a:extLst>
              </p:cNvPr>
              <p:cNvSpPr/>
              <p:nvPr/>
            </p:nvSpPr>
            <p:spPr>
              <a:xfrm>
                <a:off x="4009105" y="2502704"/>
                <a:ext cx="7438" cy="244223"/>
              </a:xfrm>
              <a:custGeom>
                <a:avLst/>
                <a:gdLst>
                  <a:gd name="connsiteX0" fmla="*/ 2857 w 5715"/>
                  <a:gd name="connsiteY0" fmla="*/ 187642 h 187642"/>
                  <a:gd name="connsiteX1" fmla="*/ 0 w 5715"/>
                  <a:gd name="connsiteY1" fmla="*/ 184785 h 187642"/>
                  <a:gd name="connsiteX2" fmla="*/ 0 w 5715"/>
                  <a:gd name="connsiteY2" fmla="*/ 2858 h 187642"/>
                  <a:gd name="connsiteX3" fmla="*/ 2857 w 5715"/>
                  <a:gd name="connsiteY3" fmla="*/ 0 h 187642"/>
                  <a:gd name="connsiteX4" fmla="*/ 5715 w 5715"/>
                  <a:gd name="connsiteY4" fmla="*/ 2858 h 187642"/>
                  <a:gd name="connsiteX5" fmla="*/ 5715 w 5715"/>
                  <a:gd name="connsiteY5" fmla="*/ 184785 h 187642"/>
                  <a:gd name="connsiteX6" fmla="*/ 2857 w 5715"/>
                  <a:gd name="connsiteY6" fmla="*/ 187642 h 187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15" h="187642">
                    <a:moveTo>
                      <a:pt x="2857" y="187642"/>
                    </a:moveTo>
                    <a:cubicBezTo>
                      <a:pt x="953" y="187642"/>
                      <a:pt x="0" y="186690"/>
                      <a:pt x="0" y="184785"/>
                    </a:cubicBezTo>
                    <a:lnTo>
                      <a:pt x="0" y="2858"/>
                    </a:lnTo>
                    <a:cubicBezTo>
                      <a:pt x="0" y="952"/>
                      <a:pt x="953" y="0"/>
                      <a:pt x="2857" y="0"/>
                    </a:cubicBezTo>
                    <a:cubicBezTo>
                      <a:pt x="4763" y="0"/>
                      <a:pt x="5715" y="952"/>
                      <a:pt x="5715" y="2858"/>
                    </a:cubicBezTo>
                    <a:lnTo>
                      <a:pt x="5715" y="184785"/>
                    </a:lnTo>
                    <a:cubicBezTo>
                      <a:pt x="5715" y="185738"/>
                      <a:pt x="3810" y="187642"/>
                      <a:pt x="2857" y="1876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54168F80-3375-B67F-8613-EF484CFAA0DE}"/>
                  </a:ext>
                </a:extLst>
              </p:cNvPr>
              <p:cNvSpPr/>
              <p:nvPr/>
            </p:nvSpPr>
            <p:spPr>
              <a:xfrm>
                <a:off x="4009105" y="2756844"/>
                <a:ext cx="7438" cy="19835"/>
              </a:xfrm>
              <a:custGeom>
                <a:avLst/>
                <a:gdLst>
                  <a:gd name="connsiteX0" fmla="*/ 2857 w 5715"/>
                  <a:gd name="connsiteY0" fmla="*/ 15240 h 15240"/>
                  <a:gd name="connsiteX1" fmla="*/ 0 w 5715"/>
                  <a:gd name="connsiteY1" fmla="*/ 12383 h 15240"/>
                  <a:gd name="connsiteX2" fmla="*/ 0 w 5715"/>
                  <a:gd name="connsiteY2" fmla="*/ 2858 h 15240"/>
                  <a:gd name="connsiteX3" fmla="*/ 2857 w 5715"/>
                  <a:gd name="connsiteY3" fmla="*/ 0 h 15240"/>
                  <a:gd name="connsiteX4" fmla="*/ 5715 w 5715"/>
                  <a:gd name="connsiteY4" fmla="*/ 2858 h 15240"/>
                  <a:gd name="connsiteX5" fmla="*/ 5715 w 5715"/>
                  <a:gd name="connsiteY5" fmla="*/ 12383 h 15240"/>
                  <a:gd name="connsiteX6" fmla="*/ 2857 w 5715"/>
                  <a:gd name="connsiteY6" fmla="*/ 1524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15" h="15240">
                    <a:moveTo>
                      <a:pt x="2857" y="15240"/>
                    </a:moveTo>
                    <a:cubicBezTo>
                      <a:pt x="953" y="15240"/>
                      <a:pt x="0" y="14288"/>
                      <a:pt x="0" y="12383"/>
                    </a:cubicBezTo>
                    <a:lnTo>
                      <a:pt x="0" y="2858"/>
                    </a:lnTo>
                    <a:cubicBezTo>
                      <a:pt x="0" y="953"/>
                      <a:pt x="953" y="0"/>
                      <a:pt x="2857" y="0"/>
                    </a:cubicBezTo>
                    <a:cubicBezTo>
                      <a:pt x="4763" y="0"/>
                      <a:pt x="5715" y="953"/>
                      <a:pt x="5715" y="2858"/>
                    </a:cubicBezTo>
                    <a:lnTo>
                      <a:pt x="5715" y="12383"/>
                    </a:lnTo>
                    <a:cubicBezTo>
                      <a:pt x="5715" y="14288"/>
                      <a:pt x="3810" y="15240"/>
                      <a:pt x="2857" y="152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3293B0B7-93BB-23DE-ACA6-23B4CD353AB5}"/>
                  </a:ext>
                </a:extLst>
              </p:cNvPr>
              <p:cNvSpPr/>
              <p:nvPr/>
            </p:nvSpPr>
            <p:spPr>
              <a:xfrm>
                <a:off x="3921084" y="2563449"/>
                <a:ext cx="60745" cy="7437"/>
              </a:xfrm>
              <a:custGeom>
                <a:avLst/>
                <a:gdLst>
                  <a:gd name="connsiteX0" fmla="*/ 43815 w 46672"/>
                  <a:gd name="connsiteY0" fmla="*/ 5715 h 5714"/>
                  <a:gd name="connsiteX1" fmla="*/ 2857 w 46672"/>
                  <a:gd name="connsiteY1" fmla="*/ 5715 h 5714"/>
                  <a:gd name="connsiteX2" fmla="*/ 0 w 46672"/>
                  <a:gd name="connsiteY2" fmla="*/ 2857 h 5714"/>
                  <a:gd name="connsiteX3" fmla="*/ 2857 w 46672"/>
                  <a:gd name="connsiteY3" fmla="*/ 0 h 5714"/>
                  <a:gd name="connsiteX4" fmla="*/ 43815 w 46672"/>
                  <a:gd name="connsiteY4" fmla="*/ 0 h 5714"/>
                  <a:gd name="connsiteX5" fmla="*/ 46672 w 46672"/>
                  <a:gd name="connsiteY5" fmla="*/ 2857 h 5714"/>
                  <a:gd name="connsiteX6" fmla="*/ 43815 w 46672"/>
                  <a:gd name="connsiteY6" fmla="*/ 5715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672" h="5714">
                    <a:moveTo>
                      <a:pt x="43815" y="5715"/>
                    </a:moveTo>
                    <a:lnTo>
                      <a:pt x="2857" y="5715"/>
                    </a:lnTo>
                    <a:cubicBezTo>
                      <a:pt x="953" y="5715"/>
                      <a:pt x="0" y="4763"/>
                      <a:pt x="0" y="2857"/>
                    </a:cubicBezTo>
                    <a:cubicBezTo>
                      <a:pt x="0" y="952"/>
                      <a:pt x="953" y="0"/>
                      <a:pt x="2857" y="0"/>
                    </a:cubicBezTo>
                    <a:lnTo>
                      <a:pt x="43815" y="0"/>
                    </a:lnTo>
                    <a:cubicBezTo>
                      <a:pt x="45720" y="0"/>
                      <a:pt x="46672" y="952"/>
                      <a:pt x="46672" y="2857"/>
                    </a:cubicBezTo>
                    <a:cubicBezTo>
                      <a:pt x="46672" y="4763"/>
                      <a:pt x="45720" y="5715"/>
                      <a:pt x="43815" y="5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27FD753A-9D93-2460-D9FF-EADF682BA5E8}"/>
                </a:ext>
              </a:extLst>
            </p:cNvPr>
            <p:cNvSpPr/>
            <p:nvPr/>
          </p:nvSpPr>
          <p:spPr>
            <a:xfrm>
              <a:off x="5962895" y="1820862"/>
              <a:ext cx="84299" cy="76861"/>
            </a:xfrm>
            <a:custGeom>
              <a:avLst/>
              <a:gdLst>
                <a:gd name="connsiteX0" fmla="*/ 60960 w 64769"/>
                <a:gd name="connsiteY0" fmla="*/ 59055 h 59054"/>
                <a:gd name="connsiteX1" fmla="*/ 3810 w 64769"/>
                <a:gd name="connsiteY1" fmla="*/ 59055 h 59054"/>
                <a:gd name="connsiteX2" fmla="*/ 0 w 64769"/>
                <a:gd name="connsiteY2" fmla="*/ 55245 h 59054"/>
                <a:gd name="connsiteX3" fmla="*/ 0 w 64769"/>
                <a:gd name="connsiteY3" fmla="*/ 3810 h 59054"/>
                <a:gd name="connsiteX4" fmla="*/ 3810 w 64769"/>
                <a:gd name="connsiteY4" fmla="*/ 0 h 59054"/>
                <a:gd name="connsiteX5" fmla="*/ 60960 w 64769"/>
                <a:gd name="connsiteY5" fmla="*/ 0 h 59054"/>
                <a:gd name="connsiteX6" fmla="*/ 64770 w 64769"/>
                <a:gd name="connsiteY6" fmla="*/ 3810 h 59054"/>
                <a:gd name="connsiteX7" fmla="*/ 64770 w 64769"/>
                <a:gd name="connsiteY7" fmla="*/ 55245 h 59054"/>
                <a:gd name="connsiteX8" fmla="*/ 60960 w 64769"/>
                <a:gd name="connsiteY8" fmla="*/ 59055 h 59054"/>
                <a:gd name="connsiteX9" fmla="*/ 7620 w 64769"/>
                <a:gd name="connsiteY9" fmla="*/ 51435 h 59054"/>
                <a:gd name="connsiteX10" fmla="*/ 57150 w 64769"/>
                <a:gd name="connsiteY10" fmla="*/ 51435 h 59054"/>
                <a:gd name="connsiteX11" fmla="*/ 57150 w 64769"/>
                <a:gd name="connsiteY11" fmla="*/ 7620 h 59054"/>
                <a:gd name="connsiteX12" fmla="*/ 7620 w 64769"/>
                <a:gd name="connsiteY12" fmla="*/ 7620 h 59054"/>
                <a:gd name="connsiteX13" fmla="*/ 7620 w 64769"/>
                <a:gd name="connsiteY13" fmla="*/ 51435 h 59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4769" h="59054">
                  <a:moveTo>
                    <a:pt x="60960" y="59055"/>
                  </a:moveTo>
                  <a:lnTo>
                    <a:pt x="3810" y="59055"/>
                  </a:lnTo>
                  <a:cubicBezTo>
                    <a:pt x="1905" y="59055"/>
                    <a:pt x="0" y="57150"/>
                    <a:pt x="0" y="55245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lnTo>
                    <a:pt x="60960" y="0"/>
                  </a:lnTo>
                  <a:cubicBezTo>
                    <a:pt x="62865" y="0"/>
                    <a:pt x="64770" y="1905"/>
                    <a:pt x="64770" y="3810"/>
                  </a:cubicBezTo>
                  <a:lnTo>
                    <a:pt x="64770" y="55245"/>
                  </a:lnTo>
                  <a:cubicBezTo>
                    <a:pt x="64770" y="57150"/>
                    <a:pt x="62865" y="59055"/>
                    <a:pt x="60960" y="59055"/>
                  </a:cubicBezTo>
                  <a:close/>
                  <a:moveTo>
                    <a:pt x="7620" y="51435"/>
                  </a:moveTo>
                  <a:lnTo>
                    <a:pt x="57150" y="51435"/>
                  </a:lnTo>
                  <a:lnTo>
                    <a:pt x="57150" y="7620"/>
                  </a:lnTo>
                  <a:lnTo>
                    <a:pt x="7620" y="7620"/>
                  </a:lnTo>
                  <a:lnTo>
                    <a:pt x="7620" y="5143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42936393-7D4F-EFD5-8823-77FC6DA9C178}"/>
                </a:ext>
              </a:extLst>
            </p:cNvPr>
            <p:cNvSpPr/>
            <p:nvPr/>
          </p:nvSpPr>
          <p:spPr>
            <a:xfrm>
              <a:off x="3787195" y="1792348"/>
              <a:ext cx="84299" cy="76862"/>
            </a:xfrm>
            <a:custGeom>
              <a:avLst/>
              <a:gdLst>
                <a:gd name="connsiteX0" fmla="*/ 60960 w 64769"/>
                <a:gd name="connsiteY0" fmla="*/ 59055 h 59055"/>
                <a:gd name="connsiteX1" fmla="*/ 3810 w 64769"/>
                <a:gd name="connsiteY1" fmla="*/ 59055 h 59055"/>
                <a:gd name="connsiteX2" fmla="*/ 0 w 64769"/>
                <a:gd name="connsiteY2" fmla="*/ 55245 h 59055"/>
                <a:gd name="connsiteX3" fmla="*/ 0 w 64769"/>
                <a:gd name="connsiteY3" fmla="*/ 3810 h 59055"/>
                <a:gd name="connsiteX4" fmla="*/ 3810 w 64769"/>
                <a:gd name="connsiteY4" fmla="*/ 0 h 59055"/>
                <a:gd name="connsiteX5" fmla="*/ 60960 w 64769"/>
                <a:gd name="connsiteY5" fmla="*/ 0 h 59055"/>
                <a:gd name="connsiteX6" fmla="*/ 64770 w 64769"/>
                <a:gd name="connsiteY6" fmla="*/ 3810 h 59055"/>
                <a:gd name="connsiteX7" fmla="*/ 64770 w 64769"/>
                <a:gd name="connsiteY7" fmla="*/ 55245 h 59055"/>
                <a:gd name="connsiteX8" fmla="*/ 60960 w 64769"/>
                <a:gd name="connsiteY8" fmla="*/ 59055 h 59055"/>
                <a:gd name="connsiteX9" fmla="*/ 7620 w 64769"/>
                <a:gd name="connsiteY9" fmla="*/ 51435 h 59055"/>
                <a:gd name="connsiteX10" fmla="*/ 57150 w 64769"/>
                <a:gd name="connsiteY10" fmla="*/ 51435 h 59055"/>
                <a:gd name="connsiteX11" fmla="*/ 57150 w 64769"/>
                <a:gd name="connsiteY11" fmla="*/ 7620 h 59055"/>
                <a:gd name="connsiteX12" fmla="*/ 7620 w 64769"/>
                <a:gd name="connsiteY12" fmla="*/ 7620 h 59055"/>
                <a:gd name="connsiteX13" fmla="*/ 7620 w 64769"/>
                <a:gd name="connsiteY13" fmla="*/ 5143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4769" h="59055">
                  <a:moveTo>
                    <a:pt x="60960" y="59055"/>
                  </a:moveTo>
                  <a:lnTo>
                    <a:pt x="3810" y="59055"/>
                  </a:lnTo>
                  <a:cubicBezTo>
                    <a:pt x="1905" y="59055"/>
                    <a:pt x="0" y="57150"/>
                    <a:pt x="0" y="55245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lnTo>
                    <a:pt x="60960" y="0"/>
                  </a:lnTo>
                  <a:cubicBezTo>
                    <a:pt x="62865" y="0"/>
                    <a:pt x="64770" y="1905"/>
                    <a:pt x="64770" y="3810"/>
                  </a:cubicBezTo>
                  <a:lnTo>
                    <a:pt x="64770" y="55245"/>
                  </a:lnTo>
                  <a:cubicBezTo>
                    <a:pt x="64770" y="58103"/>
                    <a:pt x="62865" y="59055"/>
                    <a:pt x="60960" y="59055"/>
                  </a:cubicBezTo>
                  <a:close/>
                  <a:moveTo>
                    <a:pt x="7620" y="51435"/>
                  </a:moveTo>
                  <a:lnTo>
                    <a:pt x="57150" y="51435"/>
                  </a:lnTo>
                  <a:lnTo>
                    <a:pt x="57150" y="7620"/>
                  </a:lnTo>
                  <a:lnTo>
                    <a:pt x="7620" y="7620"/>
                  </a:lnTo>
                  <a:lnTo>
                    <a:pt x="7620" y="5143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A6FAC6D4-34A3-BCA1-66E4-4646A68D2CB4}"/>
                </a:ext>
              </a:extLst>
            </p:cNvPr>
            <p:cNvSpPr/>
            <p:nvPr/>
          </p:nvSpPr>
          <p:spPr>
            <a:xfrm>
              <a:off x="6023640" y="2595682"/>
              <a:ext cx="47108" cy="43389"/>
            </a:xfrm>
            <a:custGeom>
              <a:avLst/>
              <a:gdLst>
                <a:gd name="connsiteX0" fmla="*/ 32385 w 36194"/>
                <a:gd name="connsiteY0" fmla="*/ 33338 h 33337"/>
                <a:gd name="connsiteX1" fmla="*/ 3810 w 36194"/>
                <a:gd name="connsiteY1" fmla="*/ 33338 h 33337"/>
                <a:gd name="connsiteX2" fmla="*/ 0 w 36194"/>
                <a:gd name="connsiteY2" fmla="*/ 29528 h 33337"/>
                <a:gd name="connsiteX3" fmla="*/ 0 w 36194"/>
                <a:gd name="connsiteY3" fmla="*/ 3810 h 33337"/>
                <a:gd name="connsiteX4" fmla="*/ 3810 w 36194"/>
                <a:gd name="connsiteY4" fmla="*/ 0 h 33337"/>
                <a:gd name="connsiteX5" fmla="*/ 32385 w 36194"/>
                <a:gd name="connsiteY5" fmla="*/ 0 h 33337"/>
                <a:gd name="connsiteX6" fmla="*/ 36195 w 36194"/>
                <a:gd name="connsiteY6" fmla="*/ 3810 h 33337"/>
                <a:gd name="connsiteX7" fmla="*/ 36195 w 36194"/>
                <a:gd name="connsiteY7" fmla="*/ 29528 h 33337"/>
                <a:gd name="connsiteX8" fmla="*/ 32385 w 36194"/>
                <a:gd name="connsiteY8" fmla="*/ 33338 h 33337"/>
                <a:gd name="connsiteX9" fmla="*/ 7620 w 36194"/>
                <a:gd name="connsiteY9" fmla="*/ 25717 h 33337"/>
                <a:gd name="connsiteX10" fmla="*/ 28575 w 36194"/>
                <a:gd name="connsiteY10" fmla="*/ 25717 h 33337"/>
                <a:gd name="connsiteX11" fmla="*/ 28575 w 36194"/>
                <a:gd name="connsiteY11" fmla="*/ 7620 h 33337"/>
                <a:gd name="connsiteX12" fmla="*/ 7620 w 36194"/>
                <a:gd name="connsiteY12" fmla="*/ 7620 h 33337"/>
                <a:gd name="connsiteX13" fmla="*/ 7620 w 36194"/>
                <a:gd name="connsiteY13" fmla="*/ 25717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194" h="33337">
                  <a:moveTo>
                    <a:pt x="32385" y="33338"/>
                  </a:moveTo>
                  <a:lnTo>
                    <a:pt x="3810" y="33338"/>
                  </a:lnTo>
                  <a:cubicBezTo>
                    <a:pt x="1905" y="33338"/>
                    <a:pt x="0" y="31433"/>
                    <a:pt x="0" y="29528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lnTo>
                    <a:pt x="32385" y="0"/>
                  </a:lnTo>
                  <a:cubicBezTo>
                    <a:pt x="34290" y="0"/>
                    <a:pt x="36195" y="1905"/>
                    <a:pt x="36195" y="3810"/>
                  </a:cubicBezTo>
                  <a:lnTo>
                    <a:pt x="36195" y="29528"/>
                  </a:lnTo>
                  <a:cubicBezTo>
                    <a:pt x="36195" y="31433"/>
                    <a:pt x="34290" y="33338"/>
                    <a:pt x="32385" y="33338"/>
                  </a:cubicBezTo>
                  <a:close/>
                  <a:moveTo>
                    <a:pt x="7620" y="25717"/>
                  </a:moveTo>
                  <a:lnTo>
                    <a:pt x="28575" y="25717"/>
                  </a:lnTo>
                  <a:lnTo>
                    <a:pt x="28575" y="7620"/>
                  </a:lnTo>
                  <a:lnTo>
                    <a:pt x="7620" y="7620"/>
                  </a:lnTo>
                  <a:lnTo>
                    <a:pt x="7620" y="2571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18EF84E1-ACCC-82F2-3FE2-DF736BBFCDD6}"/>
                </a:ext>
              </a:extLst>
            </p:cNvPr>
            <p:cNvSpPr/>
            <p:nvPr/>
          </p:nvSpPr>
          <p:spPr>
            <a:xfrm>
              <a:off x="4439285" y="2616756"/>
              <a:ext cx="47109" cy="43389"/>
            </a:xfrm>
            <a:custGeom>
              <a:avLst/>
              <a:gdLst>
                <a:gd name="connsiteX0" fmla="*/ 32385 w 36195"/>
                <a:gd name="connsiteY0" fmla="*/ 33338 h 33337"/>
                <a:gd name="connsiteX1" fmla="*/ 3810 w 36195"/>
                <a:gd name="connsiteY1" fmla="*/ 33338 h 33337"/>
                <a:gd name="connsiteX2" fmla="*/ 0 w 36195"/>
                <a:gd name="connsiteY2" fmla="*/ 29528 h 33337"/>
                <a:gd name="connsiteX3" fmla="*/ 0 w 36195"/>
                <a:gd name="connsiteY3" fmla="*/ 3810 h 33337"/>
                <a:gd name="connsiteX4" fmla="*/ 3810 w 36195"/>
                <a:gd name="connsiteY4" fmla="*/ 0 h 33337"/>
                <a:gd name="connsiteX5" fmla="*/ 32385 w 36195"/>
                <a:gd name="connsiteY5" fmla="*/ 0 h 33337"/>
                <a:gd name="connsiteX6" fmla="*/ 36195 w 36195"/>
                <a:gd name="connsiteY6" fmla="*/ 3810 h 33337"/>
                <a:gd name="connsiteX7" fmla="*/ 36195 w 36195"/>
                <a:gd name="connsiteY7" fmla="*/ 29528 h 33337"/>
                <a:gd name="connsiteX8" fmla="*/ 32385 w 36195"/>
                <a:gd name="connsiteY8" fmla="*/ 33338 h 33337"/>
                <a:gd name="connsiteX9" fmla="*/ 7620 w 36195"/>
                <a:gd name="connsiteY9" fmla="*/ 25717 h 33337"/>
                <a:gd name="connsiteX10" fmla="*/ 28575 w 36195"/>
                <a:gd name="connsiteY10" fmla="*/ 25717 h 33337"/>
                <a:gd name="connsiteX11" fmla="*/ 28575 w 36195"/>
                <a:gd name="connsiteY11" fmla="*/ 7620 h 33337"/>
                <a:gd name="connsiteX12" fmla="*/ 7620 w 36195"/>
                <a:gd name="connsiteY12" fmla="*/ 7620 h 33337"/>
                <a:gd name="connsiteX13" fmla="*/ 7620 w 36195"/>
                <a:gd name="connsiteY13" fmla="*/ 25717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195" h="33337">
                  <a:moveTo>
                    <a:pt x="32385" y="33338"/>
                  </a:moveTo>
                  <a:lnTo>
                    <a:pt x="3810" y="33338"/>
                  </a:lnTo>
                  <a:cubicBezTo>
                    <a:pt x="1905" y="33338"/>
                    <a:pt x="0" y="31433"/>
                    <a:pt x="0" y="29528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lnTo>
                    <a:pt x="32385" y="0"/>
                  </a:lnTo>
                  <a:cubicBezTo>
                    <a:pt x="34290" y="0"/>
                    <a:pt x="36195" y="1905"/>
                    <a:pt x="36195" y="3810"/>
                  </a:cubicBezTo>
                  <a:lnTo>
                    <a:pt x="36195" y="29528"/>
                  </a:lnTo>
                  <a:cubicBezTo>
                    <a:pt x="36195" y="31433"/>
                    <a:pt x="34290" y="33338"/>
                    <a:pt x="32385" y="33338"/>
                  </a:cubicBezTo>
                  <a:close/>
                  <a:moveTo>
                    <a:pt x="7620" y="25717"/>
                  </a:moveTo>
                  <a:lnTo>
                    <a:pt x="28575" y="25717"/>
                  </a:lnTo>
                  <a:lnTo>
                    <a:pt x="28575" y="7620"/>
                  </a:lnTo>
                  <a:lnTo>
                    <a:pt x="7620" y="7620"/>
                  </a:lnTo>
                  <a:lnTo>
                    <a:pt x="7620" y="2571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4C1DED69-1397-4C31-5867-10D687001319}"/>
                </a:ext>
              </a:extLst>
            </p:cNvPr>
            <p:cNvSpPr/>
            <p:nvPr/>
          </p:nvSpPr>
          <p:spPr>
            <a:xfrm>
              <a:off x="4445483" y="2393608"/>
              <a:ext cx="120252" cy="109095"/>
            </a:xfrm>
            <a:custGeom>
              <a:avLst/>
              <a:gdLst>
                <a:gd name="connsiteX0" fmla="*/ 88583 w 92392"/>
                <a:gd name="connsiteY0" fmla="*/ 83820 h 83820"/>
                <a:gd name="connsiteX1" fmla="*/ 3810 w 92392"/>
                <a:gd name="connsiteY1" fmla="*/ 83820 h 83820"/>
                <a:gd name="connsiteX2" fmla="*/ 0 w 92392"/>
                <a:gd name="connsiteY2" fmla="*/ 80010 h 83820"/>
                <a:gd name="connsiteX3" fmla="*/ 0 w 92392"/>
                <a:gd name="connsiteY3" fmla="*/ 3810 h 83820"/>
                <a:gd name="connsiteX4" fmla="*/ 3810 w 92392"/>
                <a:gd name="connsiteY4" fmla="*/ 0 h 83820"/>
                <a:gd name="connsiteX5" fmla="*/ 88583 w 92392"/>
                <a:gd name="connsiteY5" fmla="*/ 0 h 83820"/>
                <a:gd name="connsiteX6" fmla="*/ 92393 w 92392"/>
                <a:gd name="connsiteY6" fmla="*/ 3810 h 83820"/>
                <a:gd name="connsiteX7" fmla="*/ 92393 w 92392"/>
                <a:gd name="connsiteY7" fmla="*/ 80010 h 83820"/>
                <a:gd name="connsiteX8" fmla="*/ 88583 w 92392"/>
                <a:gd name="connsiteY8" fmla="*/ 83820 h 83820"/>
                <a:gd name="connsiteX9" fmla="*/ 7620 w 92392"/>
                <a:gd name="connsiteY9" fmla="*/ 77153 h 83820"/>
                <a:gd name="connsiteX10" fmla="*/ 85725 w 92392"/>
                <a:gd name="connsiteY10" fmla="*/ 77153 h 83820"/>
                <a:gd name="connsiteX11" fmla="*/ 85725 w 92392"/>
                <a:gd name="connsiteY11" fmla="*/ 7620 h 83820"/>
                <a:gd name="connsiteX12" fmla="*/ 7620 w 92392"/>
                <a:gd name="connsiteY12" fmla="*/ 7620 h 83820"/>
                <a:gd name="connsiteX13" fmla="*/ 7620 w 92392"/>
                <a:gd name="connsiteY13" fmla="*/ 77153 h 83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2392" h="83820">
                  <a:moveTo>
                    <a:pt x="88583" y="83820"/>
                  </a:moveTo>
                  <a:lnTo>
                    <a:pt x="3810" y="83820"/>
                  </a:lnTo>
                  <a:cubicBezTo>
                    <a:pt x="1905" y="83820"/>
                    <a:pt x="0" y="81915"/>
                    <a:pt x="0" y="80010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lnTo>
                    <a:pt x="88583" y="0"/>
                  </a:lnTo>
                  <a:cubicBezTo>
                    <a:pt x="90488" y="0"/>
                    <a:pt x="92393" y="1905"/>
                    <a:pt x="92393" y="3810"/>
                  </a:cubicBezTo>
                  <a:lnTo>
                    <a:pt x="92393" y="80010"/>
                  </a:lnTo>
                  <a:cubicBezTo>
                    <a:pt x="92393" y="82868"/>
                    <a:pt x="90488" y="83820"/>
                    <a:pt x="88583" y="83820"/>
                  </a:cubicBezTo>
                  <a:close/>
                  <a:moveTo>
                    <a:pt x="7620" y="77153"/>
                  </a:moveTo>
                  <a:lnTo>
                    <a:pt x="85725" y="77153"/>
                  </a:lnTo>
                  <a:lnTo>
                    <a:pt x="85725" y="7620"/>
                  </a:lnTo>
                  <a:lnTo>
                    <a:pt x="7620" y="7620"/>
                  </a:lnTo>
                  <a:lnTo>
                    <a:pt x="7620" y="7715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238B762B-091E-0888-D1E0-4626FFC6E7BD}"/>
                </a:ext>
              </a:extLst>
            </p:cNvPr>
            <p:cNvSpPr/>
            <p:nvPr/>
          </p:nvSpPr>
          <p:spPr>
            <a:xfrm>
              <a:off x="4617804" y="1896484"/>
              <a:ext cx="1345090" cy="931023"/>
            </a:xfrm>
            <a:custGeom>
              <a:avLst/>
              <a:gdLst>
                <a:gd name="connsiteX0" fmla="*/ 994410 w 1033462"/>
                <a:gd name="connsiteY0" fmla="*/ 715328 h 715327"/>
                <a:gd name="connsiteX1" fmla="*/ 39052 w 1033462"/>
                <a:gd name="connsiteY1" fmla="*/ 715328 h 715327"/>
                <a:gd name="connsiteX2" fmla="*/ 0 w 1033462"/>
                <a:gd name="connsiteY2" fmla="*/ 676275 h 715327"/>
                <a:gd name="connsiteX3" fmla="*/ 0 w 1033462"/>
                <a:gd name="connsiteY3" fmla="*/ 39052 h 715327"/>
                <a:gd name="connsiteX4" fmla="*/ 39052 w 1033462"/>
                <a:gd name="connsiteY4" fmla="*/ 0 h 715327"/>
                <a:gd name="connsiteX5" fmla="*/ 994410 w 1033462"/>
                <a:gd name="connsiteY5" fmla="*/ 0 h 715327"/>
                <a:gd name="connsiteX6" fmla="*/ 1033463 w 1033462"/>
                <a:gd name="connsiteY6" fmla="*/ 39052 h 715327"/>
                <a:gd name="connsiteX7" fmla="*/ 1033463 w 1033462"/>
                <a:gd name="connsiteY7" fmla="*/ 675323 h 715327"/>
                <a:gd name="connsiteX8" fmla="*/ 994410 w 1033462"/>
                <a:gd name="connsiteY8" fmla="*/ 715328 h 71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3462" h="715327">
                  <a:moveTo>
                    <a:pt x="994410" y="715328"/>
                  </a:moveTo>
                  <a:lnTo>
                    <a:pt x="39052" y="715328"/>
                  </a:lnTo>
                  <a:cubicBezTo>
                    <a:pt x="17145" y="715328"/>
                    <a:pt x="0" y="697230"/>
                    <a:pt x="0" y="676275"/>
                  </a:cubicBezTo>
                  <a:lnTo>
                    <a:pt x="0" y="39052"/>
                  </a:lnTo>
                  <a:cubicBezTo>
                    <a:pt x="0" y="17145"/>
                    <a:pt x="18097" y="0"/>
                    <a:pt x="39052" y="0"/>
                  </a:cubicBezTo>
                  <a:lnTo>
                    <a:pt x="994410" y="0"/>
                  </a:lnTo>
                  <a:cubicBezTo>
                    <a:pt x="1016317" y="0"/>
                    <a:pt x="1033463" y="18098"/>
                    <a:pt x="1033463" y="39052"/>
                  </a:cubicBezTo>
                  <a:lnTo>
                    <a:pt x="1033463" y="675323"/>
                  </a:lnTo>
                  <a:cubicBezTo>
                    <a:pt x="1033463" y="697230"/>
                    <a:pt x="1016317" y="715328"/>
                    <a:pt x="994410" y="715328"/>
                  </a:cubicBezTo>
                  <a:close/>
                </a:path>
              </a:pathLst>
            </a:custGeom>
            <a:solidFill>
              <a:srgbClr val="323535"/>
            </a:solidFill>
            <a:ln w="1276" cap="flat">
              <a:solidFill>
                <a:srgbClr val="01010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56" name="Rectangle: Rounded Corners 1255">
              <a:extLst>
                <a:ext uri="{FF2B5EF4-FFF2-40B4-BE49-F238E27FC236}">
                  <a16:creationId xmlns:a16="http://schemas.microsoft.com/office/drawing/2014/main" id="{E63FC225-3C3D-6A56-BF74-375E8801D740}"/>
                </a:ext>
              </a:extLst>
            </p:cNvPr>
            <p:cNvSpPr/>
            <p:nvPr/>
          </p:nvSpPr>
          <p:spPr>
            <a:xfrm>
              <a:off x="4439285" y="2802713"/>
              <a:ext cx="1701374" cy="49588"/>
            </a:xfrm>
            <a:prstGeom prst="roundRect">
              <a:avLst>
                <a:gd name="adj" fmla="val 21189"/>
              </a:avLst>
            </a:prstGeom>
            <a:solidFill>
              <a:srgbClr val="A2ABB0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66737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7DB83F93-3AFE-0961-EDF4-5BAA70E9B99D}"/>
                </a:ext>
              </a:extLst>
            </p:cNvPr>
            <p:cNvSpPr/>
            <p:nvPr/>
          </p:nvSpPr>
          <p:spPr>
            <a:xfrm>
              <a:off x="5170717" y="2801474"/>
              <a:ext cx="239264" cy="23554"/>
            </a:xfrm>
            <a:custGeom>
              <a:avLst/>
              <a:gdLst>
                <a:gd name="connsiteX0" fmla="*/ 94298 w 183832"/>
                <a:gd name="connsiteY0" fmla="*/ 0 h 18097"/>
                <a:gd name="connsiteX1" fmla="*/ 90488 w 183832"/>
                <a:gd name="connsiteY1" fmla="*/ 0 h 18097"/>
                <a:gd name="connsiteX2" fmla="*/ 0 w 183832"/>
                <a:gd name="connsiteY2" fmla="*/ 0 h 18097"/>
                <a:gd name="connsiteX3" fmla="*/ 8573 w 183832"/>
                <a:gd name="connsiteY3" fmla="*/ 18097 h 18097"/>
                <a:gd name="connsiteX4" fmla="*/ 90488 w 183832"/>
                <a:gd name="connsiteY4" fmla="*/ 18097 h 18097"/>
                <a:gd name="connsiteX5" fmla="*/ 94298 w 183832"/>
                <a:gd name="connsiteY5" fmla="*/ 18097 h 18097"/>
                <a:gd name="connsiteX6" fmla="*/ 175260 w 183832"/>
                <a:gd name="connsiteY6" fmla="*/ 18097 h 18097"/>
                <a:gd name="connsiteX7" fmla="*/ 183833 w 183832"/>
                <a:gd name="connsiteY7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3832" h="18097">
                  <a:moveTo>
                    <a:pt x="94298" y="0"/>
                  </a:moveTo>
                  <a:lnTo>
                    <a:pt x="90488" y="0"/>
                  </a:lnTo>
                  <a:lnTo>
                    <a:pt x="0" y="0"/>
                  </a:lnTo>
                  <a:lnTo>
                    <a:pt x="8573" y="18097"/>
                  </a:lnTo>
                  <a:lnTo>
                    <a:pt x="90488" y="18097"/>
                  </a:lnTo>
                  <a:lnTo>
                    <a:pt x="94298" y="18097"/>
                  </a:lnTo>
                  <a:lnTo>
                    <a:pt x="175260" y="18097"/>
                  </a:lnTo>
                  <a:lnTo>
                    <a:pt x="183833" y="0"/>
                  </a:lnTo>
                  <a:close/>
                </a:path>
              </a:pathLst>
            </a:custGeom>
            <a:solidFill>
              <a:srgbClr val="DFE3E6"/>
            </a:solidFill>
            <a:ln w="6350" cap="flat" cmpd="sng">
              <a:noFill/>
              <a:prstDash val="solid"/>
              <a:miter/>
            </a:ln>
            <a:effectLst>
              <a:outerShdw blurRad="254000" dist="38100" dir="5400000" rotWithShape="0">
                <a:srgbClr val="A2ABB0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5AE56F28-0B6E-C878-0CC5-DE1824AFB31B}"/>
                </a:ext>
              </a:extLst>
            </p:cNvPr>
            <p:cNvSpPr/>
            <p:nvPr/>
          </p:nvSpPr>
          <p:spPr>
            <a:xfrm>
              <a:off x="4504991" y="2852302"/>
              <a:ext cx="1570718" cy="21074"/>
            </a:xfrm>
            <a:custGeom>
              <a:avLst/>
              <a:gdLst>
                <a:gd name="connsiteX0" fmla="*/ 608647 w 1206817"/>
                <a:gd name="connsiteY0" fmla="*/ 0 h 16192"/>
                <a:gd name="connsiteX1" fmla="*/ 599122 w 1206817"/>
                <a:gd name="connsiteY1" fmla="*/ 0 h 16192"/>
                <a:gd name="connsiteX2" fmla="*/ 0 w 1206817"/>
                <a:gd name="connsiteY2" fmla="*/ 0 h 16192"/>
                <a:gd name="connsiteX3" fmla="*/ 23813 w 1206817"/>
                <a:gd name="connsiteY3" fmla="*/ 16192 h 16192"/>
                <a:gd name="connsiteX4" fmla="*/ 599122 w 1206817"/>
                <a:gd name="connsiteY4" fmla="*/ 16192 h 16192"/>
                <a:gd name="connsiteX5" fmla="*/ 608647 w 1206817"/>
                <a:gd name="connsiteY5" fmla="*/ 16192 h 16192"/>
                <a:gd name="connsiteX6" fmla="*/ 1183005 w 1206817"/>
                <a:gd name="connsiteY6" fmla="*/ 16192 h 16192"/>
                <a:gd name="connsiteX7" fmla="*/ 1206817 w 1206817"/>
                <a:gd name="connsiteY7" fmla="*/ 0 h 1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6817" h="16192">
                  <a:moveTo>
                    <a:pt x="608647" y="0"/>
                  </a:moveTo>
                  <a:lnTo>
                    <a:pt x="599122" y="0"/>
                  </a:lnTo>
                  <a:lnTo>
                    <a:pt x="0" y="0"/>
                  </a:lnTo>
                  <a:lnTo>
                    <a:pt x="23813" y="16192"/>
                  </a:lnTo>
                  <a:lnTo>
                    <a:pt x="599122" y="16192"/>
                  </a:lnTo>
                  <a:lnTo>
                    <a:pt x="608647" y="16192"/>
                  </a:lnTo>
                  <a:lnTo>
                    <a:pt x="1183005" y="16192"/>
                  </a:lnTo>
                  <a:lnTo>
                    <a:pt x="1206817" y="0"/>
                  </a:lnTo>
                  <a:close/>
                </a:path>
              </a:pathLst>
            </a:custGeom>
            <a:solidFill>
              <a:srgbClr val="66737C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259" name="Rectangle: Top Corners Rounded 1258">
              <a:extLst>
                <a:ext uri="{FF2B5EF4-FFF2-40B4-BE49-F238E27FC236}">
                  <a16:creationId xmlns:a16="http://schemas.microsoft.com/office/drawing/2014/main" id="{29B2C9A1-4DBD-1FA0-F08F-7B02F51986BD}"/>
                </a:ext>
              </a:extLst>
            </p:cNvPr>
            <p:cNvSpPr/>
            <p:nvPr/>
          </p:nvSpPr>
          <p:spPr>
            <a:xfrm>
              <a:off x="4638243" y="1917560"/>
              <a:ext cx="1309755" cy="871517"/>
            </a:xfrm>
            <a:prstGeom prst="round2SameRect">
              <a:avLst>
                <a:gd name="adj1" fmla="val 5009"/>
                <a:gd name="adj2" fmla="val 0"/>
              </a:avLst>
            </a:prstGeom>
            <a:solidFill>
              <a:srgbClr val="8C8A8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5A21B7C0-BD28-F507-08B6-91CE4737F377}"/>
                </a:ext>
              </a:extLst>
            </p:cNvPr>
            <p:cNvSpPr/>
            <p:nvPr/>
          </p:nvSpPr>
          <p:spPr>
            <a:xfrm>
              <a:off x="4637456" y="1957231"/>
              <a:ext cx="1314141" cy="831846"/>
            </a:xfrm>
            <a:custGeom>
              <a:avLst/>
              <a:gdLst>
                <a:gd name="connsiteX0" fmla="*/ 0 w 1063942"/>
                <a:gd name="connsiteY0" fmla="*/ 0 h 639127"/>
                <a:gd name="connsiteX1" fmla="*/ 1063943 w 1063942"/>
                <a:gd name="connsiteY1" fmla="*/ 0 h 639127"/>
                <a:gd name="connsiteX2" fmla="*/ 1063943 w 1063942"/>
                <a:gd name="connsiteY2" fmla="*/ 639128 h 639127"/>
                <a:gd name="connsiteX3" fmla="*/ 0 w 1063942"/>
                <a:gd name="connsiteY3" fmla="*/ 639128 h 63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3942" h="639127">
                  <a:moveTo>
                    <a:pt x="0" y="0"/>
                  </a:moveTo>
                  <a:lnTo>
                    <a:pt x="1063943" y="0"/>
                  </a:lnTo>
                  <a:lnTo>
                    <a:pt x="1063943" y="639128"/>
                  </a:lnTo>
                  <a:lnTo>
                    <a:pt x="0" y="639128"/>
                  </a:lnTo>
                  <a:close/>
                </a:path>
              </a:pathLst>
            </a:custGeom>
            <a:solidFill>
              <a:srgbClr val="3E42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EC776D3F-4143-84A3-11C6-DB1C47BB6D43}"/>
                </a:ext>
              </a:extLst>
            </p:cNvPr>
            <p:cNvSpPr/>
            <p:nvPr/>
          </p:nvSpPr>
          <p:spPr>
            <a:xfrm>
              <a:off x="4620283" y="2198974"/>
              <a:ext cx="632255" cy="44628"/>
            </a:xfrm>
            <a:custGeom>
              <a:avLst/>
              <a:gdLst>
                <a:gd name="connsiteX0" fmla="*/ 0 w 485775"/>
                <a:gd name="connsiteY0" fmla="*/ 0 h 34289"/>
                <a:gd name="connsiteX1" fmla="*/ 485775 w 485775"/>
                <a:gd name="connsiteY1" fmla="*/ 0 h 34289"/>
                <a:gd name="connsiteX2" fmla="*/ 485775 w 485775"/>
                <a:gd name="connsiteY2" fmla="*/ 34290 h 34289"/>
                <a:gd name="connsiteX3" fmla="*/ 0 w 485775"/>
                <a:gd name="connsiteY3" fmla="*/ 34290 h 3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4289">
                  <a:moveTo>
                    <a:pt x="0" y="0"/>
                  </a:moveTo>
                  <a:lnTo>
                    <a:pt x="485775" y="0"/>
                  </a:lnTo>
                  <a:lnTo>
                    <a:pt x="485775" y="34290"/>
                  </a:lnTo>
                  <a:lnTo>
                    <a:pt x="0" y="34290"/>
                  </a:lnTo>
                  <a:close/>
                </a:path>
              </a:pathLst>
            </a:custGeom>
            <a:solidFill>
              <a:srgbClr val="3993D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FF6FAA9D-685D-D560-8ED0-F984C00185B3}"/>
                </a:ext>
              </a:extLst>
            </p:cNvPr>
            <p:cNvSpPr/>
            <p:nvPr/>
          </p:nvSpPr>
          <p:spPr>
            <a:xfrm>
              <a:off x="5252538" y="1957231"/>
              <a:ext cx="700259" cy="831846"/>
            </a:xfrm>
            <a:custGeom>
              <a:avLst/>
              <a:gdLst>
                <a:gd name="connsiteX0" fmla="*/ 0 w 578167"/>
                <a:gd name="connsiteY0" fmla="*/ 0 h 639127"/>
                <a:gd name="connsiteX1" fmla="*/ 578168 w 578167"/>
                <a:gd name="connsiteY1" fmla="*/ 0 h 639127"/>
                <a:gd name="connsiteX2" fmla="*/ 578168 w 578167"/>
                <a:gd name="connsiteY2" fmla="*/ 639128 h 639127"/>
                <a:gd name="connsiteX3" fmla="*/ 0 w 578167"/>
                <a:gd name="connsiteY3" fmla="*/ 639128 h 63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167" h="639127">
                  <a:moveTo>
                    <a:pt x="0" y="0"/>
                  </a:moveTo>
                  <a:lnTo>
                    <a:pt x="578168" y="0"/>
                  </a:lnTo>
                  <a:lnTo>
                    <a:pt x="578168" y="639128"/>
                  </a:lnTo>
                  <a:lnTo>
                    <a:pt x="0" y="639128"/>
                  </a:lnTo>
                  <a:close/>
                </a:path>
              </a:pathLst>
            </a:custGeom>
            <a:solidFill>
              <a:srgbClr val="4D51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grpSp>
          <p:nvGrpSpPr>
            <p:cNvPr id="1263" name="Graphic 35">
              <a:extLst>
                <a:ext uri="{FF2B5EF4-FFF2-40B4-BE49-F238E27FC236}">
                  <a16:creationId xmlns:a16="http://schemas.microsoft.com/office/drawing/2014/main" id="{6E4D5D4F-3967-63EE-FB6D-FFD78044B4A0}"/>
                </a:ext>
              </a:extLst>
            </p:cNvPr>
            <p:cNvGrpSpPr/>
            <p:nvPr/>
          </p:nvGrpSpPr>
          <p:grpSpPr>
            <a:xfrm>
              <a:off x="5279901" y="2041539"/>
              <a:ext cx="659785" cy="623576"/>
              <a:chOff x="5563552" y="3874294"/>
              <a:chExt cx="536257" cy="479107"/>
            </a:xfrm>
          </p:grpSpPr>
          <p:grpSp>
            <p:nvGrpSpPr>
              <p:cNvPr id="1278" name="Graphic 35">
                <a:extLst>
                  <a:ext uri="{FF2B5EF4-FFF2-40B4-BE49-F238E27FC236}">
                    <a16:creationId xmlns:a16="http://schemas.microsoft.com/office/drawing/2014/main" id="{EC7BF053-4ED0-45F4-19A2-93B9ABA3A312}"/>
                  </a:ext>
                </a:extLst>
              </p:cNvPr>
              <p:cNvGrpSpPr/>
              <p:nvPr/>
            </p:nvGrpSpPr>
            <p:grpSpPr>
              <a:xfrm>
                <a:off x="5563552" y="3874294"/>
                <a:ext cx="14287" cy="468629"/>
                <a:chOff x="5563552" y="3874294"/>
                <a:chExt cx="14287" cy="468629"/>
              </a:xfrm>
              <a:solidFill>
                <a:srgbClr val="94A4A4"/>
              </a:solidFill>
            </p:grpSpPr>
            <p:sp>
              <p:nvSpPr>
                <p:cNvPr id="1301" name="Freeform: Shape 1300">
                  <a:extLst>
                    <a:ext uri="{FF2B5EF4-FFF2-40B4-BE49-F238E27FC236}">
                      <a16:creationId xmlns:a16="http://schemas.microsoft.com/office/drawing/2014/main" id="{FFA677E0-DF4E-81DA-3361-E9BE6013A2CF}"/>
                    </a:ext>
                  </a:extLst>
                </p:cNvPr>
                <p:cNvSpPr/>
                <p:nvPr/>
              </p:nvSpPr>
              <p:spPr>
                <a:xfrm>
                  <a:off x="5563552" y="4322921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02" name="Freeform: Shape 1301">
                  <a:extLst>
                    <a:ext uri="{FF2B5EF4-FFF2-40B4-BE49-F238E27FC236}">
                      <a16:creationId xmlns:a16="http://schemas.microsoft.com/office/drawing/2014/main" id="{01D8649E-A287-0EEC-A181-6BB7B57A2D0F}"/>
                    </a:ext>
                  </a:extLst>
                </p:cNvPr>
                <p:cNvSpPr/>
                <p:nvPr/>
              </p:nvSpPr>
              <p:spPr>
                <a:xfrm>
                  <a:off x="5563552" y="4288631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03" name="Freeform: Shape 1302">
                  <a:extLst>
                    <a:ext uri="{FF2B5EF4-FFF2-40B4-BE49-F238E27FC236}">
                      <a16:creationId xmlns:a16="http://schemas.microsoft.com/office/drawing/2014/main" id="{C99485A2-064B-E194-E8A4-2F87E71A8C1A}"/>
                    </a:ext>
                  </a:extLst>
                </p:cNvPr>
                <p:cNvSpPr/>
                <p:nvPr/>
              </p:nvSpPr>
              <p:spPr>
                <a:xfrm>
                  <a:off x="5563552" y="4254341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04" name="Freeform: Shape 1303">
                  <a:extLst>
                    <a:ext uri="{FF2B5EF4-FFF2-40B4-BE49-F238E27FC236}">
                      <a16:creationId xmlns:a16="http://schemas.microsoft.com/office/drawing/2014/main" id="{01C97353-2F9B-A319-DFBF-7FE0397DC087}"/>
                    </a:ext>
                  </a:extLst>
                </p:cNvPr>
                <p:cNvSpPr/>
                <p:nvPr/>
              </p:nvSpPr>
              <p:spPr>
                <a:xfrm>
                  <a:off x="5563552" y="4220051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05" name="Freeform: Shape 1304">
                  <a:extLst>
                    <a:ext uri="{FF2B5EF4-FFF2-40B4-BE49-F238E27FC236}">
                      <a16:creationId xmlns:a16="http://schemas.microsoft.com/office/drawing/2014/main" id="{F2AE860D-8C5A-F633-C92A-79B548CA3D1B}"/>
                    </a:ext>
                  </a:extLst>
                </p:cNvPr>
                <p:cNvSpPr/>
                <p:nvPr/>
              </p:nvSpPr>
              <p:spPr>
                <a:xfrm>
                  <a:off x="5563552" y="4184809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06" name="Freeform: Shape 1305">
                  <a:extLst>
                    <a:ext uri="{FF2B5EF4-FFF2-40B4-BE49-F238E27FC236}">
                      <a16:creationId xmlns:a16="http://schemas.microsoft.com/office/drawing/2014/main" id="{65C1EA1D-620B-6221-E647-8EDBCCF910F3}"/>
                    </a:ext>
                  </a:extLst>
                </p:cNvPr>
                <p:cNvSpPr/>
                <p:nvPr/>
              </p:nvSpPr>
              <p:spPr>
                <a:xfrm>
                  <a:off x="5563552" y="4150519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07" name="Freeform: Shape 1306">
                  <a:extLst>
                    <a:ext uri="{FF2B5EF4-FFF2-40B4-BE49-F238E27FC236}">
                      <a16:creationId xmlns:a16="http://schemas.microsoft.com/office/drawing/2014/main" id="{1A47F958-E6D7-7224-9B0E-96C9BBB29097}"/>
                    </a:ext>
                  </a:extLst>
                </p:cNvPr>
                <p:cNvSpPr/>
                <p:nvPr/>
              </p:nvSpPr>
              <p:spPr>
                <a:xfrm>
                  <a:off x="5563552" y="4116229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08" name="Freeform: Shape 1307">
                  <a:extLst>
                    <a:ext uri="{FF2B5EF4-FFF2-40B4-BE49-F238E27FC236}">
                      <a16:creationId xmlns:a16="http://schemas.microsoft.com/office/drawing/2014/main" id="{DDA298C9-8E69-E7F3-0152-936537BD64CA}"/>
                    </a:ext>
                  </a:extLst>
                </p:cNvPr>
                <p:cNvSpPr/>
                <p:nvPr/>
              </p:nvSpPr>
              <p:spPr>
                <a:xfrm>
                  <a:off x="5563552" y="4081939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09" name="Freeform: Shape 1308">
                  <a:extLst>
                    <a:ext uri="{FF2B5EF4-FFF2-40B4-BE49-F238E27FC236}">
                      <a16:creationId xmlns:a16="http://schemas.microsoft.com/office/drawing/2014/main" id="{7662FF87-45CE-368E-A731-C0AB558BC053}"/>
                    </a:ext>
                  </a:extLst>
                </p:cNvPr>
                <p:cNvSpPr/>
                <p:nvPr/>
              </p:nvSpPr>
              <p:spPr>
                <a:xfrm>
                  <a:off x="5563552" y="4047649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10" name="Freeform: Shape 1309">
                  <a:extLst>
                    <a:ext uri="{FF2B5EF4-FFF2-40B4-BE49-F238E27FC236}">
                      <a16:creationId xmlns:a16="http://schemas.microsoft.com/office/drawing/2014/main" id="{BFCCAB6B-6025-5992-90E7-37161396CE9E}"/>
                    </a:ext>
                  </a:extLst>
                </p:cNvPr>
                <p:cNvSpPr/>
                <p:nvPr/>
              </p:nvSpPr>
              <p:spPr>
                <a:xfrm>
                  <a:off x="5563552" y="4012406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11" name="Freeform: Shape 1310">
                  <a:extLst>
                    <a:ext uri="{FF2B5EF4-FFF2-40B4-BE49-F238E27FC236}">
                      <a16:creationId xmlns:a16="http://schemas.microsoft.com/office/drawing/2014/main" id="{830F21AF-552C-ABCB-ECD5-A26DB3469AC9}"/>
                    </a:ext>
                  </a:extLst>
                </p:cNvPr>
                <p:cNvSpPr/>
                <p:nvPr/>
              </p:nvSpPr>
              <p:spPr>
                <a:xfrm>
                  <a:off x="5563552" y="3978116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12" name="Freeform: Shape 1311">
                  <a:extLst>
                    <a:ext uri="{FF2B5EF4-FFF2-40B4-BE49-F238E27FC236}">
                      <a16:creationId xmlns:a16="http://schemas.microsoft.com/office/drawing/2014/main" id="{7233F5B9-6070-7F80-332D-56B067C2303D}"/>
                    </a:ext>
                  </a:extLst>
                </p:cNvPr>
                <p:cNvSpPr/>
                <p:nvPr/>
              </p:nvSpPr>
              <p:spPr>
                <a:xfrm>
                  <a:off x="5563552" y="3943826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13" name="Freeform: Shape 1312">
                  <a:extLst>
                    <a:ext uri="{FF2B5EF4-FFF2-40B4-BE49-F238E27FC236}">
                      <a16:creationId xmlns:a16="http://schemas.microsoft.com/office/drawing/2014/main" id="{38AAEC5A-1907-C247-EB2A-F1954916D66B}"/>
                    </a:ext>
                  </a:extLst>
                </p:cNvPr>
                <p:cNvSpPr/>
                <p:nvPr/>
              </p:nvSpPr>
              <p:spPr>
                <a:xfrm>
                  <a:off x="5563552" y="3909536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314" name="Freeform: Shape 1313">
                  <a:extLst>
                    <a:ext uri="{FF2B5EF4-FFF2-40B4-BE49-F238E27FC236}">
                      <a16:creationId xmlns:a16="http://schemas.microsoft.com/office/drawing/2014/main" id="{3DBA4C43-2DA4-7366-33CD-E7DAA55E3BC9}"/>
                    </a:ext>
                  </a:extLst>
                </p:cNvPr>
                <p:cNvSpPr/>
                <p:nvPr/>
              </p:nvSpPr>
              <p:spPr>
                <a:xfrm>
                  <a:off x="5563552" y="3874294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</p:grp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8E7E8D1B-B803-8D17-BD2D-D45AADEF20B8}"/>
                  </a:ext>
                </a:extLst>
              </p:cNvPr>
              <p:cNvSpPr/>
              <p:nvPr/>
            </p:nvSpPr>
            <p:spPr>
              <a:xfrm>
                <a:off x="5650230" y="3876199"/>
                <a:ext cx="38100" cy="20002"/>
              </a:xfrm>
              <a:custGeom>
                <a:avLst/>
                <a:gdLst>
                  <a:gd name="connsiteX0" fmla="*/ 0 w 38100"/>
                  <a:gd name="connsiteY0" fmla="*/ 0 h 20002"/>
                  <a:gd name="connsiteX1" fmla="*/ 38100 w 38100"/>
                  <a:gd name="connsiteY1" fmla="*/ 0 h 20002"/>
                  <a:gd name="connsiteX2" fmla="*/ 38100 w 38100"/>
                  <a:gd name="connsiteY2" fmla="*/ 20002 h 20002"/>
                  <a:gd name="connsiteX3" fmla="*/ 0 w 38100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20002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57E68A44-52DD-C385-1A38-F3EB1288A5DA}"/>
                  </a:ext>
                </a:extLst>
              </p:cNvPr>
              <p:cNvSpPr/>
              <p:nvPr/>
            </p:nvSpPr>
            <p:spPr>
              <a:xfrm>
                <a:off x="5650230" y="3909536"/>
                <a:ext cx="38100" cy="20002"/>
              </a:xfrm>
              <a:custGeom>
                <a:avLst/>
                <a:gdLst>
                  <a:gd name="connsiteX0" fmla="*/ 0 w 38100"/>
                  <a:gd name="connsiteY0" fmla="*/ 0 h 20002"/>
                  <a:gd name="connsiteX1" fmla="*/ 38100 w 38100"/>
                  <a:gd name="connsiteY1" fmla="*/ 0 h 20002"/>
                  <a:gd name="connsiteX2" fmla="*/ 38100 w 38100"/>
                  <a:gd name="connsiteY2" fmla="*/ 20002 h 20002"/>
                  <a:gd name="connsiteX3" fmla="*/ 0 w 38100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20002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E2983CE8-948E-8F36-B66E-7B14A0E82080}"/>
                  </a:ext>
                </a:extLst>
              </p:cNvPr>
              <p:cNvSpPr/>
              <p:nvPr/>
            </p:nvSpPr>
            <p:spPr>
              <a:xfrm>
                <a:off x="5650230" y="4071461"/>
                <a:ext cx="38100" cy="20002"/>
              </a:xfrm>
              <a:custGeom>
                <a:avLst/>
                <a:gdLst>
                  <a:gd name="connsiteX0" fmla="*/ 0 w 38100"/>
                  <a:gd name="connsiteY0" fmla="*/ 0 h 20002"/>
                  <a:gd name="connsiteX1" fmla="*/ 38100 w 38100"/>
                  <a:gd name="connsiteY1" fmla="*/ 0 h 20002"/>
                  <a:gd name="connsiteX2" fmla="*/ 38100 w 38100"/>
                  <a:gd name="connsiteY2" fmla="*/ 20002 h 20002"/>
                  <a:gd name="connsiteX3" fmla="*/ 0 w 38100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20002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BCDDF859-516F-BCC0-312C-0C3D486250C7}"/>
                  </a:ext>
                </a:extLst>
              </p:cNvPr>
              <p:cNvSpPr/>
              <p:nvPr/>
            </p:nvSpPr>
            <p:spPr>
              <a:xfrm>
                <a:off x="5650230" y="4136231"/>
                <a:ext cx="38100" cy="20002"/>
              </a:xfrm>
              <a:custGeom>
                <a:avLst/>
                <a:gdLst>
                  <a:gd name="connsiteX0" fmla="*/ 0 w 38100"/>
                  <a:gd name="connsiteY0" fmla="*/ 0 h 20002"/>
                  <a:gd name="connsiteX1" fmla="*/ 38100 w 38100"/>
                  <a:gd name="connsiteY1" fmla="*/ 0 h 20002"/>
                  <a:gd name="connsiteX2" fmla="*/ 38100 w 38100"/>
                  <a:gd name="connsiteY2" fmla="*/ 20003 h 20002"/>
                  <a:gd name="connsiteX3" fmla="*/ 0 w 38100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20002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2B139EB6-0BDD-A03D-B915-699B95505DAD}"/>
                  </a:ext>
                </a:extLst>
              </p:cNvPr>
              <p:cNvSpPr/>
              <p:nvPr/>
            </p:nvSpPr>
            <p:spPr>
              <a:xfrm>
                <a:off x="5650230" y="4333399"/>
                <a:ext cx="38100" cy="20002"/>
              </a:xfrm>
              <a:custGeom>
                <a:avLst/>
                <a:gdLst>
                  <a:gd name="connsiteX0" fmla="*/ 0 w 38100"/>
                  <a:gd name="connsiteY0" fmla="*/ 0 h 20002"/>
                  <a:gd name="connsiteX1" fmla="*/ 38100 w 38100"/>
                  <a:gd name="connsiteY1" fmla="*/ 0 h 20002"/>
                  <a:gd name="connsiteX2" fmla="*/ 38100 w 38100"/>
                  <a:gd name="connsiteY2" fmla="*/ 20003 h 20002"/>
                  <a:gd name="connsiteX3" fmla="*/ 0 w 38100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20002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1CAE9EF8-3656-CE8A-CF97-A04EAC11C95F}"/>
                  </a:ext>
                </a:extLst>
              </p:cNvPr>
              <p:cNvSpPr/>
              <p:nvPr/>
            </p:nvSpPr>
            <p:spPr>
              <a:xfrm>
                <a:off x="5688330" y="3939064"/>
                <a:ext cx="183832" cy="20002"/>
              </a:xfrm>
              <a:custGeom>
                <a:avLst/>
                <a:gdLst>
                  <a:gd name="connsiteX0" fmla="*/ 0 w 183832"/>
                  <a:gd name="connsiteY0" fmla="*/ 0 h 20002"/>
                  <a:gd name="connsiteX1" fmla="*/ 183833 w 183832"/>
                  <a:gd name="connsiteY1" fmla="*/ 0 h 20002"/>
                  <a:gd name="connsiteX2" fmla="*/ 183833 w 183832"/>
                  <a:gd name="connsiteY2" fmla="*/ 20002 h 20002"/>
                  <a:gd name="connsiteX3" fmla="*/ 0 w 183832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832" h="20002">
                    <a:moveTo>
                      <a:pt x="0" y="0"/>
                    </a:moveTo>
                    <a:lnTo>
                      <a:pt x="183833" y="0"/>
                    </a:lnTo>
                    <a:lnTo>
                      <a:pt x="183833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CF192C4C-2E5E-7BDA-2374-99F1520E11F2}"/>
                  </a:ext>
                </a:extLst>
              </p:cNvPr>
              <p:cNvSpPr/>
              <p:nvPr/>
            </p:nvSpPr>
            <p:spPr>
              <a:xfrm>
                <a:off x="5877877" y="3939064"/>
                <a:ext cx="96202" cy="20002"/>
              </a:xfrm>
              <a:custGeom>
                <a:avLst/>
                <a:gdLst>
                  <a:gd name="connsiteX0" fmla="*/ 0 w 96202"/>
                  <a:gd name="connsiteY0" fmla="*/ 0 h 20002"/>
                  <a:gd name="connsiteX1" fmla="*/ 96203 w 96202"/>
                  <a:gd name="connsiteY1" fmla="*/ 0 h 20002"/>
                  <a:gd name="connsiteX2" fmla="*/ 96203 w 96202"/>
                  <a:gd name="connsiteY2" fmla="*/ 20002 h 20002"/>
                  <a:gd name="connsiteX3" fmla="*/ 0 w 96202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202" h="20002">
                    <a:moveTo>
                      <a:pt x="0" y="0"/>
                    </a:moveTo>
                    <a:lnTo>
                      <a:pt x="96203" y="0"/>
                    </a:lnTo>
                    <a:lnTo>
                      <a:pt x="96203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6FBB8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B16531D1-64BD-1012-B2A8-21D7B32EFD6E}"/>
                  </a:ext>
                </a:extLst>
              </p:cNvPr>
              <p:cNvSpPr/>
              <p:nvPr/>
            </p:nvSpPr>
            <p:spPr>
              <a:xfrm>
                <a:off x="5846445" y="4266724"/>
                <a:ext cx="96202" cy="20002"/>
              </a:xfrm>
              <a:custGeom>
                <a:avLst/>
                <a:gdLst>
                  <a:gd name="connsiteX0" fmla="*/ 0 w 96202"/>
                  <a:gd name="connsiteY0" fmla="*/ 0 h 20002"/>
                  <a:gd name="connsiteX1" fmla="*/ 96202 w 96202"/>
                  <a:gd name="connsiteY1" fmla="*/ 0 h 20002"/>
                  <a:gd name="connsiteX2" fmla="*/ 96202 w 96202"/>
                  <a:gd name="connsiteY2" fmla="*/ 20002 h 20002"/>
                  <a:gd name="connsiteX3" fmla="*/ 0 w 96202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202" h="20002">
                    <a:moveTo>
                      <a:pt x="0" y="0"/>
                    </a:moveTo>
                    <a:lnTo>
                      <a:pt x="96202" y="0"/>
                    </a:lnTo>
                    <a:lnTo>
                      <a:pt x="96202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C9462036-DD41-0CED-6708-908A48E35EDB}"/>
                  </a:ext>
                </a:extLst>
              </p:cNvPr>
              <p:cNvSpPr/>
              <p:nvPr/>
            </p:nvSpPr>
            <p:spPr>
              <a:xfrm>
                <a:off x="5884545" y="4234339"/>
                <a:ext cx="96202" cy="20002"/>
              </a:xfrm>
              <a:custGeom>
                <a:avLst/>
                <a:gdLst>
                  <a:gd name="connsiteX0" fmla="*/ 0 w 96202"/>
                  <a:gd name="connsiteY0" fmla="*/ 0 h 20002"/>
                  <a:gd name="connsiteX1" fmla="*/ 96202 w 96202"/>
                  <a:gd name="connsiteY1" fmla="*/ 0 h 20002"/>
                  <a:gd name="connsiteX2" fmla="*/ 96202 w 96202"/>
                  <a:gd name="connsiteY2" fmla="*/ 20002 h 20002"/>
                  <a:gd name="connsiteX3" fmla="*/ 0 w 96202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202" h="20002">
                    <a:moveTo>
                      <a:pt x="0" y="0"/>
                    </a:moveTo>
                    <a:lnTo>
                      <a:pt x="96202" y="0"/>
                    </a:lnTo>
                    <a:lnTo>
                      <a:pt x="96202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6FBB8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25922599-67FB-FEE7-1C8D-5ED4A4DEE832}"/>
                  </a:ext>
                </a:extLst>
              </p:cNvPr>
              <p:cNvSpPr/>
              <p:nvPr/>
            </p:nvSpPr>
            <p:spPr>
              <a:xfrm>
                <a:off x="5880735" y="4164806"/>
                <a:ext cx="96202" cy="20002"/>
              </a:xfrm>
              <a:custGeom>
                <a:avLst/>
                <a:gdLst>
                  <a:gd name="connsiteX0" fmla="*/ 0 w 96202"/>
                  <a:gd name="connsiteY0" fmla="*/ 0 h 20002"/>
                  <a:gd name="connsiteX1" fmla="*/ 96203 w 96202"/>
                  <a:gd name="connsiteY1" fmla="*/ 0 h 20002"/>
                  <a:gd name="connsiteX2" fmla="*/ 96203 w 96202"/>
                  <a:gd name="connsiteY2" fmla="*/ 20003 h 20002"/>
                  <a:gd name="connsiteX3" fmla="*/ 0 w 96202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202" h="20002">
                    <a:moveTo>
                      <a:pt x="0" y="0"/>
                    </a:moveTo>
                    <a:lnTo>
                      <a:pt x="96203" y="0"/>
                    </a:lnTo>
                    <a:lnTo>
                      <a:pt x="96203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7C723D68-E4CF-25E1-198C-846CB916F1B5}"/>
                  </a:ext>
                </a:extLst>
              </p:cNvPr>
              <p:cNvSpPr/>
              <p:nvPr/>
            </p:nvSpPr>
            <p:spPr>
              <a:xfrm>
                <a:off x="5688330" y="3972401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8 w 60007"/>
                  <a:gd name="connsiteY1" fmla="*/ 0 h 20002"/>
                  <a:gd name="connsiteX2" fmla="*/ 60008 w 60007"/>
                  <a:gd name="connsiteY2" fmla="*/ 20002 h 20002"/>
                  <a:gd name="connsiteX3" fmla="*/ 0 w 6000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8" y="0"/>
                    </a:lnTo>
                    <a:lnTo>
                      <a:pt x="60008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D803B982-A1CF-AB01-2D0A-3F16F3A6326C}"/>
                  </a:ext>
                </a:extLst>
              </p:cNvPr>
              <p:cNvSpPr/>
              <p:nvPr/>
            </p:nvSpPr>
            <p:spPr>
              <a:xfrm>
                <a:off x="5688330" y="4199096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8 w 60007"/>
                  <a:gd name="connsiteY1" fmla="*/ 0 h 20002"/>
                  <a:gd name="connsiteX2" fmla="*/ 60008 w 60007"/>
                  <a:gd name="connsiteY2" fmla="*/ 20003 h 20002"/>
                  <a:gd name="connsiteX3" fmla="*/ 0 w 60007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8" y="0"/>
                    </a:lnTo>
                    <a:lnTo>
                      <a:pt x="60008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EBC12931-6EA5-2A39-73F0-AAA500024ACF}"/>
                  </a:ext>
                </a:extLst>
              </p:cNvPr>
              <p:cNvSpPr/>
              <p:nvPr/>
            </p:nvSpPr>
            <p:spPr>
              <a:xfrm>
                <a:off x="5760720" y="4266724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7 w 60007"/>
                  <a:gd name="connsiteY1" fmla="*/ 0 h 20002"/>
                  <a:gd name="connsiteX2" fmla="*/ 60007 w 60007"/>
                  <a:gd name="connsiteY2" fmla="*/ 20002 h 20002"/>
                  <a:gd name="connsiteX3" fmla="*/ 0 w 6000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7" y="0"/>
                    </a:lnTo>
                    <a:lnTo>
                      <a:pt x="60007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DF43DE95-DADD-625C-A1A3-64E6EB57D618}"/>
                  </a:ext>
                </a:extLst>
              </p:cNvPr>
              <p:cNvSpPr/>
              <p:nvPr/>
            </p:nvSpPr>
            <p:spPr>
              <a:xfrm>
                <a:off x="5760720" y="3972401"/>
                <a:ext cx="143827" cy="20002"/>
              </a:xfrm>
              <a:custGeom>
                <a:avLst/>
                <a:gdLst>
                  <a:gd name="connsiteX0" fmla="*/ 0 w 143827"/>
                  <a:gd name="connsiteY0" fmla="*/ 0 h 20002"/>
                  <a:gd name="connsiteX1" fmla="*/ 143827 w 143827"/>
                  <a:gd name="connsiteY1" fmla="*/ 0 h 20002"/>
                  <a:gd name="connsiteX2" fmla="*/ 143827 w 143827"/>
                  <a:gd name="connsiteY2" fmla="*/ 20002 h 20002"/>
                  <a:gd name="connsiteX3" fmla="*/ 0 w 14382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27" h="20002">
                    <a:moveTo>
                      <a:pt x="0" y="0"/>
                    </a:moveTo>
                    <a:lnTo>
                      <a:pt x="143827" y="0"/>
                    </a:lnTo>
                    <a:lnTo>
                      <a:pt x="143827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80CFF652-6833-1CA0-CB8D-809EE8A46E7B}"/>
                  </a:ext>
                </a:extLst>
              </p:cNvPr>
              <p:cNvSpPr/>
              <p:nvPr/>
            </p:nvSpPr>
            <p:spPr>
              <a:xfrm>
                <a:off x="5955982" y="4266724"/>
                <a:ext cx="143827" cy="20002"/>
              </a:xfrm>
              <a:custGeom>
                <a:avLst/>
                <a:gdLst>
                  <a:gd name="connsiteX0" fmla="*/ 0 w 143827"/>
                  <a:gd name="connsiteY0" fmla="*/ 0 h 20002"/>
                  <a:gd name="connsiteX1" fmla="*/ 143827 w 143827"/>
                  <a:gd name="connsiteY1" fmla="*/ 0 h 20002"/>
                  <a:gd name="connsiteX2" fmla="*/ 143827 w 143827"/>
                  <a:gd name="connsiteY2" fmla="*/ 20002 h 20002"/>
                  <a:gd name="connsiteX3" fmla="*/ 0 w 14382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27" h="20002">
                    <a:moveTo>
                      <a:pt x="0" y="0"/>
                    </a:moveTo>
                    <a:lnTo>
                      <a:pt x="143827" y="0"/>
                    </a:lnTo>
                    <a:lnTo>
                      <a:pt x="143827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8D7DDD1-08A0-1440-CCF3-0A0D8B436223}"/>
                  </a:ext>
                </a:extLst>
              </p:cNvPr>
              <p:cNvSpPr/>
              <p:nvPr/>
            </p:nvSpPr>
            <p:spPr>
              <a:xfrm>
                <a:off x="5688330" y="4006691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8 w 60007"/>
                  <a:gd name="connsiteY1" fmla="*/ 0 h 20002"/>
                  <a:gd name="connsiteX2" fmla="*/ 60008 w 60007"/>
                  <a:gd name="connsiteY2" fmla="*/ 20002 h 20002"/>
                  <a:gd name="connsiteX3" fmla="*/ 0 w 6000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8" y="0"/>
                    </a:lnTo>
                    <a:lnTo>
                      <a:pt x="60008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E654DD11-A5C9-DD08-0DB3-1D09D6FB6E9B}"/>
                  </a:ext>
                </a:extLst>
              </p:cNvPr>
              <p:cNvSpPr/>
              <p:nvPr/>
            </p:nvSpPr>
            <p:spPr>
              <a:xfrm>
                <a:off x="5688330" y="4298156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8 w 60007"/>
                  <a:gd name="connsiteY1" fmla="*/ 0 h 20002"/>
                  <a:gd name="connsiteX2" fmla="*/ 60008 w 60007"/>
                  <a:gd name="connsiteY2" fmla="*/ 20003 h 20002"/>
                  <a:gd name="connsiteX3" fmla="*/ 0 w 60007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8" y="0"/>
                    </a:lnTo>
                    <a:lnTo>
                      <a:pt x="60008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6FBB8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9D85C68A-A2FC-0D70-A13F-883A17FB3D15}"/>
                  </a:ext>
                </a:extLst>
              </p:cNvPr>
              <p:cNvSpPr/>
              <p:nvPr/>
            </p:nvSpPr>
            <p:spPr>
              <a:xfrm>
                <a:off x="5688330" y="4266724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8 w 60007"/>
                  <a:gd name="connsiteY1" fmla="*/ 0 h 20002"/>
                  <a:gd name="connsiteX2" fmla="*/ 60008 w 60007"/>
                  <a:gd name="connsiteY2" fmla="*/ 20002 h 20002"/>
                  <a:gd name="connsiteX3" fmla="*/ 0 w 6000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8" y="0"/>
                    </a:lnTo>
                    <a:lnTo>
                      <a:pt x="60008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49CD8C8-D2A7-604A-18E5-982787C086BB}"/>
                  </a:ext>
                </a:extLst>
              </p:cNvPr>
              <p:cNvSpPr/>
              <p:nvPr/>
            </p:nvSpPr>
            <p:spPr>
              <a:xfrm>
                <a:off x="5688330" y="4037171"/>
                <a:ext cx="96202" cy="20002"/>
              </a:xfrm>
              <a:custGeom>
                <a:avLst/>
                <a:gdLst>
                  <a:gd name="connsiteX0" fmla="*/ 0 w 96202"/>
                  <a:gd name="connsiteY0" fmla="*/ 0 h 20002"/>
                  <a:gd name="connsiteX1" fmla="*/ 96203 w 96202"/>
                  <a:gd name="connsiteY1" fmla="*/ 0 h 20002"/>
                  <a:gd name="connsiteX2" fmla="*/ 96203 w 96202"/>
                  <a:gd name="connsiteY2" fmla="*/ 20003 h 20002"/>
                  <a:gd name="connsiteX3" fmla="*/ 0 w 96202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202" h="20002">
                    <a:moveTo>
                      <a:pt x="0" y="0"/>
                    </a:moveTo>
                    <a:lnTo>
                      <a:pt x="96203" y="0"/>
                    </a:lnTo>
                    <a:lnTo>
                      <a:pt x="96203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6FBB8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99126F8B-5450-E79D-4BA9-5101AAF638A7}"/>
                  </a:ext>
                </a:extLst>
              </p:cNvPr>
              <p:cNvSpPr/>
              <p:nvPr/>
            </p:nvSpPr>
            <p:spPr>
              <a:xfrm>
                <a:off x="5801677" y="4037171"/>
                <a:ext cx="183832" cy="20002"/>
              </a:xfrm>
              <a:custGeom>
                <a:avLst/>
                <a:gdLst>
                  <a:gd name="connsiteX0" fmla="*/ 0 w 183832"/>
                  <a:gd name="connsiteY0" fmla="*/ 0 h 20002"/>
                  <a:gd name="connsiteX1" fmla="*/ 183832 w 183832"/>
                  <a:gd name="connsiteY1" fmla="*/ 0 h 20002"/>
                  <a:gd name="connsiteX2" fmla="*/ 183832 w 183832"/>
                  <a:gd name="connsiteY2" fmla="*/ 20003 h 20002"/>
                  <a:gd name="connsiteX3" fmla="*/ 0 w 183832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832" h="20002">
                    <a:moveTo>
                      <a:pt x="0" y="0"/>
                    </a:moveTo>
                    <a:lnTo>
                      <a:pt x="183832" y="0"/>
                    </a:lnTo>
                    <a:lnTo>
                      <a:pt x="183832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7BF307F0-7761-BA01-6D53-752F755E53FF}"/>
                  </a:ext>
                </a:extLst>
              </p:cNvPr>
              <p:cNvSpPr/>
              <p:nvPr/>
            </p:nvSpPr>
            <p:spPr>
              <a:xfrm>
                <a:off x="5688330" y="4164806"/>
                <a:ext cx="183832" cy="20002"/>
              </a:xfrm>
              <a:custGeom>
                <a:avLst/>
                <a:gdLst>
                  <a:gd name="connsiteX0" fmla="*/ 0 w 183832"/>
                  <a:gd name="connsiteY0" fmla="*/ 0 h 20002"/>
                  <a:gd name="connsiteX1" fmla="*/ 183833 w 183832"/>
                  <a:gd name="connsiteY1" fmla="*/ 0 h 20002"/>
                  <a:gd name="connsiteX2" fmla="*/ 183833 w 183832"/>
                  <a:gd name="connsiteY2" fmla="*/ 20003 h 20002"/>
                  <a:gd name="connsiteX3" fmla="*/ 0 w 183832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832" h="20002">
                    <a:moveTo>
                      <a:pt x="0" y="0"/>
                    </a:moveTo>
                    <a:lnTo>
                      <a:pt x="183833" y="0"/>
                    </a:lnTo>
                    <a:lnTo>
                      <a:pt x="183833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5112302A-EFCF-941D-6F1F-F9A1F6E32E9A}"/>
                  </a:ext>
                </a:extLst>
              </p:cNvPr>
              <p:cNvSpPr/>
              <p:nvPr/>
            </p:nvSpPr>
            <p:spPr>
              <a:xfrm>
                <a:off x="5688330" y="4234339"/>
                <a:ext cx="183832" cy="20002"/>
              </a:xfrm>
              <a:custGeom>
                <a:avLst/>
                <a:gdLst>
                  <a:gd name="connsiteX0" fmla="*/ 0 w 183832"/>
                  <a:gd name="connsiteY0" fmla="*/ 0 h 20002"/>
                  <a:gd name="connsiteX1" fmla="*/ 183833 w 183832"/>
                  <a:gd name="connsiteY1" fmla="*/ 0 h 20002"/>
                  <a:gd name="connsiteX2" fmla="*/ 183833 w 183832"/>
                  <a:gd name="connsiteY2" fmla="*/ 20002 h 20002"/>
                  <a:gd name="connsiteX3" fmla="*/ 0 w 183832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832" h="20002">
                    <a:moveTo>
                      <a:pt x="0" y="0"/>
                    </a:moveTo>
                    <a:lnTo>
                      <a:pt x="183833" y="0"/>
                    </a:lnTo>
                    <a:lnTo>
                      <a:pt x="183833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grpSp>
          <p:nvGrpSpPr>
            <p:cNvPr id="1264" name="Graphic 35">
              <a:extLst>
                <a:ext uri="{FF2B5EF4-FFF2-40B4-BE49-F238E27FC236}">
                  <a16:creationId xmlns:a16="http://schemas.microsoft.com/office/drawing/2014/main" id="{D55C3A89-C851-9679-7102-B4A60A22C368}"/>
                </a:ext>
              </a:extLst>
            </p:cNvPr>
            <p:cNvGrpSpPr/>
            <p:nvPr/>
          </p:nvGrpSpPr>
          <p:grpSpPr>
            <a:xfrm>
              <a:off x="5810290" y="1927478"/>
              <a:ext cx="85540" cy="24794"/>
              <a:chOff x="5971222" y="3786664"/>
              <a:chExt cx="65723" cy="19050"/>
            </a:xfrm>
            <a:solidFill>
              <a:schemeClr val="bg1"/>
            </a:solidFill>
          </p:grpSpPr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A9E081C8-1D93-9407-53FB-33E971D23A21}"/>
                  </a:ext>
                </a:extLst>
              </p:cNvPr>
              <p:cNvSpPr/>
              <p:nvPr/>
            </p:nvSpPr>
            <p:spPr>
              <a:xfrm>
                <a:off x="5971222" y="3786664"/>
                <a:ext cx="19050" cy="19050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5"/>
                      <a:pt x="14785" y="19050"/>
                      <a:pt x="9525" y="19050"/>
                    </a:cubicBezTo>
                    <a:cubicBezTo>
                      <a:pt x="4265" y="19050"/>
                      <a:pt x="0" y="14785"/>
                      <a:pt x="0" y="9525"/>
                    </a:cubicBezTo>
                    <a:cubicBezTo>
                      <a:pt x="0" y="4264"/>
                      <a:pt x="4265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461D57D5-D5EC-D765-2379-3B6242133A31}"/>
                  </a:ext>
                </a:extLst>
              </p:cNvPr>
              <p:cNvSpPr/>
              <p:nvPr/>
            </p:nvSpPr>
            <p:spPr>
              <a:xfrm>
                <a:off x="5995035" y="3786664"/>
                <a:ext cx="19050" cy="19050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5"/>
                      <a:pt x="14785" y="19050"/>
                      <a:pt x="9525" y="19050"/>
                    </a:cubicBezTo>
                    <a:cubicBezTo>
                      <a:pt x="4265" y="19050"/>
                      <a:pt x="0" y="14785"/>
                      <a:pt x="0" y="9525"/>
                    </a:cubicBezTo>
                    <a:cubicBezTo>
                      <a:pt x="0" y="4264"/>
                      <a:pt x="4265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858084BC-CF15-951A-CD55-9BC8D806503B}"/>
                  </a:ext>
                </a:extLst>
              </p:cNvPr>
              <p:cNvSpPr/>
              <p:nvPr/>
            </p:nvSpPr>
            <p:spPr>
              <a:xfrm>
                <a:off x="6017895" y="3786664"/>
                <a:ext cx="19050" cy="19050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5"/>
                      <a:pt x="14785" y="19050"/>
                      <a:pt x="9525" y="19050"/>
                    </a:cubicBezTo>
                    <a:cubicBezTo>
                      <a:pt x="4264" y="19050"/>
                      <a:pt x="0" y="14785"/>
                      <a:pt x="0" y="9525"/>
                    </a:cubicBezTo>
                    <a:cubicBezTo>
                      <a:pt x="0" y="4264"/>
                      <a:pt x="4264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grpSp>
          <p:nvGrpSpPr>
            <p:cNvPr id="1265" name="Graphic 35">
              <a:extLst>
                <a:ext uri="{FF2B5EF4-FFF2-40B4-BE49-F238E27FC236}">
                  <a16:creationId xmlns:a16="http://schemas.microsoft.com/office/drawing/2014/main" id="{93D27937-105E-0FEF-1AB8-5BB1A6309723}"/>
                </a:ext>
              </a:extLst>
            </p:cNvPr>
            <p:cNvGrpSpPr/>
            <p:nvPr/>
          </p:nvGrpSpPr>
          <p:grpSpPr>
            <a:xfrm>
              <a:off x="4643826" y="2030459"/>
              <a:ext cx="591342" cy="291338"/>
              <a:chOff x="5074920" y="3865721"/>
              <a:chExt cx="454342" cy="223838"/>
            </a:xfrm>
          </p:grpSpPr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F9468FA-55B5-68E8-5572-81000703E4CF}"/>
                  </a:ext>
                </a:extLst>
              </p:cNvPr>
              <p:cNvSpPr/>
              <p:nvPr/>
            </p:nvSpPr>
            <p:spPr>
              <a:xfrm>
                <a:off x="5074920" y="3865721"/>
                <a:ext cx="143827" cy="20955"/>
              </a:xfrm>
              <a:custGeom>
                <a:avLst/>
                <a:gdLst>
                  <a:gd name="connsiteX0" fmla="*/ 0 w 143827"/>
                  <a:gd name="connsiteY0" fmla="*/ 0 h 20955"/>
                  <a:gd name="connsiteX1" fmla="*/ 143827 w 143827"/>
                  <a:gd name="connsiteY1" fmla="*/ 0 h 20955"/>
                  <a:gd name="connsiteX2" fmla="*/ 143827 w 143827"/>
                  <a:gd name="connsiteY2" fmla="*/ 20955 h 20955"/>
                  <a:gd name="connsiteX3" fmla="*/ 0 w 143827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27" h="20955">
                    <a:moveTo>
                      <a:pt x="0" y="0"/>
                    </a:moveTo>
                    <a:lnTo>
                      <a:pt x="143827" y="0"/>
                    </a:lnTo>
                    <a:lnTo>
                      <a:pt x="143827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44886D7-0431-F61C-0AD5-04E60DF7D253}"/>
                  </a:ext>
                </a:extLst>
              </p:cNvPr>
              <p:cNvSpPr/>
              <p:nvPr/>
            </p:nvSpPr>
            <p:spPr>
              <a:xfrm>
                <a:off x="5155882" y="3898106"/>
                <a:ext cx="143827" cy="20955"/>
              </a:xfrm>
              <a:custGeom>
                <a:avLst/>
                <a:gdLst>
                  <a:gd name="connsiteX0" fmla="*/ 0 w 143827"/>
                  <a:gd name="connsiteY0" fmla="*/ 0 h 20955"/>
                  <a:gd name="connsiteX1" fmla="*/ 143827 w 143827"/>
                  <a:gd name="connsiteY1" fmla="*/ 0 h 20955"/>
                  <a:gd name="connsiteX2" fmla="*/ 143827 w 143827"/>
                  <a:gd name="connsiteY2" fmla="*/ 20955 h 20955"/>
                  <a:gd name="connsiteX3" fmla="*/ 0 w 143827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27" h="20955">
                    <a:moveTo>
                      <a:pt x="0" y="0"/>
                    </a:moveTo>
                    <a:lnTo>
                      <a:pt x="143827" y="0"/>
                    </a:lnTo>
                    <a:lnTo>
                      <a:pt x="143827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D9423111-FD5A-D5D0-C7D9-CF2536918FA5}"/>
                  </a:ext>
                </a:extLst>
              </p:cNvPr>
              <p:cNvSpPr/>
              <p:nvPr/>
            </p:nvSpPr>
            <p:spPr>
              <a:xfrm>
                <a:off x="5251132" y="4004786"/>
                <a:ext cx="179070" cy="16192"/>
              </a:xfrm>
              <a:custGeom>
                <a:avLst/>
                <a:gdLst>
                  <a:gd name="connsiteX0" fmla="*/ 0 w 179070"/>
                  <a:gd name="connsiteY0" fmla="*/ 0 h 16192"/>
                  <a:gd name="connsiteX1" fmla="*/ 179070 w 179070"/>
                  <a:gd name="connsiteY1" fmla="*/ 0 h 16192"/>
                  <a:gd name="connsiteX2" fmla="*/ 179070 w 179070"/>
                  <a:gd name="connsiteY2" fmla="*/ 16192 h 16192"/>
                  <a:gd name="connsiteX3" fmla="*/ 0 w 179070"/>
                  <a:gd name="connsiteY3" fmla="*/ 16192 h 1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70" h="16192">
                    <a:moveTo>
                      <a:pt x="0" y="0"/>
                    </a:moveTo>
                    <a:lnTo>
                      <a:pt x="179070" y="0"/>
                    </a:lnTo>
                    <a:lnTo>
                      <a:pt x="179070" y="16192"/>
                    </a:lnTo>
                    <a:lnTo>
                      <a:pt x="0" y="16192"/>
                    </a:lnTo>
                    <a:close/>
                  </a:path>
                </a:pathLst>
              </a:custGeom>
              <a:solidFill>
                <a:srgbClr val="D5D7D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FB39F4CE-C375-8F9B-C5DC-C43ABB6B553E}"/>
                  </a:ext>
                </a:extLst>
              </p:cNvPr>
              <p:cNvSpPr/>
              <p:nvPr/>
            </p:nvSpPr>
            <p:spPr>
              <a:xfrm>
                <a:off x="5233987" y="4040981"/>
                <a:ext cx="177165" cy="20955"/>
              </a:xfrm>
              <a:custGeom>
                <a:avLst/>
                <a:gdLst>
                  <a:gd name="connsiteX0" fmla="*/ 0 w 177165"/>
                  <a:gd name="connsiteY0" fmla="*/ 0 h 20955"/>
                  <a:gd name="connsiteX1" fmla="*/ 177165 w 177165"/>
                  <a:gd name="connsiteY1" fmla="*/ 0 h 20955"/>
                  <a:gd name="connsiteX2" fmla="*/ 177165 w 177165"/>
                  <a:gd name="connsiteY2" fmla="*/ 20955 h 20955"/>
                  <a:gd name="connsiteX3" fmla="*/ 0 w 177165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165" h="20955">
                    <a:moveTo>
                      <a:pt x="0" y="0"/>
                    </a:moveTo>
                    <a:lnTo>
                      <a:pt x="177165" y="0"/>
                    </a:lnTo>
                    <a:lnTo>
                      <a:pt x="177165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20FAE5BF-7757-9B82-319A-7ABF885E91B0}"/>
                  </a:ext>
                </a:extLst>
              </p:cNvPr>
              <p:cNvSpPr/>
              <p:nvPr/>
            </p:nvSpPr>
            <p:spPr>
              <a:xfrm>
                <a:off x="5233987" y="4068604"/>
                <a:ext cx="177165" cy="20955"/>
              </a:xfrm>
              <a:custGeom>
                <a:avLst/>
                <a:gdLst>
                  <a:gd name="connsiteX0" fmla="*/ 0 w 177165"/>
                  <a:gd name="connsiteY0" fmla="*/ 0 h 20955"/>
                  <a:gd name="connsiteX1" fmla="*/ 177165 w 177165"/>
                  <a:gd name="connsiteY1" fmla="*/ 0 h 20955"/>
                  <a:gd name="connsiteX2" fmla="*/ 177165 w 177165"/>
                  <a:gd name="connsiteY2" fmla="*/ 20955 h 20955"/>
                  <a:gd name="connsiteX3" fmla="*/ 0 w 177165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165" h="20955">
                    <a:moveTo>
                      <a:pt x="0" y="0"/>
                    </a:moveTo>
                    <a:lnTo>
                      <a:pt x="177165" y="0"/>
                    </a:lnTo>
                    <a:lnTo>
                      <a:pt x="177165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C560212-1E02-3504-F3ED-B280EF23C3DF}"/>
                  </a:ext>
                </a:extLst>
              </p:cNvPr>
              <p:cNvSpPr/>
              <p:nvPr/>
            </p:nvSpPr>
            <p:spPr>
              <a:xfrm>
                <a:off x="5207317" y="3929539"/>
                <a:ext cx="321945" cy="20955"/>
              </a:xfrm>
              <a:custGeom>
                <a:avLst/>
                <a:gdLst>
                  <a:gd name="connsiteX0" fmla="*/ 0 w 321945"/>
                  <a:gd name="connsiteY0" fmla="*/ 0 h 20955"/>
                  <a:gd name="connsiteX1" fmla="*/ 321945 w 321945"/>
                  <a:gd name="connsiteY1" fmla="*/ 0 h 20955"/>
                  <a:gd name="connsiteX2" fmla="*/ 321945 w 321945"/>
                  <a:gd name="connsiteY2" fmla="*/ 20955 h 20955"/>
                  <a:gd name="connsiteX3" fmla="*/ 0 w 321945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45" h="20955">
                    <a:moveTo>
                      <a:pt x="0" y="0"/>
                    </a:moveTo>
                    <a:lnTo>
                      <a:pt x="321945" y="0"/>
                    </a:lnTo>
                    <a:lnTo>
                      <a:pt x="321945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FF750295-7E0E-8B73-AD78-D5E56CDF4BAA}"/>
                  </a:ext>
                </a:extLst>
              </p:cNvPr>
              <p:cNvSpPr/>
              <p:nvPr/>
            </p:nvSpPr>
            <p:spPr>
              <a:xfrm>
                <a:off x="5207317" y="3961924"/>
                <a:ext cx="321945" cy="20955"/>
              </a:xfrm>
              <a:custGeom>
                <a:avLst/>
                <a:gdLst>
                  <a:gd name="connsiteX0" fmla="*/ 0 w 321945"/>
                  <a:gd name="connsiteY0" fmla="*/ 0 h 20955"/>
                  <a:gd name="connsiteX1" fmla="*/ 321945 w 321945"/>
                  <a:gd name="connsiteY1" fmla="*/ 0 h 20955"/>
                  <a:gd name="connsiteX2" fmla="*/ 321945 w 321945"/>
                  <a:gd name="connsiteY2" fmla="*/ 20955 h 20955"/>
                  <a:gd name="connsiteX3" fmla="*/ 0 w 321945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45" h="20955">
                    <a:moveTo>
                      <a:pt x="0" y="0"/>
                    </a:moveTo>
                    <a:lnTo>
                      <a:pt x="321945" y="0"/>
                    </a:lnTo>
                    <a:lnTo>
                      <a:pt x="321945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4A7FFD8F-0FED-58CA-999D-75C3952A0B6B}"/>
                </a:ext>
              </a:extLst>
            </p:cNvPr>
            <p:cNvSpPr/>
            <p:nvPr/>
          </p:nvSpPr>
          <p:spPr>
            <a:xfrm>
              <a:off x="5904023" y="1950589"/>
              <a:ext cx="587623" cy="587624"/>
            </a:xfrm>
            <a:custGeom>
              <a:avLst/>
              <a:gdLst>
                <a:gd name="connsiteX0" fmla="*/ 225742 w 451484"/>
                <a:gd name="connsiteY0" fmla="*/ 0 h 451485"/>
                <a:gd name="connsiteX1" fmla="*/ 225742 w 451484"/>
                <a:gd name="connsiteY1" fmla="*/ 0 h 451485"/>
                <a:gd name="connsiteX2" fmla="*/ 451485 w 451484"/>
                <a:gd name="connsiteY2" fmla="*/ 225743 h 451485"/>
                <a:gd name="connsiteX3" fmla="*/ 451485 w 451484"/>
                <a:gd name="connsiteY3" fmla="*/ 225743 h 451485"/>
                <a:gd name="connsiteX4" fmla="*/ 225742 w 451484"/>
                <a:gd name="connsiteY4" fmla="*/ 451485 h 451485"/>
                <a:gd name="connsiteX5" fmla="*/ 225742 w 451484"/>
                <a:gd name="connsiteY5" fmla="*/ 451485 h 451485"/>
                <a:gd name="connsiteX6" fmla="*/ 0 w 451484"/>
                <a:gd name="connsiteY6" fmla="*/ 225743 h 451485"/>
                <a:gd name="connsiteX7" fmla="*/ 0 w 451484"/>
                <a:gd name="connsiteY7" fmla="*/ 225743 h 451485"/>
                <a:gd name="connsiteX8" fmla="*/ 225742 w 451484"/>
                <a:gd name="connsiteY8" fmla="*/ 0 h 45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484" h="451485">
                  <a:moveTo>
                    <a:pt x="225742" y="0"/>
                  </a:moveTo>
                  <a:lnTo>
                    <a:pt x="225742" y="0"/>
                  </a:lnTo>
                  <a:cubicBezTo>
                    <a:pt x="350520" y="0"/>
                    <a:pt x="451485" y="100965"/>
                    <a:pt x="451485" y="225743"/>
                  </a:cubicBezTo>
                  <a:lnTo>
                    <a:pt x="451485" y="225743"/>
                  </a:lnTo>
                  <a:cubicBezTo>
                    <a:pt x="451485" y="350520"/>
                    <a:pt x="350520" y="451485"/>
                    <a:pt x="225742" y="451485"/>
                  </a:cubicBezTo>
                  <a:lnTo>
                    <a:pt x="225742" y="451485"/>
                  </a:lnTo>
                  <a:cubicBezTo>
                    <a:pt x="100965" y="451485"/>
                    <a:pt x="0" y="350520"/>
                    <a:pt x="0" y="225743"/>
                  </a:cubicBezTo>
                  <a:lnTo>
                    <a:pt x="0" y="225743"/>
                  </a:lnTo>
                  <a:cubicBezTo>
                    <a:pt x="0" y="100965"/>
                    <a:pt x="100965" y="0"/>
                    <a:pt x="225742" y="0"/>
                  </a:cubicBezTo>
                  <a:close/>
                </a:path>
              </a:pathLst>
            </a:custGeom>
            <a:solidFill>
              <a:srgbClr val="7ECAF8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ADE9C008-EE65-3A84-30F7-17D1B73E4257}"/>
                </a:ext>
              </a:extLst>
            </p:cNvPr>
            <p:cNvSpPr/>
            <p:nvPr/>
          </p:nvSpPr>
          <p:spPr>
            <a:xfrm>
              <a:off x="6025514" y="2091916"/>
              <a:ext cx="345879" cy="270257"/>
            </a:xfrm>
            <a:custGeom>
              <a:avLst/>
              <a:gdLst>
                <a:gd name="connsiteX0" fmla="*/ 243840 w 265747"/>
                <a:gd name="connsiteY0" fmla="*/ 156210 h 207645"/>
                <a:gd name="connsiteX1" fmla="*/ 253365 w 265747"/>
                <a:gd name="connsiteY1" fmla="*/ 133350 h 207645"/>
                <a:gd name="connsiteX2" fmla="*/ 219075 w 265747"/>
                <a:gd name="connsiteY2" fmla="*/ 99060 h 207645"/>
                <a:gd name="connsiteX3" fmla="*/ 218122 w 265747"/>
                <a:gd name="connsiteY3" fmla="*/ 99060 h 207645"/>
                <a:gd name="connsiteX4" fmla="*/ 219075 w 265747"/>
                <a:gd name="connsiteY4" fmla="*/ 87630 h 207645"/>
                <a:gd name="connsiteX5" fmla="*/ 131445 w 265747"/>
                <a:gd name="connsiteY5" fmla="*/ 0 h 207645"/>
                <a:gd name="connsiteX6" fmla="*/ 43815 w 265747"/>
                <a:gd name="connsiteY6" fmla="*/ 87630 h 207645"/>
                <a:gd name="connsiteX7" fmla="*/ 47625 w 265747"/>
                <a:gd name="connsiteY7" fmla="*/ 114300 h 207645"/>
                <a:gd name="connsiteX8" fmla="*/ 46672 w 265747"/>
                <a:gd name="connsiteY8" fmla="*/ 114300 h 207645"/>
                <a:gd name="connsiteX9" fmla="*/ 0 w 265747"/>
                <a:gd name="connsiteY9" fmla="*/ 160973 h 207645"/>
                <a:gd name="connsiteX10" fmla="*/ 46672 w 265747"/>
                <a:gd name="connsiteY10" fmla="*/ 207645 h 207645"/>
                <a:gd name="connsiteX11" fmla="*/ 240030 w 265747"/>
                <a:gd name="connsiteY11" fmla="*/ 207645 h 207645"/>
                <a:gd name="connsiteX12" fmla="*/ 265747 w 265747"/>
                <a:gd name="connsiteY12" fmla="*/ 181927 h 207645"/>
                <a:gd name="connsiteX13" fmla="*/ 243840 w 265747"/>
                <a:gd name="connsiteY13" fmla="*/ 156210 h 20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5747" h="207645">
                  <a:moveTo>
                    <a:pt x="243840" y="156210"/>
                  </a:moveTo>
                  <a:cubicBezTo>
                    <a:pt x="249555" y="150495"/>
                    <a:pt x="253365" y="141923"/>
                    <a:pt x="253365" y="133350"/>
                  </a:cubicBezTo>
                  <a:cubicBezTo>
                    <a:pt x="253365" y="114300"/>
                    <a:pt x="238125" y="99060"/>
                    <a:pt x="219075" y="99060"/>
                  </a:cubicBezTo>
                  <a:cubicBezTo>
                    <a:pt x="219075" y="99060"/>
                    <a:pt x="218122" y="99060"/>
                    <a:pt x="218122" y="99060"/>
                  </a:cubicBezTo>
                  <a:cubicBezTo>
                    <a:pt x="219075" y="95250"/>
                    <a:pt x="219075" y="91440"/>
                    <a:pt x="219075" y="87630"/>
                  </a:cubicBezTo>
                  <a:cubicBezTo>
                    <a:pt x="219075" y="39052"/>
                    <a:pt x="180022" y="0"/>
                    <a:pt x="131445" y="0"/>
                  </a:cubicBezTo>
                  <a:cubicBezTo>
                    <a:pt x="82868" y="0"/>
                    <a:pt x="43815" y="39052"/>
                    <a:pt x="43815" y="87630"/>
                  </a:cubicBezTo>
                  <a:cubicBezTo>
                    <a:pt x="43815" y="97155"/>
                    <a:pt x="45720" y="105727"/>
                    <a:pt x="47625" y="114300"/>
                  </a:cubicBezTo>
                  <a:cubicBezTo>
                    <a:pt x="47625" y="114300"/>
                    <a:pt x="46672" y="114300"/>
                    <a:pt x="46672" y="114300"/>
                  </a:cubicBezTo>
                  <a:cubicBezTo>
                    <a:pt x="20955" y="114300"/>
                    <a:pt x="0" y="135255"/>
                    <a:pt x="0" y="160973"/>
                  </a:cubicBezTo>
                  <a:cubicBezTo>
                    <a:pt x="0" y="186690"/>
                    <a:pt x="20955" y="207645"/>
                    <a:pt x="46672" y="207645"/>
                  </a:cubicBezTo>
                  <a:lnTo>
                    <a:pt x="240030" y="207645"/>
                  </a:lnTo>
                  <a:cubicBezTo>
                    <a:pt x="254317" y="207645"/>
                    <a:pt x="265747" y="196215"/>
                    <a:pt x="265747" y="181927"/>
                  </a:cubicBezTo>
                  <a:cubicBezTo>
                    <a:pt x="265747" y="168593"/>
                    <a:pt x="256222" y="158115"/>
                    <a:pt x="243840" y="15621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sp>
        <p:nvSpPr>
          <p:cNvPr id="1322" name="Rectangle: Rounded Corners 1321">
            <a:extLst>
              <a:ext uri="{FF2B5EF4-FFF2-40B4-BE49-F238E27FC236}">
                <a16:creationId xmlns:a16="http://schemas.microsoft.com/office/drawing/2014/main" id="{FFD7AD0D-D138-3D45-1B3F-8F9BF2607A18}"/>
              </a:ext>
            </a:extLst>
          </p:cNvPr>
          <p:cNvSpPr/>
          <p:nvPr/>
        </p:nvSpPr>
        <p:spPr bwMode="auto">
          <a:xfrm>
            <a:off x="2144921" y="2535132"/>
            <a:ext cx="3200400" cy="365760"/>
          </a:xfrm>
          <a:prstGeom prst="roundRect">
            <a:avLst>
              <a:gd name="adj" fmla="val 16725"/>
            </a:avLst>
          </a:prstGeom>
          <a:solidFill>
            <a:srgbClr val="FFFFFF"/>
          </a:solidFill>
          <a:ln w="6350" cap="flat" cmpd="sng" algn="ctr">
            <a:solidFill>
              <a:srgbClr val="459FED"/>
            </a:solidFill>
            <a:prstDash val="solid"/>
            <a:miter lim="800000"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Tito 1: Rvolu Tpat</a:t>
            </a:r>
            <a:endParaRPr lang="nl-NL" sz="1100" b="1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1323" name="Rectangle: Rounded Corners 1322">
            <a:extLst>
              <a:ext uri="{FF2B5EF4-FFF2-40B4-BE49-F238E27FC236}">
                <a16:creationId xmlns:a16="http://schemas.microsoft.com/office/drawing/2014/main" id="{457F0A30-60FB-14D1-04F3-3331F24A7136}"/>
              </a:ext>
            </a:extLst>
          </p:cNvPr>
          <p:cNvSpPr/>
          <p:nvPr/>
        </p:nvSpPr>
        <p:spPr bwMode="auto">
          <a:xfrm>
            <a:off x="5548983" y="2535132"/>
            <a:ext cx="3200400" cy="365760"/>
          </a:xfrm>
          <a:prstGeom prst="roundRect">
            <a:avLst>
              <a:gd name="adj" fmla="val 16725"/>
            </a:avLst>
          </a:prstGeom>
          <a:solidFill>
            <a:srgbClr val="FFFFFF"/>
          </a:solidFill>
          <a:ln w="6350" cap="flat" cmpd="sng" algn="ctr">
            <a:solidFill>
              <a:srgbClr val="459FED"/>
            </a:solidFill>
            <a:prstDash val="solid"/>
            <a:miter lim="800000"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b="1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Cras 2: Ultricie Sligulase</a:t>
            </a:r>
          </a:p>
        </p:txBody>
      </p:sp>
      <p:sp>
        <p:nvSpPr>
          <p:cNvPr id="1324" name="Rectangle: Rounded Corners 1323">
            <a:extLst>
              <a:ext uri="{FF2B5EF4-FFF2-40B4-BE49-F238E27FC236}">
                <a16:creationId xmlns:a16="http://schemas.microsoft.com/office/drawing/2014/main" id="{0DA23EA6-B3E2-A93E-1348-1F097B467D45}"/>
              </a:ext>
            </a:extLst>
          </p:cNvPr>
          <p:cNvSpPr/>
          <p:nvPr/>
        </p:nvSpPr>
        <p:spPr bwMode="auto">
          <a:xfrm>
            <a:off x="8953045" y="2535132"/>
            <a:ext cx="3017520" cy="365760"/>
          </a:xfrm>
          <a:prstGeom prst="roundRect">
            <a:avLst>
              <a:gd name="adj" fmla="val 16725"/>
            </a:avLst>
          </a:prstGeom>
          <a:solidFill>
            <a:srgbClr val="FFFFFF"/>
          </a:solidFill>
          <a:ln w="6350" cap="flat" cmpd="sng" algn="ctr">
            <a:solidFill>
              <a:srgbClr val="459FED"/>
            </a:solidFill>
            <a:prstDash val="solid"/>
            <a:miter lim="800000"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b="1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Dmag 3 Nadictu: Mportalore Mipsumdolor</a:t>
            </a:r>
          </a:p>
        </p:txBody>
      </p:sp>
      <p:sp>
        <p:nvSpPr>
          <p:cNvPr id="1325" name="Rectangle: Rounded Corners 1324">
            <a:extLst>
              <a:ext uri="{FF2B5EF4-FFF2-40B4-BE49-F238E27FC236}">
                <a16:creationId xmlns:a16="http://schemas.microsoft.com/office/drawing/2014/main" id="{FBF9479C-0FF1-7A18-2F27-BE0B3A47CD8C}"/>
              </a:ext>
            </a:extLst>
          </p:cNvPr>
          <p:cNvSpPr/>
          <p:nvPr/>
        </p:nvSpPr>
        <p:spPr bwMode="auto">
          <a:xfrm>
            <a:off x="182742" y="2535132"/>
            <a:ext cx="1753437" cy="365760"/>
          </a:xfrm>
          <a:prstGeom prst="roundRect">
            <a:avLst>
              <a:gd name="adj" fmla="val 16725"/>
            </a:avLst>
          </a:prstGeom>
          <a:solidFill>
            <a:srgbClr val="FFFFFF"/>
          </a:solidFill>
          <a:ln w="6350" cap="flat" cmpd="sng" algn="ctr">
            <a:solidFill>
              <a:srgbClr val="459FED"/>
            </a:solidFill>
            <a:prstDash val="solid"/>
            <a:miter lim="800000"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1050" b="1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Sit Ametconsect </a:t>
            </a:r>
          </a:p>
          <a:p>
            <a:pPr algn="ctr"/>
            <a:r>
              <a:rPr lang="nl-NL" sz="1050" b="1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Etura Dipis/ Cing</a:t>
            </a:r>
          </a:p>
        </p:txBody>
      </p:sp>
      <p:grpSp>
        <p:nvGrpSpPr>
          <p:cNvPr id="1326" name="Group 1325">
            <a:extLst>
              <a:ext uri="{FF2B5EF4-FFF2-40B4-BE49-F238E27FC236}">
                <a16:creationId xmlns:a16="http://schemas.microsoft.com/office/drawing/2014/main" id="{64D8317C-C298-FD38-FA53-40AD284B5B98}"/>
              </a:ext>
            </a:extLst>
          </p:cNvPr>
          <p:cNvGrpSpPr>
            <a:grpSpLocks noChangeAspect="1"/>
          </p:cNvGrpSpPr>
          <p:nvPr/>
        </p:nvGrpSpPr>
        <p:grpSpPr>
          <a:xfrm>
            <a:off x="1870920" y="1729587"/>
            <a:ext cx="344036" cy="274320"/>
            <a:chOff x="3114909" y="3783179"/>
            <a:chExt cx="534627" cy="426292"/>
          </a:xfrm>
        </p:grpSpPr>
        <p:sp>
          <p:nvSpPr>
            <p:cNvPr id="1327" name="Freeform 14">
              <a:extLst>
                <a:ext uri="{FF2B5EF4-FFF2-40B4-BE49-F238E27FC236}">
                  <a16:creationId xmlns:a16="http://schemas.microsoft.com/office/drawing/2014/main" id="{64910C11-700A-ACCF-222B-4D2BFACFEE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114909" y="3783179"/>
              <a:ext cx="213552" cy="426292"/>
            </a:xfrm>
            <a:custGeom>
              <a:avLst/>
              <a:gdLst>
                <a:gd name="T0" fmla="*/ 127 w 127"/>
                <a:gd name="T1" fmla="*/ 244 h 248"/>
                <a:gd name="T2" fmla="*/ 121 w 127"/>
                <a:gd name="T3" fmla="*/ 246 h 248"/>
                <a:gd name="T4" fmla="*/ 63 w 127"/>
                <a:gd name="T5" fmla="*/ 188 h 248"/>
                <a:gd name="T6" fmla="*/ 2 w 127"/>
                <a:gd name="T7" fmla="*/ 126 h 248"/>
                <a:gd name="T8" fmla="*/ 2 w 127"/>
                <a:gd name="T9" fmla="*/ 122 h 248"/>
                <a:gd name="T10" fmla="*/ 63 w 127"/>
                <a:gd name="T11" fmla="*/ 60 h 248"/>
                <a:gd name="T12" fmla="*/ 121 w 127"/>
                <a:gd name="T13" fmla="*/ 2 h 248"/>
                <a:gd name="T14" fmla="*/ 127 w 127"/>
                <a:gd name="T15" fmla="*/ 4 h 248"/>
                <a:gd name="T16" fmla="*/ 127 w 127"/>
                <a:gd name="T17" fmla="*/ 35 h 248"/>
                <a:gd name="T18" fmla="*/ 126 w 127"/>
                <a:gd name="T19" fmla="*/ 37 h 248"/>
                <a:gd name="T20" fmla="*/ 49 w 127"/>
                <a:gd name="T21" fmla="*/ 122 h 248"/>
                <a:gd name="T22" fmla="*/ 49 w 127"/>
                <a:gd name="T23" fmla="*/ 126 h 248"/>
                <a:gd name="T24" fmla="*/ 126 w 127"/>
                <a:gd name="T25" fmla="*/ 203 h 248"/>
                <a:gd name="T26" fmla="*/ 127 w 127"/>
                <a:gd name="T27" fmla="*/ 205 h 248"/>
                <a:gd name="T28" fmla="*/ 127 w 127"/>
                <a:gd name="T29" fmla="*/ 2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48">
                  <a:moveTo>
                    <a:pt x="127" y="244"/>
                  </a:moveTo>
                  <a:cubicBezTo>
                    <a:pt x="127" y="247"/>
                    <a:pt x="123" y="248"/>
                    <a:pt x="121" y="246"/>
                  </a:cubicBezTo>
                  <a:cubicBezTo>
                    <a:pt x="63" y="188"/>
                    <a:pt x="63" y="188"/>
                    <a:pt x="63" y="188"/>
                  </a:cubicBezTo>
                  <a:cubicBezTo>
                    <a:pt x="2" y="126"/>
                    <a:pt x="2" y="126"/>
                    <a:pt x="2" y="126"/>
                  </a:cubicBezTo>
                  <a:cubicBezTo>
                    <a:pt x="0" y="125"/>
                    <a:pt x="0" y="123"/>
                    <a:pt x="2" y="122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3" y="0"/>
                    <a:pt x="127" y="1"/>
                    <a:pt x="127" y="4"/>
                  </a:cubicBezTo>
                  <a:cubicBezTo>
                    <a:pt x="127" y="35"/>
                    <a:pt x="127" y="35"/>
                    <a:pt x="127" y="35"/>
                  </a:cubicBezTo>
                  <a:cubicBezTo>
                    <a:pt x="127" y="36"/>
                    <a:pt x="126" y="37"/>
                    <a:pt x="126" y="37"/>
                  </a:cubicBezTo>
                  <a:cubicBezTo>
                    <a:pt x="49" y="122"/>
                    <a:pt x="49" y="122"/>
                    <a:pt x="49" y="122"/>
                  </a:cubicBezTo>
                  <a:cubicBezTo>
                    <a:pt x="48" y="123"/>
                    <a:pt x="48" y="125"/>
                    <a:pt x="49" y="126"/>
                  </a:cubicBezTo>
                  <a:cubicBezTo>
                    <a:pt x="126" y="203"/>
                    <a:pt x="126" y="203"/>
                    <a:pt x="126" y="203"/>
                  </a:cubicBezTo>
                  <a:cubicBezTo>
                    <a:pt x="126" y="203"/>
                    <a:pt x="127" y="204"/>
                    <a:pt x="127" y="205"/>
                  </a:cubicBezTo>
                  <a:lnTo>
                    <a:pt x="127" y="244"/>
                  </a:lnTo>
                  <a:close/>
                </a:path>
              </a:pathLst>
            </a:custGeom>
            <a:solidFill>
              <a:srgbClr val="A2ABB0"/>
            </a:solidFill>
            <a:ln>
              <a:noFill/>
            </a:ln>
            <a:effectLst>
              <a:outerShdw blurRad="190500" dist="38100" dir="5400000" rotWithShape="0">
                <a:srgbClr val="66737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8" name="Freeform 14">
              <a:extLst>
                <a:ext uri="{FF2B5EF4-FFF2-40B4-BE49-F238E27FC236}">
                  <a16:creationId xmlns:a16="http://schemas.microsoft.com/office/drawing/2014/main" id="{D8398F36-4A1C-96AC-9E6D-4FCB14F9206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83426" y="3783179"/>
              <a:ext cx="213552" cy="426292"/>
            </a:xfrm>
            <a:custGeom>
              <a:avLst/>
              <a:gdLst>
                <a:gd name="T0" fmla="*/ 127 w 127"/>
                <a:gd name="T1" fmla="*/ 244 h 248"/>
                <a:gd name="T2" fmla="*/ 121 w 127"/>
                <a:gd name="T3" fmla="*/ 246 h 248"/>
                <a:gd name="T4" fmla="*/ 63 w 127"/>
                <a:gd name="T5" fmla="*/ 188 h 248"/>
                <a:gd name="T6" fmla="*/ 2 w 127"/>
                <a:gd name="T7" fmla="*/ 126 h 248"/>
                <a:gd name="T8" fmla="*/ 2 w 127"/>
                <a:gd name="T9" fmla="*/ 122 h 248"/>
                <a:gd name="T10" fmla="*/ 63 w 127"/>
                <a:gd name="T11" fmla="*/ 60 h 248"/>
                <a:gd name="T12" fmla="*/ 121 w 127"/>
                <a:gd name="T13" fmla="*/ 2 h 248"/>
                <a:gd name="T14" fmla="*/ 127 w 127"/>
                <a:gd name="T15" fmla="*/ 4 h 248"/>
                <a:gd name="T16" fmla="*/ 127 w 127"/>
                <a:gd name="T17" fmla="*/ 35 h 248"/>
                <a:gd name="T18" fmla="*/ 126 w 127"/>
                <a:gd name="T19" fmla="*/ 37 h 248"/>
                <a:gd name="T20" fmla="*/ 49 w 127"/>
                <a:gd name="T21" fmla="*/ 122 h 248"/>
                <a:gd name="T22" fmla="*/ 49 w 127"/>
                <a:gd name="T23" fmla="*/ 126 h 248"/>
                <a:gd name="T24" fmla="*/ 126 w 127"/>
                <a:gd name="T25" fmla="*/ 203 h 248"/>
                <a:gd name="T26" fmla="*/ 127 w 127"/>
                <a:gd name="T27" fmla="*/ 205 h 248"/>
                <a:gd name="T28" fmla="*/ 127 w 127"/>
                <a:gd name="T29" fmla="*/ 2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48">
                  <a:moveTo>
                    <a:pt x="127" y="244"/>
                  </a:moveTo>
                  <a:cubicBezTo>
                    <a:pt x="127" y="247"/>
                    <a:pt x="123" y="248"/>
                    <a:pt x="121" y="246"/>
                  </a:cubicBezTo>
                  <a:cubicBezTo>
                    <a:pt x="63" y="188"/>
                    <a:pt x="63" y="188"/>
                    <a:pt x="63" y="188"/>
                  </a:cubicBezTo>
                  <a:cubicBezTo>
                    <a:pt x="2" y="126"/>
                    <a:pt x="2" y="126"/>
                    <a:pt x="2" y="126"/>
                  </a:cubicBezTo>
                  <a:cubicBezTo>
                    <a:pt x="0" y="125"/>
                    <a:pt x="0" y="123"/>
                    <a:pt x="2" y="122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3" y="0"/>
                    <a:pt x="127" y="1"/>
                    <a:pt x="127" y="4"/>
                  </a:cubicBezTo>
                  <a:cubicBezTo>
                    <a:pt x="127" y="35"/>
                    <a:pt x="127" y="35"/>
                    <a:pt x="127" y="35"/>
                  </a:cubicBezTo>
                  <a:cubicBezTo>
                    <a:pt x="127" y="36"/>
                    <a:pt x="126" y="37"/>
                    <a:pt x="126" y="37"/>
                  </a:cubicBezTo>
                  <a:cubicBezTo>
                    <a:pt x="49" y="122"/>
                    <a:pt x="49" y="122"/>
                    <a:pt x="49" y="122"/>
                  </a:cubicBezTo>
                  <a:cubicBezTo>
                    <a:pt x="48" y="123"/>
                    <a:pt x="48" y="125"/>
                    <a:pt x="49" y="126"/>
                  </a:cubicBezTo>
                  <a:cubicBezTo>
                    <a:pt x="126" y="203"/>
                    <a:pt x="126" y="203"/>
                    <a:pt x="126" y="203"/>
                  </a:cubicBezTo>
                  <a:cubicBezTo>
                    <a:pt x="126" y="203"/>
                    <a:pt x="127" y="204"/>
                    <a:pt x="127" y="205"/>
                  </a:cubicBezTo>
                  <a:lnTo>
                    <a:pt x="127" y="244"/>
                  </a:ln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9" name="Freeform 14">
              <a:extLst>
                <a:ext uri="{FF2B5EF4-FFF2-40B4-BE49-F238E27FC236}">
                  <a16:creationId xmlns:a16="http://schemas.microsoft.com/office/drawing/2014/main" id="{384B97F0-D10F-B068-669F-7FD2E81DE50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35984" y="3783179"/>
              <a:ext cx="213552" cy="426292"/>
            </a:xfrm>
            <a:custGeom>
              <a:avLst/>
              <a:gdLst>
                <a:gd name="T0" fmla="*/ 127 w 127"/>
                <a:gd name="T1" fmla="*/ 244 h 248"/>
                <a:gd name="T2" fmla="*/ 121 w 127"/>
                <a:gd name="T3" fmla="*/ 246 h 248"/>
                <a:gd name="T4" fmla="*/ 63 w 127"/>
                <a:gd name="T5" fmla="*/ 188 h 248"/>
                <a:gd name="T6" fmla="*/ 2 w 127"/>
                <a:gd name="T7" fmla="*/ 126 h 248"/>
                <a:gd name="T8" fmla="*/ 2 w 127"/>
                <a:gd name="T9" fmla="*/ 122 h 248"/>
                <a:gd name="T10" fmla="*/ 63 w 127"/>
                <a:gd name="T11" fmla="*/ 60 h 248"/>
                <a:gd name="T12" fmla="*/ 121 w 127"/>
                <a:gd name="T13" fmla="*/ 2 h 248"/>
                <a:gd name="T14" fmla="*/ 127 w 127"/>
                <a:gd name="T15" fmla="*/ 4 h 248"/>
                <a:gd name="T16" fmla="*/ 127 w 127"/>
                <a:gd name="T17" fmla="*/ 35 h 248"/>
                <a:gd name="T18" fmla="*/ 126 w 127"/>
                <a:gd name="T19" fmla="*/ 37 h 248"/>
                <a:gd name="T20" fmla="*/ 49 w 127"/>
                <a:gd name="T21" fmla="*/ 122 h 248"/>
                <a:gd name="T22" fmla="*/ 49 w 127"/>
                <a:gd name="T23" fmla="*/ 126 h 248"/>
                <a:gd name="T24" fmla="*/ 126 w 127"/>
                <a:gd name="T25" fmla="*/ 203 h 248"/>
                <a:gd name="T26" fmla="*/ 127 w 127"/>
                <a:gd name="T27" fmla="*/ 205 h 248"/>
                <a:gd name="T28" fmla="*/ 127 w 127"/>
                <a:gd name="T29" fmla="*/ 2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48">
                  <a:moveTo>
                    <a:pt x="127" y="244"/>
                  </a:moveTo>
                  <a:cubicBezTo>
                    <a:pt x="127" y="247"/>
                    <a:pt x="123" y="248"/>
                    <a:pt x="121" y="246"/>
                  </a:cubicBezTo>
                  <a:cubicBezTo>
                    <a:pt x="63" y="188"/>
                    <a:pt x="63" y="188"/>
                    <a:pt x="63" y="188"/>
                  </a:cubicBezTo>
                  <a:cubicBezTo>
                    <a:pt x="2" y="126"/>
                    <a:pt x="2" y="126"/>
                    <a:pt x="2" y="126"/>
                  </a:cubicBezTo>
                  <a:cubicBezTo>
                    <a:pt x="0" y="125"/>
                    <a:pt x="0" y="123"/>
                    <a:pt x="2" y="122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3" y="0"/>
                    <a:pt x="127" y="1"/>
                    <a:pt x="127" y="4"/>
                  </a:cubicBezTo>
                  <a:cubicBezTo>
                    <a:pt x="127" y="35"/>
                    <a:pt x="127" y="35"/>
                    <a:pt x="127" y="35"/>
                  </a:cubicBezTo>
                  <a:cubicBezTo>
                    <a:pt x="127" y="36"/>
                    <a:pt x="126" y="37"/>
                    <a:pt x="126" y="37"/>
                  </a:cubicBezTo>
                  <a:cubicBezTo>
                    <a:pt x="49" y="122"/>
                    <a:pt x="49" y="122"/>
                    <a:pt x="49" y="122"/>
                  </a:cubicBezTo>
                  <a:cubicBezTo>
                    <a:pt x="48" y="123"/>
                    <a:pt x="48" y="125"/>
                    <a:pt x="49" y="126"/>
                  </a:cubicBezTo>
                  <a:cubicBezTo>
                    <a:pt x="126" y="203"/>
                    <a:pt x="126" y="203"/>
                    <a:pt x="126" y="203"/>
                  </a:cubicBezTo>
                  <a:cubicBezTo>
                    <a:pt x="126" y="203"/>
                    <a:pt x="127" y="204"/>
                    <a:pt x="127" y="205"/>
                  </a:cubicBezTo>
                  <a:lnTo>
                    <a:pt x="127" y="244"/>
                  </a:lnTo>
                  <a:close/>
                </a:path>
              </a:pathLst>
            </a:custGeom>
            <a:solidFill>
              <a:srgbClr val="43515C"/>
            </a:solidFill>
            <a:ln>
              <a:noFill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30" name="Group 1329">
            <a:extLst>
              <a:ext uri="{FF2B5EF4-FFF2-40B4-BE49-F238E27FC236}">
                <a16:creationId xmlns:a16="http://schemas.microsoft.com/office/drawing/2014/main" id="{C7D8654D-B9FC-8F85-434D-B48C4AEDC922}"/>
              </a:ext>
            </a:extLst>
          </p:cNvPr>
          <p:cNvGrpSpPr>
            <a:grpSpLocks noChangeAspect="1"/>
          </p:cNvGrpSpPr>
          <p:nvPr/>
        </p:nvGrpSpPr>
        <p:grpSpPr>
          <a:xfrm>
            <a:off x="5261823" y="1729587"/>
            <a:ext cx="344036" cy="274320"/>
            <a:chOff x="3114909" y="3783179"/>
            <a:chExt cx="534627" cy="426292"/>
          </a:xfrm>
        </p:grpSpPr>
        <p:sp>
          <p:nvSpPr>
            <p:cNvPr id="1331" name="Freeform 14">
              <a:extLst>
                <a:ext uri="{FF2B5EF4-FFF2-40B4-BE49-F238E27FC236}">
                  <a16:creationId xmlns:a16="http://schemas.microsoft.com/office/drawing/2014/main" id="{3386F9FE-9ABE-3EF6-8525-D34E27855E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114909" y="3783179"/>
              <a:ext cx="213552" cy="426292"/>
            </a:xfrm>
            <a:custGeom>
              <a:avLst/>
              <a:gdLst>
                <a:gd name="T0" fmla="*/ 127 w 127"/>
                <a:gd name="T1" fmla="*/ 244 h 248"/>
                <a:gd name="T2" fmla="*/ 121 w 127"/>
                <a:gd name="T3" fmla="*/ 246 h 248"/>
                <a:gd name="T4" fmla="*/ 63 w 127"/>
                <a:gd name="T5" fmla="*/ 188 h 248"/>
                <a:gd name="T6" fmla="*/ 2 w 127"/>
                <a:gd name="T7" fmla="*/ 126 h 248"/>
                <a:gd name="T8" fmla="*/ 2 w 127"/>
                <a:gd name="T9" fmla="*/ 122 h 248"/>
                <a:gd name="T10" fmla="*/ 63 w 127"/>
                <a:gd name="T11" fmla="*/ 60 h 248"/>
                <a:gd name="T12" fmla="*/ 121 w 127"/>
                <a:gd name="T13" fmla="*/ 2 h 248"/>
                <a:gd name="T14" fmla="*/ 127 w 127"/>
                <a:gd name="T15" fmla="*/ 4 h 248"/>
                <a:gd name="T16" fmla="*/ 127 w 127"/>
                <a:gd name="T17" fmla="*/ 35 h 248"/>
                <a:gd name="T18" fmla="*/ 126 w 127"/>
                <a:gd name="T19" fmla="*/ 37 h 248"/>
                <a:gd name="T20" fmla="*/ 49 w 127"/>
                <a:gd name="T21" fmla="*/ 122 h 248"/>
                <a:gd name="T22" fmla="*/ 49 w 127"/>
                <a:gd name="T23" fmla="*/ 126 h 248"/>
                <a:gd name="T24" fmla="*/ 126 w 127"/>
                <a:gd name="T25" fmla="*/ 203 h 248"/>
                <a:gd name="T26" fmla="*/ 127 w 127"/>
                <a:gd name="T27" fmla="*/ 205 h 248"/>
                <a:gd name="T28" fmla="*/ 127 w 127"/>
                <a:gd name="T29" fmla="*/ 2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48">
                  <a:moveTo>
                    <a:pt x="127" y="244"/>
                  </a:moveTo>
                  <a:cubicBezTo>
                    <a:pt x="127" y="247"/>
                    <a:pt x="123" y="248"/>
                    <a:pt x="121" y="246"/>
                  </a:cubicBezTo>
                  <a:cubicBezTo>
                    <a:pt x="63" y="188"/>
                    <a:pt x="63" y="188"/>
                    <a:pt x="63" y="188"/>
                  </a:cubicBezTo>
                  <a:cubicBezTo>
                    <a:pt x="2" y="126"/>
                    <a:pt x="2" y="126"/>
                    <a:pt x="2" y="126"/>
                  </a:cubicBezTo>
                  <a:cubicBezTo>
                    <a:pt x="0" y="125"/>
                    <a:pt x="0" y="123"/>
                    <a:pt x="2" y="122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3" y="0"/>
                    <a:pt x="127" y="1"/>
                    <a:pt x="127" y="4"/>
                  </a:cubicBezTo>
                  <a:cubicBezTo>
                    <a:pt x="127" y="35"/>
                    <a:pt x="127" y="35"/>
                    <a:pt x="127" y="35"/>
                  </a:cubicBezTo>
                  <a:cubicBezTo>
                    <a:pt x="127" y="36"/>
                    <a:pt x="126" y="37"/>
                    <a:pt x="126" y="37"/>
                  </a:cubicBezTo>
                  <a:cubicBezTo>
                    <a:pt x="49" y="122"/>
                    <a:pt x="49" y="122"/>
                    <a:pt x="49" y="122"/>
                  </a:cubicBezTo>
                  <a:cubicBezTo>
                    <a:pt x="48" y="123"/>
                    <a:pt x="48" y="125"/>
                    <a:pt x="49" y="126"/>
                  </a:cubicBezTo>
                  <a:cubicBezTo>
                    <a:pt x="126" y="203"/>
                    <a:pt x="126" y="203"/>
                    <a:pt x="126" y="203"/>
                  </a:cubicBezTo>
                  <a:cubicBezTo>
                    <a:pt x="126" y="203"/>
                    <a:pt x="127" y="204"/>
                    <a:pt x="127" y="205"/>
                  </a:cubicBezTo>
                  <a:lnTo>
                    <a:pt x="127" y="244"/>
                  </a:lnTo>
                  <a:close/>
                </a:path>
              </a:pathLst>
            </a:custGeom>
            <a:solidFill>
              <a:srgbClr val="A2ABB0"/>
            </a:solidFill>
            <a:ln>
              <a:noFill/>
            </a:ln>
            <a:effectLst>
              <a:outerShdw blurRad="190500" dist="38100" dir="5400000" rotWithShape="0">
                <a:srgbClr val="66737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2" name="Freeform 14">
              <a:extLst>
                <a:ext uri="{FF2B5EF4-FFF2-40B4-BE49-F238E27FC236}">
                  <a16:creationId xmlns:a16="http://schemas.microsoft.com/office/drawing/2014/main" id="{77066AFF-239F-AEC3-1D09-86E2495C116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83426" y="3783179"/>
              <a:ext cx="213552" cy="426292"/>
            </a:xfrm>
            <a:custGeom>
              <a:avLst/>
              <a:gdLst>
                <a:gd name="T0" fmla="*/ 127 w 127"/>
                <a:gd name="T1" fmla="*/ 244 h 248"/>
                <a:gd name="T2" fmla="*/ 121 w 127"/>
                <a:gd name="T3" fmla="*/ 246 h 248"/>
                <a:gd name="T4" fmla="*/ 63 w 127"/>
                <a:gd name="T5" fmla="*/ 188 h 248"/>
                <a:gd name="T6" fmla="*/ 2 w 127"/>
                <a:gd name="T7" fmla="*/ 126 h 248"/>
                <a:gd name="T8" fmla="*/ 2 w 127"/>
                <a:gd name="T9" fmla="*/ 122 h 248"/>
                <a:gd name="T10" fmla="*/ 63 w 127"/>
                <a:gd name="T11" fmla="*/ 60 h 248"/>
                <a:gd name="T12" fmla="*/ 121 w 127"/>
                <a:gd name="T13" fmla="*/ 2 h 248"/>
                <a:gd name="T14" fmla="*/ 127 w 127"/>
                <a:gd name="T15" fmla="*/ 4 h 248"/>
                <a:gd name="T16" fmla="*/ 127 w 127"/>
                <a:gd name="T17" fmla="*/ 35 h 248"/>
                <a:gd name="T18" fmla="*/ 126 w 127"/>
                <a:gd name="T19" fmla="*/ 37 h 248"/>
                <a:gd name="T20" fmla="*/ 49 w 127"/>
                <a:gd name="T21" fmla="*/ 122 h 248"/>
                <a:gd name="T22" fmla="*/ 49 w 127"/>
                <a:gd name="T23" fmla="*/ 126 h 248"/>
                <a:gd name="T24" fmla="*/ 126 w 127"/>
                <a:gd name="T25" fmla="*/ 203 h 248"/>
                <a:gd name="T26" fmla="*/ 127 w 127"/>
                <a:gd name="T27" fmla="*/ 205 h 248"/>
                <a:gd name="T28" fmla="*/ 127 w 127"/>
                <a:gd name="T29" fmla="*/ 2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48">
                  <a:moveTo>
                    <a:pt x="127" y="244"/>
                  </a:moveTo>
                  <a:cubicBezTo>
                    <a:pt x="127" y="247"/>
                    <a:pt x="123" y="248"/>
                    <a:pt x="121" y="246"/>
                  </a:cubicBezTo>
                  <a:cubicBezTo>
                    <a:pt x="63" y="188"/>
                    <a:pt x="63" y="188"/>
                    <a:pt x="63" y="188"/>
                  </a:cubicBezTo>
                  <a:cubicBezTo>
                    <a:pt x="2" y="126"/>
                    <a:pt x="2" y="126"/>
                    <a:pt x="2" y="126"/>
                  </a:cubicBezTo>
                  <a:cubicBezTo>
                    <a:pt x="0" y="125"/>
                    <a:pt x="0" y="123"/>
                    <a:pt x="2" y="122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3" y="0"/>
                    <a:pt x="127" y="1"/>
                    <a:pt x="127" y="4"/>
                  </a:cubicBezTo>
                  <a:cubicBezTo>
                    <a:pt x="127" y="35"/>
                    <a:pt x="127" y="35"/>
                    <a:pt x="127" y="35"/>
                  </a:cubicBezTo>
                  <a:cubicBezTo>
                    <a:pt x="127" y="36"/>
                    <a:pt x="126" y="37"/>
                    <a:pt x="126" y="37"/>
                  </a:cubicBezTo>
                  <a:cubicBezTo>
                    <a:pt x="49" y="122"/>
                    <a:pt x="49" y="122"/>
                    <a:pt x="49" y="122"/>
                  </a:cubicBezTo>
                  <a:cubicBezTo>
                    <a:pt x="48" y="123"/>
                    <a:pt x="48" y="125"/>
                    <a:pt x="49" y="126"/>
                  </a:cubicBezTo>
                  <a:cubicBezTo>
                    <a:pt x="126" y="203"/>
                    <a:pt x="126" y="203"/>
                    <a:pt x="126" y="203"/>
                  </a:cubicBezTo>
                  <a:cubicBezTo>
                    <a:pt x="126" y="203"/>
                    <a:pt x="127" y="204"/>
                    <a:pt x="127" y="205"/>
                  </a:cubicBezTo>
                  <a:lnTo>
                    <a:pt x="127" y="244"/>
                  </a:ln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3" name="Freeform 14">
              <a:extLst>
                <a:ext uri="{FF2B5EF4-FFF2-40B4-BE49-F238E27FC236}">
                  <a16:creationId xmlns:a16="http://schemas.microsoft.com/office/drawing/2014/main" id="{2B8FE15A-1A5A-91AD-B8B2-9C2990D1C7E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35984" y="3783179"/>
              <a:ext cx="213552" cy="426292"/>
            </a:xfrm>
            <a:custGeom>
              <a:avLst/>
              <a:gdLst>
                <a:gd name="T0" fmla="*/ 127 w 127"/>
                <a:gd name="T1" fmla="*/ 244 h 248"/>
                <a:gd name="T2" fmla="*/ 121 w 127"/>
                <a:gd name="T3" fmla="*/ 246 h 248"/>
                <a:gd name="T4" fmla="*/ 63 w 127"/>
                <a:gd name="T5" fmla="*/ 188 h 248"/>
                <a:gd name="T6" fmla="*/ 2 w 127"/>
                <a:gd name="T7" fmla="*/ 126 h 248"/>
                <a:gd name="T8" fmla="*/ 2 w 127"/>
                <a:gd name="T9" fmla="*/ 122 h 248"/>
                <a:gd name="T10" fmla="*/ 63 w 127"/>
                <a:gd name="T11" fmla="*/ 60 h 248"/>
                <a:gd name="T12" fmla="*/ 121 w 127"/>
                <a:gd name="T13" fmla="*/ 2 h 248"/>
                <a:gd name="T14" fmla="*/ 127 w 127"/>
                <a:gd name="T15" fmla="*/ 4 h 248"/>
                <a:gd name="T16" fmla="*/ 127 w 127"/>
                <a:gd name="T17" fmla="*/ 35 h 248"/>
                <a:gd name="T18" fmla="*/ 126 w 127"/>
                <a:gd name="T19" fmla="*/ 37 h 248"/>
                <a:gd name="T20" fmla="*/ 49 w 127"/>
                <a:gd name="T21" fmla="*/ 122 h 248"/>
                <a:gd name="T22" fmla="*/ 49 w 127"/>
                <a:gd name="T23" fmla="*/ 126 h 248"/>
                <a:gd name="T24" fmla="*/ 126 w 127"/>
                <a:gd name="T25" fmla="*/ 203 h 248"/>
                <a:gd name="T26" fmla="*/ 127 w 127"/>
                <a:gd name="T27" fmla="*/ 205 h 248"/>
                <a:gd name="T28" fmla="*/ 127 w 127"/>
                <a:gd name="T29" fmla="*/ 2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48">
                  <a:moveTo>
                    <a:pt x="127" y="244"/>
                  </a:moveTo>
                  <a:cubicBezTo>
                    <a:pt x="127" y="247"/>
                    <a:pt x="123" y="248"/>
                    <a:pt x="121" y="246"/>
                  </a:cubicBezTo>
                  <a:cubicBezTo>
                    <a:pt x="63" y="188"/>
                    <a:pt x="63" y="188"/>
                    <a:pt x="63" y="188"/>
                  </a:cubicBezTo>
                  <a:cubicBezTo>
                    <a:pt x="2" y="126"/>
                    <a:pt x="2" y="126"/>
                    <a:pt x="2" y="126"/>
                  </a:cubicBezTo>
                  <a:cubicBezTo>
                    <a:pt x="0" y="125"/>
                    <a:pt x="0" y="123"/>
                    <a:pt x="2" y="122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3" y="0"/>
                    <a:pt x="127" y="1"/>
                    <a:pt x="127" y="4"/>
                  </a:cubicBezTo>
                  <a:cubicBezTo>
                    <a:pt x="127" y="35"/>
                    <a:pt x="127" y="35"/>
                    <a:pt x="127" y="35"/>
                  </a:cubicBezTo>
                  <a:cubicBezTo>
                    <a:pt x="127" y="36"/>
                    <a:pt x="126" y="37"/>
                    <a:pt x="126" y="37"/>
                  </a:cubicBezTo>
                  <a:cubicBezTo>
                    <a:pt x="49" y="122"/>
                    <a:pt x="49" y="122"/>
                    <a:pt x="49" y="122"/>
                  </a:cubicBezTo>
                  <a:cubicBezTo>
                    <a:pt x="48" y="123"/>
                    <a:pt x="48" y="125"/>
                    <a:pt x="49" y="126"/>
                  </a:cubicBezTo>
                  <a:cubicBezTo>
                    <a:pt x="126" y="203"/>
                    <a:pt x="126" y="203"/>
                    <a:pt x="126" y="203"/>
                  </a:cubicBezTo>
                  <a:cubicBezTo>
                    <a:pt x="126" y="203"/>
                    <a:pt x="127" y="204"/>
                    <a:pt x="127" y="205"/>
                  </a:cubicBezTo>
                  <a:lnTo>
                    <a:pt x="127" y="244"/>
                  </a:lnTo>
                  <a:close/>
                </a:path>
              </a:pathLst>
            </a:custGeom>
            <a:solidFill>
              <a:srgbClr val="43515C"/>
            </a:solidFill>
            <a:ln>
              <a:noFill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34" name="Group 1333">
            <a:extLst>
              <a:ext uri="{FF2B5EF4-FFF2-40B4-BE49-F238E27FC236}">
                <a16:creationId xmlns:a16="http://schemas.microsoft.com/office/drawing/2014/main" id="{562F255F-2168-62A7-7A4D-EDCC47F1FF1A}"/>
              </a:ext>
            </a:extLst>
          </p:cNvPr>
          <p:cNvGrpSpPr>
            <a:grpSpLocks noChangeAspect="1"/>
          </p:cNvGrpSpPr>
          <p:nvPr/>
        </p:nvGrpSpPr>
        <p:grpSpPr>
          <a:xfrm>
            <a:off x="8658748" y="1729587"/>
            <a:ext cx="344036" cy="274320"/>
            <a:chOff x="3114909" y="3783179"/>
            <a:chExt cx="534627" cy="426292"/>
          </a:xfrm>
        </p:grpSpPr>
        <p:sp>
          <p:nvSpPr>
            <p:cNvPr id="1335" name="Freeform 14">
              <a:extLst>
                <a:ext uri="{FF2B5EF4-FFF2-40B4-BE49-F238E27FC236}">
                  <a16:creationId xmlns:a16="http://schemas.microsoft.com/office/drawing/2014/main" id="{8A63F027-5981-929D-0C90-59A0C24D3B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114909" y="3783179"/>
              <a:ext cx="213552" cy="426292"/>
            </a:xfrm>
            <a:custGeom>
              <a:avLst/>
              <a:gdLst>
                <a:gd name="T0" fmla="*/ 127 w 127"/>
                <a:gd name="T1" fmla="*/ 244 h 248"/>
                <a:gd name="T2" fmla="*/ 121 w 127"/>
                <a:gd name="T3" fmla="*/ 246 h 248"/>
                <a:gd name="T4" fmla="*/ 63 w 127"/>
                <a:gd name="T5" fmla="*/ 188 h 248"/>
                <a:gd name="T6" fmla="*/ 2 w 127"/>
                <a:gd name="T7" fmla="*/ 126 h 248"/>
                <a:gd name="T8" fmla="*/ 2 w 127"/>
                <a:gd name="T9" fmla="*/ 122 h 248"/>
                <a:gd name="T10" fmla="*/ 63 w 127"/>
                <a:gd name="T11" fmla="*/ 60 h 248"/>
                <a:gd name="T12" fmla="*/ 121 w 127"/>
                <a:gd name="T13" fmla="*/ 2 h 248"/>
                <a:gd name="T14" fmla="*/ 127 w 127"/>
                <a:gd name="T15" fmla="*/ 4 h 248"/>
                <a:gd name="T16" fmla="*/ 127 w 127"/>
                <a:gd name="T17" fmla="*/ 35 h 248"/>
                <a:gd name="T18" fmla="*/ 126 w 127"/>
                <a:gd name="T19" fmla="*/ 37 h 248"/>
                <a:gd name="T20" fmla="*/ 49 w 127"/>
                <a:gd name="T21" fmla="*/ 122 h 248"/>
                <a:gd name="T22" fmla="*/ 49 w 127"/>
                <a:gd name="T23" fmla="*/ 126 h 248"/>
                <a:gd name="T24" fmla="*/ 126 w 127"/>
                <a:gd name="T25" fmla="*/ 203 h 248"/>
                <a:gd name="T26" fmla="*/ 127 w 127"/>
                <a:gd name="T27" fmla="*/ 205 h 248"/>
                <a:gd name="T28" fmla="*/ 127 w 127"/>
                <a:gd name="T29" fmla="*/ 2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48">
                  <a:moveTo>
                    <a:pt x="127" y="244"/>
                  </a:moveTo>
                  <a:cubicBezTo>
                    <a:pt x="127" y="247"/>
                    <a:pt x="123" y="248"/>
                    <a:pt x="121" y="246"/>
                  </a:cubicBezTo>
                  <a:cubicBezTo>
                    <a:pt x="63" y="188"/>
                    <a:pt x="63" y="188"/>
                    <a:pt x="63" y="188"/>
                  </a:cubicBezTo>
                  <a:cubicBezTo>
                    <a:pt x="2" y="126"/>
                    <a:pt x="2" y="126"/>
                    <a:pt x="2" y="126"/>
                  </a:cubicBezTo>
                  <a:cubicBezTo>
                    <a:pt x="0" y="125"/>
                    <a:pt x="0" y="123"/>
                    <a:pt x="2" y="122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3" y="0"/>
                    <a:pt x="127" y="1"/>
                    <a:pt x="127" y="4"/>
                  </a:cubicBezTo>
                  <a:cubicBezTo>
                    <a:pt x="127" y="35"/>
                    <a:pt x="127" y="35"/>
                    <a:pt x="127" y="35"/>
                  </a:cubicBezTo>
                  <a:cubicBezTo>
                    <a:pt x="127" y="36"/>
                    <a:pt x="126" y="37"/>
                    <a:pt x="126" y="37"/>
                  </a:cubicBezTo>
                  <a:cubicBezTo>
                    <a:pt x="49" y="122"/>
                    <a:pt x="49" y="122"/>
                    <a:pt x="49" y="122"/>
                  </a:cubicBezTo>
                  <a:cubicBezTo>
                    <a:pt x="48" y="123"/>
                    <a:pt x="48" y="125"/>
                    <a:pt x="49" y="126"/>
                  </a:cubicBezTo>
                  <a:cubicBezTo>
                    <a:pt x="126" y="203"/>
                    <a:pt x="126" y="203"/>
                    <a:pt x="126" y="203"/>
                  </a:cubicBezTo>
                  <a:cubicBezTo>
                    <a:pt x="126" y="203"/>
                    <a:pt x="127" y="204"/>
                    <a:pt x="127" y="205"/>
                  </a:cubicBezTo>
                  <a:lnTo>
                    <a:pt x="127" y="244"/>
                  </a:lnTo>
                  <a:close/>
                </a:path>
              </a:pathLst>
            </a:custGeom>
            <a:solidFill>
              <a:srgbClr val="A2ABB0"/>
            </a:solidFill>
            <a:ln>
              <a:noFill/>
            </a:ln>
            <a:effectLst>
              <a:outerShdw blurRad="190500" dist="38100" dir="5400000" rotWithShape="0">
                <a:srgbClr val="66737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6" name="Freeform 14">
              <a:extLst>
                <a:ext uri="{FF2B5EF4-FFF2-40B4-BE49-F238E27FC236}">
                  <a16:creationId xmlns:a16="http://schemas.microsoft.com/office/drawing/2014/main" id="{4D115725-A784-11E0-CADE-F756F9E9BC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83426" y="3783179"/>
              <a:ext cx="213552" cy="426292"/>
            </a:xfrm>
            <a:custGeom>
              <a:avLst/>
              <a:gdLst>
                <a:gd name="T0" fmla="*/ 127 w 127"/>
                <a:gd name="T1" fmla="*/ 244 h 248"/>
                <a:gd name="T2" fmla="*/ 121 w 127"/>
                <a:gd name="T3" fmla="*/ 246 h 248"/>
                <a:gd name="T4" fmla="*/ 63 w 127"/>
                <a:gd name="T5" fmla="*/ 188 h 248"/>
                <a:gd name="T6" fmla="*/ 2 w 127"/>
                <a:gd name="T7" fmla="*/ 126 h 248"/>
                <a:gd name="T8" fmla="*/ 2 w 127"/>
                <a:gd name="T9" fmla="*/ 122 h 248"/>
                <a:gd name="T10" fmla="*/ 63 w 127"/>
                <a:gd name="T11" fmla="*/ 60 h 248"/>
                <a:gd name="T12" fmla="*/ 121 w 127"/>
                <a:gd name="T13" fmla="*/ 2 h 248"/>
                <a:gd name="T14" fmla="*/ 127 w 127"/>
                <a:gd name="T15" fmla="*/ 4 h 248"/>
                <a:gd name="T16" fmla="*/ 127 w 127"/>
                <a:gd name="T17" fmla="*/ 35 h 248"/>
                <a:gd name="T18" fmla="*/ 126 w 127"/>
                <a:gd name="T19" fmla="*/ 37 h 248"/>
                <a:gd name="T20" fmla="*/ 49 w 127"/>
                <a:gd name="T21" fmla="*/ 122 h 248"/>
                <a:gd name="T22" fmla="*/ 49 w 127"/>
                <a:gd name="T23" fmla="*/ 126 h 248"/>
                <a:gd name="T24" fmla="*/ 126 w 127"/>
                <a:gd name="T25" fmla="*/ 203 h 248"/>
                <a:gd name="T26" fmla="*/ 127 w 127"/>
                <a:gd name="T27" fmla="*/ 205 h 248"/>
                <a:gd name="T28" fmla="*/ 127 w 127"/>
                <a:gd name="T29" fmla="*/ 2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48">
                  <a:moveTo>
                    <a:pt x="127" y="244"/>
                  </a:moveTo>
                  <a:cubicBezTo>
                    <a:pt x="127" y="247"/>
                    <a:pt x="123" y="248"/>
                    <a:pt x="121" y="246"/>
                  </a:cubicBezTo>
                  <a:cubicBezTo>
                    <a:pt x="63" y="188"/>
                    <a:pt x="63" y="188"/>
                    <a:pt x="63" y="188"/>
                  </a:cubicBezTo>
                  <a:cubicBezTo>
                    <a:pt x="2" y="126"/>
                    <a:pt x="2" y="126"/>
                    <a:pt x="2" y="126"/>
                  </a:cubicBezTo>
                  <a:cubicBezTo>
                    <a:pt x="0" y="125"/>
                    <a:pt x="0" y="123"/>
                    <a:pt x="2" y="122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3" y="0"/>
                    <a:pt x="127" y="1"/>
                    <a:pt x="127" y="4"/>
                  </a:cubicBezTo>
                  <a:cubicBezTo>
                    <a:pt x="127" y="35"/>
                    <a:pt x="127" y="35"/>
                    <a:pt x="127" y="35"/>
                  </a:cubicBezTo>
                  <a:cubicBezTo>
                    <a:pt x="127" y="36"/>
                    <a:pt x="126" y="37"/>
                    <a:pt x="126" y="37"/>
                  </a:cubicBezTo>
                  <a:cubicBezTo>
                    <a:pt x="49" y="122"/>
                    <a:pt x="49" y="122"/>
                    <a:pt x="49" y="122"/>
                  </a:cubicBezTo>
                  <a:cubicBezTo>
                    <a:pt x="48" y="123"/>
                    <a:pt x="48" y="125"/>
                    <a:pt x="49" y="126"/>
                  </a:cubicBezTo>
                  <a:cubicBezTo>
                    <a:pt x="126" y="203"/>
                    <a:pt x="126" y="203"/>
                    <a:pt x="126" y="203"/>
                  </a:cubicBezTo>
                  <a:cubicBezTo>
                    <a:pt x="126" y="203"/>
                    <a:pt x="127" y="204"/>
                    <a:pt x="127" y="205"/>
                  </a:cubicBezTo>
                  <a:lnTo>
                    <a:pt x="127" y="244"/>
                  </a:ln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7" name="Freeform 14">
              <a:extLst>
                <a:ext uri="{FF2B5EF4-FFF2-40B4-BE49-F238E27FC236}">
                  <a16:creationId xmlns:a16="http://schemas.microsoft.com/office/drawing/2014/main" id="{800A47A4-DF2B-F99C-84C1-2F0563AB875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35984" y="3783179"/>
              <a:ext cx="213552" cy="426292"/>
            </a:xfrm>
            <a:custGeom>
              <a:avLst/>
              <a:gdLst>
                <a:gd name="T0" fmla="*/ 127 w 127"/>
                <a:gd name="T1" fmla="*/ 244 h 248"/>
                <a:gd name="T2" fmla="*/ 121 w 127"/>
                <a:gd name="T3" fmla="*/ 246 h 248"/>
                <a:gd name="T4" fmla="*/ 63 w 127"/>
                <a:gd name="T5" fmla="*/ 188 h 248"/>
                <a:gd name="T6" fmla="*/ 2 w 127"/>
                <a:gd name="T7" fmla="*/ 126 h 248"/>
                <a:gd name="T8" fmla="*/ 2 w 127"/>
                <a:gd name="T9" fmla="*/ 122 h 248"/>
                <a:gd name="T10" fmla="*/ 63 w 127"/>
                <a:gd name="T11" fmla="*/ 60 h 248"/>
                <a:gd name="T12" fmla="*/ 121 w 127"/>
                <a:gd name="T13" fmla="*/ 2 h 248"/>
                <a:gd name="T14" fmla="*/ 127 w 127"/>
                <a:gd name="T15" fmla="*/ 4 h 248"/>
                <a:gd name="T16" fmla="*/ 127 w 127"/>
                <a:gd name="T17" fmla="*/ 35 h 248"/>
                <a:gd name="T18" fmla="*/ 126 w 127"/>
                <a:gd name="T19" fmla="*/ 37 h 248"/>
                <a:gd name="T20" fmla="*/ 49 w 127"/>
                <a:gd name="T21" fmla="*/ 122 h 248"/>
                <a:gd name="T22" fmla="*/ 49 w 127"/>
                <a:gd name="T23" fmla="*/ 126 h 248"/>
                <a:gd name="T24" fmla="*/ 126 w 127"/>
                <a:gd name="T25" fmla="*/ 203 h 248"/>
                <a:gd name="T26" fmla="*/ 127 w 127"/>
                <a:gd name="T27" fmla="*/ 205 h 248"/>
                <a:gd name="T28" fmla="*/ 127 w 127"/>
                <a:gd name="T29" fmla="*/ 2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48">
                  <a:moveTo>
                    <a:pt x="127" y="244"/>
                  </a:moveTo>
                  <a:cubicBezTo>
                    <a:pt x="127" y="247"/>
                    <a:pt x="123" y="248"/>
                    <a:pt x="121" y="246"/>
                  </a:cubicBezTo>
                  <a:cubicBezTo>
                    <a:pt x="63" y="188"/>
                    <a:pt x="63" y="188"/>
                    <a:pt x="63" y="188"/>
                  </a:cubicBezTo>
                  <a:cubicBezTo>
                    <a:pt x="2" y="126"/>
                    <a:pt x="2" y="126"/>
                    <a:pt x="2" y="126"/>
                  </a:cubicBezTo>
                  <a:cubicBezTo>
                    <a:pt x="0" y="125"/>
                    <a:pt x="0" y="123"/>
                    <a:pt x="2" y="122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3" y="0"/>
                    <a:pt x="127" y="1"/>
                    <a:pt x="127" y="4"/>
                  </a:cubicBezTo>
                  <a:cubicBezTo>
                    <a:pt x="127" y="35"/>
                    <a:pt x="127" y="35"/>
                    <a:pt x="127" y="35"/>
                  </a:cubicBezTo>
                  <a:cubicBezTo>
                    <a:pt x="127" y="36"/>
                    <a:pt x="126" y="37"/>
                    <a:pt x="126" y="37"/>
                  </a:cubicBezTo>
                  <a:cubicBezTo>
                    <a:pt x="49" y="122"/>
                    <a:pt x="49" y="122"/>
                    <a:pt x="49" y="122"/>
                  </a:cubicBezTo>
                  <a:cubicBezTo>
                    <a:pt x="48" y="123"/>
                    <a:pt x="48" y="125"/>
                    <a:pt x="49" y="126"/>
                  </a:cubicBezTo>
                  <a:cubicBezTo>
                    <a:pt x="126" y="203"/>
                    <a:pt x="126" y="203"/>
                    <a:pt x="126" y="203"/>
                  </a:cubicBezTo>
                  <a:cubicBezTo>
                    <a:pt x="126" y="203"/>
                    <a:pt x="127" y="204"/>
                    <a:pt x="127" y="205"/>
                  </a:cubicBezTo>
                  <a:lnTo>
                    <a:pt x="127" y="244"/>
                  </a:lnTo>
                  <a:close/>
                </a:path>
              </a:pathLst>
            </a:custGeom>
            <a:solidFill>
              <a:srgbClr val="43515C"/>
            </a:solidFill>
            <a:ln>
              <a:noFill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1338" name="Graphic 1337">
            <a:extLst>
              <a:ext uri="{FF2B5EF4-FFF2-40B4-BE49-F238E27FC236}">
                <a16:creationId xmlns:a16="http://schemas.microsoft.com/office/drawing/2014/main" id="{7EA95960-FBA4-1918-B550-30C2758886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9420" y="1539259"/>
            <a:ext cx="640080" cy="640080"/>
          </a:xfrm>
          <a:prstGeom prst="rect">
            <a:avLst/>
          </a:prstGeom>
        </p:spPr>
      </p:pic>
      <p:grpSp>
        <p:nvGrpSpPr>
          <p:cNvPr id="1339" name="Group 1338">
            <a:extLst>
              <a:ext uri="{FF2B5EF4-FFF2-40B4-BE49-F238E27FC236}">
                <a16:creationId xmlns:a16="http://schemas.microsoft.com/office/drawing/2014/main" id="{6DF1275D-78C3-E9C7-60DC-B2991838875F}"/>
              </a:ext>
            </a:extLst>
          </p:cNvPr>
          <p:cNvGrpSpPr/>
          <p:nvPr/>
        </p:nvGrpSpPr>
        <p:grpSpPr>
          <a:xfrm>
            <a:off x="3094520" y="1601640"/>
            <a:ext cx="1602294" cy="843129"/>
            <a:chOff x="3094519" y="1582217"/>
            <a:chExt cx="1836519" cy="966378"/>
          </a:xfrm>
        </p:grpSpPr>
        <p:grpSp>
          <p:nvGrpSpPr>
            <p:cNvPr id="1340" name="Group 1339">
              <a:extLst>
                <a:ext uri="{FF2B5EF4-FFF2-40B4-BE49-F238E27FC236}">
                  <a16:creationId xmlns:a16="http://schemas.microsoft.com/office/drawing/2014/main" id="{DD487778-EA0A-1BDC-BEE6-A7CEA9109524}"/>
                </a:ext>
              </a:extLst>
            </p:cNvPr>
            <p:cNvGrpSpPr/>
            <p:nvPr/>
          </p:nvGrpSpPr>
          <p:grpSpPr>
            <a:xfrm>
              <a:off x="3094519" y="1584460"/>
              <a:ext cx="1248825" cy="964135"/>
              <a:chOff x="3094519" y="1584460"/>
              <a:chExt cx="1248825" cy="964135"/>
            </a:xfrm>
          </p:grpSpPr>
          <p:sp>
            <p:nvSpPr>
              <p:cNvPr id="1348" name="Freeform 5">
                <a:extLst>
                  <a:ext uri="{FF2B5EF4-FFF2-40B4-BE49-F238E27FC236}">
                    <a16:creationId xmlns:a16="http://schemas.microsoft.com/office/drawing/2014/main" id="{A884F3C3-D7FB-419C-C81C-21B4EA9280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519" y="1584460"/>
                <a:ext cx="1248825" cy="741669"/>
              </a:xfrm>
              <a:custGeom>
                <a:avLst/>
                <a:gdLst>
                  <a:gd name="T0" fmla="*/ 0 w 3472"/>
                  <a:gd name="T1" fmla="*/ 0 h 2062"/>
                  <a:gd name="T2" fmla="*/ 0 w 3472"/>
                  <a:gd name="T3" fmla="*/ 2062 h 2062"/>
                  <a:gd name="T4" fmla="*/ 3472 w 3472"/>
                  <a:gd name="T5" fmla="*/ 2062 h 2062"/>
                  <a:gd name="T6" fmla="*/ 3472 w 3472"/>
                  <a:gd name="T7" fmla="*/ 5 h 2062"/>
                  <a:gd name="T8" fmla="*/ 0 w 3472"/>
                  <a:gd name="T9" fmla="*/ 0 h 2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72" h="2062">
                    <a:moveTo>
                      <a:pt x="0" y="0"/>
                    </a:moveTo>
                    <a:lnTo>
                      <a:pt x="0" y="2062"/>
                    </a:lnTo>
                    <a:lnTo>
                      <a:pt x="3472" y="2062"/>
                    </a:lnTo>
                    <a:lnTo>
                      <a:pt x="347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4737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9" name="Freeform 6">
                <a:extLst>
                  <a:ext uri="{FF2B5EF4-FFF2-40B4-BE49-F238E27FC236}">
                    <a16:creationId xmlns:a16="http://schemas.microsoft.com/office/drawing/2014/main" id="{AB01A5B2-EFFB-DF71-7F90-3E298DF01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572" y="2295737"/>
                <a:ext cx="182720" cy="231637"/>
              </a:xfrm>
              <a:custGeom>
                <a:avLst/>
                <a:gdLst>
                  <a:gd name="T0" fmla="*/ 171 w 214"/>
                  <a:gd name="T1" fmla="*/ 0 h 271"/>
                  <a:gd name="T2" fmla="*/ 178 w 214"/>
                  <a:gd name="T3" fmla="*/ 31 h 271"/>
                  <a:gd name="T4" fmla="*/ 107 w 214"/>
                  <a:gd name="T5" fmla="*/ 101 h 271"/>
                  <a:gd name="T6" fmla="*/ 36 w 214"/>
                  <a:gd name="T7" fmla="*/ 31 h 271"/>
                  <a:gd name="T8" fmla="*/ 43 w 214"/>
                  <a:gd name="T9" fmla="*/ 0 h 271"/>
                  <a:gd name="T10" fmla="*/ 0 w 214"/>
                  <a:gd name="T11" fmla="*/ 0 h 271"/>
                  <a:gd name="T12" fmla="*/ 0 w 214"/>
                  <a:gd name="T13" fmla="*/ 271 h 271"/>
                  <a:gd name="T14" fmla="*/ 214 w 214"/>
                  <a:gd name="T15" fmla="*/ 271 h 271"/>
                  <a:gd name="T16" fmla="*/ 214 w 214"/>
                  <a:gd name="T17" fmla="*/ 0 h 271"/>
                  <a:gd name="T18" fmla="*/ 171 w 214"/>
                  <a:gd name="T19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4" h="271">
                    <a:moveTo>
                      <a:pt x="171" y="0"/>
                    </a:moveTo>
                    <a:cubicBezTo>
                      <a:pt x="175" y="9"/>
                      <a:pt x="178" y="20"/>
                      <a:pt x="178" y="31"/>
                    </a:cubicBezTo>
                    <a:cubicBezTo>
                      <a:pt x="178" y="70"/>
                      <a:pt x="146" y="101"/>
                      <a:pt x="107" y="101"/>
                    </a:cubicBezTo>
                    <a:cubicBezTo>
                      <a:pt x="68" y="101"/>
                      <a:pt x="36" y="70"/>
                      <a:pt x="36" y="31"/>
                    </a:cubicBezTo>
                    <a:cubicBezTo>
                      <a:pt x="36" y="20"/>
                      <a:pt x="39" y="9"/>
                      <a:pt x="4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71"/>
                      <a:pt x="0" y="271"/>
                      <a:pt x="0" y="271"/>
                    </a:cubicBezTo>
                    <a:cubicBezTo>
                      <a:pt x="214" y="271"/>
                      <a:pt x="214" y="271"/>
                      <a:pt x="214" y="271"/>
                    </a:cubicBezTo>
                    <a:cubicBezTo>
                      <a:pt x="214" y="0"/>
                      <a:pt x="214" y="0"/>
                      <a:pt x="214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64737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0" name="Rectangle 7">
                <a:extLst>
                  <a:ext uri="{FF2B5EF4-FFF2-40B4-BE49-F238E27FC236}">
                    <a16:creationId xmlns:a16="http://schemas.microsoft.com/office/drawing/2014/main" id="{273D80A3-F3F8-336C-D3EA-2B41B4AB7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4519" y="2289622"/>
                <a:ext cx="1248825" cy="47119"/>
              </a:xfrm>
              <a:prstGeom prst="rect">
                <a:avLst/>
              </a:prstGeom>
              <a:solidFill>
                <a:srgbClr val="64737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1" name="Rectangle 8">
                <a:extLst>
                  <a:ext uri="{FF2B5EF4-FFF2-40B4-BE49-F238E27FC236}">
                    <a16:creationId xmlns:a16="http://schemas.microsoft.com/office/drawing/2014/main" id="{C81F3809-B52F-70BB-FAAE-5A420A20E1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2011" y="1616673"/>
                <a:ext cx="1174200" cy="658184"/>
              </a:xfrm>
              <a:prstGeom prst="rect">
                <a:avLst/>
              </a:prstGeom>
              <a:solidFill>
                <a:srgbClr val="3E424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2" name="Rectangle 9">
                <a:extLst>
                  <a:ext uri="{FF2B5EF4-FFF2-40B4-BE49-F238E27FC236}">
                    <a16:creationId xmlns:a16="http://schemas.microsoft.com/office/drawing/2014/main" id="{C412D067-D28B-6445-ACC7-1D25063A7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6504" y="2511907"/>
                <a:ext cx="485215" cy="36688"/>
              </a:xfrm>
              <a:prstGeom prst="rect">
                <a:avLst/>
              </a:prstGeom>
              <a:solidFill>
                <a:srgbClr val="64737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3" name="Freeform 10">
                <a:extLst>
                  <a:ext uri="{FF2B5EF4-FFF2-40B4-BE49-F238E27FC236}">
                    <a16:creationId xmlns:a16="http://schemas.microsoft.com/office/drawing/2014/main" id="{1AB636B9-6318-8D37-AF52-9E51BC864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7273" y="1612045"/>
                <a:ext cx="441693" cy="452843"/>
              </a:xfrm>
              <a:custGeom>
                <a:avLst/>
                <a:gdLst>
                  <a:gd name="T0" fmla="*/ 0 w 1228"/>
                  <a:gd name="T1" fmla="*/ 7 h 1259"/>
                  <a:gd name="T2" fmla="*/ 7 w 1228"/>
                  <a:gd name="T3" fmla="*/ 1259 h 1259"/>
                  <a:gd name="T4" fmla="*/ 1228 w 1228"/>
                  <a:gd name="T5" fmla="*/ 0 h 1259"/>
                  <a:gd name="T6" fmla="*/ 0 w 1228"/>
                  <a:gd name="T7" fmla="*/ 7 h 1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28" h="1259">
                    <a:moveTo>
                      <a:pt x="0" y="7"/>
                    </a:moveTo>
                    <a:lnTo>
                      <a:pt x="7" y="1259"/>
                    </a:lnTo>
                    <a:lnTo>
                      <a:pt x="1228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94A4A4">
                  <a:alpha val="2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41" name="Group 13">
              <a:extLst>
                <a:ext uri="{FF2B5EF4-FFF2-40B4-BE49-F238E27FC236}">
                  <a16:creationId xmlns:a16="http://schemas.microsoft.com/office/drawing/2014/main" id="{37F54D53-8ECD-5B1F-A3EC-BE94264926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82703" y="1582217"/>
              <a:ext cx="448335" cy="966378"/>
              <a:chOff x="3228" y="844"/>
              <a:chExt cx="1222" cy="2634"/>
            </a:xfrm>
          </p:grpSpPr>
          <p:sp>
            <p:nvSpPr>
              <p:cNvPr id="1342" name="Freeform 14">
                <a:extLst>
                  <a:ext uri="{FF2B5EF4-FFF2-40B4-BE49-F238E27FC236}">
                    <a16:creationId xmlns:a16="http://schemas.microsoft.com/office/drawing/2014/main" id="{3C81DFC1-6C90-D3FA-0913-95E995A06A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8" y="844"/>
                <a:ext cx="1222" cy="2599"/>
              </a:xfrm>
              <a:custGeom>
                <a:avLst/>
                <a:gdLst>
                  <a:gd name="T0" fmla="*/ 461 w 512"/>
                  <a:gd name="T1" fmla="*/ 1093 h 1093"/>
                  <a:gd name="T2" fmla="*/ 51 w 512"/>
                  <a:gd name="T3" fmla="*/ 1093 h 1093"/>
                  <a:gd name="T4" fmla="*/ 0 w 512"/>
                  <a:gd name="T5" fmla="*/ 1042 h 1093"/>
                  <a:gd name="T6" fmla="*/ 0 w 512"/>
                  <a:gd name="T7" fmla="*/ 51 h 1093"/>
                  <a:gd name="T8" fmla="*/ 51 w 512"/>
                  <a:gd name="T9" fmla="*/ 0 h 1093"/>
                  <a:gd name="T10" fmla="*/ 461 w 512"/>
                  <a:gd name="T11" fmla="*/ 0 h 1093"/>
                  <a:gd name="T12" fmla="*/ 512 w 512"/>
                  <a:gd name="T13" fmla="*/ 51 h 1093"/>
                  <a:gd name="T14" fmla="*/ 512 w 512"/>
                  <a:gd name="T15" fmla="*/ 1042 h 1093"/>
                  <a:gd name="T16" fmla="*/ 461 w 512"/>
                  <a:gd name="T17" fmla="*/ 1093 h 10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2" h="1093">
                    <a:moveTo>
                      <a:pt x="461" y="1093"/>
                    </a:moveTo>
                    <a:cubicBezTo>
                      <a:pt x="51" y="1093"/>
                      <a:pt x="51" y="1093"/>
                      <a:pt x="51" y="1093"/>
                    </a:cubicBezTo>
                    <a:cubicBezTo>
                      <a:pt x="23" y="1093"/>
                      <a:pt x="0" y="1070"/>
                      <a:pt x="0" y="1042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461" y="0"/>
                      <a:pt x="461" y="0"/>
                      <a:pt x="461" y="0"/>
                    </a:cubicBezTo>
                    <a:cubicBezTo>
                      <a:pt x="489" y="0"/>
                      <a:pt x="512" y="23"/>
                      <a:pt x="512" y="51"/>
                    </a:cubicBezTo>
                    <a:cubicBezTo>
                      <a:pt x="512" y="1042"/>
                      <a:pt x="512" y="1042"/>
                      <a:pt x="512" y="1042"/>
                    </a:cubicBezTo>
                    <a:cubicBezTo>
                      <a:pt x="512" y="1070"/>
                      <a:pt x="489" y="1093"/>
                      <a:pt x="461" y="1093"/>
                    </a:cubicBezTo>
                    <a:close/>
                  </a:path>
                </a:pathLst>
              </a:custGeom>
              <a:solidFill>
                <a:srgbClr val="6473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3" name="Freeform 15">
                <a:extLst>
                  <a:ext uri="{FF2B5EF4-FFF2-40B4-BE49-F238E27FC236}">
                    <a16:creationId xmlns:a16="http://schemas.microsoft.com/office/drawing/2014/main" id="{947BF7C6-7E4B-9E1C-E174-FBA70966C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1060"/>
                <a:ext cx="1062" cy="245"/>
              </a:xfrm>
              <a:custGeom>
                <a:avLst/>
                <a:gdLst>
                  <a:gd name="T0" fmla="*/ 431 w 445"/>
                  <a:gd name="T1" fmla="*/ 103 h 103"/>
                  <a:gd name="T2" fmla="*/ 13 w 445"/>
                  <a:gd name="T3" fmla="*/ 103 h 103"/>
                  <a:gd name="T4" fmla="*/ 0 w 445"/>
                  <a:gd name="T5" fmla="*/ 90 h 103"/>
                  <a:gd name="T6" fmla="*/ 0 w 445"/>
                  <a:gd name="T7" fmla="*/ 13 h 103"/>
                  <a:gd name="T8" fmla="*/ 13 w 445"/>
                  <a:gd name="T9" fmla="*/ 0 h 103"/>
                  <a:gd name="T10" fmla="*/ 431 w 445"/>
                  <a:gd name="T11" fmla="*/ 0 h 103"/>
                  <a:gd name="T12" fmla="*/ 445 w 445"/>
                  <a:gd name="T13" fmla="*/ 13 h 103"/>
                  <a:gd name="T14" fmla="*/ 445 w 445"/>
                  <a:gd name="T15" fmla="*/ 90 h 103"/>
                  <a:gd name="T16" fmla="*/ 431 w 445"/>
                  <a:gd name="T17" fmla="*/ 10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5" h="103">
                    <a:moveTo>
                      <a:pt x="431" y="103"/>
                    </a:moveTo>
                    <a:cubicBezTo>
                      <a:pt x="13" y="103"/>
                      <a:pt x="13" y="103"/>
                      <a:pt x="13" y="103"/>
                    </a:cubicBezTo>
                    <a:cubicBezTo>
                      <a:pt x="6" y="103"/>
                      <a:pt x="0" y="97"/>
                      <a:pt x="0" y="9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431" y="0"/>
                      <a:pt x="431" y="0"/>
                      <a:pt x="431" y="0"/>
                    </a:cubicBezTo>
                    <a:cubicBezTo>
                      <a:pt x="439" y="0"/>
                      <a:pt x="445" y="6"/>
                      <a:pt x="445" y="13"/>
                    </a:cubicBezTo>
                    <a:cubicBezTo>
                      <a:pt x="445" y="90"/>
                      <a:pt x="445" y="90"/>
                      <a:pt x="445" y="90"/>
                    </a:cubicBezTo>
                    <a:cubicBezTo>
                      <a:pt x="445" y="97"/>
                      <a:pt x="439" y="103"/>
                      <a:pt x="431" y="103"/>
                    </a:cubicBezTo>
                    <a:close/>
                  </a:path>
                </a:pathLst>
              </a:custGeom>
              <a:solidFill>
                <a:srgbClr val="3E42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4" name="Freeform 16">
                <a:extLst>
                  <a:ext uri="{FF2B5EF4-FFF2-40B4-BE49-F238E27FC236}">
                    <a16:creationId xmlns:a16="http://schemas.microsoft.com/office/drawing/2014/main" id="{223D4978-5BF1-2AF2-78E9-8C60DED98B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3433"/>
                <a:ext cx="64" cy="45"/>
              </a:xfrm>
              <a:custGeom>
                <a:avLst/>
                <a:gdLst>
                  <a:gd name="T0" fmla="*/ 19 w 27"/>
                  <a:gd name="T1" fmla="*/ 19 h 19"/>
                  <a:gd name="T2" fmla="*/ 9 w 27"/>
                  <a:gd name="T3" fmla="*/ 19 h 19"/>
                  <a:gd name="T4" fmla="*/ 0 w 27"/>
                  <a:gd name="T5" fmla="*/ 10 h 19"/>
                  <a:gd name="T6" fmla="*/ 0 w 27"/>
                  <a:gd name="T7" fmla="*/ 9 h 19"/>
                  <a:gd name="T8" fmla="*/ 9 w 27"/>
                  <a:gd name="T9" fmla="*/ 0 h 19"/>
                  <a:gd name="T10" fmla="*/ 19 w 27"/>
                  <a:gd name="T11" fmla="*/ 0 h 19"/>
                  <a:gd name="T12" fmla="*/ 27 w 27"/>
                  <a:gd name="T13" fmla="*/ 9 h 19"/>
                  <a:gd name="T14" fmla="*/ 27 w 27"/>
                  <a:gd name="T15" fmla="*/ 10 h 19"/>
                  <a:gd name="T16" fmla="*/ 19 w 27"/>
                  <a:gd name="T17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19">
                    <a:moveTo>
                      <a:pt x="19" y="19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4" y="19"/>
                      <a:pt x="0" y="15"/>
                      <a:pt x="0" y="1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7" y="4"/>
                      <a:pt x="27" y="9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15"/>
                      <a:pt x="23" y="19"/>
                      <a:pt x="19" y="1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5" name="Freeform 17">
                <a:extLst>
                  <a:ext uri="{FF2B5EF4-FFF2-40B4-BE49-F238E27FC236}">
                    <a16:creationId xmlns:a16="http://schemas.microsoft.com/office/drawing/2014/main" id="{25368809-ECBF-AF29-DCA2-26A208F17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0" y="3433"/>
                <a:ext cx="65" cy="45"/>
              </a:xfrm>
              <a:custGeom>
                <a:avLst/>
                <a:gdLst>
                  <a:gd name="T0" fmla="*/ 18 w 27"/>
                  <a:gd name="T1" fmla="*/ 19 h 19"/>
                  <a:gd name="T2" fmla="*/ 9 w 27"/>
                  <a:gd name="T3" fmla="*/ 19 h 19"/>
                  <a:gd name="T4" fmla="*/ 0 w 27"/>
                  <a:gd name="T5" fmla="*/ 10 h 19"/>
                  <a:gd name="T6" fmla="*/ 0 w 27"/>
                  <a:gd name="T7" fmla="*/ 9 h 19"/>
                  <a:gd name="T8" fmla="*/ 9 w 27"/>
                  <a:gd name="T9" fmla="*/ 0 h 19"/>
                  <a:gd name="T10" fmla="*/ 18 w 27"/>
                  <a:gd name="T11" fmla="*/ 0 h 19"/>
                  <a:gd name="T12" fmla="*/ 27 w 27"/>
                  <a:gd name="T13" fmla="*/ 9 h 19"/>
                  <a:gd name="T14" fmla="*/ 27 w 27"/>
                  <a:gd name="T15" fmla="*/ 10 h 19"/>
                  <a:gd name="T16" fmla="*/ 18 w 27"/>
                  <a:gd name="T17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19">
                    <a:moveTo>
                      <a:pt x="18" y="19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4" y="19"/>
                      <a:pt x="0" y="15"/>
                      <a:pt x="0" y="1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3" y="0"/>
                      <a:pt x="27" y="4"/>
                      <a:pt x="27" y="9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15"/>
                      <a:pt x="23" y="19"/>
                      <a:pt x="18" y="1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6" name="Freeform 18">
                <a:extLst>
                  <a:ext uri="{FF2B5EF4-FFF2-40B4-BE49-F238E27FC236}">
                    <a16:creationId xmlns:a16="http://schemas.microsoft.com/office/drawing/2014/main" id="{225B008C-4CD1-06F2-5D0B-ADC218408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937"/>
                <a:ext cx="1064" cy="66"/>
              </a:xfrm>
              <a:custGeom>
                <a:avLst/>
                <a:gdLst>
                  <a:gd name="T0" fmla="*/ 13 w 446"/>
                  <a:gd name="T1" fmla="*/ 28 h 28"/>
                  <a:gd name="T2" fmla="*/ 2 w 446"/>
                  <a:gd name="T3" fmla="*/ 22 h 28"/>
                  <a:gd name="T4" fmla="*/ 0 w 446"/>
                  <a:gd name="T5" fmla="*/ 15 h 28"/>
                  <a:gd name="T6" fmla="*/ 1 w 446"/>
                  <a:gd name="T7" fmla="*/ 8 h 28"/>
                  <a:gd name="T8" fmla="*/ 13 w 446"/>
                  <a:gd name="T9" fmla="*/ 0 h 28"/>
                  <a:gd name="T10" fmla="*/ 13 w 446"/>
                  <a:gd name="T11" fmla="*/ 0 h 28"/>
                  <a:gd name="T12" fmla="*/ 334 w 446"/>
                  <a:gd name="T13" fmla="*/ 0 h 28"/>
                  <a:gd name="T14" fmla="*/ 432 w 446"/>
                  <a:gd name="T15" fmla="*/ 0 h 28"/>
                  <a:gd name="T16" fmla="*/ 441 w 446"/>
                  <a:gd name="T17" fmla="*/ 3 h 28"/>
                  <a:gd name="T18" fmla="*/ 446 w 446"/>
                  <a:gd name="T19" fmla="*/ 10 h 28"/>
                  <a:gd name="T20" fmla="*/ 446 w 446"/>
                  <a:gd name="T21" fmla="*/ 17 h 28"/>
                  <a:gd name="T22" fmla="*/ 443 w 446"/>
                  <a:gd name="T23" fmla="*/ 23 h 28"/>
                  <a:gd name="T24" fmla="*/ 436 w 446"/>
                  <a:gd name="T25" fmla="*/ 27 h 28"/>
                  <a:gd name="T26" fmla="*/ 433 w 446"/>
                  <a:gd name="T27" fmla="*/ 27 h 28"/>
                  <a:gd name="T28" fmla="*/ 431 w 446"/>
                  <a:gd name="T29" fmla="*/ 27 h 28"/>
                  <a:gd name="T30" fmla="*/ 398 w 446"/>
                  <a:gd name="T31" fmla="*/ 28 h 28"/>
                  <a:gd name="T32" fmla="*/ 14 w 446"/>
                  <a:gd name="T33" fmla="*/ 28 h 28"/>
                  <a:gd name="T34" fmla="*/ 13 w 446"/>
                  <a:gd name="T35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46" h="28">
                    <a:moveTo>
                      <a:pt x="13" y="28"/>
                    </a:moveTo>
                    <a:cubicBezTo>
                      <a:pt x="9" y="28"/>
                      <a:pt x="4" y="26"/>
                      <a:pt x="2" y="22"/>
                    </a:cubicBezTo>
                    <a:cubicBezTo>
                      <a:pt x="1" y="20"/>
                      <a:pt x="0" y="17"/>
                      <a:pt x="0" y="15"/>
                    </a:cubicBezTo>
                    <a:cubicBezTo>
                      <a:pt x="0" y="13"/>
                      <a:pt x="0" y="10"/>
                      <a:pt x="1" y="8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334" y="0"/>
                      <a:pt x="334" y="0"/>
                      <a:pt x="334" y="0"/>
                    </a:cubicBezTo>
                    <a:cubicBezTo>
                      <a:pt x="432" y="0"/>
                      <a:pt x="432" y="0"/>
                      <a:pt x="432" y="0"/>
                    </a:cubicBezTo>
                    <a:cubicBezTo>
                      <a:pt x="435" y="0"/>
                      <a:pt x="439" y="1"/>
                      <a:pt x="441" y="3"/>
                    </a:cubicBezTo>
                    <a:cubicBezTo>
                      <a:pt x="443" y="5"/>
                      <a:pt x="445" y="7"/>
                      <a:pt x="446" y="10"/>
                    </a:cubicBezTo>
                    <a:cubicBezTo>
                      <a:pt x="446" y="13"/>
                      <a:pt x="446" y="15"/>
                      <a:pt x="446" y="17"/>
                    </a:cubicBezTo>
                    <a:cubicBezTo>
                      <a:pt x="445" y="19"/>
                      <a:pt x="444" y="21"/>
                      <a:pt x="443" y="23"/>
                    </a:cubicBezTo>
                    <a:cubicBezTo>
                      <a:pt x="441" y="25"/>
                      <a:pt x="439" y="26"/>
                      <a:pt x="436" y="27"/>
                    </a:cubicBezTo>
                    <a:cubicBezTo>
                      <a:pt x="435" y="27"/>
                      <a:pt x="434" y="27"/>
                      <a:pt x="433" y="27"/>
                    </a:cubicBezTo>
                    <a:cubicBezTo>
                      <a:pt x="433" y="27"/>
                      <a:pt x="432" y="27"/>
                      <a:pt x="431" y="27"/>
                    </a:cubicBezTo>
                    <a:cubicBezTo>
                      <a:pt x="398" y="28"/>
                      <a:pt x="398" y="28"/>
                      <a:pt x="398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8"/>
                      <a:pt x="13" y="28"/>
                    </a:cubicBezTo>
                    <a:close/>
                  </a:path>
                </a:pathLst>
              </a:custGeom>
              <a:solidFill>
                <a:srgbClr val="3E42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7" name="Oval 19">
                <a:extLst>
                  <a:ext uri="{FF2B5EF4-FFF2-40B4-BE49-F238E27FC236}">
                    <a16:creationId xmlns:a16="http://schemas.microsoft.com/office/drawing/2014/main" id="{9016B38D-CCD8-DAD0-741C-522693F6E9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4" y="1419"/>
                <a:ext cx="127" cy="126"/>
              </a:xfrm>
              <a:prstGeom prst="ellipse">
                <a:avLst/>
              </a:prstGeom>
              <a:solidFill>
                <a:srgbClr val="94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354" name="Group 1353">
            <a:extLst>
              <a:ext uri="{FF2B5EF4-FFF2-40B4-BE49-F238E27FC236}">
                <a16:creationId xmlns:a16="http://schemas.microsoft.com/office/drawing/2014/main" id="{D6201041-F825-2F79-1DBF-C85BA72EBEE0}"/>
              </a:ext>
            </a:extLst>
          </p:cNvPr>
          <p:cNvGrpSpPr/>
          <p:nvPr/>
        </p:nvGrpSpPr>
        <p:grpSpPr>
          <a:xfrm>
            <a:off x="2652064" y="2125512"/>
            <a:ext cx="340428" cy="319257"/>
            <a:chOff x="338285" y="2810823"/>
            <a:chExt cx="485424" cy="455236"/>
          </a:xfrm>
        </p:grpSpPr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CA071E78-51D5-9FB3-BE57-A13AA7C8E6F0}"/>
                </a:ext>
              </a:extLst>
            </p:cNvPr>
            <p:cNvSpPr/>
            <p:nvPr/>
          </p:nvSpPr>
          <p:spPr>
            <a:xfrm>
              <a:off x="403490" y="3029383"/>
              <a:ext cx="412974" cy="181129"/>
            </a:xfrm>
            <a:custGeom>
              <a:avLst/>
              <a:gdLst>
                <a:gd name="connsiteX0" fmla="*/ 162877 w 325755"/>
                <a:gd name="connsiteY0" fmla="*/ 0 h 142875"/>
                <a:gd name="connsiteX1" fmla="*/ 0 w 325755"/>
                <a:gd name="connsiteY1" fmla="*/ 0 h 142875"/>
                <a:gd name="connsiteX2" fmla="*/ 118110 w 325755"/>
                <a:gd name="connsiteY2" fmla="*/ 142875 h 142875"/>
                <a:gd name="connsiteX3" fmla="*/ 162877 w 325755"/>
                <a:gd name="connsiteY3" fmla="*/ 142875 h 142875"/>
                <a:gd name="connsiteX4" fmla="*/ 207645 w 325755"/>
                <a:gd name="connsiteY4" fmla="*/ 142875 h 142875"/>
                <a:gd name="connsiteX5" fmla="*/ 325755 w 325755"/>
                <a:gd name="connsiteY5" fmla="*/ 0 h 142875"/>
                <a:gd name="connsiteX6" fmla="*/ 162877 w 325755"/>
                <a:gd name="connsiteY6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5755" h="142875">
                  <a:moveTo>
                    <a:pt x="162877" y="0"/>
                  </a:moveTo>
                  <a:lnTo>
                    <a:pt x="0" y="0"/>
                  </a:lnTo>
                  <a:cubicBezTo>
                    <a:pt x="0" y="124778"/>
                    <a:pt x="118110" y="142875"/>
                    <a:pt x="118110" y="142875"/>
                  </a:cubicBezTo>
                  <a:lnTo>
                    <a:pt x="162877" y="142875"/>
                  </a:lnTo>
                  <a:lnTo>
                    <a:pt x="207645" y="142875"/>
                  </a:lnTo>
                  <a:cubicBezTo>
                    <a:pt x="207645" y="142875"/>
                    <a:pt x="325755" y="124778"/>
                    <a:pt x="325755" y="0"/>
                  </a:cubicBezTo>
                  <a:lnTo>
                    <a:pt x="162877" y="0"/>
                  </a:lnTo>
                  <a:close/>
                </a:path>
              </a:pathLst>
            </a:custGeom>
            <a:solidFill>
              <a:srgbClr val="64737D">
                <a:alpha val="44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358B10E5-B243-5690-51E7-B700D9829C57}"/>
                </a:ext>
              </a:extLst>
            </p:cNvPr>
            <p:cNvSpPr/>
            <p:nvPr/>
          </p:nvSpPr>
          <p:spPr>
            <a:xfrm>
              <a:off x="599109" y="3046291"/>
              <a:ext cx="199241" cy="147317"/>
            </a:xfrm>
            <a:custGeom>
              <a:avLst/>
              <a:gdLst>
                <a:gd name="connsiteX0" fmla="*/ 104775 w 157162"/>
                <a:gd name="connsiteY0" fmla="*/ 0 h 116204"/>
                <a:gd name="connsiteX1" fmla="*/ 52388 w 157162"/>
                <a:gd name="connsiteY1" fmla="*/ 94297 h 116204"/>
                <a:gd name="connsiteX2" fmla="*/ 0 w 157162"/>
                <a:gd name="connsiteY2" fmla="*/ 116205 h 116204"/>
                <a:gd name="connsiteX3" fmla="*/ 52388 w 157162"/>
                <a:gd name="connsiteY3" fmla="*/ 116205 h 116204"/>
                <a:gd name="connsiteX4" fmla="*/ 104775 w 157162"/>
                <a:gd name="connsiteY4" fmla="*/ 94297 h 116204"/>
                <a:gd name="connsiteX5" fmla="*/ 157163 w 157162"/>
                <a:gd name="connsiteY5" fmla="*/ 0 h 116204"/>
                <a:gd name="connsiteX6" fmla="*/ 104775 w 157162"/>
                <a:gd name="connsiteY6" fmla="*/ 0 h 116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162" h="116204">
                  <a:moveTo>
                    <a:pt x="104775" y="0"/>
                  </a:moveTo>
                  <a:cubicBezTo>
                    <a:pt x="101918" y="40958"/>
                    <a:pt x="83820" y="72390"/>
                    <a:pt x="52388" y="94297"/>
                  </a:cubicBezTo>
                  <a:cubicBezTo>
                    <a:pt x="28575" y="110490"/>
                    <a:pt x="4763" y="116205"/>
                    <a:pt x="0" y="116205"/>
                  </a:cubicBezTo>
                  <a:lnTo>
                    <a:pt x="52388" y="116205"/>
                  </a:lnTo>
                  <a:cubicBezTo>
                    <a:pt x="57150" y="115252"/>
                    <a:pt x="80963" y="110490"/>
                    <a:pt x="104775" y="94297"/>
                  </a:cubicBezTo>
                  <a:cubicBezTo>
                    <a:pt x="136208" y="72390"/>
                    <a:pt x="154305" y="40958"/>
                    <a:pt x="157163" y="0"/>
                  </a:cubicBezTo>
                  <a:lnTo>
                    <a:pt x="104775" y="0"/>
                  </a:lnTo>
                  <a:close/>
                </a:path>
              </a:pathLst>
            </a:custGeom>
            <a:solidFill>
              <a:srgbClr val="DFE3E6"/>
            </a:solidFill>
            <a:ln w="6350" cap="flat" cmpd="sng">
              <a:noFill/>
              <a:prstDash val="solid"/>
              <a:miter/>
            </a:ln>
            <a:effectLst>
              <a:outerShdw blurRad="254000" dist="38100" dir="5400000" rotWithShape="0">
                <a:srgbClr val="A2ABB0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5C063519-C77C-DE0F-518E-DE074C8817C6}"/>
                </a:ext>
              </a:extLst>
            </p:cNvPr>
            <p:cNvSpPr/>
            <p:nvPr/>
          </p:nvSpPr>
          <p:spPr>
            <a:xfrm>
              <a:off x="521829" y="3210514"/>
              <a:ext cx="175090" cy="48301"/>
            </a:xfrm>
            <a:custGeom>
              <a:avLst/>
              <a:gdLst>
                <a:gd name="connsiteX0" fmla="*/ 114300 w 138112"/>
                <a:gd name="connsiteY0" fmla="*/ 0 h 38100"/>
                <a:gd name="connsiteX1" fmla="*/ 69532 w 138112"/>
                <a:gd name="connsiteY1" fmla="*/ 0 h 38100"/>
                <a:gd name="connsiteX2" fmla="*/ 23813 w 138112"/>
                <a:gd name="connsiteY2" fmla="*/ 0 h 38100"/>
                <a:gd name="connsiteX3" fmla="*/ 0 w 138112"/>
                <a:gd name="connsiteY3" fmla="*/ 38100 h 38100"/>
                <a:gd name="connsiteX4" fmla="*/ 69532 w 138112"/>
                <a:gd name="connsiteY4" fmla="*/ 38100 h 38100"/>
                <a:gd name="connsiteX5" fmla="*/ 138113 w 138112"/>
                <a:gd name="connsiteY5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112" h="38100">
                  <a:moveTo>
                    <a:pt x="114300" y="0"/>
                  </a:moveTo>
                  <a:lnTo>
                    <a:pt x="69532" y="0"/>
                  </a:lnTo>
                  <a:lnTo>
                    <a:pt x="23813" y="0"/>
                  </a:lnTo>
                  <a:lnTo>
                    <a:pt x="0" y="38100"/>
                  </a:lnTo>
                  <a:lnTo>
                    <a:pt x="69532" y="38100"/>
                  </a:lnTo>
                  <a:lnTo>
                    <a:pt x="138113" y="38100"/>
                  </a:ln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>
              <a:outerShdw blurRad="190500" dist="38100" dir="5400000" rotWithShape="0">
                <a:srgbClr val="66737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8FD0E33F-FC66-E74A-56EE-6BFADB11FF8E}"/>
                </a:ext>
              </a:extLst>
            </p:cNvPr>
            <p:cNvSpPr/>
            <p:nvPr/>
          </p:nvSpPr>
          <p:spPr>
            <a:xfrm>
              <a:off x="393830" y="3011272"/>
              <a:ext cx="429879" cy="21735"/>
            </a:xfrm>
            <a:custGeom>
              <a:avLst/>
              <a:gdLst>
                <a:gd name="connsiteX0" fmla="*/ 331470 w 339090"/>
                <a:gd name="connsiteY0" fmla="*/ 17145 h 17145"/>
                <a:gd name="connsiteX1" fmla="*/ 8573 w 339090"/>
                <a:gd name="connsiteY1" fmla="*/ 17145 h 17145"/>
                <a:gd name="connsiteX2" fmla="*/ 0 w 339090"/>
                <a:gd name="connsiteY2" fmla="*/ 8573 h 17145"/>
                <a:gd name="connsiteX3" fmla="*/ 0 w 339090"/>
                <a:gd name="connsiteY3" fmla="*/ 8573 h 17145"/>
                <a:gd name="connsiteX4" fmla="*/ 8573 w 339090"/>
                <a:gd name="connsiteY4" fmla="*/ 0 h 17145"/>
                <a:gd name="connsiteX5" fmla="*/ 330518 w 339090"/>
                <a:gd name="connsiteY5" fmla="*/ 0 h 17145"/>
                <a:gd name="connsiteX6" fmla="*/ 339090 w 339090"/>
                <a:gd name="connsiteY6" fmla="*/ 8573 h 17145"/>
                <a:gd name="connsiteX7" fmla="*/ 339090 w 339090"/>
                <a:gd name="connsiteY7" fmla="*/ 8573 h 17145"/>
                <a:gd name="connsiteX8" fmla="*/ 331470 w 339090"/>
                <a:gd name="connsiteY8" fmla="*/ 17145 h 1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090" h="17145">
                  <a:moveTo>
                    <a:pt x="331470" y="17145"/>
                  </a:moveTo>
                  <a:lnTo>
                    <a:pt x="8573" y="17145"/>
                  </a:lnTo>
                  <a:cubicBezTo>
                    <a:pt x="3810" y="17145"/>
                    <a:pt x="0" y="13335"/>
                    <a:pt x="0" y="8573"/>
                  </a:cubicBezTo>
                  <a:lnTo>
                    <a:pt x="0" y="8573"/>
                  </a:lnTo>
                  <a:cubicBezTo>
                    <a:pt x="0" y="3810"/>
                    <a:pt x="3810" y="0"/>
                    <a:pt x="8573" y="0"/>
                  </a:cubicBezTo>
                  <a:lnTo>
                    <a:pt x="330518" y="0"/>
                  </a:lnTo>
                  <a:cubicBezTo>
                    <a:pt x="335280" y="0"/>
                    <a:pt x="339090" y="3810"/>
                    <a:pt x="339090" y="8573"/>
                  </a:cubicBezTo>
                  <a:lnTo>
                    <a:pt x="339090" y="8573"/>
                  </a:lnTo>
                  <a:cubicBezTo>
                    <a:pt x="339090" y="13335"/>
                    <a:pt x="335280" y="17145"/>
                    <a:pt x="331470" y="17145"/>
                  </a:cubicBezTo>
                  <a:close/>
                </a:path>
              </a:pathLst>
            </a:custGeom>
            <a:solidFill>
              <a:srgbClr val="64737D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48C2D26E-7BBF-C3CB-581E-7E2E1D5FF892}"/>
                </a:ext>
              </a:extLst>
            </p:cNvPr>
            <p:cNvSpPr/>
            <p:nvPr/>
          </p:nvSpPr>
          <p:spPr>
            <a:xfrm>
              <a:off x="508545" y="3249155"/>
              <a:ext cx="201656" cy="16904"/>
            </a:xfrm>
            <a:custGeom>
              <a:avLst/>
              <a:gdLst>
                <a:gd name="connsiteX0" fmla="*/ 152400 w 159067"/>
                <a:gd name="connsiteY0" fmla="*/ 13335 h 13334"/>
                <a:gd name="connsiteX1" fmla="*/ 6668 w 159067"/>
                <a:gd name="connsiteY1" fmla="*/ 13335 h 13334"/>
                <a:gd name="connsiteX2" fmla="*/ 0 w 159067"/>
                <a:gd name="connsiteY2" fmla="*/ 6667 h 13334"/>
                <a:gd name="connsiteX3" fmla="*/ 0 w 159067"/>
                <a:gd name="connsiteY3" fmla="*/ 6667 h 13334"/>
                <a:gd name="connsiteX4" fmla="*/ 6668 w 159067"/>
                <a:gd name="connsiteY4" fmla="*/ 0 h 13334"/>
                <a:gd name="connsiteX5" fmla="*/ 152400 w 159067"/>
                <a:gd name="connsiteY5" fmla="*/ 0 h 13334"/>
                <a:gd name="connsiteX6" fmla="*/ 159068 w 159067"/>
                <a:gd name="connsiteY6" fmla="*/ 6667 h 13334"/>
                <a:gd name="connsiteX7" fmla="*/ 159068 w 159067"/>
                <a:gd name="connsiteY7" fmla="*/ 6667 h 13334"/>
                <a:gd name="connsiteX8" fmla="*/ 152400 w 159067"/>
                <a:gd name="connsiteY8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067" h="13334">
                  <a:moveTo>
                    <a:pt x="152400" y="13335"/>
                  </a:moveTo>
                  <a:lnTo>
                    <a:pt x="6668" y="13335"/>
                  </a:lnTo>
                  <a:cubicBezTo>
                    <a:pt x="2857" y="13335"/>
                    <a:pt x="0" y="10477"/>
                    <a:pt x="0" y="6667"/>
                  </a:cubicBezTo>
                  <a:lnTo>
                    <a:pt x="0" y="6667"/>
                  </a:lnTo>
                  <a:cubicBezTo>
                    <a:pt x="0" y="2857"/>
                    <a:pt x="2857" y="0"/>
                    <a:pt x="6668" y="0"/>
                  </a:cubicBezTo>
                  <a:lnTo>
                    <a:pt x="152400" y="0"/>
                  </a:lnTo>
                  <a:cubicBezTo>
                    <a:pt x="156210" y="0"/>
                    <a:pt x="159068" y="2857"/>
                    <a:pt x="159068" y="6667"/>
                  </a:cubicBezTo>
                  <a:lnTo>
                    <a:pt x="159068" y="6667"/>
                  </a:lnTo>
                  <a:cubicBezTo>
                    <a:pt x="159068" y="9525"/>
                    <a:pt x="156210" y="13335"/>
                    <a:pt x="152400" y="13335"/>
                  </a:cubicBezTo>
                  <a:close/>
                </a:path>
              </a:pathLst>
            </a:custGeom>
            <a:solidFill>
              <a:srgbClr val="64737D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BF56B381-955A-A381-121D-45A29277BFED}"/>
                </a:ext>
              </a:extLst>
            </p:cNvPr>
            <p:cNvSpPr/>
            <p:nvPr/>
          </p:nvSpPr>
          <p:spPr>
            <a:xfrm>
              <a:off x="338285" y="3051121"/>
              <a:ext cx="125581" cy="111091"/>
            </a:xfrm>
            <a:custGeom>
              <a:avLst/>
              <a:gdLst>
                <a:gd name="connsiteX0" fmla="*/ 88582 w 99059"/>
                <a:gd name="connsiteY0" fmla="*/ 87630 h 87629"/>
                <a:gd name="connsiteX1" fmla="*/ 50482 w 99059"/>
                <a:gd name="connsiteY1" fmla="*/ 87630 h 87629"/>
                <a:gd name="connsiteX2" fmla="*/ 0 w 99059"/>
                <a:gd name="connsiteY2" fmla="*/ 37148 h 87629"/>
                <a:gd name="connsiteX3" fmla="*/ 0 w 99059"/>
                <a:gd name="connsiteY3" fmla="*/ 25717 h 87629"/>
                <a:gd name="connsiteX4" fmla="*/ 25718 w 99059"/>
                <a:gd name="connsiteY4" fmla="*/ 0 h 87629"/>
                <a:gd name="connsiteX5" fmla="*/ 59055 w 99059"/>
                <a:gd name="connsiteY5" fmla="*/ 0 h 87629"/>
                <a:gd name="connsiteX6" fmla="*/ 68580 w 99059"/>
                <a:gd name="connsiteY6" fmla="*/ 9525 h 87629"/>
                <a:gd name="connsiteX7" fmla="*/ 59055 w 99059"/>
                <a:gd name="connsiteY7" fmla="*/ 19050 h 87629"/>
                <a:gd name="connsiteX8" fmla="*/ 26670 w 99059"/>
                <a:gd name="connsiteY8" fmla="*/ 19050 h 87629"/>
                <a:gd name="connsiteX9" fmla="*/ 19050 w 99059"/>
                <a:gd name="connsiteY9" fmla="*/ 26670 h 87629"/>
                <a:gd name="connsiteX10" fmla="*/ 19050 w 99059"/>
                <a:gd name="connsiteY10" fmla="*/ 38100 h 87629"/>
                <a:gd name="connsiteX11" fmla="*/ 51435 w 99059"/>
                <a:gd name="connsiteY11" fmla="*/ 70485 h 87629"/>
                <a:gd name="connsiteX12" fmla="*/ 89535 w 99059"/>
                <a:gd name="connsiteY12" fmla="*/ 70485 h 87629"/>
                <a:gd name="connsiteX13" fmla="*/ 99060 w 99059"/>
                <a:gd name="connsiteY13" fmla="*/ 80010 h 87629"/>
                <a:gd name="connsiteX14" fmla="*/ 88582 w 99059"/>
                <a:gd name="connsiteY14" fmla="*/ 87630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59" h="87629">
                  <a:moveTo>
                    <a:pt x="88582" y="87630"/>
                  </a:moveTo>
                  <a:lnTo>
                    <a:pt x="50482" y="87630"/>
                  </a:lnTo>
                  <a:cubicBezTo>
                    <a:pt x="22860" y="87630"/>
                    <a:pt x="0" y="64770"/>
                    <a:pt x="0" y="37148"/>
                  </a:cubicBezTo>
                  <a:lnTo>
                    <a:pt x="0" y="25717"/>
                  </a:lnTo>
                  <a:cubicBezTo>
                    <a:pt x="0" y="11430"/>
                    <a:pt x="11430" y="0"/>
                    <a:pt x="25718" y="0"/>
                  </a:cubicBezTo>
                  <a:lnTo>
                    <a:pt x="59055" y="0"/>
                  </a:lnTo>
                  <a:cubicBezTo>
                    <a:pt x="63818" y="0"/>
                    <a:pt x="68580" y="3810"/>
                    <a:pt x="68580" y="9525"/>
                  </a:cubicBezTo>
                  <a:cubicBezTo>
                    <a:pt x="68580" y="14288"/>
                    <a:pt x="64770" y="19050"/>
                    <a:pt x="59055" y="19050"/>
                  </a:cubicBezTo>
                  <a:lnTo>
                    <a:pt x="26670" y="19050"/>
                  </a:lnTo>
                  <a:cubicBezTo>
                    <a:pt x="22860" y="19050"/>
                    <a:pt x="19050" y="22860"/>
                    <a:pt x="19050" y="26670"/>
                  </a:cubicBezTo>
                  <a:lnTo>
                    <a:pt x="19050" y="38100"/>
                  </a:lnTo>
                  <a:cubicBezTo>
                    <a:pt x="19050" y="56198"/>
                    <a:pt x="33338" y="70485"/>
                    <a:pt x="51435" y="70485"/>
                  </a:cubicBezTo>
                  <a:lnTo>
                    <a:pt x="89535" y="70485"/>
                  </a:lnTo>
                  <a:cubicBezTo>
                    <a:pt x="94297" y="70485"/>
                    <a:pt x="99060" y="74295"/>
                    <a:pt x="99060" y="80010"/>
                  </a:cubicBezTo>
                  <a:cubicBezTo>
                    <a:pt x="98107" y="83820"/>
                    <a:pt x="94297" y="87630"/>
                    <a:pt x="88582" y="87630"/>
                  </a:cubicBezTo>
                  <a:close/>
                </a:path>
              </a:pathLst>
            </a:custGeom>
            <a:solidFill>
              <a:srgbClr val="6473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928C4CF0-64AB-C08A-35E6-D1CF2C1FD5E1}"/>
                </a:ext>
              </a:extLst>
            </p:cNvPr>
            <p:cNvSpPr/>
            <p:nvPr/>
          </p:nvSpPr>
          <p:spPr>
            <a:xfrm>
              <a:off x="515791" y="2810823"/>
              <a:ext cx="83319" cy="154563"/>
            </a:xfrm>
            <a:custGeom>
              <a:avLst/>
              <a:gdLst>
                <a:gd name="connsiteX0" fmla="*/ 56197 w 65722"/>
                <a:gd name="connsiteY0" fmla="*/ 121920 h 121920"/>
                <a:gd name="connsiteX1" fmla="*/ 49530 w 65722"/>
                <a:gd name="connsiteY1" fmla="*/ 119063 h 121920"/>
                <a:gd name="connsiteX2" fmla="*/ 14288 w 65722"/>
                <a:gd name="connsiteY2" fmla="*/ 83820 h 121920"/>
                <a:gd name="connsiteX3" fmla="*/ 10478 w 65722"/>
                <a:gd name="connsiteY3" fmla="*/ 62865 h 121920"/>
                <a:gd name="connsiteX4" fmla="*/ 27622 w 65722"/>
                <a:gd name="connsiteY4" fmla="*/ 51435 h 121920"/>
                <a:gd name="connsiteX5" fmla="*/ 37147 w 65722"/>
                <a:gd name="connsiteY5" fmla="*/ 51435 h 121920"/>
                <a:gd name="connsiteX6" fmla="*/ 37147 w 65722"/>
                <a:gd name="connsiteY6" fmla="*/ 51435 h 121920"/>
                <a:gd name="connsiteX7" fmla="*/ 37147 w 65722"/>
                <a:gd name="connsiteY7" fmla="*/ 50483 h 121920"/>
                <a:gd name="connsiteX8" fmla="*/ 2858 w 65722"/>
                <a:gd name="connsiteY8" fmla="*/ 16193 h 121920"/>
                <a:gd name="connsiteX9" fmla="*/ 2858 w 65722"/>
                <a:gd name="connsiteY9" fmla="*/ 2858 h 121920"/>
                <a:gd name="connsiteX10" fmla="*/ 16192 w 65722"/>
                <a:gd name="connsiteY10" fmla="*/ 2858 h 121920"/>
                <a:gd name="connsiteX11" fmla="*/ 50483 w 65722"/>
                <a:gd name="connsiteY11" fmla="*/ 37147 h 121920"/>
                <a:gd name="connsiteX12" fmla="*/ 54292 w 65722"/>
                <a:gd name="connsiteY12" fmla="*/ 58102 h 121920"/>
                <a:gd name="connsiteX13" fmla="*/ 37147 w 65722"/>
                <a:gd name="connsiteY13" fmla="*/ 69533 h 121920"/>
                <a:gd name="connsiteX14" fmla="*/ 27622 w 65722"/>
                <a:gd name="connsiteY14" fmla="*/ 69533 h 121920"/>
                <a:gd name="connsiteX15" fmla="*/ 27622 w 65722"/>
                <a:gd name="connsiteY15" fmla="*/ 69533 h 121920"/>
                <a:gd name="connsiteX16" fmla="*/ 27622 w 65722"/>
                <a:gd name="connsiteY16" fmla="*/ 70485 h 121920"/>
                <a:gd name="connsiteX17" fmla="*/ 62865 w 65722"/>
                <a:gd name="connsiteY17" fmla="*/ 105727 h 121920"/>
                <a:gd name="connsiteX18" fmla="*/ 62865 w 65722"/>
                <a:gd name="connsiteY18" fmla="*/ 119063 h 121920"/>
                <a:gd name="connsiteX19" fmla="*/ 56197 w 65722"/>
                <a:gd name="connsiteY19" fmla="*/ 121920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5722" h="121920">
                  <a:moveTo>
                    <a:pt x="56197" y="121920"/>
                  </a:moveTo>
                  <a:cubicBezTo>
                    <a:pt x="54292" y="121920"/>
                    <a:pt x="51435" y="120968"/>
                    <a:pt x="49530" y="119063"/>
                  </a:cubicBezTo>
                  <a:lnTo>
                    <a:pt x="14288" y="83820"/>
                  </a:lnTo>
                  <a:cubicBezTo>
                    <a:pt x="8572" y="78105"/>
                    <a:pt x="7620" y="70485"/>
                    <a:pt x="10478" y="62865"/>
                  </a:cubicBezTo>
                  <a:cubicBezTo>
                    <a:pt x="13335" y="56197"/>
                    <a:pt x="20003" y="51435"/>
                    <a:pt x="27622" y="51435"/>
                  </a:cubicBezTo>
                  <a:lnTo>
                    <a:pt x="37147" y="51435"/>
                  </a:lnTo>
                  <a:cubicBezTo>
                    <a:pt x="37147" y="51435"/>
                    <a:pt x="37147" y="51435"/>
                    <a:pt x="37147" y="51435"/>
                  </a:cubicBezTo>
                  <a:cubicBezTo>
                    <a:pt x="37147" y="51435"/>
                    <a:pt x="37147" y="51435"/>
                    <a:pt x="37147" y="50483"/>
                  </a:cubicBezTo>
                  <a:lnTo>
                    <a:pt x="2858" y="16193"/>
                  </a:lnTo>
                  <a:cubicBezTo>
                    <a:pt x="-953" y="12383"/>
                    <a:pt x="-953" y="6668"/>
                    <a:pt x="2858" y="2858"/>
                  </a:cubicBezTo>
                  <a:cubicBezTo>
                    <a:pt x="6667" y="-953"/>
                    <a:pt x="12383" y="-953"/>
                    <a:pt x="16192" y="2858"/>
                  </a:cubicBezTo>
                  <a:lnTo>
                    <a:pt x="50483" y="37147"/>
                  </a:lnTo>
                  <a:cubicBezTo>
                    <a:pt x="56197" y="42863"/>
                    <a:pt x="57150" y="50483"/>
                    <a:pt x="54292" y="58102"/>
                  </a:cubicBezTo>
                  <a:cubicBezTo>
                    <a:pt x="51435" y="64770"/>
                    <a:pt x="44767" y="69533"/>
                    <a:pt x="37147" y="69533"/>
                  </a:cubicBezTo>
                  <a:lnTo>
                    <a:pt x="27622" y="69533"/>
                  </a:lnTo>
                  <a:cubicBezTo>
                    <a:pt x="27622" y="69533"/>
                    <a:pt x="27622" y="69533"/>
                    <a:pt x="27622" y="69533"/>
                  </a:cubicBezTo>
                  <a:cubicBezTo>
                    <a:pt x="27622" y="69533"/>
                    <a:pt x="27622" y="69533"/>
                    <a:pt x="27622" y="70485"/>
                  </a:cubicBezTo>
                  <a:lnTo>
                    <a:pt x="62865" y="105727"/>
                  </a:lnTo>
                  <a:cubicBezTo>
                    <a:pt x="66675" y="109538"/>
                    <a:pt x="66675" y="115252"/>
                    <a:pt x="62865" y="119063"/>
                  </a:cubicBezTo>
                  <a:cubicBezTo>
                    <a:pt x="60960" y="120968"/>
                    <a:pt x="59055" y="121920"/>
                    <a:pt x="56197" y="12192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90F955BE-EF10-7045-109E-51FF2E9ACADC}"/>
                </a:ext>
              </a:extLst>
            </p:cNvPr>
            <p:cNvSpPr/>
            <p:nvPr/>
          </p:nvSpPr>
          <p:spPr>
            <a:xfrm>
              <a:off x="593072" y="2820483"/>
              <a:ext cx="77282" cy="144903"/>
            </a:xfrm>
            <a:custGeom>
              <a:avLst/>
              <a:gdLst>
                <a:gd name="connsiteX0" fmla="*/ 52388 w 60960"/>
                <a:gd name="connsiteY0" fmla="*/ 114300 h 114300"/>
                <a:gd name="connsiteX1" fmla="*/ 45720 w 60960"/>
                <a:gd name="connsiteY1" fmla="*/ 111443 h 114300"/>
                <a:gd name="connsiteX2" fmla="*/ 13335 w 60960"/>
                <a:gd name="connsiteY2" fmla="*/ 79057 h 114300"/>
                <a:gd name="connsiteX3" fmla="*/ 9525 w 60960"/>
                <a:gd name="connsiteY3" fmla="*/ 59055 h 114300"/>
                <a:gd name="connsiteX4" fmla="*/ 26670 w 60960"/>
                <a:gd name="connsiteY4" fmla="*/ 47625 h 114300"/>
                <a:gd name="connsiteX5" fmla="*/ 34290 w 60960"/>
                <a:gd name="connsiteY5" fmla="*/ 47625 h 114300"/>
                <a:gd name="connsiteX6" fmla="*/ 2857 w 60960"/>
                <a:gd name="connsiteY6" fmla="*/ 16193 h 114300"/>
                <a:gd name="connsiteX7" fmla="*/ 2857 w 60960"/>
                <a:gd name="connsiteY7" fmla="*/ 2857 h 114300"/>
                <a:gd name="connsiteX8" fmla="*/ 16192 w 60960"/>
                <a:gd name="connsiteY8" fmla="*/ 2857 h 114300"/>
                <a:gd name="connsiteX9" fmla="*/ 47625 w 60960"/>
                <a:gd name="connsiteY9" fmla="*/ 34290 h 114300"/>
                <a:gd name="connsiteX10" fmla="*/ 51435 w 60960"/>
                <a:gd name="connsiteY10" fmla="*/ 54293 h 114300"/>
                <a:gd name="connsiteX11" fmla="*/ 34290 w 60960"/>
                <a:gd name="connsiteY11" fmla="*/ 65723 h 114300"/>
                <a:gd name="connsiteX12" fmla="*/ 26670 w 60960"/>
                <a:gd name="connsiteY12" fmla="*/ 65723 h 114300"/>
                <a:gd name="connsiteX13" fmla="*/ 58103 w 60960"/>
                <a:gd name="connsiteY13" fmla="*/ 97155 h 114300"/>
                <a:gd name="connsiteX14" fmla="*/ 58103 w 60960"/>
                <a:gd name="connsiteY14" fmla="*/ 110490 h 114300"/>
                <a:gd name="connsiteX15" fmla="*/ 52388 w 60960"/>
                <a:gd name="connsiteY15" fmla="*/ 114300 h 114300"/>
                <a:gd name="connsiteX16" fmla="*/ 35243 w 60960"/>
                <a:gd name="connsiteY16" fmla="*/ 48577 h 114300"/>
                <a:gd name="connsiteX17" fmla="*/ 35243 w 60960"/>
                <a:gd name="connsiteY17" fmla="*/ 48577 h 114300"/>
                <a:gd name="connsiteX18" fmla="*/ 35243 w 60960"/>
                <a:gd name="connsiteY18" fmla="*/ 48577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0960" h="114300">
                  <a:moveTo>
                    <a:pt x="52388" y="114300"/>
                  </a:moveTo>
                  <a:cubicBezTo>
                    <a:pt x="50482" y="114300"/>
                    <a:pt x="47625" y="113348"/>
                    <a:pt x="45720" y="111443"/>
                  </a:cubicBezTo>
                  <a:lnTo>
                    <a:pt x="13335" y="79057"/>
                  </a:lnTo>
                  <a:cubicBezTo>
                    <a:pt x="7620" y="73343"/>
                    <a:pt x="6667" y="65723"/>
                    <a:pt x="9525" y="59055"/>
                  </a:cubicBezTo>
                  <a:cubicBezTo>
                    <a:pt x="12382" y="52388"/>
                    <a:pt x="19050" y="47625"/>
                    <a:pt x="26670" y="47625"/>
                  </a:cubicBezTo>
                  <a:lnTo>
                    <a:pt x="34290" y="47625"/>
                  </a:lnTo>
                  <a:lnTo>
                    <a:pt x="2857" y="16193"/>
                  </a:lnTo>
                  <a:cubicBezTo>
                    <a:pt x="-952" y="12382"/>
                    <a:pt x="-952" y="6668"/>
                    <a:pt x="2857" y="2857"/>
                  </a:cubicBezTo>
                  <a:cubicBezTo>
                    <a:pt x="6667" y="-952"/>
                    <a:pt x="12382" y="-952"/>
                    <a:pt x="16192" y="2857"/>
                  </a:cubicBezTo>
                  <a:lnTo>
                    <a:pt x="47625" y="34290"/>
                  </a:lnTo>
                  <a:cubicBezTo>
                    <a:pt x="53340" y="40005"/>
                    <a:pt x="54293" y="47625"/>
                    <a:pt x="51435" y="54293"/>
                  </a:cubicBezTo>
                  <a:cubicBezTo>
                    <a:pt x="48578" y="60960"/>
                    <a:pt x="41910" y="65723"/>
                    <a:pt x="34290" y="65723"/>
                  </a:cubicBezTo>
                  <a:lnTo>
                    <a:pt x="26670" y="65723"/>
                  </a:lnTo>
                  <a:lnTo>
                    <a:pt x="58103" y="97155"/>
                  </a:lnTo>
                  <a:cubicBezTo>
                    <a:pt x="61913" y="100965"/>
                    <a:pt x="61913" y="106680"/>
                    <a:pt x="58103" y="110490"/>
                  </a:cubicBezTo>
                  <a:cubicBezTo>
                    <a:pt x="57150" y="113348"/>
                    <a:pt x="55245" y="114300"/>
                    <a:pt x="52388" y="114300"/>
                  </a:cubicBezTo>
                  <a:close/>
                  <a:moveTo>
                    <a:pt x="35243" y="48577"/>
                  </a:moveTo>
                  <a:lnTo>
                    <a:pt x="35243" y="48577"/>
                  </a:lnTo>
                  <a:lnTo>
                    <a:pt x="35243" y="4857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B13075C9-857C-6BDB-10C9-5EFA922ECB03}"/>
                </a:ext>
              </a:extLst>
            </p:cNvPr>
            <p:cNvSpPr/>
            <p:nvPr/>
          </p:nvSpPr>
          <p:spPr>
            <a:xfrm>
              <a:off x="403490" y="3016103"/>
              <a:ext cx="147318" cy="7244"/>
            </a:xfrm>
            <a:custGeom>
              <a:avLst/>
              <a:gdLst>
                <a:gd name="connsiteX0" fmla="*/ 113348 w 116205"/>
                <a:gd name="connsiteY0" fmla="*/ 5715 h 5714"/>
                <a:gd name="connsiteX1" fmla="*/ 2858 w 116205"/>
                <a:gd name="connsiteY1" fmla="*/ 5715 h 5714"/>
                <a:gd name="connsiteX2" fmla="*/ 0 w 116205"/>
                <a:gd name="connsiteY2" fmla="*/ 2858 h 5714"/>
                <a:gd name="connsiteX3" fmla="*/ 2858 w 116205"/>
                <a:gd name="connsiteY3" fmla="*/ 0 h 5714"/>
                <a:gd name="connsiteX4" fmla="*/ 113348 w 116205"/>
                <a:gd name="connsiteY4" fmla="*/ 0 h 5714"/>
                <a:gd name="connsiteX5" fmla="*/ 116205 w 116205"/>
                <a:gd name="connsiteY5" fmla="*/ 2858 h 5714"/>
                <a:gd name="connsiteX6" fmla="*/ 113348 w 116205"/>
                <a:gd name="connsiteY6" fmla="*/ 5715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205" h="5714">
                  <a:moveTo>
                    <a:pt x="113348" y="5715"/>
                  </a:moveTo>
                  <a:lnTo>
                    <a:pt x="2858" y="5715"/>
                  </a:lnTo>
                  <a:cubicBezTo>
                    <a:pt x="953" y="5715"/>
                    <a:pt x="0" y="4763"/>
                    <a:pt x="0" y="2858"/>
                  </a:cubicBezTo>
                  <a:cubicBezTo>
                    <a:pt x="0" y="952"/>
                    <a:pt x="953" y="0"/>
                    <a:pt x="2858" y="0"/>
                  </a:cubicBezTo>
                  <a:lnTo>
                    <a:pt x="113348" y="0"/>
                  </a:lnTo>
                  <a:cubicBezTo>
                    <a:pt x="115253" y="0"/>
                    <a:pt x="116205" y="952"/>
                    <a:pt x="116205" y="2858"/>
                  </a:cubicBezTo>
                  <a:cubicBezTo>
                    <a:pt x="116205" y="3810"/>
                    <a:pt x="115253" y="5715"/>
                    <a:pt x="113348" y="57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525B1E31-381C-CDF3-6C46-AC94DC606D49}"/>
                </a:ext>
              </a:extLst>
            </p:cNvPr>
            <p:cNvSpPr/>
            <p:nvPr/>
          </p:nvSpPr>
          <p:spPr>
            <a:xfrm>
              <a:off x="559261" y="3016103"/>
              <a:ext cx="20527" cy="7244"/>
            </a:xfrm>
            <a:custGeom>
              <a:avLst/>
              <a:gdLst>
                <a:gd name="connsiteX0" fmla="*/ 13335 w 16192"/>
                <a:gd name="connsiteY0" fmla="*/ 5715 h 5714"/>
                <a:gd name="connsiteX1" fmla="*/ 2857 w 16192"/>
                <a:gd name="connsiteY1" fmla="*/ 5715 h 5714"/>
                <a:gd name="connsiteX2" fmla="*/ 0 w 16192"/>
                <a:gd name="connsiteY2" fmla="*/ 2858 h 5714"/>
                <a:gd name="connsiteX3" fmla="*/ 2857 w 16192"/>
                <a:gd name="connsiteY3" fmla="*/ 0 h 5714"/>
                <a:gd name="connsiteX4" fmla="*/ 13335 w 16192"/>
                <a:gd name="connsiteY4" fmla="*/ 0 h 5714"/>
                <a:gd name="connsiteX5" fmla="*/ 16193 w 16192"/>
                <a:gd name="connsiteY5" fmla="*/ 2858 h 5714"/>
                <a:gd name="connsiteX6" fmla="*/ 13335 w 16192"/>
                <a:gd name="connsiteY6" fmla="*/ 5715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" h="5714">
                  <a:moveTo>
                    <a:pt x="13335" y="5715"/>
                  </a:moveTo>
                  <a:lnTo>
                    <a:pt x="2857" y="5715"/>
                  </a:lnTo>
                  <a:cubicBezTo>
                    <a:pt x="952" y="5715"/>
                    <a:pt x="0" y="4763"/>
                    <a:pt x="0" y="2858"/>
                  </a:cubicBezTo>
                  <a:cubicBezTo>
                    <a:pt x="0" y="952"/>
                    <a:pt x="952" y="0"/>
                    <a:pt x="2857" y="0"/>
                  </a:cubicBezTo>
                  <a:lnTo>
                    <a:pt x="13335" y="0"/>
                  </a:lnTo>
                  <a:cubicBezTo>
                    <a:pt x="15240" y="0"/>
                    <a:pt x="16193" y="952"/>
                    <a:pt x="16193" y="2858"/>
                  </a:cubicBezTo>
                  <a:cubicBezTo>
                    <a:pt x="16193" y="3810"/>
                    <a:pt x="15240" y="5715"/>
                    <a:pt x="13335" y="57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E4BB6036-87B1-B748-0E1E-4FA71A21700D}"/>
                </a:ext>
              </a:extLst>
            </p:cNvPr>
            <p:cNvSpPr/>
            <p:nvPr/>
          </p:nvSpPr>
          <p:spPr>
            <a:xfrm>
              <a:off x="364851" y="3054744"/>
              <a:ext cx="50715" cy="7245"/>
            </a:xfrm>
            <a:custGeom>
              <a:avLst/>
              <a:gdLst>
                <a:gd name="connsiteX0" fmla="*/ 37147 w 40004"/>
                <a:gd name="connsiteY0" fmla="*/ 5715 h 5715"/>
                <a:gd name="connsiteX1" fmla="*/ 2857 w 40004"/>
                <a:gd name="connsiteY1" fmla="*/ 5715 h 5715"/>
                <a:gd name="connsiteX2" fmla="*/ 0 w 40004"/>
                <a:gd name="connsiteY2" fmla="*/ 2858 h 5715"/>
                <a:gd name="connsiteX3" fmla="*/ 2857 w 40004"/>
                <a:gd name="connsiteY3" fmla="*/ 0 h 5715"/>
                <a:gd name="connsiteX4" fmla="*/ 37147 w 40004"/>
                <a:gd name="connsiteY4" fmla="*/ 0 h 5715"/>
                <a:gd name="connsiteX5" fmla="*/ 40005 w 40004"/>
                <a:gd name="connsiteY5" fmla="*/ 2858 h 5715"/>
                <a:gd name="connsiteX6" fmla="*/ 37147 w 40004"/>
                <a:gd name="connsiteY6" fmla="*/ 5715 h 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004" h="5715">
                  <a:moveTo>
                    <a:pt x="37147" y="5715"/>
                  </a:moveTo>
                  <a:lnTo>
                    <a:pt x="2857" y="5715"/>
                  </a:lnTo>
                  <a:cubicBezTo>
                    <a:pt x="952" y="5715"/>
                    <a:pt x="0" y="4763"/>
                    <a:pt x="0" y="2858"/>
                  </a:cubicBezTo>
                  <a:cubicBezTo>
                    <a:pt x="0" y="953"/>
                    <a:pt x="952" y="0"/>
                    <a:pt x="2857" y="0"/>
                  </a:cubicBezTo>
                  <a:lnTo>
                    <a:pt x="37147" y="0"/>
                  </a:lnTo>
                  <a:cubicBezTo>
                    <a:pt x="39052" y="0"/>
                    <a:pt x="40005" y="953"/>
                    <a:pt x="40005" y="2858"/>
                  </a:cubicBezTo>
                  <a:cubicBezTo>
                    <a:pt x="40005" y="4763"/>
                    <a:pt x="39052" y="5715"/>
                    <a:pt x="37147" y="57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5528E471-5FBE-410B-6038-F113C9B04BC1}"/>
                </a:ext>
              </a:extLst>
            </p:cNvPr>
            <p:cNvSpPr/>
            <p:nvPr/>
          </p:nvSpPr>
          <p:spPr>
            <a:xfrm>
              <a:off x="514582" y="3251570"/>
              <a:ext cx="72451" cy="7244"/>
            </a:xfrm>
            <a:custGeom>
              <a:avLst/>
              <a:gdLst>
                <a:gd name="connsiteX0" fmla="*/ 54293 w 57150"/>
                <a:gd name="connsiteY0" fmla="*/ 5715 h 5714"/>
                <a:gd name="connsiteX1" fmla="*/ 2857 w 57150"/>
                <a:gd name="connsiteY1" fmla="*/ 5715 h 5714"/>
                <a:gd name="connsiteX2" fmla="*/ 0 w 57150"/>
                <a:gd name="connsiteY2" fmla="*/ 2858 h 5714"/>
                <a:gd name="connsiteX3" fmla="*/ 2857 w 57150"/>
                <a:gd name="connsiteY3" fmla="*/ 0 h 5714"/>
                <a:gd name="connsiteX4" fmla="*/ 54293 w 57150"/>
                <a:gd name="connsiteY4" fmla="*/ 0 h 5714"/>
                <a:gd name="connsiteX5" fmla="*/ 57150 w 57150"/>
                <a:gd name="connsiteY5" fmla="*/ 2858 h 5714"/>
                <a:gd name="connsiteX6" fmla="*/ 54293 w 57150"/>
                <a:gd name="connsiteY6" fmla="*/ 5715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5714">
                  <a:moveTo>
                    <a:pt x="54293" y="5715"/>
                  </a:moveTo>
                  <a:lnTo>
                    <a:pt x="2857" y="5715"/>
                  </a:lnTo>
                  <a:cubicBezTo>
                    <a:pt x="953" y="5715"/>
                    <a:pt x="0" y="4763"/>
                    <a:pt x="0" y="2858"/>
                  </a:cubicBezTo>
                  <a:cubicBezTo>
                    <a:pt x="0" y="952"/>
                    <a:pt x="953" y="0"/>
                    <a:pt x="2857" y="0"/>
                  </a:cubicBezTo>
                  <a:lnTo>
                    <a:pt x="54293" y="0"/>
                  </a:lnTo>
                  <a:cubicBezTo>
                    <a:pt x="56198" y="0"/>
                    <a:pt x="57150" y="952"/>
                    <a:pt x="57150" y="2858"/>
                  </a:cubicBezTo>
                  <a:cubicBezTo>
                    <a:pt x="57150" y="3810"/>
                    <a:pt x="55245" y="5715"/>
                    <a:pt x="54293" y="57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98531CA4-5032-05C2-397F-D3DA8FF973B9}"/>
                </a:ext>
              </a:extLst>
            </p:cNvPr>
            <p:cNvSpPr/>
            <p:nvPr/>
          </p:nvSpPr>
          <p:spPr>
            <a:xfrm>
              <a:off x="595487" y="3251570"/>
              <a:ext cx="14489" cy="7244"/>
            </a:xfrm>
            <a:custGeom>
              <a:avLst/>
              <a:gdLst>
                <a:gd name="connsiteX0" fmla="*/ 8573 w 11429"/>
                <a:gd name="connsiteY0" fmla="*/ 5715 h 5714"/>
                <a:gd name="connsiteX1" fmla="*/ 2857 w 11429"/>
                <a:gd name="connsiteY1" fmla="*/ 5715 h 5714"/>
                <a:gd name="connsiteX2" fmla="*/ 0 w 11429"/>
                <a:gd name="connsiteY2" fmla="*/ 2858 h 5714"/>
                <a:gd name="connsiteX3" fmla="*/ 2857 w 11429"/>
                <a:gd name="connsiteY3" fmla="*/ 0 h 5714"/>
                <a:gd name="connsiteX4" fmla="*/ 8573 w 11429"/>
                <a:gd name="connsiteY4" fmla="*/ 0 h 5714"/>
                <a:gd name="connsiteX5" fmla="*/ 11430 w 11429"/>
                <a:gd name="connsiteY5" fmla="*/ 2858 h 5714"/>
                <a:gd name="connsiteX6" fmla="*/ 8573 w 11429"/>
                <a:gd name="connsiteY6" fmla="*/ 5715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29" h="5714">
                  <a:moveTo>
                    <a:pt x="8573" y="5715"/>
                  </a:moveTo>
                  <a:lnTo>
                    <a:pt x="2857" y="5715"/>
                  </a:lnTo>
                  <a:cubicBezTo>
                    <a:pt x="952" y="5715"/>
                    <a:pt x="0" y="4763"/>
                    <a:pt x="0" y="2858"/>
                  </a:cubicBezTo>
                  <a:cubicBezTo>
                    <a:pt x="0" y="952"/>
                    <a:pt x="952" y="0"/>
                    <a:pt x="2857" y="0"/>
                  </a:cubicBezTo>
                  <a:lnTo>
                    <a:pt x="8573" y="0"/>
                  </a:lnTo>
                  <a:cubicBezTo>
                    <a:pt x="10477" y="0"/>
                    <a:pt x="11430" y="952"/>
                    <a:pt x="11430" y="2858"/>
                  </a:cubicBezTo>
                  <a:cubicBezTo>
                    <a:pt x="11430" y="3810"/>
                    <a:pt x="10477" y="5715"/>
                    <a:pt x="8573" y="57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1368" name="Group 22">
            <a:extLst>
              <a:ext uri="{FF2B5EF4-FFF2-40B4-BE49-F238E27FC236}">
                <a16:creationId xmlns:a16="http://schemas.microsoft.com/office/drawing/2014/main" id="{E956DD84-2926-1E9F-CC1D-57509F90288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30727" y="2372738"/>
            <a:ext cx="1206034" cy="72031"/>
            <a:chOff x="1225" y="2064"/>
            <a:chExt cx="5006" cy="299"/>
          </a:xfrm>
        </p:grpSpPr>
        <p:sp>
          <p:nvSpPr>
            <p:cNvPr id="1369" name="Freeform 23">
              <a:extLst>
                <a:ext uri="{FF2B5EF4-FFF2-40B4-BE49-F238E27FC236}">
                  <a16:creationId xmlns:a16="http://schemas.microsoft.com/office/drawing/2014/main" id="{B83D93AF-D785-1757-9EFA-CF09893D9A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81" y="2182"/>
              <a:ext cx="3992" cy="96"/>
            </a:xfrm>
            <a:custGeom>
              <a:avLst/>
              <a:gdLst>
                <a:gd name="T0" fmla="*/ 0 w 1682"/>
                <a:gd name="T1" fmla="*/ 8 h 40"/>
                <a:gd name="T2" fmla="*/ 99 w 1682"/>
                <a:gd name="T3" fmla="*/ 8 h 40"/>
                <a:gd name="T4" fmla="*/ 61 w 1682"/>
                <a:gd name="T5" fmla="*/ 40 h 40"/>
                <a:gd name="T6" fmla="*/ 144 w 1682"/>
                <a:gd name="T7" fmla="*/ 0 h 40"/>
                <a:gd name="T8" fmla="*/ 144 w 1682"/>
                <a:gd name="T9" fmla="*/ 40 h 40"/>
                <a:gd name="T10" fmla="*/ 166 w 1682"/>
                <a:gd name="T11" fmla="*/ 0 h 40"/>
                <a:gd name="T12" fmla="*/ 204 w 1682"/>
                <a:gd name="T13" fmla="*/ 32 h 40"/>
                <a:gd name="T14" fmla="*/ 211 w 1682"/>
                <a:gd name="T15" fmla="*/ 8 h 40"/>
                <a:gd name="T16" fmla="*/ 257 w 1682"/>
                <a:gd name="T17" fmla="*/ 8 h 40"/>
                <a:gd name="T18" fmla="*/ 264 w 1682"/>
                <a:gd name="T19" fmla="*/ 32 h 40"/>
                <a:gd name="T20" fmla="*/ 362 w 1682"/>
                <a:gd name="T21" fmla="*/ 8 h 40"/>
                <a:gd name="T22" fmla="*/ 325 w 1682"/>
                <a:gd name="T23" fmla="*/ 40 h 40"/>
                <a:gd name="T24" fmla="*/ 407 w 1682"/>
                <a:gd name="T25" fmla="*/ 0 h 40"/>
                <a:gd name="T26" fmla="*/ 407 w 1682"/>
                <a:gd name="T27" fmla="*/ 40 h 40"/>
                <a:gd name="T28" fmla="*/ 430 w 1682"/>
                <a:gd name="T29" fmla="*/ 0 h 40"/>
                <a:gd name="T30" fmla="*/ 468 w 1682"/>
                <a:gd name="T31" fmla="*/ 32 h 40"/>
                <a:gd name="T32" fmla="*/ 475 w 1682"/>
                <a:gd name="T33" fmla="*/ 8 h 40"/>
                <a:gd name="T34" fmla="*/ 521 w 1682"/>
                <a:gd name="T35" fmla="*/ 8 h 40"/>
                <a:gd name="T36" fmla="*/ 528 w 1682"/>
                <a:gd name="T37" fmla="*/ 32 h 40"/>
                <a:gd name="T38" fmla="*/ 626 w 1682"/>
                <a:gd name="T39" fmla="*/ 8 h 40"/>
                <a:gd name="T40" fmla="*/ 589 w 1682"/>
                <a:gd name="T41" fmla="*/ 40 h 40"/>
                <a:gd name="T42" fmla="*/ 671 w 1682"/>
                <a:gd name="T43" fmla="*/ 0 h 40"/>
                <a:gd name="T44" fmla="*/ 671 w 1682"/>
                <a:gd name="T45" fmla="*/ 40 h 40"/>
                <a:gd name="T46" fmla="*/ 694 w 1682"/>
                <a:gd name="T47" fmla="*/ 0 h 40"/>
                <a:gd name="T48" fmla="*/ 732 w 1682"/>
                <a:gd name="T49" fmla="*/ 32 h 40"/>
                <a:gd name="T50" fmla="*/ 739 w 1682"/>
                <a:gd name="T51" fmla="*/ 8 h 40"/>
                <a:gd name="T52" fmla="*/ 785 w 1682"/>
                <a:gd name="T53" fmla="*/ 8 h 40"/>
                <a:gd name="T54" fmla="*/ 792 w 1682"/>
                <a:gd name="T55" fmla="*/ 32 h 40"/>
                <a:gd name="T56" fmla="*/ 890 w 1682"/>
                <a:gd name="T57" fmla="*/ 8 h 40"/>
                <a:gd name="T58" fmla="*/ 853 w 1682"/>
                <a:gd name="T59" fmla="*/ 40 h 40"/>
                <a:gd name="T60" fmla="*/ 935 w 1682"/>
                <a:gd name="T61" fmla="*/ 0 h 40"/>
                <a:gd name="T62" fmla="*/ 935 w 1682"/>
                <a:gd name="T63" fmla="*/ 40 h 40"/>
                <a:gd name="T64" fmla="*/ 958 w 1682"/>
                <a:gd name="T65" fmla="*/ 0 h 40"/>
                <a:gd name="T66" fmla="*/ 996 w 1682"/>
                <a:gd name="T67" fmla="*/ 32 h 40"/>
                <a:gd name="T68" fmla="*/ 1003 w 1682"/>
                <a:gd name="T69" fmla="*/ 8 h 40"/>
                <a:gd name="T70" fmla="*/ 1049 w 1682"/>
                <a:gd name="T71" fmla="*/ 8 h 40"/>
                <a:gd name="T72" fmla="*/ 1056 w 1682"/>
                <a:gd name="T73" fmla="*/ 32 h 40"/>
                <a:gd name="T74" fmla="*/ 1154 w 1682"/>
                <a:gd name="T75" fmla="*/ 8 h 40"/>
                <a:gd name="T76" fmla="*/ 1117 w 1682"/>
                <a:gd name="T77" fmla="*/ 40 h 40"/>
                <a:gd name="T78" fmla="*/ 1199 w 1682"/>
                <a:gd name="T79" fmla="*/ 0 h 40"/>
                <a:gd name="T80" fmla="*/ 1199 w 1682"/>
                <a:gd name="T81" fmla="*/ 40 h 40"/>
                <a:gd name="T82" fmla="*/ 1222 w 1682"/>
                <a:gd name="T83" fmla="*/ 0 h 40"/>
                <a:gd name="T84" fmla="*/ 1260 w 1682"/>
                <a:gd name="T85" fmla="*/ 32 h 40"/>
                <a:gd name="T86" fmla="*/ 1267 w 1682"/>
                <a:gd name="T87" fmla="*/ 8 h 40"/>
                <a:gd name="T88" fmla="*/ 1313 w 1682"/>
                <a:gd name="T89" fmla="*/ 8 h 40"/>
                <a:gd name="T90" fmla="*/ 1320 w 1682"/>
                <a:gd name="T91" fmla="*/ 32 h 40"/>
                <a:gd name="T92" fmla="*/ 1418 w 1682"/>
                <a:gd name="T93" fmla="*/ 8 h 40"/>
                <a:gd name="T94" fmla="*/ 1380 w 1682"/>
                <a:gd name="T95" fmla="*/ 40 h 40"/>
                <a:gd name="T96" fmla="*/ 1463 w 1682"/>
                <a:gd name="T97" fmla="*/ 0 h 40"/>
                <a:gd name="T98" fmla="*/ 1463 w 1682"/>
                <a:gd name="T99" fmla="*/ 40 h 40"/>
                <a:gd name="T100" fmla="*/ 1486 w 1682"/>
                <a:gd name="T101" fmla="*/ 0 h 40"/>
                <a:gd name="T102" fmla="*/ 1524 w 1682"/>
                <a:gd name="T103" fmla="*/ 32 h 40"/>
                <a:gd name="T104" fmla="*/ 1531 w 1682"/>
                <a:gd name="T105" fmla="*/ 8 h 40"/>
                <a:gd name="T106" fmla="*/ 1576 w 1682"/>
                <a:gd name="T107" fmla="*/ 8 h 40"/>
                <a:gd name="T108" fmla="*/ 1584 w 1682"/>
                <a:gd name="T109" fmla="*/ 32 h 40"/>
                <a:gd name="T110" fmla="*/ 1682 w 1682"/>
                <a:gd name="T111" fmla="*/ 8 h 40"/>
                <a:gd name="T112" fmla="*/ 1644 w 1682"/>
                <a:gd name="T1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82" h="40">
                  <a:moveTo>
                    <a:pt x="46" y="32"/>
                  </a:moveTo>
                  <a:cubicBezTo>
                    <a:pt x="46" y="37"/>
                    <a:pt x="42" y="40"/>
                    <a:pt x="3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4" y="40"/>
                    <a:pt x="0" y="37"/>
                    <a:pt x="0" y="3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2" y="0"/>
                    <a:pt x="46" y="4"/>
                    <a:pt x="46" y="8"/>
                  </a:cubicBezTo>
                  <a:lnTo>
                    <a:pt x="46" y="32"/>
                  </a:lnTo>
                  <a:close/>
                  <a:moveTo>
                    <a:pt x="99" y="8"/>
                  </a:moveTo>
                  <a:cubicBezTo>
                    <a:pt x="99" y="4"/>
                    <a:pt x="95" y="0"/>
                    <a:pt x="9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57" y="0"/>
                    <a:pt x="53" y="4"/>
                    <a:pt x="53" y="8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3" y="37"/>
                    <a:pt x="57" y="40"/>
                    <a:pt x="6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5" y="40"/>
                    <a:pt x="99" y="37"/>
                    <a:pt x="99" y="32"/>
                  </a:cubicBezTo>
                  <a:lnTo>
                    <a:pt x="99" y="8"/>
                  </a:lnTo>
                  <a:close/>
                  <a:moveTo>
                    <a:pt x="151" y="8"/>
                  </a:moveTo>
                  <a:cubicBezTo>
                    <a:pt x="151" y="4"/>
                    <a:pt x="148" y="0"/>
                    <a:pt x="144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09" y="0"/>
                    <a:pt x="106" y="4"/>
                    <a:pt x="106" y="8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7"/>
                    <a:pt x="109" y="40"/>
                    <a:pt x="114" y="40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8" y="40"/>
                    <a:pt x="151" y="37"/>
                    <a:pt x="151" y="32"/>
                  </a:cubicBezTo>
                  <a:lnTo>
                    <a:pt x="151" y="8"/>
                  </a:lnTo>
                  <a:close/>
                  <a:moveTo>
                    <a:pt x="204" y="8"/>
                  </a:moveTo>
                  <a:cubicBezTo>
                    <a:pt x="204" y="4"/>
                    <a:pt x="201" y="0"/>
                    <a:pt x="196" y="0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62" y="0"/>
                    <a:pt x="159" y="4"/>
                    <a:pt x="159" y="8"/>
                  </a:cubicBezTo>
                  <a:cubicBezTo>
                    <a:pt x="159" y="32"/>
                    <a:pt x="159" y="32"/>
                    <a:pt x="159" y="32"/>
                  </a:cubicBezTo>
                  <a:cubicBezTo>
                    <a:pt x="159" y="37"/>
                    <a:pt x="162" y="40"/>
                    <a:pt x="166" y="40"/>
                  </a:cubicBezTo>
                  <a:cubicBezTo>
                    <a:pt x="196" y="40"/>
                    <a:pt x="196" y="40"/>
                    <a:pt x="196" y="40"/>
                  </a:cubicBezTo>
                  <a:cubicBezTo>
                    <a:pt x="201" y="40"/>
                    <a:pt x="204" y="37"/>
                    <a:pt x="204" y="32"/>
                  </a:cubicBezTo>
                  <a:lnTo>
                    <a:pt x="204" y="8"/>
                  </a:lnTo>
                  <a:close/>
                  <a:moveTo>
                    <a:pt x="257" y="8"/>
                  </a:moveTo>
                  <a:cubicBezTo>
                    <a:pt x="257" y="4"/>
                    <a:pt x="253" y="0"/>
                    <a:pt x="24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5" y="0"/>
                    <a:pt x="211" y="4"/>
                    <a:pt x="211" y="8"/>
                  </a:cubicBezTo>
                  <a:cubicBezTo>
                    <a:pt x="211" y="32"/>
                    <a:pt x="211" y="32"/>
                    <a:pt x="211" y="32"/>
                  </a:cubicBezTo>
                  <a:cubicBezTo>
                    <a:pt x="211" y="37"/>
                    <a:pt x="215" y="40"/>
                    <a:pt x="219" y="40"/>
                  </a:cubicBezTo>
                  <a:cubicBezTo>
                    <a:pt x="249" y="40"/>
                    <a:pt x="249" y="40"/>
                    <a:pt x="249" y="40"/>
                  </a:cubicBezTo>
                  <a:cubicBezTo>
                    <a:pt x="253" y="40"/>
                    <a:pt x="257" y="37"/>
                    <a:pt x="257" y="32"/>
                  </a:cubicBezTo>
                  <a:lnTo>
                    <a:pt x="257" y="8"/>
                  </a:lnTo>
                  <a:close/>
                  <a:moveTo>
                    <a:pt x="310" y="8"/>
                  </a:moveTo>
                  <a:cubicBezTo>
                    <a:pt x="310" y="4"/>
                    <a:pt x="306" y="0"/>
                    <a:pt x="302" y="0"/>
                  </a:cubicBezTo>
                  <a:cubicBezTo>
                    <a:pt x="272" y="0"/>
                    <a:pt x="272" y="0"/>
                    <a:pt x="272" y="0"/>
                  </a:cubicBezTo>
                  <a:cubicBezTo>
                    <a:pt x="268" y="0"/>
                    <a:pt x="264" y="4"/>
                    <a:pt x="264" y="8"/>
                  </a:cubicBezTo>
                  <a:cubicBezTo>
                    <a:pt x="264" y="32"/>
                    <a:pt x="264" y="32"/>
                    <a:pt x="264" y="32"/>
                  </a:cubicBezTo>
                  <a:cubicBezTo>
                    <a:pt x="264" y="37"/>
                    <a:pt x="268" y="40"/>
                    <a:pt x="272" y="40"/>
                  </a:cubicBezTo>
                  <a:cubicBezTo>
                    <a:pt x="302" y="40"/>
                    <a:pt x="302" y="40"/>
                    <a:pt x="302" y="40"/>
                  </a:cubicBezTo>
                  <a:cubicBezTo>
                    <a:pt x="306" y="40"/>
                    <a:pt x="310" y="37"/>
                    <a:pt x="310" y="32"/>
                  </a:cubicBezTo>
                  <a:lnTo>
                    <a:pt x="310" y="8"/>
                  </a:lnTo>
                  <a:close/>
                  <a:moveTo>
                    <a:pt x="362" y="8"/>
                  </a:moveTo>
                  <a:cubicBezTo>
                    <a:pt x="362" y="4"/>
                    <a:pt x="359" y="0"/>
                    <a:pt x="355" y="0"/>
                  </a:cubicBezTo>
                  <a:cubicBezTo>
                    <a:pt x="325" y="0"/>
                    <a:pt x="325" y="0"/>
                    <a:pt x="325" y="0"/>
                  </a:cubicBezTo>
                  <a:cubicBezTo>
                    <a:pt x="320" y="0"/>
                    <a:pt x="317" y="4"/>
                    <a:pt x="317" y="8"/>
                  </a:cubicBezTo>
                  <a:cubicBezTo>
                    <a:pt x="317" y="32"/>
                    <a:pt x="317" y="32"/>
                    <a:pt x="317" y="32"/>
                  </a:cubicBezTo>
                  <a:cubicBezTo>
                    <a:pt x="317" y="37"/>
                    <a:pt x="320" y="40"/>
                    <a:pt x="325" y="40"/>
                  </a:cubicBezTo>
                  <a:cubicBezTo>
                    <a:pt x="355" y="40"/>
                    <a:pt x="355" y="40"/>
                    <a:pt x="355" y="40"/>
                  </a:cubicBezTo>
                  <a:cubicBezTo>
                    <a:pt x="359" y="40"/>
                    <a:pt x="362" y="37"/>
                    <a:pt x="362" y="32"/>
                  </a:cubicBezTo>
                  <a:lnTo>
                    <a:pt x="362" y="8"/>
                  </a:lnTo>
                  <a:close/>
                  <a:moveTo>
                    <a:pt x="415" y="8"/>
                  </a:moveTo>
                  <a:cubicBezTo>
                    <a:pt x="415" y="4"/>
                    <a:pt x="412" y="0"/>
                    <a:pt x="407" y="0"/>
                  </a:cubicBezTo>
                  <a:cubicBezTo>
                    <a:pt x="378" y="0"/>
                    <a:pt x="378" y="0"/>
                    <a:pt x="378" y="0"/>
                  </a:cubicBezTo>
                  <a:cubicBezTo>
                    <a:pt x="373" y="0"/>
                    <a:pt x="370" y="4"/>
                    <a:pt x="370" y="8"/>
                  </a:cubicBezTo>
                  <a:cubicBezTo>
                    <a:pt x="370" y="32"/>
                    <a:pt x="370" y="32"/>
                    <a:pt x="370" y="32"/>
                  </a:cubicBezTo>
                  <a:cubicBezTo>
                    <a:pt x="370" y="37"/>
                    <a:pt x="373" y="40"/>
                    <a:pt x="378" y="40"/>
                  </a:cubicBezTo>
                  <a:cubicBezTo>
                    <a:pt x="407" y="40"/>
                    <a:pt x="407" y="40"/>
                    <a:pt x="407" y="40"/>
                  </a:cubicBezTo>
                  <a:cubicBezTo>
                    <a:pt x="412" y="40"/>
                    <a:pt x="415" y="37"/>
                    <a:pt x="415" y="32"/>
                  </a:cubicBezTo>
                  <a:lnTo>
                    <a:pt x="415" y="8"/>
                  </a:lnTo>
                  <a:close/>
                  <a:moveTo>
                    <a:pt x="468" y="8"/>
                  </a:moveTo>
                  <a:cubicBezTo>
                    <a:pt x="468" y="4"/>
                    <a:pt x="465" y="0"/>
                    <a:pt x="460" y="0"/>
                  </a:cubicBezTo>
                  <a:cubicBezTo>
                    <a:pt x="430" y="0"/>
                    <a:pt x="430" y="0"/>
                    <a:pt x="430" y="0"/>
                  </a:cubicBezTo>
                  <a:cubicBezTo>
                    <a:pt x="426" y="0"/>
                    <a:pt x="422" y="4"/>
                    <a:pt x="422" y="8"/>
                  </a:cubicBezTo>
                  <a:cubicBezTo>
                    <a:pt x="422" y="32"/>
                    <a:pt x="422" y="32"/>
                    <a:pt x="422" y="32"/>
                  </a:cubicBezTo>
                  <a:cubicBezTo>
                    <a:pt x="422" y="37"/>
                    <a:pt x="426" y="40"/>
                    <a:pt x="430" y="40"/>
                  </a:cubicBezTo>
                  <a:cubicBezTo>
                    <a:pt x="460" y="40"/>
                    <a:pt x="460" y="40"/>
                    <a:pt x="460" y="40"/>
                  </a:cubicBezTo>
                  <a:cubicBezTo>
                    <a:pt x="465" y="40"/>
                    <a:pt x="468" y="37"/>
                    <a:pt x="468" y="32"/>
                  </a:cubicBezTo>
                  <a:lnTo>
                    <a:pt x="468" y="8"/>
                  </a:lnTo>
                  <a:close/>
                  <a:moveTo>
                    <a:pt x="521" y="8"/>
                  </a:moveTo>
                  <a:cubicBezTo>
                    <a:pt x="521" y="4"/>
                    <a:pt x="517" y="0"/>
                    <a:pt x="513" y="0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79" y="0"/>
                    <a:pt x="475" y="4"/>
                    <a:pt x="475" y="8"/>
                  </a:cubicBezTo>
                  <a:cubicBezTo>
                    <a:pt x="475" y="32"/>
                    <a:pt x="475" y="32"/>
                    <a:pt x="475" y="32"/>
                  </a:cubicBezTo>
                  <a:cubicBezTo>
                    <a:pt x="475" y="37"/>
                    <a:pt x="479" y="40"/>
                    <a:pt x="483" y="40"/>
                  </a:cubicBezTo>
                  <a:cubicBezTo>
                    <a:pt x="513" y="40"/>
                    <a:pt x="513" y="40"/>
                    <a:pt x="513" y="40"/>
                  </a:cubicBezTo>
                  <a:cubicBezTo>
                    <a:pt x="517" y="40"/>
                    <a:pt x="521" y="37"/>
                    <a:pt x="521" y="32"/>
                  </a:cubicBezTo>
                  <a:lnTo>
                    <a:pt x="521" y="8"/>
                  </a:lnTo>
                  <a:close/>
                  <a:moveTo>
                    <a:pt x="574" y="8"/>
                  </a:moveTo>
                  <a:cubicBezTo>
                    <a:pt x="574" y="4"/>
                    <a:pt x="570" y="0"/>
                    <a:pt x="566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32" y="0"/>
                    <a:pt x="528" y="4"/>
                    <a:pt x="528" y="8"/>
                  </a:cubicBezTo>
                  <a:cubicBezTo>
                    <a:pt x="528" y="32"/>
                    <a:pt x="528" y="32"/>
                    <a:pt x="528" y="32"/>
                  </a:cubicBezTo>
                  <a:cubicBezTo>
                    <a:pt x="528" y="37"/>
                    <a:pt x="532" y="40"/>
                    <a:pt x="536" y="40"/>
                  </a:cubicBezTo>
                  <a:cubicBezTo>
                    <a:pt x="566" y="40"/>
                    <a:pt x="566" y="40"/>
                    <a:pt x="566" y="40"/>
                  </a:cubicBezTo>
                  <a:cubicBezTo>
                    <a:pt x="570" y="40"/>
                    <a:pt x="574" y="37"/>
                    <a:pt x="574" y="32"/>
                  </a:cubicBezTo>
                  <a:lnTo>
                    <a:pt x="574" y="8"/>
                  </a:lnTo>
                  <a:close/>
                  <a:moveTo>
                    <a:pt x="626" y="8"/>
                  </a:moveTo>
                  <a:cubicBezTo>
                    <a:pt x="626" y="4"/>
                    <a:pt x="623" y="0"/>
                    <a:pt x="619" y="0"/>
                  </a:cubicBezTo>
                  <a:cubicBezTo>
                    <a:pt x="589" y="0"/>
                    <a:pt x="589" y="0"/>
                    <a:pt x="589" y="0"/>
                  </a:cubicBezTo>
                  <a:cubicBezTo>
                    <a:pt x="584" y="0"/>
                    <a:pt x="581" y="4"/>
                    <a:pt x="581" y="8"/>
                  </a:cubicBezTo>
                  <a:cubicBezTo>
                    <a:pt x="581" y="32"/>
                    <a:pt x="581" y="32"/>
                    <a:pt x="581" y="32"/>
                  </a:cubicBezTo>
                  <a:cubicBezTo>
                    <a:pt x="581" y="37"/>
                    <a:pt x="584" y="40"/>
                    <a:pt x="589" y="40"/>
                  </a:cubicBezTo>
                  <a:cubicBezTo>
                    <a:pt x="619" y="40"/>
                    <a:pt x="619" y="40"/>
                    <a:pt x="619" y="40"/>
                  </a:cubicBezTo>
                  <a:cubicBezTo>
                    <a:pt x="623" y="40"/>
                    <a:pt x="626" y="37"/>
                    <a:pt x="626" y="32"/>
                  </a:cubicBezTo>
                  <a:lnTo>
                    <a:pt x="626" y="8"/>
                  </a:lnTo>
                  <a:close/>
                  <a:moveTo>
                    <a:pt x="679" y="8"/>
                  </a:moveTo>
                  <a:cubicBezTo>
                    <a:pt x="679" y="4"/>
                    <a:pt x="676" y="0"/>
                    <a:pt x="671" y="0"/>
                  </a:cubicBezTo>
                  <a:cubicBezTo>
                    <a:pt x="641" y="0"/>
                    <a:pt x="641" y="0"/>
                    <a:pt x="641" y="0"/>
                  </a:cubicBezTo>
                  <a:cubicBezTo>
                    <a:pt x="637" y="0"/>
                    <a:pt x="634" y="4"/>
                    <a:pt x="634" y="8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7"/>
                    <a:pt x="637" y="40"/>
                    <a:pt x="641" y="40"/>
                  </a:cubicBezTo>
                  <a:cubicBezTo>
                    <a:pt x="671" y="40"/>
                    <a:pt x="671" y="40"/>
                    <a:pt x="671" y="40"/>
                  </a:cubicBezTo>
                  <a:cubicBezTo>
                    <a:pt x="676" y="40"/>
                    <a:pt x="679" y="37"/>
                    <a:pt x="679" y="32"/>
                  </a:cubicBezTo>
                  <a:lnTo>
                    <a:pt x="679" y="8"/>
                  </a:lnTo>
                  <a:close/>
                  <a:moveTo>
                    <a:pt x="732" y="8"/>
                  </a:moveTo>
                  <a:cubicBezTo>
                    <a:pt x="732" y="4"/>
                    <a:pt x="728" y="0"/>
                    <a:pt x="724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0" y="0"/>
                    <a:pt x="686" y="4"/>
                    <a:pt x="686" y="8"/>
                  </a:cubicBezTo>
                  <a:cubicBezTo>
                    <a:pt x="686" y="32"/>
                    <a:pt x="686" y="32"/>
                    <a:pt x="686" y="32"/>
                  </a:cubicBezTo>
                  <a:cubicBezTo>
                    <a:pt x="686" y="37"/>
                    <a:pt x="690" y="40"/>
                    <a:pt x="694" y="40"/>
                  </a:cubicBezTo>
                  <a:cubicBezTo>
                    <a:pt x="724" y="40"/>
                    <a:pt x="724" y="40"/>
                    <a:pt x="724" y="40"/>
                  </a:cubicBezTo>
                  <a:cubicBezTo>
                    <a:pt x="728" y="40"/>
                    <a:pt x="732" y="37"/>
                    <a:pt x="732" y="32"/>
                  </a:cubicBezTo>
                  <a:lnTo>
                    <a:pt x="732" y="8"/>
                  </a:lnTo>
                  <a:close/>
                  <a:moveTo>
                    <a:pt x="785" y="8"/>
                  </a:moveTo>
                  <a:cubicBezTo>
                    <a:pt x="785" y="4"/>
                    <a:pt x="781" y="0"/>
                    <a:pt x="777" y="0"/>
                  </a:cubicBezTo>
                  <a:cubicBezTo>
                    <a:pt x="747" y="0"/>
                    <a:pt x="747" y="0"/>
                    <a:pt x="747" y="0"/>
                  </a:cubicBezTo>
                  <a:cubicBezTo>
                    <a:pt x="743" y="0"/>
                    <a:pt x="739" y="4"/>
                    <a:pt x="739" y="8"/>
                  </a:cubicBezTo>
                  <a:cubicBezTo>
                    <a:pt x="739" y="32"/>
                    <a:pt x="739" y="32"/>
                    <a:pt x="739" y="32"/>
                  </a:cubicBezTo>
                  <a:cubicBezTo>
                    <a:pt x="739" y="37"/>
                    <a:pt x="743" y="40"/>
                    <a:pt x="747" y="40"/>
                  </a:cubicBezTo>
                  <a:cubicBezTo>
                    <a:pt x="777" y="40"/>
                    <a:pt x="777" y="40"/>
                    <a:pt x="777" y="40"/>
                  </a:cubicBezTo>
                  <a:cubicBezTo>
                    <a:pt x="781" y="40"/>
                    <a:pt x="785" y="37"/>
                    <a:pt x="785" y="32"/>
                  </a:cubicBezTo>
                  <a:lnTo>
                    <a:pt x="785" y="8"/>
                  </a:lnTo>
                  <a:close/>
                  <a:moveTo>
                    <a:pt x="838" y="8"/>
                  </a:moveTo>
                  <a:cubicBezTo>
                    <a:pt x="838" y="4"/>
                    <a:pt x="834" y="0"/>
                    <a:pt x="830" y="0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5" y="0"/>
                    <a:pt x="792" y="4"/>
                    <a:pt x="792" y="8"/>
                  </a:cubicBezTo>
                  <a:cubicBezTo>
                    <a:pt x="792" y="32"/>
                    <a:pt x="792" y="32"/>
                    <a:pt x="792" y="32"/>
                  </a:cubicBezTo>
                  <a:cubicBezTo>
                    <a:pt x="792" y="37"/>
                    <a:pt x="795" y="40"/>
                    <a:pt x="800" y="40"/>
                  </a:cubicBezTo>
                  <a:cubicBezTo>
                    <a:pt x="830" y="40"/>
                    <a:pt x="830" y="40"/>
                    <a:pt x="830" y="40"/>
                  </a:cubicBezTo>
                  <a:cubicBezTo>
                    <a:pt x="834" y="40"/>
                    <a:pt x="838" y="37"/>
                    <a:pt x="838" y="32"/>
                  </a:cubicBezTo>
                  <a:lnTo>
                    <a:pt x="838" y="8"/>
                  </a:lnTo>
                  <a:close/>
                  <a:moveTo>
                    <a:pt x="890" y="8"/>
                  </a:moveTo>
                  <a:cubicBezTo>
                    <a:pt x="890" y="4"/>
                    <a:pt x="887" y="0"/>
                    <a:pt x="882" y="0"/>
                  </a:cubicBezTo>
                  <a:cubicBezTo>
                    <a:pt x="853" y="0"/>
                    <a:pt x="853" y="0"/>
                    <a:pt x="853" y="0"/>
                  </a:cubicBezTo>
                  <a:cubicBezTo>
                    <a:pt x="848" y="0"/>
                    <a:pt x="845" y="4"/>
                    <a:pt x="845" y="8"/>
                  </a:cubicBezTo>
                  <a:cubicBezTo>
                    <a:pt x="845" y="32"/>
                    <a:pt x="845" y="32"/>
                    <a:pt x="845" y="32"/>
                  </a:cubicBezTo>
                  <a:cubicBezTo>
                    <a:pt x="845" y="37"/>
                    <a:pt x="848" y="40"/>
                    <a:pt x="853" y="40"/>
                  </a:cubicBezTo>
                  <a:cubicBezTo>
                    <a:pt x="882" y="40"/>
                    <a:pt x="882" y="40"/>
                    <a:pt x="882" y="40"/>
                  </a:cubicBezTo>
                  <a:cubicBezTo>
                    <a:pt x="887" y="40"/>
                    <a:pt x="890" y="37"/>
                    <a:pt x="890" y="32"/>
                  </a:cubicBezTo>
                  <a:lnTo>
                    <a:pt x="890" y="8"/>
                  </a:lnTo>
                  <a:close/>
                  <a:moveTo>
                    <a:pt x="943" y="8"/>
                  </a:moveTo>
                  <a:cubicBezTo>
                    <a:pt x="943" y="4"/>
                    <a:pt x="940" y="0"/>
                    <a:pt x="935" y="0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901" y="0"/>
                    <a:pt x="898" y="4"/>
                    <a:pt x="898" y="8"/>
                  </a:cubicBezTo>
                  <a:cubicBezTo>
                    <a:pt x="898" y="32"/>
                    <a:pt x="898" y="32"/>
                    <a:pt x="898" y="32"/>
                  </a:cubicBezTo>
                  <a:cubicBezTo>
                    <a:pt x="898" y="37"/>
                    <a:pt x="901" y="40"/>
                    <a:pt x="905" y="40"/>
                  </a:cubicBezTo>
                  <a:cubicBezTo>
                    <a:pt x="935" y="40"/>
                    <a:pt x="935" y="40"/>
                    <a:pt x="935" y="40"/>
                  </a:cubicBezTo>
                  <a:cubicBezTo>
                    <a:pt x="940" y="40"/>
                    <a:pt x="943" y="37"/>
                    <a:pt x="943" y="32"/>
                  </a:cubicBezTo>
                  <a:lnTo>
                    <a:pt x="943" y="8"/>
                  </a:lnTo>
                  <a:close/>
                  <a:moveTo>
                    <a:pt x="996" y="8"/>
                  </a:moveTo>
                  <a:cubicBezTo>
                    <a:pt x="996" y="4"/>
                    <a:pt x="992" y="0"/>
                    <a:pt x="988" y="0"/>
                  </a:cubicBezTo>
                  <a:cubicBezTo>
                    <a:pt x="958" y="0"/>
                    <a:pt x="958" y="0"/>
                    <a:pt x="958" y="0"/>
                  </a:cubicBezTo>
                  <a:cubicBezTo>
                    <a:pt x="954" y="0"/>
                    <a:pt x="950" y="4"/>
                    <a:pt x="950" y="8"/>
                  </a:cubicBezTo>
                  <a:cubicBezTo>
                    <a:pt x="950" y="32"/>
                    <a:pt x="950" y="32"/>
                    <a:pt x="950" y="32"/>
                  </a:cubicBezTo>
                  <a:cubicBezTo>
                    <a:pt x="950" y="37"/>
                    <a:pt x="954" y="40"/>
                    <a:pt x="958" y="40"/>
                  </a:cubicBezTo>
                  <a:cubicBezTo>
                    <a:pt x="988" y="40"/>
                    <a:pt x="988" y="40"/>
                    <a:pt x="988" y="40"/>
                  </a:cubicBezTo>
                  <a:cubicBezTo>
                    <a:pt x="992" y="40"/>
                    <a:pt x="996" y="37"/>
                    <a:pt x="996" y="32"/>
                  </a:cubicBezTo>
                  <a:lnTo>
                    <a:pt x="996" y="8"/>
                  </a:lnTo>
                  <a:close/>
                  <a:moveTo>
                    <a:pt x="1049" y="8"/>
                  </a:moveTo>
                  <a:cubicBezTo>
                    <a:pt x="1049" y="4"/>
                    <a:pt x="1045" y="0"/>
                    <a:pt x="1041" y="0"/>
                  </a:cubicBezTo>
                  <a:cubicBezTo>
                    <a:pt x="1011" y="0"/>
                    <a:pt x="1011" y="0"/>
                    <a:pt x="1011" y="0"/>
                  </a:cubicBezTo>
                  <a:cubicBezTo>
                    <a:pt x="1007" y="0"/>
                    <a:pt x="1003" y="4"/>
                    <a:pt x="1003" y="8"/>
                  </a:cubicBezTo>
                  <a:cubicBezTo>
                    <a:pt x="1003" y="32"/>
                    <a:pt x="1003" y="32"/>
                    <a:pt x="1003" y="32"/>
                  </a:cubicBezTo>
                  <a:cubicBezTo>
                    <a:pt x="1003" y="37"/>
                    <a:pt x="1007" y="40"/>
                    <a:pt x="1011" y="40"/>
                  </a:cubicBezTo>
                  <a:cubicBezTo>
                    <a:pt x="1041" y="40"/>
                    <a:pt x="1041" y="40"/>
                    <a:pt x="1041" y="40"/>
                  </a:cubicBezTo>
                  <a:cubicBezTo>
                    <a:pt x="1045" y="40"/>
                    <a:pt x="1049" y="37"/>
                    <a:pt x="1049" y="32"/>
                  </a:cubicBezTo>
                  <a:lnTo>
                    <a:pt x="1049" y="8"/>
                  </a:lnTo>
                  <a:close/>
                  <a:moveTo>
                    <a:pt x="1101" y="8"/>
                  </a:moveTo>
                  <a:cubicBezTo>
                    <a:pt x="1101" y="4"/>
                    <a:pt x="1098" y="0"/>
                    <a:pt x="1094" y="0"/>
                  </a:cubicBezTo>
                  <a:cubicBezTo>
                    <a:pt x="1064" y="0"/>
                    <a:pt x="1064" y="0"/>
                    <a:pt x="1064" y="0"/>
                  </a:cubicBezTo>
                  <a:cubicBezTo>
                    <a:pt x="1059" y="0"/>
                    <a:pt x="1056" y="4"/>
                    <a:pt x="1056" y="8"/>
                  </a:cubicBezTo>
                  <a:cubicBezTo>
                    <a:pt x="1056" y="32"/>
                    <a:pt x="1056" y="32"/>
                    <a:pt x="1056" y="32"/>
                  </a:cubicBezTo>
                  <a:cubicBezTo>
                    <a:pt x="1056" y="37"/>
                    <a:pt x="1059" y="40"/>
                    <a:pt x="1064" y="40"/>
                  </a:cubicBezTo>
                  <a:cubicBezTo>
                    <a:pt x="1094" y="40"/>
                    <a:pt x="1094" y="40"/>
                    <a:pt x="1094" y="40"/>
                  </a:cubicBezTo>
                  <a:cubicBezTo>
                    <a:pt x="1098" y="40"/>
                    <a:pt x="1101" y="37"/>
                    <a:pt x="1101" y="32"/>
                  </a:cubicBezTo>
                  <a:lnTo>
                    <a:pt x="1101" y="8"/>
                  </a:lnTo>
                  <a:close/>
                  <a:moveTo>
                    <a:pt x="1154" y="8"/>
                  </a:moveTo>
                  <a:cubicBezTo>
                    <a:pt x="1154" y="4"/>
                    <a:pt x="1151" y="0"/>
                    <a:pt x="1146" y="0"/>
                  </a:cubicBezTo>
                  <a:cubicBezTo>
                    <a:pt x="1117" y="0"/>
                    <a:pt x="1117" y="0"/>
                    <a:pt x="1117" y="0"/>
                  </a:cubicBezTo>
                  <a:cubicBezTo>
                    <a:pt x="1112" y="0"/>
                    <a:pt x="1109" y="4"/>
                    <a:pt x="1109" y="8"/>
                  </a:cubicBezTo>
                  <a:cubicBezTo>
                    <a:pt x="1109" y="32"/>
                    <a:pt x="1109" y="32"/>
                    <a:pt x="1109" y="32"/>
                  </a:cubicBezTo>
                  <a:cubicBezTo>
                    <a:pt x="1109" y="37"/>
                    <a:pt x="1112" y="40"/>
                    <a:pt x="1117" y="40"/>
                  </a:cubicBezTo>
                  <a:cubicBezTo>
                    <a:pt x="1146" y="40"/>
                    <a:pt x="1146" y="40"/>
                    <a:pt x="1146" y="40"/>
                  </a:cubicBezTo>
                  <a:cubicBezTo>
                    <a:pt x="1151" y="40"/>
                    <a:pt x="1154" y="37"/>
                    <a:pt x="1154" y="32"/>
                  </a:cubicBezTo>
                  <a:lnTo>
                    <a:pt x="1154" y="8"/>
                  </a:lnTo>
                  <a:close/>
                  <a:moveTo>
                    <a:pt x="1207" y="8"/>
                  </a:moveTo>
                  <a:cubicBezTo>
                    <a:pt x="1207" y="4"/>
                    <a:pt x="1203" y="0"/>
                    <a:pt x="1199" y="0"/>
                  </a:cubicBezTo>
                  <a:cubicBezTo>
                    <a:pt x="1169" y="0"/>
                    <a:pt x="1169" y="0"/>
                    <a:pt x="1169" y="0"/>
                  </a:cubicBezTo>
                  <a:cubicBezTo>
                    <a:pt x="1165" y="0"/>
                    <a:pt x="1161" y="4"/>
                    <a:pt x="1161" y="8"/>
                  </a:cubicBezTo>
                  <a:cubicBezTo>
                    <a:pt x="1161" y="32"/>
                    <a:pt x="1161" y="32"/>
                    <a:pt x="1161" y="32"/>
                  </a:cubicBezTo>
                  <a:cubicBezTo>
                    <a:pt x="1161" y="37"/>
                    <a:pt x="1165" y="40"/>
                    <a:pt x="1169" y="40"/>
                  </a:cubicBezTo>
                  <a:cubicBezTo>
                    <a:pt x="1199" y="40"/>
                    <a:pt x="1199" y="40"/>
                    <a:pt x="1199" y="40"/>
                  </a:cubicBezTo>
                  <a:cubicBezTo>
                    <a:pt x="1203" y="40"/>
                    <a:pt x="1207" y="37"/>
                    <a:pt x="1207" y="32"/>
                  </a:cubicBezTo>
                  <a:lnTo>
                    <a:pt x="1207" y="8"/>
                  </a:lnTo>
                  <a:close/>
                  <a:moveTo>
                    <a:pt x="1260" y="8"/>
                  </a:moveTo>
                  <a:cubicBezTo>
                    <a:pt x="1260" y="4"/>
                    <a:pt x="1256" y="0"/>
                    <a:pt x="1252" y="0"/>
                  </a:cubicBezTo>
                  <a:cubicBezTo>
                    <a:pt x="1222" y="0"/>
                    <a:pt x="1222" y="0"/>
                    <a:pt x="1222" y="0"/>
                  </a:cubicBezTo>
                  <a:cubicBezTo>
                    <a:pt x="1218" y="0"/>
                    <a:pt x="1214" y="4"/>
                    <a:pt x="1214" y="8"/>
                  </a:cubicBezTo>
                  <a:cubicBezTo>
                    <a:pt x="1214" y="32"/>
                    <a:pt x="1214" y="32"/>
                    <a:pt x="1214" y="32"/>
                  </a:cubicBezTo>
                  <a:cubicBezTo>
                    <a:pt x="1214" y="37"/>
                    <a:pt x="1218" y="40"/>
                    <a:pt x="1222" y="40"/>
                  </a:cubicBezTo>
                  <a:cubicBezTo>
                    <a:pt x="1252" y="40"/>
                    <a:pt x="1252" y="40"/>
                    <a:pt x="1252" y="40"/>
                  </a:cubicBezTo>
                  <a:cubicBezTo>
                    <a:pt x="1256" y="40"/>
                    <a:pt x="1260" y="37"/>
                    <a:pt x="1260" y="32"/>
                  </a:cubicBezTo>
                  <a:lnTo>
                    <a:pt x="1260" y="8"/>
                  </a:lnTo>
                  <a:close/>
                  <a:moveTo>
                    <a:pt x="1313" y="8"/>
                  </a:moveTo>
                  <a:cubicBezTo>
                    <a:pt x="1313" y="4"/>
                    <a:pt x="1309" y="0"/>
                    <a:pt x="1305" y="0"/>
                  </a:cubicBezTo>
                  <a:cubicBezTo>
                    <a:pt x="1275" y="0"/>
                    <a:pt x="1275" y="0"/>
                    <a:pt x="1275" y="0"/>
                  </a:cubicBezTo>
                  <a:cubicBezTo>
                    <a:pt x="1271" y="0"/>
                    <a:pt x="1267" y="4"/>
                    <a:pt x="1267" y="8"/>
                  </a:cubicBezTo>
                  <a:cubicBezTo>
                    <a:pt x="1267" y="32"/>
                    <a:pt x="1267" y="32"/>
                    <a:pt x="1267" y="32"/>
                  </a:cubicBezTo>
                  <a:cubicBezTo>
                    <a:pt x="1267" y="37"/>
                    <a:pt x="1271" y="40"/>
                    <a:pt x="1275" y="40"/>
                  </a:cubicBezTo>
                  <a:cubicBezTo>
                    <a:pt x="1305" y="40"/>
                    <a:pt x="1305" y="40"/>
                    <a:pt x="1305" y="40"/>
                  </a:cubicBezTo>
                  <a:cubicBezTo>
                    <a:pt x="1309" y="40"/>
                    <a:pt x="1313" y="37"/>
                    <a:pt x="1313" y="32"/>
                  </a:cubicBezTo>
                  <a:lnTo>
                    <a:pt x="1313" y="8"/>
                  </a:lnTo>
                  <a:close/>
                  <a:moveTo>
                    <a:pt x="1365" y="8"/>
                  </a:moveTo>
                  <a:cubicBezTo>
                    <a:pt x="1365" y="4"/>
                    <a:pt x="1362" y="0"/>
                    <a:pt x="1358" y="0"/>
                  </a:cubicBezTo>
                  <a:cubicBezTo>
                    <a:pt x="1328" y="0"/>
                    <a:pt x="1328" y="0"/>
                    <a:pt x="1328" y="0"/>
                  </a:cubicBezTo>
                  <a:cubicBezTo>
                    <a:pt x="1323" y="0"/>
                    <a:pt x="1320" y="4"/>
                    <a:pt x="1320" y="8"/>
                  </a:cubicBezTo>
                  <a:cubicBezTo>
                    <a:pt x="1320" y="32"/>
                    <a:pt x="1320" y="32"/>
                    <a:pt x="1320" y="32"/>
                  </a:cubicBezTo>
                  <a:cubicBezTo>
                    <a:pt x="1320" y="37"/>
                    <a:pt x="1323" y="40"/>
                    <a:pt x="1328" y="40"/>
                  </a:cubicBezTo>
                  <a:cubicBezTo>
                    <a:pt x="1358" y="40"/>
                    <a:pt x="1358" y="40"/>
                    <a:pt x="1358" y="40"/>
                  </a:cubicBezTo>
                  <a:cubicBezTo>
                    <a:pt x="1362" y="40"/>
                    <a:pt x="1365" y="37"/>
                    <a:pt x="1365" y="32"/>
                  </a:cubicBezTo>
                  <a:lnTo>
                    <a:pt x="1365" y="8"/>
                  </a:lnTo>
                  <a:close/>
                  <a:moveTo>
                    <a:pt x="1418" y="8"/>
                  </a:moveTo>
                  <a:cubicBezTo>
                    <a:pt x="1418" y="4"/>
                    <a:pt x="1415" y="0"/>
                    <a:pt x="1410" y="0"/>
                  </a:cubicBezTo>
                  <a:cubicBezTo>
                    <a:pt x="1380" y="0"/>
                    <a:pt x="1380" y="0"/>
                    <a:pt x="1380" y="0"/>
                  </a:cubicBezTo>
                  <a:cubicBezTo>
                    <a:pt x="1376" y="0"/>
                    <a:pt x="1373" y="4"/>
                    <a:pt x="1373" y="8"/>
                  </a:cubicBezTo>
                  <a:cubicBezTo>
                    <a:pt x="1373" y="32"/>
                    <a:pt x="1373" y="32"/>
                    <a:pt x="1373" y="32"/>
                  </a:cubicBezTo>
                  <a:cubicBezTo>
                    <a:pt x="1373" y="37"/>
                    <a:pt x="1376" y="40"/>
                    <a:pt x="1380" y="40"/>
                  </a:cubicBezTo>
                  <a:cubicBezTo>
                    <a:pt x="1410" y="40"/>
                    <a:pt x="1410" y="40"/>
                    <a:pt x="1410" y="40"/>
                  </a:cubicBezTo>
                  <a:cubicBezTo>
                    <a:pt x="1415" y="40"/>
                    <a:pt x="1418" y="37"/>
                    <a:pt x="1418" y="32"/>
                  </a:cubicBezTo>
                  <a:lnTo>
                    <a:pt x="1418" y="8"/>
                  </a:lnTo>
                  <a:close/>
                  <a:moveTo>
                    <a:pt x="1471" y="8"/>
                  </a:moveTo>
                  <a:cubicBezTo>
                    <a:pt x="1471" y="4"/>
                    <a:pt x="1467" y="0"/>
                    <a:pt x="1463" y="0"/>
                  </a:cubicBezTo>
                  <a:cubicBezTo>
                    <a:pt x="1433" y="0"/>
                    <a:pt x="1433" y="0"/>
                    <a:pt x="1433" y="0"/>
                  </a:cubicBezTo>
                  <a:cubicBezTo>
                    <a:pt x="1429" y="0"/>
                    <a:pt x="1425" y="4"/>
                    <a:pt x="1425" y="8"/>
                  </a:cubicBezTo>
                  <a:cubicBezTo>
                    <a:pt x="1425" y="32"/>
                    <a:pt x="1425" y="32"/>
                    <a:pt x="1425" y="32"/>
                  </a:cubicBezTo>
                  <a:cubicBezTo>
                    <a:pt x="1425" y="37"/>
                    <a:pt x="1429" y="40"/>
                    <a:pt x="1433" y="40"/>
                  </a:cubicBezTo>
                  <a:cubicBezTo>
                    <a:pt x="1463" y="40"/>
                    <a:pt x="1463" y="40"/>
                    <a:pt x="1463" y="40"/>
                  </a:cubicBezTo>
                  <a:cubicBezTo>
                    <a:pt x="1467" y="40"/>
                    <a:pt x="1471" y="37"/>
                    <a:pt x="1471" y="32"/>
                  </a:cubicBezTo>
                  <a:lnTo>
                    <a:pt x="1471" y="8"/>
                  </a:lnTo>
                  <a:close/>
                  <a:moveTo>
                    <a:pt x="1524" y="8"/>
                  </a:moveTo>
                  <a:cubicBezTo>
                    <a:pt x="1524" y="4"/>
                    <a:pt x="1520" y="0"/>
                    <a:pt x="1516" y="0"/>
                  </a:cubicBezTo>
                  <a:cubicBezTo>
                    <a:pt x="1486" y="0"/>
                    <a:pt x="1486" y="0"/>
                    <a:pt x="1486" y="0"/>
                  </a:cubicBezTo>
                  <a:cubicBezTo>
                    <a:pt x="1482" y="0"/>
                    <a:pt x="1478" y="4"/>
                    <a:pt x="1478" y="8"/>
                  </a:cubicBezTo>
                  <a:cubicBezTo>
                    <a:pt x="1478" y="32"/>
                    <a:pt x="1478" y="32"/>
                    <a:pt x="1478" y="32"/>
                  </a:cubicBezTo>
                  <a:cubicBezTo>
                    <a:pt x="1478" y="37"/>
                    <a:pt x="1482" y="40"/>
                    <a:pt x="1486" y="40"/>
                  </a:cubicBezTo>
                  <a:cubicBezTo>
                    <a:pt x="1516" y="40"/>
                    <a:pt x="1516" y="40"/>
                    <a:pt x="1516" y="40"/>
                  </a:cubicBezTo>
                  <a:cubicBezTo>
                    <a:pt x="1520" y="40"/>
                    <a:pt x="1524" y="37"/>
                    <a:pt x="1524" y="32"/>
                  </a:cubicBezTo>
                  <a:lnTo>
                    <a:pt x="1524" y="8"/>
                  </a:lnTo>
                  <a:close/>
                  <a:moveTo>
                    <a:pt x="1576" y="8"/>
                  </a:moveTo>
                  <a:cubicBezTo>
                    <a:pt x="1576" y="4"/>
                    <a:pt x="1573" y="0"/>
                    <a:pt x="1569" y="0"/>
                  </a:cubicBezTo>
                  <a:cubicBezTo>
                    <a:pt x="1539" y="0"/>
                    <a:pt x="1539" y="0"/>
                    <a:pt x="1539" y="0"/>
                  </a:cubicBezTo>
                  <a:cubicBezTo>
                    <a:pt x="1534" y="0"/>
                    <a:pt x="1531" y="4"/>
                    <a:pt x="1531" y="8"/>
                  </a:cubicBezTo>
                  <a:cubicBezTo>
                    <a:pt x="1531" y="32"/>
                    <a:pt x="1531" y="32"/>
                    <a:pt x="1531" y="32"/>
                  </a:cubicBezTo>
                  <a:cubicBezTo>
                    <a:pt x="1531" y="37"/>
                    <a:pt x="1534" y="40"/>
                    <a:pt x="1539" y="40"/>
                  </a:cubicBezTo>
                  <a:cubicBezTo>
                    <a:pt x="1569" y="40"/>
                    <a:pt x="1569" y="40"/>
                    <a:pt x="1569" y="40"/>
                  </a:cubicBezTo>
                  <a:cubicBezTo>
                    <a:pt x="1573" y="40"/>
                    <a:pt x="1576" y="37"/>
                    <a:pt x="1576" y="32"/>
                  </a:cubicBezTo>
                  <a:lnTo>
                    <a:pt x="1576" y="8"/>
                  </a:lnTo>
                  <a:close/>
                  <a:moveTo>
                    <a:pt x="1629" y="8"/>
                  </a:moveTo>
                  <a:cubicBezTo>
                    <a:pt x="1629" y="4"/>
                    <a:pt x="1626" y="0"/>
                    <a:pt x="1621" y="0"/>
                  </a:cubicBezTo>
                  <a:cubicBezTo>
                    <a:pt x="1592" y="0"/>
                    <a:pt x="1592" y="0"/>
                    <a:pt x="1592" y="0"/>
                  </a:cubicBezTo>
                  <a:cubicBezTo>
                    <a:pt x="1587" y="0"/>
                    <a:pt x="1584" y="4"/>
                    <a:pt x="1584" y="8"/>
                  </a:cubicBezTo>
                  <a:cubicBezTo>
                    <a:pt x="1584" y="32"/>
                    <a:pt x="1584" y="32"/>
                    <a:pt x="1584" y="32"/>
                  </a:cubicBezTo>
                  <a:cubicBezTo>
                    <a:pt x="1584" y="37"/>
                    <a:pt x="1587" y="40"/>
                    <a:pt x="1592" y="40"/>
                  </a:cubicBezTo>
                  <a:cubicBezTo>
                    <a:pt x="1621" y="40"/>
                    <a:pt x="1621" y="40"/>
                    <a:pt x="1621" y="40"/>
                  </a:cubicBezTo>
                  <a:cubicBezTo>
                    <a:pt x="1626" y="40"/>
                    <a:pt x="1629" y="37"/>
                    <a:pt x="1629" y="32"/>
                  </a:cubicBezTo>
                  <a:lnTo>
                    <a:pt x="1629" y="8"/>
                  </a:lnTo>
                  <a:close/>
                  <a:moveTo>
                    <a:pt x="1682" y="8"/>
                  </a:moveTo>
                  <a:cubicBezTo>
                    <a:pt x="1682" y="4"/>
                    <a:pt x="1679" y="0"/>
                    <a:pt x="1674" y="0"/>
                  </a:cubicBezTo>
                  <a:cubicBezTo>
                    <a:pt x="1644" y="0"/>
                    <a:pt x="1644" y="0"/>
                    <a:pt x="1644" y="0"/>
                  </a:cubicBezTo>
                  <a:cubicBezTo>
                    <a:pt x="1640" y="0"/>
                    <a:pt x="1637" y="4"/>
                    <a:pt x="1637" y="8"/>
                  </a:cubicBezTo>
                  <a:cubicBezTo>
                    <a:pt x="1637" y="32"/>
                    <a:pt x="1637" y="32"/>
                    <a:pt x="1637" y="32"/>
                  </a:cubicBezTo>
                  <a:cubicBezTo>
                    <a:pt x="1637" y="37"/>
                    <a:pt x="1640" y="40"/>
                    <a:pt x="1644" y="40"/>
                  </a:cubicBezTo>
                  <a:cubicBezTo>
                    <a:pt x="1674" y="40"/>
                    <a:pt x="1674" y="40"/>
                    <a:pt x="1674" y="40"/>
                  </a:cubicBezTo>
                  <a:cubicBezTo>
                    <a:pt x="1679" y="40"/>
                    <a:pt x="1682" y="37"/>
                    <a:pt x="1682" y="32"/>
                  </a:cubicBezTo>
                  <a:lnTo>
                    <a:pt x="1682" y="8"/>
                  </a:lnTo>
                  <a:close/>
                </a:path>
              </a:pathLst>
            </a:custGeom>
            <a:solidFill>
              <a:srgbClr val="3E4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0" name="Freeform 24">
              <a:extLst>
                <a:ext uri="{FF2B5EF4-FFF2-40B4-BE49-F238E27FC236}">
                  <a16:creationId xmlns:a16="http://schemas.microsoft.com/office/drawing/2014/main" id="{87E3C196-5204-F7F9-DDBD-E45A17A06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" y="2220"/>
              <a:ext cx="4305" cy="143"/>
            </a:xfrm>
            <a:custGeom>
              <a:avLst/>
              <a:gdLst>
                <a:gd name="T0" fmla="*/ 1814 w 1814"/>
                <a:gd name="T1" fmla="*/ 59 h 59"/>
                <a:gd name="T2" fmla="*/ 1751 w 1814"/>
                <a:gd name="T3" fmla="*/ 0 h 59"/>
                <a:gd name="T4" fmla="*/ 63 w 1814"/>
                <a:gd name="T5" fmla="*/ 0 h 59"/>
                <a:gd name="T6" fmla="*/ 0 w 1814"/>
                <a:gd name="T7" fmla="*/ 59 h 59"/>
                <a:gd name="T8" fmla="*/ 1814 w 1814"/>
                <a:gd name="T9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4" h="59">
                  <a:moveTo>
                    <a:pt x="1814" y="59"/>
                  </a:moveTo>
                  <a:cubicBezTo>
                    <a:pt x="1812" y="26"/>
                    <a:pt x="1785" y="0"/>
                    <a:pt x="1751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0" y="0"/>
                    <a:pt x="2" y="26"/>
                    <a:pt x="0" y="59"/>
                  </a:cubicBezTo>
                  <a:lnTo>
                    <a:pt x="1814" y="59"/>
                  </a:lnTo>
                  <a:close/>
                </a:path>
              </a:pathLst>
            </a:custGeom>
            <a:solidFill>
              <a:srgbClr val="64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1" name="Freeform 25">
              <a:extLst>
                <a:ext uri="{FF2B5EF4-FFF2-40B4-BE49-F238E27FC236}">
                  <a16:creationId xmlns:a16="http://schemas.microsoft.com/office/drawing/2014/main" id="{E09CF435-0F49-B250-31E6-500DAAC09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3" y="2064"/>
              <a:ext cx="628" cy="299"/>
            </a:xfrm>
            <a:custGeom>
              <a:avLst/>
              <a:gdLst>
                <a:gd name="T0" fmla="*/ 359 w 359"/>
                <a:gd name="T1" fmla="*/ 168 h 168"/>
                <a:gd name="T2" fmla="*/ 186 w 359"/>
                <a:gd name="T3" fmla="*/ 0 h 168"/>
                <a:gd name="T4" fmla="*/ 173 w 359"/>
                <a:gd name="T5" fmla="*/ 0 h 168"/>
                <a:gd name="T6" fmla="*/ 0 w 359"/>
                <a:gd name="T7" fmla="*/ 168 h 168"/>
                <a:gd name="T8" fmla="*/ 359 w 359"/>
                <a:gd name="T9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9" h="168">
                  <a:moveTo>
                    <a:pt x="359" y="168"/>
                  </a:moveTo>
                  <a:cubicBezTo>
                    <a:pt x="356" y="75"/>
                    <a:pt x="280" y="0"/>
                    <a:pt x="186" y="0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78" y="0"/>
                    <a:pt x="2" y="75"/>
                    <a:pt x="0" y="168"/>
                  </a:cubicBezTo>
                  <a:lnTo>
                    <a:pt x="359" y="168"/>
                  </a:lnTo>
                  <a:close/>
                </a:path>
              </a:pathLst>
            </a:custGeom>
            <a:solidFill>
              <a:srgbClr val="64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72" name="Group 1371">
            <a:extLst>
              <a:ext uri="{FF2B5EF4-FFF2-40B4-BE49-F238E27FC236}">
                <a16:creationId xmlns:a16="http://schemas.microsoft.com/office/drawing/2014/main" id="{184858B8-C8A9-AA20-DC56-51AAA5DF0C9D}"/>
              </a:ext>
            </a:extLst>
          </p:cNvPr>
          <p:cNvGrpSpPr/>
          <p:nvPr/>
        </p:nvGrpSpPr>
        <p:grpSpPr>
          <a:xfrm>
            <a:off x="3231002" y="1780127"/>
            <a:ext cx="627195" cy="357513"/>
            <a:chOff x="1258419" y="2066989"/>
            <a:chExt cx="612214" cy="348974"/>
          </a:xfrm>
        </p:grpSpPr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B967011F-68CD-74F1-C0FC-507FEDA03623}"/>
                </a:ext>
              </a:extLst>
            </p:cNvPr>
            <p:cNvSpPr/>
            <p:nvPr/>
          </p:nvSpPr>
          <p:spPr>
            <a:xfrm>
              <a:off x="1258419" y="2066989"/>
              <a:ext cx="105242" cy="16905"/>
            </a:xfrm>
            <a:custGeom>
              <a:avLst/>
              <a:gdLst>
                <a:gd name="connsiteX0" fmla="*/ 76200 w 83015"/>
                <a:gd name="connsiteY0" fmla="*/ 13335 h 13335"/>
                <a:gd name="connsiteX1" fmla="*/ 6667 w 83015"/>
                <a:gd name="connsiteY1" fmla="*/ 13335 h 13335"/>
                <a:gd name="connsiteX2" fmla="*/ 0 w 83015"/>
                <a:gd name="connsiteY2" fmla="*/ 6668 h 13335"/>
                <a:gd name="connsiteX3" fmla="*/ 6667 w 83015"/>
                <a:gd name="connsiteY3" fmla="*/ 0 h 13335"/>
                <a:gd name="connsiteX4" fmla="*/ 76200 w 83015"/>
                <a:gd name="connsiteY4" fmla="*/ 0 h 13335"/>
                <a:gd name="connsiteX5" fmla="*/ 82867 w 83015"/>
                <a:gd name="connsiteY5" fmla="*/ 6668 h 13335"/>
                <a:gd name="connsiteX6" fmla="*/ 76200 w 83015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015" h="13335">
                  <a:moveTo>
                    <a:pt x="76200" y="13335"/>
                  </a:moveTo>
                  <a:lnTo>
                    <a:pt x="6667" y="13335"/>
                  </a:ln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lnTo>
                    <a:pt x="76200" y="0"/>
                  </a:lnTo>
                  <a:cubicBezTo>
                    <a:pt x="80010" y="0"/>
                    <a:pt x="82867" y="2858"/>
                    <a:pt x="82867" y="6668"/>
                  </a:cubicBezTo>
                  <a:cubicBezTo>
                    <a:pt x="83820" y="10478"/>
                    <a:pt x="80010" y="13335"/>
                    <a:pt x="76200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36702BCD-24FC-581C-6B1A-8614CE5B86A4}"/>
                </a:ext>
              </a:extLst>
            </p:cNvPr>
            <p:cNvSpPr/>
            <p:nvPr/>
          </p:nvSpPr>
          <p:spPr>
            <a:xfrm>
              <a:off x="1396077" y="2066989"/>
              <a:ext cx="49696" cy="16905"/>
            </a:xfrm>
            <a:custGeom>
              <a:avLst/>
              <a:gdLst>
                <a:gd name="connsiteX0" fmla="*/ 32385 w 39200"/>
                <a:gd name="connsiteY0" fmla="*/ 13335 h 13335"/>
                <a:gd name="connsiteX1" fmla="*/ 6667 w 39200"/>
                <a:gd name="connsiteY1" fmla="*/ 13335 h 13335"/>
                <a:gd name="connsiteX2" fmla="*/ 0 w 39200"/>
                <a:gd name="connsiteY2" fmla="*/ 6668 h 13335"/>
                <a:gd name="connsiteX3" fmla="*/ 6667 w 39200"/>
                <a:gd name="connsiteY3" fmla="*/ 0 h 13335"/>
                <a:gd name="connsiteX4" fmla="*/ 32385 w 39200"/>
                <a:gd name="connsiteY4" fmla="*/ 0 h 13335"/>
                <a:gd name="connsiteX5" fmla="*/ 39052 w 39200"/>
                <a:gd name="connsiteY5" fmla="*/ 6668 h 13335"/>
                <a:gd name="connsiteX6" fmla="*/ 32385 w 39200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200" h="13335">
                  <a:moveTo>
                    <a:pt x="32385" y="13335"/>
                  </a:moveTo>
                  <a:lnTo>
                    <a:pt x="6667" y="13335"/>
                  </a:lnTo>
                  <a:cubicBezTo>
                    <a:pt x="2858" y="13335"/>
                    <a:pt x="0" y="10478"/>
                    <a:pt x="0" y="6668"/>
                  </a:cubicBezTo>
                  <a:cubicBezTo>
                    <a:pt x="0" y="2858"/>
                    <a:pt x="2858" y="0"/>
                    <a:pt x="6667" y="0"/>
                  </a:cubicBezTo>
                  <a:lnTo>
                    <a:pt x="32385" y="0"/>
                  </a:lnTo>
                  <a:cubicBezTo>
                    <a:pt x="36195" y="0"/>
                    <a:pt x="39052" y="2858"/>
                    <a:pt x="39052" y="6668"/>
                  </a:cubicBezTo>
                  <a:cubicBezTo>
                    <a:pt x="40005" y="10478"/>
                    <a:pt x="36195" y="13335"/>
                    <a:pt x="32385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3F21547E-7284-51CF-F4A3-05276C47BDD0}"/>
                </a:ext>
              </a:extLst>
            </p:cNvPr>
            <p:cNvSpPr/>
            <p:nvPr/>
          </p:nvSpPr>
          <p:spPr>
            <a:xfrm>
              <a:off x="1481810" y="2066989"/>
              <a:ext cx="151128" cy="16905"/>
            </a:xfrm>
            <a:custGeom>
              <a:avLst/>
              <a:gdLst>
                <a:gd name="connsiteX0" fmla="*/ 112395 w 119210"/>
                <a:gd name="connsiteY0" fmla="*/ 13335 h 13335"/>
                <a:gd name="connsiteX1" fmla="*/ 6668 w 119210"/>
                <a:gd name="connsiteY1" fmla="*/ 13335 h 13335"/>
                <a:gd name="connsiteX2" fmla="*/ 0 w 119210"/>
                <a:gd name="connsiteY2" fmla="*/ 6668 h 13335"/>
                <a:gd name="connsiteX3" fmla="*/ 6668 w 119210"/>
                <a:gd name="connsiteY3" fmla="*/ 0 h 13335"/>
                <a:gd name="connsiteX4" fmla="*/ 112395 w 119210"/>
                <a:gd name="connsiteY4" fmla="*/ 0 h 13335"/>
                <a:gd name="connsiteX5" fmla="*/ 119063 w 119210"/>
                <a:gd name="connsiteY5" fmla="*/ 6668 h 13335"/>
                <a:gd name="connsiteX6" fmla="*/ 112395 w 119210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210" h="13335">
                  <a:moveTo>
                    <a:pt x="112395" y="13335"/>
                  </a:moveTo>
                  <a:lnTo>
                    <a:pt x="6668" y="13335"/>
                  </a:lnTo>
                  <a:cubicBezTo>
                    <a:pt x="2858" y="13335"/>
                    <a:pt x="0" y="10478"/>
                    <a:pt x="0" y="6668"/>
                  </a:cubicBezTo>
                  <a:cubicBezTo>
                    <a:pt x="0" y="2858"/>
                    <a:pt x="2858" y="0"/>
                    <a:pt x="6668" y="0"/>
                  </a:cubicBezTo>
                  <a:lnTo>
                    <a:pt x="112395" y="0"/>
                  </a:lnTo>
                  <a:cubicBezTo>
                    <a:pt x="116205" y="0"/>
                    <a:pt x="119063" y="2858"/>
                    <a:pt x="119063" y="6668"/>
                  </a:cubicBezTo>
                  <a:cubicBezTo>
                    <a:pt x="120015" y="10478"/>
                    <a:pt x="116205" y="13335"/>
                    <a:pt x="112395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345CD9B7-C1D8-62B7-0CAE-D90F05BF9F14}"/>
                </a:ext>
              </a:extLst>
            </p:cNvPr>
            <p:cNvSpPr/>
            <p:nvPr/>
          </p:nvSpPr>
          <p:spPr>
            <a:xfrm>
              <a:off x="1656901" y="2066989"/>
              <a:ext cx="38641" cy="16905"/>
            </a:xfrm>
            <a:custGeom>
              <a:avLst/>
              <a:gdLst>
                <a:gd name="connsiteX0" fmla="*/ 23813 w 30480"/>
                <a:gd name="connsiteY0" fmla="*/ 13335 h 13335"/>
                <a:gd name="connsiteX1" fmla="*/ 6668 w 30480"/>
                <a:gd name="connsiteY1" fmla="*/ 13335 h 13335"/>
                <a:gd name="connsiteX2" fmla="*/ 0 w 30480"/>
                <a:gd name="connsiteY2" fmla="*/ 6668 h 13335"/>
                <a:gd name="connsiteX3" fmla="*/ 6668 w 30480"/>
                <a:gd name="connsiteY3" fmla="*/ 0 h 13335"/>
                <a:gd name="connsiteX4" fmla="*/ 23813 w 30480"/>
                <a:gd name="connsiteY4" fmla="*/ 0 h 13335"/>
                <a:gd name="connsiteX5" fmla="*/ 30480 w 30480"/>
                <a:gd name="connsiteY5" fmla="*/ 6668 h 13335"/>
                <a:gd name="connsiteX6" fmla="*/ 23813 w 30480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480" h="13335">
                  <a:moveTo>
                    <a:pt x="23813" y="13335"/>
                  </a:moveTo>
                  <a:lnTo>
                    <a:pt x="6668" y="13335"/>
                  </a:lnTo>
                  <a:cubicBezTo>
                    <a:pt x="2858" y="13335"/>
                    <a:pt x="0" y="10478"/>
                    <a:pt x="0" y="6668"/>
                  </a:cubicBezTo>
                  <a:cubicBezTo>
                    <a:pt x="0" y="2858"/>
                    <a:pt x="2858" y="0"/>
                    <a:pt x="6668" y="0"/>
                  </a:cubicBezTo>
                  <a:lnTo>
                    <a:pt x="23813" y="0"/>
                  </a:lnTo>
                  <a:cubicBezTo>
                    <a:pt x="27623" y="0"/>
                    <a:pt x="30480" y="2858"/>
                    <a:pt x="30480" y="6668"/>
                  </a:cubicBezTo>
                  <a:cubicBezTo>
                    <a:pt x="30480" y="10478"/>
                    <a:pt x="27623" y="13335"/>
                    <a:pt x="23813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A2E85594-3606-AEE5-2315-D5563993F0AC}"/>
                </a:ext>
              </a:extLst>
            </p:cNvPr>
            <p:cNvSpPr/>
            <p:nvPr/>
          </p:nvSpPr>
          <p:spPr>
            <a:xfrm>
              <a:off x="1718485" y="2066989"/>
              <a:ext cx="35018" cy="16905"/>
            </a:xfrm>
            <a:custGeom>
              <a:avLst/>
              <a:gdLst>
                <a:gd name="connsiteX0" fmla="*/ 20955 w 27622"/>
                <a:gd name="connsiteY0" fmla="*/ 13335 h 13335"/>
                <a:gd name="connsiteX1" fmla="*/ 6667 w 27622"/>
                <a:gd name="connsiteY1" fmla="*/ 13335 h 13335"/>
                <a:gd name="connsiteX2" fmla="*/ 0 w 27622"/>
                <a:gd name="connsiteY2" fmla="*/ 6668 h 13335"/>
                <a:gd name="connsiteX3" fmla="*/ 6667 w 27622"/>
                <a:gd name="connsiteY3" fmla="*/ 0 h 13335"/>
                <a:gd name="connsiteX4" fmla="*/ 20955 w 27622"/>
                <a:gd name="connsiteY4" fmla="*/ 0 h 13335"/>
                <a:gd name="connsiteX5" fmla="*/ 27622 w 27622"/>
                <a:gd name="connsiteY5" fmla="*/ 6668 h 13335"/>
                <a:gd name="connsiteX6" fmla="*/ 20955 w 27622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2" h="13335">
                  <a:moveTo>
                    <a:pt x="20955" y="13335"/>
                  </a:moveTo>
                  <a:lnTo>
                    <a:pt x="6667" y="13335"/>
                  </a:lnTo>
                  <a:cubicBezTo>
                    <a:pt x="2858" y="13335"/>
                    <a:pt x="0" y="10478"/>
                    <a:pt x="0" y="6668"/>
                  </a:cubicBezTo>
                  <a:cubicBezTo>
                    <a:pt x="0" y="2858"/>
                    <a:pt x="2858" y="0"/>
                    <a:pt x="6667" y="0"/>
                  </a:cubicBezTo>
                  <a:lnTo>
                    <a:pt x="20955" y="0"/>
                  </a:lnTo>
                  <a:cubicBezTo>
                    <a:pt x="24765" y="0"/>
                    <a:pt x="27622" y="2858"/>
                    <a:pt x="27622" y="6668"/>
                  </a:cubicBezTo>
                  <a:cubicBezTo>
                    <a:pt x="27622" y="10478"/>
                    <a:pt x="24765" y="13335"/>
                    <a:pt x="20955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EF0CBC50-8E49-F9A2-5D1D-0BD43E098928}"/>
                </a:ext>
              </a:extLst>
            </p:cNvPr>
            <p:cNvSpPr/>
            <p:nvPr/>
          </p:nvSpPr>
          <p:spPr>
            <a:xfrm>
              <a:off x="1310342" y="2111668"/>
              <a:ext cx="109884" cy="16905"/>
            </a:xfrm>
            <a:custGeom>
              <a:avLst/>
              <a:gdLst>
                <a:gd name="connsiteX0" fmla="*/ 80010 w 86677"/>
                <a:gd name="connsiteY0" fmla="*/ 13335 h 13335"/>
                <a:gd name="connsiteX1" fmla="*/ 6668 w 86677"/>
                <a:gd name="connsiteY1" fmla="*/ 13335 h 13335"/>
                <a:gd name="connsiteX2" fmla="*/ 0 w 86677"/>
                <a:gd name="connsiteY2" fmla="*/ 6667 h 13335"/>
                <a:gd name="connsiteX3" fmla="*/ 6668 w 86677"/>
                <a:gd name="connsiteY3" fmla="*/ 0 h 13335"/>
                <a:gd name="connsiteX4" fmla="*/ 80010 w 86677"/>
                <a:gd name="connsiteY4" fmla="*/ 0 h 13335"/>
                <a:gd name="connsiteX5" fmla="*/ 86678 w 86677"/>
                <a:gd name="connsiteY5" fmla="*/ 6667 h 13335"/>
                <a:gd name="connsiteX6" fmla="*/ 80010 w 86677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6677" h="13335">
                  <a:moveTo>
                    <a:pt x="80010" y="13335"/>
                  </a:moveTo>
                  <a:lnTo>
                    <a:pt x="6668" y="13335"/>
                  </a:lnTo>
                  <a:cubicBezTo>
                    <a:pt x="2858" y="13335"/>
                    <a:pt x="0" y="10477"/>
                    <a:pt x="0" y="6667"/>
                  </a:cubicBezTo>
                  <a:cubicBezTo>
                    <a:pt x="0" y="2857"/>
                    <a:pt x="2858" y="0"/>
                    <a:pt x="6668" y="0"/>
                  </a:cubicBezTo>
                  <a:lnTo>
                    <a:pt x="80010" y="0"/>
                  </a:lnTo>
                  <a:cubicBezTo>
                    <a:pt x="83820" y="0"/>
                    <a:pt x="86678" y="2857"/>
                    <a:pt x="86678" y="6667"/>
                  </a:cubicBezTo>
                  <a:cubicBezTo>
                    <a:pt x="86678" y="9525"/>
                    <a:pt x="83820" y="13335"/>
                    <a:pt x="80010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6861FB05-6394-F7FE-B4B2-CFB615B4ADBF}"/>
                </a:ext>
              </a:extLst>
            </p:cNvPr>
            <p:cNvSpPr/>
            <p:nvPr/>
          </p:nvSpPr>
          <p:spPr>
            <a:xfrm>
              <a:off x="1440755" y="2111668"/>
              <a:ext cx="44678" cy="16905"/>
            </a:xfrm>
            <a:custGeom>
              <a:avLst/>
              <a:gdLst>
                <a:gd name="connsiteX0" fmla="*/ 28575 w 35242"/>
                <a:gd name="connsiteY0" fmla="*/ 13335 h 13335"/>
                <a:gd name="connsiteX1" fmla="*/ 6667 w 35242"/>
                <a:gd name="connsiteY1" fmla="*/ 13335 h 13335"/>
                <a:gd name="connsiteX2" fmla="*/ 0 w 35242"/>
                <a:gd name="connsiteY2" fmla="*/ 6667 h 13335"/>
                <a:gd name="connsiteX3" fmla="*/ 6667 w 35242"/>
                <a:gd name="connsiteY3" fmla="*/ 0 h 13335"/>
                <a:gd name="connsiteX4" fmla="*/ 28575 w 35242"/>
                <a:gd name="connsiteY4" fmla="*/ 0 h 13335"/>
                <a:gd name="connsiteX5" fmla="*/ 35242 w 35242"/>
                <a:gd name="connsiteY5" fmla="*/ 6667 h 13335"/>
                <a:gd name="connsiteX6" fmla="*/ 28575 w 35242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42" h="13335">
                  <a:moveTo>
                    <a:pt x="28575" y="13335"/>
                  </a:moveTo>
                  <a:lnTo>
                    <a:pt x="6667" y="13335"/>
                  </a:lnTo>
                  <a:cubicBezTo>
                    <a:pt x="2858" y="13335"/>
                    <a:pt x="0" y="10477"/>
                    <a:pt x="0" y="6667"/>
                  </a:cubicBezTo>
                  <a:cubicBezTo>
                    <a:pt x="0" y="2857"/>
                    <a:pt x="2858" y="0"/>
                    <a:pt x="6667" y="0"/>
                  </a:cubicBezTo>
                  <a:lnTo>
                    <a:pt x="28575" y="0"/>
                  </a:lnTo>
                  <a:cubicBezTo>
                    <a:pt x="32385" y="0"/>
                    <a:pt x="35242" y="2857"/>
                    <a:pt x="35242" y="6667"/>
                  </a:cubicBezTo>
                  <a:cubicBezTo>
                    <a:pt x="35242" y="9525"/>
                    <a:pt x="32385" y="13335"/>
                    <a:pt x="28575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C09171C6-AB21-4829-7C78-88D2E4A2F0B9}"/>
                </a:ext>
              </a:extLst>
            </p:cNvPr>
            <p:cNvSpPr/>
            <p:nvPr/>
          </p:nvSpPr>
          <p:spPr>
            <a:xfrm>
              <a:off x="1519244" y="2111668"/>
              <a:ext cx="39848" cy="16905"/>
            </a:xfrm>
            <a:custGeom>
              <a:avLst/>
              <a:gdLst>
                <a:gd name="connsiteX0" fmla="*/ 24765 w 31432"/>
                <a:gd name="connsiteY0" fmla="*/ 13335 h 13335"/>
                <a:gd name="connsiteX1" fmla="*/ 6667 w 31432"/>
                <a:gd name="connsiteY1" fmla="*/ 13335 h 13335"/>
                <a:gd name="connsiteX2" fmla="*/ 0 w 31432"/>
                <a:gd name="connsiteY2" fmla="*/ 6667 h 13335"/>
                <a:gd name="connsiteX3" fmla="*/ 6667 w 31432"/>
                <a:gd name="connsiteY3" fmla="*/ 0 h 13335"/>
                <a:gd name="connsiteX4" fmla="*/ 24765 w 31432"/>
                <a:gd name="connsiteY4" fmla="*/ 0 h 13335"/>
                <a:gd name="connsiteX5" fmla="*/ 31433 w 31432"/>
                <a:gd name="connsiteY5" fmla="*/ 6667 h 13335"/>
                <a:gd name="connsiteX6" fmla="*/ 24765 w 31432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432" h="13335">
                  <a:moveTo>
                    <a:pt x="24765" y="13335"/>
                  </a:moveTo>
                  <a:lnTo>
                    <a:pt x="6667" y="13335"/>
                  </a:lnTo>
                  <a:cubicBezTo>
                    <a:pt x="2858" y="13335"/>
                    <a:pt x="0" y="10477"/>
                    <a:pt x="0" y="6667"/>
                  </a:cubicBezTo>
                  <a:cubicBezTo>
                    <a:pt x="0" y="2857"/>
                    <a:pt x="2858" y="0"/>
                    <a:pt x="6667" y="0"/>
                  </a:cubicBezTo>
                  <a:lnTo>
                    <a:pt x="24765" y="0"/>
                  </a:lnTo>
                  <a:cubicBezTo>
                    <a:pt x="28575" y="0"/>
                    <a:pt x="31433" y="2857"/>
                    <a:pt x="31433" y="6667"/>
                  </a:cubicBezTo>
                  <a:cubicBezTo>
                    <a:pt x="31433" y="9525"/>
                    <a:pt x="28575" y="13335"/>
                    <a:pt x="24765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27A39C76-E187-9B0C-C627-A76923B8AED1}"/>
                </a:ext>
              </a:extLst>
            </p:cNvPr>
            <p:cNvSpPr/>
            <p:nvPr/>
          </p:nvSpPr>
          <p:spPr>
            <a:xfrm>
              <a:off x="1590488" y="2111668"/>
              <a:ext cx="230824" cy="16905"/>
            </a:xfrm>
            <a:custGeom>
              <a:avLst/>
              <a:gdLst>
                <a:gd name="connsiteX0" fmla="*/ 175260 w 182075"/>
                <a:gd name="connsiteY0" fmla="*/ 13335 h 13335"/>
                <a:gd name="connsiteX1" fmla="*/ 6668 w 182075"/>
                <a:gd name="connsiteY1" fmla="*/ 13335 h 13335"/>
                <a:gd name="connsiteX2" fmla="*/ 0 w 182075"/>
                <a:gd name="connsiteY2" fmla="*/ 6667 h 13335"/>
                <a:gd name="connsiteX3" fmla="*/ 6668 w 182075"/>
                <a:gd name="connsiteY3" fmla="*/ 0 h 13335"/>
                <a:gd name="connsiteX4" fmla="*/ 175260 w 182075"/>
                <a:gd name="connsiteY4" fmla="*/ 0 h 13335"/>
                <a:gd name="connsiteX5" fmla="*/ 181928 w 182075"/>
                <a:gd name="connsiteY5" fmla="*/ 6667 h 13335"/>
                <a:gd name="connsiteX6" fmla="*/ 175260 w 182075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075" h="13335">
                  <a:moveTo>
                    <a:pt x="175260" y="13335"/>
                  </a:moveTo>
                  <a:lnTo>
                    <a:pt x="6668" y="13335"/>
                  </a:lnTo>
                  <a:cubicBezTo>
                    <a:pt x="2858" y="13335"/>
                    <a:pt x="0" y="10477"/>
                    <a:pt x="0" y="6667"/>
                  </a:cubicBezTo>
                  <a:cubicBezTo>
                    <a:pt x="0" y="2857"/>
                    <a:pt x="2858" y="0"/>
                    <a:pt x="6668" y="0"/>
                  </a:cubicBezTo>
                  <a:lnTo>
                    <a:pt x="175260" y="0"/>
                  </a:lnTo>
                  <a:cubicBezTo>
                    <a:pt x="179070" y="0"/>
                    <a:pt x="181928" y="2857"/>
                    <a:pt x="181928" y="6667"/>
                  </a:cubicBezTo>
                  <a:cubicBezTo>
                    <a:pt x="182880" y="9525"/>
                    <a:pt x="179070" y="13335"/>
                    <a:pt x="175260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CC036DFE-E3ED-0BAA-C563-5F4222875DB9}"/>
                </a:ext>
              </a:extLst>
            </p:cNvPr>
            <p:cNvSpPr/>
            <p:nvPr/>
          </p:nvSpPr>
          <p:spPr>
            <a:xfrm>
              <a:off x="1840446" y="2111668"/>
              <a:ext cx="30187" cy="16905"/>
            </a:xfrm>
            <a:custGeom>
              <a:avLst/>
              <a:gdLst>
                <a:gd name="connsiteX0" fmla="*/ 17145 w 23812"/>
                <a:gd name="connsiteY0" fmla="*/ 13335 h 13335"/>
                <a:gd name="connsiteX1" fmla="*/ 6667 w 23812"/>
                <a:gd name="connsiteY1" fmla="*/ 13335 h 13335"/>
                <a:gd name="connsiteX2" fmla="*/ 0 w 23812"/>
                <a:gd name="connsiteY2" fmla="*/ 6667 h 13335"/>
                <a:gd name="connsiteX3" fmla="*/ 6667 w 23812"/>
                <a:gd name="connsiteY3" fmla="*/ 0 h 13335"/>
                <a:gd name="connsiteX4" fmla="*/ 17145 w 23812"/>
                <a:gd name="connsiteY4" fmla="*/ 0 h 13335"/>
                <a:gd name="connsiteX5" fmla="*/ 23813 w 23812"/>
                <a:gd name="connsiteY5" fmla="*/ 6667 h 13335"/>
                <a:gd name="connsiteX6" fmla="*/ 17145 w 23812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" h="13335">
                  <a:moveTo>
                    <a:pt x="17145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lnTo>
                    <a:pt x="17145" y="0"/>
                  </a:lnTo>
                  <a:cubicBezTo>
                    <a:pt x="20955" y="0"/>
                    <a:pt x="23813" y="2857"/>
                    <a:pt x="23813" y="6667"/>
                  </a:cubicBezTo>
                  <a:cubicBezTo>
                    <a:pt x="23813" y="9525"/>
                    <a:pt x="20955" y="13335"/>
                    <a:pt x="17145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2B25FAF8-D0C1-7F79-F10A-2F6FBC44949B}"/>
                </a:ext>
              </a:extLst>
            </p:cNvPr>
            <p:cNvSpPr/>
            <p:nvPr/>
          </p:nvSpPr>
          <p:spPr>
            <a:xfrm>
              <a:off x="1356228" y="2176874"/>
              <a:ext cx="101431" cy="16904"/>
            </a:xfrm>
            <a:custGeom>
              <a:avLst/>
              <a:gdLst>
                <a:gd name="connsiteX0" fmla="*/ 73342 w 80009"/>
                <a:gd name="connsiteY0" fmla="*/ 13335 h 13334"/>
                <a:gd name="connsiteX1" fmla="*/ 6667 w 80009"/>
                <a:gd name="connsiteY1" fmla="*/ 13335 h 13334"/>
                <a:gd name="connsiteX2" fmla="*/ 0 w 80009"/>
                <a:gd name="connsiteY2" fmla="*/ 6667 h 13334"/>
                <a:gd name="connsiteX3" fmla="*/ 6667 w 80009"/>
                <a:gd name="connsiteY3" fmla="*/ 0 h 13334"/>
                <a:gd name="connsiteX4" fmla="*/ 73342 w 80009"/>
                <a:gd name="connsiteY4" fmla="*/ 0 h 13334"/>
                <a:gd name="connsiteX5" fmla="*/ 80010 w 80009"/>
                <a:gd name="connsiteY5" fmla="*/ 6667 h 13334"/>
                <a:gd name="connsiteX6" fmla="*/ 73342 w 80009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009" h="13334">
                  <a:moveTo>
                    <a:pt x="73342" y="13335"/>
                  </a:moveTo>
                  <a:lnTo>
                    <a:pt x="6667" y="13335"/>
                  </a:lnTo>
                  <a:cubicBezTo>
                    <a:pt x="2858" y="13335"/>
                    <a:pt x="0" y="10477"/>
                    <a:pt x="0" y="6667"/>
                  </a:cubicBezTo>
                  <a:cubicBezTo>
                    <a:pt x="0" y="2857"/>
                    <a:pt x="2858" y="0"/>
                    <a:pt x="6667" y="0"/>
                  </a:cubicBezTo>
                  <a:lnTo>
                    <a:pt x="73342" y="0"/>
                  </a:lnTo>
                  <a:cubicBezTo>
                    <a:pt x="77153" y="0"/>
                    <a:pt x="80010" y="2857"/>
                    <a:pt x="80010" y="6667"/>
                  </a:cubicBezTo>
                  <a:cubicBezTo>
                    <a:pt x="80010" y="9525"/>
                    <a:pt x="77153" y="13335"/>
                    <a:pt x="73342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67CADF24-7E3A-2DD4-70E5-AEC7CE26DEB2}"/>
                </a:ext>
              </a:extLst>
            </p:cNvPr>
            <p:cNvSpPr/>
            <p:nvPr/>
          </p:nvSpPr>
          <p:spPr>
            <a:xfrm>
              <a:off x="1467320" y="2176874"/>
              <a:ext cx="49696" cy="16904"/>
            </a:xfrm>
            <a:custGeom>
              <a:avLst/>
              <a:gdLst>
                <a:gd name="connsiteX0" fmla="*/ 32385 w 39200"/>
                <a:gd name="connsiteY0" fmla="*/ 13335 h 13334"/>
                <a:gd name="connsiteX1" fmla="*/ 6667 w 39200"/>
                <a:gd name="connsiteY1" fmla="*/ 13335 h 13334"/>
                <a:gd name="connsiteX2" fmla="*/ 0 w 39200"/>
                <a:gd name="connsiteY2" fmla="*/ 6667 h 13334"/>
                <a:gd name="connsiteX3" fmla="*/ 6667 w 39200"/>
                <a:gd name="connsiteY3" fmla="*/ 0 h 13334"/>
                <a:gd name="connsiteX4" fmla="*/ 32385 w 39200"/>
                <a:gd name="connsiteY4" fmla="*/ 0 h 13334"/>
                <a:gd name="connsiteX5" fmla="*/ 39053 w 39200"/>
                <a:gd name="connsiteY5" fmla="*/ 6667 h 13334"/>
                <a:gd name="connsiteX6" fmla="*/ 32385 w 39200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200" h="13334">
                  <a:moveTo>
                    <a:pt x="32385" y="13335"/>
                  </a:moveTo>
                  <a:lnTo>
                    <a:pt x="6667" y="13335"/>
                  </a:lnTo>
                  <a:cubicBezTo>
                    <a:pt x="2858" y="13335"/>
                    <a:pt x="0" y="10477"/>
                    <a:pt x="0" y="6667"/>
                  </a:cubicBezTo>
                  <a:cubicBezTo>
                    <a:pt x="0" y="2857"/>
                    <a:pt x="2858" y="0"/>
                    <a:pt x="6667" y="0"/>
                  </a:cubicBezTo>
                  <a:lnTo>
                    <a:pt x="32385" y="0"/>
                  </a:lnTo>
                  <a:cubicBezTo>
                    <a:pt x="36195" y="0"/>
                    <a:pt x="39053" y="2857"/>
                    <a:pt x="39053" y="6667"/>
                  </a:cubicBezTo>
                  <a:cubicBezTo>
                    <a:pt x="40005" y="9525"/>
                    <a:pt x="36195" y="13335"/>
                    <a:pt x="32385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B3C106F5-A9F8-7C82-DCD7-07F85085E419}"/>
                </a:ext>
              </a:extLst>
            </p:cNvPr>
            <p:cNvSpPr/>
            <p:nvPr/>
          </p:nvSpPr>
          <p:spPr>
            <a:xfrm>
              <a:off x="1556677" y="2176874"/>
              <a:ext cx="31394" cy="16904"/>
            </a:xfrm>
            <a:custGeom>
              <a:avLst/>
              <a:gdLst>
                <a:gd name="connsiteX0" fmla="*/ 18097 w 24764"/>
                <a:gd name="connsiteY0" fmla="*/ 13335 h 13334"/>
                <a:gd name="connsiteX1" fmla="*/ 6667 w 24764"/>
                <a:gd name="connsiteY1" fmla="*/ 13335 h 13334"/>
                <a:gd name="connsiteX2" fmla="*/ 0 w 24764"/>
                <a:gd name="connsiteY2" fmla="*/ 6667 h 13334"/>
                <a:gd name="connsiteX3" fmla="*/ 6667 w 24764"/>
                <a:gd name="connsiteY3" fmla="*/ 0 h 13334"/>
                <a:gd name="connsiteX4" fmla="*/ 18097 w 24764"/>
                <a:gd name="connsiteY4" fmla="*/ 0 h 13334"/>
                <a:gd name="connsiteX5" fmla="*/ 24765 w 24764"/>
                <a:gd name="connsiteY5" fmla="*/ 6667 h 13334"/>
                <a:gd name="connsiteX6" fmla="*/ 18097 w 24764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64" h="13334">
                  <a:moveTo>
                    <a:pt x="18097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lnTo>
                    <a:pt x="18097" y="0"/>
                  </a:lnTo>
                  <a:cubicBezTo>
                    <a:pt x="21907" y="0"/>
                    <a:pt x="24765" y="2857"/>
                    <a:pt x="24765" y="6667"/>
                  </a:cubicBezTo>
                  <a:cubicBezTo>
                    <a:pt x="24765" y="9525"/>
                    <a:pt x="21907" y="13335"/>
                    <a:pt x="18097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47B7EC85-9763-3DCC-61C3-7C67C3FF117E}"/>
                </a:ext>
              </a:extLst>
            </p:cNvPr>
            <p:cNvSpPr/>
            <p:nvPr/>
          </p:nvSpPr>
          <p:spPr>
            <a:xfrm>
              <a:off x="1405737" y="2228797"/>
              <a:ext cx="130599" cy="16905"/>
            </a:xfrm>
            <a:custGeom>
              <a:avLst/>
              <a:gdLst>
                <a:gd name="connsiteX0" fmla="*/ 96202 w 103017"/>
                <a:gd name="connsiteY0" fmla="*/ 13335 h 13335"/>
                <a:gd name="connsiteX1" fmla="*/ 6667 w 103017"/>
                <a:gd name="connsiteY1" fmla="*/ 13335 h 13335"/>
                <a:gd name="connsiteX2" fmla="*/ 0 w 103017"/>
                <a:gd name="connsiteY2" fmla="*/ 6668 h 13335"/>
                <a:gd name="connsiteX3" fmla="*/ 6667 w 103017"/>
                <a:gd name="connsiteY3" fmla="*/ 0 h 13335"/>
                <a:gd name="connsiteX4" fmla="*/ 96202 w 103017"/>
                <a:gd name="connsiteY4" fmla="*/ 0 h 13335"/>
                <a:gd name="connsiteX5" fmla="*/ 102870 w 103017"/>
                <a:gd name="connsiteY5" fmla="*/ 6668 h 13335"/>
                <a:gd name="connsiteX6" fmla="*/ 96202 w 103017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017" h="13335">
                  <a:moveTo>
                    <a:pt x="96202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lnTo>
                    <a:pt x="96202" y="0"/>
                  </a:lnTo>
                  <a:cubicBezTo>
                    <a:pt x="100013" y="0"/>
                    <a:pt x="102870" y="2858"/>
                    <a:pt x="102870" y="6668"/>
                  </a:cubicBezTo>
                  <a:cubicBezTo>
                    <a:pt x="103822" y="10477"/>
                    <a:pt x="100013" y="13335"/>
                    <a:pt x="96202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283755BF-F609-F090-E203-D09381FDFA7D}"/>
                </a:ext>
              </a:extLst>
            </p:cNvPr>
            <p:cNvSpPr/>
            <p:nvPr/>
          </p:nvSpPr>
          <p:spPr>
            <a:xfrm>
              <a:off x="1560299" y="2228797"/>
              <a:ext cx="47280" cy="16905"/>
            </a:xfrm>
            <a:custGeom>
              <a:avLst/>
              <a:gdLst>
                <a:gd name="connsiteX0" fmla="*/ 30480 w 37295"/>
                <a:gd name="connsiteY0" fmla="*/ 13335 h 13335"/>
                <a:gd name="connsiteX1" fmla="*/ 6668 w 37295"/>
                <a:gd name="connsiteY1" fmla="*/ 13335 h 13335"/>
                <a:gd name="connsiteX2" fmla="*/ 0 w 37295"/>
                <a:gd name="connsiteY2" fmla="*/ 6668 h 13335"/>
                <a:gd name="connsiteX3" fmla="*/ 6668 w 37295"/>
                <a:gd name="connsiteY3" fmla="*/ 0 h 13335"/>
                <a:gd name="connsiteX4" fmla="*/ 30480 w 37295"/>
                <a:gd name="connsiteY4" fmla="*/ 0 h 13335"/>
                <a:gd name="connsiteX5" fmla="*/ 37148 w 37295"/>
                <a:gd name="connsiteY5" fmla="*/ 6668 h 13335"/>
                <a:gd name="connsiteX6" fmla="*/ 30480 w 37295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95" h="13335">
                  <a:moveTo>
                    <a:pt x="30480" y="13335"/>
                  </a:moveTo>
                  <a:lnTo>
                    <a:pt x="6668" y="13335"/>
                  </a:lnTo>
                  <a:cubicBezTo>
                    <a:pt x="2858" y="13335"/>
                    <a:pt x="0" y="10477"/>
                    <a:pt x="0" y="6668"/>
                  </a:cubicBezTo>
                  <a:cubicBezTo>
                    <a:pt x="0" y="2858"/>
                    <a:pt x="2858" y="0"/>
                    <a:pt x="6668" y="0"/>
                  </a:cubicBezTo>
                  <a:lnTo>
                    <a:pt x="30480" y="0"/>
                  </a:lnTo>
                  <a:cubicBezTo>
                    <a:pt x="34290" y="0"/>
                    <a:pt x="37148" y="2858"/>
                    <a:pt x="37148" y="6668"/>
                  </a:cubicBezTo>
                  <a:cubicBezTo>
                    <a:pt x="38100" y="10477"/>
                    <a:pt x="34290" y="13335"/>
                    <a:pt x="30480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8543B7DF-7105-4EFE-315B-331A5420D8B7}"/>
                </a:ext>
              </a:extLst>
            </p:cNvPr>
            <p:cNvSpPr/>
            <p:nvPr/>
          </p:nvSpPr>
          <p:spPr>
            <a:xfrm>
              <a:off x="1626713" y="2228797"/>
              <a:ext cx="84527" cy="16905"/>
            </a:xfrm>
            <a:custGeom>
              <a:avLst/>
              <a:gdLst>
                <a:gd name="connsiteX0" fmla="*/ 60008 w 66675"/>
                <a:gd name="connsiteY0" fmla="*/ 13335 h 13335"/>
                <a:gd name="connsiteX1" fmla="*/ 6668 w 66675"/>
                <a:gd name="connsiteY1" fmla="*/ 13335 h 13335"/>
                <a:gd name="connsiteX2" fmla="*/ 0 w 66675"/>
                <a:gd name="connsiteY2" fmla="*/ 6668 h 13335"/>
                <a:gd name="connsiteX3" fmla="*/ 6668 w 66675"/>
                <a:gd name="connsiteY3" fmla="*/ 0 h 13335"/>
                <a:gd name="connsiteX4" fmla="*/ 60008 w 66675"/>
                <a:gd name="connsiteY4" fmla="*/ 0 h 13335"/>
                <a:gd name="connsiteX5" fmla="*/ 66675 w 66675"/>
                <a:gd name="connsiteY5" fmla="*/ 6668 h 13335"/>
                <a:gd name="connsiteX6" fmla="*/ 60008 w 66675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13335">
                  <a:moveTo>
                    <a:pt x="60008" y="13335"/>
                  </a:moveTo>
                  <a:lnTo>
                    <a:pt x="6668" y="13335"/>
                  </a:lnTo>
                  <a:cubicBezTo>
                    <a:pt x="2858" y="13335"/>
                    <a:pt x="0" y="10477"/>
                    <a:pt x="0" y="6668"/>
                  </a:cubicBezTo>
                  <a:cubicBezTo>
                    <a:pt x="0" y="2858"/>
                    <a:pt x="2858" y="0"/>
                    <a:pt x="6668" y="0"/>
                  </a:cubicBezTo>
                  <a:lnTo>
                    <a:pt x="60008" y="0"/>
                  </a:lnTo>
                  <a:cubicBezTo>
                    <a:pt x="63818" y="0"/>
                    <a:pt x="66675" y="2858"/>
                    <a:pt x="66675" y="6668"/>
                  </a:cubicBezTo>
                  <a:cubicBezTo>
                    <a:pt x="66675" y="10477"/>
                    <a:pt x="63818" y="13335"/>
                    <a:pt x="60008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BD3B1165-B42A-88BA-81B5-219EDF433D03}"/>
                </a:ext>
              </a:extLst>
            </p:cNvPr>
            <p:cNvSpPr/>
            <p:nvPr/>
          </p:nvSpPr>
          <p:spPr>
            <a:xfrm>
              <a:off x="1804220" y="2228797"/>
              <a:ext cx="48489" cy="16905"/>
            </a:xfrm>
            <a:custGeom>
              <a:avLst/>
              <a:gdLst>
                <a:gd name="connsiteX0" fmla="*/ 31432 w 38248"/>
                <a:gd name="connsiteY0" fmla="*/ 13335 h 13335"/>
                <a:gd name="connsiteX1" fmla="*/ 6667 w 38248"/>
                <a:gd name="connsiteY1" fmla="*/ 13335 h 13335"/>
                <a:gd name="connsiteX2" fmla="*/ 0 w 38248"/>
                <a:gd name="connsiteY2" fmla="*/ 6668 h 13335"/>
                <a:gd name="connsiteX3" fmla="*/ 6667 w 38248"/>
                <a:gd name="connsiteY3" fmla="*/ 0 h 13335"/>
                <a:gd name="connsiteX4" fmla="*/ 31432 w 38248"/>
                <a:gd name="connsiteY4" fmla="*/ 0 h 13335"/>
                <a:gd name="connsiteX5" fmla="*/ 38100 w 38248"/>
                <a:gd name="connsiteY5" fmla="*/ 6668 h 13335"/>
                <a:gd name="connsiteX6" fmla="*/ 31432 w 38248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248" h="13335">
                  <a:moveTo>
                    <a:pt x="31432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lnTo>
                    <a:pt x="31432" y="0"/>
                  </a:lnTo>
                  <a:cubicBezTo>
                    <a:pt x="35242" y="0"/>
                    <a:pt x="38100" y="2858"/>
                    <a:pt x="38100" y="6668"/>
                  </a:cubicBezTo>
                  <a:cubicBezTo>
                    <a:pt x="39052" y="10477"/>
                    <a:pt x="35242" y="13335"/>
                    <a:pt x="31432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1DE5C307-BECF-7F3C-AED7-312D9F31DB00}"/>
                </a:ext>
              </a:extLst>
            </p:cNvPr>
            <p:cNvSpPr/>
            <p:nvPr/>
          </p:nvSpPr>
          <p:spPr>
            <a:xfrm>
              <a:off x="1462490" y="2353172"/>
              <a:ext cx="121959" cy="16905"/>
            </a:xfrm>
            <a:custGeom>
              <a:avLst/>
              <a:gdLst>
                <a:gd name="connsiteX0" fmla="*/ 89535 w 96202"/>
                <a:gd name="connsiteY0" fmla="*/ 13335 h 13335"/>
                <a:gd name="connsiteX1" fmla="*/ 6667 w 96202"/>
                <a:gd name="connsiteY1" fmla="*/ 13335 h 13335"/>
                <a:gd name="connsiteX2" fmla="*/ 0 w 96202"/>
                <a:gd name="connsiteY2" fmla="*/ 6667 h 13335"/>
                <a:gd name="connsiteX3" fmla="*/ 6667 w 96202"/>
                <a:gd name="connsiteY3" fmla="*/ 0 h 13335"/>
                <a:gd name="connsiteX4" fmla="*/ 89535 w 96202"/>
                <a:gd name="connsiteY4" fmla="*/ 0 h 13335"/>
                <a:gd name="connsiteX5" fmla="*/ 96202 w 96202"/>
                <a:gd name="connsiteY5" fmla="*/ 6667 h 13335"/>
                <a:gd name="connsiteX6" fmla="*/ 89535 w 96202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202" h="13335">
                  <a:moveTo>
                    <a:pt x="89535" y="13335"/>
                  </a:moveTo>
                  <a:lnTo>
                    <a:pt x="6667" y="13335"/>
                  </a:lnTo>
                  <a:cubicBezTo>
                    <a:pt x="2858" y="13335"/>
                    <a:pt x="0" y="10477"/>
                    <a:pt x="0" y="6667"/>
                  </a:cubicBezTo>
                  <a:cubicBezTo>
                    <a:pt x="0" y="2857"/>
                    <a:pt x="2858" y="0"/>
                    <a:pt x="6667" y="0"/>
                  </a:cubicBezTo>
                  <a:lnTo>
                    <a:pt x="89535" y="0"/>
                  </a:lnTo>
                  <a:cubicBezTo>
                    <a:pt x="93345" y="0"/>
                    <a:pt x="96202" y="2857"/>
                    <a:pt x="96202" y="6667"/>
                  </a:cubicBezTo>
                  <a:cubicBezTo>
                    <a:pt x="96202" y="10477"/>
                    <a:pt x="93345" y="13335"/>
                    <a:pt x="89535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4DF450A2-58A3-1251-D541-D89B0AF67AEB}"/>
                </a:ext>
              </a:extLst>
            </p:cNvPr>
            <p:cNvSpPr/>
            <p:nvPr/>
          </p:nvSpPr>
          <p:spPr>
            <a:xfrm>
              <a:off x="1604978" y="2353172"/>
              <a:ext cx="37620" cy="16905"/>
            </a:xfrm>
            <a:custGeom>
              <a:avLst/>
              <a:gdLst>
                <a:gd name="connsiteX0" fmla="*/ 22860 w 29675"/>
                <a:gd name="connsiteY0" fmla="*/ 13335 h 13335"/>
                <a:gd name="connsiteX1" fmla="*/ 6667 w 29675"/>
                <a:gd name="connsiteY1" fmla="*/ 13335 h 13335"/>
                <a:gd name="connsiteX2" fmla="*/ 0 w 29675"/>
                <a:gd name="connsiteY2" fmla="*/ 6667 h 13335"/>
                <a:gd name="connsiteX3" fmla="*/ 6667 w 29675"/>
                <a:gd name="connsiteY3" fmla="*/ 0 h 13335"/>
                <a:gd name="connsiteX4" fmla="*/ 22860 w 29675"/>
                <a:gd name="connsiteY4" fmla="*/ 0 h 13335"/>
                <a:gd name="connsiteX5" fmla="*/ 29527 w 29675"/>
                <a:gd name="connsiteY5" fmla="*/ 6667 h 13335"/>
                <a:gd name="connsiteX6" fmla="*/ 22860 w 29675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675" h="13335">
                  <a:moveTo>
                    <a:pt x="22860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lnTo>
                    <a:pt x="22860" y="0"/>
                  </a:lnTo>
                  <a:cubicBezTo>
                    <a:pt x="26670" y="0"/>
                    <a:pt x="29527" y="2857"/>
                    <a:pt x="29527" y="6667"/>
                  </a:cubicBezTo>
                  <a:cubicBezTo>
                    <a:pt x="30480" y="10477"/>
                    <a:pt x="26670" y="13335"/>
                    <a:pt x="22860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8B75E78C-7AF6-CC05-AE31-3EC0743BF51E}"/>
                </a:ext>
              </a:extLst>
            </p:cNvPr>
            <p:cNvSpPr/>
            <p:nvPr/>
          </p:nvSpPr>
          <p:spPr>
            <a:xfrm>
              <a:off x="1671393" y="2353172"/>
              <a:ext cx="68828" cy="16905"/>
            </a:xfrm>
            <a:custGeom>
              <a:avLst/>
              <a:gdLst>
                <a:gd name="connsiteX0" fmla="*/ 47625 w 54292"/>
                <a:gd name="connsiteY0" fmla="*/ 13335 h 13335"/>
                <a:gd name="connsiteX1" fmla="*/ 6667 w 54292"/>
                <a:gd name="connsiteY1" fmla="*/ 13335 h 13335"/>
                <a:gd name="connsiteX2" fmla="*/ 0 w 54292"/>
                <a:gd name="connsiteY2" fmla="*/ 6667 h 13335"/>
                <a:gd name="connsiteX3" fmla="*/ 6667 w 54292"/>
                <a:gd name="connsiteY3" fmla="*/ 0 h 13335"/>
                <a:gd name="connsiteX4" fmla="*/ 47625 w 54292"/>
                <a:gd name="connsiteY4" fmla="*/ 0 h 13335"/>
                <a:gd name="connsiteX5" fmla="*/ 54292 w 54292"/>
                <a:gd name="connsiteY5" fmla="*/ 6667 h 13335"/>
                <a:gd name="connsiteX6" fmla="*/ 47625 w 54292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92" h="13335">
                  <a:moveTo>
                    <a:pt x="47625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lnTo>
                    <a:pt x="47625" y="0"/>
                  </a:lnTo>
                  <a:cubicBezTo>
                    <a:pt x="51435" y="0"/>
                    <a:pt x="54292" y="2857"/>
                    <a:pt x="54292" y="6667"/>
                  </a:cubicBezTo>
                  <a:cubicBezTo>
                    <a:pt x="54292" y="10477"/>
                    <a:pt x="51435" y="13335"/>
                    <a:pt x="47625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05D9AE5F-BC59-BBD8-5866-3DF49DDE6F6E}"/>
                </a:ext>
              </a:extLst>
            </p:cNvPr>
            <p:cNvSpPr/>
            <p:nvPr/>
          </p:nvSpPr>
          <p:spPr>
            <a:xfrm>
              <a:off x="1591696" y="2399058"/>
              <a:ext cx="103847" cy="16905"/>
            </a:xfrm>
            <a:custGeom>
              <a:avLst/>
              <a:gdLst>
                <a:gd name="connsiteX0" fmla="*/ 75247 w 81915"/>
                <a:gd name="connsiteY0" fmla="*/ 13335 h 13335"/>
                <a:gd name="connsiteX1" fmla="*/ 6667 w 81915"/>
                <a:gd name="connsiteY1" fmla="*/ 13335 h 13335"/>
                <a:gd name="connsiteX2" fmla="*/ 0 w 81915"/>
                <a:gd name="connsiteY2" fmla="*/ 6668 h 13335"/>
                <a:gd name="connsiteX3" fmla="*/ 6667 w 81915"/>
                <a:gd name="connsiteY3" fmla="*/ 0 h 13335"/>
                <a:gd name="connsiteX4" fmla="*/ 75247 w 81915"/>
                <a:gd name="connsiteY4" fmla="*/ 0 h 13335"/>
                <a:gd name="connsiteX5" fmla="*/ 81915 w 81915"/>
                <a:gd name="connsiteY5" fmla="*/ 6668 h 13335"/>
                <a:gd name="connsiteX6" fmla="*/ 75247 w 81915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915" h="13335">
                  <a:moveTo>
                    <a:pt x="75247" y="13335"/>
                  </a:moveTo>
                  <a:lnTo>
                    <a:pt x="6667" y="13335"/>
                  </a:lnTo>
                  <a:cubicBezTo>
                    <a:pt x="2858" y="13335"/>
                    <a:pt x="0" y="10478"/>
                    <a:pt x="0" y="6668"/>
                  </a:cubicBezTo>
                  <a:cubicBezTo>
                    <a:pt x="0" y="2858"/>
                    <a:pt x="2858" y="0"/>
                    <a:pt x="6667" y="0"/>
                  </a:cubicBezTo>
                  <a:lnTo>
                    <a:pt x="75247" y="0"/>
                  </a:lnTo>
                  <a:cubicBezTo>
                    <a:pt x="79058" y="0"/>
                    <a:pt x="81915" y="2858"/>
                    <a:pt x="81915" y="6668"/>
                  </a:cubicBezTo>
                  <a:cubicBezTo>
                    <a:pt x="81915" y="9525"/>
                    <a:pt x="79058" y="13335"/>
                    <a:pt x="75247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A986CA37-1B88-810E-4181-354BC6A63A17}"/>
                </a:ext>
              </a:extLst>
            </p:cNvPr>
            <p:cNvSpPr/>
            <p:nvPr/>
          </p:nvSpPr>
          <p:spPr>
            <a:xfrm>
              <a:off x="1705202" y="2399058"/>
              <a:ext cx="35018" cy="16905"/>
            </a:xfrm>
            <a:custGeom>
              <a:avLst/>
              <a:gdLst>
                <a:gd name="connsiteX0" fmla="*/ 20955 w 27622"/>
                <a:gd name="connsiteY0" fmla="*/ 13335 h 13335"/>
                <a:gd name="connsiteX1" fmla="*/ 6668 w 27622"/>
                <a:gd name="connsiteY1" fmla="*/ 13335 h 13335"/>
                <a:gd name="connsiteX2" fmla="*/ 0 w 27622"/>
                <a:gd name="connsiteY2" fmla="*/ 6668 h 13335"/>
                <a:gd name="connsiteX3" fmla="*/ 6668 w 27622"/>
                <a:gd name="connsiteY3" fmla="*/ 0 h 13335"/>
                <a:gd name="connsiteX4" fmla="*/ 20955 w 27622"/>
                <a:gd name="connsiteY4" fmla="*/ 0 h 13335"/>
                <a:gd name="connsiteX5" fmla="*/ 27623 w 27622"/>
                <a:gd name="connsiteY5" fmla="*/ 6668 h 13335"/>
                <a:gd name="connsiteX6" fmla="*/ 20955 w 27622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2" h="13335">
                  <a:moveTo>
                    <a:pt x="20955" y="13335"/>
                  </a:moveTo>
                  <a:lnTo>
                    <a:pt x="6668" y="13335"/>
                  </a:lnTo>
                  <a:cubicBezTo>
                    <a:pt x="2858" y="13335"/>
                    <a:pt x="0" y="10478"/>
                    <a:pt x="0" y="6668"/>
                  </a:cubicBezTo>
                  <a:cubicBezTo>
                    <a:pt x="0" y="2858"/>
                    <a:pt x="2858" y="0"/>
                    <a:pt x="6668" y="0"/>
                  </a:cubicBezTo>
                  <a:lnTo>
                    <a:pt x="20955" y="0"/>
                  </a:lnTo>
                  <a:cubicBezTo>
                    <a:pt x="24765" y="0"/>
                    <a:pt x="27623" y="2858"/>
                    <a:pt x="27623" y="6668"/>
                  </a:cubicBezTo>
                  <a:cubicBezTo>
                    <a:pt x="27623" y="9525"/>
                    <a:pt x="24765" y="13335"/>
                    <a:pt x="20955" y="13335"/>
                  </a:cubicBezTo>
                  <a:close/>
                </a:path>
              </a:pathLst>
            </a:custGeom>
            <a:solidFill>
              <a:srgbClr val="A2ABB0"/>
            </a:solidFill>
            <a:ln w="6350" cap="flat" cmpd="sng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</p:grpSp>
      <p:grpSp>
        <p:nvGrpSpPr>
          <p:cNvPr id="1395" name="Group 1394">
            <a:extLst>
              <a:ext uri="{FF2B5EF4-FFF2-40B4-BE49-F238E27FC236}">
                <a16:creationId xmlns:a16="http://schemas.microsoft.com/office/drawing/2014/main" id="{93343E04-DF00-F894-2222-879973413AE1}"/>
              </a:ext>
            </a:extLst>
          </p:cNvPr>
          <p:cNvGrpSpPr/>
          <p:nvPr/>
        </p:nvGrpSpPr>
        <p:grpSpPr>
          <a:xfrm>
            <a:off x="4707971" y="1473470"/>
            <a:ext cx="176670" cy="597548"/>
            <a:chOff x="-859216" y="1973442"/>
            <a:chExt cx="176670" cy="597548"/>
          </a:xfrm>
        </p:grpSpPr>
        <p:grpSp>
          <p:nvGrpSpPr>
            <p:cNvPr id="1396" name="Graphic 35">
              <a:extLst>
                <a:ext uri="{FF2B5EF4-FFF2-40B4-BE49-F238E27FC236}">
                  <a16:creationId xmlns:a16="http://schemas.microsoft.com/office/drawing/2014/main" id="{5287BB1E-9524-0628-4B5F-F7BB87217A53}"/>
                </a:ext>
              </a:extLst>
            </p:cNvPr>
            <p:cNvGrpSpPr/>
            <p:nvPr/>
          </p:nvGrpSpPr>
          <p:grpSpPr>
            <a:xfrm>
              <a:off x="-715149" y="2538175"/>
              <a:ext cx="32603" cy="32815"/>
              <a:chOff x="3537823" y="4371737"/>
              <a:chExt cx="36671" cy="36909"/>
            </a:xfrm>
            <a:solidFill>
              <a:srgbClr val="FFFFFF"/>
            </a:solidFill>
          </p:grpSpPr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25CC9E42-335F-F57C-C8D4-F6CBF007C83F}"/>
                  </a:ext>
                </a:extLst>
              </p:cNvPr>
              <p:cNvSpPr/>
              <p:nvPr/>
            </p:nvSpPr>
            <p:spPr>
              <a:xfrm>
                <a:off x="3537823" y="4371737"/>
                <a:ext cx="36671" cy="36909"/>
              </a:xfrm>
              <a:custGeom>
                <a:avLst/>
                <a:gdLst>
                  <a:gd name="connsiteX0" fmla="*/ 34052 w 36671"/>
                  <a:gd name="connsiteY0" fmla="*/ 36909 h 36909"/>
                  <a:gd name="connsiteX1" fmla="*/ 31194 w 36671"/>
                  <a:gd name="connsiteY1" fmla="*/ 35957 h 36909"/>
                  <a:gd name="connsiteX2" fmla="*/ 714 w 36671"/>
                  <a:gd name="connsiteY2" fmla="*/ 5477 h 36909"/>
                  <a:gd name="connsiteX3" fmla="*/ 714 w 36671"/>
                  <a:gd name="connsiteY3" fmla="*/ 714 h 36909"/>
                  <a:gd name="connsiteX4" fmla="*/ 5477 w 36671"/>
                  <a:gd name="connsiteY4" fmla="*/ 714 h 36909"/>
                  <a:gd name="connsiteX5" fmla="*/ 35957 w 36671"/>
                  <a:gd name="connsiteY5" fmla="*/ 31194 h 36909"/>
                  <a:gd name="connsiteX6" fmla="*/ 35957 w 36671"/>
                  <a:gd name="connsiteY6" fmla="*/ 35957 h 36909"/>
                  <a:gd name="connsiteX7" fmla="*/ 34052 w 36671"/>
                  <a:gd name="connsiteY7" fmla="*/ 36909 h 36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671" h="36909">
                    <a:moveTo>
                      <a:pt x="34052" y="36909"/>
                    </a:moveTo>
                    <a:cubicBezTo>
                      <a:pt x="33099" y="36909"/>
                      <a:pt x="32147" y="36909"/>
                      <a:pt x="31194" y="35957"/>
                    </a:cubicBezTo>
                    <a:lnTo>
                      <a:pt x="714" y="5477"/>
                    </a:lnTo>
                    <a:cubicBezTo>
                      <a:pt x="-238" y="4524"/>
                      <a:pt x="-238" y="1667"/>
                      <a:pt x="714" y="714"/>
                    </a:cubicBezTo>
                    <a:cubicBezTo>
                      <a:pt x="1667" y="-238"/>
                      <a:pt x="4524" y="-238"/>
                      <a:pt x="5477" y="714"/>
                    </a:cubicBezTo>
                    <a:lnTo>
                      <a:pt x="35957" y="31194"/>
                    </a:lnTo>
                    <a:cubicBezTo>
                      <a:pt x="36909" y="32147"/>
                      <a:pt x="36909" y="35004"/>
                      <a:pt x="35957" y="35957"/>
                    </a:cubicBezTo>
                    <a:cubicBezTo>
                      <a:pt x="35957" y="35957"/>
                      <a:pt x="35004" y="36909"/>
                      <a:pt x="34052" y="369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76D94EFA-A938-15D5-12E2-53B5A904833C}"/>
                  </a:ext>
                </a:extLst>
              </p:cNvPr>
              <p:cNvSpPr/>
              <p:nvPr/>
            </p:nvSpPr>
            <p:spPr>
              <a:xfrm>
                <a:off x="3537823" y="4371737"/>
                <a:ext cx="36671" cy="36909"/>
              </a:xfrm>
              <a:custGeom>
                <a:avLst/>
                <a:gdLst>
                  <a:gd name="connsiteX0" fmla="*/ 3572 w 36671"/>
                  <a:gd name="connsiteY0" fmla="*/ 36909 h 36909"/>
                  <a:gd name="connsiteX1" fmla="*/ 714 w 36671"/>
                  <a:gd name="connsiteY1" fmla="*/ 35957 h 36909"/>
                  <a:gd name="connsiteX2" fmla="*/ 714 w 36671"/>
                  <a:gd name="connsiteY2" fmla="*/ 31194 h 36909"/>
                  <a:gd name="connsiteX3" fmla="*/ 31194 w 36671"/>
                  <a:gd name="connsiteY3" fmla="*/ 714 h 36909"/>
                  <a:gd name="connsiteX4" fmla="*/ 35957 w 36671"/>
                  <a:gd name="connsiteY4" fmla="*/ 714 h 36909"/>
                  <a:gd name="connsiteX5" fmla="*/ 35957 w 36671"/>
                  <a:gd name="connsiteY5" fmla="*/ 5477 h 36909"/>
                  <a:gd name="connsiteX6" fmla="*/ 5477 w 36671"/>
                  <a:gd name="connsiteY6" fmla="*/ 35957 h 36909"/>
                  <a:gd name="connsiteX7" fmla="*/ 3572 w 36671"/>
                  <a:gd name="connsiteY7" fmla="*/ 36909 h 36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671" h="36909">
                    <a:moveTo>
                      <a:pt x="3572" y="36909"/>
                    </a:moveTo>
                    <a:cubicBezTo>
                      <a:pt x="2619" y="36909"/>
                      <a:pt x="1667" y="36909"/>
                      <a:pt x="714" y="35957"/>
                    </a:cubicBezTo>
                    <a:cubicBezTo>
                      <a:pt x="-238" y="35004"/>
                      <a:pt x="-238" y="32147"/>
                      <a:pt x="714" y="31194"/>
                    </a:cubicBezTo>
                    <a:lnTo>
                      <a:pt x="31194" y="714"/>
                    </a:lnTo>
                    <a:cubicBezTo>
                      <a:pt x="32147" y="-238"/>
                      <a:pt x="35004" y="-238"/>
                      <a:pt x="35957" y="714"/>
                    </a:cubicBezTo>
                    <a:cubicBezTo>
                      <a:pt x="36909" y="1667"/>
                      <a:pt x="36909" y="4524"/>
                      <a:pt x="35957" y="5477"/>
                    </a:cubicBezTo>
                    <a:lnTo>
                      <a:pt x="5477" y="35957"/>
                    </a:lnTo>
                    <a:cubicBezTo>
                      <a:pt x="5477" y="35957"/>
                      <a:pt x="4524" y="36909"/>
                      <a:pt x="3572" y="369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grpSp>
          <p:nvGrpSpPr>
            <p:cNvPr id="1397" name="Graphic 35">
              <a:extLst>
                <a:ext uri="{FF2B5EF4-FFF2-40B4-BE49-F238E27FC236}">
                  <a16:creationId xmlns:a16="http://schemas.microsoft.com/office/drawing/2014/main" id="{1B29C576-7480-83D8-670A-0224CA25AD4D}"/>
                </a:ext>
              </a:extLst>
            </p:cNvPr>
            <p:cNvGrpSpPr/>
            <p:nvPr/>
          </p:nvGrpSpPr>
          <p:grpSpPr>
            <a:xfrm>
              <a:off x="-859216" y="1973442"/>
              <a:ext cx="32603" cy="32815"/>
              <a:chOff x="3377803" y="3920252"/>
              <a:chExt cx="36671" cy="36909"/>
            </a:xfrm>
            <a:solidFill>
              <a:srgbClr val="FFFFFF"/>
            </a:solidFill>
          </p:grpSpPr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C6FEC330-3F72-6A6D-C268-7213036B60FE}"/>
                  </a:ext>
                </a:extLst>
              </p:cNvPr>
              <p:cNvSpPr/>
              <p:nvPr/>
            </p:nvSpPr>
            <p:spPr>
              <a:xfrm>
                <a:off x="3377803" y="3920252"/>
                <a:ext cx="36671" cy="36909"/>
              </a:xfrm>
              <a:custGeom>
                <a:avLst/>
                <a:gdLst>
                  <a:gd name="connsiteX0" fmla="*/ 34052 w 36671"/>
                  <a:gd name="connsiteY0" fmla="*/ 36909 h 36909"/>
                  <a:gd name="connsiteX1" fmla="*/ 31194 w 36671"/>
                  <a:gd name="connsiteY1" fmla="*/ 35957 h 36909"/>
                  <a:gd name="connsiteX2" fmla="*/ 714 w 36671"/>
                  <a:gd name="connsiteY2" fmla="*/ 5477 h 36909"/>
                  <a:gd name="connsiteX3" fmla="*/ 714 w 36671"/>
                  <a:gd name="connsiteY3" fmla="*/ 714 h 36909"/>
                  <a:gd name="connsiteX4" fmla="*/ 5477 w 36671"/>
                  <a:gd name="connsiteY4" fmla="*/ 714 h 36909"/>
                  <a:gd name="connsiteX5" fmla="*/ 35957 w 36671"/>
                  <a:gd name="connsiteY5" fmla="*/ 31194 h 36909"/>
                  <a:gd name="connsiteX6" fmla="*/ 35957 w 36671"/>
                  <a:gd name="connsiteY6" fmla="*/ 35957 h 36909"/>
                  <a:gd name="connsiteX7" fmla="*/ 34052 w 36671"/>
                  <a:gd name="connsiteY7" fmla="*/ 36909 h 36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671" h="36909">
                    <a:moveTo>
                      <a:pt x="34052" y="36909"/>
                    </a:moveTo>
                    <a:cubicBezTo>
                      <a:pt x="33099" y="36909"/>
                      <a:pt x="32147" y="36909"/>
                      <a:pt x="31194" y="35957"/>
                    </a:cubicBezTo>
                    <a:lnTo>
                      <a:pt x="714" y="5477"/>
                    </a:lnTo>
                    <a:cubicBezTo>
                      <a:pt x="-238" y="4524"/>
                      <a:pt x="-238" y="1667"/>
                      <a:pt x="714" y="714"/>
                    </a:cubicBezTo>
                    <a:cubicBezTo>
                      <a:pt x="1667" y="-238"/>
                      <a:pt x="4524" y="-238"/>
                      <a:pt x="5477" y="714"/>
                    </a:cubicBezTo>
                    <a:lnTo>
                      <a:pt x="35957" y="31194"/>
                    </a:lnTo>
                    <a:cubicBezTo>
                      <a:pt x="36909" y="32147"/>
                      <a:pt x="36909" y="35004"/>
                      <a:pt x="35957" y="35957"/>
                    </a:cubicBezTo>
                    <a:cubicBezTo>
                      <a:pt x="35957" y="36909"/>
                      <a:pt x="35004" y="36909"/>
                      <a:pt x="34052" y="369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B67B2A5F-8D87-3647-330A-4F36FE441368}"/>
                  </a:ext>
                </a:extLst>
              </p:cNvPr>
              <p:cNvSpPr/>
              <p:nvPr/>
            </p:nvSpPr>
            <p:spPr>
              <a:xfrm>
                <a:off x="3377803" y="3920252"/>
                <a:ext cx="36671" cy="36909"/>
              </a:xfrm>
              <a:custGeom>
                <a:avLst/>
                <a:gdLst>
                  <a:gd name="connsiteX0" fmla="*/ 3572 w 36671"/>
                  <a:gd name="connsiteY0" fmla="*/ 36909 h 36909"/>
                  <a:gd name="connsiteX1" fmla="*/ 714 w 36671"/>
                  <a:gd name="connsiteY1" fmla="*/ 35957 h 36909"/>
                  <a:gd name="connsiteX2" fmla="*/ 714 w 36671"/>
                  <a:gd name="connsiteY2" fmla="*/ 31194 h 36909"/>
                  <a:gd name="connsiteX3" fmla="*/ 31194 w 36671"/>
                  <a:gd name="connsiteY3" fmla="*/ 714 h 36909"/>
                  <a:gd name="connsiteX4" fmla="*/ 35957 w 36671"/>
                  <a:gd name="connsiteY4" fmla="*/ 714 h 36909"/>
                  <a:gd name="connsiteX5" fmla="*/ 35957 w 36671"/>
                  <a:gd name="connsiteY5" fmla="*/ 5477 h 36909"/>
                  <a:gd name="connsiteX6" fmla="*/ 5477 w 36671"/>
                  <a:gd name="connsiteY6" fmla="*/ 35957 h 36909"/>
                  <a:gd name="connsiteX7" fmla="*/ 3572 w 36671"/>
                  <a:gd name="connsiteY7" fmla="*/ 36909 h 36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671" h="36909">
                    <a:moveTo>
                      <a:pt x="3572" y="36909"/>
                    </a:moveTo>
                    <a:cubicBezTo>
                      <a:pt x="2619" y="36909"/>
                      <a:pt x="1667" y="36909"/>
                      <a:pt x="714" y="35957"/>
                    </a:cubicBezTo>
                    <a:cubicBezTo>
                      <a:pt x="-238" y="35004"/>
                      <a:pt x="-238" y="32147"/>
                      <a:pt x="714" y="31194"/>
                    </a:cubicBezTo>
                    <a:lnTo>
                      <a:pt x="31194" y="714"/>
                    </a:lnTo>
                    <a:cubicBezTo>
                      <a:pt x="32147" y="-238"/>
                      <a:pt x="35004" y="-238"/>
                      <a:pt x="35957" y="714"/>
                    </a:cubicBezTo>
                    <a:cubicBezTo>
                      <a:pt x="36909" y="1667"/>
                      <a:pt x="36909" y="4524"/>
                      <a:pt x="35957" y="5477"/>
                    </a:cubicBezTo>
                    <a:lnTo>
                      <a:pt x="5477" y="35957"/>
                    </a:lnTo>
                    <a:cubicBezTo>
                      <a:pt x="5477" y="36909"/>
                      <a:pt x="4524" y="36909"/>
                      <a:pt x="3572" y="369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</p:grpSp>
      <p:grpSp>
        <p:nvGrpSpPr>
          <p:cNvPr id="1405" name="Group 1404">
            <a:extLst>
              <a:ext uri="{FF2B5EF4-FFF2-40B4-BE49-F238E27FC236}">
                <a16:creationId xmlns:a16="http://schemas.microsoft.com/office/drawing/2014/main" id="{9B248760-25C7-2E0F-4D78-D82EAE51301B}"/>
              </a:ext>
            </a:extLst>
          </p:cNvPr>
          <p:cNvGrpSpPr/>
          <p:nvPr/>
        </p:nvGrpSpPr>
        <p:grpSpPr>
          <a:xfrm>
            <a:off x="243840" y="1064576"/>
            <a:ext cx="11704320" cy="274320"/>
            <a:chOff x="396240" y="1108120"/>
            <a:chExt cx="11704320" cy="274320"/>
          </a:xfrm>
        </p:grpSpPr>
        <p:cxnSp>
          <p:nvCxnSpPr>
            <p:cNvPr id="1403" name="Straight Connector 1402">
              <a:extLst>
                <a:ext uri="{FF2B5EF4-FFF2-40B4-BE49-F238E27FC236}">
                  <a16:creationId xmlns:a16="http://schemas.microsoft.com/office/drawing/2014/main" id="{FC7AE2AE-4A09-946B-7AB3-1EB0DB94C59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96240" y="1245280"/>
              <a:ext cx="11704320" cy="0"/>
            </a:xfrm>
            <a:prstGeom prst="line">
              <a:avLst/>
            </a:prstGeom>
            <a:noFill/>
            <a:ln w="1270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5FA063-79A3-2A0E-1175-10D31DD49CC0}"/>
                </a:ext>
              </a:extLst>
            </p:cNvPr>
            <p:cNvSpPr/>
            <p:nvPr/>
          </p:nvSpPr>
          <p:spPr bwMode="auto">
            <a:xfrm>
              <a:off x="3228794" y="1114475"/>
              <a:ext cx="1032655" cy="261610"/>
            </a:xfrm>
            <a:prstGeom prst="rect">
              <a:avLst/>
            </a:prstGeom>
            <a:solidFill>
              <a:srgbClr val="CDE1F0"/>
            </a:solidFill>
            <a:ln>
              <a:noFill/>
            </a:ln>
            <a:effectLst>
              <a:glow>
                <a:scrgbClr r="0" g="0" b="0">
                  <a:alpha val="0"/>
                </a:sc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ELITS EDDO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63D9161-EF65-90AD-71A0-0A230AE9C08C}"/>
                </a:ext>
              </a:extLst>
            </p:cNvPr>
            <p:cNvSpPr/>
            <p:nvPr/>
          </p:nvSpPr>
          <p:spPr bwMode="auto">
            <a:xfrm>
              <a:off x="6244929" y="1114475"/>
              <a:ext cx="1808508" cy="261610"/>
            </a:xfrm>
            <a:prstGeom prst="rect">
              <a:avLst/>
            </a:prstGeom>
            <a:gradFill>
              <a:gsLst>
                <a:gs pos="0">
                  <a:srgbClr val="C9DBE8"/>
                </a:gs>
                <a:gs pos="100000">
                  <a:srgbClr val="AEBBCD"/>
                </a:gs>
              </a:gsLst>
              <a:lin ang="2700000" scaled="0"/>
            </a:gradFill>
            <a:ln>
              <a:noFill/>
            </a:ln>
            <a:effectLst>
              <a:glow>
                <a:scrgbClr r="0" g="0" b="0">
                  <a:alpha val="0"/>
                </a:sc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EIUSMODT EMPORINCI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F6C0A1-7A4C-6766-710E-3467E26C9B9D}"/>
                </a:ext>
              </a:extLst>
            </p:cNvPr>
            <p:cNvSpPr/>
            <p:nvPr/>
          </p:nvSpPr>
          <p:spPr bwMode="auto">
            <a:xfrm>
              <a:off x="9193872" y="1108120"/>
              <a:ext cx="2456163" cy="274320"/>
            </a:xfrm>
            <a:prstGeom prst="rect">
              <a:avLst/>
            </a:prstGeom>
            <a:solidFill>
              <a:srgbClr val="A7B2C7"/>
            </a:solidFill>
            <a:ln>
              <a:noFill/>
            </a:ln>
            <a:effectLst>
              <a:glow>
                <a:scrgbClr r="0" g="0" b="0">
                  <a:alpha val="0"/>
                </a:sc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DIDUNTUTLA BOREETDOLOR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6057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F1FBC-2079-D79B-62B3-F71018BBC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F1B0-2D8E-343D-19C2-397B3A3E5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EMA Gnaaliqu Auteni: </a:t>
            </a:r>
            <a:r>
              <a:rPr lang="en-US" sz="1800" b="0"/>
              <a:t>M adminimve ni-amquisn ostrudexerc itationu ll amcolab or isni-si-utali qui pexeaco Mmod Oconsequa tduisautei – ruredo lorin, repre hend, eritin VOL, uptat ev elitesse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FC4C4-6AC9-E7E3-850C-6F88ED4F7A8B}"/>
              </a:ext>
            </a:extLst>
          </p:cNvPr>
          <p:cNvSpPr/>
          <p:nvPr/>
        </p:nvSpPr>
        <p:spPr>
          <a:xfrm>
            <a:off x="0" y="933372"/>
            <a:ext cx="12192000" cy="5528388"/>
          </a:xfrm>
          <a:prstGeom prst="rect">
            <a:avLst/>
          </a:prstGeom>
          <a:gradFill flip="none" rotWithShape="1">
            <a:gsLst>
              <a:gs pos="100000">
                <a:srgbClr val="95C7F5">
                  <a:alpha val="68627"/>
                </a:srgbClr>
              </a:gs>
              <a:gs pos="0">
                <a:srgbClr val="74859D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806150-F702-4A2B-B6FE-74F13DE76119}"/>
              </a:ext>
            </a:extLst>
          </p:cNvPr>
          <p:cNvGrpSpPr/>
          <p:nvPr/>
        </p:nvGrpSpPr>
        <p:grpSpPr>
          <a:xfrm>
            <a:off x="783855" y="1781088"/>
            <a:ext cx="2493349" cy="1557636"/>
            <a:chOff x="795573" y="1143814"/>
            <a:chExt cx="2592078" cy="1619312"/>
          </a:xfrm>
          <a:effectLst>
            <a:outerShdw blurRad="63500" dist="63500" dir="8100000" algn="tr" rotWithShape="0">
              <a:srgbClr val="43515C">
                <a:alpha val="29000"/>
              </a:srgbClr>
            </a:outerShdw>
          </a:effectLst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B3FD225-E535-ACB1-6845-62148F22C85E}"/>
                </a:ext>
              </a:extLst>
            </p:cNvPr>
            <p:cNvSpPr/>
            <p:nvPr/>
          </p:nvSpPr>
          <p:spPr>
            <a:xfrm>
              <a:off x="2027124" y="1429387"/>
              <a:ext cx="559133" cy="796182"/>
            </a:xfrm>
            <a:custGeom>
              <a:avLst/>
              <a:gdLst>
                <a:gd name="connsiteX0" fmla="*/ 446219 w 559133"/>
                <a:gd name="connsiteY0" fmla="*/ 292337 h 796182"/>
                <a:gd name="connsiteX1" fmla="*/ 370317 w 559133"/>
                <a:gd name="connsiteY1" fmla="*/ 145041 h 796182"/>
                <a:gd name="connsiteX2" fmla="*/ 370317 w 559133"/>
                <a:gd name="connsiteY2" fmla="*/ 95442 h 796182"/>
                <a:gd name="connsiteX3" fmla="*/ 385911 w 559133"/>
                <a:gd name="connsiteY3" fmla="*/ 24800 h 796182"/>
                <a:gd name="connsiteX4" fmla="*/ 385911 w 559133"/>
                <a:gd name="connsiteY4" fmla="*/ 24800 h 796182"/>
                <a:gd name="connsiteX5" fmla="*/ 370129 w 559133"/>
                <a:gd name="connsiteY5" fmla="*/ 0 h 796182"/>
                <a:gd name="connsiteX6" fmla="*/ 190330 w 559133"/>
                <a:gd name="connsiteY6" fmla="*/ 0 h 796182"/>
                <a:gd name="connsiteX7" fmla="*/ 174549 w 559133"/>
                <a:gd name="connsiteY7" fmla="*/ 24800 h 796182"/>
                <a:gd name="connsiteX8" fmla="*/ 174549 w 559133"/>
                <a:gd name="connsiteY8" fmla="*/ 24800 h 796182"/>
                <a:gd name="connsiteX9" fmla="*/ 190142 w 559133"/>
                <a:gd name="connsiteY9" fmla="*/ 95442 h 796182"/>
                <a:gd name="connsiteX10" fmla="*/ 190142 w 559133"/>
                <a:gd name="connsiteY10" fmla="*/ 141284 h 796182"/>
                <a:gd name="connsiteX11" fmla="*/ 112361 w 559133"/>
                <a:gd name="connsiteY11" fmla="*/ 292713 h 796182"/>
                <a:gd name="connsiteX12" fmla="*/ 386 w 559133"/>
                <a:gd name="connsiteY12" fmla="*/ 531129 h 796182"/>
                <a:gd name="connsiteX13" fmla="*/ 270554 w 559133"/>
                <a:gd name="connsiteY13" fmla="*/ 796036 h 796182"/>
                <a:gd name="connsiteX14" fmla="*/ 559133 w 559133"/>
                <a:gd name="connsiteY14" fmla="*/ 516662 h 796182"/>
                <a:gd name="connsiteX15" fmla="*/ 446219 w 559133"/>
                <a:gd name="connsiteY15" fmla="*/ 292337 h 79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133" h="796182">
                  <a:moveTo>
                    <a:pt x="446219" y="292337"/>
                  </a:moveTo>
                  <a:cubicBezTo>
                    <a:pt x="399250" y="257392"/>
                    <a:pt x="370317" y="203471"/>
                    <a:pt x="370317" y="145041"/>
                  </a:cubicBezTo>
                  <a:lnTo>
                    <a:pt x="370317" y="95442"/>
                  </a:lnTo>
                  <a:cubicBezTo>
                    <a:pt x="370317" y="71018"/>
                    <a:pt x="375577" y="46969"/>
                    <a:pt x="385911" y="24800"/>
                  </a:cubicBezTo>
                  <a:lnTo>
                    <a:pt x="385911" y="24800"/>
                  </a:lnTo>
                  <a:cubicBezTo>
                    <a:pt x="391359" y="13151"/>
                    <a:pt x="382905" y="0"/>
                    <a:pt x="370129" y="0"/>
                  </a:cubicBezTo>
                  <a:lnTo>
                    <a:pt x="190330" y="0"/>
                  </a:lnTo>
                  <a:cubicBezTo>
                    <a:pt x="177555" y="0"/>
                    <a:pt x="169100" y="13339"/>
                    <a:pt x="174549" y="24800"/>
                  </a:cubicBezTo>
                  <a:lnTo>
                    <a:pt x="174549" y="24800"/>
                  </a:lnTo>
                  <a:cubicBezTo>
                    <a:pt x="184882" y="46969"/>
                    <a:pt x="190142" y="71018"/>
                    <a:pt x="190142" y="95442"/>
                  </a:cubicBezTo>
                  <a:lnTo>
                    <a:pt x="190142" y="141284"/>
                  </a:lnTo>
                  <a:cubicBezTo>
                    <a:pt x="190142" y="201404"/>
                    <a:pt x="160458" y="256828"/>
                    <a:pt x="112361" y="292713"/>
                  </a:cubicBezTo>
                  <a:cubicBezTo>
                    <a:pt x="40592" y="346258"/>
                    <a:pt x="-4686" y="433621"/>
                    <a:pt x="386" y="531129"/>
                  </a:cubicBezTo>
                  <a:cubicBezTo>
                    <a:pt x="7714" y="675231"/>
                    <a:pt x="126264" y="791527"/>
                    <a:pt x="270554" y="796036"/>
                  </a:cubicBezTo>
                  <a:cubicBezTo>
                    <a:pt x="429122" y="801108"/>
                    <a:pt x="559133" y="674103"/>
                    <a:pt x="559133" y="516662"/>
                  </a:cubicBezTo>
                  <a:cubicBezTo>
                    <a:pt x="559133" y="424790"/>
                    <a:pt x="514794" y="343252"/>
                    <a:pt x="446219" y="292337"/>
                  </a:cubicBezTo>
                  <a:close/>
                </a:path>
              </a:pathLst>
            </a:custGeom>
            <a:solidFill>
              <a:srgbClr val="DDF6FF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6CCD469-CCCB-3673-64E5-40E7D34D5977}"/>
                </a:ext>
              </a:extLst>
            </p:cNvPr>
            <p:cNvSpPr/>
            <p:nvPr/>
          </p:nvSpPr>
          <p:spPr>
            <a:xfrm>
              <a:off x="2248281" y="2273143"/>
              <a:ext cx="116453" cy="185575"/>
            </a:xfrm>
            <a:custGeom>
              <a:avLst/>
              <a:gdLst>
                <a:gd name="connsiteX0" fmla="*/ 17082 w 116453"/>
                <a:gd name="connsiteY0" fmla="*/ 168526 h 185575"/>
                <a:gd name="connsiteX1" fmla="*/ 17082 w 116453"/>
                <a:gd name="connsiteY1" fmla="*/ 168526 h 185575"/>
                <a:gd name="connsiteX2" fmla="*/ 4118 w 116453"/>
                <a:gd name="connsiteY2" fmla="*/ 105963 h 185575"/>
                <a:gd name="connsiteX3" fmla="*/ 41694 w 116453"/>
                <a:gd name="connsiteY3" fmla="*/ 11273 h 185575"/>
                <a:gd name="connsiteX4" fmla="*/ 74760 w 116453"/>
                <a:gd name="connsiteY4" fmla="*/ 11273 h 185575"/>
                <a:gd name="connsiteX5" fmla="*/ 112335 w 116453"/>
                <a:gd name="connsiteY5" fmla="*/ 105963 h 185575"/>
                <a:gd name="connsiteX6" fmla="*/ 99372 w 116453"/>
                <a:gd name="connsiteY6" fmla="*/ 168526 h 185575"/>
                <a:gd name="connsiteX7" fmla="*/ 99372 w 116453"/>
                <a:gd name="connsiteY7" fmla="*/ 168526 h 185575"/>
                <a:gd name="connsiteX8" fmla="*/ 17082 w 116453"/>
                <a:gd name="connsiteY8" fmla="*/ 168526 h 18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453" h="185575">
                  <a:moveTo>
                    <a:pt x="17082" y="168526"/>
                  </a:moveTo>
                  <a:lnTo>
                    <a:pt x="17082" y="168526"/>
                  </a:lnTo>
                  <a:cubicBezTo>
                    <a:pt x="736" y="152181"/>
                    <a:pt x="-4524" y="127381"/>
                    <a:pt x="4118" y="105963"/>
                  </a:cubicBezTo>
                  <a:lnTo>
                    <a:pt x="41694" y="11273"/>
                  </a:lnTo>
                  <a:cubicBezTo>
                    <a:pt x="47706" y="-3758"/>
                    <a:pt x="68936" y="-3758"/>
                    <a:pt x="74760" y="11273"/>
                  </a:cubicBezTo>
                  <a:lnTo>
                    <a:pt x="112335" y="105963"/>
                  </a:lnTo>
                  <a:cubicBezTo>
                    <a:pt x="120978" y="127569"/>
                    <a:pt x="115717" y="152181"/>
                    <a:pt x="99372" y="168526"/>
                  </a:cubicBezTo>
                  <a:lnTo>
                    <a:pt x="99372" y="168526"/>
                  </a:lnTo>
                  <a:cubicBezTo>
                    <a:pt x="76639" y="191259"/>
                    <a:pt x="39815" y="191259"/>
                    <a:pt x="17082" y="168526"/>
                  </a:cubicBezTo>
                  <a:close/>
                </a:path>
              </a:pathLst>
            </a:custGeom>
            <a:solidFill>
              <a:srgbClr val="FBBE26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FCA523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5650940-F100-9B82-C88A-D675DAD3DA7E}"/>
                </a:ext>
              </a:extLst>
            </p:cNvPr>
            <p:cNvSpPr/>
            <p:nvPr/>
          </p:nvSpPr>
          <p:spPr>
            <a:xfrm>
              <a:off x="2280669" y="2338853"/>
              <a:ext cx="51309" cy="82055"/>
            </a:xfrm>
            <a:custGeom>
              <a:avLst/>
              <a:gdLst>
                <a:gd name="connsiteX0" fmla="*/ 7615 w 51309"/>
                <a:gd name="connsiteY0" fmla="*/ 74446 h 82055"/>
                <a:gd name="connsiteX1" fmla="*/ 7615 w 51309"/>
                <a:gd name="connsiteY1" fmla="*/ 74446 h 82055"/>
                <a:gd name="connsiteX2" fmla="*/ 1791 w 51309"/>
                <a:gd name="connsiteY2" fmla="*/ 46828 h 82055"/>
                <a:gd name="connsiteX3" fmla="*/ 18324 w 51309"/>
                <a:gd name="connsiteY3" fmla="*/ 4932 h 82055"/>
                <a:gd name="connsiteX4" fmla="*/ 32979 w 51309"/>
                <a:gd name="connsiteY4" fmla="*/ 4932 h 82055"/>
                <a:gd name="connsiteX5" fmla="*/ 49512 w 51309"/>
                <a:gd name="connsiteY5" fmla="*/ 46828 h 82055"/>
                <a:gd name="connsiteX6" fmla="*/ 43876 w 51309"/>
                <a:gd name="connsiteY6" fmla="*/ 74446 h 82055"/>
                <a:gd name="connsiteX7" fmla="*/ 43876 w 51309"/>
                <a:gd name="connsiteY7" fmla="*/ 74446 h 82055"/>
                <a:gd name="connsiteX8" fmla="*/ 7427 w 51309"/>
                <a:gd name="connsiteY8" fmla="*/ 74446 h 8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309" h="82055">
                  <a:moveTo>
                    <a:pt x="7615" y="74446"/>
                  </a:moveTo>
                  <a:lnTo>
                    <a:pt x="7615" y="74446"/>
                  </a:lnTo>
                  <a:cubicBezTo>
                    <a:pt x="288" y="67119"/>
                    <a:pt x="-1966" y="56222"/>
                    <a:pt x="1791" y="46828"/>
                  </a:cubicBezTo>
                  <a:lnTo>
                    <a:pt x="18324" y="4932"/>
                  </a:lnTo>
                  <a:cubicBezTo>
                    <a:pt x="20955" y="-1644"/>
                    <a:pt x="30348" y="-1644"/>
                    <a:pt x="32979" y="4932"/>
                  </a:cubicBezTo>
                  <a:lnTo>
                    <a:pt x="49512" y="46828"/>
                  </a:lnTo>
                  <a:cubicBezTo>
                    <a:pt x="53269" y="56410"/>
                    <a:pt x="51015" y="67307"/>
                    <a:pt x="43876" y="74446"/>
                  </a:cubicBezTo>
                  <a:lnTo>
                    <a:pt x="43876" y="74446"/>
                  </a:lnTo>
                  <a:cubicBezTo>
                    <a:pt x="33730" y="84592"/>
                    <a:pt x="17573" y="84592"/>
                    <a:pt x="7427" y="74446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7D3A50E-3A90-C5DF-77C5-A3AF63B7CDEE}"/>
                </a:ext>
              </a:extLst>
            </p:cNvPr>
            <p:cNvSpPr/>
            <p:nvPr/>
          </p:nvSpPr>
          <p:spPr>
            <a:xfrm>
              <a:off x="2145309" y="2583517"/>
              <a:ext cx="322773" cy="83981"/>
            </a:xfrm>
            <a:custGeom>
              <a:avLst/>
              <a:gdLst>
                <a:gd name="connsiteX0" fmla="*/ 322773 w 322773"/>
                <a:gd name="connsiteY0" fmla="*/ 83981 h 83981"/>
                <a:gd name="connsiteX1" fmla="*/ 0 w 322773"/>
                <a:gd name="connsiteY1" fmla="*/ 83981 h 83981"/>
                <a:gd name="connsiteX2" fmla="*/ 0 w 322773"/>
                <a:gd name="connsiteY2" fmla="*/ 42836 h 83981"/>
                <a:gd name="connsiteX3" fmla="*/ 42836 w 322773"/>
                <a:gd name="connsiteY3" fmla="*/ 0 h 83981"/>
                <a:gd name="connsiteX4" fmla="*/ 279749 w 322773"/>
                <a:gd name="connsiteY4" fmla="*/ 0 h 83981"/>
                <a:gd name="connsiteX5" fmla="*/ 322773 w 322773"/>
                <a:gd name="connsiteY5" fmla="*/ 42836 h 83981"/>
                <a:gd name="connsiteX6" fmla="*/ 322773 w 322773"/>
                <a:gd name="connsiteY6" fmla="*/ 83981 h 83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773" h="83981">
                  <a:moveTo>
                    <a:pt x="322773" y="83981"/>
                  </a:moveTo>
                  <a:lnTo>
                    <a:pt x="0" y="83981"/>
                  </a:lnTo>
                  <a:lnTo>
                    <a:pt x="0" y="42836"/>
                  </a:lnTo>
                  <a:cubicBezTo>
                    <a:pt x="0" y="19164"/>
                    <a:pt x="19163" y="0"/>
                    <a:pt x="42836" y="0"/>
                  </a:cubicBezTo>
                  <a:lnTo>
                    <a:pt x="279749" y="0"/>
                  </a:lnTo>
                  <a:cubicBezTo>
                    <a:pt x="303422" y="0"/>
                    <a:pt x="322773" y="19164"/>
                    <a:pt x="322773" y="42836"/>
                  </a:cubicBezTo>
                  <a:lnTo>
                    <a:pt x="322773" y="83981"/>
                  </a:lnTo>
                  <a:close/>
                </a:path>
              </a:pathLst>
            </a:custGeom>
            <a:solidFill>
              <a:srgbClr val="43515C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20303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64D7C28-58C0-DB3F-7BFB-9A91C8C5E543}"/>
                </a:ext>
              </a:extLst>
            </p:cNvPr>
            <p:cNvSpPr/>
            <p:nvPr/>
          </p:nvSpPr>
          <p:spPr>
            <a:xfrm>
              <a:off x="2232109" y="2483002"/>
              <a:ext cx="149174" cy="100326"/>
            </a:xfrm>
            <a:custGeom>
              <a:avLst/>
              <a:gdLst>
                <a:gd name="connsiteX0" fmla="*/ 149175 w 149174"/>
                <a:gd name="connsiteY0" fmla="*/ 100327 h 100326"/>
                <a:gd name="connsiteX1" fmla="*/ 0 w 149174"/>
                <a:gd name="connsiteY1" fmla="*/ 100327 h 100326"/>
                <a:gd name="connsiteX2" fmla="*/ 0 w 149174"/>
                <a:gd name="connsiteY2" fmla="*/ 29873 h 100326"/>
                <a:gd name="connsiteX3" fmla="*/ 29872 w 149174"/>
                <a:gd name="connsiteY3" fmla="*/ 0 h 100326"/>
                <a:gd name="connsiteX4" fmla="*/ 119302 w 149174"/>
                <a:gd name="connsiteY4" fmla="*/ 0 h 100326"/>
                <a:gd name="connsiteX5" fmla="*/ 149175 w 149174"/>
                <a:gd name="connsiteY5" fmla="*/ 29873 h 100326"/>
                <a:gd name="connsiteX6" fmla="*/ 149175 w 149174"/>
                <a:gd name="connsiteY6" fmla="*/ 100327 h 10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174" h="100326">
                  <a:moveTo>
                    <a:pt x="149175" y="100327"/>
                  </a:moveTo>
                  <a:lnTo>
                    <a:pt x="0" y="100327"/>
                  </a:lnTo>
                  <a:lnTo>
                    <a:pt x="0" y="29873"/>
                  </a:lnTo>
                  <a:cubicBezTo>
                    <a:pt x="0" y="13339"/>
                    <a:pt x="13339" y="0"/>
                    <a:pt x="29872" y="0"/>
                  </a:cubicBezTo>
                  <a:lnTo>
                    <a:pt x="119302" y="0"/>
                  </a:lnTo>
                  <a:cubicBezTo>
                    <a:pt x="135835" y="0"/>
                    <a:pt x="149175" y="13339"/>
                    <a:pt x="149175" y="29873"/>
                  </a:cubicBezTo>
                  <a:lnTo>
                    <a:pt x="149175" y="100327"/>
                  </a:lnTo>
                  <a:close/>
                </a:path>
              </a:pathLst>
            </a:custGeom>
            <a:solidFill>
              <a:srgbClr val="A2ABB0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66737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E4C9943-64BE-9E08-5F60-FA504ABB9B79}"/>
                </a:ext>
              </a:extLst>
            </p:cNvPr>
            <p:cNvSpPr/>
            <p:nvPr/>
          </p:nvSpPr>
          <p:spPr>
            <a:xfrm>
              <a:off x="2232109" y="2545002"/>
              <a:ext cx="149174" cy="38326"/>
            </a:xfrm>
            <a:custGeom>
              <a:avLst/>
              <a:gdLst>
                <a:gd name="connsiteX0" fmla="*/ 0 w 149174"/>
                <a:gd name="connsiteY0" fmla="*/ 0 h 38326"/>
                <a:gd name="connsiteX1" fmla="*/ 149175 w 149174"/>
                <a:gd name="connsiteY1" fmla="*/ 0 h 38326"/>
                <a:gd name="connsiteX2" fmla="*/ 149175 w 149174"/>
                <a:gd name="connsiteY2" fmla="*/ 38327 h 38326"/>
                <a:gd name="connsiteX3" fmla="*/ 0 w 149174"/>
                <a:gd name="connsiteY3" fmla="*/ 38327 h 3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174" h="38326">
                  <a:moveTo>
                    <a:pt x="0" y="0"/>
                  </a:moveTo>
                  <a:lnTo>
                    <a:pt x="149175" y="0"/>
                  </a:lnTo>
                  <a:lnTo>
                    <a:pt x="149175" y="38327"/>
                  </a:lnTo>
                  <a:lnTo>
                    <a:pt x="0" y="38327"/>
                  </a:lnTo>
                  <a:close/>
                </a:path>
              </a:pathLst>
            </a:custGeom>
            <a:solidFill>
              <a:srgbClr val="66737C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E5B1F00-8955-4925-AE01-71CE9F6A5E26}"/>
                </a:ext>
              </a:extLst>
            </p:cNvPr>
            <p:cNvSpPr/>
            <p:nvPr/>
          </p:nvSpPr>
          <p:spPr>
            <a:xfrm>
              <a:off x="2145309" y="2629171"/>
              <a:ext cx="322773" cy="38326"/>
            </a:xfrm>
            <a:custGeom>
              <a:avLst/>
              <a:gdLst>
                <a:gd name="connsiteX0" fmla="*/ 0 w 322773"/>
                <a:gd name="connsiteY0" fmla="*/ 0 h 38326"/>
                <a:gd name="connsiteX1" fmla="*/ 322773 w 322773"/>
                <a:gd name="connsiteY1" fmla="*/ 0 h 38326"/>
                <a:gd name="connsiteX2" fmla="*/ 322773 w 322773"/>
                <a:gd name="connsiteY2" fmla="*/ 38327 h 38326"/>
                <a:gd name="connsiteX3" fmla="*/ 0 w 322773"/>
                <a:gd name="connsiteY3" fmla="*/ 38327 h 3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773" h="38326">
                  <a:moveTo>
                    <a:pt x="0" y="0"/>
                  </a:moveTo>
                  <a:lnTo>
                    <a:pt x="322773" y="0"/>
                  </a:lnTo>
                  <a:lnTo>
                    <a:pt x="322773" y="38327"/>
                  </a:lnTo>
                  <a:lnTo>
                    <a:pt x="0" y="38327"/>
                  </a:lnTo>
                  <a:close/>
                </a:path>
              </a:pathLst>
            </a:custGeom>
            <a:solidFill>
              <a:srgbClr val="66737C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2526E13-B601-1E0B-A4A4-75F5BC77BFEA}"/>
                </a:ext>
              </a:extLst>
            </p:cNvPr>
            <p:cNvSpPr/>
            <p:nvPr/>
          </p:nvSpPr>
          <p:spPr>
            <a:xfrm>
              <a:off x="1815585" y="1934589"/>
              <a:ext cx="292900" cy="45842"/>
            </a:xfrm>
            <a:custGeom>
              <a:avLst/>
              <a:gdLst>
                <a:gd name="connsiteX0" fmla="*/ 270168 w 292900"/>
                <a:gd name="connsiteY0" fmla="*/ 45842 h 45842"/>
                <a:gd name="connsiteX1" fmla="*/ 22921 w 292900"/>
                <a:gd name="connsiteY1" fmla="*/ 45842 h 45842"/>
                <a:gd name="connsiteX2" fmla="*/ 0 w 292900"/>
                <a:gd name="connsiteY2" fmla="*/ 22921 h 45842"/>
                <a:gd name="connsiteX3" fmla="*/ 22921 w 292900"/>
                <a:gd name="connsiteY3" fmla="*/ 0 h 45842"/>
                <a:gd name="connsiteX4" fmla="*/ 269980 w 292900"/>
                <a:gd name="connsiteY4" fmla="*/ 0 h 45842"/>
                <a:gd name="connsiteX5" fmla="*/ 292901 w 292900"/>
                <a:gd name="connsiteY5" fmla="*/ 22921 h 45842"/>
                <a:gd name="connsiteX6" fmla="*/ 269980 w 292900"/>
                <a:gd name="connsiteY6" fmla="*/ 45842 h 45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2900" h="45842">
                  <a:moveTo>
                    <a:pt x="270168" y="45842"/>
                  </a:moveTo>
                  <a:lnTo>
                    <a:pt x="22921" y="45842"/>
                  </a:lnTo>
                  <a:cubicBezTo>
                    <a:pt x="10333" y="45842"/>
                    <a:pt x="0" y="35697"/>
                    <a:pt x="0" y="22921"/>
                  </a:cubicBezTo>
                  <a:cubicBezTo>
                    <a:pt x="0" y="10145"/>
                    <a:pt x="10145" y="0"/>
                    <a:pt x="22921" y="0"/>
                  </a:cubicBezTo>
                  <a:lnTo>
                    <a:pt x="269980" y="0"/>
                  </a:lnTo>
                  <a:cubicBezTo>
                    <a:pt x="282567" y="0"/>
                    <a:pt x="292901" y="10145"/>
                    <a:pt x="292901" y="22921"/>
                  </a:cubicBezTo>
                  <a:cubicBezTo>
                    <a:pt x="292901" y="35697"/>
                    <a:pt x="282755" y="45842"/>
                    <a:pt x="269980" y="45842"/>
                  </a:cubicBezTo>
                  <a:close/>
                </a:path>
              </a:pathLst>
            </a:custGeom>
            <a:solidFill>
              <a:srgbClr val="43515C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20303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6D06F3B-B9D7-C73D-2B1B-2382EDD59C91}"/>
                </a:ext>
              </a:extLst>
            </p:cNvPr>
            <p:cNvSpPr/>
            <p:nvPr/>
          </p:nvSpPr>
          <p:spPr>
            <a:xfrm>
              <a:off x="1912529" y="1143814"/>
              <a:ext cx="45842" cy="1494187"/>
            </a:xfrm>
            <a:custGeom>
              <a:avLst/>
              <a:gdLst>
                <a:gd name="connsiteX0" fmla="*/ 22921 w 45842"/>
                <a:gd name="connsiteY0" fmla="*/ 1494000 h 1494187"/>
                <a:gd name="connsiteX1" fmla="*/ 0 w 45842"/>
                <a:gd name="connsiteY1" fmla="*/ 1471079 h 1494187"/>
                <a:gd name="connsiteX2" fmla="*/ 0 w 45842"/>
                <a:gd name="connsiteY2" fmla="*/ 22921 h 1494187"/>
                <a:gd name="connsiteX3" fmla="*/ 22921 w 45842"/>
                <a:gd name="connsiteY3" fmla="*/ 0 h 1494187"/>
                <a:gd name="connsiteX4" fmla="*/ 45842 w 45842"/>
                <a:gd name="connsiteY4" fmla="*/ 22921 h 1494187"/>
                <a:gd name="connsiteX5" fmla="*/ 45842 w 45842"/>
                <a:gd name="connsiteY5" fmla="*/ 1471266 h 1494187"/>
                <a:gd name="connsiteX6" fmla="*/ 22921 w 45842"/>
                <a:gd name="connsiteY6" fmla="*/ 1494187 h 149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842" h="1494187">
                  <a:moveTo>
                    <a:pt x="22921" y="1494000"/>
                  </a:moveTo>
                  <a:cubicBezTo>
                    <a:pt x="10333" y="1494000"/>
                    <a:pt x="0" y="1483854"/>
                    <a:pt x="0" y="1471079"/>
                  </a:cubicBezTo>
                  <a:lnTo>
                    <a:pt x="0" y="22921"/>
                  </a:lnTo>
                  <a:cubicBezTo>
                    <a:pt x="0" y="10333"/>
                    <a:pt x="10145" y="0"/>
                    <a:pt x="22921" y="0"/>
                  </a:cubicBezTo>
                  <a:cubicBezTo>
                    <a:pt x="35697" y="0"/>
                    <a:pt x="45842" y="10145"/>
                    <a:pt x="45842" y="22921"/>
                  </a:cubicBezTo>
                  <a:lnTo>
                    <a:pt x="45842" y="1471266"/>
                  </a:lnTo>
                  <a:cubicBezTo>
                    <a:pt x="45842" y="1483854"/>
                    <a:pt x="35697" y="1494187"/>
                    <a:pt x="22921" y="1494187"/>
                  </a:cubicBezTo>
                  <a:close/>
                </a:path>
              </a:pathLst>
            </a:custGeom>
            <a:solidFill>
              <a:srgbClr val="43515C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20303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D7DC571-3221-FDDF-CF84-BB96E6326B00}"/>
                </a:ext>
              </a:extLst>
            </p:cNvPr>
            <p:cNvSpPr/>
            <p:nvPr/>
          </p:nvSpPr>
          <p:spPr>
            <a:xfrm>
              <a:off x="1912529" y="2615080"/>
              <a:ext cx="45842" cy="61811"/>
            </a:xfrm>
            <a:custGeom>
              <a:avLst/>
              <a:gdLst>
                <a:gd name="connsiteX0" fmla="*/ 0 w 45842"/>
                <a:gd name="connsiteY0" fmla="*/ 0 h 61811"/>
                <a:gd name="connsiteX1" fmla="*/ 45842 w 45842"/>
                <a:gd name="connsiteY1" fmla="*/ 0 h 61811"/>
                <a:gd name="connsiteX2" fmla="*/ 45842 w 45842"/>
                <a:gd name="connsiteY2" fmla="*/ 61812 h 61811"/>
                <a:gd name="connsiteX3" fmla="*/ 0 w 45842"/>
                <a:gd name="connsiteY3" fmla="*/ 61812 h 6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42" h="61811">
                  <a:moveTo>
                    <a:pt x="0" y="0"/>
                  </a:moveTo>
                  <a:lnTo>
                    <a:pt x="45842" y="0"/>
                  </a:lnTo>
                  <a:lnTo>
                    <a:pt x="45842" y="61812"/>
                  </a:lnTo>
                  <a:lnTo>
                    <a:pt x="0" y="61812"/>
                  </a:lnTo>
                  <a:close/>
                </a:path>
              </a:pathLst>
            </a:custGeom>
            <a:solidFill>
              <a:srgbClr val="738BA2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C48D195-BD3B-1970-2443-FEC9168291AD}"/>
                </a:ext>
              </a:extLst>
            </p:cNvPr>
            <p:cNvSpPr/>
            <p:nvPr/>
          </p:nvSpPr>
          <p:spPr>
            <a:xfrm>
              <a:off x="1899942" y="1922001"/>
              <a:ext cx="71017" cy="71017"/>
            </a:xfrm>
            <a:custGeom>
              <a:avLst/>
              <a:gdLst>
                <a:gd name="connsiteX0" fmla="*/ 0 w 71017"/>
                <a:gd name="connsiteY0" fmla="*/ 35509 h 71017"/>
                <a:gd name="connsiteX1" fmla="*/ 35509 w 71017"/>
                <a:gd name="connsiteY1" fmla="*/ 0 h 71017"/>
                <a:gd name="connsiteX2" fmla="*/ 71018 w 71017"/>
                <a:gd name="connsiteY2" fmla="*/ 35509 h 71017"/>
                <a:gd name="connsiteX3" fmla="*/ 35509 w 71017"/>
                <a:gd name="connsiteY3" fmla="*/ 71018 h 71017"/>
                <a:gd name="connsiteX4" fmla="*/ 0 w 71017"/>
                <a:gd name="connsiteY4" fmla="*/ 35509 h 7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17" h="71017">
                  <a:moveTo>
                    <a:pt x="0" y="35509"/>
                  </a:moveTo>
                  <a:cubicBezTo>
                    <a:pt x="0" y="15970"/>
                    <a:pt x="15970" y="0"/>
                    <a:pt x="35509" y="0"/>
                  </a:cubicBezTo>
                  <a:cubicBezTo>
                    <a:pt x="55048" y="0"/>
                    <a:pt x="71018" y="15970"/>
                    <a:pt x="71018" y="35509"/>
                  </a:cubicBezTo>
                  <a:cubicBezTo>
                    <a:pt x="71018" y="55048"/>
                    <a:pt x="55048" y="71018"/>
                    <a:pt x="35509" y="71018"/>
                  </a:cubicBezTo>
                  <a:cubicBezTo>
                    <a:pt x="15970" y="71018"/>
                    <a:pt x="0" y="55048"/>
                    <a:pt x="0" y="35509"/>
                  </a:cubicBezTo>
                  <a:close/>
                </a:path>
              </a:pathLst>
            </a:custGeom>
            <a:solidFill>
              <a:srgbClr val="738BA2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F43C2376-456D-1619-965F-D1D3909CC4CA}"/>
                </a:ext>
              </a:extLst>
            </p:cNvPr>
            <p:cNvSpPr/>
            <p:nvPr/>
          </p:nvSpPr>
          <p:spPr>
            <a:xfrm>
              <a:off x="1854851" y="2667310"/>
              <a:ext cx="903877" cy="95629"/>
            </a:xfrm>
            <a:custGeom>
              <a:avLst/>
              <a:gdLst>
                <a:gd name="connsiteX0" fmla="*/ 0 w 903877"/>
                <a:gd name="connsiteY0" fmla="*/ 95630 h 95629"/>
                <a:gd name="connsiteX1" fmla="*/ 903878 w 903877"/>
                <a:gd name="connsiteY1" fmla="*/ 95630 h 95629"/>
                <a:gd name="connsiteX2" fmla="*/ 903878 w 903877"/>
                <a:gd name="connsiteY2" fmla="*/ 55800 h 95629"/>
                <a:gd name="connsiteX3" fmla="*/ 848078 w 903877"/>
                <a:gd name="connsiteY3" fmla="*/ 0 h 95629"/>
                <a:gd name="connsiteX4" fmla="*/ 55800 w 903877"/>
                <a:gd name="connsiteY4" fmla="*/ 0 h 95629"/>
                <a:gd name="connsiteX5" fmla="*/ 0 w 903877"/>
                <a:gd name="connsiteY5" fmla="*/ 55800 h 95629"/>
                <a:gd name="connsiteX6" fmla="*/ 0 w 903877"/>
                <a:gd name="connsiteY6" fmla="*/ 95630 h 95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3877" h="95629">
                  <a:moveTo>
                    <a:pt x="0" y="95630"/>
                  </a:moveTo>
                  <a:lnTo>
                    <a:pt x="903878" y="95630"/>
                  </a:lnTo>
                  <a:lnTo>
                    <a:pt x="903878" y="55800"/>
                  </a:lnTo>
                  <a:cubicBezTo>
                    <a:pt x="903878" y="24988"/>
                    <a:pt x="878890" y="0"/>
                    <a:pt x="848078" y="0"/>
                  </a:cubicBezTo>
                  <a:lnTo>
                    <a:pt x="55800" y="0"/>
                  </a:lnTo>
                  <a:cubicBezTo>
                    <a:pt x="24988" y="0"/>
                    <a:pt x="0" y="24988"/>
                    <a:pt x="0" y="55800"/>
                  </a:cubicBezTo>
                  <a:lnTo>
                    <a:pt x="0" y="95630"/>
                  </a:lnTo>
                  <a:close/>
                </a:path>
              </a:pathLst>
            </a:custGeom>
            <a:solidFill>
              <a:srgbClr val="43515C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20303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66908C-958F-B9D5-D408-FF0F0F996C68}"/>
                </a:ext>
              </a:extLst>
            </p:cNvPr>
            <p:cNvSpPr/>
            <p:nvPr/>
          </p:nvSpPr>
          <p:spPr>
            <a:xfrm>
              <a:off x="1802224" y="1898794"/>
              <a:ext cx="72938" cy="117708"/>
            </a:xfrm>
            <a:custGeom>
              <a:avLst/>
              <a:gdLst>
                <a:gd name="connsiteX0" fmla="*/ 22754 w 72938"/>
                <a:gd name="connsiteY0" fmla="*/ 117521 h 117708"/>
                <a:gd name="connsiteX1" fmla="*/ 14675 w 72938"/>
                <a:gd name="connsiteY1" fmla="*/ 116018 h 117708"/>
                <a:gd name="connsiteX2" fmla="*/ 1524 w 72938"/>
                <a:gd name="connsiteY2" fmla="*/ 86521 h 117708"/>
                <a:gd name="connsiteX3" fmla="*/ 28766 w 72938"/>
                <a:gd name="connsiteY3" fmla="*/ 14752 h 117708"/>
                <a:gd name="connsiteX4" fmla="*/ 58263 w 72938"/>
                <a:gd name="connsiteY4" fmla="*/ 1601 h 117708"/>
                <a:gd name="connsiteX5" fmla="*/ 71414 w 72938"/>
                <a:gd name="connsiteY5" fmla="*/ 31098 h 117708"/>
                <a:gd name="connsiteX6" fmla="*/ 44172 w 72938"/>
                <a:gd name="connsiteY6" fmla="*/ 102867 h 117708"/>
                <a:gd name="connsiteX7" fmla="*/ 22754 w 72938"/>
                <a:gd name="connsiteY7" fmla="*/ 117709 h 11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938" h="117708">
                  <a:moveTo>
                    <a:pt x="22754" y="117521"/>
                  </a:moveTo>
                  <a:cubicBezTo>
                    <a:pt x="20124" y="117521"/>
                    <a:pt x="17306" y="116957"/>
                    <a:pt x="14675" y="116018"/>
                  </a:cubicBezTo>
                  <a:cubicBezTo>
                    <a:pt x="2839" y="111509"/>
                    <a:pt x="-2985" y="98358"/>
                    <a:pt x="1524" y="86521"/>
                  </a:cubicBezTo>
                  <a:lnTo>
                    <a:pt x="28766" y="14752"/>
                  </a:lnTo>
                  <a:cubicBezTo>
                    <a:pt x="33275" y="2916"/>
                    <a:pt x="46427" y="-3096"/>
                    <a:pt x="58263" y="1601"/>
                  </a:cubicBezTo>
                  <a:cubicBezTo>
                    <a:pt x="70099" y="6110"/>
                    <a:pt x="75923" y="19261"/>
                    <a:pt x="71414" y="31098"/>
                  </a:cubicBezTo>
                  <a:lnTo>
                    <a:pt x="44172" y="102867"/>
                  </a:lnTo>
                  <a:cubicBezTo>
                    <a:pt x="40790" y="112073"/>
                    <a:pt x="31960" y="117709"/>
                    <a:pt x="22754" y="117709"/>
                  </a:cubicBezTo>
                  <a:close/>
                </a:path>
              </a:pathLst>
            </a:custGeom>
            <a:solidFill>
              <a:srgbClr val="738BA2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4A5425D-AD91-5881-146F-0AF773A42771}"/>
                </a:ext>
              </a:extLst>
            </p:cNvPr>
            <p:cNvSpPr/>
            <p:nvPr/>
          </p:nvSpPr>
          <p:spPr>
            <a:xfrm>
              <a:off x="2027339" y="1792048"/>
              <a:ext cx="559106" cy="433709"/>
            </a:xfrm>
            <a:custGeom>
              <a:avLst/>
              <a:gdLst>
                <a:gd name="connsiteX0" fmla="*/ 37371 w 559106"/>
                <a:gd name="connsiteY0" fmla="*/ 14597 h 433709"/>
                <a:gd name="connsiteX1" fmla="*/ 359 w 559106"/>
                <a:gd name="connsiteY1" fmla="*/ 168656 h 433709"/>
                <a:gd name="connsiteX2" fmla="*/ 270527 w 559106"/>
                <a:gd name="connsiteY2" fmla="*/ 433563 h 433709"/>
                <a:gd name="connsiteX3" fmla="*/ 559106 w 559106"/>
                <a:gd name="connsiteY3" fmla="*/ 154189 h 433709"/>
                <a:gd name="connsiteX4" fmla="*/ 555161 w 559106"/>
                <a:gd name="connsiteY4" fmla="*/ 107784 h 433709"/>
                <a:gd name="connsiteX5" fmla="*/ 37371 w 559106"/>
                <a:gd name="connsiteY5" fmla="*/ 14597 h 433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9106" h="433709">
                  <a:moveTo>
                    <a:pt x="37371" y="14597"/>
                  </a:moveTo>
                  <a:cubicBezTo>
                    <a:pt x="11444" y="59499"/>
                    <a:pt x="-2459" y="112293"/>
                    <a:pt x="359" y="168656"/>
                  </a:cubicBezTo>
                  <a:cubicBezTo>
                    <a:pt x="7686" y="312758"/>
                    <a:pt x="126237" y="429054"/>
                    <a:pt x="270527" y="433563"/>
                  </a:cubicBezTo>
                  <a:cubicBezTo>
                    <a:pt x="429095" y="438635"/>
                    <a:pt x="559106" y="311631"/>
                    <a:pt x="559106" y="154189"/>
                  </a:cubicBezTo>
                  <a:cubicBezTo>
                    <a:pt x="559106" y="138408"/>
                    <a:pt x="557791" y="123002"/>
                    <a:pt x="555161" y="107784"/>
                  </a:cubicBezTo>
                  <a:cubicBezTo>
                    <a:pt x="358265" y="129765"/>
                    <a:pt x="242721" y="-51536"/>
                    <a:pt x="37371" y="14597"/>
                  </a:cubicBezTo>
                  <a:close/>
                </a:path>
              </a:pathLst>
            </a:custGeom>
            <a:solidFill>
              <a:srgbClr val="17B28A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crgbClr r="0" g="0" b="0">
                        <a:alpha val="30000"/>
                      </a:sc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C09C9D8-B0BD-417E-271F-77620EC8AFF3}"/>
                </a:ext>
              </a:extLst>
            </p:cNvPr>
            <p:cNvSpPr/>
            <p:nvPr/>
          </p:nvSpPr>
          <p:spPr>
            <a:xfrm>
              <a:off x="2027146" y="1792068"/>
              <a:ext cx="559111" cy="433689"/>
            </a:xfrm>
            <a:custGeom>
              <a:avLst/>
              <a:gdLst>
                <a:gd name="connsiteX0" fmla="*/ 4685 w 559111"/>
                <a:gd name="connsiteY0" fmla="*/ 103443 h 433689"/>
                <a:gd name="connsiteX1" fmla="*/ 364 w 559111"/>
                <a:gd name="connsiteY1" fmla="*/ 168636 h 433689"/>
                <a:gd name="connsiteX2" fmla="*/ 270532 w 559111"/>
                <a:gd name="connsiteY2" fmla="*/ 433543 h 433689"/>
                <a:gd name="connsiteX3" fmla="*/ 559111 w 559111"/>
                <a:gd name="connsiteY3" fmla="*/ 154169 h 433689"/>
                <a:gd name="connsiteX4" fmla="*/ 516275 w 559111"/>
                <a:gd name="connsiteY4" fmla="*/ 5746 h 433689"/>
                <a:gd name="connsiteX5" fmla="*/ 4685 w 559111"/>
                <a:gd name="connsiteY5" fmla="*/ 103443 h 433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9111" h="433689">
                  <a:moveTo>
                    <a:pt x="4685" y="103443"/>
                  </a:moveTo>
                  <a:cubicBezTo>
                    <a:pt x="740" y="124485"/>
                    <a:pt x="-763" y="146279"/>
                    <a:pt x="364" y="168636"/>
                  </a:cubicBezTo>
                  <a:cubicBezTo>
                    <a:pt x="7691" y="312738"/>
                    <a:pt x="126242" y="429034"/>
                    <a:pt x="270532" y="433543"/>
                  </a:cubicBezTo>
                  <a:cubicBezTo>
                    <a:pt x="429100" y="438616"/>
                    <a:pt x="559111" y="311611"/>
                    <a:pt x="559111" y="154169"/>
                  </a:cubicBezTo>
                  <a:cubicBezTo>
                    <a:pt x="559111" y="99685"/>
                    <a:pt x="543330" y="48770"/>
                    <a:pt x="516275" y="5746"/>
                  </a:cubicBezTo>
                  <a:cubicBezTo>
                    <a:pt x="322574" y="-33708"/>
                    <a:pt x="207405" y="144400"/>
                    <a:pt x="4685" y="103443"/>
                  </a:cubicBezTo>
                  <a:close/>
                </a:path>
              </a:pathLst>
            </a:custGeom>
            <a:solidFill>
              <a:srgbClr val="22D1AB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17B28A">
                        <a:alpha val="3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C1393AA-6379-72C1-662A-18D9582A1D6B}"/>
                </a:ext>
              </a:extLst>
            </p:cNvPr>
            <p:cNvSpPr/>
            <p:nvPr/>
          </p:nvSpPr>
          <p:spPr>
            <a:xfrm>
              <a:off x="2572442" y="1800256"/>
              <a:ext cx="815209" cy="962870"/>
            </a:xfrm>
            <a:custGeom>
              <a:avLst/>
              <a:gdLst>
                <a:gd name="connsiteX0" fmla="*/ 804590 w 815209"/>
                <a:gd name="connsiteY0" fmla="*/ 846575 h 962870"/>
                <a:gd name="connsiteX1" fmla="*/ 537241 w 815209"/>
                <a:gd name="connsiteY1" fmla="*/ 383270 h 962870"/>
                <a:gd name="connsiteX2" fmla="*/ 507556 w 815209"/>
                <a:gd name="connsiteY2" fmla="*/ 272610 h 962870"/>
                <a:gd name="connsiteX3" fmla="*/ 507556 w 815209"/>
                <a:gd name="connsiteY3" fmla="*/ 113478 h 962870"/>
                <a:gd name="connsiteX4" fmla="*/ 526156 w 815209"/>
                <a:gd name="connsiteY4" fmla="*/ 29497 h 962870"/>
                <a:gd name="connsiteX5" fmla="*/ 526156 w 815209"/>
                <a:gd name="connsiteY5" fmla="*/ 29497 h 962870"/>
                <a:gd name="connsiteX6" fmla="*/ 507369 w 815209"/>
                <a:gd name="connsiteY6" fmla="*/ 0 h 962870"/>
                <a:gd name="connsiteX7" fmla="*/ 293752 w 815209"/>
                <a:gd name="connsiteY7" fmla="*/ 0 h 962870"/>
                <a:gd name="connsiteX8" fmla="*/ 274964 w 815209"/>
                <a:gd name="connsiteY8" fmla="*/ 29497 h 962870"/>
                <a:gd name="connsiteX9" fmla="*/ 274964 w 815209"/>
                <a:gd name="connsiteY9" fmla="*/ 29497 h 962870"/>
                <a:gd name="connsiteX10" fmla="*/ 293564 w 815209"/>
                <a:gd name="connsiteY10" fmla="*/ 113478 h 962870"/>
                <a:gd name="connsiteX11" fmla="*/ 293564 w 815209"/>
                <a:gd name="connsiteY11" fmla="*/ 274489 h 962870"/>
                <a:gd name="connsiteX12" fmla="*/ 266134 w 815209"/>
                <a:gd name="connsiteY12" fmla="*/ 381203 h 962870"/>
                <a:gd name="connsiteX13" fmla="*/ 9682 w 815209"/>
                <a:gd name="connsiteY13" fmla="*/ 848266 h 962870"/>
                <a:gd name="connsiteX14" fmla="*/ 77505 w 815209"/>
                <a:gd name="connsiteY14" fmla="*/ 962871 h 962870"/>
                <a:gd name="connsiteX15" fmla="*/ 737706 w 815209"/>
                <a:gd name="connsiteY15" fmla="*/ 962871 h 962870"/>
                <a:gd name="connsiteX16" fmla="*/ 804778 w 815209"/>
                <a:gd name="connsiteY16" fmla="*/ 846763 h 962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209" h="962870">
                  <a:moveTo>
                    <a:pt x="804590" y="846575"/>
                  </a:moveTo>
                  <a:lnTo>
                    <a:pt x="537241" y="383270"/>
                  </a:lnTo>
                  <a:cubicBezTo>
                    <a:pt x="517890" y="349640"/>
                    <a:pt x="507556" y="311313"/>
                    <a:pt x="507556" y="272610"/>
                  </a:cubicBezTo>
                  <a:lnTo>
                    <a:pt x="507556" y="113478"/>
                  </a:lnTo>
                  <a:cubicBezTo>
                    <a:pt x="507556" y="84545"/>
                    <a:pt x="513944" y="55800"/>
                    <a:pt x="526156" y="29497"/>
                  </a:cubicBezTo>
                  <a:lnTo>
                    <a:pt x="526156" y="29497"/>
                  </a:lnTo>
                  <a:cubicBezTo>
                    <a:pt x="532544" y="15782"/>
                    <a:pt x="522587" y="0"/>
                    <a:pt x="507369" y="0"/>
                  </a:cubicBezTo>
                  <a:lnTo>
                    <a:pt x="293752" y="0"/>
                  </a:lnTo>
                  <a:cubicBezTo>
                    <a:pt x="278534" y="0"/>
                    <a:pt x="268577" y="15782"/>
                    <a:pt x="274964" y="29497"/>
                  </a:cubicBezTo>
                  <a:lnTo>
                    <a:pt x="274964" y="29497"/>
                  </a:lnTo>
                  <a:cubicBezTo>
                    <a:pt x="287176" y="55800"/>
                    <a:pt x="293564" y="84357"/>
                    <a:pt x="293564" y="113478"/>
                  </a:cubicBezTo>
                  <a:lnTo>
                    <a:pt x="293564" y="274489"/>
                  </a:lnTo>
                  <a:cubicBezTo>
                    <a:pt x="293564" y="311876"/>
                    <a:pt x="284170" y="348512"/>
                    <a:pt x="266134" y="381203"/>
                  </a:cubicBezTo>
                  <a:lnTo>
                    <a:pt x="9682" y="848266"/>
                  </a:lnTo>
                  <a:cubicBezTo>
                    <a:pt x="-18688" y="899932"/>
                    <a:pt x="18700" y="962871"/>
                    <a:pt x="77505" y="962871"/>
                  </a:cubicBezTo>
                  <a:lnTo>
                    <a:pt x="737706" y="962871"/>
                  </a:lnTo>
                  <a:cubicBezTo>
                    <a:pt x="797263" y="962871"/>
                    <a:pt x="834463" y="898241"/>
                    <a:pt x="804778" y="846763"/>
                  </a:cubicBezTo>
                  <a:close/>
                </a:path>
              </a:pathLst>
            </a:custGeom>
            <a:solidFill>
              <a:srgbClr val="FFFFFF">
                <a:alpha val="59000"/>
              </a:srgbClr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9AF96BB-C3EB-5235-97B5-398772E638DF}"/>
                </a:ext>
              </a:extLst>
            </p:cNvPr>
            <p:cNvSpPr/>
            <p:nvPr/>
          </p:nvSpPr>
          <p:spPr>
            <a:xfrm>
              <a:off x="2572254" y="2375960"/>
              <a:ext cx="815209" cy="386979"/>
            </a:xfrm>
            <a:custGeom>
              <a:avLst/>
              <a:gdLst>
                <a:gd name="connsiteX0" fmla="*/ 696185 w 815209"/>
                <a:gd name="connsiteY0" fmla="*/ 82618 h 386979"/>
                <a:gd name="connsiteX1" fmla="*/ 158856 w 815209"/>
                <a:gd name="connsiteY1" fmla="*/ 892 h 386979"/>
                <a:gd name="connsiteX2" fmla="*/ 9682 w 815209"/>
                <a:gd name="connsiteY2" fmla="*/ 272374 h 386979"/>
                <a:gd name="connsiteX3" fmla="*/ 77505 w 815209"/>
                <a:gd name="connsiteY3" fmla="*/ 386979 h 386979"/>
                <a:gd name="connsiteX4" fmla="*/ 737706 w 815209"/>
                <a:gd name="connsiteY4" fmla="*/ 386979 h 386979"/>
                <a:gd name="connsiteX5" fmla="*/ 804778 w 815209"/>
                <a:gd name="connsiteY5" fmla="*/ 270871 h 386979"/>
                <a:gd name="connsiteX6" fmla="*/ 696185 w 815209"/>
                <a:gd name="connsiteY6" fmla="*/ 82618 h 38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5209" h="386979">
                  <a:moveTo>
                    <a:pt x="696185" y="82618"/>
                  </a:moveTo>
                  <a:cubicBezTo>
                    <a:pt x="497599" y="79424"/>
                    <a:pt x="359133" y="-9817"/>
                    <a:pt x="158856" y="892"/>
                  </a:cubicBezTo>
                  <a:lnTo>
                    <a:pt x="9682" y="272374"/>
                  </a:lnTo>
                  <a:cubicBezTo>
                    <a:pt x="-18688" y="324040"/>
                    <a:pt x="18700" y="386979"/>
                    <a:pt x="77505" y="386979"/>
                  </a:cubicBezTo>
                  <a:lnTo>
                    <a:pt x="737706" y="386979"/>
                  </a:lnTo>
                  <a:cubicBezTo>
                    <a:pt x="797263" y="386979"/>
                    <a:pt x="834463" y="322349"/>
                    <a:pt x="804778" y="270871"/>
                  </a:cubicBezTo>
                  <a:lnTo>
                    <a:pt x="696185" y="82618"/>
                  </a:lnTo>
                  <a:close/>
                </a:path>
              </a:pathLst>
            </a:custGeom>
            <a:solidFill>
              <a:srgbClr val="459FED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0070C0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9A0B8E3-6984-50BE-B2FB-52250D7B9CC7}"/>
                </a:ext>
              </a:extLst>
            </p:cNvPr>
            <p:cNvSpPr/>
            <p:nvPr/>
          </p:nvSpPr>
          <p:spPr>
            <a:xfrm>
              <a:off x="2572442" y="2375901"/>
              <a:ext cx="815209" cy="387038"/>
            </a:xfrm>
            <a:custGeom>
              <a:avLst/>
              <a:gdLst>
                <a:gd name="connsiteX0" fmla="*/ 113766 w 815209"/>
                <a:gd name="connsiteY0" fmla="*/ 82865 h 387038"/>
                <a:gd name="connsiteX1" fmla="*/ 9682 w 815209"/>
                <a:gd name="connsiteY1" fmla="*/ 272433 h 387038"/>
                <a:gd name="connsiteX2" fmla="*/ 77505 w 815209"/>
                <a:gd name="connsiteY2" fmla="*/ 387038 h 387038"/>
                <a:gd name="connsiteX3" fmla="*/ 737706 w 815209"/>
                <a:gd name="connsiteY3" fmla="*/ 387038 h 387038"/>
                <a:gd name="connsiteX4" fmla="*/ 804778 w 815209"/>
                <a:gd name="connsiteY4" fmla="*/ 270930 h 387038"/>
                <a:gd name="connsiteX5" fmla="*/ 648464 w 815209"/>
                <a:gd name="connsiteY5" fmla="*/ 11 h 387038"/>
                <a:gd name="connsiteX6" fmla="*/ 113766 w 815209"/>
                <a:gd name="connsiteY6" fmla="*/ 82677 h 38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5209" h="387038">
                  <a:moveTo>
                    <a:pt x="113766" y="82865"/>
                  </a:moveTo>
                  <a:lnTo>
                    <a:pt x="9682" y="272433"/>
                  </a:lnTo>
                  <a:cubicBezTo>
                    <a:pt x="-18688" y="324099"/>
                    <a:pt x="18700" y="387038"/>
                    <a:pt x="77505" y="387038"/>
                  </a:cubicBezTo>
                  <a:lnTo>
                    <a:pt x="737706" y="387038"/>
                  </a:lnTo>
                  <a:cubicBezTo>
                    <a:pt x="797263" y="387038"/>
                    <a:pt x="834463" y="322408"/>
                    <a:pt x="804778" y="270930"/>
                  </a:cubicBezTo>
                  <a:lnTo>
                    <a:pt x="648464" y="11"/>
                  </a:lnTo>
                  <a:cubicBezTo>
                    <a:pt x="454575" y="-1116"/>
                    <a:pt x="314607" y="83241"/>
                    <a:pt x="113766" y="82677"/>
                  </a:cubicBezTo>
                  <a:close/>
                </a:path>
              </a:pathLst>
            </a:custGeom>
            <a:solidFill>
              <a:srgbClr val="4FB7F6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59FE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EB9ED58-C05A-5CFD-3451-83E3FD699051}"/>
                </a:ext>
              </a:extLst>
            </p:cNvPr>
            <p:cNvSpPr/>
            <p:nvPr/>
          </p:nvSpPr>
          <p:spPr>
            <a:xfrm>
              <a:off x="3076429" y="2341906"/>
              <a:ext cx="208998" cy="359409"/>
            </a:xfrm>
            <a:custGeom>
              <a:avLst/>
              <a:gdLst>
                <a:gd name="connsiteX0" fmla="*/ 188 w 208998"/>
                <a:gd name="connsiteY0" fmla="*/ 22733 h 359409"/>
                <a:gd name="connsiteX1" fmla="*/ 67448 w 208998"/>
                <a:gd name="connsiteY1" fmla="*/ 319391 h 359409"/>
                <a:gd name="connsiteX2" fmla="*/ 116860 w 208998"/>
                <a:gd name="connsiteY2" fmla="*/ 359033 h 359409"/>
                <a:gd name="connsiteX3" fmla="*/ 180362 w 208998"/>
                <a:gd name="connsiteY3" fmla="*/ 359409 h 359409"/>
                <a:gd name="connsiteX4" fmla="*/ 206665 w 208998"/>
                <a:gd name="connsiteY4" fmla="*/ 319767 h 359409"/>
                <a:gd name="connsiteX5" fmla="*/ 68763 w 208998"/>
                <a:gd name="connsiteY5" fmla="*/ 0 h 359409"/>
                <a:gd name="connsiteX6" fmla="*/ 0 w 208998"/>
                <a:gd name="connsiteY6" fmla="*/ 22733 h 359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8998" h="359409">
                  <a:moveTo>
                    <a:pt x="188" y="22733"/>
                  </a:moveTo>
                  <a:lnTo>
                    <a:pt x="67448" y="319391"/>
                  </a:lnTo>
                  <a:cubicBezTo>
                    <a:pt x="72708" y="342500"/>
                    <a:pt x="93187" y="358846"/>
                    <a:pt x="116860" y="359033"/>
                  </a:cubicBezTo>
                  <a:lnTo>
                    <a:pt x="180362" y="359409"/>
                  </a:lnTo>
                  <a:cubicBezTo>
                    <a:pt x="200841" y="359409"/>
                    <a:pt x="214744" y="338555"/>
                    <a:pt x="206665" y="319767"/>
                  </a:cubicBezTo>
                  <a:lnTo>
                    <a:pt x="68763" y="0"/>
                  </a:lnTo>
                  <a:lnTo>
                    <a:pt x="0" y="2273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0F0B250-F4DD-1076-FBE1-CABACC2013FA}"/>
                </a:ext>
              </a:extLst>
            </p:cNvPr>
            <p:cNvSpPr/>
            <p:nvPr/>
          </p:nvSpPr>
          <p:spPr>
            <a:xfrm>
              <a:off x="2283963" y="1199687"/>
              <a:ext cx="719006" cy="1026111"/>
            </a:xfrm>
            <a:custGeom>
              <a:avLst/>
              <a:gdLst>
                <a:gd name="connsiteX0" fmla="*/ 718818 w 719006"/>
                <a:gd name="connsiteY0" fmla="*/ 1026111 h 1026111"/>
                <a:gd name="connsiteX1" fmla="*/ 672976 w 719006"/>
                <a:gd name="connsiteY1" fmla="*/ 1026111 h 1026111"/>
                <a:gd name="connsiteX2" fmla="*/ 672976 w 719006"/>
                <a:gd name="connsiteY2" fmla="*/ 493104 h 1026111"/>
                <a:gd name="connsiteX3" fmla="*/ 506893 w 719006"/>
                <a:gd name="connsiteY3" fmla="*/ 232894 h 1026111"/>
                <a:gd name="connsiteX4" fmla="*/ 114041 w 719006"/>
                <a:gd name="connsiteY4" fmla="*/ 50277 h 1026111"/>
                <a:gd name="connsiteX5" fmla="*/ 68012 w 719006"/>
                <a:gd name="connsiteY5" fmla="*/ 53283 h 1026111"/>
                <a:gd name="connsiteX6" fmla="*/ 45842 w 719006"/>
                <a:gd name="connsiteY6" fmla="*/ 93864 h 1026111"/>
                <a:gd name="connsiteX7" fmla="*/ 45842 w 719006"/>
                <a:gd name="connsiteY7" fmla="*/ 528049 h 1026111"/>
                <a:gd name="connsiteX8" fmla="*/ 0 w 719006"/>
                <a:gd name="connsiteY8" fmla="*/ 528049 h 1026111"/>
                <a:gd name="connsiteX9" fmla="*/ 0 w 719006"/>
                <a:gd name="connsiteY9" fmla="*/ 93864 h 1026111"/>
                <a:gd name="connsiteX10" fmla="*/ 43400 w 719006"/>
                <a:gd name="connsiteY10" fmla="*/ 14768 h 1026111"/>
                <a:gd name="connsiteX11" fmla="*/ 133393 w 719006"/>
                <a:gd name="connsiteY11" fmla="*/ 8756 h 1026111"/>
                <a:gd name="connsiteX12" fmla="*/ 526432 w 719006"/>
                <a:gd name="connsiteY12" fmla="*/ 191185 h 1026111"/>
                <a:gd name="connsiteX13" fmla="*/ 719006 w 719006"/>
                <a:gd name="connsiteY13" fmla="*/ 492916 h 1026111"/>
                <a:gd name="connsiteX14" fmla="*/ 719006 w 719006"/>
                <a:gd name="connsiteY14" fmla="*/ 1025923 h 102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9006" h="1026111">
                  <a:moveTo>
                    <a:pt x="718818" y="1026111"/>
                  </a:moveTo>
                  <a:lnTo>
                    <a:pt x="672976" y="1026111"/>
                  </a:lnTo>
                  <a:lnTo>
                    <a:pt x="672976" y="493104"/>
                  </a:lnTo>
                  <a:cubicBezTo>
                    <a:pt x="672976" y="381880"/>
                    <a:pt x="607783" y="279863"/>
                    <a:pt x="506893" y="232894"/>
                  </a:cubicBezTo>
                  <a:lnTo>
                    <a:pt x="114041" y="50277"/>
                  </a:lnTo>
                  <a:cubicBezTo>
                    <a:pt x="98823" y="43138"/>
                    <a:pt x="82102" y="44265"/>
                    <a:pt x="68012" y="53283"/>
                  </a:cubicBezTo>
                  <a:cubicBezTo>
                    <a:pt x="53921" y="62301"/>
                    <a:pt x="45842" y="77143"/>
                    <a:pt x="45842" y="93864"/>
                  </a:cubicBezTo>
                  <a:lnTo>
                    <a:pt x="45842" y="528049"/>
                  </a:lnTo>
                  <a:lnTo>
                    <a:pt x="0" y="528049"/>
                  </a:lnTo>
                  <a:lnTo>
                    <a:pt x="0" y="93864"/>
                  </a:lnTo>
                  <a:cubicBezTo>
                    <a:pt x="0" y="61737"/>
                    <a:pt x="16157" y="32053"/>
                    <a:pt x="43400" y="14768"/>
                  </a:cubicBezTo>
                  <a:cubicBezTo>
                    <a:pt x="70642" y="-2517"/>
                    <a:pt x="104272" y="-4771"/>
                    <a:pt x="133393" y="8756"/>
                  </a:cubicBezTo>
                  <a:lnTo>
                    <a:pt x="526432" y="191185"/>
                  </a:lnTo>
                  <a:cubicBezTo>
                    <a:pt x="643480" y="245481"/>
                    <a:pt x="719006" y="363844"/>
                    <a:pt x="719006" y="492916"/>
                  </a:cubicBezTo>
                  <a:lnTo>
                    <a:pt x="719006" y="1025923"/>
                  </a:lnTo>
                  <a:close/>
                </a:path>
              </a:pathLst>
            </a:custGeom>
            <a:solidFill>
              <a:srgbClr val="7ECAF8"/>
            </a:solidFill>
            <a:ln w="6350" cap="flat" cmpd="sng">
              <a:noFill/>
              <a:prstDash val="solid"/>
              <a:miter/>
            </a:ln>
            <a:effectLst/>
            <a:extLst>
              <a:ext uri="{91240B29-F687-4F45-9708-019B960494DF}">
                <a14:hiddenLine xmlns:a14="http://schemas.microsoft.com/office/drawing/2010/main" w="6350" cap="flat" cmpd="sng">
                  <a:solidFill>
                    <a:srgbClr val="A1D8FD"/>
                  </a:solidFill>
                  <a:prstDash val="solid"/>
                  <a:miter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1ACAF8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37152D92-C5C7-64E1-E5FD-F0BD95D03F5B}"/>
                </a:ext>
              </a:extLst>
            </p:cNvPr>
            <p:cNvSpPr/>
            <p:nvPr/>
          </p:nvSpPr>
          <p:spPr>
            <a:xfrm>
              <a:off x="2881037" y="1800256"/>
              <a:ext cx="190131" cy="48284"/>
            </a:xfrm>
            <a:custGeom>
              <a:avLst/>
              <a:gdLst>
                <a:gd name="connsiteX0" fmla="*/ 0 w 190131"/>
                <a:gd name="connsiteY0" fmla="*/ 0 h 48284"/>
                <a:gd name="connsiteX1" fmla="*/ 190132 w 190131"/>
                <a:gd name="connsiteY1" fmla="*/ 0 h 48284"/>
                <a:gd name="connsiteX2" fmla="*/ 190132 w 190131"/>
                <a:gd name="connsiteY2" fmla="*/ 48284 h 48284"/>
                <a:gd name="connsiteX3" fmla="*/ 0 w 190131"/>
                <a:gd name="connsiteY3" fmla="*/ 48284 h 4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131" h="48284">
                  <a:moveTo>
                    <a:pt x="0" y="0"/>
                  </a:moveTo>
                  <a:lnTo>
                    <a:pt x="190132" y="0"/>
                  </a:lnTo>
                  <a:lnTo>
                    <a:pt x="190132" y="48284"/>
                  </a:lnTo>
                  <a:lnTo>
                    <a:pt x="0" y="48284"/>
                  </a:lnTo>
                  <a:close/>
                </a:path>
              </a:pathLst>
            </a:custGeom>
            <a:solidFill>
              <a:srgbClr val="FFFFFF">
                <a:alpha val="53000"/>
              </a:srgbClr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0A8CE1F-ADE2-E45D-9DAE-26CB5A3E2C0B}"/>
                </a:ext>
              </a:extLst>
            </p:cNvPr>
            <p:cNvSpPr/>
            <p:nvPr/>
          </p:nvSpPr>
          <p:spPr>
            <a:xfrm>
              <a:off x="3007290" y="1811153"/>
              <a:ext cx="68575" cy="21417"/>
            </a:xfrm>
            <a:custGeom>
              <a:avLst/>
              <a:gdLst>
                <a:gd name="connsiteX0" fmla="*/ 57866 w 68575"/>
                <a:gd name="connsiteY0" fmla="*/ 21418 h 21417"/>
                <a:gd name="connsiteX1" fmla="*/ 10709 w 68575"/>
                <a:gd name="connsiteY1" fmla="*/ 21418 h 21417"/>
                <a:gd name="connsiteX2" fmla="*/ 0 w 68575"/>
                <a:gd name="connsiteY2" fmla="*/ 10709 h 21417"/>
                <a:gd name="connsiteX3" fmla="*/ 0 w 68575"/>
                <a:gd name="connsiteY3" fmla="*/ 10709 h 21417"/>
                <a:gd name="connsiteX4" fmla="*/ 10709 w 68575"/>
                <a:gd name="connsiteY4" fmla="*/ 0 h 21417"/>
                <a:gd name="connsiteX5" fmla="*/ 57866 w 68575"/>
                <a:gd name="connsiteY5" fmla="*/ 0 h 21417"/>
                <a:gd name="connsiteX6" fmla="*/ 68575 w 68575"/>
                <a:gd name="connsiteY6" fmla="*/ 10709 h 21417"/>
                <a:gd name="connsiteX7" fmla="*/ 68575 w 68575"/>
                <a:gd name="connsiteY7" fmla="*/ 10709 h 21417"/>
                <a:gd name="connsiteX8" fmla="*/ 57866 w 68575"/>
                <a:gd name="connsiteY8" fmla="*/ 21418 h 21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575" h="21417">
                  <a:moveTo>
                    <a:pt x="57866" y="21418"/>
                  </a:moveTo>
                  <a:lnTo>
                    <a:pt x="10709" y="21418"/>
                  </a:lnTo>
                  <a:cubicBezTo>
                    <a:pt x="4697" y="21418"/>
                    <a:pt x="0" y="16533"/>
                    <a:pt x="0" y="10709"/>
                  </a:cubicBezTo>
                  <a:lnTo>
                    <a:pt x="0" y="10709"/>
                  </a:lnTo>
                  <a:cubicBezTo>
                    <a:pt x="0" y="4697"/>
                    <a:pt x="4885" y="0"/>
                    <a:pt x="10709" y="0"/>
                  </a:cubicBezTo>
                  <a:lnTo>
                    <a:pt x="57866" y="0"/>
                  </a:lnTo>
                  <a:cubicBezTo>
                    <a:pt x="63878" y="0"/>
                    <a:pt x="68575" y="4885"/>
                    <a:pt x="68575" y="10709"/>
                  </a:cubicBezTo>
                  <a:lnTo>
                    <a:pt x="68575" y="10709"/>
                  </a:lnTo>
                  <a:cubicBezTo>
                    <a:pt x="68575" y="16721"/>
                    <a:pt x="63690" y="21418"/>
                    <a:pt x="57866" y="21418"/>
                  </a:cubicBezTo>
                  <a:close/>
                </a:path>
              </a:pathLst>
            </a:custGeom>
            <a:solidFill>
              <a:srgbClr val="D9ECF6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6C67DB47-13BF-F063-3A94-8911FAAAF143}"/>
                </a:ext>
              </a:extLst>
            </p:cNvPr>
            <p:cNvSpPr/>
            <p:nvPr/>
          </p:nvSpPr>
          <p:spPr>
            <a:xfrm>
              <a:off x="2236278" y="1387678"/>
              <a:ext cx="142577" cy="228082"/>
            </a:xfrm>
            <a:custGeom>
              <a:avLst/>
              <a:gdLst>
                <a:gd name="connsiteX0" fmla="*/ 109684 w 142577"/>
                <a:gd name="connsiteY0" fmla="*/ 228083 h 228082"/>
                <a:gd name="connsiteX1" fmla="*/ 138429 w 142577"/>
                <a:gd name="connsiteY1" fmla="*/ 199338 h 228082"/>
                <a:gd name="connsiteX2" fmla="*/ 138429 w 142577"/>
                <a:gd name="connsiteY2" fmla="*/ 72521 h 228082"/>
                <a:gd name="connsiteX3" fmla="*/ 141999 w 142577"/>
                <a:gd name="connsiteY3" fmla="*/ 36260 h 228082"/>
                <a:gd name="connsiteX4" fmla="*/ 111375 w 142577"/>
                <a:gd name="connsiteY4" fmla="*/ 0 h 228082"/>
                <a:gd name="connsiteX5" fmla="*/ 31151 w 142577"/>
                <a:gd name="connsiteY5" fmla="*/ 0 h 228082"/>
                <a:gd name="connsiteX6" fmla="*/ 527 w 142577"/>
                <a:gd name="connsiteY6" fmla="*/ 36260 h 228082"/>
                <a:gd name="connsiteX7" fmla="*/ 4097 w 142577"/>
                <a:gd name="connsiteY7" fmla="*/ 72521 h 228082"/>
                <a:gd name="connsiteX8" fmla="*/ 4097 w 142577"/>
                <a:gd name="connsiteY8" fmla="*/ 199338 h 228082"/>
                <a:gd name="connsiteX9" fmla="*/ 32842 w 142577"/>
                <a:gd name="connsiteY9" fmla="*/ 228083 h 228082"/>
                <a:gd name="connsiteX10" fmla="*/ 109684 w 142577"/>
                <a:gd name="connsiteY10" fmla="*/ 228083 h 228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577" h="228082">
                  <a:moveTo>
                    <a:pt x="109684" y="228083"/>
                  </a:moveTo>
                  <a:cubicBezTo>
                    <a:pt x="125654" y="228083"/>
                    <a:pt x="138429" y="215119"/>
                    <a:pt x="138429" y="199338"/>
                  </a:cubicBezTo>
                  <a:lnTo>
                    <a:pt x="138429" y="72521"/>
                  </a:lnTo>
                  <a:cubicBezTo>
                    <a:pt x="138429" y="60496"/>
                    <a:pt x="139557" y="48284"/>
                    <a:pt x="141999" y="36260"/>
                  </a:cubicBezTo>
                  <a:cubicBezTo>
                    <a:pt x="145757" y="17285"/>
                    <a:pt x="130726" y="0"/>
                    <a:pt x="111375" y="0"/>
                  </a:cubicBezTo>
                  <a:lnTo>
                    <a:pt x="31151" y="0"/>
                  </a:lnTo>
                  <a:cubicBezTo>
                    <a:pt x="11988" y="0"/>
                    <a:pt x="-3042" y="17473"/>
                    <a:pt x="527" y="36260"/>
                  </a:cubicBezTo>
                  <a:cubicBezTo>
                    <a:pt x="2782" y="48284"/>
                    <a:pt x="4097" y="60309"/>
                    <a:pt x="4097" y="72521"/>
                  </a:cubicBezTo>
                  <a:lnTo>
                    <a:pt x="4097" y="199338"/>
                  </a:lnTo>
                  <a:cubicBezTo>
                    <a:pt x="4097" y="215307"/>
                    <a:pt x="17061" y="228083"/>
                    <a:pt x="32842" y="228083"/>
                  </a:cubicBezTo>
                  <a:lnTo>
                    <a:pt x="109684" y="228083"/>
                  </a:lnTo>
                  <a:close/>
                </a:path>
              </a:pathLst>
            </a:custGeom>
            <a:solidFill>
              <a:srgbClr val="43515C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20303D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8272D907-8BA6-E494-1BEF-A94D3F851FF6}"/>
                </a:ext>
              </a:extLst>
            </p:cNvPr>
            <p:cNvSpPr/>
            <p:nvPr/>
          </p:nvSpPr>
          <p:spPr>
            <a:xfrm>
              <a:off x="2345962" y="1503223"/>
              <a:ext cx="132815" cy="370768"/>
            </a:xfrm>
            <a:custGeom>
              <a:avLst/>
              <a:gdLst>
                <a:gd name="connsiteX0" fmla="*/ 105775 w 132815"/>
                <a:gd name="connsiteY0" fmla="*/ 370494 h 370768"/>
                <a:gd name="connsiteX1" fmla="*/ 131138 w 132815"/>
                <a:gd name="connsiteY1" fmla="*/ 331603 h 370768"/>
                <a:gd name="connsiteX2" fmla="*/ 122872 w 132815"/>
                <a:gd name="connsiteY2" fmla="*/ 309810 h 370768"/>
                <a:gd name="connsiteX3" fmla="*/ 99763 w 132815"/>
                <a:gd name="connsiteY3" fmla="*/ 262652 h 370768"/>
                <a:gd name="connsiteX4" fmla="*/ 85672 w 132815"/>
                <a:gd name="connsiteY4" fmla="*/ 240483 h 370768"/>
                <a:gd name="connsiteX5" fmla="*/ 71393 w 132815"/>
                <a:gd name="connsiteY5" fmla="*/ 220380 h 370768"/>
                <a:gd name="connsiteX6" fmla="*/ 68199 w 132815"/>
                <a:gd name="connsiteY6" fmla="*/ 215683 h 370768"/>
                <a:gd name="connsiteX7" fmla="*/ 30060 w 132815"/>
                <a:gd name="connsiteY7" fmla="*/ 95254 h 370768"/>
                <a:gd name="connsiteX8" fmla="*/ 30060 w 132815"/>
                <a:gd name="connsiteY8" fmla="*/ 15030 h 370768"/>
                <a:gd name="connsiteX9" fmla="*/ 15030 w 132815"/>
                <a:gd name="connsiteY9" fmla="*/ 0 h 370768"/>
                <a:gd name="connsiteX10" fmla="*/ 15030 w 132815"/>
                <a:gd name="connsiteY10" fmla="*/ 0 h 370768"/>
                <a:gd name="connsiteX11" fmla="*/ 0 w 132815"/>
                <a:gd name="connsiteY11" fmla="*/ 15030 h 370768"/>
                <a:gd name="connsiteX12" fmla="*/ 0 w 132815"/>
                <a:gd name="connsiteY12" fmla="*/ 126066 h 370768"/>
                <a:gd name="connsiteX13" fmla="*/ 33066 w 132815"/>
                <a:gd name="connsiteY13" fmla="*/ 244616 h 370768"/>
                <a:gd name="connsiteX14" fmla="*/ 33066 w 132815"/>
                <a:gd name="connsiteY14" fmla="*/ 244616 h 370768"/>
                <a:gd name="connsiteX15" fmla="*/ 44903 w 132815"/>
                <a:gd name="connsiteY15" fmla="*/ 265846 h 370768"/>
                <a:gd name="connsiteX16" fmla="*/ 54672 w 132815"/>
                <a:gd name="connsiteY16" fmla="*/ 285949 h 370768"/>
                <a:gd name="connsiteX17" fmla="*/ 69890 w 132815"/>
                <a:gd name="connsiteY17" fmla="*/ 328409 h 370768"/>
                <a:gd name="connsiteX18" fmla="*/ 74775 w 132815"/>
                <a:gd name="connsiteY18" fmla="*/ 347573 h 370768"/>
                <a:gd name="connsiteX19" fmla="*/ 105775 w 132815"/>
                <a:gd name="connsiteY19" fmla="*/ 370682 h 370768"/>
                <a:gd name="connsiteX20" fmla="*/ 105775 w 132815"/>
                <a:gd name="connsiteY20" fmla="*/ 370682 h 37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2815" h="370768">
                  <a:moveTo>
                    <a:pt x="105775" y="370494"/>
                  </a:moveTo>
                  <a:cubicBezTo>
                    <a:pt x="124938" y="368991"/>
                    <a:pt x="137526" y="349640"/>
                    <a:pt x="131138" y="331603"/>
                  </a:cubicBezTo>
                  <a:cubicBezTo>
                    <a:pt x="128696" y="324276"/>
                    <a:pt x="125878" y="316949"/>
                    <a:pt x="122872" y="309810"/>
                  </a:cubicBezTo>
                  <a:cubicBezTo>
                    <a:pt x="116296" y="293652"/>
                    <a:pt x="108593" y="277870"/>
                    <a:pt x="99763" y="262652"/>
                  </a:cubicBezTo>
                  <a:cubicBezTo>
                    <a:pt x="95442" y="255137"/>
                    <a:pt x="90745" y="247622"/>
                    <a:pt x="85672" y="240483"/>
                  </a:cubicBezTo>
                  <a:cubicBezTo>
                    <a:pt x="80787" y="233344"/>
                    <a:pt x="76090" y="227144"/>
                    <a:pt x="71393" y="220380"/>
                  </a:cubicBezTo>
                  <a:lnTo>
                    <a:pt x="68199" y="215683"/>
                  </a:lnTo>
                  <a:cubicBezTo>
                    <a:pt x="43400" y="180362"/>
                    <a:pt x="30060" y="138278"/>
                    <a:pt x="30060" y="95254"/>
                  </a:cubicBezTo>
                  <a:lnTo>
                    <a:pt x="30060" y="15030"/>
                  </a:lnTo>
                  <a:cubicBezTo>
                    <a:pt x="30060" y="6764"/>
                    <a:pt x="23297" y="0"/>
                    <a:pt x="15030" y="0"/>
                  </a:cubicBezTo>
                  <a:lnTo>
                    <a:pt x="15030" y="0"/>
                  </a:lnTo>
                  <a:cubicBezTo>
                    <a:pt x="6764" y="0"/>
                    <a:pt x="0" y="6764"/>
                    <a:pt x="0" y="15030"/>
                  </a:cubicBezTo>
                  <a:lnTo>
                    <a:pt x="0" y="126066"/>
                  </a:lnTo>
                  <a:cubicBezTo>
                    <a:pt x="0" y="167962"/>
                    <a:pt x="11460" y="208919"/>
                    <a:pt x="33066" y="244616"/>
                  </a:cubicBezTo>
                  <a:lnTo>
                    <a:pt x="33066" y="244616"/>
                  </a:lnTo>
                  <a:cubicBezTo>
                    <a:pt x="37012" y="251755"/>
                    <a:pt x="41333" y="259271"/>
                    <a:pt x="44903" y="265846"/>
                  </a:cubicBezTo>
                  <a:cubicBezTo>
                    <a:pt x="48472" y="272422"/>
                    <a:pt x="51666" y="279186"/>
                    <a:pt x="54672" y="285949"/>
                  </a:cubicBezTo>
                  <a:cubicBezTo>
                    <a:pt x="60684" y="299664"/>
                    <a:pt x="65757" y="313943"/>
                    <a:pt x="69890" y="328409"/>
                  </a:cubicBezTo>
                  <a:cubicBezTo>
                    <a:pt x="71769" y="334797"/>
                    <a:pt x="73272" y="340997"/>
                    <a:pt x="74775" y="347573"/>
                  </a:cubicBezTo>
                  <a:cubicBezTo>
                    <a:pt x="77969" y="361852"/>
                    <a:pt x="91120" y="371809"/>
                    <a:pt x="105775" y="370682"/>
                  </a:cubicBezTo>
                  <a:lnTo>
                    <a:pt x="105775" y="37068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86E460C-7870-5C62-F2C9-B19CECE9D35F}"/>
                </a:ext>
              </a:extLst>
            </p:cNvPr>
            <p:cNvSpPr/>
            <p:nvPr/>
          </p:nvSpPr>
          <p:spPr>
            <a:xfrm>
              <a:off x="2200178" y="1429575"/>
              <a:ext cx="214725" cy="48284"/>
            </a:xfrm>
            <a:custGeom>
              <a:avLst/>
              <a:gdLst>
                <a:gd name="connsiteX0" fmla="*/ 213044 w 214725"/>
                <a:gd name="connsiteY0" fmla="*/ 24800 h 48284"/>
                <a:gd name="connsiteX1" fmla="*/ 197262 w 214725"/>
                <a:gd name="connsiteY1" fmla="*/ 0 h 48284"/>
                <a:gd name="connsiteX2" fmla="*/ 17464 w 214725"/>
                <a:gd name="connsiteY2" fmla="*/ 0 h 48284"/>
                <a:gd name="connsiteX3" fmla="*/ 1682 w 214725"/>
                <a:gd name="connsiteY3" fmla="*/ 24800 h 48284"/>
                <a:gd name="connsiteX4" fmla="*/ 10512 w 214725"/>
                <a:gd name="connsiteY4" fmla="*/ 48284 h 48284"/>
                <a:gd name="connsiteX5" fmla="*/ 204214 w 214725"/>
                <a:gd name="connsiteY5" fmla="*/ 48284 h 48284"/>
                <a:gd name="connsiteX6" fmla="*/ 213044 w 214725"/>
                <a:gd name="connsiteY6" fmla="*/ 24800 h 4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725" h="48284">
                  <a:moveTo>
                    <a:pt x="213044" y="24800"/>
                  </a:moveTo>
                  <a:cubicBezTo>
                    <a:pt x="218492" y="13151"/>
                    <a:pt x="210038" y="0"/>
                    <a:pt x="197262" y="0"/>
                  </a:cubicBezTo>
                  <a:lnTo>
                    <a:pt x="17464" y="0"/>
                  </a:lnTo>
                  <a:cubicBezTo>
                    <a:pt x="4688" y="0"/>
                    <a:pt x="-3766" y="13339"/>
                    <a:pt x="1682" y="24800"/>
                  </a:cubicBezTo>
                  <a:cubicBezTo>
                    <a:pt x="5252" y="32503"/>
                    <a:pt x="8070" y="40394"/>
                    <a:pt x="10512" y="48284"/>
                  </a:cubicBezTo>
                  <a:lnTo>
                    <a:pt x="204214" y="48284"/>
                  </a:lnTo>
                  <a:cubicBezTo>
                    <a:pt x="206656" y="40206"/>
                    <a:pt x="209474" y="32315"/>
                    <a:pt x="213044" y="24800"/>
                  </a:cubicBezTo>
                  <a:close/>
                </a:path>
              </a:pathLst>
            </a:custGeom>
            <a:solidFill>
              <a:srgbClr val="D9ECF6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8E4212A8-9274-B4BC-5BCF-723460AFAAEC}"/>
                </a:ext>
              </a:extLst>
            </p:cNvPr>
            <p:cNvSpPr/>
            <p:nvPr/>
          </p:nvSpPr>
          <p:spPr>
            <a:xfrm>
              <a:off x="2320975" y="1438593"/>
              <a:ext cx="73084" cy="22921"/>
            </a:xfrm>
            <a:custGeom>
              <a:avLst/>
              <a:gdLst>
                <a:gd name="connsiteX0" fmla="*/ 61624 w 73084"/>
                <a:gd name="connsiteY0" fmla="*/ 22921 h 22921"/>
                <a:gd name="connsiteX1" fmla="*/ 11460 w 73084"/>
                <a:gd name="connsiteY1" fmla="*/ 22921 h 22921"/>
                <a:gd name="connsiteX2" fmla="*/ 0 w 73084"/>
                <a:gd name="connsiteY2" fmla="*/ 11461 h 22921"/>
                <a:gd name="connsiteX3" fmla="*/ 0 w 73084"/>
                <a:gd name="connsiteY3" fmla="*/ 11461 h 22921"/>
                <a:gd name="connsiteX4" fmla="*/ 11460 w 73084"/>
                <a:gd name="connsiteY4" fmla="*/ 0 h 22921"/>
                <a:gd name="connsiteX5" fmla="*/ 61624 w 73084"/>
                <a:gd name="connsiteY5" fmla="*/ 0 h 22921"/>
                <a:gd name="connsiteX6" fmla="*/ 73084 w 73084"/>
                <a:gd name="connsiteY6" fmla="*/ 11461 h 22921"/>
                <a:gd name="connsiteX7" fmla="*/ 73084 w 73084"/>
                <a:gd name="connsiteY7" fmla="*/ 11461 h 22921"/>
                <a:gd name="connsiteX8" fmla="*/ 61624 w 73084"/>
                <a:gd name="connsiteY8" fmla="*/ 22921 h 2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084" h="22921">
                  <a:moveTo>
                    <a:pt x="61624" y="22921"/>
                  </a:moveTo>
                  <a:lnTo>
                    <a:pt x="11460" y="22921"/>
                  </a:lnTo>
                  <a:cubicBezTo>
                    <a:pt x="5073" y="22921"/>
                    <a:pt x="0" y="17848"/>
                    <a:pt x="0" y="11461"/>
                  </a:cubicBezTo>
                  <a:lnTo>
                    <a:pt x="0" y="11461"/>
                  </a:lnTo>
                  <a:cubicBezTo>
                    <a:pt x="0" y="5073"/>
                    <a:pt x="5073" y="0"/>
                    <a:pt x="11460" y="0"/>
                  </a:cubicBezTo>
                  <a:lnTo>
                    <a:pt x="61624" y="0"/>
                  </a:lnTo>
                  <a:cubicBezTo>
                    <a:pt x="68012" y="0"/>
                    <a:pt x="73084" y="5073"/>
                    <a:pt x="73084" y="11461"/>
                  </a:cubicBezTo>
                  <a:lnTo>
                    <a:pt x="73084" y="11461"/>
                  </a:lnTo>
                  <a:cubicBezTo>
                    <a:pt x="73084" y="17848"/>
                    <a:pt x="68012" y="22921"/>
                    <a:pt x="61624" y="2292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D0011935-E235-72CA-E2D9-6CEC7FCCDC50}"/>
                </a:ext>
              </a:extLst>
            </p:cNvPr>
            <p:cNvSpPr/>
            <p:nvPr/>
          </p:nvSpPr>
          <p:spPr>
            <a:xfrm>
              <a:off x="1993317" y="1927449"/>
              <a:ext cx="626758" cy="60496"/>
            </a:xfrm>
            <a:custGeom>
              <a:avLst/>
              <a:gdLst>
                <a:gd name="connsiteX0" fmla="*/ 30248 w 626758"/>
                <a:gd name="connsiteY0" fmla="*/ 60496 h 60496"/>
                <a:gd name="connsiteX1" fmla="*/ 596510 w 626758"/>
                <a:gd name="connsiteY1" fmla="*/ 60496 h 60496"/>
                <a:gd name="connsiteX2" fmla="*/ 626759 w 626758"/>
                <a:gd name="connsiteY2" fmla="*/ 30248 h 60496"/>
                <a:gd name="connsiteX3" fmla="*/ 626759 w 626758"/>
                <a:gd name="connsiteY3" fmla="*/ 30248 h 60496"/>
                <a:gd name="connsiteX4" fmla="*/ 596510 w 626758"/>
                <a:gd name="connsiteY4" fmla="*/ 0 h 60496"/>
                <a:gd name="connsiteX5" fmla="*/ 30248 w 626758"/>
                <a:gd name="connsiteY5" fmla="*/ 0 h 60496"/>
                <a:gd name="connsiteX6" fmla="*/ 0 w 626758"/>
                <a:gd name="connsiteY6" fmla="*/ 30248 h 60496"/>
                <a:gd name="connsiteX7" fmla="*/ 0 w 626758"/>
                <a:gd name="connsiteY7" fmla="*/ 30248 h 60496"/>
                <a:gd name="connsiteX8" fmla="*/ 30248 w 626758"/>
                <a:gd name="connsiteY8" fmla="*/ 60496 h 60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6758" h="60496">
                  <a:moveTo>
                    <a:pt x="30248" y="60496"/>
                  </a:moveTo>
                  <a:lnTo>
                    <a:pt x="596510" y="60496"/>
                  </a:lnTo>
                  <a:cubicBezTo>
                    <a:pt x="613231" y="60496"/>
                    <a:pt x="626759" y="46969"/>
                    <a:pt x="626759" y="30248"/>
                  </a:cubicBezTo>
                  <a:lnTo>
                    <a:pt x="626759" y="30248"/>
                  </a:lnTo>
                  <a:cubicBezTo>
                    <a:pt x="626759" y="13527"/>
                    <a:pt x="613231" y="0"/>
                    <a:pt x="596510" y="0"/>
                  </a:cubicBezTo>
                  <a:lnTo>
                    <a:pt x="30248" y="0"/>
                  </a:lnTo>
                  <a:cubicBezTo>
                    <a:pt x="13527" y="0"/>
                    <a:pt x="0" y="13527"/>
                    <a:pt x="0" y="30248"/>
                  </a:cubicBezTo>
                  <a:lnTo>
                    <a:pt x="0" y="30248"/>
                  </a:lnTo>
                  <a:cubicBezTo>
                    <a:pt x="0" y="46969"/>
                    <a:pt x="13527" y="60496"/>
                    <a:pt x="30248" y="60496"/>
                  </a:cubicBezTo>
                  <a:close/>
                </a:path>
              </a:pathLst>
            </a:custGeom>
            <a:solidFill>
              <a:srgbClr val="66737C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41D80FC-36E9-AB12-A633-8981A6AFB27A}"/>
                </a:ext>
              </a:extLst>
            </p:cNvPr>
            <p:cNvSpPr/>
            <p:nvPr/>
          </p:nvSpPr>
          <p:spPr>
            <a:xfrm>
              <a:off x="2173115" y="2054454"/>
              <a:ext cx="45466" cy="45466"/>
            </a:xfrm>
            <a:custGeom>
              <a:avLst/>
              <a:gdLst>
                <a:gd name="connsiteX0" fmla="*/ 45466 w 45466"/>
                <a:gd name="connsiteY0" fmla="*/ 22733 h 45466"/>
                <a:gd name="connsiteX1" fmla="*/ 22733 w 45466"/>
                <a:gd name="connsiteY1" fmla="*/ 45466 h 45466"/>
                <a:gd name="connsiteX2" fmla="*/ 0 w 45466"/>
                <a:gd name="connsiteY2" fmla="*/ 22733 h 45466"/>
                <a:gd name="connsiteX3" fmla="*/ 22733 w 45466"/>
                <a:gd name="connsiteY3" fmla="*/ 0 h 45466"/>
                <a:gd name="connsiteX4" fmla="*/ 45466 w 45466"/>
                <a:gd name="connsiteY4" fmla="*/ 22733 h 4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66" h="45466">
                  <a:moveTo>
                    <a:pt x="45466" y="22733"/>
                  </a:moveTo>
                  <a:cubicBezTo>
                    <a:pt x="45466" y="35321"/>
                    <a:pt x="35321" y="45466"/>
                    <a:pt x="22733" y="45466"/>
                  </a:cubicBezTo>
                  <a:cubicBezTo>
                    <a:pt x="10145" y="45466"/>
                    <a:pt x="0" y="35321"/>
                    <a:pt x="0" y="22733"/>
                  </a:cubicBezTo>
                  <a:cubicBezTo>
                    <a:pt x="0" y="10145"/>
                    <a:pt x="10145" y="0"/>
                    <a:pt x="22733" y="0"/>
                  </a:cubicBezTo>
                  <a:cubicBezTo>
                    <a:pt x="35321" y="0"/>
                    <a:pt x="45466" y="10145"/>
                    <a:pt x="45466" y="22733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A5254ED-F92B-98C6-2900-6730932BA576}"/>
                </a:ext>
              </a:extLst>
            </p:cNvPr>
            <p:cNvSpPr/>
            <p:nvPr/>
          </p:nvSpPr>
          <p:spPr>
            <a:xfrm>
              <a:off x="2342017" y="1847977"/>
              <a:ext cx="45466" cy="45466"/>
            </a:xfrm>
            <a:custGeom>
              <a:avLst/>
              <a:gdLst>
                <a:gd name="connsiteX0" fmla="*/ 45466 w 45466"/>
                <a:gd name="connsiteY0" fmla="*/ 22733 h 45466"/>
                <a:gd name="connsiteX1" fmla="*/ 22733 w 45466"/>
                <a:gd name="connsiteY1" fmla="*/ 45466 h 45466"/>
                <a:gd name="connsiteX2" fmla="*/ 0 w 45466"/>
                <a:gd name="connsiteY2" fmla="*/ 22733 h 45466"/>
                <a:gd name="connsiteX3" fmla="*/ 22733 w 45466"/>
                <a:gd name="connsiteY3" fmla="*/ 0 h 45466"/>
                <a:gd name="connsiteX4" fmla="*/ 45466 w 45466"/>
                <a:gd name="connsiteY4" fmla="*/ 22733 h 4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66" h="45466">
                  <a:moveTo>
                    <a:pt x="45466" y="22733"/>
                  </a:moveTo>
                  <a:cubicBezTo>
                    <a:pt x="45466" y="35321"/>
                    <a:pt x="35321" y="45466"/>
                    <a:pt x="22733" y="45466"/>
                  </a:cubicBezTo>
                  <a:cubicBezTo>
                    <a:pt x="10145" y="45466"/>
                    <a:pt x="0" y="35321"/>
                    <a:pt x="0" y="22733"/>
                  </a:cubicBezTo>
                  <a:cubicBezTo>
                    <a:pt x="0" y="10145"/>
                    <a:pt x="10145" y="0"/>
                    <a:pt x="22733" y="0"/>
                  </a:cubicBezTo>
                  <a:cubicBezTo>
                    <a:pt x="35321" y="0"/>
                    <a:pt x="45466" y="10145"/>
                    <a:pt x="45466" y="22733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0A56A3A-5A15-E3E0-9FB8-D24497118166}"/>
                </a:ext>
              </a:extLst>
            </p:cNvPr>
            <p:cNvSpPr/>
            <p:nvPr/>
          </p:nvSpPr>
          <p:spPr>
            <a:xfrm>
              <a:off x="2466579" y="2021764"/>
              <a:ext cx="45466" cy="45466"/>
            </a:xfrm>
            <a:custGeom>
              <a:avLst/>
              <a:gdLst>
                <a:gd name="connsiteX0" fmla="*/ 45466 w 45466"/>
                <a:gd name="connsiteY0" fmla="*/ 22733 h 45466"/>
                <a:gd name="connsiteX1" fmla="*/ 22733 w 45466"/>
                <a:gd name="connsiteY1" fmla="*/ 45466 h 45466"/>
                <a:gd name="connsiteX2" fmla="*/ 0 w 45466"/>
                <a:gd name="connsiteY2" fmla="*/ 22733 h 45466"/>
                <a:gd name="connsiteX3" fmla="*/ 22733 w 45466"/>
                <a:gd name="connsiteY3" fmla="*/ 0 h 45466"/>
                <a:gd name="connsiteX4" fmla="*/ 45466 w 45466"/>
                <a:gd name="connsiteY4" fmla="*/ 22733 h 4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66" h="45466">
                  <a:moveTo>
                    <a:pt x="45466" y="22733"/>
                  </a:moveTo>
                  <a:cubicBezTo>
                    <a:pt x="45466" y="35321"/>
                    <a:pt x="35321" y="45466"/>
                    <a:pt x="22733" y="45466"/>
                  </a:cubicBezTo>
                  <a:cubicBezTo>
                    <a:pt x="10145" y="45466"/>
                    <a:pt x="0" y="35321"/>
                    <a:pt x="0" y="22733"/>
                  </a:cubicBezTo>
                  <a:cubicBezTo>
                    <a:pt x="0" y="10145"/>
                    <a:pt x="10145" y="0"/>
                    <a:pt x="22733" y="0"/>
                  </a:cubicBezTo>
                  <a:cubicBezTo>
                    <a:pt x="35321" y="0"/>
                    <a:pt x="45466" y="10145"/>
                    <a:pt x="45466" y="22733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13F20A8-D55F-2221-70CF-8B35A6EF72CB}"/>
                </a:ext>
              </a:extLst>
            </p:cNvPr>
            <p:cNvSpPr/>
            <p:nvPr/>
          </p:nvSpPr>
          <p:spPr>
            <a:xfrm>
              <a:off x="2405895" y="2109878"/>
              <a:ext cx="45466" cy="45466"/>
            </a:xfrm>
            <a:custGeom>
              <a:avLst/>
              <a:gdLst>
                <a:gd name="connsiteX0" fmla="*/ 45466 w 45466"/>
                <a:gd name="connsiteY0" fmla="*/ 22733 h 45466"/>
                <a:gd name="connsiteX1" fmla="*/ 22733 w 45466"/>
                <a:gd name="connsiteY1" fmla="*/ 45466 h 45466"/>
                <a:gd name="connsiteX2" fmla="*/ 0 w 45466"/>
                <a:gd name="connsiteY2" fmla="*/ 22733 h 45466"/>
                <a:gd name="connsiteX3" fmla="*/ 22733 w 45466"/>
                <a:gd name="connsiteY3" fmla="*/ 0 h 45466"/>
                <a:gd name="connsiteX4" fmla="*/ 45466 w 45466"/>
                <a:gd name="connsiteY4" fmla="*/ 22733 h 4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66" h="45466">
                  <a:moveTo>
                    <a:pt x="45466" y="22733"/>
                  </a:moveTo>
                  <a:cubicBezTo>
                    <a:pt x="45466" y="35321"/>
                    <a:pt x="35321" y="45466"/>
                    <a:pt x="22733" y="45466"/>
                  </a:cubicBezTo>
                  <a:cubicBezTo>
                    <a:pt x="10145" y="45466"/>
                    <a:pt x="0" y="35321"/>
                    <a:pt x="0" y="22733"/>
                  </a:cubicBezTo>
                  <a:cubicBezTo>
                    <a:pt x="0" y="10145"/>
                    <a:pt x="10145" y="0"/>
                    <a:pt x="22733" y="0"/>
                  </a:cubicBezTo>
                  <a:cubicBezTo>
                    <a:pt x="35321" y="0"/>
                    <a:pt x="45466" y="10145"/>
                    <a:pt x="45466" y="22733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ACBCBD9-DEFA-3415-37CB-2B2D831987DF}"/>
                </a:ext>
              </a:extLst>
            </p:cNvPr>
            <p:cNvSpPr/>
            <p:nvPr/>
          </p:nvSpPr>
          <p:spPr>
            <a:xfrm>
              <a:off x="2954021" y="2259945"/>
              <a:ext cx="51309" cy="82055"/>
            </a:xfrm>
            <a:custGeom>
              <a:avLst/>
              <a:gdLst>
                <a:gd name="connsiteX0" fmla="*/ 7615 w 51309"/>
                <a:gd name="connsiteY0" fmla="*/ 74446 h 82055"/>
                <a:gd name="connsiteX1" fmla="*/ 7615 w 51309"/>
                <a:gd name="connsiteY1" fmla="*/ 74446 h 82055"/>
                <a:gd name="connsiteX2" fmla="*/ 1791 w 51309"/>
                <a:gd name="connsiteY2" fmla="*/ 46828 h 82055"/>
                <a:gd name="connsiteX3" fmla="*/ 18324 w 51309"/>
                <a:gd name="connsiteY3" fmla="*/ 4932 h 82055"/>
                <a:gd name="connsiteX4" fmla="*/ 32979 w 51309"/>
                <a:gd name="connsiteY4" fmla="*/ 4932 h 82055"/>
                <a:gd name="connsiteX5" fmla="*/ 49512 w 51309"/>
                <a:gd name="connsiteY5" fmla="*/ 46828 h 82055"/>
                <a:gd name="connsiteX6" fmla="*/ 43876 w 51309"/>
                <a:gd name="connsiteY6" fmla="*/ 74446 h 82055"/>
                <a:gd name="connsiteX7" fmla="*/ 43876 w 51309"/>
                <a:gd name="connsiteY7" fmla="*/ 74446 h 82055"/>
                <a:gd name="connsiteX8" fmla="*/ 7427 w 51309"/>
                <a:gd name="connsiteY8" fmla="*/ 74446 h 8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309" h="82055">
                  <a:moveTo>
                    <a:pt x="7615" y="74446"/>
                  </a:moveTo>
                  <a:lnTo>
                    <a:pt x="7615" y="74446"/>
                  </a:lnTo>
                  <a:cubicBezTo>
                    <a:pt x="288" y="67119"/>
                    <a:pt x="-1966" y="56222"/>
                    <a:pt x="1791" y="46828"/>
                  </a:cubicBezTo>
                  <a:lnTo>
                    <a:pt x="18324" y="4932"/>
                  </a:lnTo>
                  <a:cubicBezTo>
                    <a:pt x="20955" y="-1644"/>
                    <a:pt x="30348" y="-1644"/>
                    <a:pt x="32979" y="4932"/>
                  </a:cubicBezTo>
                  <a:lnTo>
                    <a:pt x="49512" y="46828"/>
                  </a:lnTo>
                  <a:cubicBezTo>
                    <a:pt x="53270" y="56410"/>
                    <a:pt x="51015" y="67307"/>
                    <a:pt x="43876" y="74446"/>
                  </a:cubicBezTo>
                  <a:lnTo>
                    <a:pt x="43876" y="74446"/>
                  </a:lnTo>
                  <a:cubicBezTo>
                    <a:pt x="33730" y="84592"/>
                    <a:pt x="17573" y="84592"/>
                    <a:pt x="7427" y="74446"/>
                  </a:cubicBezTo>
                  <a:close/>
                </a:path>
              </a:pathLst>
            </a:custGeom>
            <a:solidFill>
              <a:srgbClr val="5EAFE8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5B59A872-F706-CF91-FD67-9C5C9BB5B389}"/>
                </a:ext>
              </a:extLst>
            </p:cNvPr>
            <p:cNvSpPr/>
            <p:nvPr/>
          </p:nvSpPr>
          <p:spPr>
            <a:xfrm>
              <a:off x="3023635" y="1881232"/>
              <a:ext cx="136398" cy="507456"/>
            </a:xfrm>
            <a:custGeom>
              <a:avLst/>
              <a:gdLst>
                <a:gd name="connsiteX0" fmla="*/ 136399 w 136398"/>
                <a:gd name="connsiteY0" fmla="*/ 494869 h 507456"/>
                <a:gd name="connsiteX1" fmla="*/ 53357 w 136398"/>
                <a:gd name="connsiteY1" fmla="*/ 302294 h 507456"/>
                <a:gd name="connsiteX2" fmla="*/ 31188 w 136398"/>
                <a:gd name="connsiteY2" fmla="*/ 191447 h 507456"/>
                <a:gd name="connsiteX3" fmla="*/ 31188 w 136398"/>
                <a:gd name="connsiteY3" fmla="*/ 15594 h 507456"/>
                <a:gd name="connsiteX4" fmla="*/ 15594 w 136398"/>
                <a:gd name="connsiteY4" fmla="*/ 0 h 507456"/>
                <a:gd name="connsiteX5" fmla="*/ 15594 w 136398"/>
                <a:gd name="connsiteY5" fmla="*/ 0 h 507456"/>
                <a:gd name="connsiteX6" fmla="*/ 0 w 136398"/>
                <a:gd name="connsiteY6" fmla="*/ 15594 h 507456"/>
                <a:gd name="connsiteX7" fmla="*/ 0 w 136398"/>
                <a:gd name="connsiteY7" fmla="*/ 191447 h 507456"/>
                <a:gd name="connsiteX8" fmla="*/ 11648 w 136398"/>
                <a:gd name="connsiteY8" fmla="*/ 301355 h 507456"/>
                <a:gd name="connsiteX9" fmla="*/ 58430 w 136398"/>
                <a:gd name="connsiteY9" fmla="*/ 507456 h 507456"/>
                <a:gd name="connsiteX10" fmla="*/ 136399 w 136398"/>
                <a:gd name="connsiteY10" fmla="*/ 494681 h 50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398" h="507456">
                  <a:moveTo>
                    <a:pt x="136399" y="494869"/>
                  </a:moveTo>
                  <a:lnTo>
                    <a:pt x="53357" y="302294"/>
                  </a:lnTo>
                  <a:cubicBezTo>
                    <a:pt x="38891" y="268664"/>
                    <a:pt x="31188" y="230337"/>
                    <a:pt x="31188" y="191447"/>
                  </a:cubicBezTo>
                  <a:lnTo>
                    <a:pt x="31188" y="15594"/>
                  </a:lnTo>
                  <a:cubicBezTo>
                    <a:pt x="31188" y="6951"/>
                    <a:pt x="24236" y="0"/>
                    <a:pt x="15594" y="0"/>
                  </a:cubicBezTo>
                  <a:lnTo>
                    <a:pt x="15594" y="0"/>
                  </a:lnTo>
                  <a:cubicBezTo>
                    <a:pt x="6952" y="0"/>
                    <a:pt x="0" y="6951"/>
                    <a:pt x="0" y="15594"/>
                  </a:cubicBezTo>
                  <a:lnTo>
                    <a:pt x="0" y="191447"/>
                  </a:lnTo>
                  <a:cubicBezTo>
                    <a:pt x="0" y="229962"/>
                    <a:pt x="3946" y="267913"/>
                    <a:pt x="11648" y="301355"/>
                  </a:cubicBezTo>
                  <a:lnTo>
                    <a:pt x="58430" y="507456"/>
                  </a:lnTo>
                  <a:lnTo>
                    <a:pt x="136399" y="494681"/>
                  </a:lnTo>
                  <a:close/>
                </a:path>
              </a:pathLst>
            </a:custGeom>
            <a:solidFill>
              <a:srgbClr val="DDF6FF"/>
            </a:solidFill>
            <a:ln w="0" cap="flat">
              <a:noFill/>
              <a:prstDash val="solid"/>
              <a:miter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7C5EEB7A-EBA6-A031-2FC5-D4B13378465F}"/>
                </a:ext>
              </a:extLst>
            </p:cNvPr>
            <p:cNvGrpSpPr/>
            <p:nvPr/>
          </p:nvGrpSpPr>
          <p:grpSpPr>
            <a:xfrm>
              <a:off x="795573" y="1951686"/>
              <a:ext cx="911955" cy="799604"/>
              <a:chOff x="795573" y="1951686"/>
              <a:chExt cx="911955" cy="799604"/>
            </a:xfrm>
          </p:grpSpPr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FCD3AEA7-C421-9641-E02E-FBCA5E443D21}"/>
                  </a:ext>
                </a:extLst>
              </p:cNvPr>
              <p:cNvSpPr/>
              <p:nvPr/>
            </p:nvSpPr>
            <p:spPr>
              <a:xfrm>
                <a:off x="1387416" y="1951686"/>
                <a:ext cx="177149" cy="777999"/>
              </a:xfrm>
              <a:custGeom>
                <a:avLst/>
                <a:gdLst>
                  <a:gd name="connsiteX0" fmla="*/ 14248 w 177149"/>
                  <a:gd name="connsiteY0" fmla="*/ 703976 h 777999"/>
                  <a:gd name="connsiteX1" fmla="*/ 14248 w 177149"/>
                  <a:gd name="connsiteY1" fmla="*/ 78533 h 777999"/>
                  <a:gd name="connsiteX2" fmla="*/ 1472 w 177149"/>
                  <a:gd name="connsiteY2" fmla="*/ 20479 h 777999"/>
                  <a:gd name="connsiteX3" fmla="*/ 1472 w 177149"/>
                  <a:gd name="connsiteY3" fmla="*/ 20479 h 777999"/>
                  <a:gd name="connsiteX4" fmla="*/ 14436 w 177149"/>
                  <a:gd name="connsiteY4" fmla="*/ 0 h 777999"/>
                  <a:gd name="connsiteX5" fmla="*/ 163234 w 177149"/>
                  <a:gd name="connsiteY5" fmla="*/ 0 h 777999"/>
                  <a:gd name="connsiteX6" fmla="*/ 175822 w 177149"/>
                  <a:gd name="connsiteY6" fmla="*/ 19727 h 777999"/>
                  <a:gd name="connsiteX7" fmla="*/ 175446 w 177149"/>
                  <a:gd name="connsiteY7" fmla="*/ 20291 h 777999"/>
                  <a:gd name="connsiteX8" fmla="*/ 162483 w 177149"/>
                  <a:gd name="connsiteY8" fmla="*/ 78533 h 777999"/>
                  <a:gd name="connsiteX9" fmla="*/ 162483 w 177149"/>
                  <a:gd name="connsiteY9" fmla="*/ 703788 h 777999"/>
                  <a:gd name="connsiteX10" fmla="*/ 88459 w 177149"/>
                  <a:gd name="connsiteY10" fmla="*/ 778000 h 777999"/>
                  <a:gd name="connsiteX11" fmla="*/ 88459 w 177149"/>
                  <a:gd name="connsiteY11" fmla="*/ 778000 h 777999"/>
                  <a:gd name="connsiteX12" fmla="*/ 14060 w 177149"/>
                  <a:gd name="connsiteY12" fmla="*/ 703788 h 777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7149" h="777999">
                    <a:moveTo>
                      <a:pt x="14248" y="703976"/>
                    </a:moveTo>
                    <a:lnTo>
                      <a:pt x="14248" y="78533"/>
                    </a:lnTo>
                    <a:cubicBezTo>
                      <a:pt x="14248" y="58430"/>
                      <a:pt x="9927" y="38515"/>
                      <a:pt x="1472" y="20479"/>
                    </a:cubicBezTo>
                    <a:lnTo>
                      <a:pt x="1472" y="20479"/>
                    </a:lnTo>
                    <a:cubicBezTo>
                      <a:pt x="-3225" y="10897"/>
                      <a:pt x="3915" y="0"/>
                      <a:pt x="14436" y="0"/>
                    </a:cubicBezTo>
                    <a:lnTo>
                      <a:pt x="163234" y="0"/>
                    </a:lnTo>
                    <a:cubicBezTo>
                      <a:pt x="173380" y="0"/>
                      <a:pt x="180143" y="10521"/>
                      <a:pt x="175822" y="19727"/>
                    </a:cubicBezTo>
                    <a:lnTo>
                      <a:pt x="175446" y="20291"/>
                    </a:lnTo>
                    <a:cubicBezTo>
                      <a:pt x="166992" y="38515"/>
                      <a:pt x="162483" y="58430"/>
                      <a:pt x="162483" y="78533"/>
                    </a:cubicBezTo>
                    <a:lnTo>
                      <a:pt x="162483" y="703788"/>
                    </a:lnTo>
                    <a:cubicBezTo>
                      <a:pt x="162483" y="744745"/>
                      <a:pt x="129416" y="777812"/>
                      <a:pt x="88459" y="778000"/>
                    </a:cubicBezTo>
                    <a:lnTo>
                      <a:pt x="88459" y="778000"/>
                    </a:lnTo>
                    <a:cubicBezTo>
                      <a:pt x="47314" y="778000"/>
                      <a:pt x="14060" y="744933"/>
                      <a:pt x="14060" y="703788"/>
                    </a:cubicBezTo>
                    <a:close/>
                  </a:path>
                </a:pathLst>
              </a:custGeom>
              <a:solidFill>
                <a:srgbClr val="D9ECF6">
                  <a:alpha val="69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D4F512A5-7F13-480C-C689-5EAAE205DB12}"/>
                  </a:ext>
                </a:extLst>
              </p:cNvPr>
              <p:cNvSpPr/>
              <p:nvPr/>
            </p:nvSpPr>
            <p:spPr>
              <a:xfrm>
                <a:off x="1401664" y="2174388"/>
                <a:ext cx="148422" cy="555296"/>
              </a:xfrm>
              <a:custGeom>
                <a:avLst/>
                <a:gdLst>
                  <a:gd name="connsiteX0" fmla="*/ 148423 w 148422"/>
                  <a:gd name="connsiteY0" fmla="*/ 19471 h 555296"/>
                  <a:gd name="connsiteX1" fmla="*/ 148423 w 148422"/>
                  <a:gd name="connsiteY1" fmla="*/ 481085 h 555296"/>
                  <a:gd name="connsiteX2" fmla="*/ 74399 w 148422"/>
                  <a:gd name="connsiteY2" fmla="*/ 555297 h 555296"/>
                  <a:gd name="connsiteX3" fmla="*/ 0 w 148422"/>
                  <a:gd name="connsiteY3" fmla="*/ 481085 h 555296"/>
                  <a:gd name="connsiteX4" fmla="*/ 0 w 148422"/>
                  <a:gd name="connsiteY4" fmla="*/ 308 h 555296"/>
                  <a:gd name="connsiteX5" fmla="*/ 148423 w 148422"/>
                  <a:gd name="connsiteY5" fmla="*/ 19659 h 555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8422" h="555296">
                    <a:moveTo>
                      <a:pt x="148423" y="19471"/>
                    </a:moveTo>
                    <a:lnTo>
                      <a:pt x="148423" y="481085"/>
                    </a:lnTo>
                    <a:cubicBezTo>
                      <a:pt x="148423" y="522043"/>
                      <a:pt x="115357" y="555109"/>
                      <a:pt x="74399" y="555297"/>
                    </a:cubicBezTo>
                    <a:cubicBezTo>
                      <a:pt x="33254" y="555297"/>
                      <a:pt x="0" y="522231"/>
                      <a:pt x="0" y="481085"/>
                    </a:cubicBezTo>
                    <a:lnTo>
                      <a:pt x="0" y="308"/>
                    </a:lnTo>
                    <a:cubicBezTo>
                      <a:pt x="55424" y="-2886"/>
                      <a:pt x="92999" y="19847"/>
                      <a:pt x="148423" y="19659"/>
                    </a:cubicBezTo>
                    <a:close/>
                  </a:path>
                </a:pathLst>
              </a:custGeom>
              <a:solidFill>
                <a:srgbClr val="F67676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F46262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241C9ABB-4D05-B671-9E68-27B753F897EA}"/>
                  </a:ext>
                </a:extLst>
              </p:cNvPr>
              <p:cNvSpPr/>
              <p:nvPr/>
            </p:nvSpPr>
            <p:spPr>
              <a:xfrm>
                <a:off x="1401664" y="2174293"/>
                <a:ext cx="148422" cy="555580"/>
              </a:xfrm>
              <a:custGeom>
                <a:avLst/>
                <a:gdLst>
                  <a:gd name="connsiteX0" fmla="*/ 74399 w 148422"/>
                  <a:gd name="connsiteY0" fmla="*/ 555580 h 555580"/>
                  <a:gd name="connsiteX1" fmla="*/ 0 w 148422"/>
                  <a:gd name="connsiteY1" fmla="*/ 481369 h 555580"/>
                  <a:gd name="connsiteX2" fmla="*/ 0 w 148422"/>
                  <a:gd name="connsiteY2" fmla="*/ 19379 h 555580"/>
                  <a:gd name="connsiteX3" fmla="*/ 148423 w 148422"/>
                  <a:gd name="connsiteY3" fmla="*/ 1342 h 555580"/>
                  <a:gd name="connsiteX4" fmla="*/ 148423 w 148422"/>
                  <a:gd name="connsiteY4" fmla="*/ 481181 h 555580"/>
                  <a:gd name="connsiteX5" fmla="*/ 74399 w 148422"/>
                  <a:gd name="connsiteY5" fmla="*/ 555392 h 555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8422" h="555580">
                    <a:moveTo>
                      <a:pt x="74399" y="555580"/>
                    </a:moveTo>
                    <a:cubicBezTo>
                      <a:pt x="33254" y="555580"/>
                      <a:pt x="0" y="522514"/>
                      <a:pt x="0" y="481369"/>
                    </a:cubicBezTo>
                    <a:lnTo>
                      <a:pt x="0" y="19379"/>
                    </a:lnTo>
                    <a:cubicBezTo>
                      <a:pt x="52794" y="16560"/>
                      <a:pt x="90369" y="-5609"/>
                      <a:pt x="148423" y="1342"/>
                    </a:cubicBezTo>
                    <a:lnTo>
                      <a:pt x="148423" y="481181"/>
                    </a:lnTo>
                    <a:cubicBezTo>
                      <a:pt x="148423" y="522138"/>
                      <a:pt x="115357" y="555205"/>
                      <a:pt x="74399" y="555392"/>
                    </a:cubicBezTo>
                    <a:close/>
                  </a:path>
                </a:pathLst>
              </a:custGeom>
              <a:solidFill>
                <a:srgbClr val="F89696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F67676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A611C970-A28D-F2F5-4230-54BD7B39AEC2}"/>
                  </a:ext>
                </a:extLst>
              </p:cNvPr>
              <p:cNvSpPr/>
              <p:nvPr/>
            </p:nvSpPr>
            <p:spPr>
              <a:xfrm>
                <a:off x="1404482" y="1959013"/>
                <a:ext cx="47720" cy="15030"/>
              </a:xfrm>
              <a:custGeom>
                <a:avLst/>
                <a:gdLst>
                  <a:gd name="connsiteX0" fmla="*/ 7515 w 47720"/>
                  <a:gd name="connsiteY0" fmla="*/ 15030 h 15030"/>
                  <a:gd name="connsiteX1" fmla="*/ 40206 w 47720"/>
                  <a:gd name="connsiteY1" fmla="*/ 15030 h 15030"/>
                  <a:gd name="connsiteX2" fmla="*/ 47721 w 47720"/>
                  <a:gd name="connsiteY2" fmla="*/ 7515 h 15030"/>
                  <a:gd name="connsiteX3" fmla="*/ 47721 w 47720"/>
                  <a:gd name="connsiteY3" fmla="*/ 7515 h 15030"/>
                  <a:gd name="connsiteX4" fmla="*/ 40206 w 47720"/>
                  <a:gd name="connsiteY4" fmla="*/ 0 h 15030"/>
                  <a:gd name="connsiteX5" fmla="*/ 7515 w 47720"/>
                  <a:gd name="connsiteY5" fmla="*/ 0 h 15030"/>
                  <a:gd name="connsiteX6" fmla="*/ 0 w 47720"/>
                  <a:gd name="connsiteY6" fmla="*/ 7515 h 15030"/>
                  <a:gd name="connsiteX7" fmla="*/ 0 w 47720"/>
                  <a:gd name="connsiteY7" fmla="*/ 7515 h 15030"/>
                  <a:gd name="connsiteX8" fmla="*/ 7515 w 47720"/>
                  <a:gd name="connsiteY8" fmla="*/ 15030 h 15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720" h="15030">
                    <a:moveTo>
                      <a:pt x="7515" y="15030"/>
                    </a:moveTo>
                    <a:lnTo>
                      <a:pt x="40206" y="15030"/>
                    </a:lnTo>
                    <a:cubicBezTo>
                      <a:pt x="44339" y="15030"/>
                      <a:pt x="47721" y="11648"/>
                      <a:pt x="47721" y="7515"/>
                    </a:cubicBezTo>
                    <a:lnTo>
                      <a:pt x="47721" y="7515"/>
                    </a:lnTo>
                    <a:cubicBezTo>
                      <a:pt x="47721" y="3382"/>
                      <a:pt x="44339" y="0"/>
                      <a:pt x="40206" y="0"/>
                    </a:cubicBezTo>
                    <a:lnTo>
                      <a:pt x="7515" y="0"/>
                    </a:lnTo>
                    <a:cubicBezTo>
                      <a:pt x="3382" y="0"/>
                      <a:pt x="0" y="3382"/>
                      <a:pt x="0" y="7515"/>
                    </a:cubicBezTo>
                    <a:lnTo>
                      <a:pt x="0" y="7515"/>
                    </a:lnTo>
                    <a:cubicBezTo>
                      <a:pt x="0" y="11648"/>
                      <a:pt x="3382" y="15030"/>
                      <a:pt x="7515" y="150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AD89968C-3D3E-B72E-0CC4-50A364BAE4D9}"/>
                  </a:ext>
                </a:extLst>
              </p:cNvPr>
              <p:cNvSpPr/>
              <p:nvPr/>
            </p:nvSpPr>
            <p:spPr>
              <a:xfrm>
                <a:off x="1163541" y="1951686"/>
                <a:ext cx="177074" cy="777999"/>
              </a:xfrm>
              <a:custGeom>
                <a:avLst/>
                <a:gdLst>
                  <a:gd name="connsiteX0" fmla="*/ 14173 w 177074"/>
                  <a:gd name="connsiteY0" fmla="*/ 703976 h 777999"/>
                  <a:gd name="connsiteX1" fmla="*/ 14173 w 177074"/>
                  <a:gd name="connsiteY1" fmla="*/ 78533 h 777999"/>
                  <a:gd name="connsiteX2" fmla="*/ 1398 w 177074"/>
                  <a:gd name="connsiteY2" fmla="*/ 20479 h 777999"/>
                  <a:gd name="connsiteX3" fmla="*/ 1398 w 177074"/>
                  <a:gd name="connsiteY3" fmla="*/ 20479 h 777999"/>
                  <a:gd name="connsiteX4" fmla="*/ 14361 w 177074"/>
                  <a:gd name="connsiteY4" fmla="*/ 0 h 777999"/>
                  <a:gd name="connsiteX5" fmla="*/ 163160 w 177074"/>
                  <a:gd name="connsiteY5" fmla="*/ 0 h 777999"/>
                  <a:gd name="connsiteX6" fmla="*/ 175748 w 177074"/>
                  <a:gd name="connsiteY6" fmla="*/ 19727 h 777999"/>
                  <a:gd name="connsiteX7" fmla="*/ 175372 w 177074"/>
                  <a:gd name="connsiteY7" fmla="*/ 20291 h 777999"/>
                  <a:gd name="connsiteX8" fmla="*/ 162408 w 177074"/>
                  <a:gd name="connsiteY8" fmla="*/ 78533 h 777999"/>
                  <a:gd name="connsiteX9" fmla="*/ 162408 w 177074"/>
                  <a:gd name="connsiteY9" fmla="*/ 703788 h 777999"/>
                  <a:gd name="connsiteX10" fmla="*/ 88385 w 177074"/>
                  <a:gd name="connsiteY10" fmla="*/ 778000 h 777999"/>
                  <a:gd name="connsiteX11" fmla="*/ 88385 w 177074"/>
                  <a:gd name="connsiteY11" fmla="*/ 778000 h 777999"/>
                  <a:gd name="connsiteX12" fmla="*/ 13985 w 177074"/>
                  <a:gd name="connsiteY12" fmla="*/ 703788 h 777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7074" h="777999">
                    <a:moveTo>
                      <a:pt x="14173" y="703976"/>
                    </a:moveTo>
                    <a:lnTo>
                      <a:pt x="14173" y="78533"/>
                    </a:lnTo>
                    <a:cubicBezTo>
                      <a:pt x="14173" y="58430"/>
                      <a:pt x="9852" y="38515"/>
                      <a:pt x="1398" y="20479"/>
                    </a:cubicBezTo>
                    <a:lnTo>
                      <a:pt x="1398" y="20479"/>
                    </a:lnTo>
                    <a:cubicBezTo>
                      <a:pt x="-3111" y="10897"/>
                      <a:pt x="3840" y="0"/>
                      <a:pt x="14361" y="0"/>
                    </a:cubicBezTo>
                    <a:lnTo>
                      <a:pt x="163160" y="0"/>
                    </a:lnTo>
                    <a:cubicBezTo>
                      <a:pt x="173305" y="0"/>
                      <a:pt x="180069" y="10521"/>
                      <a:pt x="175748" y="19727"/>
                    </a:cubicBezTo>
                    <a:lnTo>
                      <a:pt x="175372" y="20291"/>
                    </a:lnTo>
                    <a:cubicBezTo>
                      <a:pt x="166917" y="38515"/>
                      <a:pt x="162408" y="58430"/>
                      <a:pt x="162408" y="78533"/>
                    </a:cubicBezTo>
                    <a:lnTo>
                      <a:pt x="162408" y="703788"/>
                    </a:lnTo>
                    <a:cubicBezTo>
                      <a:pt x="162408" y="744745"/>
                      <a:pt x="129342" y="777812"/>
                      <a:pt x="88385" y="778000"/>
                    </a:cubicBezTo>
                    <a:lnTo>
                      <a:pt x="88385" y="778000"/>
                    </a:lnTo>
                    <a:cubicBezTo>
                      <a:pt x="47240" y="778000"/>
                      <a:pt x="13985" y="744933"/>
                      <a:pt x="13985" y="703788"/>
                    </a:cubicBezTo>
                    <a:close/>
                  </a:path>
                </a:pathLst>
              </a:custGeom>
              <a:solidFill>
                <a:srgbClr val="D9ECF6">
                  <a:alpha val="69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CADA330A-26B2-5738-A4F1-332335008042}"/>
                  </a:ext>
                </a:extLst>
              </p:cNvPr>
              <p:cNvSpPr/>
              <p:nvPr/>
            </p:nvSpPr>
            <p:spPr>
              <a:xfrm>
                <a:off x="1177715" y="2428076"/>
                <a:ext cx="148422" cy="301796"/>
              </a:xfrm>
              <a:custGeom>
                <a:avLst/>
                <a:gdLst>
                  <a:gd name="connsiteX0" fmla="*/ 74399 w 148422"/>
                  <a:gd name="connsiteY0" fmla="*/ 301797 h 301796"/>
                  <a:gd name="connsiteX1" fmla="*/ 0 w 148422"/>
                  <a:gd name="connsiteY1" fmla="*/ 227585 h 301796"/>
                  <a:gd name="connsiteX2" fmla="*/ 0 w 148422"/>
                  <a:gd name="connsiteY2" fmla="*/ 16036 h 301796"/>
                  <a:gd name="connsiteX3" fmla="*/ 148423 w 148422"/>
                  <a:gd name="connsiteY3" fmla="*/ 6830 h 301796"/>
                  <a:gd name="connsiteX4" fmla="*/ 148423 w 148422"/>
                  <a:gd name="connsiteY4" fmla="*/ 227585 h 301796"/>
                  <a:gd name="connsiteX5" fmla="*/ 74399 w 148422"/>
                  <a:gd name="connsiteY5" fmla="*/ 301797 h 30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8422" h="301796">
                    <a:moveTo>
                      <a:pt x="74399" y="301797"/>
                    </a:moveTo>
                    <a:cubicBezTo>
                      <a:pt x="33254" y="301797"/>
                      <a:pt x="0" y="268730"/>
                      <a:pt x="0" y="227585"/>
                    </a:cubicBezTo>
                    <a:lnTo>
                      <a:pt x="0" y="16036"/>
                    </a:lnTo>
                    <a:cubicBezTo>
                      <a:pt x="46781" y="7957"/>
                      <a:pt x="85484" y="-9704"/>
                      <a:pt x="148423" y="6830"/>
                    </a:cubicBezTo>
                    <a:lnTo>
                      <a:pt x="148423" y="227585"/>
                    </a:lnTo>
                    <a:cubicBezTo>
                      <a:pt x="148423" y="268543"/>
                      <a:pt x="115357" y="301609"/>
                      <a:pt x="74399" y="301797"/>
                    </a:cubicBezTo>
                    <a:close/>
                  </a:path>
                </a:pathLst>
              </a:custGeom>
              <a:solidFill>
                <a:srgbClr val="18B089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07606B3B-D926-D633-B4FA-5E702CC77133}"/>
                  </a:ext>
                </a:extLst>
              </p:cNvPr>
              <p:cNvSpPr/>
              <p:nvPr/>
            </p:nvSpPr>
            <p:spPr>
              <a:xfrm>
                <a:off x="1177715" y="2427834"/>
                <a:ext cx="148422" cy="301850"/>
              </a:xfrm>
              <a:custGeom>
                <a:avLst/>
                <a:gdLst>
                  <a:gd name="connsiteX0" fmla="*/ 148423 w 148422"/>
                  <a:gd name="connsiteY0" fmla="*/ 19659 h 301850"/>
                  <a:gd name="connsiteX1" fmla="*/ 148423 w 148422"/>
                  <a:gd name="connsiteY1" fmla="*/ 227639 h 301850"/>
                  <a:gd name="connsiteX2" fmla="*/ 74399 w 148422"/>
                  <a:gd name="connsiteY2" fmla="*/ 301851 h 301850"/>
                  <a:gd name="connsiteX3" fmla="*/ 0 w 148422"/>
                  <a:gd name="connsiteY3" fmla="*/ 227639 h 301850"/>
                  <a:gd name="connsiteX4" fmla="*/ 0 w 148422"/>
                  <a:gd name="connsiteY4" fmla="*/ 308 h 301850"/>
                  <a:gd name="connsiteX5" fmla="*/ 148423 w 148422"/>
                  <a:gd name="connsiteY5" fmla="*/ 19659 h 301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8422" h="301850">
                    <a:moveTo>
                      <a:pt x="148423" y="19659"/>
                    </a:moveTo>
                    <a:lnTo>
                      <a:pt x="148423" y="227639"/>
                    </a:lnTo>
                    <a:cubicBezTo>
                      <a:pt x="148423" y="268596"/>
                      <a:pt x="115357" y="301663"/>
                      <a:pt x="74399" y="301851"/>
                    </a:cubicBezTo>
                    <a:cubicBezTo>
                      <a:pt x="33254" y="301851"/>
                      <a:pt x="0" y="268784"/>
                      <a:pt x="0" y="227639"/>
                    </a:cubicBezTo>
                    <a:lnTo>
                      <a:pt x="0" y="308"/>
                    </a:lnTo>
                    <a:cubicBezTo>
                      <a:pt x="55424" y="-2886"/>
                      <a:pt x="92999" y="19847"/>
                      <a:pt x="148423" y="19659"/>
                    </a:cubicBezTo>
                    <a:close/>
                  </a:path>
                </a:pathLst>
              </a:custGeom>
              <a:solidFill>
                <a:srgbClr val="23CDA9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24B18227-5F8D-6E18-4CE0-638325049309}"/>
                  </a:ext>
                </a:extLst>
              </p:cNvPr>
              <p:cNvSpPr/>
              <p:nvPr/>
            </p:nvSpPr>
            <p:spPr>
              <a:xfrm>
                <a:off x="1180533" y="1959013"/>
                <a:ext cx="47720" cy="15030"/>
              </a:xfrm>
              <a:custGeom>
                <a:avLst/>
                <a:gdLst>
                  <a:gd name="connsiteX0" fmla="*/ 7515 w 47720"/>
                  <a:gd name="connsiteY0" fmla="*/ 15030 h 15030"/>
                  <a:gd name="connsiteX1" fmla="*/ 40206 w 47720"/>
                  <a:gd name="connsiteY1" fmla="*/ 15030 h 15030"/>
                  <a:gd name="connsiteX2" fmla="*/ 47721 w 47720"/>
                  <a:gd name="connsiteY2" fmla="*/ 7515 h 15030"/>
                  <a:gd name="connsiteX3" fmla="*/ 47721 w 47720"/>
                  <a:gd name="connsiteY3" fmla="*/ 7515 h 15030"/>
                  <a:gd name="connsiteX4" fmla="*/ 40206 w 47720"/>
                  <a:gd name="connsiteY4" fmla="*/ 0 h 15030"/>
                  <a:gd name="connsiteX5" fmla="*/ 7515 w 47720"/>
                  <a:gd name="connsiteY5" fmla="*/ 0 h 15030"/>
                  <a:gd name="connsiteX6" fmla="*/ 0 w 47720"/>
                  <a:gd name="connsiteY6" fmla="*/ 7515 h 15030"/>
                  <a:gd name="connsiteX7" fmla="*/ 0 w 47720"/>
                  <a:gd name="connsiteY7" fmla="*/ 7515 h 15030"/>
                  <a:gd name="connsiteX8" fmla="*/ 7515 w 47720"/>
                  <a:gd name="connsiteY8" fmla="*/ 15030 h 15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720" h="15030">
                    <a:moveTo>
                      <a:pt x="7515" y="15030"/>
                    </a:moveTo>
                    <a:lnTo>
                      <a:pt x="40206" y="15030"/>
                    </a:lnTo>
                    <a:cubicBezTo>
                      <a:pt x="44339" y="15030"/>
                      <a:pt x="47721" y="11648"/>
                      <a:pt x="47721" y="7515"/>
                    </a:cubicBezTo>
                    <a:lnTo>
                      <a:pt x="47721" y="7515"/>
                    </a:lnTo>
                    <a:cubicBezTo>
                      <a:pt x="47721" y="3382"/>
                      <a:pt x="44339" y="0"/>
                      <a:pt x="40206" y="0"/>
                    </a:cubicBezTo>
                    <a:lnTo>
                      <a:pt x="7515" y="0"/>
                    </a:lnTo>
                    <a:cubicBezTo>
                      <a:pt x="3382" y="0"/>
                      <a:pt x="0" y="3382"/>
                      <a:pt x="0" y="7515"/>
                    </a:cubicBezTo>
                    <a:lnTo>
                      <a:pt x="0" y="7515"/>
                    </a:lnTo>
                    <a:cubicBezTo>
                      <a:pt x="0" y="11648"/>
                      <a:pt x="3382" y="15030"/>
                      <a:pt x="7515" y="150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A5E0EE02-73C1-049B-006C-FA455FBAB8CB}"/>
                  </a:ext>
                </a:extLst>
              </p:cNvPr>
              <p:cNvSpPr/>
              <p:nvPr/>
            </p:nvSpPr>
            <p:spPr>
              <a:xfrm>
                <a:off x="939780" y="1951686"/>
                <a:ext cx="177074" cy="777999"/>
              </a:xfrm>
              <a:custGeom>
                <a:avLst/>
                <a:gdLst>
                  <a:gd name="connsiteX0" fmla="*/ 14173 w 177074"/>
                  <a:gd name="connsiteY0" fmla="*/ 703976 h 777999"/>
                  <a:gd name="connsiteX1" fmla="*/ 14173 w 177074"/>
                  <a:gd name="connsiteY1" fmla="*/ 78533 h 777999"/>
                  <a:gd name="connsiteX2" fmla="*/ 1398 w 177074"/>
                  <a:gd name="connsiteY2" fmla="*/ 20479 h 777999"/>
                  <a:gd name="connsiteX3" fmla="*/ 1398 w 177074"/>
                  <a:gd name="connsiteY3" fmla="*/ 20479 h 777999"/>
                  <a:gd name="connsiteX4" fmla="*/ 14361 w 177074"/>
                  <a:gd name="connsiteY4" fmla="*/ 0 h 777999"/>
                  <a:gd name="connsiteX5" fmla="*/ 163160 w 177074"/>
                  <a:gd name="connsiteY5" fmla="*/ 0 h 777999"/>
                  <a:gd name="connsiteX6" fmla="*/ 175748 w 177074"/>
                  <a:gd name="connsiteY6" fmla="*/ 19727 h 777999"/>
                  <a:gd name="connsiteX7" fmla="*/ 175372 w 177074"/>
                  <a:gd name="connsiteY7" fmla="*/ 20291 h 777999"/>
                  <a:gd name="connsiteX8" fmla="*/ 162408 w 177074"/>
                  <a:gd name="connsiteY8" fmla="*/ 78533 h 777999"/>
                  <a:gd name="connsiteX9" fmla="*/ 162408 w 177074"/>
                  <a:gd name="connsiteY9" fmla="*/ 703788 h 777999"/>
                  <a:gd name="connsiteX10" fmla="*/ 88385 w 177074"/>
                  <a:gd name="connsiteY10" fmla="*/ 778000 h 777999"/>
                  <a:gd name="connsiteX11" fmla="*/ 88385 w 177074"/>
                  <a:gd name="connsiteY11" fmla="*/ 778000 h 777999"/>
                  <a:gd name="connsiteX12" fmla="*/ 13985 w 177074"/>
                  <a:gd name="connsiteY12" fmla="*/ 703788 h 777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7074" h="777999">
                    <a:moveTo>
                      <a:pt x="14173" y="703976"/>
                    </a:moveTo>
                    <a:lnTo>
                      <a:pt x="14173" y="78533"/>
                    </a:lnTo>
                    <a:cubicBezTo>
                      <a:pt x="14173" y="58430"/>
                      <a:pt x="9852" y="38515"/>
                      <a:pt x="1398" y="20479"/>
                    </a:cubicBezTo>
                    <a:lnTo>
                      <a:pt x="1398" y="20479"/>
                    </a:lnTo>
                    <a:cubicBezTo>
                      <a:pt x="-3111" y="10897"/>
                      <a:pt x="3840" y="0"/>
                      <a:pt x="14361" y="0"/>
                    </a:cubicBezTo>
                    <a:lnTo>
                      <a:pt x="163160" y="0"/>
                    </a:lnTo>
                    <a:cubicBezTo>
                      <a:pt x="173305" y="0"/>
                      <a:pt x="180069" y="10521"/>
                      <a:pt x="175748" y="19727"/>
                    </a:cubicBezTo>
                    <a:lnTo>
                      <a:pt x="175372" y="20291"/>
                    </a:lnTo>
                    <a:cubicBezTo>
                      <a:pt x="166917" y="38515"/>
                      <a:pt x="162408" y="58430"/>
                      <a:pt x="162408" y="78533"/>
                    </a:cubicBezTo>
                    <a:lnTo>
                      <a:pt x="162408" y="703788"/>
                    </a:lnTo>
                    <a:cubicBezTo>
                      <a:pt x="162408" y="744745"/>
                      <a:pt x="129342" y="777812"/>
                      <a:pt x="88385" y="778000"/>
                    </a:cubicBezTo>
                    <a:lnTo>
                      <a:pt x="88385" y="778000"/>
                    </a:lnTo>
                    <a:cubicBezTo>
                      <a:pt x="47240" y="778000"/>
                      <a:pt x="13985" y="744933"/>
                      <a:pt x="13985" y="703788"/>
                    </a:cubicBezTo>
                    <a:close/>
                  </a:path>
                </a:pathLst>
              </a:custGeom>
              <a:solidFill>
                <a:srgbClr val="D9ECF6">
                  <a:alpha val="69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0138543A-56D0-7DC4-6DD6-66F7A5612C99}"/>
                  </a:ext>
                </a:extLst>
              </p:cNvPr>
              <p:cNvSpPr/>
              <p:nvPr/>
            </p:nvSpPr>
            <p:spPr>
              <a:xfrm>
                <a:off x="953953" y="2118145"/>
                <a:ext cx="148422" cy="611728"/>
              </a:xfrm>
              <a:custGeom>
                <a:avLst/>
                <a:gdLst>
                  <a:gd name="connsiteX0" fmla="*/ 148423 w 148422"/>
                  <a:gd name="connsiteY0" fmla="*/ 0 h 611728"/>
                  <a:gd name="connsiteX1" fmla="*/ 148423 w 148422"/>
                  <a:gd name="connsiteY1" fmla="*/ 537517 h 611728"/>
                  <a:gd name="connsiteX2" fmla="*/ 74399 w 148422"/>
                  <a:gd name="connsiteY2" fmla="*/ 611728 h 611728"/>
                  <a:gd name="connsiteX3" fmla="*/ 74399 w 148422"/>
                  <a:gd name="connsiteY3" fmla="*/ 611728 h 611728"/>
                  <a:gd name="connsiteX4" fmla="*/ 0 w 148422"/>
                  <a:gd name="connsiteY4" fmla="*/ 537517 h 611728"/>
                  <a:gd name="connsiteX5" fmla="*/ 0 w 148422"/>
                  <a:gd name="connsiteY5" fmla="*/ 18036 h 611728"/>
                  <a:gd name="connsiteX6" fmla="*/ 148423 w 148422"/>
                  <a:gd name="connsiteY6" fmla="*/ 0 h 611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8422" h="611728">
                    <a:moveTo>
                      <a:pt x="148423" y="0"/>
                    </a:moveTo>
                    <a:lnTo>
                      <a:pt x="148423" y="537517"/>
                    </a:lnTo>
                    <a:cubicBezTo>
                      <a:pt x="148423" y="578474"/>
                      <a:pt x="115357" y="611540"/>
                      <a:pt x="74399" y="611728"/>
                    </a:cubicBezTo>
                    <a:lnTo>
                      <a:pt x="74399" y="611728"/>
                    </a:lnTo>
                    <a:cubicBezTo>
                      <a:pt x="33254" y="611728"/>
                      <a:pt x="0" y="578662"/>
                      <a:pt x="0" y="537517"/>
                    </a:cubicBezTo>
                    <a:lnTo>
                      <a:pt x="0" y="18036"/>
                    </a:lnTo>
                    <a:cubicBezTo>
                      <a:pt x="59745" y="24612"/>
                      <a:pt x="97696" y="2818"/>
                      <a:pt x="148423" y="0"/>
                    </a:cubicBezTo>
                    <a:close/>
                  </a:path>
                </a:pathLst>
              </a:custGeom>
              <a:solidFill>
                <a:srgbClr val="4FB7F6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7F32D827-F53D-F57E-1609-E51FF248F1C2}"/>
                  </a:ext>
                </a:extLst>
              </p:cNvPr>
              <p:cNvSpPr/>
              <p:nvPr/>
            </p:nvSpPr>
            <p:spPr>
              <a:xfrm>
                <a:off x="953953" y="2117983"/>
                <a:ext cx="148422" cy="611889"/>
              </a:xfrm>
              <a:custGeom>
                <a:avLst/>
                <a:gdLst>
                  <a:gd name="connsiteX0" fmla="*/ 148423 w 148422"/>
                  <a:gd name="connsiteY0" fmla="*/ 17071 h 611889"/>
                  <a:gd name="connsiteX1" fmla="*/ 148423 w 148422"/>
                  <a:gd name="connsiteY1" fmla="*/ 537678 h 611889"/>
                  <a:gd name="connsiteX2" fmla="*/ 74399 w 148422"/>
                  <a:gd name="connsiteY2" fmla="*/ 611890 h 611889"/>
                  <a:gd name="connsiteX3" fmla="*/ 74399 w 148422"/>
                  <a:gd name="connsiteY3" fmla="*/ 611890 h 611889"/>
                  <a:gd name="connsiteX4" fmla="*/ 0 w 148422"/>
                  <a:gd name="connsiteY4" fmla="*/ 537678 h 611889"/>
                  <a:gd name="connsiteX5" fmla="*/ 0 w 148422"/>
                  <a:gd name="connsiteY5" fmla="*/ 5047 h 611889"/>
                  <a:gd name="connsiteX6" fmla="*/ 148423 w 148422"/>
                  <a:gd name="connsiteY6" fmla="*/ 17071 h 611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8422" h="611889">
                    <a:moveTo>
                      <a:pt x="148423" y="17071"/>
                    </a:moveTo>
                    <a:lnTo>
                      <a:pt x="148423" y="537678"/>
                    </a:lnTo>
                    <a:cubicBezTo>
                      <a:pt x="148423" y="578636"/>
                      <a:pt x="115357" y="611702"/>
                      <a:pt x="74399" y="611890"/>
                    </a:cubicBezTo>
                    <a:lnTo>
                      <a:pt x="74399" y="611890"/>
                    </a:lnTo>
                    <a:cubicBezTo>
                      <a:pt x="33254" y="611890"/>
                      <a:pt x="0" y="578824"/>
                      <a:pt x="0" y="537678"/>
                    </a:cubicBezTo>
                    <a:lnTo>
                      <a:pt x="0" y="5047"/>
                    </a:lnTo>
                    <a:cubicBezTo>
                      <a:pt x="61812" y="-9044"/>
                      <a:pt x="100139" y="10119"/>
                      <a:pt x="148423" y="17071"/>
                    </a:cubicBezTo>
                    <a:close/>
                  </a:path>
                </a:pathLst>
              </a:custGeom>
              <a:solidFill>
                <a:srgbClr val="459FED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C8D6AA47-1B48-AD8A-BF10-35A1DBE80FA7}"/>
                  </a:ext>
                </a:extLst>
              </p:cNvPr>
              <p:cNvSpPr/>
              <p:nvPr/>
            </p:nvSpPr>
            <p:spPr>
              <a:xfrm>
                <a:off x="1412749" y="2694364"/>
                <a:ext cx="126253" cy="35320"/>
              </a:xfrm>
              <a:custGeom>
                <a:avLst/>
                <a:gdLst>
                  <a:gd name="connsiteX0" fmla="*/ 126253 w 126253"/>
                  <a:gd name="connsiteY0" fmla="*/ 0 h 35320"/>
                  <a:gd name="connsiteX1" fmla="*/ 63315 w 126253"/>
                  <a:gd name="connsiteY1" fmla="*/ 35321 h 35320"/>
                  <a:gd name="connsiteX2" fmla="*/ 0 w 126253"/>
                  <a:gd name="connsiteY2" fmla="*/ 0 h 35320"/>
                  <a:gd name="connsiteX3" fmla="*/ 126253 w 126253"/>
                  <a:gd name="connsiteY3" fmla="*/ 0 h 35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253" h="35320">
                    <a:moveTo>
                      <a:pt x="126253" y="0"/>
                    </a:moveTo>
                    <a:cubicBezTo>
                      <a:pt x="113290" y="21042"/>
                      <a:pt x="89993" y="35321"/>
                      <a:pt x="63315" y="35321"/>
                    </a:cubicBezTo>
                    <a:cubicBezTo>
                      <a:pt x="36448" y="35321"/>
                      <a:pt x="13151" y="21230"/>
                      <a:pt x="0" y="0"/>
                    </a:cubicBezTo>
                    <a:lnTo>
                      <a:pt x="126253" y="0"/>
                    </a:lnTo>
                    <a:close/>
                  </a:path>
                </a:pathLst>
              </a:custGeom>
              <a:solidFill>
                <a:srgbClr val="F67676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F46262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5E9394B3-EFA9-C9F4-B1D8-C7A418742E01}"/>
                  </a:ext>
                </a:extLst>
              </p:cNvPr>
              <p:cNvSpPr/>
              <p:nvPr/>
            </p:nvSpPr>
            <p:spPr>
              <a:xfrm>
                <a:off x="1188799" y="2694364"/>
                <a:ext cx="126253" cy="35320"/>
              </a:xfrm>
              <a:custGeom>
                <a:avLst/>
                <a:gdLst>
                  <a:gd name="connsiteX0" fmla="*/ 126253 w 126253"/>
                  <a:gd name="connsiteY0" fmla="*/ 0 h 35320"/>
                  <a:gd name="connsiteX1" fmla="*/ 63315 w 126253"/>
                  <a:gd name="connsiteY1" fmla="*/ 35321 h 35320"/>
                  <a:gd name="connsiteX2" fmla="*/ 0 w 126253"/>
                  <a:gd name="connsiteY2" fmla="*/ 0 h 35320"/>
                  <a:gd name="connsiteX3" fmla="*/ 126253 w 126253"/>
                  <a:gd name="connsiteY3" fmla="*/ 0 h 35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253" h="35320">
                    <a:moveTo>
                      <a:pt x="126253" y="0"/>
                    </a:moveTo>
                    <a:cubicBezTo>
                      <a:pt x="113290" y="21042"/>
                      <a:pt x="89993" y="35321"/>
                      <a:pt x="63315" y="35321"/>
                    </a:cubicBezTo>
                    <a:cubicBezTo>
                      <a:pt x="36448" y="35321"/>
                      <a:pt x="13151" y="21230"/>
                      <a:pt x="0" y="0"/>
                    </a:cubicBezTo>
                    <a:lnTo>
                      <a:pt x="126253" y="0"/>
                    </a:lnTo>
                    <a:close/>
                  </a:path>
                </a:pathLst>
              </a:custGeom>
              <a:solidFill>
                <a:srgbClr val="17B28A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018172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7D94749D-EFC1-83E3-FED4-8344AAF26928}"/>
                  </a:ext>
                </a:extLst>
              </p:cNvPr>
              <p:cNvSpPr/>
              <p:nvPr/>
            </p:nvSpPr>
            <p:spPr>
              <a:xfrm>
                <a:off x="965038" y="2694364"/>
                <a:ext cx="126253" cy="35320"/>
              </a:xfrm>
              <a:custGeom>
                <a:avLst/>
                <a:gdLst>
                  <a:gd name="connsiteX0" fmla="*/ 126253 w 126253"/>
                  <a:gd name="connsiteY0" fmla="*/ 0 h 35320"/>
                  <a:gd name="connsiteX1" fmla="*/ 63315 w 126253"/>
                  <a:gd name="connsiteY1" fmla="*/ 35321 h 35320"/>
                  <a:gd name="connsiteX2" fmla="*/ 0 w 126253"/>
                  <a:gd name="connsiteY2" fmla="*/ 0 h 35320"/>
                  <a:gd name="connsiteX3" fmla="*/ 126253 w 126253"/>
                  <a:gd name="connsiteY3" fmla="*/ 0 h 35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253" h="35320">
                    <a:moveTo>
                      <a:pt x="126253" y="0"/>
                    </a:moveTo>
                    <a:cubicBezTo>
                      <a:pt x="113290" y="21042"/>
                      <a:pt x="89993" y="35321"/>
                      <a:pt x="63315" y="35321"/>
                    </a:cubicBezTo>
                    <a:cubicBezTo>
                      <a:pt x="36448" y="35321"/>
                      <a:pt x="13151" y="21230"/>
                      <a:pt x="0" y="0"/>
                    </a:cubicBezTo>
                    <a:lnTo>
                      <a:pt x="126253" y="0"/>
                    </a:lnTo>
                    <a:close/>
                  </a:path>
                </a:pathLst>
              </a:custGeom>
              <a:solidFill>
                <a:srgbClr val="4294C6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3E34EAB2-777E-5932-D38C-0AE5C0BC0A5C}"/>
                  </a:ext>
                </a:extLst>
              </p:cNvPr>
              <p:cNvSpPr/>
              <p:nvPr/>
            </p:nvSpPr>
            <p:spPr>
              <a:xfrm>
                <a:off x="1419325" y="2012370"/>
                <a:ext cx="24799" cy="259646"/>
              </a:xfrm>
              <a:custGeom>
                <a:avLst/>
                <a:gdLst>
                  <a:gd name="connsiteX0" fmla="*/ 0 w 24799"/>
                  <a:gd name="connsiteY0" fmla="*/ 259646 h 259646"/>
                  <a:gd name="connsiteX1" fmla="*/ 0 w 24799"/>
                  <a:gd name="connsiteY1" fmla="*/ 12400 h 259646"/>
                  <a:gd name="connsiteX2" fmla="*/ 12400 w 24799"/>
                  <a:gd name="connsiteY2" fmla="*/ 0 h 259646"/>
                  <a:gd name="connsiteX3" fmla="*/ 12400 w 24799"/>
                  <a:gd name="connsiteY3" fmla="*/ 0 h 259646"/>
                  <a:gd name="connsiteX4" fmla="*/ 24800 w 24799"/>
                  <a:gd name="connsiteY4" fmla="*/ 12400 h 259646"/>
                  <a:gd name="connsiteX5" fmla="*/ 24800 w 24799"/>
                  <a:gd name="connsiteY5" fmla="*/ 259646 h 259646"/>
                  <a:gd name="connsiteX6" fmla="*/ 0 w 24799"/>
                  <a:gd name="connsiteY6" fmla="*/ 259646 h 259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799" h="259646">
                    <a:moveTo>
                      <a:pt x="0" y="259646"/>
                    </a:moveTo>
                    <a:lnTo>
                      <a:pt x="0" y="12400"/>
                    </a:lnTo>
                    <a:cubicBezTo>
                      <a:pt x="0" y="5636"/>
                      <a:pt x="5636" y="0"/>
                      <a:pt x="12400" y="0"/>
                    </a:cubicBezTo>
                    <a:lnTo>
                      <a:pt x="12400" y="0"/>
                    </a:lnTo>
                    <a:cubicBezTo>
                      <a:pt x="19163" y="0"/>
                      <a:pt x="24800" y="5636"/>
                      <a:pt x="24800" y="12400"/>
                    </a:cubicBezTo>
                    <a:lnTo>
                      <a:pt x="24800" y="259646"/>
                    </a:lnTo>
                    <a:lnTo>
                      <a:pt x="0" y="259646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CA606206-B6F5-B7C7-B1EC-72C11FE0A78F}"/>
                  </a:ext>
                </a:extLst>
              </p:cNvPr>
              <p:cNvSpPr/>
              <p:nvPr/>
            </p:nvSpPr>
            <p:spPr>
              <a:xfrm>
                <a:off x="1419325" y="2390755"/>
                <a:ext cx="24799" cy="266571"/>
              </a:xfrm>
              <a:custGeom>
                <a:avLst/>
                <a:gdLst>
                  <a:gd name="connsiteX0" fmla="*/ 12400 w 24799"/>
                  <a:gd name="connsiteY0" fmla="*/ 0 h 266571"/>
                  <a:gd name="connsiteX1" fmla="*/ 24800 w 24799"/>
                  <a:gd name="connsiteY1" fmla="*/ 12400 h 266571"/>
                  <a:gd name="connsiteX2" fmla="*/ 24800 w 24799"/>
                  <a:gd name="connsiteY2" fmla="*/ 254198 h 266571"/>
                  <a:gd name="connsiteX3" fmla="*/ 3570 w 24799"/>
                  <a:gd name="connsiteY3" fmla="*/ 262840 h 266571"/>
                  <a:gd name="connsiteX4" fmla="*/ 3570 w 24799"/>
                  <a:gd name="connsiteY4" fmla="*/ 262840 h 266571"/>
                  <a:gd name="connsiteX5" fmla="*/ 0 w 24799"/>
                  <a:gd name="connsiteY5" fmla="*/ 254198 h 266571"/>
                  <a:gd name="connsiteX6" fmla="*/ 0 w 24799"/>
                  <a:gd name="connsiteY6" fmla="*/ 12400 h 266571"/>
                  <a:gd name="connsiteX7" fmla="*/ 12400 w 24799"/>
                  <a:gd name="connsiteY7" fmla="*/ 0 h 266571"/>
                  <a:gd name="connsiteX8" fmla="*/ 12400 w 24799"/>
                  <a:gd name="connsiteY8" fmla="*/ 0 h 266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799" h="266571">
                    <a:moveTo>
                      <a:pt x="12400" y="0"/>
                    </a:moveTo>
                    <a:cubicBezTo>
                      <a:pt x="19163" y="0"/>
                      <a:pt x="24800" y="5636"/>
                      <a:pt x="24800" y="12400"/>
                    </a:cubicBezTo>
                    <a:lnTo>
                      <a:pt x="24800" y="254198"/>
                    </a:lnTo>
                    <a:cubicBezTo>
                      <a:pt x="24800" y="265283"/>
                      <a:pt x="11273" y="270731"/>
                      <a:pt x="3570" y="262840"/>
                    </a:cubicBezTo>
                    <a:lnTo>
                      <a:pt x="3570" y="262840"/>
                    </a:lnTo>
                    <a:cubicBezTo>
                      <a:pt x="1315" y="260586"/>
                      <a:pt x="0" y="257392"/>
                      <a:pt x="0" y="254198"/>
                    </a:cubicBezTo>
                    <a:lnTo>
                      <a:pt x="0" y="12400"/>
                    </a:lnTo>
                    <a:cubicBezTo>
                      <a:pt x="0" y="5636"/>
                      <a:pt x="5636" y="0"/>
                      <a:pt x="12400" y="0"/>
                    </a:cubicBezTo>
                    <a:lnTo>
                      <a:pt x="12400" y="0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B41AE809-2D90-C386-C7A8-EDB5334A0924}"/>
                  </a:ext>
                </a:extLst>
              </p:cNvPr>
              <p:cNvSpPr/>
              <p:nvPr/>
            </p:nvSpPr>
            <p:spPr>
              <a:xfrm>
                <a:off x="1195563" y="2012370"/>
                <a:ext cx="24799" cy="259646"/>
              </a:xfrm>
              <a:custGeom>
                <a:avLst/>
                <a:gdLst>
                  <a:gd name="connsiteX0" fmla="*/ 0 w 24799"/>
                  <a:gd name="connsiteY0" fmla="*/ 259646 h 259646"/>
                  <a:gd name="connsiteX1" fmla="*/ 0 w 24799"/>
                  <a:gd name="connsiteY1" fmla="*/ 12400 h 259646"/>
                  <a:gd name="connsiteX2" fmla="*/ 12400 w 24799"/>
                  <a:gd name="connsiteY2" fmla="*/ 0 h 259646"/>
                  <a:gd name="connsiteX3" fmla="*/ 24800 w 24799"/>
                  <a:gd name="connsiteY3" fmla="*/ 12400 h 259646"/>
                  <a:gd name="connsiteX4" fmla="*/ 24800 w 24799"/>
                  <a:gd name="connsiteY4" fmla="*/ 259646 h 259646"/>
                  <a:gd name="connsiteX5" fmla="*/ 0 w 24799"/>
                  <a:gd name="connsiteY5" fmla="*/ 259646 h 259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799" h="259646">
                    <a:moveTo>
                      <a:pt x="0" y="259646"/>
                    </a:moveTo>
                    <a:lnTo>
                      <a:pt x="0" y="12400"/>
                    </a:lnTo>
                    <a:cubicBezTo>
                      <a:pt x="0" y="5636"/>
                      <a:pt x="5636" y="0"/>
                      <a:pt x="12400" y="0"/>
                    </a:cubicBezTo>
                    <a:cubicBezTo>
                      <a:pt x="19163" y="0"/>
                      <a:pt x="24800" y="5636"/>
                      <a:pt x="24800" y="12400"/>
                    </a:cubicBezTo>
                    <a:lnTo>
                      <a:pt x="24800" y="259646"/>
                    </a:lnTo>
                    <a:lnTo>
                      <a:pt x="0" y="259646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4C598CF3-E994-1566-9C34-33F4DE4E0AF9}"/>
                  </a:ext>
                </a:extLst>
              </p:cNvPr>
              <p:cNvSpPr/>
              <p:nvPr/>
            </p:nvSpPr>
            <p:spPr>
              <a:xfrm>
                <a:off x="1195563" y="2390755"/>
                <a:ext cx="24799" cy="266571"/>
              </a:xfrm>
              <a:custGeom>
                <a:avLst/>
                <a:gdLst>
                  <a:gd name="connsiteX0" fmla="*/ 12400 w 24799"/>
                  <a:gd name="connsiteY0" fmla="*/ 0 h 266571"/>
                  <a:gd name="connsiteX1" fmla="*/ 24800 w 24799"/>
                  <a:gd name="connsiteY1" fmla="*/ 12400 h 266571"/>
                  <a:gd name="connsiteX2" fmla="*/ 24800 w 24799"/>
                  <a:gd name="connsiteY2" fmla="*/ 254198 h 266571"/>
                  <a:gd name="connsiteX3" fmla="*/ 3570 w 24799"/>
                  <a:gd name="connsiteY3" fmla="*/ 262840 h 266571"/>
                  <a:gd name="connsiteX4" fmla="*/ 3570 w 24799"/>
                  <a:gd name="connsiteY4" fmla="*/ 262840 h 266571"/>
                  <a:gd name="connsiteX5" fmla="*/ 0 w 24799"/>
                  <a:gd name="connsiteY5" fmla="*/ 254198 h 266571"/>
                  <a:gd name="connsiteX6" fmla="*/ 0 w 24799"/>
                  <a:gd name="connsiteY6" fmla="*/ 12400 h 266571"/>
                  <a:gd name="connsiteX7" fmla="*/ 12400 w 24799"/>
                  <a:gd name="connsiteY7" fmla="*/ 0 h 266571"/>
                  <a:gd name="connsiteX8" fmla="*/ 12400 w 24799"/>
                  <a:gd name="connsiteY8" fmla="*/ 0 h 266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799" h="266571">
                    <a:moveTo>
                      <a:pt x="12400" y="0"/>
                    </a:moveTo>
                    <a:cubicBezTo>
                      <a:pt x="19163" y="0"/>
                      <a:pt x="24800" y="5636"/>
                      <a:pt x="24800" y="12400"/>
                    </a:cubicBezTo>
                    <a:lnTo>
                      <a:pt x="24800" y="254198"/>
                    </a:lnTo>
                    <a:cubicBezTo>
                      <a:pt x="24800" y="265283"/>
                      <a:pt x="11273" y="270731"/>
                      <a:pt x="3570" y="262840"/>
                    </a:cubicBezTo>
                    <a:lnTo>
                      <a:pt x="3570" y="262840"/>
                    </a:lnTo>
                    <a:cubicBezTo>
                      <a:pt x="1315" y="260586"/>
                      <a:pt x="0" y="257392"/>
                      <a:pt x="0" y="254198"/>
                    </a:cubicBezTo>
                    <a:lnTo>
                      <a:pt x="0" y="12400"/>
                    </a:lnTo>
                    <a:cubicBezTo>
                      <a:pt x="0" y="5636"/>
                      <a:pt x="5636" y="0"/>
                      <a:pt x="12400" y="0"/>
                    </a:cubicBezTo>
                    <a:lnTo>
                      <a:pt x="12400" y="0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6C4D32DC-93A5-FC71-1E45-CEC70B1A4D14}"/>
                  </a:ext>
                </a:extLst>
              </p:cNvPr>
              <p:cNvSpPr/>
              <p:nvPr/>
            </p:nvSpPr>
            <p:spPr>
              <a:xfrm>
                <a:off x="971613" y="2012370"/>
                <a:ext cx="24799" cy="259646"/>
              </a:xfrm>
              <a:custGeom>
                <a:avLst/>
                <a:gdLst>
                  <a:gd name="connsiteX0" fmla="*/ 0 w 24799"/>
                  <a:gd name="connsiteY0" fmla="*/ 259646 h 259646"/>
                  <a:gd name="connsiteX1" fmla="*/ 0 w 24799"/>
                  <a:gd name="connsiteY1" fmla="*/ 12400 h 259646"/>
                  <a:gd name="connsiteX2" fmla="*/ 12400 w 24799"/>
                  <a:gd name="connsiteY2" fmla="*/ 0 h 259646"/>
                  <a:gd name="connsiteX3" fmla="*/ 24800 w 24799"/>
                  <a:gd name="connsiteY3" fmla="*/ 12400 h 259646"/>
                  <a:gd name="connsiteX4" fmla="*/ 24800 w 24799"/>
                  <a:gd name="connsiteY4" fmla="*/ 259646 h 259646"/>
                  <a:gd name="connsiteX5" fmla="*/ 0 w 24799"/>
                  <a:gd name="connsiteY5" fmla="*/ 259646 h 259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799" h="259646">
                    <a:moveTo>
                      <a:pt x="0" y="259646"/>
                    </a:moveTo>
                    <a:lnTo>
                      <a:pt x="0" y="12400"/>
                    </a:lnTo>
                    <a:cubicBezTo>
                      <a:pt x="0" y="5636"/>
                      <a:pt x="5636" y="0"/>
                      <a:pt x="12400" y="0"/>
                    </a:cubicBezTo>
                    <a:cubicBezTo>
                      <a:pt x="19163" y="0"/>
                      <a:pt x="24800" y="5636"/>
                      <a:pt x="24800" y="12400"/>
                    </a:cubicBezTo>
                    <a:lnTo>
                      <a:pt x="24800" y="259646"/>
                    </a:lnTo>
                    <a:lnTo>
                      <a:pt x="0" y="259646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23ED72-D6E0-B188-014A-D52332B48F72}"/>
                  </a:ext>
                </a:extLst>
              </p:cNvPr>
              <p:cNvSpPr/>
              <p:nvPr/>
            </p:nvSpPr>
            <p:spPr>
              <a:xfrm>
                <a:off x="971613" y="2390755"/>
                <a:ext cx="24799" cy="266571"/>
              </a:xfrm>
              <a:custGeom>
                <a:avLst/>
                <a:gdLst>
                  <a:gd name="connsiteX0" fmla="*/ 12400 w 24799"/>
                  <a:gd name="connsiteY0" fmla="*/ 0 h 266571"/>
                  <a:gd name="connsiteX1" fmla="*/ 24800 w 24799"/>
                  <a:gd name="connsiteY1" fmla="*/ 12400 h 266571"/>
                  <a:gd name="connsiteX2" fmla="*/ 24800 w 24799"/>
                  <a:gd name="connsiteY2" fmla="*/ 254198 h 266571"/>
                  <a:gd name="connsiteX3" fmla="*/ 3570 w 24799"/>
                  <a:gd name="connsiteY3" fmla="*/ 262840 h 266571"/>
                  <a:gd name="connsiteX4" fmla="*/ 3570 w 24799"/>
                  <a:gd name="connsiteY4" fmla="*/ 262840 h 266571"/>
                  <a:gd name="connsiteX5" fmla="*/ 0 w 24799"/>
                  <a:gd name="connsiteY5" fmla="*/ 254198 h 266571"/>
                  <a:gd name="connsiteX6" fmla="*/ 0 w 24799"/>
                  <a:gd name="connsiteY6" fmla="*/ 12400 h 266571"/>
                  <a:gd name="connsiteX7" fmla="*/ 12400 w 24799"/>
                  <a:gd name="connsiteY7" fmla="*/ 0 h 266571"/>
                  <a:gd name="connsiteX8" fmla="*/ 12400 w 24799"/>
                  <a:gd name="connsiteY8" fmla="*/ 0 h 266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799" h="266571">
                    <a:moveTo>
                      <a:pt x="12400" y="0"/>
                    </a:moveTo>
                    <a:cubicBezTo>
                      <a:pt x="19163" y="0"/>
                      <a:pt x="24800" y="5636"/>
                      <a:pt x="24800" y="12400"/>
                    </a:cubicBezTo>
                    <a:lnTo>
                      <a:pt x="24800" y="254198"/>
                    </a:lnTo>
                    <a:cubicBezTo>
                      <a:pt x="24800" y="265283"/>
                      <a:pt x="11273" y="270731"/>
                      <a:pt x="3570" y="262840"/>
                    </a:cubicBezTo>
                    <a:lnTo>
                      <a:pt x="3570" y="262840"/>
                    </a:lnTo>
                    <a:cubicBezTo>
                      <a:pt x="1315" y="260586"/>
                      <a:pt x="0" y="257392"/>
                      <a:pt x="0" y="254198"/>
                    </a:cubicBezTo>
                    <a:lnTo>
                      <a:pt x="0" y="12400"/>
                    </a:lnTo>
                    <a:cubicBezTo>
                      <a:pt x="0" y="5636"/>
                      <a:pt x="5636" y="0"/>
                      <a:pt x="12400" y="0"/>
                    </a:cubicBezTo>
                    <a:lnTo>
                      <a:pt x="12400" y="0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CE22ADE5-1928-A593-FCAC-99D6DA832E0C}"/>
                  </a:ext>
                </a:extLst>
              </p:cNvPr>
              <p:cNvSpPr/>
              <p:nvPr/>
            </p:nvSpPr>
            <p:spPr>
              <a:xfrm>
                <a:off x="812294" y="2242519"/>
                <a:ext cx="227519" cy="508771"/>
              </a:xfrm>
              <a:custGeom>
                <a:avLst/>
                <a:gdLst>
                  <a:gd name="connsiteX0" fmla="*/ 227519 w 227519"/>
                  <a:gd name="connsiteY0" fmla="*/ 508772 h 508771"/>
                  <a:gd name="connsiteX1" fmla="*/ 0 w 227519"/>
                  <a:gd name="connsiteY1" fmla="*/ 508772 h 508771"/>
                  <a:gd name="connsiteX2" fmla="*/ 0 w 227519"/>
                  <a:gd name="connsiteY2" fmla="*/ 113854 h 508771"/>
                  <a:gd name="connsiteX3" fmla="*/ 113854 w 227519"/>
                  <a:gd name="connsiteY3" fmla="*/ 0 h 508771"/>
                  <a:gd name="connsiteX4" fmla="*/ 227519 w 227519"/>
                  <a:gd name="connsiteY4" fmla="*/ 0 h 508771"/>
                  <a:gd name="connsiteX5" fmla="*/ 227519 w 227519"/>
                  <a:gd name="connsiteY5" fmla="*/ 31751 h 508771"/>
                  <a:gd name="connsiteX6" fmla="*/ 164205 w 227519"/>
                  <a:gd name="connsiteY6" fmla="*/ 31751 h 508771"/>
                  <a:gd name="connsiteX7" fmla="*/ 82102 w 227519"/>
                  <a:gd name="connsiteY7" fmla="*/ 113854 h 508771"/>
                  <a:gd name="connsiteX8" fmla="*/ 82102 w 227519"/>
                  <a:gd name="connsiteY8" fmla="*/ 477020 h 508771"/>
                  <a:gd name="connsiteX9" fmla="*/ 227519 w 227519"/>
                  <a:gd name="connsiteY9" fmla="*/ 477020 h 508771"/>
                  <a:gd name="connsiteX10" fmla="*/ 227519 w 227519"/>
                  <a:gd name="connsiteY10" fmla="*/ 508772 h 508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7519" h="508771">
                    <a:moveTo>
                      <a:pt x="227519" y="508772"/>
                    </a:moveTo>
                    <a:lnTo>
                      <a:pt x="0" y="508772"/>
                    </a:lnTo>
                    <a:lnTo>
                      <a:pt x="0" y="113854"/>
                    </a:lnTo>
                    <a:cubicBezTo>
                      <a:pt x="0" y="50915"/>
                      <a:pt x="50915" y="0"/>
                      <a:pt x="113854" y="0"/>
                    </a:cubicBezTo>
                    <a:lnTo>
                      <a:pt x="227519" y="0"/>
                    </a:lnTo>
                    <a:lnTo>
                      <a:pt x="227519" y="31751"/>
                    </a:lnTo>
                    <a:lnTo>
                      <a:pt x="164205" y="31751"/>
                    </a:lnTo>
                    <a:cubicBezTo>
                      <a:pt x="118926" y="31751"/>
                      <a:pt x="82102" y="68575"/>
                      <a:pt x="82102" y="113854"/>
                    </a:cubicBezTo>
                    <a:lnTo>
                      <a:pt x="82102" y="477020"/>
                    </a:lnTo>
                    <a:lnTo>
                      <a:pt x="227519" y="477020"/>
                    </a:lnTo>
                    <a:lnTo>
                      <a:pt x="227519" y="508772"/>
                    </a:lnTo>
                    <a:close/>
                  </a:path>
                </a:pathLst>
              </a:custGeom>
              <a:solidFill>
                <a:srgbClr val="66737C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4FC05D27-D269-DD39-6C3C-A4C7AF74FC34}"/>
                  </a:ext>
                </a:extLst>
              </p:cNvPr>
              <p:cNvSpPr/>
              <p:nvPr/>
            </p:nvSpPr>
            <p:spPr>
              <a:xfrm>
                <a:off x="1424022" y="2242519"/>
                <a:ext cx="283506" cy="508771"/>
              </a:xfrm>
              <a:custGeom>
                <a:avLst/>
                <a:gdLst>
                  <a:gd name="connsiteX0" fmla="*/ 16533 w 283506"/>
                  <a:gd name="connsiteY0" fmla="*/ 477020 h 508771"/>
                  <a:gd name="connsiteX1" fmla="*/ 16909 w 283506"/>
                  <a:gd name="connsiteY1" fmla="*/ 477020 h 508771"/>
                  <a:gd name="connsiteX2" fmla="*/ 207041 w 283506"/>
                  <a:gd name="connsiteY2" fmla="*/ 477020 h 508771"/>
                  <a:gd name="connsiteX3" fmla="*/ 207041 w 283506"/>
                  <a:gd name="connsiteY3" fmla="*/ 113854 h 508771"/>
                  <a:gd name="connsiteX4" fmla="*/ 124938 w 283506"/>
                  <a:gd name="connsiteY4" fmla="*/ 31751 h 508771"/>
                  <a:gd name="connsiteX5" fmla="*/ 16909 w 283506"/>
                  <a:gd name="connsiteY5" fmla="*/ 31751 h 508771"/>
                  <a:gd name="connsiteX6" fmla="*/ 16533 w 283506"/>
                  <a:gd name="connsiteY6" fmla="*/ 31751 h 508771"/>
                  <a:gd name="connsiteX7" fmla="*/ 0 w 283506"/>
                  <a:gd name="connsiteY7" fmla="*/ 0 h 508771"/>
                  <a:gd name="connsiteX8" fmla="*/ 169653 w 283506"/>
                  <a:gd name="connsiteY8" fmla="*/ 0 h 508771"/>
                  <a:gd name="connsiteX9" fmla="*/ 283507 w 283506"/>
                  <a:gd name="connsiteY9" fmla="*/ 113854 h 508771"/>
                  <a:gd name="connsiteX10" fmla="*/ 283507 w 283506"/>
                  <a:gd name="connsiteY10" fmla="*/ 508772 h 508771"/>
                  <a:gd name="connsiteX11" fmla="*/ 188 w 283506"/>
                  <a:gd name="connsiteY11" fmla="*/ 508772 h 508771"/>
                  <a:gd name="connsiteX12" fmla="*/ 16721 w 283506"/>
                  <a:gd name="connsiteY12" fmla="*/ 477020 h 508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3506" h="508771">
                    <a:moveTo>
                      <a:pt x="16533" y="477020"/>
                    </a:moveTo>
                    <a:cubicBezTo>
                      <a:pt x="16533" y="477020"/>
                      <a:pt x="16721" y="477020"/>
                      <a:pt x="16909" y="477020"/>
                    </a:cubicBezTo>
                    <a:lnTo>
                      <a:pt x="207041" y="477020"/>
                    </a:lnTo>
                    <a:lnTo>
                      <a:pt x="207041" y="113854"/>
                    </a:lnTo>
                    <a:cubicBezTo>
                      <a:pt x="207041" y="68575"/>
                      <a:pt x="170217" y="31751"/>
                      <a:pt x="124938" y="31751"/>
                    </a:cubicBezTo>
                    <a:lnTo>
                      <a:pt x="16909" y="31751"/>
                    </a:lnTo>
                    <a:cubicBezTo>
                      <a:pt x="16909" y="31751"/>
                      <a:pt x="16721" y="31751"/>
                      <a:pt x="16533" y="31751"/>
                    </a:cubicBezTo>
                    <a:lnTo>
                      <a:pt x="0" y="0"/>
                    </a:lnTo>
                    <a:lnTo>
                      <a:pt x="169653" y="0"/>
                    </a:lnTo>
                    <a:cubicBezTo>
                      <a:pt x="232592" y="0"/>
                      <a:pt x="283507" y="50915"/>
                      <a:pt x="283507" y="113854"/>
                    </a:cubicBezTo>
                    <a:lnTo>
                      <a:pt x="283507" y="508772"/>
                    </a:lnTo>
                    <a:lnTo>
                      <a:pt x="188" y="508772"/>
                    </a:lnTo>
                    <a:lnTo>
                      <a:pt x="16721" y="477020"/>
                    </a:lnTo>
                    <a:close/>
                  </a:path>
                </a:pathLst>
              </a:custGeom>
              <a:solidFill>
                <a:srgbClr val="66737C"/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C0F0D3C7-E258-8AE0-8D36-A94ABCD3BF2E}"/>
                  </a:ext>
                </a:extLst>
              </p:cNvPr>
              <p:cNvSpPr/>
              <p:nvPr/>
            </p:nvSpPr>
            <p:spPr>
              <a:xfrm>
                <a:off x="795573" y="2242332"/>
                <a:ext cx="844883" cy="508771"/>
              </a:xfrm>
              <a:custGeom>
                <a:avLst/>
                <a:gdLst>
                  <a:gd name="connsiteX0" fmla="*/ 0 w 844883"/>
                  <a:gd name="connsiteY0" fmla="*/ 113854 h 508771"/>
                  <a:gd name="connsiteX1" fmla="*/ 113854 w 844883"/>
                  <a:gd name="connsiteY1" fmla="*/ 0 h 508771"/>
                  <a:gd name="connsiteX2" fmla="*/ 731030 w 844883"/>
                  <a:gd name="connsiteY2" fmla="*/ 0 h 508771"/>
                  <a:gd name="connsiteX3" fmla="*/ 844884 w 844883"/>
                  <a:gd name="connsiteY3" fmla="*/ 113854 h 508771"/>
                  <a:gd name="connsiteX4" fmla="*/ 844884 w 844883"/>
                  <a:gd name="connsiteY4" fmla="*/ 508771 h 508771"/>
                  <a:gd name="connsiteX5" fmla="*/ 0 w 844883"/>
                  <a:gd name="connsiteY5" fmla="*/ 508771 h 508771"/>
                  <a:gd name="connsiteX6" fmla="*/ 0 w 844883"/>
                  <a:gd name="connsiteY6" fmla="*/ 113854 h 508771"/>
                  <a:gd name="connsiteX7" fmla="*/ 113854 w 844883"/>
                  <a:gd name="connsiteY7" fmla="*/ 31751 h 508771"/>
                  <a:gd name="connsiteX8" fmla="*/ 31751 w 844883"/>
                  <a:gd name="connsiteY8" fmla="*/ 113854 h 508771"/>
                  <a:gd name="connsiteX9" fmla="*/ 31751 w 844883"/>
                  <a:gd name="connsiteY9" fmla="*/ 477020 h 508771"/>
                  <a:gd name="connsiteX10" fmla="*/ 813132 w 844883"/>
                  <a:gd name="connsiteY10" fmla="*/ 477020 h 508771"/>
                  <a:gd name="connsiteX11" fmla="*/ 813132 w 844883"/>
                  <a:gd name="connsiteY11" fmla="*/ 113854 h 508771"/>
                  <a:gd name="connsiteX12" fmla="*/ 731030 w 844883"/>
                  <a:gd name="connsiteY12" fmla="*/ 31751 h 508771"/>
                  <a:gd name="connsiteX13" fmla="*/ 113854 w 844883"/>
                  <a:gd name="connsiteY13" fmla="*/ 31751 h 508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4883" h="508771">
                    <a:moveTo>
                      <a:pt x="0" y="113854"/>
                    </a:moveTo>
                    <a:cubicBezTo>
                      <a:pt x="0" y="50915"/>
                      <a:pt x="50915" y="0"/>
                      <a:pt x="113854" y="0"/>
                    </a:cubicBezTo>
                    <a:lnTo>
                      <a:pt x="731030" y="0"/>
                    </a:lnTo>
                    <a:cubicBezTo>
                      <a:pt x="793969" y="0"/>
                      <a:pt x="844884" y="50915"/>
                      <a:pt x="844884" y="113854"/>
                    </a:cubicBezTo>
                    <a:lnTo>
                      <a:pt x="844884" y="508771"/>
                    </a:lnTo>
                    <a:lnTo>
                      <a:pt x="0" y="508771"/>
                    </a:lnTo>
                    <a:lnTo>
                      <a:pt x="0" y="113854"/>
                    </a:lnTo>
                    <a:close/>
                    <a:moveTo>
                      <a:pt x="113854" y="31751"/>
                    </a:moveTo>
                    <a:cubicBezTo>
                      <a:pt x="68575" y="31751"/>
                      <a:pt x="31751" y="68575"/>
                      <a:pt x="31751" y="113854"/>
                    </a:cubicBezTo>
                    <a:lnTo>
                      <a:pt x="31751" y="477020"/>
                    </a:lnTo>
                    <a:lnTo>
                      <a:pt x="813132" y="477020"/>
                    </a:lnTo>
                    <a:lnTo>
                      <a:pt x="813132" y="113854"/>
                    </a:lnTo>
                    <a:cubicBezTo>
                      <a:pt x="813132" y="68575"/>
                      <a:pt x="776308" y="31751"/>
                      <a:pt x="731030" y="31751"/>
                    </a:cubicBezTo>
                    <a:lnTo>
                      <a:pt x="113854" y="31751"/>
                    </a:lnTo>
                    <a:close/>
                  </a:path>
                </a:pathLst>
              </a:custGeom>
              <a:solidFill>
                <a:srgbClr val="DFE3E6"/>
              </a:solidFill>
              <a:ln w="6350" cap="flat" cmpd="sng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72" name="Rounded Rectangle 138">
            <a:extLst>
              <a:ext uri="{FF2B5EF4-FFF2-40B4-BE49-F238E27FC236}">
                <a16:creationId xmlns:a16="http://schemas.microsoft.com/office/drawing/2014/main" id="{7338FA6C-1713-0C67-318F-23303B914CB1}"/>
              </a:ext>
            </a:extLst>
          </p:cNvPr>
          <p:cNvSpPr/>
          <p:nvPr/>
        </p:nvSpPr>
        <p:spPr bwMode="auto">
          <a:xfrm>
            <a:off x="102328" y="3381227"/>
            <a:ext cx="3856399" cy="2839568"/>
          </a:xfrm>
          <a:prstGeom prst="roundRect">
            <a:avLst>
              <a:gd name="adj" fmla="val 2410"/>
            </a:avLst>
          </a:prstGeom>
          <a:solidFill>
            <a:srgbClr val="FFFFFF">
              <a:alpha val="80000"/>
            </a:srgbClr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864BFCC-F9E9-25ED-F35F-1F369548E8EB}"/>
              </a:ext>
            </a:extLst>
          </p:cNvPr>
          <p:cNvSpPr txBox="1"/>
          <p:nvPr/>
        </p:nvSpPr>
        <p:spPr>
          <a:xfrm>
            <a:off x="126314" y="3949727"/>
            <a:ext cx="3908671" cy="2195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Cillumdo: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Loreeufugia tn ULL apar iaturex c epteu rsintoccae, catcupida tatno nproid ent suntincu lpaq uiofficiade se runtm ollit 2 an imi DEST’l aborumcurabi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Turno Nnull: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Asitame tnisltem pusconv all isq uisacl ect uspellen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Tesquei nipsumidor cip ortada pibusviv am ussus cipittortor eg etfelisp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O2R/TT: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Itorvolutpatcr asu ltriciesli gu lased-magn / adictumpor talo remip SUMd olo rsi ta metcons ectet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Uradip iscing elitseddoe iusmodt</a:t>
            </a:r>
          </a:p>
        </p:txBody>
      </p:sp>
      <p:sp>
        <p:nvSpPr>
          <p:cNvPr id="174" name="Rectangle: Top Corners Rounded 173">
            <a:extLst>
              <a:ext uri="{FF2B5EF4-FFF2-40B4-BE49-F238E27FC236}">
                <a16:creationId xmlns:a16="http://schemas.microsoft.com/office/drawing/2014/main" id="{3A6671F0-B8D2-8F2B-EB09-C42C0A07E55D}"/>
              </a:ext>
            </a:extLst>
          </p:cNvPr>
          <p:cNvSpPr/>
          <p:nvPr/>
        </p:nvSpPr>
        <p:spPr>
          <a:xfrm>
            <a:off x="814807" y="3374965"/>
            <a:ext cx="2431440" cy="511200"/>
          </a:xfrm>
          <a:prstGeom prst="round2SameRect">
            <a:avLst>
              <a:gd name="adj1" fmla="val 0"/>
              <a:gd name="adj2" fmla="val 12634"/>
            </a:avLst>
          </a:prstGeom>
          <a:solidFill>
            <a:srgbClr val="66737C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Empor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Incidi Duntutla, Bore &amp; Etdo</a:t>
            </a:r>
          </a:p>
        </p:txBody>
      </p:sp>
      <p:sp>
        <p:nvSpPr>
          <p:cNvPr id="175" name="Rounded Rectangle 138">
            <a:extLst>
              <a:ext uri="{FF2B5EF4-FFF2-40B4-BE49-F238E27FC236}">
                <a16:creationId xmlns:a16="http://schemas.microsoft.com/office/drawing/2014/main" id="{A3AFF3E7-894A-9C47-B015-AE61F773DFBB}"/>
              </a:ext>
            </a:extLst>
          </p:cNvPr>
          <p:cNvSpPr/>
          <p:nvPr/>
        </p:nvSpPr>
        <p:spPr bwMode="auto">
          <a:xfrm>
            <a:off x="4023582" y="3059713"/>
            <a:ext cx="3958944" cy="3169523"/>
          </a:xfrm>
          <a:prstGeom prst="roundRect">
            <a:avLst>
              <a:gd name="adj" fmla="val 2168"/>
            </a:avLst>
          </a:prstGeom>
          <a:solidFill>
            <a:srgbClr val="FFFFFF">
              <a:alpha val="85000"/>
            </a:srgbClr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176" name="Rectangle: Top Corners Rounded 175">
            <a:extLst>
              <a:ext uri="{FF2B5EF4-FFF2-40B4-BE49-F238E27FC236}">
                <a16:creationId xmlns:a16="http://schemas.microsoft.com/office/drawing/2014/main" id="{018F0F47-6185-A494-F3CC-3EBB295118A2}"/>
              </a:ext>
            </a:extLst>
          </p:cNvPr>
          <p:cNvSpPr/>
          <p:nvPr/>
        </p:nvSpPr>
        <p:spPr>
          <a:xfrm>
            <a:off x="4788054" y="3055083"/>
            <a:ext cx="2430000" cy="510316"/>
          </a:xfrm>
          <a:prstGeom prst="round2SameRect">
            <a:avLst>
              <a:gd name="adj1" fmla="val 0"/>
              <a:gd name="adj2" fmla="val 13273"/>
            </a:avLst>
          </a:prstGeom>
          <a:solidFill>
            <a:srgbClr val="7ECAF8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Agnaaliquaute &amp; Nimadm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923398C-23AB-D151-5C82-FDC70990B83C}"/>
              </a:ext>
            </a:extLst>
          </p:cNvPr>
          <p:cNvSpPr txBox="1"/>
          <p:nvPr/>
        </p:nvSpPr>
        <p:spPr>
          <a:xfrm>
            <a:off x="4095652" y="3575759"/>
            <a:ext cx="3857143" cy="2380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Inimveni: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Amquisnostrudexer ci tati-on-ullam colaboris nis iutaliq / uipexeaco-mmodoco nsequatd uisautei rur E2D ol orinr eprehe nderitin voluptatev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Elite Sseci: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Llumdoloree ufugiatn ullapariatur excepteu rsintoc caecatcupi datatnon proide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Ntsuntincul pa Quiof fic iades eruntmolli tanimid estlabor umc-ur abitu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Rnonnull Asitamet / NISl: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Temp usconvalli, squisaclec, tus pellentes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Q2U: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Einipsu midorc ip-ortad apibusvivam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8" name="Rounded Rectangle 138">
            <a:extLst>
              <a:ext uri="{FF2B5EF4-FFF2-40B4-BE49-F238E27FC236}">
                <a16:creationId xmlns:a16="http://schemas.microsoft.com/office/drawing/2014/main" id="{7971218F-F0C0-DE76-F554-4C1A2011AF1F}"/>
              </a:ext>
            </a:extLst>
          </p:cNvPr>
          <p:cNvSpPr/>
          <p:nvPr/>
        </p:nvSpPr>
        <p:spPr bwMode="auto">
          <a:xfrm>
            <a:off x="8047381" y="2853264"/>
            <a:ext cx="4063795" cy="3381392"/>
          </a:xfrm>
          <a:prstGeom prst="roundRect">
            <a:avLst>
              <a:gd name="adj" fmla="val 2017"/>
            </a:avLst>
          </a:prstGeom>
          <a:solidFill>
            <a:srgbClr val="FFFFFF">
              <a:alpha val="90000"/>
            </a:srgbClr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179" name="Rectangle: Top Corners Rounded 178">
            <a:extLst>
              <a:ext uri="{FF2B5EF4-FFF2-40B4-BE49-F238E27FC236}">
                <a16:creationId xmlns:a16="http://schemas.microsoft.com/office/drawing/2014/main" id="{DA8F2FD0-C2FC-7C61-D4F0-C5B7895B792C}"/>
              </a:ext>
            </a:extLst>
          </p:cNvPr>
          <p:cNvSpPr/>
          <p:nvPr/>
        </p:nvSpPr>
        <p:spPr>
          <a:xfrm>
            <a:off x="8864278" y="2849684"/>
            <a:ext cx="2430000" cy="510316"/>
          </a:xfrm>
          <a:prstGeom prst="round2SameRect">
            <a:avLst>
              <a:gd name="adj1" fmla="val 0"/>
              <a:gd name="adj2" fmla="val 14415"/>
            </a:avLst>
          </a:prstGeom>
          <a:solidFill>
            <a:srgbClr val="FED05D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FBBE26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Ussuscipitto Rtorege</a:t>
            </a:r>
            <a:endParaRPr lang="en-US" sz="1400" b="1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Tf-Elisport &amp; Tito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DD024E4-74EA-6838-9149-96F0AC13B510}"/>
              </a:ext>
            </a:extLst>
          </p:cNvPr>
          <p:cNvSpPr txBox="1"/>
          <p:nvPr/>
        </p:nvSpPr>
        <p:spPr>
          <a:xfrm>
            <a:off x="8122907" y="3359041"/>
            <a:ext cx="392905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Rvolutpa: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Tcrasultri ciesli gulasedmagn ad ictum portalo remipsumdo, lorsitam-etconse cteturad, ipi scingelits, eddo-eius modt emporincididunt ut laboreetd olor Emag Naaliquau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Tenim Admin: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Imveniam qu is-nostrudexe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Rcitati on ullamcola borisni – siut aliquipexea co Mmodoconsequat &amp; Duisa Uteirur edolorinrepr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Ehen-de-ritin volupta tevelit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E2S/Secillum Doloreeu: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Fugiatnullapariature xc Epteurs 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T2O: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Ccaecatcupi datatnonpr oidentsun tinculpa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757124DC-602D-5B09-773D-0CB9787E135A}"/>
              </a:ext>
            </a:extLst>
          </p:cNvPr>
          <p:cNvGrpSpPr/>
          <p:nvPr/>
        </p:nvGrpSpPr>
        <p:grpSpPr>
          <a:xfrm>
            <a:off x="4682640" y="1271663"/>
            <a:ext cx="2280948" cy="1762302"/>
            <a:chOff x="4510422" y="834979"/>
            <a:chExt cx="2330343" cy="180046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E140963-3927-D943-D4FA-7730C93B9441}"/>
                </a:ext>
              </a:extLst>
            </p:cNvPr>
            <p:cNvGrpSpPr/>
            <p:nvPr/>
          </p:nvGrpSpPr>
          <p:grpSpPr>
            <a:xfrm>
              <a:off x="4510422" y="834979"/>
              <a:ext cx="1609222" cy="1212910"/>
              <a:chOff x="4456303" y="719099"/>
              <a:chExt cx="1700593" cy="1281779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5F932AC-BF99-21D2-EE86-C6C5DBF575BD}"/>
                  </a:ext>
                </a:extLst>
              </p:cNvPr>
              <p:cNvSpPr/>
              <p:nvPr/>
            </p:nvSpPr>
            <p:spPr>
              <a:xfrm>
                <a:off x="4464588" y="727290"/>
                <a:ext cx="1684020" cy="1265396"/>
              </a:xfrm>
              <a:custGeom>
                <a:avLst/>
                <a:gdLst>
                  <a:gd name="connsiteX0" fmla="*/ 16670 w 1684020"/>
                  <a:gd name="connsiteY0" fmla="*/ 1265396 h 1265396"/>
                  <a:gd name="connsiteX1" fmla="*/ 1 w 1684020"/>
                  <a:gd name="connsiteY1" fmla="*/ 1248632 h 1265396"/>
                  <a:gd name="connsiteX2" fmla="*/ 1 w 1684020"/>
                  <a:gd name="connsiteY2" fmla="*/ 19241 h 1265396"/>
                  <a:gd name="connsiteX3" fmla="*/ 19051 w 1684020"/>
                  <a:gd name="connsiteY3" fmla="*/ 0 h 1265396"/>
                  <a:gd name="connsiteX4" fmla="*/ 1664780 w 1684020"/>
                  <a:gd name="connsiteY4" fmla="*/ 0 h 1265396"/>
                  <a:gd name="connsiteX5" fmla="*/ 1684021 w 1684020"/>
                  <a:gd name="connsiteY5" fmla="*/ 19241 h 1265396"/>
                  <a:gd name="connsiteX6" fmla="*/ 1684021 w 1684020"/>
                  <a:gd name="connsiteY6" fmla="*/ 1248632 h 1265396"/>
                  <a:gd name="connsiteX7" fmla="*/ 1667257 w 1684020"/>
                  <a:gd name="connsiteY7" fmla="*/ 1265396 h 1265396"/>
                  <a:gd name="connsiteX8" fmla="*/ 16670 w 1684020"/>
                  <a:gd name="connsiteY8" fmla="*/ 1265396 h 1265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4020" h="1265396">
                    <a:moveTo>
                      <a:pt x="16670" y="1265396"/>
                    </a:moveTo>
                    <a:cubicBezTo>
                      <a:pt x="7430" y="1265396"/>
                      <a:pt x="1" y="1257872"/>
                      <a:pt x="1" y="1248632"/>
                    </a:cubicBezTo>
                    <a:lnTo>
                      <a:pt x="1" y="19241"/>
                    </a:lnTo>
                    <a:cubicBezTo>
                      <a:pt x="-94" y="8668"/>
                      <a:pt x="8478" y="0"/>
                      <a:pt x="19051" y="0"/>
                    </a:cubicBezTo>
                    <a:lnTo>
                      <a:pt x="1664780" y="0"/>
                    </a:lnTo>
                    <a:cubicBezTo>
                      <a:pt x="1675353" y="0"/>
                      <a:pt x="1684021" y="8668"/>
                      <a:pt x="1684021" y="19241"/>
                    </a:cubicBezTo>
                    <a:lnTo>
                      <a:pt x="1684021" y="1248632"/>
                    </a:lnTo>
                    <a:cubicBezTo>
                      <a:pt x="1684021" y="1257872"/>
                      <a:pt x="1676496" y="1265396"/>
                      <a:pt x="1667257" y="1265396"/>
                    </a:cubicBezTo>
                    <a:lnTo>
                      <a:pt x="16670" y="1265396"/>
                    </a:lnTo>
                    <a:close/>
                  </a:path>
                </a:pathLst>
              </a:custGeom>
              <a:solidFill>
                <a:srgbClr val="A2ABB0">
                  <a:alpha val="81000"/>
                </a:srgbClr>
              </a:solidFill>
              <a:ln w="6350" cap="flat" cmpd="sng">
                <a:noFill/>
                <a:prstDash val="solid"/>
                <a:miter/>
              </a:ln>
              <a:effectLst>
                <a:outerShdw blurRad="190500" dist="38100" dir="5400000" rotWithShape="0">
                  <a:srgbClr val="66737C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740A72A-93E8-50B9-F490-8C2644F5D18E}"/>
                  </a:ext>
                </a:extLst>
              </p:cNvPr>
              <p:cNvSpPr/>
              <p:nvPr/>
            </p:nvSpPr>
            <p:spPr>
              <a:xfrm>
                <a:off x="4456303" y="719099"/>
                <a:ext cx="1700593" cy="1281779"/>
              </a:xfrm>
              <a:custGeom>
                <a:avLst/>
                <a:gdLst>
                  <a:gd name="connsiteX0" fmla="*/ 1673162 w 1700593"/>
                  <a:gd name="connsiteY0" fmla="*/ 0 h 1281779"/>
                  <a:gd name="connsiteX1" fmla="*/ 27337 w 1700593"/>
                  <a:gd name="connsiteY1" fmla="*/ 0 h 1281779"/>
                  <a:gd name="connsiteX2" fmla="*/ 0 w 1700593"/>
                  <a:gd name="connsiteY2" fmla="*/ 27432 h 1281779"/>
                  <a:gd name="connsiteX3" fmla="*/ 0 w 1700593"/>
                  <a:gd name="connsiteY3" fmla="*/ 1256824 h 1281779"/>
                  <a:gd name="connsiteX4" fmla="*/ 24955 w 1700593"/>
                  <a:gd name="connsiteY4" fmla="*/ 1281779 h 1281779"/>
                  <a:gd name="connsiteX5" fmla="*/ 1675638 w 1700593"/>
                  <a:gd name="connsiteY5" fmla="*/ 1281779 h 1281779"/>
                  <a:gd name="connsiteX6" fmla="*/ 1700593 w 1700593"/>
                  <a:gd name="connsiteY6" fmla="*/ 1256824 h 1281779"/>
                  <a:gd name="connsiteX7" fmla="*/ 1700593 w 1700593"/>
                  <a:gd name="connsiteY7" fmla="*/ 27432 h 1281779"/>
                  <a:gd name="connsiteX8" fmla="*/ 1673162 w 1700593"/>
                  <a:gd name="connsiteY8" fmla="*/ 0 h 1281779"/>
                  <a:gd name="connsiteX9" fmla="*/ 1684115 w 1700593"/>
                  <a:gd name="connsiteY9" fmla="*/ 1256824 h 1281779"/>
                  <a:gd name="connsiteX10" fmla="*/ 1675638 w 1700593"/>
                  <a:gd name="connsiteY10" fmla="*/ 1265396 h 1281779"/>
                  <a:gd name="connsiteX11" fmla="*/ 24955 w 1700593"/>
                  <a:gd name="connsiteY11" fmla="*/ 1265396 h 1281779"/>
                  <a:gd name="connsiteX12" fmla="*/ 16478 w 1700593"/>
                  <a:gd name="connsiteY12" fmla="*/ 1256824 h 1281779"/>
                  <a:gd name="connsiteX13" fmla="*/ 16478 w 1700593"/>
                  <a:gd name="connsiteY13" fmla="*/ 27432 h 1281779"/>
                  <a:gd name="connsiteX14" fmla="*/ 27432 w 1700593"/>
                  <a:gd name="connsiteY14" fmla="*/ 16478 h 1281779"/>
                  <a:gd name="connsiteX15" fmla="*/ 1673162 w 1700593"/>
                  <a:gd name="connsiteY15" fmla="*/ 16478 h 1281779"/>
                  <a:gd name="connsiteX16" fmla="*/ 1684115 w 1700593"/>
                  <a:gd name="connsiteY16" fmla="*/ 27432 h 1281779"/>
                  <a:gd name="connsiteX17" fmla="*/ 1684115 w 1700593"/>
                  <a:gd name="connsiteY17" fmla="*/ 1256824 h 1281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00593" h="1281779">
                    <a:moveTo>
                      <a:pt x="1673162" y="0"/>
                    </a:moveTo>
                    <a:lnTo>
                      <a:pt x="27337" y="0"/>
                    </a:lnTo>
                    <a:cubicBezTo>
                      <a:pt x="12287" y="0"/>
                      <a:pt x="0" y="12287"/>
                      <a:pt x="0" y="27432"/>
                    </a:cubicBezTo>
                    <a:lnTo>
                      <a:pt x="0" y="1256824"/>
                    </a:lnTo>
                    <a:cubicBezTo>
                      <a:pt x="0" y="1270635"/>
                      <a:pt x="11144" y="1281779"/>
                      <a:pt x="24955" y="1281779"/>
                    </a:cubicBezTo>
                    <a:lnTo>
                      <a:pt x="1675638" y="1281779"/>
                    </a:lnTo>
                    <a:cubicBezTo>
                      <a:pt x="1689354" y="1281779"/>
                      <a:pt x="1700593" y="1270635"/>
                      <a:pt x="1700593" y="1256824"/>
                    </a:cubicBezTo>
                    <a:lnTo>
                      <a:pt x="1700593" y="27432"/>
                    </a:lnTo>
                    <a:cubicBezTo>
                      <a:pt x="1700593" y="12287"/>
                      <a:pt x="1688306" y="0"/>
                      <a:pt x="1673162" y="0"/>
                    </a:cubicBezTo>
                    <a:close/>
                    <a:moveTo>
                      <a:pt x="1684115" y="1256824"/>
                    </a:moveTo>
                    <a:cubicBezTo>
                      <a:pt x="1684115" y="1261586"/>
                      <a:pt x="1680305" y="1265396"/>
                      <a:pt x="1675638" y="1265396"/>
                    </a:cubicBezTo>
                    <a:lnTo>
                      <a:pt x="24955" y="1265396"/>
                    </a:lnTo>
                    <a:cubicBezTo>
                      <a:pt x="20288" y="1265396"/>
                      <a:pt x="16478" y="1261586"/>
                      <a:pt x="16478" y="1256824"/>
                    </a:cubicBezTo>
                    <a:lnTo>
                      <a:pt x="16478" y="27432"/>
                    </a:lnTo>
                    <a:cubicBezTo>
                      <a:pt x="16478" y="21336"/>
                      <a:pt x="21431" y="16478"/>
                      <a:pt x="27432" y="16478"/>
                    </a:cubicBezTo>
                    <a:lnTo>
                      <a:pt x="1673162" y="16478"/>
                    </a:lnTo>
                    <a:cubicBezTo>
                      <a:pt x="1679258" y="16478"/>
                      <a:pt x="1684115" y="21431"/>
                      <a:pt x="1684115" y="27432"/>
                    </a:cubicBezTo>
                    <a:lnTo>
                      <a:pt x="1684115" y="1256824"/>
                    </a:lnTo>
                    <a:close/>
                  </a:path>
                </a:pathLst>
              </a:custGeom>
              <a:solidFill>
                <a:srgbClr val="B0C0CA">
                  <a:alpha val="48000"/>
                </a:srgb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5DAE9F3-08CA-B69E-C106-5CDDDC001BE8}"/>
                  </a:ext>
                </a:extLst>
              </p:cNvPr>
              <p:cNvSpPr/>
              <p:nvPr/>
            </p:nvSpPr>
            <p:spPr>
              <a:xfrm>
                <a:off x="4456303" y="719099"/>
                <a:ext cx="1700498" cy="90201"/>
              </a:xfrm>
              <a:custGeom>
                <a:avLst/>
                <a:gdLst>
                  <a:gd name="connsiteX0" fmla="*/ 27337 w 1700498"/>
                  <a:gd name="connsiteY0" fmla="*/ 0 h 90201"/>
                  <a:gd name="connsiteX1" fmla="*/ 1673066 w 1700498"/>
                  <a:gd name="connsiteY1" fmla="*/ 0 h 90201"/>
                  <a:gd name="connsiteX2" fmla="*/ 1700498 w 1700498"/>
                  <a:gd name="connsiteY2" fmla="*/ 27432 h 90201"/>
                  <a:gd name="connsiteX3" fmla="*/ 1700498 w 1700498"/>
                  <a:gd name="connsiteY3" fmla="*/ 90202 h 90201"/>
                  <a:gd name="connsiteX4" fmla="*/ 0 w 1700498"/>
                  <a:gd name="connsiteY4" fmla="*/ 90202 h 90201"/>
                  <a:gd name="connsiteX5" fmla="*/ 0 w 1700498"/>
                  <a:gd name="connsiteY5" fmla="*/ 27432 h 90201"/>
                  <a:gd name="connsiteX6" fmla="*/ 27337 w 1700498"/>
                  <a:gd name="connsiteY6" fmla="*/ 0 h 90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0498" h="90201">
                    <a:moveTo>
                      <a:pt x="27337" y="0"/>
                    </a:moveTo>
                    <a:lnTo>
                      <a:pt x="1673066" y="0"/>
                    </a:lnTo>
                    <a:cubicBezTo>
                      <a:pt x="1688211" y="0"/>
                      <a:pt x="1700498" y="12287"/>
                      <a:pt x="1700498" y="27432"/>
                    </a:cubicBezTo>
                    <a:lnTo>
                      <a:pt x="1700498" y="90202"/>
                    </a:lnTo>
                    <a:lnTo>
                      <a:pt x="0" y="90202"/>
                    </a:lnTo>
                    <a:lnTo>
                      <a:pt x="0" y="27432"/>
                    </a:lnTo>
                    <a:cubicBezTo>
                      <a:pt x="0" y="12287"/>
                      <a:pt x="12287" y="0"/>
                      <a:pt x="27337" y="0"/>
                    </a:cubicBezTo>
                    <a:close/>
                  </a:path>
                </a:pathLst>
              </a:custGeom>
              <a:solidFill>
                <a:srgbClr val="9AAEC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4EAFDF0-61CE-70E6-0F42-11AD18FDDD2D}"/>
                  </a:ext>
                </a:extLst>
              </p:cNvPr>
              <p:cNvSpPr/>
              <p:nvPr/>
            </p:nvSpPr>
            <p:spPr>
              <a:xfrm>
                <a:off x="4613941" y="744816"/>
                <a:ext cx="38957" cy="38957"/>
              </a:xfrm>
              <a:custGeom>
                <a:avLst/>
                <a:gdLst>
                  <a:gd name="connsiteX0" fmla="*/ 0 w 38957"/>
                  <a:gd name="connsiteY0" fmla="*/ 19526 h 38957"/>
                  <a:gd name="connsiteX1" fmla="*/ 19526 w 38957"/>
                  <a:gd name="connsiteY1" fmla="*/ 38957 h 38957"/>
                  <a:gd name="connsiteX2" fmla="*/ 38957 w 38957"/>
                  <a:gd name="connsiteY2" fmla="*/ 19526 h 38957"/>
                  <a:gd name="connsiteX3" fmla="*/ 19526 w 38957"/>
                  <a:gd name="connsiteY3" fmla="*/ 0 h 38957"/>
                  <a:gd name="connsiteX4" fmla="*/ 0 w 38957"/>
                  <a:gd name="connsiteY4" fmla="*/ 19526 h 3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57" h="38957">
                    <a:moveTo>
                      <a:pt x="0" y="19526"/>
                    </a:moveTo>
                    <a:cubicBezTo>
                      <a:pt x="0" y="30194"/>
                      <a:pt x="8763" y="38957"/>
                      <a:pt x="19526" y="38957"/>
                    </a:cubicBezTo>
                    <a:cubicBezTo>
                      <a:pt x="30290" y="38957"/>
                      <a:pt x="38957" y="30194"/>
                      <a:pt x="38957" y="19526"/>
                    </a:cubicBezTo>
                    <a:cubicBezTo>
                      <a:pt x="38957" y="8858"/>
                      <a:pt x="30290" y="0"/>
                      <a:pt x="19526" y="0"/>
                    </a:cubicBezTo>
                    <a:cubicBezTo>
                      <a:pt x="8763" y="0"/>
                      <a:pt x="0" y="8668"/>
                      <a:pt x="0" y="19526"/>
                    </a:cubicBezTo>
                    <a:close/>
                  </a:path>
                </a:pathLst>
              </a:custGeom>
              <a:solidFill>
                <a:srgbClr val="FFFFFF">
                  <a:alpha val="32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AECF064-B2A6-20B5-17C8-D007E840A201}"/>
                  </a:ext>
                </a:extLst>
              </p:cNvPr>
              <p:cNvSpPr/>
              <p:nvPr/>
            </p:nvSpPr>
            <p:spPr>
              <a:xfrm>
                <a:off x="4549743" y="744721"/>
                <a:ext cx="38957" cy="38861"/>
              </a:xfrm>
              <a:custGeom>
                <a:avLst/>
                <a:gdLst>
                  <a:gd name="connsiteX0" fmla="*/ 0 w 38957"/>
                  <a:gd name="connsiteY0" fmla="*/ 19431 h 38861"/>
                  <a:gd name="connsiteX1" fmla="*/ 19526 w 38957"/>
                  <a:gd name="connsiteY1" fmla="*/ 38862 h 38861"/>
                  <a:gd name="connsiteX2" fmla="*/ 38957 w 38957"/>
                  <a:gd name="connsiteY2" fmla="*/ 19431 h 38861"/>
                  <a:gd name="connsiteX3" fmla="*/ 19526 w 38957"/>
                  <a:gd name="connsiteY3" fmla="*/ 0 h 38861"/>
                  <a:gd name="connsiteX4" fmla="*/ 0 w 38957"/>
                  <a:gd name="connsiteY4" fmla="*/ 19431 h 3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57" h="38861">
                    <a:moveTo>
                      <a:pt x="0" y="19431"/>
                    </a:moveTo>
                    <a:cubicBezTo>
                      <a:pt x="0" y="30194"/>
                      <a:pt x="8668" y="38862"/>
                      <a:pt x="19526" y="38862"/>
                    </a:cubicBezTo>
                    <a:cubicBezTo>
                      <a:pt x="30385" y="38862"/>
                      <a:pt x="38957" y="30194"/>
                      <a:pt x="38957" y="19431"/>
                    </a:cubicBezTo>
                    <a:cubicBezTo>
                      <a:pt x="38957" y="8668"/>
                      <a:pt x="30194" y="0"/>
                      <a:pt x="19526" y="0"/>
                    </a:cubicBezTo>
                    <a:cubicBezTo>
                      <a:pt x="8858" y="0"/>
                      <a:pt x="0" y="8668"/>
                      <a:pt x="0" y="19431"/>
                    </a:cubicBezTo>
                    <a:close/>
                  </a:path>
                </a:pathLst>
              </a:custGeom>
              <a:solidFill>
                <a:srgbClr val="FFFFFF">
                  <a:alpha val="32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45077671-3737-AE8F-8EB5-01F5AAD0EA44}"/>
                  </a:ext>
                </a:extLst>
              </p:cNvPr>
              <p:cNvSpPr/>
              <p:nvPr/>
            </p:nvSpPr>
            <p:spPr>
              <a:xfrm>
                <a:off x="4485544" y="744626"/>
                <a:ext cx="38957" cy="38957"/>
              </a:xfrm>
              <a:custGeom>
                <a:avLst/>
                <a:gdLst>
                  <a:gd name="connsiteX0" fmla="*/ 0 w 38957"/>
                  <a:gd name="connsiteY0" fmla="*/ 19431 h 38957"/>
                  <a:gd name="connsiteX1" fmla="*/ 19526 w 38957"/>
                  <a:gd name="connsiteY1" fmla="*/ 38957 h 38957"/>
                  <a:gd name="connsiteX2" fmla="*/ 38957 w 38957"/>
                  <a:gd name="connsiteY2" fmla="*/ 19431 h 38957"/>
                  <a:gd name="connsiteX3" fmla="*/ 19526 w 38957"/>
                  <a:gd name="connsiteY3" fmla="*/ 0 h 38957"/>
                  <a:gd name="connsiteX4" fmla="*/ 0 w 38957"/>
                  <a:gd name="connsiteY4" fmla="*/ 19431 h 3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57" h="38957">
                    <a:moveTo>
                      <a:pt x="0" y="19431"/>
                    </a:moveTo>
                    <a:cubicBezTo>
                      <a:pt x="0" y="30194"/>
                      <a:pt x="8763" y="38957"/>
                      <a:pt x="19526" y="38957"/>
                    </a:cubicBezTo>
                    <a:cubicBezTo>
                      <a:pt x="30290" y="38957"/>
                      <a:pt x="38957" y="30194"/>
                      <a:pt x="38957" y="19431"/>
                    </a:cubicBezTo>
                    <a:cubicBezTo>
                      <a:pt x="38957" y="8668"/>
                      <a:pt x="30290" y="0"/>
                      <a:pt x="19526" y="0"/>
                    </a:cubicBezTo>
                    <a:cubicBezTo>
                      <a:pt x="8763" y="0"/>
                      <a:pt x="0" y="8668"/>
                      <a:pt x="0" y="19431"/>
                    </a:cubicBezTo>
                    <a:close/>
                  </a:path>
                </a:pathLst>
              </a:custGeom>
              <a:solidFill>
                <a:srgbClr val="FFFFFF">
                  <a:alpha val="32000"/>
                </a:srgbClr>
              </a:solidFill>
              <a:ln w="0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1B2EF59-2719-4563-D6E5-EC47759866EA}"/>
                  </a:ext>
                </a:extLst>
              </p:cNvPr>
              <p:cNvSpPr/>
              <p:nvPr/>
            </p:nvSpPr>
            <p:spPr>
              <a:xfrm>
                <a:off x="5605970" y="1364227"/>
                <a:ext cx="426148" cy="44481"/>
              </a:xfrm>
              <a:custGeom>
                <a:avLst/>
                <a:gdLst>
                  <a:gd name="connsiteX0" fmla="*/ 426149 w 426148"/>
                  <a:gd name="connsiteY0" fmla="*/ 4763 h 44481"/>
                  <a:gd name="connsiteX1" fmla="*/ 423863 w 426148"/>
                  <a:gd name="connsiteY1" fmla="*/ 7144 h 44481"/>
                  <a:gd name="connsiteX2" fmla="*/ 190500 w 426148"/>
                  <a:gd name="connsiteY2" fmla="*/ 7144 h 44481"/>
                  <a:gd name="connsiteX3" fmla="*/ 188119 w 426148"/>
                  <a:gd name="connsiteY3" fmla="*/ 4763 h 44481"/>
                  <a:gd name="connsiteX4" fmla="*/ 188119 w 426148"/>
                  <a:gd name="connsiteY4" fmla="*/ 2476 h 44481"/>
                  <a:gd name="connsiteX5" fmla="*/ 190500 w 426148"/>
                  <a:gd name="connsiteY5" fmla="*/ 95 h 44481"/>
                  <a:gd name="connsiteX6" fmla="*/ 423863 w 426148"/>
                  <a:gd name="connsiteY6" fmla="*/ 95 h 44481"/>
                  <a:gd name="connsiteX7" fmla="*/ 426149 w 426148"/>
                  <a:gd name="connsiteY7" fmla="*/ 2476 h 44481"/>
                  <a:gd name="connsiteX8" fmla="*/ 426149 w 426148"/>
                  <a:gd name="connsiteY8" fmla="*/ 4763 h 44481"/>
                  <a:gd name="connsiteX9" fmla="*/ 426149 w 426148"/>
                  <a:gd name="connsiteY9" fmla="*/ 21050 h 44481"/>
                  <a:gd name="connsiteX10" fmla="*/ 423863 w 426148"/>
                  <a:gd name="connsiteY10" fmla="*/ 18669 h 44481"/>
                  <a:gd name="connsiteX11" fmla="*/ 277749 w 426148"/>
                  <a:gd name="connsiteY11" fmla="*/ 18669 h 44481"/>
                  <a:gd name="connsiteX12" fmla="*/ 275463 w 426148"/>
                  <a:gd name="connsiteY12" fmla="*/ 21050 h 44481"/>
                  <a:gd name="connsiteX13" fmla="*/ 275463 w 426148"/>
                  <a:gd name="connsiteY13" fmla="*/ 23431 h 44481"/>
                  <a:gd name="connsiteX14" fmla="*/ 277749 w 426148"/>
                  <a:gd name="connsiteY14" fmla="*/ 25813 h 44481"/>
                  <a:gd name="connsiteX15" fmla="*/ 423863 w 426148"/>
                  <a:gd name="connsiteY15" fmla="*/ 25813 h 44481"/>
                  <a:gd name="connsiteX16" fmla="*/ 426149 w 426148"/>
                  <a:gd name="connsiteY16" fmla="*/ 23431 h 44481"/>
                  <a:gd name="connsiteX17" fmla="*/ 426149 w 426148"/>
                  <a:gd name="connsiteY17" fmla="*/ 21050 h 44481"/>
                  <a:gd name="connsiteX18" fmla="*/ 201549 w 426148"/>
                  <a:gd name="connsiteY18" fmla="*/ 39719 h 44481"/>
                  <a:gd name="connsiteX19" fmla="*/ 199168 w 426148"/>
                  <a:gd name="connsiteY19" fmla="*/ 37338 h 44481"/>
                  <a:gd name="connsiteX20" fmla="*/ 2381 w 426148"/>
                  <a:gd name="connsiteY20" fmla="*/ 37338 h 44481"/>
                  <a:gd name="connsiteX21" fmla="*/ 0 w 426148"/>
                  <a:gd name="connsiteY21" fmla="*/ 39719 h 44481"/>
                  <a:gd name="connsiteX22" fmla="*/ 0 w 426148"/>
                  <a:gd name="connsiteY22" fmla="*/ 42100 h 44481"/>
                  <a:gd name="connsiteX23" fmla="*/ 2381 w 426148"/>
                  <a:gd name="connsiteY23" fmla="*/ 44482 h 44481"/>
                  <a:gd name="connsiteX24" fmla="*/ 199168 w 426148"/>
                  <a:gd name="connsiteY24" fmla="*/ 44482 h 44481"/>
                  <a:gd name="connsiteX25" fmla="*/ 201549 w 426148"/>
                  <a:gd name="connsiteY25" fmla="*/ 42100 h 44481"/>
                  <a:gd name="connsiteX26" fmla="*/ 201549 w 426148"/>
                  <a:gd name="connsiteY26" fmla="*/ 39719 h 44481"/>
                  <a:gd name="connsiteX27" fmla="*/ 174974 w 426148"/>
                  <a:gd name="connsiteY27" fmla="*/ 2381 h 44481"/>
                  <a:gd name="connsiteX28" fmla="*/ 172593 w 426148"/>
                  <a:gd name="connsiteY28" fmla="*/ 0 h 44481"/>
                  <a:gd name="connsiteX29" fmla="*/ 2381 w 426148"/>
                  <a:gd name="connsiteY29" fmla="*/ 0 h 44481"/>
                  <a:gd name="connsiteX30" fmla="*/ 0 w 426148"/>
                  <a:gd name="connsiteY30" fmla="*/ 2381 h 44481"/>
                  <a:gd name="connsiteX31" fmla="*/ 0 w 426148"/>
                  <a:gd name="connsiteY31" fmla="*/ 4667 h 44481"/>
                  <a:gd name="connsiteX32" fmla="*/ 2381 w 426148"/>
                  <a:gd name="connsiteY32" fmla="*/ 7048 h 44481"/>
                  <a:gd name="connsiteX33" fmla="*/ 172593 w 426148"/>
                  <a:gd name="connsiteY33" fmla="*/ 7048 h 44481"/>
                  <a:gd name="connsiteX34" fmla="*/ 174974 w 426148"/>
                  <a:gd name="connsiteY34" fmla="*/ 4667 h 44481"/>
                  <a:gd name="connsiteX35" fmla="*/ 174974 w 426148"/>
                  <a:gd name="connsiteY35" fmla="*/ 2381 h 44481"/>
                  <a:gd name="connsiteX36" fmla="*/ 263271 w 426148"/>
                  <a:gd name="connsiteY36" fmla="*/ 21050 h 44481"/>
                  <a:gd name="connsiteX37" fmla="*/ 260890 w 426148"/>
                  <a:gd name="connsiteY37" fmla="*/ 18669 h 44481"/>
                  <a:gd name="connsiteX38" fmla="*/ 2381 w 426148"/>
                  <a:gd name="connsiteY38" fmla="*/ 18669 h 44481"/>
                  <a:gd name="connsiteX39" fmla="*/ 0 w 426148"/>
                  <a:gd name="connsiteY39" fmla="*/ 21050 h 44481"/>
                  <a:gd name="connsiteX40" fmla="*/ 0 w 426148"/>
                  <a:gd name="connsiteY40" fmla="*/ 23431 h 44481"/>
                  <a:gd name="connsiteX41" fmla="*/ 2381 w 426148"/>
                  <a:gd name="connsiteY41" fmla="*/ 25813 h 44481"/>
                  <a:gd name="connsiteX42" fmla="*/ 260890 w 426148"/>
                  <a:gd name="connsiteY42" fmla="*/ 25813 h 44481"/>
                  <a:gd name="connsiteX43" fmla="*/ 263271 w 426148"/>
                  <a:gd name="connsiteY43" fmla="*/ 23431 h 44481"/>
                  <a:gd name="connsiteX44" fmla="*/ 263271 w 426148"/>
                  <a:gd name="connsiteY44" fmla="*/ 21050 h 44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26148" h="44481">
                    <a:moveTo>
                      <a:pt x="426149" y="4763"/>
                    </a:moveTo>
                    <a:cubicBezTo>
                      <a:pt x="426149" y="6096"/>
                      <a:pt x="425101" y="7144"/>
                      <a:pt x="423863" y="7144"/>
                    </a:cubicBezTo>
                    <a:lnTo>
                      <a:pt x="190500" y="7144"/>
                    </a:lnTo>
                    <a:cubicBezTo>
                      <a:pt x="189167" y="7144"/>
                      <a:pt x="188119" y="6096"/>
                      <a:pt x="188119" y="4763"/>
                    </a:cubicBezTo>
                    <a:lnTo>
                      <a:pt x="188119" y="2476"/>
                    </a:lnTo>
                    <a:cubicBezTo>
                      <a:pt x="188119" y="1143"/>
                      <a:pt x="189167" y="95"/>
                      <a:pt x="190500" y="95"/>
                    </a:cubicBezTo>
                    <a:lnTo>
                      <a:pt x="423863" y="95"/>
                    </a:lnTo>
                    <a:cubicBezTo>
                      <a:pt x="425196" y="95"/>
                      <a:pt x="426149" y="1143"/>
                      <a:pt x="426149" y="2476"/>
                    </a:cubicBezTo>
                    <a:lnTo>
                      <a:pt x="426149" y="4763"/>
                    </a:lnTo>
                    <a:close/>
                    <a:moveTo>
                      <a:pt x="426149" y="21050"/>
                    </a:moveTo>
                    <a:cubicBezTo>
                      <a:pt x="426149" y="19717"/>
                      <a:pt x="425101" y="18669"/>
                      <a:pt x="423863" y="18669"/>
                    </a:cubicBezTo>
                    <a:lnTo>
                      <a:pt x="277749" y="18669"/>
                    </a:lnTo>
                    <a:cubicBezTo>
                      <a:pt x="276416" y="18669"/>
                      <a:pt x="275463" y="19717"/>
                      <a:pt x="275463" y="21050"/>
                    </a:cubicBezTo>
                    <a:lnTo>
                      <a:pt x="275463" y="23431"/>
                    </a:lnTo>
                    <a:cubicBezTo>
                      <a:pt x="275463" y="24765"/>
                      <a:pt x="276511" y="25813"/>
                      <a:pt x="277749" y="25813"/>
                    </a:cubicBezTo>
                    <a:lnTo>
                      <a:pt x="423863" y="25813"/>
                    </a:lnTo>
                    <a:cubicBezTo>
                      <a:pt x="425196" y="25813"/>
                      <a:pt x="426149" y="24765"/>
                      <a:pt x="426149" y="23431"/>
                    </a:cubicBezTo>
                    <a:lnTo>
                      <a:pt x="426149" y="21050"/>
                    </a:lnTo>
                    <a:close/>
                    <a:moveTo>
                      <a:pt x="201549" y="39719"/>
                    </a:moveTo>
                    <a:cubicBezTo>
                      <a:pt x="201549" y="38386"/>
                      <a:pt x="200501" y="37338"/>
                      <a:pt x="199168" y="37338"/>
                    </a:cubicBezTo>
                    <a:lnTo>
                      <a:pt x="2381" y="37338"/>
                    </a:lnTo>
                    <a:cubicBezTo>
                      <a:pt x="1048" y="37338"/>
                      <a:pt x="0" y="38386"/>
                      <a:pt x="0" y="39719"/>
                    </a:cubicBezTo>
                    <a:lnTo>
                      <a:pt x="0" y="42100"/>
                    </a:lnTo>
                    <a:cubicBezTo>
                      <a:pt x="0" y="43434"/>
                      <a:pt x="1048" y="44482"/>
                      <a:pt x="2381" y="44482"/>
                    </a:cubicBezTo>
                    <a:lnTo>
                      <a:pt x="199168" y="44482"/>
                    </a:lnTo>
                    <a:cubicBezTo>
                      <a:pt x="200406" y="44482"/>
                      <a:pt x="201549" y="43434"/>
                      <a:pt x="201549" y="42100"/>
                    </a:cubicBezTo>
                    <a:lnTo>
                      <a:pt x="201549" y="39719"/>
                    </a:lnTo>
                    <a:close/>
                    <a:moveTo>
                      <a:pt x="174974" y="2381"/>
                    </a:moveTo>
                    <a:cubicBezTo>
                      <a:pt x="174974" y="1048"/>
                      <a:pt x="173927" y="0"/>
                      <a:pt x="172593" y="0"/>
                    </a:cubicBezTo>
                    <a:lnTo>
                      <a:pt x="2381" y="0"/>
                    </a:lnTo>
                    <a:cubicBezTo>
                      <a:pt x="1048" y="0"/>
                      <a:pt x="0" y="1048"/>
                      <a:pt x="0" y="2381"/>
                    </a:cubicBezTo>
                    <a:lnTo>
                      <a:pt x="0" y="4667"/>
                    </a:lnTo>
                    <a:cubicBezTo>
                      <a:pt x="0" y="6001"/>
                      <a:pt x="1048" y="7048"/>
                      <a:pt x="2381" y="7048"/>
                    </a:cubicBezTo>
                    <a:lnTo>
                      <a:pt x="172593" y="7048"/>
                    </a:lnTo>
                    <a:cubicBezTo>
                      <a:pt x="173927" y="7048"/>
                      <a:pt x="174974" y="6001"/>
                      <a:pt x="174974" y="4667"/>
                    </a:cubicBezTo>
                    <a:lnTo>
                      <a:pt x="174974" y="2381"/>
                    </a:lnTo>
                    <a:close/>
                    <a:moveTo>
                      <a:pt x="263271" y="21050"/>
                    </a:moveTo>
                    <a:cubicBezTo>
                      <a:pt x="263271" y="19717"/>
                      <a:pt x="262223" y="18669"/>
                      <a:pt x="260890" y="18669"/>
                    </a:cubicBezTo>
                    <a:lnTo>
                      <a:pt x="2381" y="18669"/>
                    </a:lnTo>
                    <a:cubicBezTo>
                      <a:pt x="1048" y="18669"/>
                      <a:pt x="0" y="19717"/>
                      <a:pt x="0" y="21050"/>
                    </a:cubicBezTo>
                    <a:lnTo>
                      <a:pt x="0" y="23431"/>
                    </a:lnTo>
                    <a:cubicBezTo>
                      <a:pt x="0" y="24765"/>
                      <a:pt x="1048" y="25813"/>
                      <a:pt x="2381" y="25813"/>
                    </a:cubicBezTo>
                    <a:lnTo>
                      <a:pt x="260890" y="25813"/>
                    </a:lnTo>
                    <a:cubicBezTo>
                      <a:pt x="262223" y="25813"/>
                      <a:pt x="263271" y="24765"/>
                      <a:pt x="263271" y="23431"/>
                    </a:cubicBezTo>
                    <a:lnTo>
                      <a:pt x="263271" y="21050"/>
                    </a:lnTo>
                    <a:close/>
                  </a:path>
                </a:pathLst>
              </a:custGeom>
              <a:solidFill>
                <a:srgbClr val="AFD1F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A614C1EE-0E1F-34F3-A77F-6F104A053726}"/>
                  </a:ext>
                </a:extLst>
              </p:cNvPr>
              <p:cNvSpPr/>
              <p:nvPr/>
            </p:nvSpPr>
            <p:spPr>
              <a:xfrm>
                <a:off x="5605970" y="1485004"/>
                <a:ext cx="426148" cy="44481"/>
              </a:xfrm>
              <a:custGeom>
                <a:avLst/>
                <a:gdLst>
                  <a:gd name="connsiteX0" fmla="*/ 426149 w 426148"/>
                  <a:gd name="connsiteY0" fmla="*/ 4763 h 44481"/>
                  <a:gd name="connsiteX1" fmla="*/ 423863 w 426148"/>
                  <a:gd name="connsiteY1" fmla="*/ 7144 h 44481"/>
                  <a:gd name="connsiteX2" fmla="*/ 216789 w 426148"/>
                  <a:gd name="connsiteY2" fmla="*/ 7144 h 44481"/>
                  <a:gd name="connsiteX3" fmla="*/ 214408 w 426148"/>
                  <a:gd name="connsiteY3" fmla="*/ 4763 h 44481"/>
                  <a:gd name="connsiteX4" fmla="*/ 214408 w 426148"/>
                  <a:gd name="connsiteY4" fmla="*/ 2381 h 44481"/>
                  <a:gd name="connsiteX5" fmla="*/ 216789 w 426148"/>
                  <a:gd name="connsiteY5" fmla="*/ 0 h 44481"/>
                  <a:gd name="connsiteX6" fmla="*/ 423863 w 426148"/>
                  <a:gd name="connsiteY6" fmla="*/ 0 h 44481"/>
                  <a:gd name="connsiteX7" fmla="*/ 426149 w 426148"/>
                  <a:gd name="connsiteY7" fmla="*/ 2381 h 44481"/>
                  <a:gd name="connsiteX8" fmla="*/ 426149 w 426148"/>
                  <a:gd name="connsiteY8" fmla="*/ 4763 h 44481"/>
                  <a:gd name="connsiteX9" fmla="*/ 426149 w 426148"/>
                  <a:gd name="connsiteY9" fmla="*/ 21050 h 44481"/>
                  <a:gd name="connsiteX10" fmla="*/ 423863 w 426148"/>
                  <a:gd name="connsiteY10" fmla="*/ 18764 h 44481"/>
                  <a:gd name="connsiteX11" fmla="*/ 2477 w 426148"/>
                  <a:gd name="connsiteY11" fmla="*/ 18764 h 44481"/>
                  <a:gd name="connsiteX12" fmla="*/ 95 w 426148"/>
                  <a:gd name="connsiteY12" fmla="*/ 21050 h 44481"/>
                  <a:gd name="connsiteX13" fmla="*/ 95 w 426148"/>
                  <a:gd name="connsiteY13" fmla="*/ 23431 h 44481"/>
                  <a:gd name="connsiteX14" fmla="*/ 2477 w 426148"/>
                  <a:gd name="connsiteY14" fmla="*/ 25813 h 44481"/>
                  <a:gd name="connsiteX15" fmla="*/ 423863 w 426148"/>
                  <a:gd name="connsiteY15" fmla="*/ 25813 h 44481"/>
                  <a:gd name="connsiteX16" fmla="*/ 426149 w 426148"/>
                  <a:gd name="connsiteY16" fmla="*/ 23431 h 44481"/>
                  <a:gd name="connsiteX17" fmla="*/ 426149 w 426148"/>
                  <a:gd name="connsiteY17" fmla="*/ 21050 h 44481"/>
                  <a:gd name="connsiteX18" fmla="*/ 201549 w 426148"/>
                  <a:gd name="connsiteY18" fmla="*/ 2381 h 44481"/>
                  <a:gd name="connsiteX19" fmla="*/ 199168 w 426148"/>
                  <a:gd name="connsiteY19" fmla="*/ 0 h 44481"/>
                  <a:gd name="connsiteX20" fmla="*/ 2381 w 426148"/>
                  <a:gd name="connsiteY20" fmla="*/ 0 h 44481"/>
                  <a:gd name="connsiteX21" fmla="*/ 0 w 426148"/>
                  <a:gd name="connsiteY21" fmla="*/ 2381 h 44481"/>
                  <a:gd name="connsiteX22" fmla="*/ 0 w 426148"/>
                  <a:gd name="connsiteY22" fmla="*/ 4763 h 44481"/>
                  <a:gd name="connsiteX23" fmla="*/ 2381 w 426148"/>
                  <a:gd name="connsiteY23" fmla="*/ 7144 h 44481"/>
                  <a:gd name="connsiteX24" fmla="*/ 199168 w 426148"/>
                  <a:gd name="connsiteY24" fmla="*/ 7144 h 44481"/>
                  <a:gd name="connsiteX25" fmla="*/ 201549 w 426148"/>
                  <a:gd name="connsiteY25" fmla="*/ 4763 h 44481"/>
                  <a:gd name="connsiteX26" fmla="*/ 201549 w 426148"/>
                  <a:gd name="connsiteY26" fmla="*/ 2381 h 44481"/>
                  <a:gd name="connsiteX27" fmla="*/ 426149 w 426148"/>
                  <a:gd name="connsiteY27" fmla="*/ 21050 h 44481"/>
                  <a:gd name="connsiteX28" fmla="*/ 423863 w 426148"/>
                  <a:gd name="connsiteY28" fmla="*/ 18764 h 44481"/>
                  <a:gd name="connsiteX29" fmla="*/ 2477 w 426148"/>
                  <a:gd name="connsiteY29" fmla="*/ 18764 h 44481"/>
                  <a:gd name="connsiteX30" fmla="*/ 95 w 426148"/>
                  <a:gd name="connsiteY30" fmla="*/ 21050 h 44481"/>
                  <a:gd name="connsiteX31" fmla="*/ 95 w 426148"/>
                  <a:gd name="connsiteY31" fmla="*/ 23431 h 44481"/>
                  <a:gd name="connsiteX32" fmla="*/ 2477 w 426148"/>
                  <a:gd name="connsiteY32" fmla="*/ 25813 h 44481"/>
                  <a:gd name="connsiteX33" fmla="*/ 423863 w 426148"/>
                  <a:gd name="connsiteY33" fmla="*/ 25813 h 44481"/>
                  <a:gd name="connsiteX34" fmla="*/ 426149 w 426148"/>
                  <a:gd name="connsiteY34" fmla="*/ 23431 h 44481"/>
                  <a:gd name="connsiteX35" fmla="*/ 426149 w 426148"/>
                  <a:gd name="connsiteY35" fmla="*/ 21050 h 44481"/>
                  <a:gd name="connsiteX36" fmla="*/ 281845 w 426148"/>
                  <a:gd name="connsiteY36" fmla="*/ 39719 h 44481"/>
                  <a:gd name="connsiteX37" fmla="*/ 279463 w 426148"/>
                  <a:gd name="connsiteY37" fmla="*/ 37338 h 44481"/>
                  <a:gd name="connsiteX38" fmla="*/ 2381 w 426148"/>
                  <a:gd name="connsiteY38" fmla="*/ 37338 h 44481"/>
                  <a:gd name="connsiteX39" fmla="*/ 0 w 426148"/>
                  <a:gd name="connsiteY39" fmla="*/ 39719 h 44481"/>
                  <a:gd name="connsiteX40" fmla="*/ 0 w 426148"/>
                  <a:gd name="connsiteY40" fmla="*/ 42100 h 44481"/>
                  <a:gd name="connsiteX41" fmla="*/ 2381 w 426148"/>
                  <a:gd name="connsiteY41" fmla="*/ 44482 h 44481"/>
                  <a:gd name="connsiteX42" fmla="*/ 279463 w 426148"/>
                  <a:gd name="connsiteY42" fmla="*/ 44482 h 44481"/>
                  <a:gd name="connsiteX43" fmla="*/ 281845 w 426148"/>
                  <a:gd name="connsiteY43" fmla="*/ 42100 h 44481"/>
                  <a:gd name="connsiteX44" fmla="*/ 281845 w 426148"/>
                  <a:gd name="connsiteY44" fmla="*/ 39719 h 44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26148" h="44481">
                    <a:moveTo>
                      <a:pt x="426149" y="4763"/>
                    </a:moveTo>
                    <a:cubicBezTo>
                      <a:pt x="426149" y="6096"/>
                      <a:pt x="425101" y="7144"/>
                      <a:pt x="423863" y="7144"/>
                    </a:cubicBezTo>
                    <a:lnTo>
                      <a:pt x="216789" y="7144"/>
                    </a:lnTo>
                    <a:cubicBezTo>
                      <a:pt x="215456" y="7144"/>
                      <a:pt x="214408" y="6096"/>
                      <a:pt x="214408" y="4763"/>
                    </a:cubicBezTo>
                    <a:lnTo>
                      <a:pt x="214408" y="2381"/>
                    </a:lnTo>
                    <a:cubicBezTo>
                      <a:pt x="214408" y="1143"/>
                      <a:pt x="215456" y="0"/>
                      <a:pt x="216789" y="0"/>
                    </a:cubicBezTo>
                    <a:lnTo>
                      <a:pt x="423863" y="0"/>
                    </a:lnTo>
                    <a:cubicBezTo>
                      <a:pt x="425196" y="0"/>
                      <a:pt x="426149" y="1048"/>
                      <a:pt x="426149" y="2381"/>
                    </a:cubicBezTo>
                    <a:lnTo>
                      <a:pt x="426149" y="4763"/>
                    </a:lnTo>
                    <a:close/>
                    <a:moveTo>
                      <a:pt x="426149" y="21050"/>
                    </a:moveTo>
                    <a:cubicBezTo>
                      <a:pt x="426149" y="19717"/>
                      <a:pt x="425101" y="18764"/>
                      <a:pt x="423863" y="18764"/>
                    </a:cubicBezTo>
                    <a:lnTo>
                      <a:pt x="2477" y="18764"/>
                    </a:lnTo>
                    <a:cubicBezTo>
                      <a:pt x="1143" y="18764"/>
                      <a:pt x="95" y="19812"/>
                      <a:pt x="95" y="21050"/>
                    </a:cubicBezTo>
                    <a:lnTo>
                      <a:pt x="95" y="23431"/>
                    </a:lnTo>
                    <a:cubicBezTo>
                      <a:pt x="95" y="24670"/>
                      <a:pt x="1143" y="25813"/>
                      <a:pt x="2477" y="25813"/>
                    </a:cubicBezTo>
                    <a:lnTo>
                      <a:pt x="423863" y="25813"/>
                    </a:lnTo>
                    <a:cubicBezTo>
                      <a:pt x="425196" y="25813"/>
                      <a:pt x="426149" y="24765"/>
                      <a:pt x="426149" y="23431"/>
                    </a:cubicBezTo>
                    <a:lnTo>
                      <a:pt x="426149" y="21050"/>
                    </a:lnTo>
                    <a:close/>
                    <a:moveTo>
                      <a:pt x="201549" y="2381"/>
                    </a:moveTo>
                    <a:cubicBezTo>
                      <a:pt x="201549" y="1143"/>
                      <a:pt x="200501" y="0"/>
                      <a:pt x="199168" y="0"/>
                    </a:cubicBezTo>
                    <a:lnTo>
                      <a:pt x="2381" y="0"/>
                    </a:lnTo>
                    <a:cubicBezTo>
                      <a:pt x="1048" y="0"/>
                      <a:pt x="0" y="1048"/>
                      <a:pt x="0" y="2381"/>
                    </a:cubicBezTo>
                    <a:lnTo>
                      <a:pt x="0" y="4763"/>
                    </a:lnTo>
                    <a:cubicBezTo>
                      <a:pt x="0" y="6096"/>
                      <a:pt x="1048" y="7144"/>
                      <a:pt x="2381" y="7144"/>
                    </a:cubicBezTo>
                    <a:lnTo>
                      <a:pt x="199168" y="7144"/>
                    </a:lnTo>
                    <a:cubicBezTo>
                      <a:pt x="200406" y="7144"/>
                      <a:pt x="201549" y="6096"/>
                      <a:pt x="201549" y="4763"/>
                    </a:cubicBezTo>
                    <a:lnTo>
                      <a:pt x="201549" y="2381"/>
                    </a:lnTo>
                    <a:close/>
                    <a:moveTo>
                      <a:pt x="426149" y="21050"/>
                    </a:moveTo>
                    <a:cubicBezTo>
                      <a:pt x="426149" y="19717"/>
                      <a:pt x="425101" y="18764"/>
                      <a:pt x="423863" y="18764"/>
                    </a:cubicBezTo>
                    <a:lnTo>
                      <a:pt x="2477" y="18764"/>
                    </a:lnTo>
                    <a:cubicBezTo>
                      <a:pt x="1143" y="18764"/>
                      <a:pt x="95" y="19812"/>
                      <a:pt x="95" y="21050"/>
                    </a:cubicBezTo>
                    <a:lnTo>
                      <a:pt x="95" y="23431"/>
                    </a:lnTo>
                    <a:cubicBezTo>
                      <a:pt x="95" y="24670"/>
                      <a:pt x="1143" y="25813"/>
                      <a:pt x="2477" y="25813"/>
                    </a:cubicBezTo>
                    <a:lnTo>
                      <a:pt x="423863" y="25813"/>
                    </a:lnTo>
                    <a:cubicBezTo>
                      <a:pt x="425196" y="25813"/>
                      <a:pt x="426149" y="24765"/>
                      <a:pt x="426149" y="23431"/>
                    </a:cubicBezTo>
                    <a:lnTo>
                      <a:pt x="426149" y="21050"/>
                    </a:lnTo>
                    <a:close/>
                    <a:moveTo>
                      <a:pt x="281845" y="39719"/>
                    </a:moveTo>
                    <a:cubicBezTo>
                      <a:pt x="281845" y="38386"/>
                      <a:pt x="280797" y="37338"/>
                      <a:pt x="279463" y="37338"/>
                    </a:cubicBezTo>
                    <a:lnTo>
                      <a:pt x="2381" y="37338"/>
                    </a:lnTo>
                    <a:cubicBezTo>
                      <a:pt x="1048" y="37338"/>
                      <a:pt x="0" y="38386"/>
                      <a:pt x="0" y="39719"/>
                    </a:cubicBezTo>
                    <a:lnTo>
                      <a:pt x="0" y="42100"/>
                    </a:lnTo>
                    <a:cubicBezTo>
                      <a:pt x="0" y="43339"/>
                      <a:pt x="1048" y="44482"/>
                      <a:pt x="2381" y="44482"/>
                    </a:cubicBezTo>
                    <a:lnTo>
                      <a:pt x="279463" y="44482"/>
                    </a:lnTo>
                    <a:cubicBezTo>
                      <a:pt x="280702" y="44482"/>
                      <a:pt x="281845" y="43434"/>
                      <a:pt x="281845" y="42100"/>
                    </a:cubicBezTo>
                    <a:lnTo>
                      <a:pt x="281845" y="39719"/>
                    </a:lnTo>
                    <a:close/>
                  </a:path>
                </a:pathLst>
              </a:custGeom>
              <a:solidFill>
                <a:srgbClr val="AFD1F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58DA24B-61C9-E4D0-5F13-4031C9D6A3D6}"/>
                  </a:ext>
                </a:extLst>
              </p:cNvPr>
              <p:cNvSpPr/>
              <p:nvPr/>
            </p:nvSpPr>
            <p:spPr>
              <a:xfrm>
                <a:off x="5605875" y="1605876"/>
                <a:ext cx="426243" cy="44481"/>
              </a:xfrm>
              <a:custGeom>
                <a:avLst/>
                <a:gdLst>
                  <a:gd name="connsiteX0" fmla="*/ 426244 w 426243"/>
                  <a:gd name="connsiteY0" fmla="*/ 4763 h 44481"/>
                  <a:gd name="connsiteX1" fmla="*/ 423958 w 426243"/>
                  <a:gd name="connsiteY1" fmla="*/ 7048 h 44481"/>
                  <a:gd name="connsiteX2" fmla="*/ 347377 w 426243"/>
                  <a:gd name="connsiteY2" fmla="*/ 7048 h 44481"/>
                  <a:gd name="connsiteX3" fmla="*/ 344996 w 426243"/>
                  <a:gd name="connsiteY3" fmla="*/ 4763 h 44481"/>
                  <a:gd name="connsiteX4" fmla="*/ 344996 w 426243"/>
                  <a:gd name="connsiteY4" fmla="*/ 2381 h 44481"/>
                  <a:gd name="connsiteX5" fmla="*/ 347377 w 426243"/>
                  <a:gd name="connsiteY5" fmla="*/ 0 h 44481"/>
                  <a:gd name="connsiteX6" fmla="*/ 423958 w 426243"/>
                  <a:gd name="connsiteY6" fmla="*/ 0 h 44481"/>
                  <a:gd name="connsiteX7" fmla="*/ 426244 w 426243"/>
                  <a:gd name="connsiteY7" fmla="*/ 2381 h 44481"/>
                  <a:gd name="connsiteX8" fmla="*/ 426244 w 426243"/>
                  <a:gd name="connsiteY8" fmla="*/ 4763 h 44481"/>
                  <a:gd name="connsiteX9" fmla="*/ 426244 w 426243"/>
                  <a:gd name="connsiteY9" fmla="*/ 21050 h 44481"/>
                  <a:gd name="connsiteX10" fmla="*/ 423958 w 426243"/>
                  <a:gd name="connsiteY10" fmla="*/ 18669 h 44481"/>
                  <a:gd name="connsiteX11" fmla="*/ 167164 w 426243"/>
                  <a:gd name="connsiteY11" fmla="*/ 18669 h 44481"/>
                  <a:gd name="connsiteX12" fmla="*/ 164783 w 426243"/>
                  <a:gd name="connsiteY12" fmla="*/ 21050 h 44481"/>
                  <a:gd name="connsiteX13" fmla="*/ 164783 w 426243"/>
                  <a:gd name="connsiteY13" fmla="*/ 23336 h 44481"/>
                  <a:gd name="connsiteX14" fmla="*/ 167164 w 426243"/>
                  <a:gd name="connsiteY14" fmla="*/ 25718 h 44481"/>
                  <a:gd name="connsiteX15" fmla="*/ 423958 w 426243"/>
                  <a:gd name="connsiteY15" fmla="*/ 25718 h 44481"/>
                  <a:gd name="connsiteX16" fmla="*/ 426244 w 426243"/>
                  <a:gd name="connsiteY16" fmla="*/ 23336 h 44481"/>
                  <a:gd name="connsiteX17" fmla="*/ 426244 w 426243"/>
                  <a:gd name="connsiteY17" fmla="*/ 21050 h 44481"/>
                  <a:gd name="connsiteX18" fmla="*/ 331470 w 426243"/>
                  <a:gd name="connsiteY18" fmla="*/ 2381 h 44481"/>
                  <a:gd name="connsiteX19" fmla="*/ 329184 w 426243"/>
                  <a:gd name="connsiteY19" fmla="*/ 0 h 44481"/>
                  <a:gd name="connsiteX20" fmla="*/ 2476 w 426243"/>
                  <a:gd name="connsiteY20" fmla="*/ 0 h 44481"/>
                  <a:gd name="connsiteX21" fmla="*/ 95 w 426243"/>
                  <a:gd name="connsiteY21" fmla="*/ 2381 h 44481"/>
                  <a:gd name="connsiteX22" fmla="*/ 95 w 426243"/>
                  <a:gd name="connsiteY22" fmla="*/ 4763 h 44481"/>
                  <a:gd name="connsiteX23" fmla="*/ 2476 w 426243"/>
                  <a:gd name="connsiteY23" fmla="*/ 7048 h 44481"/>
                  <a:gd name="connsiteX24" fmla="*/ 329184 w 426243"/>
                  <a:gd name="connsiteY24" fmla="*/ 7048 h 44481"/>
                  <a:gd name="connsiteX25" fmla="*/ 331470 w 426243"/>
                  <a:gd name="connsiteY25" fmla="*/ 4763 h 44481"/>
                  <a:gd name="connsiteX26" fmla="*/ 331470 w 426243"/>
                  <a:gd name="connsiteY26" fmla="*/ 2381 h 44481"/>
                  <a:gd name="connsiteX27" fmla="*/ 151162 w 426243"/>
                  <a:gd name="connsiteY27" fmla="*/ 21050 h 44481"/>
                  <a:gd name="connsiteX28" fmla="*/ 148780 w 426243"/>
                  <a:gd name="connsiteY28" fmla="*/ 18669 h 44481"/>
                  <a:gd name="connsiteX29" fmla="*/ 2381 w 426243"/>
                  <a:gd name="connsiteY29" fmla="*/ 18669 h 44481"/>
                  <a:gd name="connsiteX30" fmla="*/ 0 w 426243"/>
                  <a:gd name="connsiteY30" fmla="*/ 21050 h 44481"/>
                  <a:gd name="connsiteX31" fmla="*/ 0 w 426243"/>
                  <a:gd name="connsiteY31" fmla="*/ 23336 h 44481"/>
                  <a:gd name="connsiteX32" fmla="*/ 2381 w 426243"/>
                  <a:gd name="connsiteY32" fmla="*/ 25718 h 44481"/>
                  <a:gd name="connsiteX33" fmla="*/ 148780 w 426243"/>
                  <a:gd name="connsiteY33" fmla="*/ 25718 h 44481"/>
                  <a:gd name="connsiteX34" fmla="*/ 151162 w 426243"/>
                  <a:gd name="connsiteY34" fmla="*/ 23336 h 44481"/>
                  <a:gd name="connsiteX35" fmla="*/ 151162 w 426243"/>
                  <a:gd name="connsiteY35" fmla="*/ 21050 h 44481"/>
                  <a:gd name="connsiteX36" fmla="*/ 183928 w 426243"/>
                  <a:gd name="connsiteY36" fmla="*/ 39719 h 44481"/>
                  <a:gd name="connsiteX37" fmla="*/ 181546 w 426243"/>
                  <a:gd name="connsiteY37" fmla="*/ 37338 h 44481"/>
                  <a:gd name="connsiteX38" fmla="*/ 2381 w 426243"/>
                  <a:gd name="connsiteY38" fmla="*/ 37338 h 44481"/>
                  <a:gd name="connsiteX39" fmla="*/ 0 w 426243"/>
                  <a:gd name="connsiteY39" fmla="*/ 39719 h 44481"/>
                  <a:gd name="connsiteX40" fmla="*/ 0 w 426243"/>
                  <a:gd name="connsiteY40" fmla="*/ 42100 h 44481"/>
                  <a:gd name="connsiteX41" fmla="*/ 2381 w 426243"/>
                  <a:gd name="connsiteY41" fmla="*/ 44482 h 44481"/>
                  <a:gd name="connsiteX42" fmla="*/ 181546 w 426243"/>
                  <a:gd name="connsiteY42" fmla="*/ 44482 h 44481"/>
                  <a:gd name="connsiteX43" fmla="*/ 183928 w 426243"/>
                  <a:gd name="connsiteY43" fmla="*/ 42100 h 44481"/>
                  <a:gd name="connsiteX44" fmla="*/ 183928 w 426243"/>
                  <a:gd name="connsiteY44" fmla="*/ 39719 h 44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26243" h="44481">
                    <a:moveTo>
                      <a:pt x="426244" y="4763"/>
                    </a:moveTo>
                    <a:cubicBezTo>
                      <a:pt x="426244" y="6001"/>
                      <a:pt x="425196" y="7048"/>
                      <a:pt x="423958" y="7048"/>
                    </a:cubicBezTo>
                    <a:lnTo>
                      <a:pt x="347377" y="7048"/>
                    </a:lnTo>
                    <a:cubicBezTo>
                      <a:pt x="346043" y="7048"/>
                      <a:pt x="344996" y="6001"/>
                      <a:pt x="344996" y="4763"/>
                    </a:cubicBezTo>
                    <a:lnTo>
                      <a:pt x="344996" y="2381"/>
                    </a:lnTo>
                    <a:cubicBezTo>
                      <a:pt x="344996" y="1048"/>
                      <a:pt x="346043" y="0"/>
                      <a:pt x="347377" y="0"/>
                    </a:cubicBezTo>
                    <a:lnTo>
                      <a:pt x="423958" y="0"/>
                    </a:lnTo>
                    <a:cubicBezTo>
                      <a:pt x="425291" y="0"/>
                      <a:pt x="426244" y="1048"/>
                      <a:pt x="426244" y="2381"/>
                    </a:cubicBezTo>
                    <a:lnTo>
                      <a:pt x="426244" y="4763"/>
                    </a:lnTo>
                    <a:close/>
                    <a:moveTo>
                      <a:pt x="426244" y="21050"/>
                    </a:moveTo>
                    <a:cubicBezTo>
                      <a:pt x="426244" y="19717"/>
                      <a:pt x="425196" y="18669"/>
                      <a:pt x="423958" y="18669"/>
                    </a:cubicBezTo>
                    <a:lnTo>
                      <a:pt x="167164" y="18669"/>
                    </a:lnTo>
                    <a:cubicBezTo>
                      <a:pt x="165830" y="18669"/>
                      <a:pt x="164783" y="19717"/>
                      <a:pt x="164783" y="21050"/>
                    </a:cubicBezTo>
                    <a:lnTo>
                      <a:pt x="164783" y="23336"/>
                    </a:lnTo>
                    <a:cubicBezTo>
                      <a:pt x="164783" y="24670"/>
                      <a:pt x="165830" y="25718"/>
                      <a:pt x="167164" y="25718"/>
                    </a:cubicBezTo>
                    <a:lnTo>
                      <a:pt x="423958" y="25718"/>
                    </a:lnTo>
                    <a:cubicBezTo>
                      <a:pt x="425291" y="25718"/>
                      <a:pt x="426244" y="24670"/>
                      <a:pt x="426244" y="23336"/>
                    </a:cubicBezTo>
                    <a:lnTo>
                      <a:pt x="426244" y="21050"/>
                    </a:lnTo>
                    <a:close/>
                    <a:moveTo>
                      <a:pt x="331470" y="2381"/>
                    </a:moveTo>
                    <a:cubicBezTo>
                      <a:pt x="331470" y="1048"/>
                      <a:pt x="330422" y="0"/>
                      <a:pt x="329184" y="0"/>
                    </a:cubicBezTo>
                    <a:lnTo>
                      <a:pt x="2476" y="0"/>
                    </a:lnTo>
                    <a:cubicBezTo>
                      <a:pt x="1143" y="0"/>
                      <a:pt x="95" y="1048"/>
                      <a:pt x="95" y="2381"/>
                    </a:cubicBezTo>
                    <a:lnTo>
                      <a:pt x="95" y="4763"/>
                    </a:lnTo>
                    <a:cubicBezTo>
                      <a:pt x="95" y="6001"/>
                      <a:pt x="1143" y="7048"/>
                      <a:pt x="2476" y="7048"/>
                    </a:cubicBezTo>
                    <a:lnTo>
                      <a:pt x="329184" y="7048"/>
                    </a:lnTo>
                    <a:cubicBezTo>
                      <a:pt x="330422" y="7048"/>
                      <a:pt x="331470" y="6001"/>
                      <a:pt x="331470" y="4763"/>
                    </a:cubicBezTo>
                    <a:lnTo>
                      <a:pt x="331470" y="2381"/>
                    </a:lnTo>
                    <a:close/>
                    <a:moveTo>
                      <a:pt x="151162" y="21050"/>
                    </a:moveTo>
                    <a:cubicBezTo>
                      <a:pt x="151162" y="19717"/>
                      <a:pt x="150114" y="18669"/>
                      <a:pt x="148780" y="18669"/>
                    </a:cubicBezTo>
                    <a:lnTo>
                      <a:pt x="2381" y="18669"/>
                    </a:lnTo>
                    <a:cubicBezTo>
                      <a:pt x="1048" y="18669"/>
                      <a:pt x="0" y="19717"/>
                      <a:pt x="0" y="21050"/>
                    </a:cubicBezTo>
                    <a:lnTo>
                      <a:pt x="0" y="23336"/>
                    </a:lnTo>
                    <a:cubicBezTo>
                      <a:pt x="0" y="24670"/>
                      <a:pt x="1048" y="25718"/>
                      <a:pt x="2381" y="25718"/>
                    </a:cubicBezTo>
                    <a:lnTo>
                      <a:pt x="148780" y="25718"/>
                    </a:lnTo>
                    <a:cubicBezTo>
                      <a:pt x="150114" y="25718"/>
                      <a:pt x="151162" y="24670"/>
                      <a:pt x="151162" y="23336"/>
                    </a:cubicBezTo>
                    <a:lnTo>
                      <a:pt x="151162" y="21050"/>
                    </a:lnTo>
                    <a:close/>
                    <a:moveTo>
                      <a:pt x="183928" y="39719"/>
                    </a:moveTo>
                    <a:cubicBezTo>
                      <a:pt x="183928" y="38386"/>
                      <a:pt x="182880" y="37338"/>
                      <a:pt x="181546" y="37338"/>
                    </a:cubicBezTo>
                    <a:lnTo>
                      <a:pt x="2381" y="37338"/>
                    </a:lnTo>
                    <a:cubicBezTo>
                      <a:pt x="1048" y="37338"/>
                      <a:pt x="0" y="38386"/>
                      <a:pt x="0" y="39719"/>
                    </a:cubicBezTo>
                    <a:lnTo>
                      <a:pt x="0" y="42100"/>
                    </a:lnTo>
                    <a:cubicBezTo>
                      <a:pt x="0" y="43434"/>
                      <a:pt x="1048" y="44482"/>
                      <a:pt x="2381" y="44482"/>
                    </a:cubicBezTo>
                    <a:lnTo>
                      <a:pt x="181546" y="44482"/>
                    </a:lnTo>
                    <a:cubicBezTo>
                      <a:pt x="182880" y="44482"/>
                      <a:pt x="183928" y="43434"/>
                      <a:pt x="183928" y="42100"/>
                    </a:cubicBezTo>
                    <a:lnTo>
                      <a:pt x="183928" y="39719"/>
                    </a:lnTo>
                    <a:close/>
                  </a:path>
                </a:pathLst>
              </a:custGeom>
              <a:solidFill>
                <a:srgbClr val="AFD1F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65A3CFFB-78AD-41ED-7672-D6140F2FB4A7}"/>
                  </a:ext>
                </a:extLst>
              </p:cNvPr>
              <p:cNvSpPr/>
              <p:nvPr/>
            </p:nvSpPr>
            <p:spPr>
              <a:xfrm>
                <a:off x="5493194" y="1349463"/>
                <a:ext cx="73818" cy="73818"/>
              </a:xfrm>
              <a:custGeom>
                <a:avLst/>
                <a:gdLst>
                  <a:gd name="connsiteX0" fmla="*/ 8763 w 73818"/>
                  <a:gd name="connsiteY0" fmla="*/ 3524 h 73818"/>
                  <a:gd name="connsiteX1" fmla="*/ 3524 w 73818"/>
                  <a:gd name="connsiteY1" fmla="*/ 8763 h 73818"/>
                  <a:gd name="connsiteX2" fmla="*/ 3524 w 73818"/>
                  <a:gd name="connsiteY2" fmla="*/ 65056 h 73818"/>
                  <a:gd name="connsiteX3" fmla="*/ 8763 w 73818"/>
                  <a:gd name="connsiteY3" fmla="*/ 70294 h 73818"/>
                  <a:gd name="connsiteX4" fmla="*/ 65056 w 73818"/>
                  <a:gd name="connsiteY4" fmla="*/ 70294 h 73818"/>
                  <a:gd name="connsiteX5" fmla="*/ 70294 w 73818"/>
                  <a:gd name="connsiteY5" fmla="*/ 65056 h 73818"/>
                  <a:gd name="connsiteX6" fmla="*/ 70294 w 73818"/>
                  <a:gd name="connsiteY6" fmla="*/ 8763 h 73818"/>
                  <a:gd name="connsiteX7" fmla="*/ 65056 w 73818"/>
                  <a:gd name="connsiteY7" fmla="*/ 3524 h 73818"/>
                  <a:gd name="connsiteX8" fmla="*/ 8763 w 73818"/>
                  <a:gd name="connsiteY8" fmla="*/ 3524 h 73818"/>
                  <a:gd name="connsiteX9" fmla="*/ 65056 w 73818"/>
                  <a:gd name="connsiteY9" fmla="*/ 73819 h 73818"/>
                  <a:gd name="connsiteX10" fmla="*/ 8763 w 73818"/>
                  <a:gd name="connsiteY10" fmla="*/ 73819 h 73818"/>
                  <a:gd name="connsiteX11" fmla="*/ 0 w 73818"/>
                  <a:gd name="connsiteY11" fmla="*/ 65056 h 73818"/>
                  <a:gd name="connsiteX12" fmla="*/ 0 w 73818"/>
                  <a:gd name="connsiteY12" fmla="*/ 8763 h 73818"/>
                  <a:gd name="connsiteX13" fmla="*/ 8763 w 73818"/>
                  <a:gd name="connsiteY13" fmla="*/ 0 h 73818"/>
                  <a:gd name="connsiteX14" fmla="*/ 65056 w 73818"/>
                  <a:gd name="connsiteY14" fmla="*/ 0 h 73818"/>
                  <a:gd name="connsiteX15" fmla="*/ 73819 w 73818"/>
                  <a:gd name="connsiteY15" fmla="*/ 8763 h 73818"/>
                  <a:gd name="connsiteX16" fmla="*/ 73819 w 73818"/>
                  <a:gd name="connsiteY16" fmla="*/ 65056 h 73818"/>
                  <a:gd name="connsiteX17" fmla="*/ 65056 w 73818"/>
                  <a:gd name="connsiteY17" fmla="*/ 73819 h 73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3818" h="73818">
                    <a:moveTo>
                      <a:pt x="8763" y="3524"/>
                    </a:moveTo>
                    <a:cubicBezTo>
                      <a:pt x="5906" y="3524"/>
                      <a:pt x="3524" y="5906"/>
                      <a:pt x="3524" y="8763"/>
                    </a:cubicBezTo>
                    <a:lnTo>
                      <a:pt x="3524" y="65056"/>
                    </a:lnTo>
                    <a:cubicBezTo>
                      <a:pt x="3524" y="67913"/>
                      <a:pt x="5906" y="70294"/>
                      <a:pt x="8763" y="70294"/>
                    </a:cubicBezTo>
                    <a:lnTo>
                      <a:pt x="65056" y="70294"/>
                    </a:lnTo>
                    <a:cubicBezTo>
                      <a:pt x="67913" y="70294"/>
                      <a:pt x="70294" y="67913"/>
                      <a:pt x="70294" y="65056"/>
                    </a:cubicBezTo>
                    <a:lnTo>
                      <a:pt x="70294" y="8763"/>
                    </a:lnTo>
                    <a:cubicBezTo>
                      <a:pt x="70294" y="5810"/>
                      <a:pt x="67913" y="3524"/>
                      <a:pt x="65056" y="3524"/>
                    </a:cubicBezTo>
                    <a:lnTo>
                      <a:pt x="8763" y="3524"/>
                    </a:lnTo>
                    <a:close/>
                    <a:moveTo>
                      <a:pt x="65056" y="73819"/>
                    </a:moveTo>
                    <a:lnTo>
                      <a:pt x="8763" y="73819"/>
                    </a:lnTo>
                    <a:cubicBezTo>
                      <a:pt x="3905" y="73819"/>
                      <a:pt x="0" y="69913"/>
                      <a:pt x="0" y="65056"/>
                    </a:cubicBezTo>
                    <a:lnTo>
                      <a:pt x="0" y="8763"/>
                    </a:lnTo>
                    <a:cubicBezTo>
                      <a:pt x="0" y="3905"/>
                      <a:pt x="3905" y="0"/>
                      <a:pt x="8763" y="0"/>
                    </a:cubicBezTo>
                    <a:lnTo>
                      <a:pt x="65056" y="0"/>
                    </a:lnTo>
                    <a:cubicBezTo>
                      <a:pt x="69913" y="0"/>
                      <a:pt x="73819" y="3905"/>
                      <a:pt x="73819" y="8763"/>
                    </a:cubicBezTo>
                    <a:lnTo>
                      <a:pt x="73819" y="65056"/>
                    </a:lnTo>
                    <a:cubicBezTo>
                      <a:pt x="73819" y="69913"/>
                      <a:pt x="69818" y="73819"/>
                      <a:pt x="65056" y="73819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B803C321-D578-4E08-634D-0E105826395F}"/>
                  </a:ext>
                </a:extLst>
              </p:cNvPr>
              <p:cNvSpPr/>
              <p:nvPr/>
            </p:nvSpPr>
            <p:spPr>
              <a:xfrm>
                <a:off x="5505100" y="1361560"/>
                <a:ext cx="49815" cy="49815"/>
              </a:xfrm>
              <a:custGeom>
                <a:avLst/>
                <a:gdLst>
                  <a:gd name="connsiteX0" fmla="*/ 6001 w 49815"/>
                  <a:gd name="connsiteY0" fmla="*/ 0 h 49815"/>
                  <a:gd name="connsiteX1" fmla="*/ 43910 w 49815"/>
                  <a:gd name="connsiteY1" fmla="*/ 0 h 49815"/>
                  <a:gd name="connsiteX2" fmla="*/ 49816 w 49815"/>
                  <a:gd name="connsiteY2" fmla="*/ 5906 h 49815"/>
                  <a:gd name="connsiteX3" fmla="*/ 49816 w 49815"/>
                  <a:gd name="connsiteY3" fmla="*/ 43910 h 49815"/>
                  <a:gd name="connsiteX4" fmla="*/ 43910 w 49815"/>
                  <a:gd name="connsiteY4" fmla="*/ 49816 h 49815"/>
                  <a:gd name="connsiteX5" fmla="*/ 5906 w 49815"/>
                  <a:gd name="connsiteY5" fmla="*/ 49816 h 49815"/>
                  <a:gd name="connsiteX6" fmla="*/ 0 w 49815"/>
                  <a:gd name="connsiteY6" fmla="*/ 43910 h 49815"/>
                  <a:gd name="connsiteX7" fmla="*/ 0 w 49815"/>
                  <a:gd name="connsiteY7" fmla="*/ 6001 h 49815"/>
                  <a:gd name="connsiteX8" fmla="*/ 5906 w 49815"/>
                  <a:gd name="connsiteY8" fmla="*/ 95 h 49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815" h="49815">
                    <a:moveTo>
                      <a:pt x="6001" y="0"/>
                    </a:moveTo>
                    <a:lnTo>
                      <a:pt x="43910" y="0"/>
                    </a:lnTo>
                    <a:cubicBezTo>
                      <a:pt x="47149" y="0"/>
                      <a:pt x="49816" y="2667"/>
                      <a:pt x="49816" y="5906"/>
                    </a:cubicBezTo>
                    <a:lnTo>
                      <a:pt x="49816" y="43910"/>
                    </a:lnTo>
                    <a:cubicBezTo>
                      <a:pt x="49816" y="47149"/>
                      <a:pt x="47149" y="49816"/>
                      <a:pt x="43910" y="49816"/>
                    </a:cubicBezTo>
                    <a:lnTo>
                      <a:pt x="5906" y="49816"/>
                    </a:lnTo>
                    <a:cubicBezTo>
                      <a:pt x="2667" y="49816"/>
                      <a:pt x="0" y="47149"/>
                      <a:pt x="0" y="43910"/>
                    </a:cubicBezTo>
                    <a:lnTo>
                      <a:pt x="0" y="6001"/>
                    </a:lnTo>
                    <a:cubicBezTo>
                      <a:pt x="0" y="2762"/>
                      <a:pt x="2667" y="95"/>
                      <a:pt x="5906" y="95"/>
                    </a:cubicBezTo>
                    <a:close/>
                  </a:path>
                </a:pathLst>
              </a:custGeom>
              <a:solidFill>
                <a:srgbClr val="ACDFE7">
                  <a:alpha val="46000"/>
                </a:srgb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92E54EC-FEB2-46E5-28E0-435891BD0C1C}"/>
                  </a:ext>
                </a:extLst>
              </p:cNvPr>
              <p:cNvSpPr/>
              <p:nvPr/>
            </p:nvSpPr>
            <p:spPr>
              <a:xfrm>
                <a:off x="5493194" y="1470335"/>
                <a:ext cx="73818" cy="73818"/>
              </a:xfrm>
              <a:custGeom>
                <a:avLst/>
                <a:gdLst>
                  <a:gd name="connsiteX0" fmla="*/ 8763 w 73818"/>
                  <a:gd name="connsiteY0" fmla="*/ 3524 h 73818"/>
                  <a:gd name="connsiteX1" fmla="*/ 3524 w 73818"/>
                  <a:gd name="connsiteY1" fmla="*/ 8858 h 73818"/>
                  <a:gd name="connsiteX2" fmla="*/ 3524 w 73818"/>
                  <a:gd name="connsiteY2" fmla="*/ 65151 h 73818"/>
                  <a:gd name="connsiteX3" fmla="*/ 8763 w 73818"/>
                  <a:gd name="connsiteY3" fmla="*/ 70390 h 73818"/>
                  <a:gd name="connsiteX4" fmla="*/ 65056 w 73818"/>
                  <a:gd name="connsiteY4" fmla="*/ 70390 h 73818"/>
                  <a:gd name="connsiteX5" fmla="*/ 70294 w 73818"/>
                  <a:gd name="connsiteY5" fmla="*/ 65151 h 73818"/>
                  <a:gd name="connsiteX6" fmla="*/ 70294 w 73818"/>
                  <a:gd name="connsiteY6" fmla="*/ 8858 h 73818"/>
                  <a:gd name="connsiteX7" fmla="*/ 65056 w 73818"/>
                  <a:gd name="connsiteY7" fmla="*/ 3524 h 73818"/>
                  <a:gd name="connsiteX8" fmla="*/ 8763 w 73818"/>
                  <a:gd name="connsiteY8" fmla="*/ 3524 h 73818"/>
                  <a:gd name="connsiteX9" fmla="*/ 65056 w 73818"/>
                  <a:gd name="connsiteY9" fmla="*/ 73819 h 73818"/>
                  <a:gd name="connsiteX10" fmla="*/ 8763 w 73818"/>
                  <a:gd name="connsiteY10" fmla="*/ 73819 h 73818"/>
                  <a:gd name="connsiteX11" fmla="*/ 0 w 73818"/>
                  <a:gd name="connsiteY11" fmla="*/ 65056 h 73818"/>
                  <a:gd name="connsiteX12" fmla="*/ 0 w 73818"/>
                  <a:gd name="connsiteY12" fmla="*/ 8763 h 73818"/>
                  <a:gd name="connsiteX13" fmla="*/ 8763 w 73818"/>
                  <a:gd name="connsiteY13" fmla="*/ 0 h 73818"/>
                  <a:gd name="connsiteX14" fmla="*/ 65056 w 73818"/>
                  <a:gd name="connsiteY14" fmla="*/ 0 h 73818"/>
                  <a:gd name="connsiteX15" fmla="*/ 73819 w 73818"/>
                  <a:gd name="connsiteY15" fmla="*/ 8763 h 73818"/>
                  <a:gd name="connsiteX16" fmla="*/ 73819 w 73818"/>
                  <a:gd name="connsiteY16" fmla="*/ 65056 h 73818"/>
                  <a:gd name="connsiteX17" fmla="*/ 65056 w 73818"/>
                  <a:gd name="connsiteY17" fmla="*/ 73819 h 73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3818" h="73818">
                    <a:moveTo>
                      <a:pt x="8763" y="3524"/>
                    </a:moveTo>
                    <a:cubicBezTo>
                      <a:pt x="5906" y="3524"/>
                      <a:pt x="3524" y="5905"/>
                      <a:pt x="3524" y="8858"/>
                    </a:cubicBezTo>
                    <a:lnTo>
                      <a:pt x="3524" y="65151"/>
                    </a:lnTo>
                    <a:cubicBezTo>
                      <a:pt x="3524" y="68008"/>
                      <a:pt x="5906" y="70390"/>
                      <a:pt x="8763" y="70390"/>
                    </a:cubicBezTo>
                    <a:lnTo>
                      <a:pt x="65056" y="70390"/>
                    </a:lnTo>
                    <a:cubicBezTo>
                      <a:pt x="67913" y="70390"/>
                      <a:pt x="70294" y="68008"/>
                      <a:pt x="70294" y="65151"/>
                    </a:cubicBezTo>
                    <a:lnTo>
                      <a:pt x="70294" y="8858"/>
                    </a:lnTo>
                    <a:cubicBezTo>
                      <a:pt x="70294" y="5905"/>
                      <a:pt x="67913" y="3524"/>
                      <a:pt x="65056" y="3524"/>
                    </a:cubicBezTo>
                    <a:lnTo>
                      <a:pt x="8763" y="3524"/>
                    </a:lnTo>
                    <a:close/>
                    <a:moveTo>
                      <a:pt x="65056" y="73819"/>
                    </a:moveTo>
                    <a:lnTo>
                      <a:pt x="8763" y="73819"/>
                    </a:lnTo>
                    <a:cubicBezTo>
                      <a:pt x="3905" y="73819"/>
                      <a:pt x="0" y="69913"/>
                      <a:pt x="0" y="65056"/>
                    </a:cubicBezTo>
                    <a:lnTo>
                      <a:pt x="0" y="8763"/>
                    </a:lnTo>
                    <a:cubicBezTo>
                      <a:pt x="0" y="3905"/>
                      <a:pt x="3905" y="0"/>
                      <a:pt x="8763" y="0"/>
                    </a:cubicBezTo>
                    <a:lnTo>
                      <a:pt x="65056" y="0"/>
                    </a:lnTo>
                    <a:cubicBezTo>
                      <a:pt x="69913" y="0"/>
                      <a:pt x="73819" y="3905"/>
                      <a:pt x="73819" y="8763"/>
                    </a:cubicBezTo>
                    <a:lnTo>
                      <a:pt x="73819" y="65056"/>
                    </a:lnTo>
                    <a:cubicBezTo>
                      <a:pt x="73819" y="69913"/>
                      <a:pt x="69818" y="73819"/>
                      <a:pt x="65056" y="73819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B325239-3C30-28EF-A9DA-41182A498586}"/>
                  </a:ext>
                </a:extLst>
              </p:cNvPr>
              <p:cNvSpPr/>
              <p:nvPr/>
            </p:nvSpPr>
            <p:spPr>
              <a:xfrm>
                <a:off x="5505196" y="1482337"/>
                <a:ext cx="49815" cy="49815"/>
              </a:xfrm>
              <a:custGeom>
                <a:avLst/>
                <a:gdLst>
                  <a:gd name="connsiteX0" fmla="*/ 5905 w 49815"/>
                  <a:gd name="connsiteY0" fmla="*/ 0 h 49815"/>
                  <a:gd name="connsiteX1" fmla="*/ 43910 w 49815"/>
                  <a:gd name="connsiteY1" fmla="*/ 0 h 49815"/>
                  <a:gd name="connsiteX2" fmla="*/ 49816 w 49815"/>
                  <a:gd name="connsiteY2" fmla="*/ 5906 h 49815"/>
                  <a:gd name="connsiteX3" fmla="*/ 49816 w 49815"/>
                  <a:gd name="connsiteY3" fmla="*/ 43910 h 49815"/>
                  <a:gd name="connsiteX4" fmla="*/ 43910 w 49815"/>
                  <a:gd name="connsiteY4" fmla="*/ 49816 h 49815"/>
                  <a:gd name="connsiteX5" fmla="*/ 5905 w 49815"/>
                  <a:gd name="connsiteY5" fmla="*/ 49816 h 49815"/>
                  <a:gd name="connsiteX6" fmla="*/ 0 w 49815"/>
                  <a:gd name="connsiteY6" fmla="*/ 43910 h 49815"/>
                  <a:gd name="connsiteX7" fmla="*/ 0 w 49815"/>
                  <a:gd name="connsiteY7" fmla="*/ 5906 h 49815"/>
                  <a:gd name="connsiteX8" fmla="*/ 5905 w 49815"/>
                  <a:gd name="connsiteY8" fmla="*/ 0 h 49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815" h="49815">
                    <a:moveTo>
                      <a:pt x="5905" y="0"/>
                    </a:moveTo>
                    <a:lnTo>
                      <a:pt x="43910" y="0"/>
                    </a:lnTo>
                    <a:cubicBezTo>
                      <a:pt x="47149" y="0"/>
                      <a:pt x="49816" y="2667"/>
                      <a:pt x="49816" y="5906"/>
                    </a:cubicBezTo>
                    <a:lnTo>
                      <a:pt x="49816" y="43910"/>
                    </a:lnTo>
                    <a:cubicBezTo>
                      <a:pt x="49816" y="47149"/>
                      <a:pt x="47149" y="49816"/>
                      <a:pt x="43910" y="49816"/>
                    </a:cubicBezTo>
                    <a:lnTo>
                      <a:pt x="5905" y="49816"/>
                    </a:lnTo>
                    <a:cubicBezTo>
                      <a:pt x="2667" y="49816"/>
                      <a:pt x="0" y="47149"/>
                      <a:pt x="0" y="43910"/>
                    </a:cubicBezTo>
                    <a:lnTo>
                      <a:pt x="0" y="5906"/>
                    </a:lnTo>
                    <a:cubicBezTo>
                      <a:pt x="0" y="2667"/>
                      <a:pt x="2667" y="0"/>
                      <a:pt x="5905" y="0"/>
                    </a:cubicBezTo>
                    <a:close/>
                  </a:path>
                </a:pathLst>
              </a:custGeom>
              <a:solidFill>
                <a:srgbClr val="F6C4C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C237004-5589-9914-C68B-09BE5EADD419}"/>
                  </a:ext>
                </a:extLst>
              </p:cNvPr>
              <p:cNvSpPr/>
              <p:nvPr/>
            </p:nvSpPr>
            <p:spPr>
              <a:xfrm>
                <a:off x="5493194" y="1591207"/>
                <a:ext cx="73818" cy="73723"/>
              </a:xfrm>
              <a:custGeom>
                <a:avLst/>
                <a:gdLst>
                  <a:gd name="connsiteX0" fmla="*/ 8763 w 73818"/>
                  <a:gd name="connsiteY0" fmla="*/ 3429 h 73723"/>
                  <a:gd name="connsiteX1" fmla="*/ 3524 w 73818"/>
                  <a:gd name="connsiteY1" fmla="*/ 8668 h 73723"/>
                  <a:gd name="connsiteX2" fmla="*/ 3524 w 73818"/>
                  <a:gd name="connsiteY2" fmla="*/ 64865 h 73723"/>
                  <a:gd name="connsiteX3" fmla="*/ 8763 w 73818"/>
                  <a:gd name="connsiteY3" fmla="*/ 70104 h 73723"/>
                  <a:gd name="connsiteX4" fmla="*/ 65056 w 73818"/>
                  <a:gd name="connsiteY4" fmla="*/ 70104 h 73723"/>
                  <a:gd name="connsiteX5" fmla="*/ 70294 w 73818"/>
                  <a:gd name="connsiteY5" fmla="*/ 64865 h 73723"/>
                  <a:gd name="connsiteX6" fmla="*/ 70294 w 73818"/>
                  <a:gd name="connsiteY6" fmla="*/ 8668 h 73723"/>
                  <a:gd name="connsiteX7" fmla="*/ 65056 w 73818"/>
                  <a:gd name="connsiteY7" fmla="*/ 3429 h 73723"/>
                  <a:gd name="connsiteX8" fmla="*/ 8763 w 73818"/>
                  <a:gd name="connsiteY8" fmla="*/ 3429 h 73723"/>
                  <a:gd name="connsiteX9" fmla="*/ 65056 w 73818"/>
                  <a:gd name="connsiteY9" fmla="*/ 73724 h 73723"/>
                  <a:gd name="connsiteX10" fmla="*/ 8763 w 73818"/>
                  <a:gd name="connsiteY10" fmla="*/ 73724 h 73723"/>
                  <a:gd name="connsiteX11" fmla="*/ 0 w 73818"/>
                  <a:gd name="connsiteY11" fmla="*/ 64960 h 73723"/>
                  <a:gd name="connsiteX12" fmla="*/ 0 w 73818"/>
                  <a:gd name="connsiteY12" fmla="*/ 8763 h 73723"/>
                  <a:gd name="connsiteX13" fmla="*/ 8763 w 73818"/>
                  <a:gd name="connsiteY13" fmla="*/ 0 h 73723"/>
                  <a:gd name="connsiteX14" fmla="*/ 65056 w 73818"/>
                  <a:gd name="connsiteY14" fmla="*/ 0 h 73723"/>
                  <a:gd name="connsiteX15" fmla="*/ 73819 w 73818"/>
                  <a:gd name="connsiteY15" fmla="*/ 8763 h 73723"/>
                  <a:gd name="connsiteX16" fmla="*/ 73819 w 73818"/>
                  <a:gd name="connsiteY16" fmla="*/ 64960 h 73723"/>
                  <a:gd name="connsiteX17" fmla="*/ 65056 w 73818"/>
                  <a:gd name="connsiteY17" fmla="*/ 73724 h 73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3818" h="73723">
                    <a:moveTo>
                      <a:pt x="8763" y="3429"/>
                    </a:moveTo>
                    <a:cubicBezTo>
                      <a:pt x="5906" y="3429"/>
                      <a:pt x="3524" y="5810"/>
                      <a:pt x="3524" y="8668"/>
                    </a:cubicBezTo>
                    <a:lnTo>
                      <a:pt x="3524" y="64865"/>
                    </a:lnTo>
                    <a:cubicBezTo>
                      <a:pt x="3524" y="67818"/>
                      <a:pt x="5906" y="70104"/>
                      <a:pt x="8763" y="70104"/>
                    </a:cubicBezTo>
                    <a:lnTo>
                      <a:pt x="65056" y="70104"/>
                    </a:lnTo>
                    <a:cubicBezTo>
                      <a:pt x="67913" y="70104"/>
                      <a:pt x="70294" y="67723"/>
                      <a:pt x="70294" y="64865"/>
                    </a:cubicBezTo>
                    <a:lnTo>
                      <a:pt x="70294" y="8668"/>
                    </a:lnTo>
                    <a:cubicBezTo>
                      <a:pt x="70294" y="5810"/>
                      <a:pt x="67913" y="3429"/>
                      <a:pt x="65056" y="3429"/>
                    </a:cubicBezTo>
                    <a:lnTo>
                      <a:pt x="8763" y="3429"/>
                    </a:lnTo>
                    <a:close/>
                    <a:moveTo>
                      <a:pt x="65056" y="73724"/>
                    </a:moveTo>
                    <a:lnTo>
                      <a:pt x="8763" y="73724"/>
                    </a:lnTo>
                    <a:cubicBezTo>
                      <a:pt x="3905" y="73724"/>
                      <a:pt x="0" y="69818"/>
                      <a:pt x="0" y="64960"/>
                    </a:cubicBezTo>
                    <a:lnTo>
                      <a:pt x="0" y="8763"/>
                    </a:lnTo>
                    <a:cubicBezTo>
                      <a:pt x="0" y="3905"/>
                      <a:pt x="3905" y="0"/>
                      <a:pt x="8763" y="0"/>
                    </a:cubicBezTo>
                    <a:lnTo>
                      <a:pt x="65056" y="0"/>
                    </a:lnTo>
                    <a:cubicBezTo>
                      <a:pt x="69913" y="0"/>
                      <a:pt x="73819" y="3905"/>
                      <a:pt x="73819" y="8763"/>
                    </a:cubicBezTo>
                    <a:lnTo>
                      <a:pt x="73819" y="64960"/>
                    </a:lnTo>
                    <a:cubicBezTo>
                      <a:pt x="73819" y="69818"/>
                      <a:pt x="69818" y="73724"/>
                      <a:pt x="65056" y="73724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A113216-6AD1-6C8F-984C-1EDD53ED25E1}"/>
                  </a:ext>
                </a:extLst>
              </p:cNvPr>
              <p:cNvSpPr/>
              <p:nvPr/>
            </p:nvSpPr>
            <p:spPr>
              <a:xfrm>
                <a:off x="5505100" y="1603209"/>
                <a:ext cx="49815" cy="49815"/>
              </a:xfrm>
              <a:custGeom>
                <a:avLst/>
                <a:gdLst>
                  <a:gd name="connsiteX0" fmla="*/ 6001 w 49815"/>
                  <a:gd name="connsiteY0" fmla="*/ 0 h 49815"/>
                  <a:gd name="connsiteX1" fmla="*/ 43910 w 49815"/>
                  <a:gd name="connsiteY1" fmla="*/ 0 h 49815"/>
                  <a:gd name="connsiteX2" fmla="*/ 49816 w 49815"/>
                  <a:gd name="connsiteY2" fmla="*/ 5906 h 49815"/>
                  <a:gd name="connsiteX3" fmla="*/ 49816 w 49815"/>
                  <a:gd name="connsiteY3" fmla="*/ 43910 h 49815"/>
                  <a:gd name="connsiteX4" fmla="*/ 43910 w 49815"/>
                  <a:gd name="connsiteY4" fmla="*/ 49816 h 49815"/>
                  <a:gd name="connsiteX5" fmla="*/ 5906 w 49815"/>
                  <a:gd name="connsiteY5" fmla="*/ 49816 h 49815"/>
                  <a:gd name="connsiteX6" fmla="*/ 0 w 49815"/>
                  <a:gd name="connsiteY6" fmla="*/ 43910 h 49815"/>
                  <a:gd name="connsiteX7" fmla="*/ 0 w 49815"/>
                  <a:gd name="connsiteY7" fmla="*/ 5906 h 49815"/>
                  <a:gd name="connsiteX8" fmla="*/ 5906 w 49815"/>
                  <a:gd name="connsiteY8" fmla="*/ 0 h 49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815" h="49815">
                    <a:moveTo>
                      <a:pt x="6001" y="0"/>
                    </a:moveTo>
                    <a:lnTo>
                      <a:pt x="43910" y="0"/>
                    </a:lnTo>
                    <a:cubicBezTo>
                      <a:pt x="47149" y="0"/>
                      <a:pt x="49816" y="2667"/>
                      <a:pt x="49816" y="5906"/>
                    </a:cubicBezTo>
                    <a:lnTo>
                      <a:pt x="49816" y="43910"/>
                    </a:lnTo>
                    <a:cubicBezTo>
                      <a:pt x="49816" y="47149"/>
                      <a:pt x="47149" y="49816"/>
                      <a:pt x="43910" y="49816"/>
                    </a:cubicBezTo>
                    <a:lnTo>
                      <a:pt x="5906" y="49816"/>
                    </a:lnTo>
                    <a:cubicBezTo>
                      <a:pt x="2667" y="49816"/>
                      <a:pt x="0" y="47149"/>
                      <a:pt x="0" y="43910"/>
                    </a:cubicBezTo>
                    <a:lnTo>
                      <a:pt x="0" y="5906"/>
                    </a:lnTo>
                    <a:cubicBezTo>
                      <a:pt x="0" y="2667"/>
                      <a:pt x="2667" y="0"/>
                      <a:pt x="5906" y="0"/>
                    </a:cubicBezTo>
                    <a:close/>
                  </a:path>
                </a:pathLst>
              </a:custGeom>
              <a:solidFill>
                <a:srgbClr val="FFE2B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46B4104-6332-A3E6-E025-915FEA57AE60}"/>
                  </a:ext>
                </a:extLst>
              </p:cNvPr>
              <p:cNvSpPr/>
              <p:nvPr/>
            </p:nvSpPr>
            <p:spPr>
              <a:xfrm>
                <a:off x="4605750" y="1213160"/>
                <a:ext cx="635412" cy="635412"/>
              </a:xfrm>
              <a:custGeom>
                <a:avLst/>
                <a:gdLst>
                  <a:gd name="connsiteX0" fmla="*/ 635413 w 635412"/>
                  <a:gd name="connsiteY0" fmla="*/ 317754 h 635412"/>
                  <a:gd name="connsiteX1" fmla="*/ 317659 w 635412"/>
                  <a:gd name="connsiteY1" fmla="*/ 635413 h 635412"/>
                  <a:gd name="connsiteX2" fmla="*/ 0 w 635412"/>
                  <a:gd name="connsiteY2" fmla="*/ 317754 h 635412"/>
                  <a:gd name="connsiteX3" fmla="*/ 317659 w 635412"/>
                  <a:gd name="connsiteY3" fmla="*/ 0 h 635412"/>
                  <a:gd name="connsiteX4" fmla="*/ 635413 w 635412"/>
                  <a:gd name="connsiteY4" fmla="*/ 317754 h 635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5412" h="635412">
                    <a:moveTo>
                      <a:pt x="635413" y="317754"/>
                    </a:moveTo>
                    <a:cubicBezTo>
                      <a:pt x="635413" y="493205"/>
                      <a:pt x="493109" y="635413"/>
                      <a:pt x="317659" y="635413"/>
                    </a:cubicBezTo>
                    <a:cubicBezTo>
                      <a:pt x="142208" y="635413"/>
                      <a:pt x="0" y="493205"/>
                      <a:pt x="0" y="317754"/>
                    </a:cubicBezTo>
                    <a:cubicBezTo>
                      <a:pt x="0" y="142303"/>
                      <a:pt x="142208" y="0"/>
                      <a:pt x="317659" y="0"/>
                    </a:cubicBezTo>
                    <a:cubicBezTo>
                      <a:pt x="493109" y="0"/>
                      <a:pt x="635413" y="142303"/>
                      <a:pt x="635413" y="317754"/>
                    </a:cubicBezTo>
                    <a:close/>
                  </a:path>
                </a:pathLst>
              </a:custGeom>
              <a:solidFill>
                <a:srgbClr val="9BC5F2">
                  <a:alpha val="54000"/>
                </a:srgb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FDF298EB-7BB9-5B5E-EE79-784FBC400B2D}"/>
                  </a:ext>
                </a:extLst>
              </p:cNvPr>
              <p:cNvSpPr/>
              <p:nvPr/>
            </p:nvSpPr>
            <p:spPr>
              <a:xfrm>
                <a:off x="4923504" y="1496338"/>
                <a:ext cx="317769" cy="182499"/>
              </a:xfrm>
              <a:custGeom>
                <a:avLst/>
                <a:gdLst>
                  <a:gd name="connsiteX0" fmla="*/ 315754 w 317769"/>
                  <a:gd name="connsiteY0" fmla="*/ 95 h 182499"/>
                  <a:gd name="connsiteX1" fmla="*/ 0 w 317769"/>
                  <a:gd name="connsiteY1" fmla="*/ 34576 h 182499"/>
                  <a:gd name="connsiteX2" fmla="*/ 281083 w 317769"/>
                  <a:gd name="connsiteY2" fmla="*/ 182499 h 182499"/>
                  <a:gd name="connsiteX3" fmla="*/ 315468 w 317769"/>
                  <a:gd name="connsiteY3" fmla="*/ 71914 h 182499"/>
                  <a:gd name="connsiteX4" fmla="*/ 315849 w 317769"/>
                  <a:gd name="connsiteY4" fmla="*/ 0 h 18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769" h="182499">
                    <a:moveTo>
                      <a:pt x="315754" y="95"/>
                    </a:moveTo>
                    <a:lnTo>
                      <a:pt x="0" y="34576"/>
                    </a:lnTo>
                    <a:lnTo>
                      <a:pt x="281083" y="182499"/>
                    </a:lnTo>
                    <a:cubicBezTo>
                      <a:pt x="299561" y="147447"/>
                      <a:pt x="310801" y="111347"/>
                      <a:pt x="315468" y="71914"/>
                    </a:cubicBezTo>
                    <a:cubicBezTo>
                      <a:pt x="318421" y="47339"/>
                      <a:pt x="318516" y="24575"/>
                      <a:pt x="315849" y="0"/>
                    </a:cubicBezTo>
                    <a:close/>
                  </a:path>
                </a:pathLst>
              </a:custGeom>
              <a:solidFill>
                <a:srgbClr val="ACDFE7">
                  <a:alpha val="45000"/>
                </a:srgb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AC60A9B-D20D-8D4C-25BB-967DE7921351}"/>
                  </a:ext>
                </a:extLst>
              </p:cNvPr>
              <p:cNvSpPr/>
              <p:nvPr/>
            </p:nvSpPr>
            <p:spPr>
              <a:xfrm>
                <a:off x="4923504" y="1352225"/>
                <a:ext cx="315753" cy="178689"/>
              </a:xfrm>
              <a:custGeom>
                <a:avLst/>
                <a:gdLst>
                  <a:gd name="connsiteX0" fmla="*/ 0 w 315753"/>
                  <a:gd name="connsiteY0" fmla="*/ 178689 h 178689"/>
                  <a:gd name="connsiteX1" fmla="*/ 262604 w 315753"/>
                  <a:gd name="connsiteY1" fmla="*/ 0 h 178689"/>
                  <a:gd name="connsiteX2" fmla="*/ 315754 w 315753"/>
                  <a:gd name="connsiteY2" fmla="*/ 144113 h 178689"/>
                  <a:gd name="connsiteX3" fmla="*/ 0 w 315753"/>
                  <a:gd name="connsiteY3" fmla="*/ 178594 h 17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753" h="178689">
                    <a:moveTo>
                      <a:pt x="0" y="178689"/>
                    </a:moveTo>
                    <a:lnTo>
                      <a:pt x="262604" y="0"/>
                    </a:lnTo>
                    <a:cubicBezTo>
                      <a:pt x="293465" y="45244"/>
                      <a:pt x="309848" y="89821"/>
                      <a:pt x="315754" y="144113"/>
                    </a:cubicBezTo>
                    <a:lnTo>
                      <a:pt x="0" y="178594"/>
                    </a:lnTo>
                    <a:close/>
                  </a:path>
                </a:pathLst>
              </a:custGeom>
              <a:solidFill>
                <a:srgbClr val="AFD1F5">
                  <a:alpha val="45000"/>
                </a:srgb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DCE0EC1-B16E-9B63-C71A-EFD7212D9A13}"/>
                  </a:ext>
                </a:extLst>
              </p:cNvPr>
              <p:cNvSpPr/>
              <p:nvPr/>
            </p:nvSpPr>
            <p:spPr>
              <a:xfrm>
                <a:off x="4923504" y="1228495"/>
                <a:ext cx="262604" cy="302513"/>
              </a:xfrm>
              <a:custGeom>
                <a:avLst/>
                <a:gdLst>
                  <a:gd name="connsiteX0" fmla="*/ 0 w 262604"/>
                  <a:gd name="connsiteY0" fmla="*/ 302419 h 302513"/>
                  <a:gd name="connsiteX1" fmla="*/ 96869 w 262604"/>
                  <a:gd name="connsiteY1" fmla="*/ 0 h 302513"/>
                  <a:gd name="connsiteX2" fmla="*/ 262604 w 262604"/>
                  <a:gd name="connsiteY2" fmla="*/ 123825 h 302513"/>
                  <a:gd name="connsiteX3" fmla="*/ 0 w 262604"/>
                  <a:gd name="connsiteY3" fmla="*/ 302514 h 302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604" h="302513">
                    <a:moveTo>
                      <a:pt x="0" y="302419"/>
                    </a:moveTo>
                    <a:lnTo>
                      <a:pt x="96869" y="0"/>
                    </a:lnTo>
                    <a:cubicBezTo>
                      <a:pt x="167830" y="22765"/>
                      <a:pt x="220599" y="62198"/>
                      <a:pt x="262604" y="123825"/>
                    </a:cubicBezTo>
                    <a:lnTo>
                      <a:pt x="0" y="302514"/>
                    </a:lnTo>
                    <a:close/>
                  </a:path>
                </a:pathLst>
              </a:custGeom>
              <a:solidFill>
                <a:srgbClr val="FFE2B5">
                  <a:alpha val="45000"/>
                </a:srgb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D5B5272-B07A-7665-2B4F-352A2BC8C408}"/>
                  </a:ext>
                </a:extLst>
              </p:cNvPr>
              <p:cNvSpPr/>
              <p:nvPr/>
            </p:nvSpPr>
            <p:spPr>
              <a:xfrm>
                <a:off x="4788058" y="1213203"/>
                <a:ext cx="232314" cy="317710"/>
              </a:xfrm>
              <a:custGeom>
                <a:avLst/>
                <a:gdLst>
                  <a:gd name="connsiteX0" fmla="*/ 89916 w 232314"/>
                  <a:gd name="connsiteY0" fmla="*/ 3481 h 317710"/>
                  <a:gd name="connsiteX1" fmla="*/ 0 w 232314"/>
                  <a:gd name="connsiteY1" fmla="*/ 30532 h 317710"/>
                  <a:gd name="connsiteX2" fmla="*/ 135445 w 232314"/>
                  <a:gd name="connsiteY2" fmla="*/ 317711 h 317710"/>
                  <a:gd name="connsiteX3" fmla="*/ 232315 w 232314"/>
                  <a:gd name="connsiteY3" fmla="*/ 15292 h 317710"/>
                  <a:gd name="connsiteX4" fmla="*/ 89916 w 232314"/>
                  <a:gd name="connsiteY4" fmla="*/ 3481 h 317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314" h="317710">
                    <a:moveTo>
                      <a:pt x="89916" y="3481"/>
                    </a:moveTo>
                    <a:cubicBezTo>
                      <a:pt x="55531" y="8434"/>
                      <a:pt x="31432" y="15673"/>
                      <a:pt x="0" y="30532"/>
                    </a:cubicBezTo>
                    <a:lnTo>
                      <a:pt x="135445" y="317711"/>
                    </a:lnTo>
                    <a:lnTo>
                      <a:pt x="232315" y="15292"/>
                    </a:lnTo>
                    <a:cubicBezTo>
                      <a:pt x="185071" y="147"/>
                      <a:pt x="139065" y="-3663"/>
                      <a:pt x="89916" y="3481"/>
                    </a:cubicBezTo>
                    <a:close/>
                  </a:path>
                </a:pathLst>
              </a:custGeom>
              <a:solidFill>
                <a:srgbClr val="F6C4CF">
                  <a:alpha val="45000"/>
                </a:srgb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A018C6B-50CA-F690-06A2-1042CC68B6B0}"/>
                  </a:ext>
                </a:extLst>
              </p:cNvPr>
              <p:cNvSpPr/>
              <p:nvPr/>
            </p:nvSpPr>
            <p:spPr>
              <a:xfrm>
                <a:off x="4608798" y="1048568"/>
                <a:ext cx="126634" cy="272034"/>
              </a:xfrm>
              <a:custGeom>
                <a:avLst/>
                <a:gdLst>
                  <a:gd name="connsiteX0" fmla="*/ 124206 w 126634"/>
                  <a:gd name="connsiteY0" fmla="*/ 272034 h 272034"/>
                  <a:gd name="connsiteX1" fmla="*/ 122396 w 126634"/>
                  <a:gd name="connsiteY1" fmla="*/ 271272 h 272034"/>
                  <a:gd name="connsiteX2" fmla="*/ 762 w 126634"/>
                  <a:gd name="connsiteY2" fmla="*/ 149638 h 272034"/>
                  <a:gd name="connsiteX3" fmla="*/ 0 w 126634"/>
                  <a:gd name="connsiteY3" fmla="*/ 147923 h 272034"/>
                  <a:gd name="connsiteX4" fmla="*/ 0 w 126634"/>
                  <a:gd name="connsiteY4" fmla="*/ 2476 h 272034"/>
                  <a:gd name="connsiteX5" fmla="*/ 2572 w 126634"/>
                  <a:gd name="connsiteY5" fmla="*/ 0 h 272034"/>
                  <a:gd name="connsiteX6" fmla="*/ 5048 w 126634"/>
                  <a:gd name="connsiteY6" fmla="*/ 2476 h 272034"/>
                  <a:gd name="connsiteX7" fmla="*/ 5048 w 126634"/>
                  <a:gd name="connsiteY7" fmla="*/ 146875 h 272034"/>
                  <a:gd name="connsiteX8" fmla="*/ 125920 w 126634"/>
                  <a:gd name="connsiteY8" fmla="*/ 267748 h 272034"/>
                  <a:gd name="connsiteX9" fmla="*/ 125920 w 126634"/>
                  <a:gd name="connsiteY9" fmla="*/ 271272 h 272034"/>
                  <a:gd name="connsiteX10" fmla="*/ 124111 w 126634"/>
                  <a:gd name="connsiteY10" fmla="*/ 272034 h 272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634" h="272034">
                    <a:moveTo>
                      <a:pt x="124206" y="272034"/>
                    </a:moveTo>
                    <a:cubicBezTo>
                      <a:pt x="123539" y="272034"/>
                      <a:pt x="122873" y="271748"/>
                      <a:pt x="122396" y="271272"/>
                    </a:cubicBezTo>
                    <a:lnTo>
                      <a:pt x="762" y="149638"/>
                    </a:lnTo>
                    <a:cubicBezTo>
                      <a:pt x="286" y="149162"/>
                      <a:pt x="0" y="148495"/>
                      <a:pt x="0" y="147923"/>
                    </a:cubicBezTo>
                    <a:lnTo>
                      <a:pt x="0" y="2476"/>
                    </a:lnTo>
                    <a:cubicBezTo>
                      <a:pt x="0" y="1143"/>
                      <a:pt x="1143" y="0"/>
                      <a:pt x="2572" y="0"/>
                    </a:cubicBezTo>
                    <a:cubicBezTo>
                      <a:pt x="4001" y="0"/>
                      <a:pt x="5048" y="1143"/>
                      <a:pt x="5048" y="2476"/>
                    </a:cubicBezTo>
                    <a:lnTo>
                      <a:pt x="5048" y="146875"/>
                    </a:lnTo>
                    <a:lnTo>
                      <a:pt x="125920" y="267748"/>
                    </a:lnTo>
                    <a:cubicBezTo>
                      <a:pt x="126873" y="268700"/>
                      <a:pt x="126873" y="270320"/>
                      <a:pt x="125920" y="271272"/>
                    </a:cubicBezTo>
                    <a:cubicBezTo>
                      <a:pt x="125444" y="271748"/>
                      <a:pt x="124778" y="272034"/>
                      <a:pt x="124111" y="272034"/>
                    </a:cubicBezTo>
                    <a:close/>
                  </a:path>
                </a:pathLst>
              </a:custGeom>
              <a:solidFill>
                <a:srgbClr val="74839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FFE4134-F427-B6B9-CC07-68FF15D58F67}"/>
                  </a:ext>
                </a:extLst>
              </p:cNvPr>
              <p:cNvSpPr/>
              <p:nvPr/>
            </p:nvSpPr>
            <p:spPr>
              <a:xfrm>
                <a:off x="4723169" y="1308291"/>
                <a:ext cx="19002" cy="19002"/>
              </a:xfrm>
              <a:custGeom>
                <a:avLst/>
                <a:gdLst>
                  <a:gd name="connsiteX0" fmla="*/ 16216 w 19002"/>
                  <a:gd name="connsiteY0" fmla="*/ 2786 h 19002"/>
                  <a:gd name="connsiteX1" fmla="*/ 16216 w 19002"/>
                  <a:gd name="connsiteY1" fmla="*/ 16216 h 19002"/>
                  <a:gd name="connsiteX2" fmla="*/ 2786 w 19002"/>
                  <a:gd name="connsiteY2" fmla="*/ 16216 h 19002"/>
                  <a:gd name="connsiteX3" fmla="*/ 2786 w 19002"/>
                  <a:gd name="connsiteY3" fmla="*/ 2786 h 19002"/>
                  <a:gd name="connsiteX4" fmla="*/ 16216 w 19002"/>
                  <a:gd name="connsiteY4" fmla="*/ 2786 h 19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02" h="19002">
                    <a:moveTo>
                      <a:pt x="16216" y="2786"/>
                    </a:moveTo>
                    <a:cubicBezTo>
                      <a:pt x="19931" y="6501"/>
                      <a:pt x="19931" y="12502"/>
                      <a:pt x="16216" y="16216"/>
                    </a:cubicBezTo>
                    <a:cubicBezTo>
                      <a:pt x="12502" y="19931"/>
                      <a:pt x="6501" y="19931"/>
                      <a:pt x="2786" y="16216"/>
                    </a:cubicBezTo>
                    <a:cubicBezTo>
                      <a:pt x="-929" y="12502"/>
                      <a:pt x="-929" y="6501"/>
                      <a:pt x="2786" y="2786"/>
                    </a:cubicBezTo>
                    <a:cubicBezTo>
                      <a:pt x="6501" y="-929"/>
                      <a:pt x="12502" y="-929"/>
                      <a:pt x="16216" y="2786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6FF2CF1-B4E4-B3D0-9103-58CE64137C31}"/>
                  </a:ext>
                </a:extLst>
              </p:cNvPr>
              <p:cNvSpPr/>
              <p:nvPr/>
            </p:nvSpPr>
            <p:spPr>
              <a:xfrm>
                <a:off x="4601844" y="1042091"/>
                <a:ext cx="19050" cy="18859"/>
              </a:xfrm>
              <a:custGeom>
                <a:avLst/>
                <a:gdLst>
                  <a:gd name="connsiteX0" fmla="*/ 19050 w 19050"/>
                  <a:gd name="connsiteY0" fmla="*/ 9430 h 18859"/>
                  <a:gd name="connsiteX1" fmla="*/ 9525 w 19050"/>
                  <a:gd name="connsiteY1" fmla="*/ 0 h 18859"/>
                  <a:gd name="connsiteX2" fmla="*/ 0 w 19050"/>
                  <a:gd name="connsiteY2" fmla="*/ 9430 h 18859"/>
                  <a:gd name="connsiteX3" fmla="*/ 9525 w 19050"/>
                  <a:gd name="connsiteY3" fmla="*/ 18859 h 18859"/>
                  <a:gd name="connsiteX4" fmla="*/ 19050 w 19050"/>
                  <a:gd name="connsiteY4" fmla="*/ 9430 h 18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8859">
                    <a:moveTo>
                      <a:pt x="19050" y="9430"/>
                    </a:moveTo>
                    <a:cubicBezTo>
                      <a:pt x="19050" y="4191"/>
                      <a:pt x="14859" y="0"/>
                      <a:pt x="9525" y="0"/>
                    </a:cubicBezTo>
                    <a:cubicBezTo>
                      <a:pt x="4191" y="0"/>
                      <a:pt x="0" y="4191"/>
                      <a:pt x="0" y="9430"/>
                    </a:cubicBezTo>
                    <a:cubicBezTo>
                      <a:pt x="0" y="14669"/>
                      <a:pt x="4191" y="18859"/>
                      <a:pt x="9525" y="18859"/>
                    </a:cubicBezTo>
                    <a:cubicBezTo>
                      <a:pt x="14859" y="18859"/>
                      <a:pt x="19050" y="14669"/>
                      <a:pt x="19050" y="9430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8BC3E56-453B-799F-5484-2E0DF164023C}"/>
                  </a:ext>
                </a:extLst>
              </p:cNvPr>
              <p:cNvSpPr/>
              <p:nvPr/>
            </p:nvSpPr>
            <p:spPr>
              <a:xfrm>
                <a:off x="4913026" y="1112005"/>
                <a:ext cx="4953" cy="132873"/>
              </a:xfrm>
              <a:custGeom>
                <a:avLst/>
                <a:gdLst>
                  <a:gd name="connsiteX0" fmla="*/ 2476 w 4953"/>
                  <a:gd name="connsiteY0" fmla="*/ 132874 h 132873"/>
                  <a:gd name="connsiteX1" fmla="*/ 0 w 4953"/>
                  <a:gd name="connsiteY1" fmla="*/ 130302 h 132873"/>
                  <a:gd name="connsiteX2" fmla="*/ 0 w 4953"/>
                  <a:gd name="connsiteY2" fmla="*/ 2572 h 132873"/>
                  <a:gd name="connsiteX3" fmla="*/ 2476 w 4953"/>
                  <a:gd name="connsiteY3" fmla="*/ 0 h 132873"/>
                  <a:gd name="connsiteX4" fmla="*/ 4953 w 4953"/>
                  <a:gd name="connsiteY4" fmla="*/ 2572 h 132873"/>
                  <a:gd name="connsiteX5" fmla="*/ 4953 w 4953"/>
                  <a:gd name="connsiteY5" fmla="*/ 130302 h 132873"/>
                  <a:gd name="connsiteX6" fmla="*/ 2476 w 4953"/>
                  <a:gd name="connsiteY6" fmla="*/ 132874 h 132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53" h="132873">
                    <a:moveTo>
                      <a:pt x="2476" y="132874"/>
                    </a:moveTo>
                    <a:cubicBezTo>
                      <a:pt x="1048" y="132874"/>
                      <a:pt x="0" y="131731"/>
                      <a:pt x="0" y="130302"/>
                    </a:cubicBezTo>
                    <a:lnTo>
                      <a:pt x="0" y="2572"/>
                    </a:lnTo>
                    <a:cubicBezTo>
                      <a:pt x="0" y="1143"/>
                      <a:pt x="1048" y="0"/>
                      <a:pt x="2476" y="0"/>
                    </a:cubicBezTo>
                    <a:cubicBezTo>
                      <a:pt x="3905" y="0"/>
                      <a:pt x="4953" y="1143"/>
                      <a:pt x="4953" y="2572"/>
                    </a:cubicBezTo>
                    <a:lnTo>
                      <a:pt x="4953" y="130302"/>
                    </a:lnTo>
                    <a:cubicBezTo>
                      <a:pt x="4953" y="131731"/>
                      <a:pt x="3810" y="132874"/>
                      <a:pt x="2476" y="132874"/>
                    </a:cubicBezTo>
                    <a:close/>
                  </a:path>
                </a:pathLst>
              </a:custGeom>
              <a:solidFill>
                <a:srgbClr val="74839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4AB00B2-DB9A-A1AA-400C-A0CD29652E6B}"/>
                  </a:ext>
                </a:extLst>
              </p:cNvPr>
              <p:cNvSpPr/>
              <p:nvPr/>
            </p:nvSpPr>
            <p:spPr>
              <a:xfrm>
                <a:off x="4906073" y="1232306"/>
                <a:ext cx="18954" cy="19050"/>
              </a:xfrm>
              <a:custGeom>
                <a:avLst/>
                <a:gdLst>
                  <a:gd name="connsiteX0" fmla="*/ 18955 w 18954"/>
                  <a:gd name="connsiteY0" fmla="*/ 9525 h 19050"/>
                  <a:gd name="connsiteX1" fmla="*/ 9430 w 18954"/>
                  <a:gd name="connsiteY1" fmla="*/ 19050 h 19050"/>
                  <a:gd name="connsiteX2" fmla="*/ 0 w 18954"/>
                  <a:gd name="connsiteY2" fmla="*/ 9525 h 19050"/>
                  <a:gd name="connsiteX3" fmla="*/ 9430 w 18954"/>
                  <a:gd name="connsiteY3" fmla="*/ 0 h 19050"/>
                  <a:gd name="connsiteX4" fmla="*/ 18955 w 18954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54" h="19050">
                    <a:moveTo>
                      <a:pt x="18955" y="9525"/>
                    </a:moveTo>
                    <a:cubicBezTo>
                      <a:pt x="18955" y="14668"/>
                      <a:pt x="14668" y="19050"/>
                      <a:pt x="9430" y="19050"/>
                    </a:cubicBezTo>
                    <a:cubicBezTo>
                      <a:pt x="4191" y="19050"/>
                      <a:pt x="0" y="14764"/>
                      <a:pt x="0" y="9525"/>
                    </a:cubicBezTo>
                    <a:cubicBezTo>
                      <a:pt x="0" y="4286"/>
                      <a:pt x="4286" y="0"/>
                      <a:pt x="9430" y="0"/>
                    </a:cubicBezTo>
                    <a:cubicBezTo>
                      <a:pt x="14573" y="0"/>
                      <a:pt x="18955" y="4191"/>
                      <a:pt x="18955" y="9525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363DFB0-F4F0-3CCF-8227-1BB1BA173797}"/>
                  </a:ext>
                </a:extLst>
              </p:cNvPr>
              <p:cNvSpPr/>
              <p:nvPr/>
            </p:nvSpPr>
            <p:spPr>
              <a:xfrm>
                <a:off x="4906073" y="1105528"/>
                <a:ext cx="18954" cy="18954"/>
              </a:xfrm>
              <a:custGeom>
                <a:avLst/>
                <a:gdLst>
                  <a:gd name="connsiteX0" fmla="*/ 18955 w 18954"/>
                  <a:gd name="connsiteY0" fmla="*/ 9525 h 18954"/>
                  <a:gd name="connsiteX1" fmla="*/ 9430 w 18954"/>
                  <a:gd name="connsiteY1" fmla="*/ 0 h 18954"/>
                  <a:gd name="connsiteX2" fmla="*/ 0 w 18954"/>
                  <a:gd name="connsiteY2" fmla="*/ 9525 h 18954"/>
                  <a:gd name="connsiteX3" fmla="*/ 9430 w 18954"/>
                  <a:gd name="connsiteY3" fmla="*/ 18955 h 18954"/>
                  <a:gd name="connsiteX4" fmla="*/ 18955 w 18954"/>
                  <a:gd name="connsiteY4" fmla="*/ 9525 h 18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54" h="18954">
                    <a:moveTo>
                      <a:pt x="18955" y="9525"/>
                    </a:moveTo>
                    <a:cubicBezTo>
                      <a:pt x="18955" y="4286"/>
                      <a:pt x="14668" y="0"/>
                      <a:pt x="9430" y="0"/>
                    </a:cubicBezTo>
                    <a:cubicBezTo>
                      <a:pt x="4191" y="0"/>
                      <a:pt x="0" y="4191"/>
                      <a:pt x="0" y="9525"/>
                    </a:cubicBezTo>
                    <a:cubicBezTo>
                      <a:pt x="0" y="14859"/>
                      <a:pt x="4286" y="18955"/>
                      <a:pt x="9430" y="18955"/>
                    </a:cubicBezTo>
                    <a:cubicBezTo>
                      <a:pt x="14573" y="18955"/>
                      <a:pt x="18955" y="14764"/>
                      <a:pt x="18955" y="9525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1B920D39-A1E8-488A-3DFF-B22E6E109329}"/>
                  </a:ext>
                </a:extLst>
              </p:cNvPr>
              <p:cNvSpPr/>
              <p:nvPr/>
            </p:nvSpPr>
            <p:spPr>
              <a:xfrm>
                <a:off x="5086143" y="1015897"/>
                <a:ext cx="88439" cy="284607"/>
              </a:xfrm>
              <a:custGeom>
                <a:avLst/>
                <a:gdLst>
                  <a:gd name="connsiteX0" fmla="*/ 2524 w 88439"/>
                  <a:gd name="connsiteY0" fmla="*/ 284607 h 284607"/>
                  <a:gd name="connsiteX1" fmla="*/ 714 w 88439"/>
                  <a:gd name="connsiteY1" fmla="*/ 283845 h 284607"/>
                  <a:gd name="connsiteX2" fmla="*/ 714 w 88439"/>
                  <a:gd name="connsiteY2" fmla="*/ 280321 h 284607"/>
                  <a:gd name="connsiteX3" fmla="*/ 83391 w 88439"/>
                  <a:gd name="connsiteY3" fmla="*/ 197644 h 284607"/>
                  <a:gd name="connsiteX4" fmla="*/ 83391 w 88439"/>
                  <a:gd name="connsiteY4" fmla="*/ 2572 h 284607"/>
                  <a:gd name="connsiteX5" fmla="*/ 85868 w 88439"/>
                  <a:gd name="connsiteY5" fmla="*/ 0 h 284607"/>
                  <a:gd name="connsiteX6" fmla="*/ 88440 w 88439"/>
                  <a:gd name="connsiteY6" fmla="*/ 2572 h 284607"/>
                  <a:gd name="connsiteX7" fmla="*/ 88440 w 88439"/>
                  <a:gd name="connsiteY7" fmla="*/ 198692 h 284607"/>
                  <a:gd name="connsiteX8" fmla="*/ 87678 w 88439"/>
                  <a:gd name="connsiteY8" fmla="*/ 200406 h 284607"/>
                  <a:gd name="connsiteX9" fmla="*/ 4239 w 88439"/>
                  <a:gd name="connsiteY9" fmla="*/ 283845 h 284607"/>
                  <a:gd name="connsiteX10" fmla="*/ 2429 w 88439"/>
                  <a:gd name="connsiteY10" fmla="*/ 284607 h 284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39" h="284607">
                    <a:moveTo>
                      <a:pt x="2524" y="284607"/>
                    </a:moveTo>
                    <a:cubicBezTo>
                      <a:pt x="1857" y="284607"/>
                      <a:pt x="1286" y="284417"/>
                      <a:pt x="714" y="283845"/>
                    </a:cubicBezTo>
                    <a:cubicBezTo>
                      <a:pt x="-238" y="282893"/>
                      <a:pt x="-238" y="281273"/>
                      <a:pt x="714" y="280321"/>
                    </a:cubicBezTo>
                    <a:lnTo>
                      <a:pt x="83391" y="197644"/>
                    </a:lnTo>
                    <a:lnTo>
                      <a:pt x="83391" y="2572"/>
                    </a:lnTo>
                    <a:cubicBezTo>
                      <a:pt x="83391" y="1238"/>
                      <a:pt x="84534" y="0"/>
                      <a:pt x="85868" y="0"/>
                    </a:cubicBezTo>
                    <a:cubicBezTo>
                      <a:pt x="87201" y="0"/>
                      <a:pt x="88440" y="1143"/>
                      <a:pt x="88440" y="2572"/>
                    </a:cubicBezTo>
                    <a:lnTo>
                      <a:pt x="88440" y="198692"/>
                    </a:lnTo>
                    <a:cubicBezTo>
                      <a:pt x="88440" y="199358"/>
                      <a:pt x="88154" y="200025"/>
                      <a:pt x="87678" y="200406"/>
                    </a:cubicBezTo>
                    <a:lnTo>
                      <a:pt x="4239" y="283845"/>
                    </a:lnTo>
                    <a:cubicBezTo>
                      <a:pt x="3762" y="284321"/>
                      <a:pt x="3096" y="284607"/>
                      <a:pt x="2429" y="284607"/>
                    </a:cubicBezTo>
                    <a:close/>
                  </a:path>
                </a:pathLst>
              </a:custGeom>
              <a:solidFill>
                <a:srgbClr val="74839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C60242F-52BF-62F3-A780-7669C23B7B56}"/>
                  </a:ext>
                </a:extLst>
              </p:cNvPr>
              <p:cNvSpPr/>
              <p:nvPr/>
            </p:nvSpPr>
            <p:spPr>
              <a:xfrm>
                <a:off x="5079499" y="1288098"/>
                <a:ext cx="19002" cy="19002"/>
              </a:xfrm>
              <a:custGeom>
                <a:avLst/>
                <a:gdLst>
                  <a:gd name="connsiteX0" fmla="*/ 16216 w 19002"/>
                  <a:gd name="connsiteY0" fmla="*/ 16216 h 19002"/>
                  <a:gd name="connsiteX1" fmla="*/ 2786 w 19002"/>
                  <a:gd name="connsiteY1" fmla="*/ 16216 h 19002"/>
                  <a:gd name="connsiteX2" fmla="*/ 2786 w 19002"/>
                  <a:gd name="connsiteY2" fmla="*/ 2786 h 19002"/>
                  <a:gd name="connsiteX3" fmla="*/ 16216 w 19002"/>
                  <a:gd name="connsiteY3" fmla="*/ 2786 h 19002"/>
                  <a:gd name="connsiteX4" fmla="*/ 16216 w 19002"/>
                  <a:gd name="connsiteY4" fmla="*/ 16216 h 19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02" h="19002">
                    <a:moveTo>
                      <a:pt x="16216" y="16216"/>
                    </a:moveTo>
                    <a:cubicBezTo>
                      <a:pt x="12502" y="19931"/>
                      <a:pt x="6501" y="19931"/>
                      <a:pt x="2786" y="16216"/>
                    </a:cubicBezTo>
                    <a:cubicBezTo>
                      <a:pt x="-929" y="12502"/>
                      <a:pt x="-929" y="6501"/>
                      <a:pt x="2786" y="2786"/>
                    </a:cubicBezTo>
                    <a:cubicBezTo>
                      <a:pt x="6501" y="-929"/>
                      <a:pt x="12502" y="-929"/>
                      <a:pt x="16216" y="2786"/>
                    </a:cubicBezTo>
                    <a:cubicBezTo>
                      <a:pt x="19931" y="6501"/>
                      <a:pt x="19931" y="12502"/>
                      <a:pt x="16216" y="16216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610E4D1-753F-A689-9E5A-F0B8989237DA}"/>
                  </a:ext>
                </a:extLst>
              </p:cNvPr>
              <p:cNvSpPr/>
              <p:nvPr/>
            </p:nvSpPr>
            <p:spPr>
              <a:xfrm>
                <a:off x="5162581" y="1009420"/>
                <a:ext cx="18954" cy="18954"/>
              </a:xfrm>
              <a:custGeom>
                <a:avLst/>
                <a:gdLst>
                  <a:gd name="connsiteX0" fmla="*/ 18955 w 18954"/>
                  <a:gd name="connsiteY0" fmla="*/ 9525 h 18954"/>
                  <a:gd name="connsiteX1" fmla="*/ 9525 w 18954"/>
                  <a:gd name="connsiteY1" fmla="*/ 0 h 18954"/>
                  <a:gd name="connsiteX2" fmla="*/ 0 w 18954"/>
                  <a:gd name="connsiteY2" fmla="*/ 9525 h 18954"/>
                  <a:gd name="connsiteX3" fmla="*/ 9525 w 18954"/>
                  <a:gd name="connsiteY3" fmla="*/ 18955 h 18954"/>
                  <a:gd name="connsiteX4" fmla="*/ 18955 w 18954"/>
                  <a:gd name="connsiteY4" fmla="*/ 9525 h 18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54" h="18954">
                    <a:moveTo>
                      <a:pt x="18955" y="9525"/>
                    </a:moveTo>
                    <a:cubicBezTo>
                      <a:pt x="18955" y="4286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cubicBezTo>
                      <a:pt x="0" y="14764"/>
                      <a:pt x="4286" y="18955"/>
                      <a:pt x="9525" y="18955"/>
                    </a:cubicBezTo>
                    <a:cubicBezTo>
                      <a:pt x="14764" y="18955"/>
                      <a:pt x="18955" y="14669"/>
                      <a:pt x="18955" y="9525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D8237AA3-EB24-EBAE-9D84-E4490D65DB3B}"/>
                  </a:ext>
                </a:extLst>
              </p:cNvPr>
              <p:cNvSpPr/>
              <p:nvPr/>
            </p:nvSpPr>
            <p:spPr>
              <a:xfrm>
                <a:off x="5189966" y="1610686"/>
                <a:ext cx="101869" cy="183880"/>
              </a:xfrm>
              <a:custGeom>
                <a:avLst/>
                <a:gdLst>
                  <a:gd name="connsiteX0" fmla="*/ 99298 w 101869"/>
                  <a:gd name="connsiteY0" fmla="*/ 183880 h 183880"/>
                  <a:gd name="connsiteX1" fmla="*/ 96822 w 101869"/>
                  <a:gd name="connsiteY1" fmla="*/ 181308 h 183880"/>
                  <a:gd name="connsiteX2" fmla="*/ 96822 w 101869"/>
                  <a:gd name="connsiteY2" fmla="*/ 100346 h 183880"/>
                  <a:gd name="connsiteX3" fmla="*/ 714 w 101869"/>
                  <a:gd name="connsiteY3" fmla="*/ 4239 h 183880"/>
                  <a:gd name="connsiteX4" fmla="*/ 714 w 101869"/>
                  <a:gd name="connsiteY4" fmla="*/ 714 h 183880"/>
                  <a:gd name="connsiteX5" fmla="*/ 4239 w 101869"/>
                  <a:gd name="connsiteY5" fmla="*/ 714 h 183880"/>
                  <a:gd name="connsiteX6" fmla="*/ 101108 w 101869"/>
                  <a:gd name="connsiteY6" fmla="*/ 97488 h 183880"/>
                  <a:gd name="connsiteX7" fmla="*/ 101870 w 101869"/>
                  <a:gd name="connsiteY7" fmla="*/ 99298 h 183880"/>
                  <a:gd name="connsiteX8" fmla="*/ 101870 w 101869"/>
                  <a:gd name="connsiteY8" fmla="*/ 181308 h 183880"/>
                  <a:gd name="connsiteX9" fmla="*/ 99393 w 101869"/>
                  <a:gd name="connsiteY9" fmla="*/ 183880 h 18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869" h="183880">
                    <a:moveTo>
                      <a:pt x="99298" y="183880"/>
                    </a:moveTo>
                    <a:cubicBezTo>
                      <a:pt x="97869" y="183880"/>
                      <a:pt x="96822" y="182737"/>
                      <a:pt x="96822" y="181308"/>
                    </a:cubicBezTo>
                    <a:lnTo>
                      <a:pt x="96822" y="100346"/>
                    </a:lnTo>
                    <a:lnTo>
                      <a:pt x="714" y="4239"/>
                    </a:lnTo>
                    <a:cubicBezTo>
                      <a:pt x="-238" y="3286"/>
                      <a:pt x="-238" y="1667"/>
                      <a:pt x="714" y="714"/>
                    </a:cubicBezTo>
                    <a:cubicBezTo>
                      <a:pt x="1667" y="-238"/>
                      <a:pt x="3286" y="-238"/>
                      <a:pt x="4239" y="714"/>
                    </a:cubicBezTo>
                    <a:lnTo>
                      <a:pt x="101108" y="97488"/>
                    </a:lnTo>
                    <a:cubicBezTo>
                      <a:pt x="101584" y="97965"/>
                      <a:pt x="101870" y="98631"/>
                      <a:pt x="101870" y="99298"/>
                    </a:cubicBezTo>
                    <a:lnTo>
                      <a:pt x="101870" y="181308"/>
                    </a:lnTo>
                    <a:cubicBezTo>
                      <a:pt x="101870" y="182737"/>
                      <a:pt x="100727" y="183880"/>
                      <a:pt x="99393" y="183880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97450914-2876-61DE-4215-288C4B6E2856}"/>
                  </a:ext>
                </a:extLst>
              </p:cNvPr>
              <p:cNvSpPr/>
              <p:nvPr/>
            </p:nvSpPr>
            <p:spPr>
              <a:xfrm>
                <a:off x="5183322" y="1604042"/>
                <a:ext cx="19002" cy="18930"/>
              </a:xfrm>
              <a:custGeom>
                <a:avLst/>
                <a:gdLst>
                  <a:gd name="connsiteX0" fmla="*/ 2786 w 19002"/>
                  <a:gd name="connsiteY0" fmla="*/ 16216 h 18930"/>
                  <a:gd name="connsiteX1" fmla="*/ 2786 w 19002"/>
                  <a:gd name="connsiteY1" fmla="*/ 2786 h 18930"/>
                  <a:gd name="connsiteX2" fmla="*/ 16216 w 19002"/>
                  <a:gd name="connsiteY2" fmla="*/ 2786 h 18930"/>
                  <a:gd name="connsiteX3" fmla="*/ 16216 w 19002"/>
                  <a:gd name="connsiteY3" fmla="*/ 16216 h 18930"/>
                  <a:gd name="connsiteX4" fmla="*/ 2786 w 19002"/>
                  <a:gd name="connsiteY4" fmla="*/ 16216 h 18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02" h="18930">
                    <a:moveTo>
                      <a:pt x="2786" y="16216"/>
                    </a:moveTo>
                    <a:cubicBezTo>
                      <a:pt x="-929" y="12502"/>
                      <a:pt x="-929" y="6501"/>
                      <a:pt x="2786" y="2786"/>
                    </a:cubicBezTo>
                    <a:cubicBezTo>
                      <a:pt x="6501" y="-929"/>
                      <a:pt x="12502" y="-929"/>
                      <a:pt x="16216" y="2786"/>
                    </a:cubicBezTo>
                    <a:cubicBezTo>
                      <a:pt x="19931" y="6501"/>
                      <a:pt x="19931" y="12502"/>
                      <a:pt x="16216" y="16216"/>
                    </a:cubicBezTo>
                    <a:cubicBezTo>
                      <a:pt x="12502" y="19836"/>
                      <a:pt x="6501" y="19836"/>
                      <a:pt x="2786" y="16216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4BF3CB7-20DE-8E6E-F36F-26F963CFBD6B}"/>
                  </a:ext>
                </a:extLst>
              </p:cNvPr>
              <p:cNvSpPr/>
              <p:nvPr/>
            </p:nvSpPr>
            <p:spPr>
              <a:xfrm>
                <a:off x="5279739" y="1782088"/>
                <a:ext cx="19050" cy="18954"/>
              </a:xfrm>
              <a:custGeom>
                <a:avLst/>
                <a:gdLst>
                  <a:gd name="connsiteX0" fmla="*/ 0 w 19050"/>
                  <a:gd name="connsiteY0" fmla="*/ 9525 h 18954"/>
                  <a:gd name="connsiteX1" fmla="*/ 9525 w 19050"/>
                  <a:gd name="connsiteY1" fmla="*/ 18955 h 18954"/>
                  <a:gd name="connsiteX2" fmla="*/ 19050 w 19050"/>
                  <a:gd name="connsiteY2" fmla="*/ 9525 h 18954"/>
                  <a:gd name="connsiteX3" fmla="*/ 9525 w 19050"/>
                  <a:gd name="connsiteY3" fmla="*/ 0 h 18954"/>
                  <a:gd name="connsiteX4" fmla="*/ 0 w 19050"/>
                  <a:gd name="connsiteY4" fmla="*/ 9525 h 18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8954">
                    <a:moveTo>
                      <a:pt x="0" y="9525"/>
                    </a:moveTo>
                    <a:cubicBezTo>
                      <a:pt x="0" y="14764"/>
                      <a:pt x="4191" y="18955"/>
                      <a:pt x="9525" y="18955"/>
                    </a:cubicBezTo>
                    <a:cubicBezTo>
                      <a:pt x="14859" y="18955"/>
                      <a:pt x="19050" y="14669"/>
                      <a:pt x="19050" y="9525"/>
                    </a:cubicBezTo>
                    <a:cubicBezTo>
                      <a:pt x="19050" y="4381"/>
                      <a:pt x="14764" y="0"/>
                      <a:pt x="9525" y="0"/>
                    </a:cubicBezTo>
                    <a:cubicBezTo>
                      <a:pt x="4286" y="0"/>
                      <a:pt x="0" y="4286"/>
                      <a:pt x="0" y="9525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A171B30-3F63-AED4-7980-07F635882FEC}"/>
                  </a:ext>
                </a:extLst>
              </p:cNvPr>
              <p:cNvSpPr/>
              <p:nvPr/>
            </p:nvSpPr>
            <p:spPr>
              <a:xfrm>
                <a:off x="5196085" y="1219923"/>
                <a:ext cx="108894" cy="216693"/>
              </a:xfrm>
              <a:custGeom>
                <a:avLst/>
                <a:gdLst>
                  <a:gd name="connsiteX0" fmla="*/ 2500 w 108894"/>
                  <a:gd name="connsiteY0" fmla="*/ 216694 h 216693"/>
                  <a:gd name="connsiteX1" fmla="*/ 786 w 108894"/>
                  <a:gd name="connsiteY1" fmla="*/ 215932 h 216693"/>
                  <a:gd name="connsiteX2" fmla="*/ 786 w 108894"/>
                  <a:gd name="connsiteY2" fmla="*/ 212312 h 216693"/>
                  <a:gd name="connsiteX3" fmla="*/ 103846 w 108894"/>
                  <a:gd name="connsiteY3" fmla="*/ 109252 h 216693"/>
                  <a:gd name="connsiteX4" fmla="*/ 103846 w 108894"/>
                  <a:gd name="connsiteY4" fmla="*/ 2572 h 216693"/>
                  <a:gd name="connsiteX5" fmla="*/ 106323 w 108894"/>
                  <a:gd name="connsiteY5" fmla="*/ 0 h 216693"/>
                  <a:gd name="connsiteX6" fmla="*/ 108895 w 108894"/>
                  <a:gd name="connsiteY6" fmla="*/ 2572 h 216693"/>
                  <a:gd name="connsiteX7" fmla="*/ 108895 w 108894"/>
                  <a:gd name="connsiteY7" fmla="*/ 110300 h 216693"/>
                  <a:gd name="connsiteX8" fmla="*/ 108133 w 108894"/>
                  <a:gd name="connsiteY8" fmla="*/ 112109 h 216693"/>
                  <a:gd name="connsiteX9" fmla="*/ 4310 w 108894"/>
                  <a:gd name="connsiteY9" fmla="*/ 215932 h 216693"/>
                  <a:gd name="connsiteX10" fmla="*/ 2500 w 108894"/>
                  <a:gd name="connsiteY10" fmla="*/ 216694 h 216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8894" h="216693">
                    <a:moveTo>
                      <a:pt x="2500" y="216694"/>
                    </a:moveTo>
                    <a:cubicBezTo>
                      <a:pt x="1834" y="216694"/>
                      <a:pt x="1262" y="216408"/>
                      <a:pt x="786" y="215932"/>
                    </a:cubicBezTo>
                    <a:cubicBezTo>
                      <a:pt x="-262" y="214979"/>
                      <a:pt x="-262" y="213360"/>
                      <a:pt x="786" y="212312"/>
                    </a:cubicBezTo>
                    <a:lnTo>
                      <a:pt x="103846" y="109252"/>
                    </a:lnTo>
                    <a:lnTo>
                      <a:pt x="103846" y="2572"/>
                    </a:lnTo>
                    <a:cubicBezTo>
                      <a:pt x="103846" y="1143"/>
                      <a:pt x="104989" y="0"/>
                      <a:pt x="106323" y="0"/>
                    </a:cubicBezTo>
                    <a:cubicBezTo>
                      <a:pt x="107656" y="0"/>
                      <a:pt x="108895" y="1143"/>
                      <a:pt x="108895" y="2572"/>
                    </a:cubicBezTo>
                    <a:lnTo>
                      <a:pt x="108895" y="110300"/>
                    </a:lnTo>
                    <a:cubicBezTo>
                      <a:pt x="108895" y="110966"/>
                      <a:pt x="108609" y="111538"/>
                      <a:pt x="108133" y="112109"/>
                    </a:cubicBezTo>
                    <a:lnTo>
                      <a:pt x="4310" y="215932"/>
                    </a:lnTo>
                    <a:cubicBezTo>
                      <a:pt x="3834" y="216408"/>
                      <a:pt x="3167" y="216694"/>
                      <a:pt x="2500" y="216694"/>
                    </a:cubicBezTo>
                    <a:close/>
                  </a:path>
                </a:pathLst>
              </a:custGeom>
              <a:solidFill>
                <a:srgbClr val="74839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829D726-75B5-A61D-98DE-09D7BB80F840}"/>
                  </a:ext>
                </a:extLst>
              </p:cNvPr>
              <p:cNvSpPr/>
              <p:nvPr/>
            </p:nvSpPr>
            <p:spPr>
              <a:xfrm>
                <a:off x="5189418" y="1424210"/>
                <a:ext cx="19002" cy="19002"/>
              </a:xfrm>
              <a:custGeom>
                <a:avLst/>
                <a:gdLst>
                  <a:gd name="connsiteX0" fmla="*/ 16216 w 19002"/>
                  <a:gd name="connsiteY0" fmla="*/ 16216 h 19002"/>
                  <a:gd name="connsiteX1" fmla="*/ 2786 w 19002"/>
                  <a:gd name="connsiteY1" fmla="*/ 16216 h 19002"/>
                  <a:gd name="connsiteX2" fmla="*/ 2786 w 19002"/>
                  <a:gd name="connsiteY2" fmla="*/ 2786 h 19002"/>
                  <a:gd name="connsiteX3" fmla="*/ 16216 w 19002"/>
                  <a:gd name="connsiteY3" fmla="*/ 2786 h 19002"/>
                  <a:gd name="connsiteX4" fmla="*/ 16216 w 19002"/>
                  <a:gd name="connsiteY4" fmla="*/ 16216 h 19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02" h="19002">
                    <a:moveTo>
                      <a:pt x="16216" y="16216"/>
                    </a:moveTo>
                    <a:cubicBezTo>
                      <a:pt x="12502" y="19931"/>
                      <a:pt x="6501" y="19931"/>
                      <a:pt x="2786" y="16216"/>
                    </a:cubicBezTo>
                    <a:cubicBezTo>
                      <a:pt x="-929" y="12502"/>
                      <a:pt x="-929" y="6501"/>
                      <a:pt x="2786" y="2786"/>
                    </a:cubicBezTo>
                    <a:cubicBezTo>
                      <a:pt x="6501" y="-929"/>
                      <a:pt x="12502" y="-929"/>
                      <a:pt x="16216" y="2786"/>
                    </a:cubicBezTo>
                    <a:cubicBezTo>
                      <a:pt x="19931" y="6501"/>
                      <a:pt x="19931" y="12502"/>
                      <a:pt x="16216" y="16216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F5C1C68-F5AD-C57E-61F5-871D747BA4C5}"/>
                  </a:ext>
                </a:extLst>
              </p:cNvPr>
              <p:cNvSpPr/>
              <p:nvPr/>
            </p:nvSpPr>
            <p:spPr>
              <a:xfrm>
                <a:off x="5292978" y="1213541"/>
                <a:ext cx="18954" cy="18954"/>
              </a:xfrm>
              <a:custGeom>
                <a:avLst/>
                <a:gdLst>
                  <a:gd name="connsiteX0" fmla="*/ 18955 w 18954"/>
                  <a:gd name="connsiteY0" fmla="*/ 9430 h 18954"/>
                  <a:gd name="connsiteX1" fmla="*/ 9525 w 18954"/>
                  <a:gd name="connsiteY1" fmla="*/ 0 h 18954"/>
                  <a:gd name="connsiteX2" fmla="*/ 0 w 18954"/>
                  <a:gd name="connsiteY2" fmla="*/ 9430 h 18954"/>
                  <a:gd name="connsiteX3" fmla="*/ 9525 w 18954"/>
                  <a:gd name="connsiteY3" fmla="*/ 18955 h 18954"/>
                  <a:gd name="connsiteX4" fmla="*/ 18955 w 18954"/>
                  <a:gd name="connsiteY4" fmla="*/ 9430 h 18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54" h="18954">
                    <a:moveTo>
                      <a:pt x="18955" y="9430"/>
                    </a:moveTo>
                    <a:cubicBezTo>
                      <a:pt x="18955" y="4191"/>
                      <a:pt x="14764" y="0"/>
                      <a:pt x="9525" y="0"/>
                    </a:cubicBezTo>
                    <a:cubicBezTo>
                      <a:pt x="4286" y="0"/>
                      <a:pt x="0" y="4191"/>
                      <a:pt x="0" y="9430"/>
                    </a:cubicBezTo>
                    <a:cubicBezTo>
                      <a:pt x="0" y="14669"/>
                      <a:pt x="4286" y="18955"/>
                      <a:pt x="9525" y="18955"/>
                    </a:cubicBezTo>
                    <a:cubicBezTo>
                      <a:pt x="14764" y="18955"/>
                      <a:pt x="18955" y="14764"/>
                      <a:pt x="18955" y="9430"/>
                    </a:cubicBez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ABDB7A85-9DD3-20AB-2956-D121785B8BFE}"/>
                  </a:ext>
                </a:extLst>
              </p:cNvPr>
              <p:cNvSpPr/>
              <p:nvPr/>
            </p:nvSpPr>
            <p:spPr>
              <a:xfrm>
                <a:off x="5253831" y="1176680"/>
                <a:ext cx="80676" cy="4953"/>
              </a:xfrm>
              <a:custGeom>
                <a:avLst/>
                <a:gdLst>
                  <a:gd name="connsiteX0" fmla="*/ 78105 w 80676"/>
                  <a:gd name="connsiteY0" fmla="*/ 4953 h 4953"/>
                  <a:gd name="connsiteX1" fmla="*/ 2476 w 80676"/>
                  <a:gd name="connsiteY1" fmla="*/ 4953 h 4953"/>
                  <a:gd name="connsiteX2" fmla="*/ 0 w 80676"/>
                  <a:gd name="connsiteY2" fmla="*/ 2476 h 4953"/>
                  <a:gd name="connsiteX3" fmla="*/ 2476 w 80676"/>
                  <a:gd name="connsiteY3" fmla="*/ 0 h 4953"/>
                  <a:gd name="connsiteX4" fmla="*/ 78105 w 80676"/>
                  <a:gd name="connsiteY4" fmla="*/ 0 h 4953"/>
                  <a:gd name="connsiteX5" fmla="*/ 80677 w 80676"/>
                  <a:gd name="connsiteY5" fmla="*/ 2476 h 4953"/>
                  <a:gd name="connsiteX6" fmla="*/ 78105 w 80676"/>
                  <a:gd name="connsiteY6" fmla="*/ 4953 h 4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676" h="4953">
                    <a:moveTo>
                      <a:pt x="78105" y="4953"/>
                    </a:moveTo>
                    <a:lnTo>
                      <a:pt x="2476" y="4953"/>
                    </a:lnTo>
                    <a:cubicBezTo>
                      <a:pt x="1048" y="4953"/>
                      <a:pt x="0" y="3905"/>
                      <a:pt x="0" y="2476"/>
                    </a:cubicBezTo>
                    <a:cubicBezTo>
                      <a:pt x="0" y="1048"/>
                      <a:pt x="1143" y="0"/>
                      <a:pt x="2476" y="0"/>
                    </a:cubicBezTo>
                    <a:lnTo>
                      <a:pt x="78105" y="0"/>
                    </a:lnTo>
                    <a:cubicBezTo>
                      <a:pt x="79534" y="0"/>
                      <a:pt x="80677" y="1143"/>
                      <a:pt x="80677" y="2476"/>
                    </a:cubicBezTo>
                    <a:cubicBezTo>
                      <a:pt x="80677" y="3810"/>
                      <a:pt x="79534" y="4953"/>
                      <a:pt x="78105" y="4953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E1223138-3007-A2EE-E821-E994686A7497}"/>
                  </a:ext>
                </a:extLst>
              </p:cNvPr>
              <p:cNvSpPr/>
              <p:nvPr/>
            </p:nvSpPr>
            <p:spPr>
              <a:xfrm>
                <a:off x="5253831" y="1158868"/>
                <a:ext cx="171450" cy="5143"/>
              </a:xfrm>
              <a:custGeom>
                <a:avLst/>
                <a:gdLst>
                  <a:gd name="connsiteX0" fmla="*/ 168878 w 171450"/>
                  <a:gd name="connsiteY0" fmla="*/ 5144 h 5143"/>
                  <a:gd name="connsiteX1" fmla="*/ 2476 w 171450"/>
                  <a:gd name="connsiteY1" fmla="*/ 5144 h 5143"/>
                  <a:gd name="connsiteX2" fmla="*/ 0 w 171450"/>
                  <a:gd name="connsiteY2" fmla="*/ 2572 h 5143"/>
                  <a:gd name="connsiteX3" fmla="*/ 2476 w 171450"/>
                  <a:gd name="connsiteY3" fmla="*/ 0 h 5143"/>
                  <a:gd name="connsiteX4" fmla="*/ 168878 w 171450"/>
                  <a:gd name="connsiteY4" fmla="*/ 0 h 5143"/>
                  <a:gd name="connsiteX5" fmla="*/ 171450 w 171450"/>
                  <a:gd name="connsiteY5" fmla="*/ 2572 h 5143"/>
                  <a:gd name="connsiteX6" fmla="*/ 168878 w 171450"/>
                  <a:gd name="connsiteY6" fmla="*/ 5144 h 5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450" h="5143">
                    <a:moveTo>
                      <a:pt x="168878" y="5144"/>
                    </a:moveTo>
                    <a:lnTo>
                      <a:pt x="2476" y="5144"/>
                    </a:lnTo>
                    <a:cubicBezTo>
                      <a:pt x="1048" y="5144"/>
                      <a:pt x="0" y="4001"/>
                      <a:pt x="0" y="2572"/>
                    </a:cubicBezTo>
                    <a:cubicBezTo>
                      <a:pt x="0" y="1143"/>
                      <a:pt x="1143" y="0"/>
                      <a:pt x="2476" y="0"/>
                    </a:cubicBezTo>
                    <a:lnTo>
                      <a:pt x="168878" y="0"/>
                    </a:lnTo>
                    <a:cubicBezTo>
                      <a:pt x="170307" y="0"/>
                      <a:pt x="171450" y="1143"/>
                      <a:pt x="171450" y="2572"/>
                    </a:cubicBezTo>
                    <a:cubicBezTo>
                      <a:pt x="171450" y="4001"/>
                      <a:pt x="170307" y="5144"/>
                      <a:pt x="168878" y="5144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735D31A6-A7EE-D37E-F6DE-8B89016AA26B}"/>
                  </a:ext>
                </a:extLst>
              </p:cNvPr>
              <p:cNvSpPr/>
              <p:nvPr/>
            </p:nvSpPr>
            <p:spPr>
              <a:xfrm>
                <a:off x="5253736" y="1141342"/>
                <a:ext cx="90773" cy="5048"/>
              </a:xfrm>
              <a:custGeom>
                <a:avLst/>
                <a:gdLst>
                  <a:gd name="connsiteX0" fmla="*/ 88202 w 90773"/>
                  <a:gd name="connsiteY0" fmla="*/ 5048 h 5048"/>
                  <a:gd name="connsiteX1" fmla="*/ 2477 w 90773"/>
                  <a:gd name="connsiteY1" fmla="*/ 5048 h 5048"/>
                  <a:gd name="connsiteX2" fmla="*/ 0 w 90773"/>
                  <a:gd name="connsiteY2" fmla="*/ 2476 h 5048"/>
                  <a:gd name="connsiteX3" fmla="*/ 2477 w 90773"/>
                  <a:gd name="connsiteY3" fmla="*/ 0 h 5048"/>
                  <a:gd name="connsiteX4" fmla="*/ 88202 w 90773"/>
                  <a:gd name="connsiteY4" fmla="*/ 0 h 5048"/>
                  <a:gd name="connsiteX5" fmla="*/ 90773 w 90773"/>
                  <a:gd name="connsiteY5" fmla="*/ 2476 h 5048"/>
                  <a:gd name="connsiteX6" fmla="*/ 88202 w 90773"/>
                  <a:gd name="connsiteY6" fmla="*/ 5048 h 5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773" h="5048">
                    <a:moveTo>
                      <a:pt x="88202" y="5048"/>
                    </a:moveTo>
                    <a:lnTo>
                      <a:pt x="2477" y="5048"/>
                    </a:lnTo>
                    <a:cubicBezTo>
                      <a:pt x="1048" y="5048"/>
                      <a:pt x="0" y="3905"/>
                      <a:pt x="0" y="2476"/>
                    </a:cubicBezTo>
                    <a:cubicBezTo>
                      <a:pt x="0" y="1143"/>
                      <a:pt x="1143" y="0"/>
                      <a:pt x="2477" y="0"/>
                    </a:cubicBezTo>
                    <a:lnTo>
                      <a:pt x="88202" y="0"/>
                    </a:lnTo>
                    <a:cubicBezTo>
                      <a:pt x="89630" y="0"/>
                      <a:pt x="90773" y="1143"/>
                      <a:pt x="90773" y="2476"/>
                    </a:cubicBezTo>
                    <a:cubicBezTo>
                      <a:pt x="90773" y="3905"/>
                      <a:pt x="89630" y="5048"/>
                      <a:pt x="88202" y="5048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88EC0A08-268C-42AE-6BF2-8CDA409DE206}"/>
                  </a:ext>
                </a:extLst>
              </p:cNvPr>
              <p:cNvSpPr/>
              <p:nvPr/>
            </p:nvSpPr>
            <p:spPr>
              <a:xfrm>
                <a:off x="5122671" y="971035"/>
                <a:ext cx="131064" cy="4952"/>
              </a:xfrm>
              <a:custGeom>
                <a:avLst/>
                <a:gdLst>
                  <a:gd name="connsiteX0" fmla="*/ 128588 w 131064"/>
                  <a:gd name="connsiteY0" fmla="*/ 4953 h 4952"/>
                  <a:gd name="connsiteX1" fmla="*/ 2477 w 131064"/>
                  <a:gd name="connsiteY1" fmla="*/ 4953 h 4952"/>
                  <a:gd name="connsiteX2" fmla="*/ 0 w 131064"/>
                  <a:gd name="connsiteY2" fmla="*/ 2476 h 4952"/>
                  <a:gd name="connsiteX3" fmla="*/ 2477 w 131064"/>
                  <a:gd name="connsiteY3" fmla="*/ 0 h 4952"/>
                  <a:gd name="connsiteX4" fmla="*/ 128588 w 131064"/>
                  <a:gd name="connsiteY4" fmla="*/ 0 h 4952"/>
                  <a:gd name="connsiteX5" fmla="*/ 131064 w 131064"/>
                  <a:gd name="connsiteY5" fmla="*/ 2476 h 4952"/>
                  <a:gd name="connsiteX6" fmla="*/ 128588 w 131064"/>
                  <a:gd name="connsiteY6" fmla="*/ 4953 h 4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064" h="4952">
                    <a:moveTo>
                      <a:pt x="128588" y="4953"/>
                    </a:moveTo>
                    <a:lnTo>
                      <a:pt x="2477" y="4953"/>
                    </a:lnTo>
                    <a:cubicBezTo>
                      <a:pt x="1048" y="4953"/>
                      <a:pt x="0" y="3905"/>
                      <a:pt x="0" y="2476"/>
                    </a:cubicBezTo>
                    <a:cubicBezTo>
                      <a:pt x="0" y="1048"/>
                      <a:pt x="1143" y="0"/>
                      <a:pt x="2477" y="0"/>
                    </a:cubicBezTo>
                    <a:lnTo>
                      <a:pt x="128588" y="0"/>
                    </a:lnTo>
                    <a:cubicBezTo>
                      <a:pt x="129921" y="0"/>
                      <a:pt x="131064" y="1143"/>
                      <a:pt x="131064" y="2476"/>
                    </a:cubicBezTo>
                    <a:cubicBezTo>
                      <a:pt x="131064" y="3810"/>
                      <a:pt x="129921" y="4953"/>
                      <a:pt x="128588" y="4953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18D71D99-C065-98BC-F322-504D84305E53}"/>
                  </a:ext>
                </a:extLst>
              </p:cNvPr>
              <p:cNvSpPr/>
              <p:nvPr/>
            </p:nvSpPr>
            <p:spPr>
              <a:xfrm>
                <a:off x="5122767" y="953414"/>
                <a:ext cx="241935" cy="4953"/>
              </a:xfrm>
              <a:custGeom>
                <a:avLst/>
                <a:gdLst>
                  <a:gd name="connsiteX0" fmla="*/ 239459 w 241935"/>
                  <a:gd name="connsiteY0" fmla="*/ 4953 h 4953"/>
                  <a:gd name="connsiteX1" fmla="*/ 2477 w 241935"/>
                  <a:gd name="connsiteY1" fmla="*/ 4953 h 4953"/>
                  <a:gd name="connsiteX2" fmla="*/ 0 w 241935"/>
                  <a:gd name="connsiteY2" fmla="*/ 2477 h 4953"/>
                  <a:gd name="connsiteX3" fmla="*/ 2477 w 241935"/>
                  <a:gd name="connsiteY3" fmla="*/ 0 h 4953"/>
                  <a:gd name="connsiteX4" fmla="*/ 239459 w 241935"/>
                  <a:gd name="connsiteY4" fmla="*/ 0 h 4953"/>
                  <a:gd name="connsiteX5" fmla="*/ 241935 w 241935"/>
                  <a:gd name="connsiteY5" fmla="*/ 2477 h 4953"/>
                  <a:gd name="connsiteX6" fmla="*/ 239459 w 241935"/>
                  <a:gd name="connsiteY6" fmla="*/ 4953 h 4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935" h="4953">
                    <a:moveTo>
                      <a:pt x="239459" y="4953"/>
                    </a:moveTo>
                    <a:lnTo>
                      <a:pt x="2477" y="4953"/>
                    </a:lnTo>
                    <a:cubicBezTo>
                      <a:pt x="1048" y="4953"/>
                      <a:pt x="0" y="3810"/>
                      <a:pt x="0" y="2477"/>
                    </a:cubicBezTo>
                    <a:cubicBezTo>
                      <a:pt x="0" y="1143"/>
                      <a:pt x="1143" y="0"/>
                      <a:pt x="2477" y="0"/>
                    </a:cubicBezTo>
                    <a:lnTo>
                      <a:pt x="239459" y="0"/>
                    </a:lnTo>
                    <a:cubicBezTo>
                      <a:pt x="240887" y="0"/>
                      <a:pt x="241935" y="1143"/>
                      <a:pt x="241935" y="2477"/>
                    </a:cubicBezTo>
                    <a:cubicBezTo>
                      <a:pt x="241935" y="3810"/>
                      <a:pt x="240792" y="4953"/>
                      <a:pt x="239459" y="4953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26A4287-F670-618C-9EAF-CFFC4174BBBC}"/>
                  </a:ext>
                </a:extLst>
              </p:cNvPr>
              <p:cNvSpPr/>
              <p:nvPr/>
            </p:nvSpPr>
            <p:spPr>
              <a:xfrm>
                <a:off x="4832064" y="1066094"/>
                <a:ext cx="80771" cy="4953"/>
              </a:xfrm>
              <a:custGeom>
                <a:avLst/>
                <a:gdLst>
                  <a:gd name="connsiteX0" fmla="*/ 78200 w 80771"/>
                  <a:gd name="connsiteY0" fmla="*/ 4953 h 4953"/>
                  <a:gd name="connsiteX1" fmla="*/ 2572 w 80771"/>
                  <a:gd name="connsiteY1" fmla="*/ 4953 h 4953"/>
                  <a:gd name="connsiteX2" fmla="*/ 0 w 80771"/>
                  <a:gd name="connsiteY2" fmla="*/ 2476 h 4953"/>
                  <a:gd name="connsiteX3" fmla="*/ 2572 w 80771"/>
                  <a:gd name="connsiteY3" fmla="*/ 0 h 4953"/>
                  <a:gd name="connsiteX4" fmla="*/ 78200 w 80771"/>
                  <a:gd name="connsiteY4" fmla="*/ 0 h 4953"/>
                  <a:gd name="connsiteX5" fmla="*/ 80772 w 80771"/>
                  <a:gd name="connsiteY5" fmla="*/ 2476 h 4953"/>
                  <a:gd name="connsiteX6" fmla="*/ 78200 w 80771"/>
                  <a:gd name="connsiteY6" fmla="*/ 4953 h 4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771" h="4953">
                    <a:moveTo>
                      <a:pt x="78200" y="4953"/>
                    </a:moveTo>
                    <a:lnTo>
                      <a:pt x="2572" y="4953"/>
                    </a:lnTo>
                    <a:cubicBezTo>
                      <a:pt x="1143" y="4953"/>
                      <a:pt x="0" y="3810"/>
                      <a:pt x="0" y="2476"/>
                    </a:cubicBezTo>
                    <a:cubicBezTo>
                      <a:pt x="0" y="1143"/>
                      <a:pt x="1143" y="0"/>
                      <a:pt x="2572" y="0"/>
                    </a:cubicBezTo>
                    <a:lnTo>
                      <a:pt x="78200" y="0"/>
                    </a:lnTo>
                    <a:cubicBezTo>
                      <a:pt x="79629" y="0"/>
                      <a:pt x="80772" y="1143"/>
                      <a:pt x="80772" y="2476"/>
                    </a:cubicBezTo>
                    <a:cubicBezTo>
                      <a:pt x="80772" y="3810"/>
                      <a:pt x="79629" y="4953"/>
                      <a:pt x="78200" y="4953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44A15D8-D5C6-724F-1BC4-2B2FADC9E583}"/>
                  </a:ext>
                </a:extLst>
              </p:cNvPr>
              <p:cNvSpPr/>
              <p:nvPr/>
            </p:nvSpPr>
            <p:spPr>
              <a:xfrm>
                <a:off x="4832064" y="1048473"/>
                <a:ext cx="211835" cy="4952"/>
              </a:xfrm>
              <a:custGeom>
                <a:avLst/>
                <a:gdLst>
                  <a:gd name="connsiteX0" fmla="*/ 209360 w 211835"/>
                  <a:gd name="connsiteY0" fmla="*/ 4953 h 4952"/>
                  <a:gd name="connsiteX1" fmla="*/ 2572 w 211835"/>
                  <a:gd name="connsiteY1" fmla="*/ 4953 h 4952"/>
                  <a:gd name="connsiteX2" fmla="*/ 0 w 211835"/>
                  <a:gd name="connsiteY2" fmla="*/ 2476 h 4952"/>
                  <a:gd name="connsiteX3" fmla="*/ 2572 w 211835"/>
                  <a:gd name="connsiteY3" fmla="*/ 0 h 4952"/>
                  <a:gd name="connsiteX4" fmla="*/ 209360 w 211835"/>
                  <a:gd name="connsiteY4" fmla="*/ 0 h 4952"/>
                  <a:gd name="connsiteX5" fmla="*/ 211836 w 211835"/>
                  <a:gd name="connsiteY5" fmla="*/ 2476 h 4952"/>
                  <a:gd name="connsiteX6" fmla="*/ 209360 w 211835"/>
                  <a:gd name="connsiteY6" fmla="*/ 4953 h 4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1835" h="4952">
                    <a:moveTo>
                      <a:pt x="209360" y="4953"/>
                    </a:moveTo>
                    <a:lnTo>
                      <a:pt x="2572" y="4953"/>
                    </a:lnTo>
                    <a:cubicBezTo>
                      <a:pt x="1143" y="4953"/>
                      <a:pt x="0" y="3810"/>
                      <a:pt x="0" y="2476"/>
                    </a:cubicBezTo>
                    <a:cubicBezTo>
                      <a:pt x="0" y="1143"/>
                      <a:pt x="1143" y="0"/>
                      <a:pt x="2572" y="0"/>
                    </a:cubicBezTo>
                    <a:lnTo>
                      <a:pt x="209360" y="0"/>
                    </a:lnTo>
                    <a:cubicBezTo>
                      <a:pt x="210788" y="0"/>
                      <a:pt x="211836" y="1143"/>
                      <a:pt x="211836" y="2476"/>
                    </a:cubicBezTo>
                    <a:cubicBezTo>
                      <a:pt x="211836" y="3810"/>
                      <a:pt x="210693" y="4953"/>
                      <a:pt x="209360" y="4953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4DE1F45-4A4E-E003-80FB-06ED39598802}"/>
                  </a:ext>
                </a:extLst>
              </p:cNvPr>
              <p:cNvSpPr/>
              <p:nvPr/>
            </p:nvSpPr>
            <p:spPr>
              <a:xfrm>
                <a:off x="4832064" y="1030757"/>
                <a:ext cx="242125" cy="5048"/>
              </a:xfrm>
              <a:custGeom>
                <a:avLst/>
                <a:gdLst>
                  <a:gd name="connsiteX0" fmla="*/ 239554 w 242125"/>
                  <a:gd name="connsiteY0" fmla="*/ 5048 h 5048"/>
                  <a:gd name="connsiteX1" fmla="*/ 2572 w 242125"/>
                  <a:gd name="connsiteY1" fmla="*/ 5048 h 5048"/>
                  <a:gd name="connsiteX2" fmla="*/ 0 w 242125"/>
                  <a:gd name="connsiteY2" fmla="*/ 2476 h 5048"/>
                  <a:gd name="connsiteX3" fmla="*/ 2572 w 242125"/>
                  <a:gd name="connsiteY3" fmla="*/ 0 h 5048"/>
                  <a:gd name="connsiteX4" fmla="*/ 239554 w 242125"/>
                  <a:gd name="connsiteY4" fmla="*/ 0 h 5048"/>
                  <a:gd name="connsiteX5" fmla="*/ 242126 w 242125"/>
                  <a:gd name="connsiteY5" fmla="*/ 2476 h 5048"/>
                  <a:gd name="connsiteX6" fmla="*/ 239554 w 242125"/>
                  <a:gd name="connsiteY6" fmla="*/ 5048 h 5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125" h="5048">
                    <a:moveTo>
                      <a:pt x="239554" y="5048"/>
                    </a:moveTo>
                    <a:lnTo>
                      <a:pt x="2572" y="5048"/>
                    </a:lnTo>
                    <a:cubicBezTo>
                      <a:pt x="1143" y="5048"/>
                      <a:pt x="0" y="3905"/>
                      <a:pt x="0" y="2476"/>
                    </a:cubicBezTo>
                    <a:cubicBezTo>
                      <a:pt x="0" y="1048"/>
                      <a:pt x="1143" y="0"/>
                      <a:pt x="2572" y="0"/>
                    </a:cubicBezTo>
                    <a:lnTo>
                      <a:pt x="239554" y="0"/>
                    </a:lnTo>
                    <a:cubicBezTo>
                      <a:pt x="240983" y="0"/>
                      <a:pt x="242126" y="1143"/>
                      <a:pt x="242126" y="2476"/>
                    </a:cubicBezTo>
                    <a:cubicBezTo>
                      <a:pt x="242126" y="3810"/>
                      <a:pt x="240983" y="5048"/>
                      <a:pt x="239554" y="5048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EF371326-AEEC-98D7-FAE0-A93E6541EF92}"/>
                  </a:ext>
                </a:extLst>
              </p:cNvPr>
              <p:cNvSpPr/>
              <p:nvPr/>
            </p:nvSpPr>
            <p:spPr>
              <a:xfrm>
                <a:off x="4832064" y="1013135"/>
                <a:ext cx="131159" cy="5048"/>
              </a:xfrm>
              <a:custGeom>
                <a:avLst/>
                <a:gdLst>
                  <a:gd name="connsiteX0" fmla="*/ 128683 w 131159"/>
                  <a:gd name="connsiteY0" fmla="*/ 5048 h 5048"/>
                  <a:gd name="connsiteX1" fmla="*/ 2572 w 131159"/>
                  <a:gd name="connsiteY1" fmla="*/ 5048 h 5048"/>
                  <a:gd name="connsiteX2" fmla="*/ 0 w 131159"/>
                  <a:gd name="connsiteY2" fmla="*/ 2476 h 5048"/>
                  <a:gd name="connsiteX3" fmla="*/ 2572 w 131159"/>
                  <a:gd name="connsiteY3" fmla="*/ 0 h 5048"/>
                  <a:gd name="connsiteX4" fmla="*/ 128683 w 131159"/>
                  <a:gd name="connsiteY4" fmla="*/ 0 h 5048"/>
                  <a:gd name="connsiteX5" fmla="*/ 131159 w 131159"/>
                  <a:gd name="connsiteY5" fmla="*/ 2476 h 5048"/>
                  <a:gd name="connsiteX6" fmla="*/ 128683 w 131159"/>
                  <a:gd name="connsiteY6" fmla="*/ 5048 h 5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159" h="5048">
                    <a:moveTo>
                      <a:pt x="128683" y="5048"/>
                    </a:moveTo>
                    <a:lnTo>
                      <a:pt x="2572" y="5048"/>
                    </a:lnTo>
                    <a:cubicBezTo>
                      <a:pt x="1143" y="5048"/>
                      <a:pt x="0" y="3905"/>
                      <a:pt x="0" y="2476"/>
                    </a:cubicBezTo>
                    <a:cubicBezTo>
                      <a:pt x="0" y="1048"/>
                      <a:pt x="1143" y="0"/>
                      <a:pt x="2572" y="0"/>
                    </a:cubicBezTo>
                    <a:lnTo>
                      <a:pt x="128683" y="0"/>
                    </a:lnTo>
                    <a:cubicBezTo>
                      <a:pt x="130016" y="0"/>
                      <a:pt x="131159" y="1143"/>
                      <a:pt x="131159" y="2476"/>
                    </a:cubicBezTo>
                    <a:cubicBezTo>
                      <a:pt x="131159" y="3810"/>
                      <a:pt x="130016" y="5048"/>
                      <a:pt x="128683" y="5048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786716B9-A295-AD6F-9110-9EE5B3402F64}"/>
                  </a:ext>
                </a:extLst>
              </p:cNvPr>
              <p:cNvSpPr/>
              <p:nvPr/>
            </p:nvSpPr>
            <p:spPr>
              <a:xfrm>
                <a:off x="4581747" y="994180"/>
                <a:ext cx="161258" cy="5048"/>
              </a:xfrm>
              <a:custGeom>
                <a:avLst/>
                <a:gdLst>
                  <a:gd name="connsiteX0" fmla="*/ 158782 w 161258"/>
                  <a:gd name="connsiteY0" fmla="*/ 5048 h 5048"/>
                  <a:gd name="connsiteX1" fmla="*/ 2477 w 161258"/>
                  <a:gd name="connsiteY1" fmla="*/ 5048 h 5048"/>
                  <a:gd name="connsiteX2" fmla="*/ 0 w 161258"/>
                  <a:gd name="connsiteY2" fmla="*/ 2477 h 5048"/>
                  <a:gd name="connsiteX3" fmla="*/ 2477 w 161258"/>
                  <a:gd name="connsiteY3" fmla="*/ 0 h 5048"/>
                  <a:gd name="connsiteX4" fmla="*/ 158782 w 161258"/>
                  <a:gd name="connsiteY4" fmla="*/ 0 h 5048"/>
                  <a:gd name="connsiteX5" fmla="*/ 161258 w 161258"/>
                  <a:gd name="connsiteY5" fmla="*/ 2477 h 5048"/>
                  <a:gd name="connsiteX6" fmla="*/ 158782 w 161258"/>
                  <a:gd name="connsiteY6" fmla="*/ 5048 h 5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258" h="5048">
                    <a:moveTo>
                      <a:pt x="158782" y="5048"/>
                    </a:moveTo>
                    <a:lnTo>
                      <a:pt x="2477" y="5048"/>
                    </a:lnTo>
                    <a:cubicBezTo>
                      <a:pt x="1048" y="5048"/>
                      <a:pt x="0" y="3905"/>
                      <a:pt x="0" y="2477"/>
                    </a:cubicBezTo>
                    <a:cubicBezTo>
                      <a:pt x="0" y="1048"/>
                      <a:pt x="1048" y="0"/>
                      <a:pt x="2477" y="0"/>
                    </a:cubicBezTo>
                    <a:lnTo>
                      <a:pt x="158782" y="0"/>
                    </a:lnTo>
                    <a:cubicBezTo>
                      <a:pt x="160211" y="0"/>
                      <a:pt x="161258" y="1143"/>
                      <a:pt x="161258" y="2477"/>
                    </a:cubicBezTo>
                    <a:cubicBezTo>
                      <a:pt x="161258" y="3905"/>
                      <a:pt x="160115" y="5048"/>
                      <a:pt x="158782" y="5048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A4EC20D-6DE9-7B8A-E857-BD19BAE8B57F}"/>
                  </a:ext>
                </a:extLst>
              </p:cNvPr>
              <p:cNvSpPr/>
              <p:nvPr/>
            </p:nvSpPr>
            <p:spPr>
              <a:xfrm>
                <a:off x="4581747" y="976655"/>
                <a:ext cx="131159" cy="4952"/>
              </a:xfrm>
              <a:custGeom>
                <a:avLst/>
                <a:gdLst>
                  <a:gd name="connsiteX0" fmla="*/ 128588 w 131159"/>
                  <a:gd name="connsiteY0" fmla="*/ 4953 h 4952"/>
                  <a:gd name="connsiteX1" fmla="*/ 2477 w 131159"/>
                  <a:gd name="connsiteY1" fmla="*/ 4953 h 4952"/>
                  <a:gd name="connsiteX2" fmla="*/ 0 w 131159"/>
                  <a:gd name="connsiteY2" fmla="*/ 2476 h 4952"/>
                  <a:gd name="connsiteX3" fmla="*/ 2477 w 131159"/>
                  <a:gd name="connsiteY3" fmla="*/ 0 h 4952"/>
                  <a:gd name="connsiteX4" fmla="*/ 128588 w 131159"/>
                  <a:gd name="connsiteY4" fmla="*/ 0 h 4952"/>
                  <a:gd name="connsiteX5" fmla="*/ 131159 w 131159"/>
                  <a:gd name="connsiteY5" fmla="*/ 2476 h 4952"/>
                  <a:gd name="connsiteX6" fmla="*/ 128588 w 131159"/>
                  <a:gd name="connsiteY6" fmla="*/ 4953 h 4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159" h="4952">
                    <a:moveTo>
                      <a:pt x="128588" y="4953"/>
                    </a:moveTo>
                    <a:lnTo>
                      <a:pt x="2477" y="4953"/>
                    </a:lnTo>
                    <a:cubicBezTo>
                      <a:pt x="1048" y="4953"/>
                      <a:pt x="0" y="3810"/>
                      <a:pt x="0" y="2476"/>
                    </a:cubicBezTo>
                    <a:cubicBezTo>
                      <a:pt x="0" y="1143"/>
                      <a:pt x="1048" y="0"/>
                      <a:pt x="2477" y="0"/>
                    </a:cubicBezTo>
                    <a:lnTo>
                      <a:pt x="128588" y="0"/>
                    </a:lnTo>
                    <a:cubicBezTo>
                      <a:pt x="130016" y="0"/>
                      <a:pt x="131159" y="1143"/>
                      <a:pt x="131159" y="2476"/>
                    </a:cubicBezTo>
                    <a:cubicBezTo>
                      <a:pt x="131159" y="3810"/>
                      <a:pt x="130016" y="4953"/>
                      <a:pt x="128588" y="4953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698C0549-1A2D-0CF1-3FB3-B5B291583F15}"/>
                  </a:ext>
                </a:extLst>
              </p:cNvPr>
              <p:cNvSpPr/>
              <p:nvPr/>
            </p:nvSpPr>
            <p:spPr>
              <a:xfrm>
                <a:off x="4581747" y="959033"/>
                <a:ext cx="171354" cy="4952"/>
              </a:xfrm>
              <a:custGeom>
                <a:avLst/>
                <a:gdLst>
                  <a:gd name="connsiteX0" fmla="*/ 168878 w 171354"/>
                  <a:gd name="connsiteY0" fmla="*/ 4953 h 4952"/>
                  <a:gd name="connsiteX1" fmla="*/ 2477 w 171354"/>
                  <a:gd name="connsiteY1" fmla="*/ 4953 h 4952"/>
                  <a:gd name="connsiteX2" fmla="*/ 0 w 171354"/>
                  <a:gd name="connsiteY2" fmla="*/ 2477 h 4952"/>
                  <a:gd name="connsiteX3" fmla="*/ 2477 w 171354"/>
                  <a:gd name="connsiteY3" fmla="*/ 0 h 4952"/>
                  <a:gd name="connsiteX4" fmla="*/ 168878 w 171354"/>
                  <a:gd name="connsiteY4" fmla="*/ 0 h 4952"/>
                  <a:gd name="connsiteX5" fmla="*/ 171355 w 171354"/>
                  <a:gd name="connsiteY5" fmla="*/ 2477 h 4952"/>
                  <a:gd name="connsiteX6" fmla="*/ 168878 w 171354"/>
                  <a:gd name="connsiteY6" fmla="*/ 4953 h 4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354" h="4952">
                    <a:moveTo>
                      <a:pt x="168878" y="4953"/>
                    </a:moveTo>
                    <a:lnTo>
                      <a:pt x="2477" y="4953"/>
                    </a:lnTo>
                    <a:cubicBezTo>
                      <a:pt x="1048" y="4953"/>
                      <a:pt x="0" y="3810"/>
                      <a:pt x="0" y="2477"/>
                    </a:cubicBezTo>
                    <a:cubicBezTo>
                      <a:pt x="0" y="1143"/>
                      <a:pt x="1048" y="0"/>
                      <a:pt x="2477" y="0"/>
                    </a:cubicBezTo>
                    <a:lnTo>
                      <a:pt x="168878" y="0"/>
                    </a:lnTo>
                    <a:cubicBezTo>
                      <a:pt x="170307" y="0"/>
                      <a:pt x="171355" y="1143"/>
                      <a:pt x="171355" y="2477"/>
                    </a:cubicBezTo>
                    <a:cubicBezTo>
                      <a:pt x="171355" y="3810"/>
                      <a:pt x="170212" y="4953"/>
                      <a:pt x="168878" y="4953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D26261D-DFF1-52F9-29B4-27B529428177}"/>
                  </a:ext>
                </a:extLst>
              </p:cNvPr>
              <p:cNvSpPr/>
              <p:nvPr/>
            </p:nvSpPr>
            <p:spPr>
              <a:xfrm>
                <a:off x="4581747" y="941317"/>
                <a:ext cx="131159" cy="5048"/>
              </a:xfrm>
              <a:custGeom>
                <a:avLst/>
                <a:gdLst>
                  <a:gd name="connsiteX0" fmla="*/ 128588 w 131159"/>
                  <a:gd name="connsiteY0" fmla="*/ 5048 h 5048"/>
                  <a:gd name="connsiteX1" fmla="*/ 2477 w 131159"/>
                  <a:gd name="connsiteY1" fmla="*/ 5048 h 5048"/>
                  <a:gd name="connsiteX2" fmla="*/ 0 w 131159"/>
                  <a:gd name="connsiteY2" fmla="*/ 2477 h 5048"/>
                  <a:gd name="connsiteX3" fmla="*/ 2477 w 131159"/>
                  <a:gd name="connsiteY3" fmla="*/ 0 h 5048"/>
                  <a:gd name="connsiteX4" fmla="*/ 128588 w 131159"/>
                  <a:gd name="connsiteY4" fmla="*/ 0 h 5048"/>
                  <a:gd name="connsiteX5" fmla="*/ 131159 w 131159"/>
                  <a:gd name="connsiteY5" fmla="*/ 2477 h 5048"/>
                  <a:gd name="connsiteX6" fmla="*/ 128588 w 131159"/>
                  <a:gd name="connsiteY6" fmla="*/ 5048 h 5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159" h="5048">
                    <a:moveTo>
                      <a:pt x="128588" y="5048"/>
                    </a:moveTo>
                    <a:lnTo>
                      <a:pt x="2477" y="5048"/>
                    </a:lnTo>
                    <a:cubicBezTo>
                      <a:pt x="1048" y="5048"/>
                      <a:pt x="0" y="3905"/>
                      <a:pt x="0" y="2477"/>
                    </a:cubicBezTo>
                    <a:cubicBezTo>
                      <a:pt x="0" y="1048"/>
                      <a:pt x="1048" y="0"/>
                      <a:pt x="2477" y="0"/>
                    </a:cubicBezTo>
                    <a:lnTo>
                      <a:pt x="128588" y="0"/>
                    </a:lnTo>
                    <a:cubicBezTo>
                      <a:pt x="130016" y="0"/>
                      <a:pt x="131159" y="1143"/>
                      <a:pt x="131159" y="2477"/>
                    </a:cubicBezTo>
                    <a:cubicBezTo>
                      <a:pt x="131159" y="3810"/>
                      <a:pt x="130016" y="5048"/>
                      <a:pt x="128588" y="5048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3834D28-AF40-EF8E-0988-93B99851E280}"/>
                  </a:ext>
                </a:extLst>
              </p:cNvPr>
              <p:cNvSpPr/>
              <p:nvPr/>
            </p:nvSpPr>
            <p:spPr>
              <a:xfrm>
                <a:off x="4581747" y="923695"/>
                <a:ext cx="211740" cy="5048"/>
              </a:xfrm>
              <a:custGeom>
                <a:avLst/>
                <a:gdLst>
                  <a:gd name="connsiteX0" fmla="*/ 209264 w 211740"/>
                  <a:gd name="connsiteY0" fmla="*/ 5048 h 5048"/>
                  <a:gd name="connsiteX1" fmla="*/ 2477 w 211740"/>
                  <a:gd name="connsiteY1" fmla="*/ 5048 h 5048"/>
                  <a:gd name="connsiteX2" fmla="*/ 0 w 211740"/>
                  <a:gd name="connsiteY2" fmla="*/ 2477 h 5048"/>
                  <a:gd name="connsiteX3" fmla="*/ 2477 w 211740"/>
                  <a:gd name="connsiteY3" fmla="*/ 0 h 5048"/>
                  <a:gd name="connsiteX4" fmla="*/ 209169 w 211740"/>
                  <a:gd name="connsiteY4" fmla="*/ 0 h 5048"/>
                  <a:gd name="connsiteX5" fmla="*/ 211741 w 211740"/>
                  <a:gd name="connsiteY5" fmla="*/ 2477 h 5048"/>
                  <a:gd name="connsiteX6" fmla="*/ 209169 w 211740"/>
                  <a:gd name="connsiteY6" fmla="*/ 5048 h 5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1740" h="5048">
                    <a:moveTo>
                      <a:pt x="209264" y="5048"/>
                    </a:moveTo>
                    <a:lnTo>
                      <a:pt x="2477" y="5048"/>
                    </a:lnTo>
                    <a:cubicBezTo>
                      <a:pt x="1048" y="5048"/>
                      <a:pt x="0" y="3905"/>
                      <a:pt x="0" y="2477"/>
                    </a:cubicBezTo>
                    <a:cubicBezTo>
                      <a:pt x="0" y="1048"/>
                      <a:pt x="1048" y="0"/>
                      <a:pt x="2477" y="0"/>
                    </a:cubicBezTo>
                    <a:lnTo>
                      <a:pt x="209169" y="0"/>
                    </a:lnTo>
                    <a:cubicBezTo>
                      <a:pt x="210598" y="0"/>
                      <a:pt x="211741" y="1143"/>
                      <a:pt x="211741" y="2477"/>
                    </a:cubicBezTo>
                    <a:cubicBezTo>
                      <a:pt x="211741" y="3810"/>
                      <a:pt x="210598" y="5048"/>
                      <a:pt x="209169" y="5048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69ECBEB9-EE07-3F94-D832-BFC31C616AB1}"/>
                  </a:ext>
                </a:extLst>
              </p:cNvPr>
              <p:cNvSpPr/>
              <p:nvPr/>
            </p:nvSpPr>
            <p:spPr>
              <a:xfrm>
                <a:off x="5243830" y="1895912"/>
                <a:ext cx="100964" cy="5143"/>
              </a:xfrm>
              <a:custGeom>
                <a:avLst/>
                <a:gdLst>
                  <a:gd name="connsiteX0" fmla="*/ 98393 w 100964"/>
                  <a:gd name="connsiteY0" fmla="*/ 5143 h 5143"/>
                  <a:gd name="connsiteX1" fmla="*/ 2572 w 100964"/>
                  <a:gd name="connsiteY1" fmla="*/ 5143 h 5143"/>
                  <a:gd name="connsiteX2" fmla="*/ 0 w 100964"/>
                  <a:gd name="connsiteY2" fmla="*/ 2572 h 5143"/>
                  <a:gd name="connsiteX3" fmla="*/ 2572 w 100964"/>
                  <a:gd name="connsiteY3" fmla="*/ 0 h 5143"/>
                  <a:gd name="connsiteX4" fmla="*/ 98393 w 100964"/>
                  <a:gd name="connsiteY4" fmla="*/ 0 h 5143"/>
                  <a:gd name="connsiteX5" fmla="*/ 100965 w 100964"/>
                  <a:gd name="connsiteY5" fmla="*/ 2572 h 5143"/>
                  <a:gd name="connsiteX6" fmla="*/ 98393 w 100964"/>
                  <a:gd name="connsiteY6" fmla="*/ 5143 h 5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64" h="5143">
                    <a:moveTo>
                      <a:pt x="98393" y="5143"/>
                    </a:moveTo>
                    <a:lnTo>
                      <a:pt x="2572" y="5143"/>
                    </a:lnTo>
                    <a:cubicBezTo>
                      <a:pt x="1143" y="5143"/>
                      <a:pt x="0" y="4000"/>
                      <a:pt x="0" y="2572"/>
                    </a:cubicBezTo>
                    <a:cubicBezTo>
                      <a:pt x="0" y="1143"/>
                      <a:pt x="1143" y="0"/>
                      <a:pt x="2572" y="0"/>
                    </a:cubicBezTo>
                    <a:lnTo>
                      <a:pt x="98393" y="0"/>
                    </a:lnTo>
                    <a:cubicBezTo>
                      <a:pt x="99822" y="0"/>
                      <a:pt x="100965" y="1143"/>
                      <a:pt x="100965" y="2572"/>
                    </a:cubicBezTo>
                    <a:cubicBezTo>
                      <a:pt x="100965" y="4000"/>
                      <a:pt x="99822" y="5143"/>
                      <a:pt x="98393" y="5143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4AF28922-610B-6901-564A-587E1F351855}"/>
                  </a:ext>
                </a:extLst>
              </p:cNvPr>
              <p:cNvSpPr/>
              <p:nvPr/>
            </p:nvSpPr>
            <p:spPr>
              <a:xfrm>
                <a:off x="5243830" y="1878386"/>
                <a:ext cx="191738" cy="5048"/>
              </a:xfrm>
              <a:custGeom>
                <a:avLst/>
                <a:gdLst>
                  <a:gd name="connsiteX0" fmla="*/ 189167 w 191738"/>
                  <a:gd name="connsiteY0" fmla="*/ 5048 h 5048"/>
                  <a:gd name="connsiteX1" fmla="*/ 2572 w 191738"/>
                  <a:gd name="connsiteY1" fmla="*/ 5048 h 5048"/>
                  <a:gd name="connsiteX2" fmla="*/ 0 w 191738"/>
                  <a:gd name="connsiteY2" fmla="*/ 2572 h 5048"/>
                  <a:gd name="connsiteX3" fmla="*/ 2572 w 191738"/>
                  <a:gd name="connsiteY3" fmla="*/ 0 h 5048"/>
                  <a:gd name="connsiteX4" fmla="*/ 189167 w 191738"/>
                  <a:gd name="connsiteY4" fmla="*/ 0 h 5048"/>
                  <a:gd name="connsiteX5" fmla="*/ 191738 w 191738"/>
                  <a:gd name="connsiteY5" fmla="*/ 2572 h 5048"/>
                  <a:gd name="connsiteX6" fmla="*/ 189167 w 191738"/>
                  <a:gd name="connsiteY6" fmla="*/ 5048 h 5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1738" h="5048">
                    <a:moveTo>
                      <a:pt x="189167" y="5048"/>
                    </a:moveTo>
                    <a:lnTo>
                      <a:pt x="2572" y="5048"/>
                    </a:lnTo>
                    <a:cubicBezTo>
                      <a:pt x="1143" y="5048"/>
                      <a:pt x="0" y="3905"/>
                      <a:pt x="0" y="2572"/>
                    </a:cubicBezTo>
                    <a:cubicBezTo>
                      <a:pt x="0" y="1238"/>
                      <a:pt x="1143" y="0"/>
                      <a:pt x="2572" y="0"/>
                    </a:cubicBezTo>
                    <a:lnTo>
                      <a:pt x="189167" y="0"/>
                    </a:lnTo>
                    <a:cubicBezTo>
                      <a:pt x="190595" y="0"/>
                      <a:pt x="191738" y="1143"/>
                      <a:pt x="191738" y="2572"/>
                    </a:cubicBezTo>
                    <a:cubicBezTo>
                      <a:pt x="191738" y="4000"/>
                      <a:pt x="190595" y="5048"/>
                      <a:pt x="189167" y="5048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0A1E2A6E-0BBE-4D70-94FD-1C6077598412}"/>
                  </a:ext>
                </a:extLst>
              </p:cNvPr>
              <p:cNvSpPr/>
              <p:nvPr/>
            </p:nvSpPr>
            <p:spPr>
              <a:xfrm>
                <a:off x="5243830" y="1860765"/>
                <a:ext cx="191738" cy="5048"/>
              </a:xfrm>
              <a:custGeom>
                <a:avLst/>
                <a:gdLst>
                  <a:gd name="connsiteX0" fmla="*/ 189167 w 191738"/>
                  <a:gd name="connsiteY0" fmla="*/ 5048 h 5048"/>
                  <a:gd name="connsiteX1" fmla="*/ 2572 w 191738"/>
                  <a:gd name="connsiteY1" fmla="*/ 5048 h 5048"/>
                  <a:gd name="connsiteX2" fmla="*/ 0 w 191738"/>
                  <a:gd name="connsiteY2" fmla="*/ 2477 h 5048"/>
                  <a:gd name="connsiteX3" fmla="*/ 2572 w 191738"/>
                  <a:gd name="connsiteY3" fmla="*/ 0 h 5048"/>
                  <a:gd name="connsiteX4" fmla="*/ 189167 w 191738"/>
                  <a:gd name="connsiteY4" fmla="*/ 0 h 5048"/>
                  <a:gd name="connsiteX5" fmla="*/ 191738 w 191738"/>
                  <a:gd name="connsiteY5" fmla="*/ 2477 h 5048"/>
                  <a:gd name="connsiteX6" fmla="*/ 189167 w 191738"/>
                  <a:gd name="connsiteY6" fmla="*/ 5048 h 5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1738" h="5048">
                    <a:moveTo>
                      <a:pt x="189167" y="5048"/>
                    </a:moveTo>
                    <a:lnTo>
                      <a:pt x="2572" y="5048"/>
                    </a:lnTo>
                    <a:cubicBezTo>
                      <a:pt x="1143" y="5048"/>
                      <a:pt x="0" y="3905"/>
                      <a:pt x="0" y="2477"/>
                    </a:cubicBezTo>
                    <a:cubicBezTo>
                      <a:pt x="0" y="1048"/>
                      <a:pt x="1143" y="0"/>
                      <a:pt x="2572" y="0"/>
                    </a:cubicBezTo>
                    <a:lnTo>
                      <a:pt x="189167" y="0"/>
                    </a:lnTo>
                    <a:cubicBezTo>
                      <a:pt x="190595" y="0"/>
                      <a:pt x="191738" y="1143"/>
                      <a:pt x="191738" y="2477"/>
                    </a:cubicBezTo>
                    <a:cubicBezTo>
                      <a:pt x="191738" y="3810"/>
                      <a:pt x="190595" y="5048"/>
                      <a:pt x="189167" y="5048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E7470200-0164-84AB-959D-7C9C8834B38F}"/>
                  </a:ext>
                </a:extLst>
              </p:cNvPr>
              <p:cNvSpPr/>
              <p:nvPr/>
            </p:nvSpPr>
            <p:spPr>
              <a:xfrm>
                <a:off x="5243830" y="1843239"/>
                <a:ext cx="131159" cy="4953"/>
              </a:xfrm>
              <a:custGeom>
                <a:avLst/>
                <a:gdLst>
                  <a:gd name="connsiteX0" fmla="*/ 128588 w 131159"/>
                  <a:gd name="connsiteY0" fmla="*/ 4953 h 4953"/>
                  <a:gd name="connsiteX1" fmla="*/ 2572 w 131159"/>
                  <a:gd name="connsiteY1" fmla="*/ 4953 h 4953"/>
                  <a:gd name="connsiteX2" fmla="*/ 0 w 131159"/>
                  <a:gd name="connsiteY2" fmla="*/ 2477 h 4953"/>
                  <a:gd name="connsiteX3" fmla="*/ 2572 w 131159"/>
                  <a:gd name="connsiteY3" fmla="*/ 0 h 4953"/>
                  <a:gd name="connsiteX4" fmla="*/ 128588 w 131159"/>
                  <a:gd name="connsiteY4" fmla="*/ 0 h 4953"/>
                  <a:gd name="connsiteX5" fmla="*/ 131159 w 131159"/>
                  <a:gd name="connsiteY5" fmla="*/ 2477 h 4953"/>
                  <a:gd name="connsiteX6" fmla="*/ 128588 w 131159"/>
                  <a:gd name="connsiteY6" fmla="*/ 4953 h 4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159" h="4953">
                    <a:moveTo>
                      <a:pt x="128588" y="4953"/>
                    </a:moveTo>
                    <a:lnTo>
                      <a:pt x="2572" y="4953"/>
                    </a:lnTo>
                    <a:cubicBezTo>
                      <a:pt x="1143" y="4953"/>
                      <a:pt x="0" y="3810"/>
                      <a:pt x="0" y="2477"/>
                    </a:cubicBezTo>
                    <a:cubicBezTo>
                      <a:pt x="0" y="1143"/>
                      <a:pt x="1143" y="0"/>
                      <a:pt x="2572" y="0"/>
                    </a:cubicBezTo>
                    <a:lnTo>
                      <a:pt x="128588" y="0"/>
                    </a:lnTo>
                    <a:cubicBezTo>
                      <a:pt x="130016" y="0"/>
                      <a:pt x="131159" y="1143"/>
                      <a:pt x="131159" y="2477"/>
                    </a:cubicBezTo>
                    <a:cubicBezTo>
                      <a:pt x="131159" y="3810"/>
                      <a:pt x="130111" y="4953"/>
                      <a:pt x="128588" y="4953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8B07323A-AB15-C0FE-00B3-9652AB082BF8}"/>
                  </a:ext>
                </a:extLst>
              </p:cNvPr>
              <p:cNvSpPr/>
              <p:nvPr/>
            </p:nvSpPr>
            <p:spPr>
              <a:xfrm>
                <a:off x="5243830" y="1825427"/>
                <a:ext cx="232029" cy="5143"/>
              </a:xfrm>
              <a:custGeom>
                <a:avLst/>
                <a:gdLst>
                  <a:gd name="connsiteX0" fmla="*/ 229552 w 232029"/>
                  <a:gd name="connsiteY0" fmla="*/ 5144 h 5143"/>
                  <a:gd name="connsiteX1" fmla="*/ 2572 w 232029"/>
                  <a:gd name="connsiteY1" fmla="*/ 5144 h 5143"/>
                  <a:gd name="connsiteX2" fmla="*/ 0 w 232029"/>
                  <a:gd name="connsiteY2" fmla="*/ 2572 h 5143"/>
                  <a:gd name="connsiteX3" fmla="*/ 2572 w 232029"/>
                  <a:gd name="connsiteY3" fmla="*/ 0 h 5143"/>
                  <a:gd name="connsiteX4" fmla="*/ 229552 w 232029"/>
                  <a:gd name="connsiteY4" fmla="*/ 0 h 5143"/>
                  <a:gd name="connsiteX5" fmla="*/ 232029 w 232029"/>
                  <a:gd name="connsiteY5" fmla="*/ 2572 h 5143"/>
                  <a:gd name="connsiteX6" fmla="*/ 229552 w 232029"/>
                  <a:gd name="connsiteY6" fmla="*/ 5144 h 5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2029" h="5143">
                    <a:moveTo>
                      <a:pt x="229552" y="5144"/>
                    </a:moveTo>
                    <a:lnTo>
                      <a:pt x="2572" y="5144"/>
                    </a:lnTo>
                    <a:cubicBezTo>
                      <a:pt x="1143" y="5144"/>
                      <a:pt x="0" y="4000"/>
                      <a:pt x="0" y="2572"/>
                    </a:cubicBezTo>
                    <a:cubicBezTo>
                      <a:pt x="0" y="1143"/>
                      <a:pt x="1143" y="0"/>
                      <a:pt x="2572" y="0"/>
                    </a:cubicBezTo>
                    <a:lnTo>
                      <a:pt x="229552" y="0"/>
                    </a:lnTo>
                    <a:cubicBezTo>
                      <a:pt x="230886" y="0"/>
                      <a:pt x="232029" y="1143"/>
                      <a:pt x="232029" y="2572"/>
                    </a:cubicBezTo>
                    <a:cubicBezTo>
                      <a:pt x="232029" y="4000"/>
                      <a:pt x="230886" y="5144"/>
                      <a:pt x="229552" y="5144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F97A6EED-6CF5-A018-DDFD-43B0CBD27632}"/>
                  </a:ext>
                </a:extLst>
              </p:cNvPr>
              <p:cNvSpPr/>
              <p:nvPr/>
            </p:nvSpPr>
            <p:spPr>
              <a:xfrm>
                <a:off x="4581747" y="1839143"/>
                <a:ext cx="177450" cy="10096"/>
              </a:xfrm>
              <a:custGeom>
                <a:avLst/>
                <a:gdLst>
                  <a:gd name="connsiteX0" fmla="*/ 172403 w 177450"/>
                  <a:gd name="connsiteY0" fmla="*/ 10097 h 10096"/>
                  <a:gd name="connsiteX1" fmla="*/ 4953 w 177450"/>
                  <a:gd name="connsiteY1" fmla="*/ 10097 h 10096"/>
                  <a:gd name="connsiteX2" fmla="*/ 0 w 177450"/>
                  <a:gd name="connsiteY2" fmla="*/ 5048 h 10096"/>
                  <a:gd name="connsiteX3" fmla="*/ 4953 w 177450"/>
                  <a:gd name="connsiteY3" fmla="*/ 0 h 10096"/>
                  <a:gd name="connsiteX4" fmla="*/ 172403 w 177450"/>
                  <a:gd name="connsiteY4" fmla="*/ 0 h 10096"/>
                  <a:gd name="connsiteX5" fmla="*/ 177451 w 177450"/>
                  <a:gd name="connsiteY5" fmla="*/ 5048 h 10096"/>
                  <a:gd name="connsiteX6" fmla="*/ 172403 w 177450"/>
                  <a:gd name="connsiteY6" fmla="*/ 10097 h 10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7450" h="10096">
                    <a:moveTo>
                      <a:pt x="172403" y="10097"/>
                    </a:moveTo>
                    <a:lnTo>
                      <a:pt x="4953" y="10097"/>
                    </a:lnTo>
                    <a:cubicBezTo>
                      <a:pt x="2191" y="10097"/>
                      <a:pt x="0" y="7811"/>
                      <a:pt x="0" y="5048"/>
                    </a:cubicBezTo>
                    <a:cubicBezTo>
                      <a:pt x="0" y="2286"/>
                      <a:pt x="2191" y="0"/>
                      <a:pt x="4953" y="0"/>
                    </a:cubicBezTo>
                    <a:lnTo>
                      <a:pt x="172403" y="0"/>
                    </a:lnTo>
                    <a:cubicBezTo>
                      <a:pt x="175165" y="0"/>
                      <a:pt x="177451" y="2286"/>
                      <a:pt x="177451" y="5048"/>
                    </a:cubicBezTo>
                    <a:cubicBezTo>
                      <a:pt x="177451" y="7811"/>
                      <a:pt x="175165" y="10097"/>
                      <a:pt x="172403" y="10097"/>
                    </a:cubicBezTo>
                    <a:close/>
                  </a:path>
                </a:pathLst>
              </a:custGeom>
              <a:solidFill>
                <a:srgbClr val="AFD1F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4661971-A5CF-5588-9771-E0B1B3315EFB}"/>
                  </a:ext>
                </a:extLst>
              </p:cNvPr>
              <p:cNvSpPr/>
              <p:nvPr/>
            </p:nvSpPr>
            <p:spPr>
              <a:xfrm>
                <a:off x="4581747" y="1798376"/>
                <a:ext cx="336042" cy="10096"/>
              </a:xfrm>
              <a:custGeom>
                <a:avLst/>
                <a:gdLst>
                  <a:gd name="connsiteX0" fmla="*/ 331089 w 336042"/>
                  <a:gd name="connsiteY0" fmla="*/ 10097 h 10096"/>
                  <a:gd name="connsiteX1" fmla="*/ 4953 w 336042"/>
                  <a:gd name="connsiteY1" fmla="*/ 10097 h 10096"/>
                  <a:gd name="connsiteX2" fmla="*/ 0 w 336042"/>
                  <a:gd name="connsiteY2" fmla="*/ 5048 h 10096"/>
                  <a:gd name="connsiteX3" fmla="*/ 4953 w 336042"/>
                  <a:gd name="connsiteY3" fmla="*/ 0 h 10096"/>
                  <a:gd name="connsiteX4" fmla="*/ 330994 w 336042"/>
                  <a:gd name="connsiteY4" fmla="*/ 0 h 10096"/>
                  <a:gd name="connsiteX5" fmla="*/ 336042 w 336042"/>
                  <a:gd name="connsiteY5" fmla="*/ 5048 h 10096"/>
                  <a:gd name="connsiteX6" fmla="*/ 330994 w 336042"/>
                  <a:gd name="connsiteY6" fmla="*/ 10097 h 10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6042" h="10096">
                    <a:moveTo>
                      <a:pt x="331089" y="10097"/>
                    </a:moveTo>
                    <a:lnTo>
                      <a:pt x="4953" y="10097"/>
                    </a:lnTo>
                    <a:cubicBezTo>
                      <a:pt x="2191" y="10097"/>
                      <a:pt x="0" y="7906"/>
                      <a:pt x="0" y="5048"/>
                    </a:cubicBezTo>
                    <a:cubicBezTo>
                      <a:pt x="0" y="2191"/>
                      <a:pt x="2191" y="0"/>
                      <a:pt x="4953" y="0"/>
                    </a:cubicBezTo>
                    <a:lnTo>
                      <a:pt x="330994" y="0"/>
                    </a:lnTo>
                    <a:cubicBezTo>
                      <a:pt x="333851" y="0"/>
                      <a:pt x="336042" y="2191"/>
                      <a:pt x="336042" y="5048"/>
                    </a:cubicBezTo>
                    <a:cubicBezTo>
                      <a:pt x="336042" y="7906"/>
                      <a:pt x="333851" y="10097"/>
                      <a:pt x="330994" y="10097"/>
                    </a:cubicBezTo>
                    <a:close/>
                  </a:path>
                </a:pathLst>
              </a:custGeom>
              <a:solidFill>
                <a:srgbClr val="AFD1F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22F091CA-2920-7B5F-72F5-165F949025B7}"/>
                  </a:ext>
                </a:extLst>
              </p:cNvPr>
              <p:cNvSpPr/>
              <p:nvPr/>
            </p:nvSpPr>
            <p:spPr>
              <a:xfrm>
                <a:off x="4581747" y="1757705"/>
                <a:ext cx="336042" cy="10096"/>
              </a:xfrm>
              <a:custGeom>
                <a:avLst/>
                <a:gdLst>
                  <a:gd name="connsiteX0" fmla="*/ 331089 w 336042"/>
                  <a:gd name="connsiteY0" fmla="*/ 10096 h 10096"/>
                  <a:gd name="connsiteX1" fmla="*/ 4953 w 336042"/>
                  <a:gd name="connsiteY1" fmla="*/ 10096 h 10096"/>
                  <a:gd name="connsiteX2" fmla="*/ 0 w 336042"/>
                  <a:gd name="connsiteY2" fmla="*/ 5048 h 10096"/>
                  <a:gd name="connsiteX3" fmla="*/ 4953 w 336042"/>
                  <a:gd name="connsiteY3" fmla="*/ 0 h 10096"/>
                  <a:gd name="connsiteX4" fmla="*/ 330994 w 336042"/>
                  <a:gd name="connsiteY4" fmla="*/ 0 h 10096"/>
                  <a:gd name="connsiteX5" fmla="*/ 336042 w 336042"/>
                  <a:gd name="connsiteY5" fmla="*/ 5048 h 10096"/>
                  <a:gd name="connsiteX6" fmla="*/ 330994 w 336042"/>
                  <a:gd name="connsiteY6" fmla="*/ 10096 h 10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6042" h="10096">
                    <a:moveTo>
                      <a:pt x="331089" y="10096"/>
                    </a:moveTo>
                    <a:lnTo>
                      <a:pt x="4953" y="10096"/>
                    </a:lnTo>
                    <a:cubicBezTo>
                      <a:pt x="2191" y="10096"/>
                      <a:pt x="0" y="7810"/>
                      <a:pt x="0" y="5048"/>
                    </a:cubicBezTo>
                    <a:cubicBezTo>
                      <a:pt x="0" y="2286"/>
                      <a:pt x="2191" y="0"/>
                      <a:pt x="4953" y="0"/>
                    </a:cubicBezTo>
                    <a:lnTo>
                      <a:pt x="330994" y="0"/>
                    </a:lnTo>
                    <a:cubicBezTo>
                      <a:pt x="333851" y="0"/>
                      <a:pt x="336042" y="2286"/>
                      <a:pt x="336042" y="5048"/>
                    </a:cubicBezTo>
                    <a:cubicBezTo>
                      <a:pt x="336042" y="7810"/>
                      <a:pt x="333851" y="10096"/>
                      <a:pt x="330994" y="10096"/>
                    </a:cubicBezTo>
                    <a:close/>
                  </a:path>
                </a:pathLst>
              </a:custGeom>
              <a:solidFill>
                <a:srgbClr val="AFD1F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07FC049B-8477-03D1-2DB4-05D7E2BB6252}"/>
                  </a:ext>
                </a:extLst>
              </p:cNvPr>
              <p:cNvSpPr/>
              <p:nvPr/>
            </p:nvSpPr>
            <p:spPr>
              <a:xfrm>
                <a:off x="4581747" y="1716938"/>
                <a:ext cx="230314" cy="10096"/>
              </a:xfrm>
              <a:custGeom>
                <a:avLst/>
                <a:gdLst>
                  <a:gd name="connsiteX0" fmla="*/ 225266 w 230314"/>
                  <a:gd name="connsiteY0" fmla="*/ 10096 h 10096"/>
                  <a:gd name="connsiteX1" fmla="*/ 4953 w 230314"/>
                  <a:gd name="connsiteY1" fmla="*/ 10096 h 10096"/>
                  <a:gd name="connsiteX2" fmla="*/ 0 w 230314"/>
                  <a:gd name="connsiteY2" fmla="*/ 5048 h 10096"/>
                  <a:gd name="connsiteX3" fmla="*/ 4953 w 230314"/>
                  <a:gd name="connsiteY3" fmla="*/ 0 h 10096"/>
                  <a:gd name="connsiteX4" fmla="*/ 225266 w 230314"/>
                  <a:gd name="connsiteY4" fmla="*/ 0 h 10096"/>
                  <a:gd name="connsiteX5" fmla="*/ 230314 w 230314"/>
                  <a:gd name="connsiteY5" fmla="*/ 5048 h 10096"/>
                  <a:gd name="connsiteX6" fmla="*/ 225266 w 230314"/>
                  <a:gd name="connsiteY6" fmla="*/ 10096 h 10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0314" h="10096">
                    <a:moveTo>
                      <a:pt x="225266" y="10096"/>
                    </a:moveTo>
                    <a:lnTo>
                      <a:pt x="4953" y="10096"/>
                    </a:lnTo>
                    <a:cubicBezTo>
                      <a:pt x="2191" y="10096"/>
                      <a:pt x="0" y="7906"/>
                      <a:pt x="0" y="5048"/>
                    </a:cubicBezTo>
                    <a:cubicBezTo>
                      <a:pt x="0" y="2191"/>
                      <a:pt x="2191" y="0"/>
                      <a:pt x="4953" y="0"/>
                    </a:cubicBezTo>
                    <a:lnTo>
                      <a:pt x="225266" y="0"/>
                    </a:lnTo>
                    <a:cubicBezTo>
                      <a:pt x="228029" y="0"/>
                      <a:pt x="230314" y="2191"/>
                      <a:pt x="230314" y="5048"/>
                    </a:cubicBezTo>
                    <a:cubicBezTo>
                      <a:pt x="230314" y="7906"/>
                      <a:pt x="228029" y="10096"/>
                      <a:pt x="225266" y="10096"/>
                    </a:cubicBezTo>
                    <a:close/>
                  </a:path>
                </a:pathLst>
              </a:custGeom>
              <a:solidFill>
                <a:srgbClr val="AFD1F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AF00308-4AE4-09A0-330A-17D1A0A7E165}"/>
                  </a:ext>
                </a:extLst>
              </p:cNvPr>
              <p:cNvSpPr/>
              <p:nvPr/>
            </p:nvSpPr>
            <p:spPr>
              <a:xfrm>
                <a:off x="4581747" y="1676266"/>
                <a:ext cx="406526" cy="10096"/>
              </a:xfrm>
              <a:custGeom>
                <a:avLst/>
                <a:gdLst>
                  <a:gd name="connsiteX0" fmla="*/ 401574 w 406526"/>
                  <a:gd name="connsiteY0" fmla="*/ 10097 h 10096"/>
                  <a:gd name="connsiteX1" fmla="*/ 4953 w 406526"/>
                  <a:gd name="connsiteY1" fmla="*/ 10097 h 10096"/>
                  <a:gd name="connsiteX2" fmla="*/ 0 w 406526"/>
                  <a:gd name="connsiteY2" fmla="*/ 5048 h 10096"/>
                  <a:gd name="connsiteX3" fmla="*/ 4953 w 406526"/>
                  <a:gd name="connsiteY3" fmla="*/ 0 h 10096"/>
                  <a:gd name="connsiteX4" fmla="*/ 401479 w 406526"/>
                  <a:gd name="connsiteY4" fmla="*/ 0 h 10096"/>
                  <a:gd name="connsiteX5" fmla="*/ 406527 w 406526"/>
                  <a:gd name="connsiteY5" fmla="*/ 5048 h 10096"/>
                  <a:gd name="connsiteX6" fmla="*/ 401479 w 406526"/>
                  <a:gd name="connsiteY6" fmla="*/ 10097 h 10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6526" h="10096">
                    <a:moveTo>
                      <a:pt x="401574" y="10097"/>
                    </a:moveTo>
                    <a:lnTo>
                      <a:pt x="4953" y="10097"/>
                    </a:lnTo>
                    <a:cubicBezTo>
                      <a:pt x="2191" y="10097"/>
                      <a:pt x="0" y="7810"/>
                      <a:pt x="0" y="5048"/>
                    </a:cubicBezTo>
                    <a:cubicBezTo>
                      <a:pt x="0" y="2286"/>
                      <a:pt x="2191" y="0"/>
                      <a:pt x="4953" y="0"/>
                    </a:cubicBezTo>
                    <a:lnTo>
                      <a:pt x="401479" y="0"/>
                    </a:lnTo>
                    <a:cubicBezTo>
                      <a:pt x="404241" y="0"/>
                      <a:pt x="406527" y="2286"/>
                      <a:pt x="406527" y="5048"/>
                    </a:cubicBezTo>
                    <a:cubicBezTo>
                      <a:pt x="406527" y="7810"/>
                      <a:pt x="404241" y="10097"/>
                      <a:pt x="401479" y="10097"/>
                    </a:cubicBezTo>
                    <a:close/>
                  </a:path>
                </a:pathLst>
              </a:custGeom>
              <a:solidFill>
                <a:srgbClr val="AFD1F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A75FFCA6-FA9E-E6FF-0745-2923587BC5EF}"/>
                  </a:ext>
                </a:extLst>
              </p:cNvPr>
              <p:cNvSpPr/>
              <p:nvPr/>
            </p:nvSpPr>
            <p:spPr>
              <a:xfrm>
                <a:off x="5712364" y="1166583"/>
                <a:ext cx="128873" cy="69151"/>
              </a:xfrm>
              <a:custGeom>
                <a:avLst/>
                <a:gdLst>
                  <a:gd name="connsiteX0" fmla="*/ 1810 w 128873"/>
                  <a:gd name="connsiteY0" fmla="*/ 0 h 69151"/>
                  <a:gd name="connsiteX1" fmla="*/ 128873 w 128873"/>
                  <a:gd name="connsiteY1" fmla="*/ 65723 h 69151"/>
                  <a:gd name="connsiteX2" fmla="*/ 127159 w 128873"/>
                  <a:gd name="connsiteY2" fmla="*/ 69152 h 69151"/>
                  <a:gd name="connsiteX3" fmla="*/ 0 w 128873"/>
                  <a:gd name="connsiteY3" fmla="*/ 3334 h 69151"/>
                  <a:gd name="connsiteX4" fmla="*/ 1810 w 128873"/>
                  <a:gd name="connsiteY4" fmla="*/ 0 h 6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873" h="69151">
                    <a:moveTo>
                      <a:pt x="1810" y="0"/>
                    </a:moveTo>
                    <a:lnTo>
                      <a:pt x="128873" y="65723"/>
                    </a:lnTo>
                    <a:lnTo>
                      <a:pt x="127159" y="69152"/>
                    </a:lnTo>
                    <a:lnTo>
                      <a:pt x="0" y="3334"/>
                    </a:lnTo>
                    <a:lnTo>
                      <a:pt x="1810" y="0"/>
                    </a:ln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1FE02E75-FC02-4295-B5E1-95990BCC5E49}"/>
                  </a:ext>
                </a:extLst>
              </p:cNvPr>
              <p:cNvSpPr/>
              <p:nvPr/>
            </p:nvSpPr>
            <p:spPr>
              <a:xfrm>
                <a:off x="5713983" y="1121054"/>
                <a:ext cx="109728" cy="33432"/>
              </a:xfrm>
              <a:custGeom>
                <a:avLst/>
                <a:gdLst>
                  <a:gd name="connsiteX0" fmla="*/ 108680 w 109728"/>
                  <a:gd name="connsiteY0" fmla="*/ 0 h 33432"/>
                  <a:gd name="connsiteX1" fmla="*/ 109728 w 109728"/>
                  <a:gd name="connsiteY1" fmla="*/ 3715 h 33432"/>
                  <a:gd name="connsiteX2" fmla="*/ 1048 w 109728"/>
                  <a:gd name="connsiteY2" fmla="*/ 33433 h 33432"/>
                  <a:gd name="connsiteX3" fmla="*/ 0 w 109728"/>
                  <a:gd name="connsiteY3" fmla="*/ 29718 h 33432"/>
                  <a:gd name="connsiteX4" fmla="*/ 108680 w 109728"/>
                  <a:gd name="connsiteY4" fmla="*/ 0 h 33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728" h="33432">
                    <a:moveTo>
                      <a:pt x="108680" y="0"/>
                    </a:moveTo>
                    <a:lnTo>
                      <a:pt x="109728" y="3715"/>
                    </a:lnTo>
                    <a:lnTo>
                      <a:pt x="1048" y="33433"/>
                    </a:lnTo>
                    <a:lnTo>
                      <a:pt x="0" y="29718"/>
                    </a:lnTo>
                    <a:lnTo>
                      <a:pt x="108680" y="0"/>
                    </a:ln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697D4366-ED09-F2C1-DC5E-10E8F374F869}"/>
                  </a:ext>
                </a:extLst>
              </p:cNvPr>
              <p:cNvSpPr/>
              <p:nvPr/>
            </p:nvSpPr>
            <p:spPr>
              <a:xfrm>
                <a:off x="5855049" y="1088002"/>
                <a:ext cx="91058" cy="27813"/>
              </a:xfrm>
              <a:custGeom>
                <a:avLst/>
                <a:gdLst>
                  <a:gd name="connsiteX0" fmla="*/ 90011 w 91058"/>
                  <a:gd name="connsiteY0" fmla="*/ 0 h 27813"/>
                  <a:gd name="connsiteX1" fmla="*/ 91059 w 91058"/>
                  <a:gd name="connsiteY1" fmla="*/ 3715 h 27813"/>
                  <a:gd name="connsiteX2" fmla="*/ 1048 w 91058"/>
                  <a:gd name="connsiteY2" fmla="*/ 27813 h 27813"/>
                  <a:gd name="connsiteX3" fmla="*/ 0 w 91058"/>
                  <a:gd name="connsiteY3" fmla="*/ 24098 h 27813"/>
                  <a:gd name="connsiteX4" fmla="*/ 90011 w 91058"/>
                  <a:gd name="connsiteY4" fmla="*/ 0 h 27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8" h="27813">
                    <a:moveTo>
                      <a:pt x="90011" y="0"/>
                    </a:moveTo>
                    <a:lnTo>
                      <a:pt x="91059" y="3715"/>
                    </a:lnTo>
                    <a:lnTo>
                      <a:pt x="1048" y="27813"/>
                    </a:lnTo>
                    <a:lnTo>
                      <a:pt x="0" y="24098"/>
                    </a:lnTo>
                    <a:lnTo>
                      <a:pt x="90011" y="0"/>
                    </a:ln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700B7C0-EE61-3CEE-0D14-CF6AD14B0C58}"/>
                  </a:ext>
                </a:extLst>
              </p:cNvPr>
              <p:cNvSpPr/>
              <p:nvPr/>
            </p:nvSpPr>
            <p:spPr>
              <a:xfrm>
                <a:off x="5696648" y="1055617"/>
                <a:ext cx="20574" cy="84867"/>
              </a:xfrm>
              <a:custGeom>
                <a:avLst/>
                <a:gdLst>
                  <a:gd name="connsiteX0" fmla="*/ 20574 w 20574"/>
                  <a:gd name="connsiteY0" fmla="*/ 762 h 84867"/>
                  <a:gd name="connsiteX1" fmla="*/ 3715 w 20574"/>
                  <a:gd name="connsiteY1" fmla="*/ 84868 h 84867"/>
                  <a:gd name="connsiteX2" fmla="*/ 0 w 20574"/>
                  <a:gd name="connsiteY2" fmla="*/ 84106 h 84867"/>
                  <a:gd name="connsiteX3" fmla="*/ 16764 w 20574"/>
                  <a:gd name="connsiteY3" fmla="*/ 0 h 84867"/>
                  <a:gd name="connsiteX4" fmla="*/ 20574 w 20574"/>
                  <a:gd name="connsiteY4" fmla="*/ 762 h 8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74" h="84867">
                    <a:moveTo>
                      <a:pt x="20574" y="762"/>
                    </a:moveTo>
                    <a:lnTo>
                      <a:pt x="3715" y="84868"/>
                    </a:lnTo>
                    <a:lnTo>
                      <a:pt x="0" y="84106"/>
                    </a:lnTo>
                    <a:lnTo>
                      <a:pt x="16764" y="0"/>
                    </a:lnTo>
                    <a:lnTo>
                      <a:pt x="20574" y="762"/>
                    </a:ln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CE609EB7-0A0B-FD3A-05D1-2FBFCFFFC485}"/>
                  </a:ext>
                </a:extLst>
              </p:cNvPr>
              <p:cNvSpPr/>
              <p:nvPr/>
            </p:nvSpPr>
            <p:spPr>
              <a:xfrm>
                <a:off x="5608161" y="1023232"/>
                <a:ext cx="101346" cy="14573"/>
              </a:xfrm>
              <a:custGeom>
                <a:avLst/>
                <a:gdLst>
                  <a:gd name="connsiteX0" fmla="*/ 101346 w 101346"/>
                  <a:gd name="connsiteY0" fmla="*/ 10763 h 14573"/>
                  <a:gd name="connsiteX1" fmla="*/ 101251 w 101346"/>
                  <a:gd name="connsiteY1" fmla="*/ 14573 h 14573"/>
                  <a:gd name="connsiteX2" fmla="*/ 0 w 101346"/>
                  <a:gd name="connsiteY2" fmla="*/ 3810 h 14573"/>
                  <a:gd name="connsiteX3" fmla="*/ 95 w 101346"/>
                  <a:gd name="connsiteY3" fmla="*/ 0 h 14573"/>
                  <a:gd name="connsiteX4" fmla="*/ 101346 w 101346"/>
                  <a:gd name="connsiteY4" fmla="*/ 10763 h 14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346" h="14573">
                    <a:moveTo>
                      <a:pt x="101346" y="10763"/>
                    </a:moveTo>
                    <a:lnTo>
                      <a:pt x="101251" y="14573"/>
                    </a:lnTo>
                    <a:lnTo>
                      <a:pt x="0" y="3810"/>
                    </a:lnTo>
                    <a:lnTo>
                      <a:pt x="95" y="0"/>
                    </a:lnTo>
                    <a:lnTo>
                      <a:pt x="101346" y="10763"/>
                    </a:ln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586B12F-0D05-F5EB-55BE-95DE1ED539D6}"/>
                  </a:ext>
                </a:extLst>
              </p:cNvPr>
              <p:cNvSpPr/>
              <p:nvPr/>
            </p:nvSpPr>
            <p:spPr>
              <a:xfrm rot="21336000">
                <a:off x="5616918" y="1160117"/>
                <a:ext cx="58007" cy="3810"/>
              </a:xfrm>
              <a:custGeom>
                <a:avLst/>
                <a:gdLst>
                  <a:gd name="connsiteX0" fmla="*/ 0 w 58007"/>
                  <a:gd name="connsiteY0" fmla="*/ 0 h 3810"/>
                  <a:gd name="connsiteX1" fmla="*/ 58007 w 58007"/>
                  <a:gd name="connsiteY1" fmla="*/ 0 h 3810"/>
                  <a:gd name="connsiteX2" fmla="*/ 58007 w 58007"/>
                  <a:gd name="connsiteY2" fmla="*/ 3810 h 3810"/>
                  <a:gd name="connsiteX3" fmla="*/ 0 w 58007"/>
                  <a:gd name="connsiteY3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007" h="3810">
                    <a:moveTo>
                      <a:pt x="0" y="0"/>
                    </a:moveTo>
                    <a:lnTo>
                      <a:pt x="58007" y="0"/>
                    </a:lnTo>
                    <a:lnTo>
                      <a:pt x="58007" y="381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C5309F1A-077E-47AD-6D6E-606EBF33A3A7}"/>
                  </a:ext>
                </a:extLst>
              </p:cNvPr>
              <p:cNvSpPr/>
              <p:nvPr/>
            </p:nvSpPr>
            <p:spPr>
              <a:xfrm>
                <a:off x="5724366" y="919124"/>
                <a:ext cx="94297" cy="113633"/>
              </a:xfrm>
              <a:custGeom>
                <a:avLst/>
                <a:gdLst>
                  <a:gd name="connsiteX0" fmla="*/ 91440 w 94297"/>
                  <a:gd name="connsiteY0" fmla="*/ 0 h 113633"/>
                  <a:gd name="connsiteX1" fmla="*/ 94297 w 94297"/>
                  <a:gd name="connsiteY1" fmla="*/ 2572 h 113633"/>
                  <a:gd name="connsiteX2" fmla="*/ 2857 w 94297"/>
                  <a:gd name="connsiteY2" fmla="*/ 113633 h 113633"/>
                  <a:gd name="connsiteX3" fmla="*/ 0 w 94297"/>
                  <a:gd name="connsiteY3" fmla="*/ 111062 h 113633"/>
                  <a:gd name="connsiteX4" fmla="*/ 91440 w 94297"/>
                  <a:gd name="connsiteY4" fmla="*/ 0 h 11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297" h="113633">
                    <a:moveTo>
                      <a:pt x="91440" y="0"/>
                    </a:moveTo>
                    <a:lnTo>
                      <a:pt x="94297" y="2572"/>
                    </a:lnTo>
                    <a:lnTo>
                      <a:pt x="2857" y="113633"/>
                    </a:lnTo>
                    <a:lnTo>
                      <a:pt x="0" y="111062"/>
                    </a:lnTo>
                    <a:lnTo>
                      <a:pt x="91440" y="0"/>
                    </a:lnTo>
                    <a:close/>
                  </a:path>
                </a:pathLst>
              </a:custGeom>
              <a:solidFill>
                <a:srgbClr val="4C749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82132E97-4479-0B5A-659E-9D885E335258}"/>
                  </a:ext>
                </a:extLst>
              </p:cNvPr>
              <p:cNvSpPr/>
              <p:nvPr/>
            </p:nvSpPr>
            <p:spPr>
              <a:xfrm>
                <a:off x="5830787" y="1212678"/>
                <a:ext cx="65076" cy="65067"/>
              </a:xfrm>
              <a:custGeom>
                <a:avLst/>
                <a:gdLst>
                  <a:gd name="connsiteX0" fmla="*/ 3497 w 65076"/>
                  <a:gd name="connsiteY0" fmla="*/ 17722 h 65067"/>
                  <a:gd name="connsiteX1" fmla="*/ 47312 w 65076"/>
                  <a:gd name="connsiteY1" fmla="*/ 3530 h 65067"/>
                  <a:gd name="connsiteX2" fmla="*/ 61504 w 65076"/>
                  <a:gd name="connsiteY2" fmla="*/ 47345 h 65067"/>
                  <a:gd name="connsiteX3" fmla="*/ 17689 w 65076"/>
                  <a:gd name="connsiteY3" fmla="*/ 61537 h 65067"/>
                  <a:gd name="connsiteX4" fmla="*/ 3592 w 65076"/>
                  <a:gd name="connsiteY4" fmla="*/ 17722 h 65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076" h="65067">
                    <a:moveTo>
                      <a:pt x="3497" y="17722"/>
                    </a:moveTo>
                    <a:cubicBezTo>
                      <a:pt x="11688" y="1720"/>
                      <a:pt x="31310" y="-4566"/>
                      <a:pt x="47312" y="3530"/>
                    </a:cubicBezTo>
                    <a:cubicBezTo>
                      <a:pt x="63314" y="11722"/>
                      <a:pt x="69696" y="31343"/>
                      <a:pt x="61504" y="47345"/>
                    </a:cubicBezTo>
                    <a:cubicBezTo>
                      <a:pt x="53313" y="63347"/>
                      <a:pt x="33691" y="69634"/>
                      <a:pt x="17689" y="61537"/>
                    </a:cubicBezTo>
                    <a:cubicBezTo>
                      <a:pt x="1687" y="53346"/>
                      <a:pt x="-4599" y="33724"/>
                      <a:pt x="3592" y="17722"/>
                    </a:cubicBezTo>
                    <a:close/>
                  </a:path>
                </a:pathLst>
              </a:custGeom>
              <a:solidFill>
                <a:srgbClr val="F6C4C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FDEC7D82-A2A2-FCC8-108D-BDED68F7A9FB}"/>
                  </a:ext>
                </a:extLst>
              </p:cNvPr>
              <p:cNvSpPr/>
              <p:nvPr/>
            </p:nvSpPr>
            <p:spPr>
              <a:xfrm>
                <a:off x="5938545" y="1055960"/>
                <a:ext cx="56115" cy="56082"/>
              </a:xfrm>
              <a:custGeom>
                <a:avLst/>
                <a:gdLst>
                  <a:gd name="connsiteX0" fmla="*/ 3086 w 56115"/>
                  <a:gd name="connsiteY0" fmla="*/ 15278 h 56082"/>
                  <a:gd name="connsiteX1" fmla="*/ 40805 w 56115"/>
                  <a:gd name="connsiteY1" fmla="*/ 3086 h 56082"/>
                  <a:gd name="connsiteX2" fmla="*/ 53092 w 56115"/>
                  <a:gd name="connsiteY2" fmla="*/ 40805 h 56082"/>
                  <a:gd name="connsiteX3" fmla="*/ 15278 w 56115"/>
                  <a:gd name="connsiteY3" fmla="*/ 52997 h 56082"/>
                  <a:gd name="connsiteX4" fmla="*/ 3086 w 56115"/>
                  <a:gd name="connsiteY4" fmla="*/ 15278 h 5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115" h="56082">
                    <a:moveTo>
                      <a:pt x="3086" y="15278"/>
                    </a:moveTo>
                    <a:cubicBezTo>
                      <a:pt x="10134" y="1466"/>
                      <a:pt x="26993" y="-3963"/>
                      <a:pt x="40805" y="3086"/>
                    </a:cubicBezTo>
                    <a:cubicBezTo>
                      <a:pt x="54616" y="10134"/>
                      <a:pt x="60045" y="26993"/>
                      <a:pt x="53092" y="40805"/>
                    </a:cubicBezTo>
                    <a:cubicBezTo>
                      <a:pt x="46043" y="54616"/>
                      <a:pt x="29089" y="60045"/>
                      <a:pt x="15278" y="52997"/>
                    </a:cubicBezTo>
                    <a:cubicBezTo>
                      <a:pt x="1466" y="46043"/>
                      <a:pt x="-3963" y="29089"/>
                      <a:pt x="3086" y="15278"/>
                    </a:cubicBezTo>
                    <a:close/>
                  </a:path>
                </a:pathLst>
              </a:custGeom>
              <a:solidFill>
                <a:srgbClr val="FFE2B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47B8516F-823A-AE5F-0D25-B06BFB71002A}"/>
                  </a:ext>
                </a:extLst>
              </p:cNvPr>
              <p:cNvSpPr/>
              <p:nvPr/>
            </p:nvSpPr>
            <p:spPr>
              <a:xfrm>
                <a:off x="5559165" y="994429"/>
                <a:ext cx="56022" cy="56159"/>
              </a:xfrm>
              <a:custGeom>
                <a:avLst/>
                <a:gdLst>
                  <a:gd name="connsiteX0" fmla="*/ 2990 w 56022"/>
                  <a:gd name="connsiteY0" fmla="*/ 15278 h 56159"/>
                  <a:gd name="connsiteX1" fmla="*/ 40805 w 56022"/>
                  <a:gd name="connsiteY1" fmla="*/ 3086 h 56159"/>
                  <a:gd name="connsiteX2" fmla="*/ 52997 w 56022"/>
                  <a:gd name="connsiteY2" fmla="*/ 40900 h 56159"/>
                  <a:gd name="connsiteX3" fmla="*/ 15278 w 56022"/>
                  <a:gd name="connsiteY3" fmla="*/ 53092 h 56159"/>
                  <a:gd name="connsiteX4" fmla="*/ 3086 w 56022"/>
                  <a:gd name="connsiteY4" fmla="*/ 15373 h 56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022" h="56159">
                    <a:moveTo>
                      <a:pt x="2990" y="15278"/>
                    </a:moveTo>
                    <a:cubicBezTo>
                      <a:pt x="10039" y="1466"/>
                      <a:pt x="26898" y="-3963"/>
                      <a:pt x="40805" y="3086"/>
                    </a:cubicBezTo>
                    <a:cubicBezTo>
                      <a:pt x="54521" y="10134"/>
                      <a:pt x="59950" y="27089"/>
                      <a:pt x="52997" y="40900"/>
                    </a:cubicBezTo>
                    <a:cubicBezTo>
                      <a:pt x="45948" y="54616"/>
                      <a:pt x="29089" y="60140"/>
                      <a:pt x="15278" y="53092"/>
                    </a:cubicBezTo>
                    <a:cubicBezTo>
                      <a:pt x="1466" y="46043"/>
                      <a:pt x="-3963" y="29184"/>
                      <a:pt x="3086" y="15373"/>
                    </a:cubicBezTo>
                    <a:close/>
                  </a:path>
                </a:pathLst>
              </a:custGeom>
              <a:solidFill>
                <a:srgbClr val="FFE2B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13B7FB5F-63E2-D11B-B2F6-2E429A27CB01}"/>
                  </a:ext>
                </a:extLst>
              </p:cNvPr>
              <p:cNvSpPr/>
              <p:nvPr/>
            </p:nvSpPr>
            <p:spPr>
              <a:xfrm>
                <a:off x="5806417" y="886493"/>
                <a:ext cx="40781" cy="40745"/>
              </a:xfrm>
              <a:custGeom>
                <a:avLst/>
                <a:gdLst>
                  <a:gd name="connsiteX0" fmla="*/ 2245 w 40781"/>
                  <a:gd name="connsiteY0" fmla="*/ 11104 h 40745"/>
                  <a:gd name="connsiteX1" fmla="*/ 29677 w 40781"/>
                  <a:gd name="connsiteY1" fmla="*/ 2245 h 40745"/>
                  <a:gd name="connsiteX2" fmla="*/ 38536 w 40781"/>
                  <a:gd name="connsiteY2" fmla="*/ 29582 h 40745"/>
                  <a:gd name="connsiteX3" fmla="*/ 11104 w 40781"/>
                  <a:gd name="connsiteY3" fmla="*/ 38440 h 40745"/>
                  <a:gd name="connsiteX4" fmla="*/ 2245 w 40781"/>
                  <a:gd name="connsiteY4" fmla="*/ 11008 h 40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781" h="40745">
                    <a:moveTo>
                      <a:pt x="2245" y="11104"/>
                    </a:moveTo>
                    <a:cubicBezTo>
                      <a:pt x="7389" y="1102"/>
                      <a:pt x="19676" y="-2898"/>
                      <a:pt x="29677" y="2245"/>
                    </a:cubicBezTo>
                    <a:cubicBezTo>
                      <a:pt x="39679" y="7294"/>
                      <a:pt x="43679" y="19676"/>
                      <a:pt x="38536" y="29582"/>
                    </a:cubicBezTo>
                    <a:cubicBezTo>
                      <a:pt x="33392" y="39679"/>
                      <a:pt x="21105" y="43679"/>
                      <a:pt x="11104" y="38440"/>
                    </a:cubicBezTo>
                    <a:cubicBezTo>
                      <a:pt x="1102" y="33297"/>
                      <a:pt x="-2898" y="21010"/>
                      <a:pt x="2245" y="11008"/>
                    </a:cubicBezTo>
                    <a:close/>
                  </a:path>
                </a:pathLst>
              </a:custGeom>
              <a:solidFill>
                <a:srgbClr val="96D6E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063D90EA-103F-B9F5-EFD8-882A17E0BB47}"/>
                  </a:ext>
                </a:extLst>
              </p:cNvPr>
              <p:cNvSpPr/>
              <p:nvPr/>
            </p:nvSpPr>
            <p:spPr>
              <a:xfrm>
                <a:off x="5698308" y="1016700"/>
                <a:ext cx="40719" cy="40781"/>
              </a:xfrm>
              <a:custGeom>
                <a:avLst/>
                <a:gdLst>
                  <a:gd name="connsiteX0" fmla="*/ 2150 w 40719"/>
                  <a:gd name="connsiteY0" fmla="*/ 11104 h 40781"/>
                  <a:gd name="connsiteX1" fmla="*/ 29582 w 40719"/>
                  <a:gd name="connsiteY1" fmla="*/ 2245 h 40781"/>
                  <a:gd name="connsiteX2" fmla="*/ 38536 w 40719"/>
                  <a:gd name="connsiteY2" fmla="*/ 29677 h 40781"/>
                  <a:gd name="connsiteX3" fmla="*/ 11104 w 40719"/>
                  <a:gd name="connsiteY3" fmla="*/ 38536 h 40781"/>
                  <a:gd name="connsiteX4" fmla="*/ 2246 w 40719"/>
                  <a:gd name="connsiteY4" fmla="*/ 11104 h 4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719" h="40781">
                    <a:moveTo>
                      <a:pt x="2150" y="11104"/>
                    </a:moveTo>
                    <a:cubicBezTo>
                      <a:pt x="7294" y="1102"/>
                      <a:pt x="19581" y="-2898"/>
                      <a:pt x="29582" y="2245"/>
                    </a:cubicBezTo>
                    <a:cubicBezTo>
                      <a:pt x="39584" y="7389"/>
                      <a:pt x="43584" y="19676"/>
                      <a:pt x="38536" y="29677"/>
                    </a:cubicBezTo>
                    <a:cubicBezTo>
                      <a:pt x="33392" y="39679"/>
                      <a:pt x="21105" y="43679"/>
                      <a:pt x="11104" y="38536"/>
                    </a:cubicBezTo>
                    <a:cubicBezTo>
                      <a:pt x="1102" y="33392"/>
                      <a:pt x="-2898" y="21200"/>
                      <a:pt x="2246" y="11104"/>
                    </a:cubicBezTo>
                    <a:close/>
                  </a:path>
                </a:pathLst>
              </a:custGeom>
              <a:solidFill>
                <a:srgbClr val="F6C4C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4E12E12C-0F11-7F62-335D-DB004919FC62}"/>
                  </a:ext>
                </a:extLst>
              </p:cNvPr>
              <p:cNvSpPr/>
              <p:nvPr/>
            </p:nvSpPr>
            <p:spPr>
              <a:xfrm>
                <a:off x="5817180" y="1099472"/>
                <a:ext cx="40781" cy="40834"/>
              </a:xfrm>
              <a:custGeom>
                <a:avLst/>
                <a:gdLst>
                  <a:gd name="connsiteX0" fmla="*/ 2245 w 40781"/>
                  <a:gd name="connsiteY0" fmla="*/ 11104 h 40834"/>
                  <a:gd name="connsiteX1" fmla="*/ 29677 w 40781"/>
                  <a:gd name="connsiteY1" fmla="*/ 2245 h 40834"/>
                  <a:gd name="connsiteX2" fmla="*/ 38536 w 40781"/>
                  <a:gd name="connsiteY2" fmla="*/ 29773 h 40834"/>
                  <a:gd name="connsiteX3" fmla="*/ 11104 w 40781"/>
                  <a:gd name="connsiteY3" fmla="*/ 38631 h 40834"/>
                  <a:gd name="connsiteX4" fmla="*/ 2245 w 40781"/>
                  <a:gd name="connsiteY4" fmla="*/ 11199 h 40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781" h="40834">
                    <a:moveTo>
                      <a:pt x="2245" y="11104"/>
                    </a:moveTo>
                    <a:cubicBezTo>
                      <a:pt x="7294" y="1102"/>
                      <a:pt x="19676" y="-2898"/>
                      <a:pt x="29677" y="2245"/>
                    </a:cubicBezTo>
                    <a:cubicBezTo>
                      <a:pt x="39679" y="7389"/>
                      <a:pt x="43679" y="19676"/>
                      <a:pt x="38536" y="29773"/>
                    </a:cubicBezTo>
                    <a:cubicBezTo>
                      <a:pt x="33392" y="39774"/>
                      <a:pt x="21200" y="43679"/>
                      <a:pt x="11104" y="38631"/>
                    </a:cubicBezTo>
                    <a:cubicBezTo>
                      <a:pt x="1102" y="33487"/>
                      <a:pt x="-2898" y="21200"/>
                      <a:pt x="2245" y="11199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CA896DE5-22C6-7793-AD62-BF58813D1BD7}"/>
                  </a:ext>
                </a:extLst>
              </p:cNvPr>
              <p:cNvSpPr/>
              <p:nvPr/>
            </p:nvSpPr>
            <p:spPr>
              <a:xfrm>
                <a:off x="5579055" y="1145097"/>
                <a:ext cx="40739" cy="40685"/>
              </a:xfrm>
              <a:custGeom>
                <a:avLst/>
                <a:gdLst>
                  <a:gd name="connsiteX0" fmla="*/ 2150 w 40739"/>
                  <a:gd name="connsiteY0" fmla="*/ 11104 h 40685"/>
                  <a:gd name="connsiteX1" fmla="*/ 29677 w 40739"/>
                  <a:gd name="connsiteY1" fmla="*/ 2245 h 40685"/>
                  <a:gd name="connsiteX2" fmla="*/ 38536 w 40739"/>
                  <a:gd name="connsiteY2" fmla="*/ 29582 h 40685"/>
                  <a:gd name="connsiteX3" fmla="*/ 11104 w 40739"/>
                  <a:gd name="connsiteY3" fmla="*/ 38440 h 40685"/>
                  <a:gd name="connsiteX4" fmla="*/ 2245 w 40739"/>
                  <a:gd name="connsiteY4" fmla="*/ 11008 h 4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739" h="40685">
                    <a:moveTo>
                      <a:pt x="2150" y="11104"/>
                    </a:moveTo>
                    <a:cubicBezTo>
                      <a:pt x="7294" y="1102"/>
                      <a:pt x="19581" y="-2898"/>
                      <a:pt x="29677" y="2245"/>
                    </a:cubicBezTo>
                    <a:cubicBezTo>
                      <a:pt x="39679" y="7294"/>
                      <a:pt x="43584" y="19581"/>
                      <a:pt x="38536" y="29582"/>
                    </a:cubicBezTo>
                    <a:cubicBezTo>
                      <a:pt x="33392" y="39583"/>
                      <a:pt x="21105" y="43584"/>
                      <a:pt x="11104" y="38440"/>
                    </a:cubicBezTo>
                    <a:cubicBezTo>
                      <a:pt x="1102" y="33297"/>
                      <a:pt x="-2898" y="21010"/>
                      <a:pt x="2245" y="11008"/>
                    </a:cubicBezTo>
                    <a:close/>
                  </a:path>
                </a:pathLst>
              </a:custGeom>
              <a:solidFill>
                <a:srgbClr val="9BC5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56C4C39B-D100-4309-B2B4-C95D988E875A}"/>
                  </a:ext>
                </a:extLst>
              </p:cNvPr>
              <p:cNvSpPr/>
              <p:nvPr/>
            </p:nvSpPr>
            <p:spPr>
              <a:xfrm>
                <a:off x="5669575" y="1133414"/>
                <a:ext cx="51159" cy="51064"/>
              </a:xfrm>
              <a:custGeom>
                <a:avLst/>
                <a:gdLst>
                  <a:gd name="connsiteX0" fmla="*/ 2879 w 51159"/>
                  <a:gd name="connsiteY0" fmla="*/ 13928 h 51064"/>
                  <a:gd name="connsiteX1" fmla="*/ 37264 w 51159"/>
                  <a:gd name="connsiteY1" fmla="*/ 2784 h 51064"/>
                  <a:gd name="connsiteX2" fmla="*/ 48314 w 51159"/>
                  <a:gd name="connsiteY2" fmla="*/ 37169 h 51064"/>
                  <a:gd name="connsiteX3" fmla="*/ 13928 w 51159"/>
                  <a:gd name="connsiteY3" fmla="*/ 48218 h 51064"/>
                  <a:gd name="connsiteX4" fmla="*/ 2784 w 51159"/>
                  <a:gd name="connsiteY4" fmla="*/ 13833 h 51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159" h="51064">
                    <a:moveTo>
                      <a:pt x="2879" y="13928"/>
                    </a:moveTo>
                    <a:cubicBezTo>
                      <a:pt x="9356" y="1355"/>
                      <a:pt x="24692" y="-3598"/>
                      <a:pt x="37264" y="2784"/>
                    </a:cubicBezTo>
                    <a:cubicBezTo>
                      <a:pt x="49838" y="9261"/>
                      <a:pt x="54791" y="24596"/>
                      <a:pt x="48314" y="37169"/>
                    </a:cubicBezTo>
                    <a:cubicBezTo>
                      <a:pt x="41837" y="49742"/>
                      <a:pt x="26501" y="54695"/>
                      <a:pt x="13928" y="48218"/>
                    </a:cubicBezTo>
                    <a:cubicBezTo>
                      <a:pt x="1355" y="41837"/>
                      <a:pt x="-3598" y="26406"/>
                      <a:pt x="2784" y="13833"/>
                    </a:cubicBezTo>
                    <a:close/>
                  </a:path>
                </a:pathLst>
              </a:custGeom>
              <a:solidFill>
                <a:srgbClr val="96D6E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pic>
          <p:nvPicPr>
            <p:cNvPr id="199" name="Graphic 198">
              <a:extLst>
                <a:ext uri="{FF2B5EF4-FFF2-40B4-BE49-F238E27FC236}">
                  <a16:creationId xmlns:a16="http://schemas.microsoft.com/office/drawing/2014/main" id="{7CCC30A1-EFBD-8395-1C29-0F6F1DB6E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73307" y="948501"/>
              <a:ext cx="438150" cy="647700"/>
            </a:xfrm>
            <a:prstGeom prst="rect">
              <a:avLst/>
            </a:prstGeom>
          </p:spPr>
        </p:pic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469B9624-6F06-809C-65E2-D5037B9C290A}"/>
                </a:ext>
              </a:extLst>
            </p:cNvPr>
            <p:cNvGrpSpPr/>
            <p:nvPr/>
          </p:nvGrpSpPr>
          <p:grpSpPr>
            <a:xfrm>
              <a:off x="5016222" y="1239176"/>
              <a:ext cx="1824543" cy="1396269"/>
              <a:chOff x="5077832" y="1025631"/>
              <a:chExt cx="1666518" cy="1275336"/>
            </a:xfrm>
            <a:effectLst>
              <a:outerShdw blurRad="50800" dist="50800" dir="5400000" algn="t" rotWithShape="0">
                <a:srgbClr val="485364">
                  <a:alpha val="43000"/>
                </a:srgbClr>
              </a:outerShdw>
            </a:effectLst>
          </p:grpSpPr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51FD437F-954B-7901-FA8A-E2DC2DBAF5DB}"/>
                  </a:ext>
                </a:extLst>
              </p:cNvPr>
              <p:cNvSpPr/>
              <p:nvPr/>
            </p:nvSpPr>
            <p:spPr>
              <a:xfrm>
                <a:off x="5077832" y="1409720"/>
                <a:ext cx="255443" cy="255442"/>
              </a:xfrm>
              <a:custGeom>
                <a:avLst/>
                <a:gdLst>
                  <a:gd name="connsiteX0" fmla="*/ 139 w 255443"/>
                  <a:gd name="connsiteY0" fmla="*/ 121783 h 255442"/>
                  <a:gd name="connsiteX1" fmla="*/ 121783 w 255443"/>
                  <a:gd name="connsiteY1" fmla="*/ 255304 h 255442"/>
                  <a:gd name="connsiteX2" fmla="*/ 255305 w 255443"/>
                  <a:gd name="connsiteY2" fmla="*/ 133660 h 255442"/>
                  <a:gd name="connsiteX3" fmla="*/ 133660 w 255443"/>
                  <a:gd name="connsiteY3" fmla="*/ 139 h 255442"/>
                  <a:gd name="connsiteX4" fmla="*/ 139 w 255443"/>
                  <a:gd name="connsiteY4" fmla="*/ 121783 h 25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443" h="255442">
                    <a:moveTo>
                      <a:pt x="139" y="121783"/>
                    </a:moveTo>
                    <a:cubicBezTo>
                      <a:pt x="-3118" y="192279"/>
                      <a:pt x="51287" y="252047"/>
                      <a:pt x="121783" y="255304"/>
                    </a:cubicBezTo>
                    <a:cubicBezTo>
                      <a:pt x="192280" y="258561"/>
                      <a:pt x="252048" y="204156"/>
                      <a:pt x="255305" y="133660"/>
                    </a:cubicBezTo>
                    <a:cubicBezTo>
                      <a:pt x="258561" y="63164"/>
                      <a:pt x="204157" y="3396"/>
                      <a:pt x="133660" y="139"/>
                    </a:cubicBezTo>
                    <a:cubicBezTo>
                      <a:pt x="63356" y="-3118"/>
                      <a:pt x="3587" y="51287"/>
                      <a:pt x="139" y="121783"/>
                    </a:cubicBezTo>
                    <a:close/>
                  </a:path>
                </a:pathLst>
              </a:custGeom>
              <a:solidFill>
                <a:srgbClr val="DDF6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DFBAB97A-634C-2DEC-3C38-2ACCF4B992FD}"/>
                  </a:ext>
                </a:extLst>
              </p:cNvPr>
              <p:cNvSpPr/>
              <p:nvPr/>
            </p:nvSpPr>
            <p:spPr>
              <a:xfrm>
                <a:off x="5223091" y="1433909"/>
                <a:ext cx="79488" cy="79394"/>
              </a:xfrm>
              <a:custGeom>
                <a:avLst/>
                <a:gdLst>
                  <a:gd name="connsiteX0" fmla="*/ 59855 w 79488"/>
                  <a:gd name="connsiteY0" fmla="*/ 79395 h 79394"/>
                  <a:gd name="connsiteX1" fmla="*/ 42614 w 79488"/>
                  <a:gd name="connsiteY1" fmla="*/ 69433 h 79394"/>
                  <a:gd name="connsiteX2" fmla="*/ 10048 w 79488"/>
                  <a:gd name="connsiteY2" fmla="*/ 37059 h 79394"/>
                  <a:gd name="connsiteX3" fmla="*/ 2577 w 79488"/>
                  <a:gd name="connsiteY3" fmla="*/ 10048 h 79394"/>
                  <a:gd name="connsiteX4" fmla="*/ 29588 w 79488"/>
                  <a:gd name="connsiteY4" fmla="*/ 2577 h 79394"/>
                  <a:gd name="connsiteX5" fmla="*/ 76905 w 79488"/>
                  <a:gd name="connsiteY5" fmla="*/ 49702 h 79394"/>
                  <a:gd name="connsiteX6" fmla="*/ 69625 w 79488"/>
                  <a:gd name="connsiteY6" fmla="*/ 76713 h 79394"/>
                  <a:gd name="connsiteX7" fmla="*/ 59855 w 79488"/>
                  <a:gd name="connsiteY7" fmla="*/ 79395 h 79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488" h="79394">
                    <a:moveTo>
                      <a:pt x="59855" y="79395"/>
                    </a:moveTo>
                    <a:cubicBezTo>
                      <a:pt x="52959" y="79395"/>
                      <a:pt x="46446" y="75755"/>
                      <a:pt x="42614" y="69433"/>
                    </a:cubicBezTo>
                    <a:cubicBezTo>
                      <a:pt x="34760" y="55832"/>
                      <a:pt x="23649" y="44721"/>
                      <a:pt x="10048" y="37059"/>
                    </a:cubicBezTo>
                    <a:cubicBezTo>
                      <a:pt x="470" y="31695"/>
                      <a:pt x="-2787" y="19626"/>
                      <a:pt x="2577" y="10048"/>
                    </a:cubicBezTo>
                    <a:cubicBezTo>
                      <a:pt x="7941" y="470"/>
                      <a:pt x="20010" y="-2787"/>
                      <a:pt x="29588" y="2577"/>
                    </a:cubicBezTo>
                    <a:cubicBezTo>
                      <a:pt x="49319" y="13688"/>
                      <a:pt x="65602" y="29971"/>
                      <a:pt x="76905" y="49702"/>
                    </a:cubicBezTo>
                    <a:cubicBezTo>
                      <a:pt x="82269" y="59089"/>
                      <a:pt x="79012" y="71349"/>
                      <a:pt x="69625" y="76713"/>
                    </a:cubicBezTo>
                    <a:cubicBezTo>
                      <a:pt x="66560" y="78437"/>
                      <a:pt x="63112" y="79395"/>
                      <a:pt x="59855" y="79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75E8283A-5179-5ABC-F2CA-1E54235EEA81}"/>
                  </a:ext>
                </a:extLst>
              </p:cNvPr>
              <p:cNvSpPr/>
              <p:nvPr/>
            </p:nvSpPr>
            <p:spPr>
              <a:xfrm>
                <a:off x="5785476" y="1801854"/>
                <a:ext cx="255443" cy="255442"/>
              </a:xfrm>
              <a:custGeom>
                <a:avLst/>
                <a:gdLst>
                  <a:gd name="connsiteX0" fmla="*/ 139 w 255443"/>
                  <a:gd name="connsiteY0" fmla="*/ 121783 h 255442"/>
                  <a:gd name="connsiteX1" fmla="*/ 121783 w 255443"/>
                  <a:gd name="connsiteY1" fmla="*/ 255304 h 255442"/>
                  <a:gd name="connsiteX2" fmla="*/ 255305 w 255443"/>
                  <a:gd name="connsiteY2" fmla="*/ 133660 h 255442"/>
                  <a:gd name="connsiteX3" fmla="*/ 133660 w 255443"/>
                  <a:gd name="connsiteY3" fmla="*/ 139 h 255442"/>
                  <a:gd name="connsiteX4" fmla="*/ 139 w 255443"/>
                  <a:gd name="connsiteY4" fmla="*/ 121783 h 25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443" h="255442">
                    <a:moveTo>
                      <a:pt x="139" y="121783"/>
                    </a:moveTo>
                    <a:cubicBezTo>
                      <a:pt x="-3118" y="192279"/>
                      <a:pt x="51287" y="252047"/>
                      <a:pt x="121783" y="255304"/>
                    </a:cubicBezTo>
                    <a:cubicBezTo>
                      <a:pt x="192280" y="258561"/>
                      <a:pt x="252048" y="204156"/>
                      <a:pt x="255305" y="133660"/>
                    </a:cubicBezTo>
                    <a:cubicBezTo>
                      <a:pt x="258561" y="63164"/>
                      <a:pt x="204157" y="3396"/>
                      <a:pt x="133660" y="139"/>
                    </a:cubicBezTo>
                    <a:cubicBezTo>
                      <a:pt x="63164" y="-3118"/>
                      <a:pt x="3396" y="51287"/>
                      <a:pt x="139" y="121783"/>
                    </a:cubicBezTo>
                    <a:close/>
                  </a:path>
                </a:pathLst>
              </a:custGeom>
              <a:solidFill>
                <a:srgbClr val="459FED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57A16B5C-9BE5-49E4-936C-CFECEE0E8AD0}"/>
                  </a:ext>
                </a:extLst>
              </p:cNvPr>
              <p:cNvSpPr/>
              <p:nvPr/>
            </p:nvSpPr>
            <p:spPr>
              <a:xfrm>
                <a:off x="5666452" y="1783892"/>
                <a:ext cx="239475" cy="153729"/>
              </a:xfrm>
              <a:custGeom>
                <a:avLst/>
                <a:gdLst>
                  <a:gd name="connsiteX0" fmla="*/ 213605 w 239475"/>
                  <a:gd name="connsiteY0" fmla="*/ 153729 h 153729"/>
                  <a:gd name="connsiteX1" fmla="*/ 201153 w 239475"/>
                  <a:gd name="connsiteY1" fmla="*/ 150664 h 153729"/>
                  <a:gd name="connsiteX2" fmla="*/ 13610 w 239475"/>
                  <a:gd name="connsiteY2" fmla="*/ 48943 h 153729"/>
                  <a:gd name="connsiteX3" fmla="*/ 3074 w 239475"/>
                  <a:gd name="connsiteY3" fmla="*/ 13695 h 153729"/>
                  <a:gd name="connsiteX4" fmla="*/ 38322 w 239475"/>
                  <a:gd name="connsiteY4" fmla="*/ 3159 h 153729"/>
                  <a:gd name="connsiteX5" fmla="*/ 225865 w 239475"/>
                  <a:gd name="connsiteY5" fmla="*/ 104880 h 153729"/>
                  <a:gd name="connsiteX6" fmla="*/ 236401 w 239475"/>
                  <a:gd name="connsiteY6" fmla="*/ 140128 h 153729"/>
                  <a:gd name="connsiteX7" fmla="*/ 213413 w 239475"/>
                  <a:gd name="connsiteY7" fmla="*/ 153729 h 153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75" h="153729">
                    <a:moveTo>
                      <a:pt x="213605" y="153729"/>
                    </a:moveTo>
                    <a:cubicBezTo>
                      <a:pt x="209391" y="153729"/>
                      <a:pt x="205176" y="152771"/>
                      <a:pt x="201153" y="150664"/>
                    </a:cubicBezTo>
                    <a:lnTo>
                      <a:pt x="13610" y="48943"/>
                    </a:lnTo>
                    <a:cubicBezTo>
                      <a:pt x="967" y="42047"/>
                      <a:pt x="-3631" y="26338"/>
                      <a:pt x="3074" y="13695"/>
                    </a:cubicBezTo>
                    <a:cubicBezTo>
                      <a:pt x="9970" y="1052"/>
                      <a:pt x="25679" y="-3738"/>
                      <a:pt x="38322" y="3159"/>
                    </a:cubicBezTo>
                    <a:lnTo>
                      <a:pt x="225865" y="104880"/>
                    </a:lnTo>
                    <a:cubicBezTo>
                      <a:pt x="238509" y="111776"/>
                      <a:pt x="243106" y="127485"/>
                      <a:pt x="236401" y="140128"/>
                    </a:cubicBezTo>
                    <a:cubicBezTo>
                      <a:pt x="231612" y="148749"/>
                      <a:pt x="222800" y="153729"/>
                      <a:pt x="213413" y="153729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AB051915-46D7-0AE0-C93C-C24C004B0898}"/>
                  </a:ext>
                </a:extLst>
              </p:cNvPr>
              <p:cNvSpPr/>
              <p:nvPr/>
            </p:nvSpPr>
            <p:spPr>
              <a:xfrm>
                <a:off x="5831726" y="1859598"/>
                <a:ext cx="107581" cy="107580"/>
              </a:xfrm>
              <a:custGeom>
                <a:avLst/>
                <a:gdLst>
                  <a:gd name="connsiteX0" fmla="*/ 56 w 107581"/>
                  <a:gd name="connsiteY0" fmla="*/ 51204 h 107580"/>
                  <a:gd name="connsiteX1" fmla="*/ 51204 w 107581"/>
                  <a:gd name="connsiteY1" fmla="*/ 107524 h 107580"/>
                  <a:gd name="connsiteX2" fmla="*/ 107525 w 107581"/>
                  <a:gd name="connsiteY2" fmla="*/ 56376 h 107580"/>
                  <a:gd name="connsiteX3" fmla="*/ 56377 w 107581"/>
                  <a:gd name="connsiteY3" fmla="*/ 56 h 107580"/>
                  <a:gd name="connsiteX4" fmla="*/ 56 w 107581"/>
                  <a:gd name="connsiteY4" fmla="*/ 51204 h 10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581" h="107580">
                    <a:moveTo>
                      <a:pt x="56" y="51204"/>
                    </a:moveTo>
                    <a:cubicBezTo>
                      <a:pt x="-1285" y="80897"/>
                      <a:pt x="21512" y="105992"/>
                      <a:pt x="51204" y="107524"/>
                    </a:cubicBezTo>
                    <a:cubicBezTo>
                      <a:pt x="80897" y="108865"/>
                      <a:pt x="105992" y="86069"/>
                      <a:pt x="107525" y="56376"/>
                    </a:cubicBezTo>
                    <a:cubicBezTo>
                      <a:pt x="108866" y="26684"/>
                      <a:pt x="86069" y="1589"/>
                      <a:pt x="56377" y="56"/>
                    </a:cubicBezTo>
                    <a:cubicBezTo>
                      <a:pt x="26684" y="-1285"/>
                      <a:pt x="1589" y="21512"/>
                      <a:pt x="56" y="51204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74B42B59-2F4E-DB1B-6D7D-B1A17AE66C18}"/>
                  </a:ext>
                </a:extLst>
              </p:cNvPr>
              <p:cNvSpPr/>
              <p:nvPr/>
            </p:nvSpPr>
            <p:spPr>
              <a:xfrm>
                <a:off x="5199750" y="1458268"/>
                <a:ext cx="107581" cy="107580"/>
              </a:xfrm>
              <a:custGeom>
                <a:avLst/>
                <a:gdLst>
                  <a:gd name="connsiteX0" fmla="*/ 56 w 107581"/>
                  <a:gd name="connsiteY0" fmla="*/ 51204 h 107580"/>
                  <a:gd name="connsiteX1" fmla="*/ 51204 w 107581"/>
                  <a:gd name="connsiteY1" fmla="*/ 107524 h 107580"/>
                  <a:gd name="connsiteX2" fmla="*/ 107525 w 107581"/>
                  <a:gd name="connsiteY2" fmla="*/ 56376 h 107580"/>
                  <a:gd name="connsiteX3" fmla="*/ 56377 w 107581"/>
                  <a:gd name="connsiteY3" fmla="*/ 56 h 107580"/>
                  <a:gd name="connsiteX4" fmla="*/ 56 w 107581"/>
                  <a:gd name="connsiteY4" fmla="*/ 51204 h 10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581" h="107580">
                    <a:moveTo>
                      <a:pt x="56" y="51204"/>
                    </a:moveTo>
                    <a:cubicBezTo>
                      <a:pt x="-1285" y="80897"/>
                      <a:pt x="21512" y="105992"/>
                      <a:pt x="51204" y="107524"/>
                    </a:cubicBezTo>
                    <a:cubicBezTo>
                      <a:pt x="80897" y="108865"/>
                      <a:pt x="105992" y="86069"/>
                      <a:pt x="107525" y="56376"/>
                    </a:cubicBezTo>
                    <a:cubicBezTo>
                      <a:pt x="108866" y="26684"/>
                      <a:pt x="86069" y="1589"/>
                      <a:pt x="56377" y="56"/>
                    </a:cubicBezTo>
                    <a:cubicBezTo>
                      <a:pt x="26684" y="-1285"/>
                      <a:pt x="1589" y="21512"/>
                      <a:pt x="56" y="51204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7FD0160B-7166-5EF5-7AAC-3199713C5798}"/>
                  </a:ext>
                </a:extLst>
              </p:cNvPr>
              <p:cNvSpPr/>
              <p:nvPr/>
            </p:nvSpPr>
            <p:spPr>
              <a:xfrm>
                <a:off x="5242398" y="1323036"/>
                <a:ext cx="380513" cy="210191"/>
              </a:xfrm>
              <a:custGeom>
                <a:avLst/>
                <a:gdLst>
                  <a:gd name="connsiteX0" fmla="*/ 25989 w 380513"/>
                  <a:gd name="connsiteY0" fmla="*/ 210191 h 210191"/>
                  <a:gd name="connsiteX1" fmla="*/ 2618 w 380513"/>
                  <a:gd name="connsiteY1" fmla="*/ 195441 h 210191"/>
                  <a:gd name="connsiteX2" fmla="*/ 14686 w 380513"/>
                  <a:gd name="connsiteY2" fmla="*/ 160767 h 210191"/>
                  <a:gd name="connsiteX3" fmla="*/ 343222 w 380513"/>
                  <a:gd name="connsiteY3" fmla="*/ 2534 h 210191"/>
                  <a:gd name="connsiteX4" fmla="*/ 377895 w 380513"/>
                  <a:gd name="connsiteY4" fmla="*/ 14603 h 210191"/>
                  <a:gd name="connsiteX5" fmla="*/ 365827 w 380513"/>
                  <a:gd name="connsiteY5" fmla="*/ 49276 h 210191"/>
                  <a:gd name="connsiteX6" fmla="*/ 37291 w 380513"/>
                  <a:gd name="connsiteY6" fmla="*/ 207509 h 210191"/>
                  <a:gd name="connsiteX7" fmla="*/ 25989 w 380513"/>
                  <a:gd name="connsiteY7" fmla="*/ 210000 h 21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0513" h="210191">
                    <a:moveTo>
                      <a:pt x="25989" y="210191"/>
                    </a:moveTo>
                    <a:cubicBezTo>
                      <a:pt x="16219" y="210191"/>
                      <a:pt x="7024" y="204827"/>
                      <a:pt x="2618" y="195441"/>
                    </a:cubicBezTo>
                    <a:cubicBezTo>
                      <a:pt x="-3704" y="182414"/>
                      <a:pt x="1851" y="166897"/>
                      <a:pt x="14686" y="160767"/>
                    </a:cubicBezTo>
                    <a:lnTo>
                      <a:pt x="343222" y="2534"/>
                    </a:lnTo>
                    <a:cubicBezTo>
                      <a:pt x="356249" y="-3596"/>
                      <a:pt x="371765" y="1768"/>
                      <a:pt x="377895" y="14603"/>
                    </a:cubicBezTo>
                    <a:cubicBezTo>
                      <a:pt x="384217" y="27629"/>
                      <a:pt x="378662" y="43146"/>
                      <a:pt x="365827" y="49276"/>
                    </a:cubicBezTo>
                    <a:lnTo>
                      <a:pt x="37291" y="207509"/>
                    </a:lnTo>
                    <a:cubicBezTo>
                      <a:pt x="33651" y="209233"/>
                      <a:pt x="29820" y="210000"/>
                      <a:pt x="25989" y="210000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E9CCF57A-D99F-6E32-78E3-EF42C1F32F15}"/>
                  </a:ext>
                </a:extLst>
              </p:cNvPr>
              <p:cNvSpPr/>
              <p:nvPr/>
            </p:nvSpPr>
            <p:spPr>
              <a:xfrm>
                <a:off x="5412620" y="1164639"/>
                <a:ext cx="368605" cy="368604"/>
              </a:xfrm>
              <a:custGeom>
                <a:avLst/>
                <a:gdLst>
                  <a:gd name="connsiteX0" fmla="*/ 208 w 368605"/>
                  <a:gd name="connsiteY0" fmla="*/ 175682 h 368604"/>
                  <a:gd name="connsiteX1" fmla="*/ 175682 w 368605"/>
                  <a:gd name="connsiteY1" fmla="*/ 368397 h 368604"/>
                  <a:gd name="connsiteX2" fmla="*/ 368398 w 368605"/>
                  <a:gd name="connsiteY2" fmla="*/ 192923 h 368604"/>
                  <a:gd name="connsiteX3" fmla="*/ 192923 w 368605"/>
                  <a:gd name="connsiteY3" fmla="*/ 208 h 368604"/>
                  <a:gd name="connsiteX4" fmla="*/ 208 w 368605"/>
                  <a:gd name="connsiteY4" fmla="*/ 175682 h 36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8605" h="368604">
                    <a:moveTo>
                      <a:pt x="208" y="175682"/>
                    </a:moveTo>
                    <a:cubicBezTo>
                      <a:pt x="-4581" y="277403"/>
                      <a:pt x="73961" y="363607"/>
                      <a:pt x="175682" y="368397"/>
                    </a:cubicBezTo>
                    <a:cubicBezTo>
                      <a:pt x="277404" y="373186"/>
                      <a:pt x="363609" y="294644"/>
                      <a:pt x="368398" y="192923"/>
                    </a:cubicBezTo>
                    <a:cubicBezTo>
                      <a:pt x="373187" y="91201"/>
                      <a:pt x="294645" y="4997"/>
                      <a:pt x="192923" y="208"/>
                    </a:cubicBezTo>
                    <a:cubicBezTo>
                      <a:pt x="91202" y="-4581"/>
                      <a:pt x="4997" y="73961"/>
                      <a:pt x="208" y="175682"/>
                    </a:cubicBezTo>
                    <a:close/>
                  </a:path>
                </a:pathLst>
              </a:custGeom>
              <a:solidFill>
                <a:srgbClr val="17B28A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32DB870-A838-FAAF-A3A9-75A27E1B6B7D}"/>
                  </a:ext>
                </a:extLst>
              </p:cNvPr>
              <p:cNvSpPr/>
              <p:nvPr/>
            </p:nvSpPr>
            <p:spPr>
              <a:xfrm>
                <a:off x="5591408" y="1421968"/>
                <a:ext cx="127119" cy="414123"/>
              </a:xfrm>
              <a:custGeom>
                <a:avLst/>
                <a:gdLst>
                  <a:gd name="connsiteX0" fmla="*/ 101106 w 127119"/>
                  <a:gd name="connsiteY0" fmla="*/ 414124 h 414123"/>
                  <a:gd name="connsiteX1" fmla="*/ 75628 w 127119"/>
                  <a:gd name="connsiteY1" fmla="*/ 393435 h 414123"/>
                  <a:gd name="connsiteX2" fmla="*/ 534 w 127119"/>
                  <a:gd name="connsiteY2" fmla="*/ 31376 h 414123"/>
                  <a:gd name="connsiteX3" fmla="*/ 20649 w 127119"/>
                  <a:gd name="connsiteY3" fmla="*/ 534 h 414123"/>
                  <a:gd name="connsiteX4" fmla="*/ 51491 w 127119"/>
                  <a:gd name="connsiteY4" fmla="*/ 20649 h 414123"/>
                  <a:gd name="connsiteX5" fmla="*/ 126585 w 127119"/>
                  <a:gd name="connsiteY5" fmla="*/ 382707 h 414123"/>
                  <a:gd name="connsiteX6" fmla="*/ 106470 w 127119"/>
                  <a:gd name="connsiteY6" fmla="*/ 413549 h 414123"/>
                  <a:gd name="connsiteX7" fmla="*/ 101106 w 127119"/>
                  <a:gd name="connsiteY7" fmla="*/ 414124 h 41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7119" h="414123">
                    <a:moveTo>
                      <a:pt x="101106" y="414124"/>
                    </a:moveTo>
                    <a:cubicBezTo>
                      <a:pt x="89038" y="414124"/>
                      <a:pt x="78119" y="405695"/>
                      <a:pt x="75628" y="393435"/>
                    </a:cubicBezTo>
                    <a:lnTo>
                      <a:pt x="534" y="31376"/>
                    </a:lnTo>
                    <a:cubicBezTo>
                      <a:pt x="-2339" y="17392"/>
                      <a:pt x="6664" y="3599"/>
                      <a:pt x="20649" y="534"/>
                    </a:cubicBezTo>
                    <a:cubicBezTo>
                      <a:pt x="34633" y="-2339"/>
                      <a:pt x="48426" y="6664"/>
                      <a:pt x="51491" y="20649"/>
                    </a:cubicBezTo>
                    <a:lnTo>
                      <a:pt x="126585" y="382707"/>
                    </a:lnTo>
                    <a:cubicBezTo>
                      <a:pt x="129458" y="396692"/>
                      <a:pt x="120455" y="410484"/>
                      <a:pt x="106470" y="413549"/>
                    </a:cubicBezTo>
                    <a:cubicBezTo>
                      <a:pt x="104746" y="413932"/>
                      <a:pt x="102830" y="414124"/>
                      <a:pt x="101106" y="414124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5558B246-5F39-44E9-9CD2-7FDC489C589B}"/>
                  </a:ext>
                </a:extLst>
              </p:cNvPr>
              <p:cNvSpPr/>
              <p:nvPr/>
            </p:nvSpPr>
            <p:spPr>
              <a:xfrm>
                <a:off x="6327608" y="1390180"/>
                <a:ext cx="255443" cy="255442"/>
              </a:xfrm>
              <a:custGeom>
                <a:avLst/>
                <a:gdLst>
                  <a:gd name="connsiteX0" fmla="*/ 139 w 255443"/>
                  <a:gd name="connsiteY0" fmla="*/ 121783 h 255442"/>
                  <a:gd name="connsiteX1" fmla="*/ 121783 w 255443"/>
                  <a:gd name="connsiteY1" fmla="*/ 255304 h 255442"/>
                  <a:gd name="connsiteX2" fmla="*/ 255305 w 255443"/>
                  <a:gd name="connsiteY2" fmla="*/ 133660 h 255442"/>
                  <a:gd name="connsiteX3" fmla="*/ 133660 w 255443"/>
                  <a:gd name="connsiteY3" fmla="*/ 139 h 255442"/>
                  <a:gd name="connsiteX4" fmla="*/ 139 w 255443"/>
                  <a:gd name="connsiteY4" fmla="*/ 121783 h 25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443" h="255442">
                    <a:moveTo>
                      <a:pt x="139" y="121783"/>
                    </a:moveTo>
                    <a:cubicBezTo>
                      <a:pt x="-3118" y="192279"/>
                      <a:pt x="51287" y="252047"/>
                      <a:pt x="121783" y="255304"/>
                    </a:cubicBezTo>
                    <a:cubicBezTo>
                      <a:pt x="192280" y="258561"/>
                      <a:pt x="252048" y="204156"/>
                      <a:pt x="255305" y="133660"/>
                    </a:cubicBezTo>
                    <a:cubicBezTo>
                      <a:pt x="258562" y="63164"/>
                      <a:pt x="204157" y="3395"/>
                      <a:pt x="133660" y="139"/>
                    </a:cubicBezTo>
                    <a:cubicBezTo>
                      <a:pt x="63164" y="-3118"/>
                      <a:pt x="3396" y="51287"/>
                      <a:pt x="139" y="121783"/>
                    </a:cubicBezTo>
                    <a:close/>
                  </a:path>
                </a:pathLst>
              </a:custGeom>
              <a:solidFill>
                <a:srgbClr val="22D1A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869D4A6D-5B04-BD69-1A59-79AEA7DA2581}"/>
                  </a:ext>
                </a:extLst>
              </p:cNvPr>
              <p:cNvSpPr/>
              <p:nvPr/>
            </p:nvSpPr>
            <p:spPr>
              <a:xfrm>
                <a:off x="6367728" y="1471678"/>
                <a:ext cx="107581" cy="107596"/>
              </a:xfrm>
              <a:custGeom>
                <a:avLst/>
                <a:gdLst>
                  <a:gd name="connsiteX0" fmla="*/ 56 w 107581"/>
                  <a:gd name="connsiteY0" fmla="*/ 51204 h 107596"/>
                  <a:gd name="connsiteX1" fmla="*/ 51204 w 107581"/>
                  <a:gd name="connsiteY1" fmla="*/ 107524 h 107596"/>
                  <a:gd name="connsiteX2" fmla="*/ 107525 w 107581"/>
                  <a:gd name="connsiteY2" fmla="*/ 56376 h 107596"/>
                  <a:gd name="connsiteX3" fmla="*/ 56377 w 107581"/>
                  <a:gd name="connsiteY3" fmla="*/ 56 h 107596"/>
                  <a:gd name="connsiteX4" fmla="*/ 56 w 107581"/>
                  <a:gd name="connsiteY4" fmla="*/ 51204 h 107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581" h="107596">
                    <a:moveTo>
                      <a:pt x="56" y="51204"/>
                    </a:moveTo>
                    <a:cubicBezTo>
                      <a:pt x="-1285" y="80897"/>
                      <a:pt x="21512" y="105992"/>
                      <a:pt x="51204" y="107524"/>
                    </a:cubicBezTo>
                    <a:cubicBezTo>
                      <a:pt x="80897" y="109057"/>
                      <a:pt x="105992" y="86069"/>
                      <a:pt x="107525" y="56376"/>
                    </a:cubicBezTo>
                    <a:cubicBezTo>
                      <a:pt x="108866" y="26684"/>
                      <a:pt x="86069" y="1589"/>
                      <a:pt x="56377" y="56"/>
                    </a:cubicBezTo>
                    <a:cubicBezTo>
                      <a:pt x="26684" y="-1285"/>
                      <a:pt x="1589" y="21512"/>
                      <a:pt x="56" y="51204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602D5F58-A33C-73D9-D4C4-161EA8DF24F2}"/>
                  </a:ext>
                </a:extLst>
              </p:cNvPr>
              <p:cNvSpPr/>
              <p:nvPr/>
            </p:nvSpPr>
            <p:spPr>
              <a:xfrm>
                <a:off x="5508211" y="1625737"/>
                <a:ext cx="368605" cy="368604"/>
              </a:xfrm>
              <a:custGeom>
                <a:avLst/>
                <a:gdLst>
                  <a:gd name="connsiteX0" fmla="*/ 208 w 368605"/>
                  <a:gd name="connsiteY0" fmla="*/ 175682 h 368604"/>
                  <a:gd name="connsiteX1" fmla="*/ 175682 w 368605"/>
                  <a:gd name="connsiteY1" fmla="*/ 368397 h 368604"/>
                  <a:gd name="connsiteX2" fmla="*/ 368398 w 368605"/>
                  <a:gd name="connsiteY2" fmla="*/ 192923 h 368604"/>
                  <a:gd name="connsiteX3" fmla="*/ 192923 w 368605"/>
                  <a:gd name="connsiteY3" fmla="*/ 208 h 368604"/>
                  <a:gd name="connsiteX4" fmla="*/ 208 w 368605"/>
                  <a:gd name="connsiteY4" fmla="*/ 175682 h 36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8605" h="368604">
                    <a:moveTo>
                      <a:pt x="208" y="175682"/>
                    </a:moveTo>
                    <a:cubicBezTo>
                      <a:pt x="-4581" y="277403"/>
                      <a:pt x="73961" y="363607"/>
                      <a:pt x="175682" y="368397"/>
                    </a:cubicBezTo>
                    <a:cubicBezTo>
                      <a:pt x="277404" y="373186"/>
                      <a:pt x="363609" y="294644"/>
                      <a:pt x="368398" y="192923"/>
                    </a:cubicBezTo>
                    <a:cubicBezTo>
                      <a:pt x="373187" y="91201"/>
                      <a:pt x="294645" y="4997"/>
                      <a:pt x="192923" y="208"/>
                    </a:cubicBezTo>
                    <a:cubicBezTo>
                      <a:pt x="91202" y="-4581"/>
                      <a:pt x="4997" y="73961"/>
                      <a:pt x="208" y="175682"/>
                    </a:cubicBezTo>
                    <a:close/>
                  </a:path>
                </a:pathLst>
              </a:custGeom>
              <a:solidFill>
                <a:srgbClr val="4FB7F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F6DF03C6-2C14-4612-22D7-08440848E407}"/>
                  </a:ext>
                </a:extLst>
              </p:cNvPr>
              <p:cNvSpPr/>
              <p:nvPr/>
            </p:nvSpPr>
            <p:spPr>
              <a:xfrm>
                <a:off x="5782642" y="1570100"/>
                <a:ext cx="453060" cy="217717"/>
              </a:xfrm>
              <a:custGeom>
                <a:avLst/>
                <a:gdLst>
                  <a:gd name="connsiteX0" fmla="*/ 26152 w 453060"/>
                  <a:gd name="connsiteY0" fmla="*/ 217718 h 217717"/>
                  <a:gd name="connsiteX1" fmla="*/ 2015 w 453060"/>
                  <a:gd name="connsiteY1" fmla="*/ 201626 h 217717"/>
                  <a:gd name="connsiteX2" fmla="*/ 16191 w 453060"/>
                  <a:gd name="connsiteY2" fmla="*/ 167719 h 217717"/>
                  <a:gd name="connsiteX3" fmla="*/ 417138 w 453060"/>
                  <a:gd name="connsiteY3" fmla="*/ 2015 h 217717"/>
                  <a:gd name="connsiteX4" fmla="*/ 451046 w 453060"/>
                  <a:gd name="connsiteY4" fmla="*/ 16191 h 217717"/>
                  <a:gd name="connsiteX5" fmla="*/ 436870 w 453060"/>
                  <a:gd name="connsiteY5" fmla="*/ 50098 h 217717"/>
                  <a:gd name="connsiteX6" fmla="*/ 35922 w 453060"/>
                  <a:gd name="connsiteY6" fmla="*/ 215802 h 217717"/>
                  <a:gd name="connsiteX7" fmla="*/ 25961 w 453060"/>
                  <a:gd name="connsiteY7" fmla="*/ 217718 h 217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3060" h="217717">
                    <a:moveTo>
                      <a:pt x="26152" y="217718"/>
                    </a:moveTo>
                    <a:cubicBezTo>
                      <a:pt x="15999" y="217718"/>
                      <a:pt x="6229" y="211587"/>
                      <a:pt x="2015" y="201626"/>
                    </a:cubicBezTo>
                    <a:cubicBezTo>
                      <a:pt x="-3540" y="188408"/>
                      <a:pt x="2781" y="173083"/>
                      <a:pt x="16191" y="167719"/>
                    </a:cubicBezTo>
                    <a:lnTo>
                      <a:pt x="417138" y="2015"/>
                    </a:lnTo>
                    <a:cubicBezTo>
                      <a:pt x="430356" y="-3540"/>
                      <a:pt x="445682" y="2781"/>
                      <a:pt x="451046" y="16191"/>
                    </a:cubicBezTo>
                    <a:cubicBezTo>
                      <a:pt x="456601" y="29409"/>
                      <a:pt x="450279" y="44734"/>
                      <a:pt x="436870" y="50098"/>
                    </a:cubicBezTo>
                    <a:lnTo>
                      <a:pt x="35922" y="215802"/>
                    </a:lnTo>
                    <a:cubicBezTo>
                      <a:pt x="32666" y="217143"/>
                      <a:pt x="29217" y="217718"/>
                      <a:pt x="25961" y="217718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25FE47FD-E3EA-804F-929B-AF6214A68250}"/>
                  </a:ext>
                </a:extLst>
              </p:cNvPr>
              <p:cNvSpPr/>
              <p:nvPr/>
            </p:nvSpPr>
            <p:spPr>
              <a:xfrm>
                <a:off x="5423153" y="1890094"/>
                <a:ext cx="224361" cy="309205"/>
              </a:xfrm>
              <a:custGeom>
                <a:avLst/>
                <a:gdLst>
                  <a:gd name="connsiteX0" fmla="*/ 25880 w 224361"/>
                  <a:gd name="connsiteY0" fmla="*/ 309205 h 309205"/>
                  <a:gd name="connsiteX1" fmla="*/ 11513 w 224361"/>
                  <a:gd name="connsiteY1" fmla="*/ 304799 h 309205"/>
                  <a:gd name="connsiteX2" fmla="*/ 4425 w 224361"/>
                  <a:gd name="connsiteY2" fmla="*/ 268785 h 309205"/>
                  <a:gd name="connsiteX3" fmla="*/ 176834 w 224361"/>
                  <a:gd name="connsiteY3" fmla="*/ 11513 h 309205"/>
                  <a:gd name="connsiteX4" fmla="*/ 212849 w 224361"/>
                  <a:gd name="connsiteY4" fmla="*/ 4425 h 309205"/>
                  <a:gd name="connsiteX5" fmla="*/ 219937 w 224361"/>
                  <a:gd name="connsiteY5" fmla="*/ 40439 h 309205"/>
                  <a:gd name="connsiteX6" fmla="*/ 47527 w 224361"/>
                  <a:gd name="connsiteY6" fmla="*/ 297711 h 309205"/>
                  <a:gd name="connsiteX7" fmla="*/ 25880 w 224361"/>
                  <a:gd name="connsiteY7" fmla="*/ 309205 h 309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4361" h="309205">
                    <a:moveTo>
                      <a:pt x="25880" y="309205"/>
                    </a:moveTo>
                    <a:cubicBezTo>
                      <a:pt x="20900" y="309205"/>
                      <a:pt x="15919" y="307865"/>
                      <a:pt x="11513" y="304799"/>
                    </a:cubicBezTo>
                    <a:cubicBezTo>
                      <a:pt x="-364" y="296754"/>
                      <a:pt x="-3621" y="280662"/>
                      <a:pt x="4425" y="268785"/>
                    </a:cubicBezTo>
                    <a:lnTo>
                      <a:pt x="176834" y="11513"/>
                    </a:lnTo>
                    <a:cubicBezTo>
                      <a:pt x="184880" y="-364"/>
                      <a:pt x="200972" y="-3621"/>
                      <a:pt x="212849" y="4425"/>
                    </a:cubicBezTo>
                    <a:cubicBezTo>
                      <a:pt x="224726" y="12471"/>
                      <a:pt x="227982" y="28562"/>
                      <a:pt x="219937" y="40439"/>
                    </a:cubicBezTo>
                    <a:lnTo>
                      <a:pt x="47527" y="297711"/>
                    </a:lnTo>
                    <a:cubicBezTo>
                      <a:pt x="42547" y="305183"/>
                      <a:pt x="34309" y="309205"/>
                      <a:pt x="25880" y="309205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5156C335-DF77-00B9-6CCA-99EE845F1B3F}"/>
                  </a:ext>
                </a:extLst>
              </p:cNvPr>
              <p:cNvSpPr/>
              <p:nvPr/>
            </p:nvSpPr>
            <p:spPr>
              <a:xfrm>
                <a:off x="6183608" y="1127218"/>
                <a:ext cx="137132" cy="494894"/>
              </a:xfrm>
              <a:custGeom>
                <a:avLst/>
                <a:gdLst>
                  <a:gd name="connsiteX0" fmla="*/ 26135 w 137132"/>
                  <a:gd name="connsiteY0" fmla="*/ 494895 h 494894"/>
                  <a:gd name="connsiteX1" fmla="*/ 21154 w 137132"/>
                  <a:gd name="connsiteY1" fmla="*/ 494512 h 494894"/>
                  <a:gd name="connsiteX2" fmla="*/ 465 w 137132"/>
                  <a:gd name="connsiteY2" fmla="*/ 464053 h 494894"/>
                  <a:gd name="connsiteX3" fmla="*/ 85520 w 137132"/>
                  <a:gd name="connsiteY3" fmla="*/ 21154 h 494894"/>
                  <a:gd name="connsiteX4" fmla="*/ 115979 w 137132"/>
                  <a:gd name="connsiteY4" fmla="*/ 465 h 494894"/>
                  <a:gd name="connsiteX5" fmla="*/ 136668 w 137132"/>
                  <a:gd name="connsiteY5" fmla="*/ 30924 h 494894"/>
                  <a:gd name="connsiteX6" fmla="*/ 51613 w 137132"/>
                  <a:gd name="connsiteY6" fmla="*/ 473823 h 494894"/>
                  <a:gd name="connsiteX7" fmla="*/ 26135 w 137132"/>
                  <a:gd name="connsiteY7" fmla="*/ 494895 h 49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7132" h="494894">
                    <a:moveTo>
                      <a:pt x="26135" y="494895"/>
                    </a:moveTo>
                    <a:cubicBezTo>
                      <a:pt x="24410" y="494895"/>
                      <a:pt x="22878" y="494895"/>
                      <a:pt x="21154" y="494512"/>
                    </a:cubicBezTo>
                    <a:cubicBezTo>
                      <a:pt x="6978" y="491830"/>
                      <a:pt x="-2217" y="478229"/>
                      <a:pt x="465" y="464053"/>
                    </a:cubicBezTo>
                    <a:lnTo>
                      <a:pt x="85520" y="21154"/>
                    </a:lnTo>
                    <a:cubicBezTo>
                      <a:pt x="88202" y="6978"/>
                      <a:pt x="102186" y="-2217"/>
                      <a:pt x="115979" y="465"/>
                    </a:cubicBezTo>
                    <a:cubicBezTo>
                      <a:pt x="130155" y="3147"/>
                      <a:pt x="139350" y="16748"/>
                      <a:pt x="136668" y="30924"/>
                    </a:cubicBezTo>
                    <a:lnTo>
                      <a:pt x="51613" y="473823"/>
                    </a:lnTo>
                    <a:cubicBezTo>
                      <a:pt x="49314" y="486274"/>
                      <a:pt x="38395" y="494895"/>
                      <a:pt x="26135" y="494895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FACDB064-F78A-F592-75F4-995A5654BECE}"/>
                  </a:ext>
                </a:extLst>
              </p:cNvPr>
              <p:cNvSpPr/>
              <p:nvPr/>
            </p:nvSpPr>
            <p:spPr>
              <a:xfrm>
                <a:off x="6183784" y="1507723"/>
                <a:ext cx="247314" cy="114389"/>
              </a:xfrm>
              <a:custGeom>
                <a:avLst/>
                <a:gdLst>
                  <a:gd name="connsiteX0" fmla="*/ 25959 w 247314"/>
                  <a:gd name="connsiteY0" fmla="*/ 114390 h 114389"/>
                  <a:gd name="connsiteX1" fmla="*/ 1247 w 247314"/>
                  <a:gd name="connsiteY1" fmla="*/ 96191 h 114389"/>
                  <a:gd name="connsiteX2" fmla="*/ 18104 w 247314"/>
                  <a:gd name="connsiteY2" fmla="*/ 63434 h 114389"/>
                  <a:gd name="connsiteX3" fmla="*/ 213310 w 247314"/>
                  <a:gd name="connsiteY3" fmla="*/ 1175 h 114389"/>
                  <a:gd name="connsiteX4" fmla="*/ 246068 w 247314"/>
                  <a:gd name="connsiteY4" fmla="*/ 18033 h 114389"/>
                  <a:gd name="connsiteX5" fmla="*/ 229210 w 247314"/>
                  <a:gd name="connsiteY5" fmla="*/ 50790 h 114389"/>
                  <a:gd name="connsiteX6" fmla="*/ 34004 w 247314"/>
                  <a:gd name="connsiteY6" fmla="*/ 113049 h 114389"/>
                  <a:gd name="connsiteX7" fmla="*/ 26150 w 247314"/>
                  <a:gd name="connsiteY7" fmla="*/ 114198 h 114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7314" h="114389">
                    <a:moveTo>
                      <a:pt x="25959" y="114390"/>
                    </a:moveTo>
                    <a:cubicBezTo>
                      <a:pt x="14848" y="114390"/>
                      <a:pt x="4695" y="107302"/>
                      <a:pt x="1247" y="96191"/>
                    </a:cubicBezTo>
                    <a:cubicBezTo>
                      <a:pt x="-3159" y="82590"/>
                      <a:pt x="4503" y="67840"/>
                      <a:pt x="18104" y="63434"/>
                    </a:cubicBezTo>
                    <a:lnTo>
                      <a:pt x="213310" y="1175"/>
                    </a:lnTo>
                    <a:cubicBezTo>
                      <a:pt x="226911" y="-3040"/>
                      <a:pt x="241662" y="4431"/>
                      <a:pt x="246068" y="18033"/>
                    </a:cubicBezTo>
                    <a:cubicBezTo>
                      <a:pt x="250474" y="31634"/>
                      <a:pt x="242811" y="46384"/>
                      <a:pt x="229210" y="50790"/>
                    </a:cubicBezTo>
                    <a:lnTo>
                      <a:pt x="34004" y="113049"/>
                    </a:lnTo>
                    <a:cubicBezTo>
                      <a:pt x="31322" y="113815"/>
                      <a:pt x="28640" y="114198"/>
                      <a:pt x="26150" y="114198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03029FD5-3691-64AC-0BEA-122AC404C437}"/>
                  </a:ext>
                </a:extLst>
              </p:cNvPr>
              <p:cNvSpPr/>
              <p:nvPr/>
            </p:nvSpPr>
            <p:spPr>
              <a:xfrm>
                <a:off x="6025440" y="1411758"/>
                <a:ext cx="368605" cy="368604"/>
              </a:xfrm>
              <a:custGeom>
                <a:avLst/>
                <a:gdLst>
                  <a:gd name="connsiteX0" fmla="*/ 208 w 368605"/>
                  <a:gd name="connsiteY0" fmla="*/ 175682 h 368604"/>
                  <a:gd name="connsiteX1" fmla="*/ 175682 w 368605"/>
                  <a:gd name="connsiteY1" fmla="*/ 368397 h 368604"/>
                  <a:gd name="connsiteX2" fmla="*/ 368398 w 368605"/>
                  <a:gd name="connsiteY2" fmla="*/ 192923 h 368604"/>
                  <a:gd name="connsiteX3" fmla="*/ 192923 w 368605"/>
                  <a:gd name="connsiteY3" fmla="*/ 208 h 368604"/>
                  <a:gd name="connsiteX4" fmla="*/ 208 w 368605"/>
                  <a:gd name="connsiteY4" fmla="*/ 175682 h 36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8605" h="368604">
                    <a:moveTo>
                      <a:pt x="208" y="175682"/>
                    </a:moveTo>
                    <a:cubicBezTo>
                      <a:pt x="-4581" y="277403"/>
                      <a:pt x="73961" y="363607"/>
                      <a:pt x="175682" y="368397"/>
                    </a:cubicBezTo>
                    <a:cubicBezTo>
                      <a:pt x="277404" y="373186"/>
                      <a:pt x="363609" y="294644"/>
                      <a:pt x="368398" y="192923"/>
                    </a:cubicBezTo>
                    <a:cubicBezTo>
                      <a:pt x="373187" y="91201"/>
                      <a:pt x="294645" y="4997"/>
                      <a:pt x="192923" y="208"/>
                    </a:cubicBezTo>
                    <a:cubicBezTo>
                      <a:pt x="91202" y="-4581"/>
                      <a:pt x="4997" y="73961"/>
                      <a:pt x="208" y="175682"/>
                    </a:cubicBezTo>
                    <a:close/>
                  </a:path>
                </a:pathLst>
              </a:custGeom>
              <a:solidFill>
                <a:srgbClr val="18B089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03340207-84CB-32FF-828B-806A3A7BECD8}"/>
                  </a:ext>
                </a:extLst>
              </p:cNvPr>
              <p:cNvSpPr/>
              <p:nvPr/>
            </p:nvSpPr>
            <p:spPr>
              <a:xfrm>
                <a:off x="6251452" y="1451951"/>
                <a:ext cx="101958" cy="101773"/>
              </a:xfrm>
              <a:custGeom>
                <a:avLst/>
                <a:gdLst>
                  <a:gd name="connsiteX0" fmla="*/ 76678 w 101958"/>
                  <a:gd name="connsiteY0" fmla="*/ 101581 h 101773"/>
                  <a:gd name="connsiteX1" fmla="*/ 54648 w 101958"/>
                  <a:gd name="connsiteY1" fmla="*/ 88938 h 101773"/>
                  <a:gd name="connsiteX2" fmla="*/ 12887 w 101958"/>
                  <a:gd name="connsiteY2" fmla="*/ 47368 h 101773"/>
                  <a:gd name="connsiteX3" fmla="*/ 3308 w 101958"/>
                  <a:gd name="connsiteY3" fmla="*/ 12887 h 101773"/>
                  <a:gd name="connsiteX4" fmla="*/ 37790 w 101958"/>
                  <a:gd name="connsiteY4" fmla="*/ 3308 h 101773"/>
                  <a:gd name="connsiteX5" fmla="*/ 98517 w 101958"/>
                  <a:gd name="connsiteY5" fmla="*/ 63652 h 101773"/>
                  <a:gd name="connsiteX6" fmla="*/ 89130 w 101958"/>
                  <a:gd name="connsiteY6" fmla="*/ 98325 h 101773"/>
                  <a:gd name="connsiteX7" fmla="*/ 76487 w 101958"/>
                  <a:gd name="connsiteY7" fmla="*/ 101773 h 101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958" h="101773">
                    <a:moveTo>
                      <a:pt x="76678" y="101581"/>
                    </a:moveTo>
                    <a:cubicBezTo>
                      <a:pt x="67866" y="101581"/>
                      <a:pt x="59437" y="96984"/>
                      <a:pt x="54648" y="88938"/>
                    </a:cubicBezTo>
                    <a:cubicBezTo>
                      <a:pt x="44687" y="71506"/>
                      <a:pt x="30128" y="57330"/>
                      <a:pt x="12887" y="47368"/>
                    </a:cubicBezTo>
                    <a:cubicBezTo>
                      <a:pt x="627" y="40472"/>
                      <a:pt x="-3588" y="24955"/>
                      <a:pt x="3308" y="12887"/>
                    </a:cubicBezTo>
                    <a:cubicBezTo>
                      <a:pt x="10205" y="627"/>
                      <a:pt x="25722" y="-3588"/>
                      <a:pt x="37790" y="3308"/>
                    </a:cubicBezTo>
                    <a:cubicBezTo>
                      <a:pt x="63077" y="17484"/>
                      <a:pt x="84149" y="38556"/>
                      <a:pt x="98517" y="63652"/>
                    </a:cubicBezTo>
                    <a:cubicBezTo>
                      <a:pt x="105605" y="75720"/>
                      <a:pt x="101390" y="91237"/>
                      <a:pt x="89130" y="98325"/>
                    </a:cubicBezTo>
                    <a:cubicBezTo>
                      <a:pt x="85107" y="100624"/>
                      <a:pt x="80701" y="101773"/>
                      <a:pt x="76487" y="10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ACAF5B4C-C64E-C634-9AB4-13BDB71E9EA6}"/>
                  </a:ext>
                </a:extLst>
              </p:cNvPr>
              <p:cNvSpPr/>
              <p:nvPr/>
            </p:nvSpPr>
            <p:spPr>
              <a:xfrm>
                <a:off x="5640548" y="1212303"/>
                <a:ext cx="102149" cy="101773"/>
              </a:xfrm>
              <a:custGeom>
                <a:avLst/>
                <a:gdLst>
                  <a:gd name="connsiteX0" fmla="*/ 76678 w 102149"/>
                  <a:gd name="connsiteY0" fmla="*/ 101581 h 101773"/>
                  <a:gd name="connsiteX1" fmla="*/ 54648 w 102149"/>
                  <a:gd name="connsiteY1" fmla="*/ 88938 h 101773"/>
                  <a:gd name="connsiteX2" fmla="*/ 12887 w 102149"/>
                  <a:gd name="connsiteY2" fmla="*/ 47368 h 101773"/>
                  <a:gd name="connsiteX3" fmla="*/ 3308 w 102149"/>
                  <a:gd name="connsiteY3" fmla="*/ 12887 h 101773"/>
                  <a:gd name="connsiteX4" fmla="*/ 37790 w 102149"/>
                  <a:gd name="connsiteY4" fmla="*/ 3308 h 101773"/>
                  <a:gd name="connsiteX5" fmla="*/ 98708 w 102149"/>
                  <a:gd name="connsiteY5" fmla="*/ 63652 h 101773"/>
                  <a:gd name="connsiteX6" fmla="*/ 89322 w 102149"/>
                  <a:gd name="connsiteY6" fmla="*/ 98325 h 101773"/>
                  <a:gd name="connsiteX7" fmla="*/ 76678 w 102149"/>
                  <a:gd name="connsiteY7" fmla="*/ 101773 h 101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2149" h="101773">
                    <a:moveTo>
                      <a:pt x="76678" y="101581"/>
                    </a:moveTo>
                    <a:cubicBezTo>
                      <a:pt x="67866" y="101581"/>
                      <a:pt x="59437" y="96984"/>
                      <a:pt x="54648" y="88938"/>
                    </a:cubicBezTo>
                    <a:cubicBezTo>
                      <a:pt x="44687" y="71506"/>
                      <a:pt x="30128" y="57330"/>
                      <a:pt x="12887" y="47368"/>
                    </a:cubicBezTo>
                    <a:cubicBezTo>
                      <a:pt x="627" y="40472"/>
                      <a:pt x="-3588" y="24955"/>
                      <a:pt x="3308" y="12887"/>
                    </a:cubicBezTo>
                    <a:cubicBezTo>
                      <a:pt x="10205" y="627"/>
                      <a:pt x="25722" y="-3588"/>
                      <a:pt x="37790" y="3308"/>
                    </a:cubicBezTo>
                    <a:cubicBezTo>
                      <a:pt x="63077" y="17484"/>
                      <a:pt x="84149" y="38365"/>
                      <a:pt x="98708" y="63652"/>
                    </a:cubicBezTo>
                    <a:cubicBezTo>
                      <a:pt x="105796" y="75720"/>
                      <a:pt x="101582" y="91237"/>
                      <a:pt x="89322" y="98325"/>
                    </a:cubicBezTo>
                    <a:cubicBezTo>
                      <a:pt x="85299" y="100624"/>
                      <a:pt x="80893" y="101773"/>
                      <a:pt x="76678" y="10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13238FA1-CC63-A6F6-F84F-E43CE91D243D}"/>
                  </a:ext>
                </a:extLst>
              </p:cNvPr>
              <p:cNvSpPr/>
              <p:nvPr/>
            </p:nvSpPr>
            <p:spPr>
              <a:xfrm>
                <a:off x="5730392" y="1666888"/>
                <a:ext cx="101958" cy="101773"/>
              </a:xfrm>
              <a:custGeom>
                <a:avLst/>
                <a:gdLst>
                  <a:gd name="connsiteX0" fmla="*/ 76678 w 101958"/>
                  <a:gd name="connsiteY0" fmla="*/ 101581 h 101773"/>
                  <a:gd name="connsiteX1" fmla="*/ 54648 w 101958"/>
                  <a:gd name="connsiteY1" fmla="*/ 88938 h 101773"/>
                  <a:gd name="connsiteX2" fmla="*/ 12887 w 101958"/>
                  <a:gd name="connsiteY2" fmla="*/ 47368 h 101773"/>
                  <a:gd name="connsiteX3" fmla="*/ 3308 w 101958"/>
                  <a:gd name="connsiteY3" fmla="*/ 12887 h 101773"/>
                  <a:gd name="connsiteX4" fmla="*/ 37790 w 101958"/>
                  <a:gd name="connsiteY4" fmla="*/ 3308 h 101773"/>
                  <a:gd name="connsiteX5" fmla="*/ 98517 w 101958"/>
                  <a:gd name="connsiteY5" fmla="*/ 63651 h 101773"/>
                  <a:gd name="connsiteX6" fmla="*/ 89130 w 101958"/>
                  <a:gd name="connsiteY6" fmla="*/ 98325 h 101773"/>
                  <a:gd name="connsiteX7" fmla="*/ 76487 w 101958"/>
                  <a:gd name="connsiteY7" fmla="*/ 101773 h 101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958" h="101773">
                    <a:moveTo>
                      <a:pt x="76678" y="101581"/>
                    </a:moveTo>
                    <a:cubicBezTo>
                      <a:pt x="67866" y="101581"/>
                      <a:pt x="59437" y="96984"/>
                      <a:pt x="54648" y="88938"/>
                    </a:cubicBezTo>
                    <a:cubicBezTo>
                      <a:pt x="44687" y="71506"/>
                      <a:pt x="30128" y="57330"/>
                      <a:pt x="12887" y="47368"/>
                    </a:cubicBezTo>
                    <a:cubicBezTo>
                      <a:pt x="627" y="40472"/>
                      <a:pt x="-3588" y="24955"/>
                      <a:pt x="3308" y="12887"/>
                    </a:cubicBezTo>
                    <a:cubicBezTo>
                      <a:pt x="10205" y="626"/>
                      <a:pt x="25722" y="-3588"/>
                      <a:pt x="37790" y="3308"/>
                    </a:cubicBezTo>
                    <a:cubicBezTo>
                      <a:pt x="63077" y="17484"/>
                      <a:pt x="84149" y="38365"/>
                      <a:pt x="98517" y="63651"/>
                    </a:cubicBezTo>
                    <a:cubicBezTo>
                      <a:pt x="105605" y="75720"/>
                      <a:pt x="101390" y="91237"/>
                      <a:pt x="89130" y="98325"/>
                    </a:cubicBezTo>
                    <a:cubicBezTo>
                      <a:pt x="85107" y="100624"/>
                      <a:pt x="80701" y="101773"/>
                      <a:pt x="76487" y="10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84163001-2290-A0CA-F43C-6AD6A7FCCB3C}"/>
                  </a:ext>
                </a:extLst>
              </p:cNvPr>
              <p:cNvSpPr/>
              <p:nvPr/>
            </p:nvSpPr>
            <p:spPr>
              <a:xfrm>
                <a:off x="6224820" y="1586234"/>
                <a:ext cx="107581" cy="107580"/>
              </a:xfrm>
              <a:custGeom>
                <a:avLst/>
                <a:gdLst>
                  <a:gd name="connsiteX0" fmla="*/ 56 w 107581"/>
                  <a:gd name="connsiteY0" fmla="*/ 51204 h 107580"/>
                  <a:gd name="connsiteX1" fmla="*/ 51204 w 107581"/>
                  <a:gd name="connsiteY1" fmla="*/ 107524 h 107580"/>
                  <a:gd name="connsiteX2" fmla="*/ 107525 w 107581"/>
                  <a:gd name="connsiteY2" fmla="*/ 56376 h 107580"/>
                  <a:gd name="connsiteX3" fmla="*/ 56377 w 107581"/>
                  <a:gd name="connsiteY3" fmla="*/ 56 h 107580"/>
                  <a:gd name="connsiteX4" fmla="*/ 56 w 107581"/>
                  <a:gd name="connsiteY4" fmla="*/ 51204 h 10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581" h="107580">
                    <a:moveTo>
                      <a:pt x="56" y="51204"/>
                    </a:moveTo>
                    <a:cubicBezTo>
                      <a:pt x="-1285" y="80897"/>
                      <a:pt x="21512" y="105992"/>
                      <a:pt x="51204" y="107524"/>
                    </a:cubicBezTo>
                    <a:cubicBezTo>
                      <a:pt x="80897" y="108865"/>
                      <a:pt x="105992" y="86069"/>
                      <a:pt x="107525" y="56376"/>
                    </a:cubicBezTo>
                    <a:cubicBezTo>
                      <a:pt x="108866" y="26684"/>
                      <a:pt x="86069" y="1589"/>
                      <a:pt x="56377" y="56"/>
                    </a:cubicBezTo>
                    <a:cubicBezTo>
                      <a:pt x="26684" y="-1285"/>
                      <a:pt x="1589" y="21512"/>
                      <a:pt x="56" y="51204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0141B8DF-0339-6FCA-2D1A-AEC6CB235E3C}"/>
                  </a:ext>
                </a:extLst>
              </p:cNvPr>
              <p:cNvSpPr/>
              <p:nvPr/>
            </p:nvSpPr>
            <p:spPr>
              <a:xfrm>
                <a:off x="5576752" y="1849253"/>
                <a:ext cx="107597" cy="107596"/>
              </a:xfrm>
              <a:custGeom>
                <a:avLst/>
                <a:gdLst>
                  <a:gd name="connsiteX0" fmla="*/ 56 w 107597"/>
                  <a:gd name="connsiteY0" fmla="*/ 51204 h 107596"/>
                  <a:gd name="connsiteX1" fmla="*/ 51204 w 107597"/>
                  <a:gd name="connsiteY1" fmla="*/ 107524 h 107596"/>
                  <a:gd name="connsiteX2" fmla="*/ 107525 w 107597"/>
                  <a:gd name="connsiteY2" fmla="*/ 56376 h 107596"/>
                  <a:gd name="connsiteX3" fmla="*/ 56377 w 107597"/>
                  <a:gd name="connsiteY3" fmla="*/ 56 h 107596"/>
                  <a:gd name="connsiteX4" fmla="*/ 56 w 107597"/>
                  <a:gd name="connsiteY4" fmla="*/ 51204 h 107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597" h="107596">
                    <a:moveTo>
                      <a:pt x="56" y="51204"/>
                    </a:moveTo>
                    <a:cubicBezTo>
                      <a:pt x="-1285" y="80897"/>
                      <a:pt x="21512" y="105992"/>
                      <a:pt x="51204" y="107524"/>
                    </a:cubicBezTo>
                    <a:cubicBezTo>
                      <a:pt x="80897" y="109057"/>
                      <a:pt x="105992" y="86069"/>
                      <a:pt x="107525" y="56376"/>
                    </a:cubicBezTo>
                    <a:cubicBezTo>
                      <a:pt x="109057" y="26684"/>
                      <a:pt x="86069" y="1589"/>
                      <a:pt x="56377" y="56"/>
                    </a:cubicBezTo>
                    <a:cubicBezTo>
                      <a:pt x="26684" y="-1285"/>
                      <a:pt x="1589" y="21512"/>
                      <a:pt x="56" y="51204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59AC36ED-2247-5199-6FF1-F5D727E3E5A8}"/>
                  </a:ext>
                </a:extLst>
              </p:cNvPr>
              <p:cNvSpPr/>
              <p:nvPr/>
            </p:nvSpPr>
            <p:spPr>
              <a:xfrm>
                <a:off x="5748204" y="1711310"/>
                <a:ext cx="107580" cy="107596"/>
              </a:xfrm>
              <a:custGeom>
                <a:avLst/>
                <a:gdLst>
                  <a:gd name="connsiteX0" fmla="*/ 56 w 107580"/>
                  <a:gd name="connsiteY0" fmla="*/ 51220 h 107596"/>
                  <a:gd name="connsiteX1" fmla="*/ 51204 w 107580"/>
                  <a:gd name="connsiteY1" fmla="*/ 107541 h 107596"/>
                  <a:gd name="connsiteX2" fmla="*/ 107525 w 107580"/>
                  <a:gd name="connsiteY2" fmla="*/ 56393 h 107596"/>
                  <a:gd name="connsiteX3" fmla="*/ 56377 w 107580"/>
                  <a:gd name="connsiteY3" fmla="*/ 72 h 107596"/>
                  <a:gd name="connsiteX4" fmla="*/ 56 w 107580"/>
                  <a:gd name="connsiteY4" fmla="*/ 51220 h 107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580" h="107596">
                    <a:moveTo>
                      <a:pt x="56" y="51220"/>
                    </a:moveTo>
                    <a:cubicBezTo>
                      <a:pt x="-1285" y="80913"/>
                      <a:pt x="21512" y="106008"/>
                      <a:pt x="51204" y="107541"/>
                    </a:cubicBezTo>
                    <a:cubicBezTo>
                      <a:pt x="80897" y="108882"/>
                      <a:pt x="105992" y="86085"/>
                      <a:pt x="107525" y="56393"/>
                    </a:cubicBezTo>
                    <a:cubicBezTo>
                      <a:pt x="108866" y="26700"/>
                      <a:pt x="86069" y="1605"/>
                      <a:pt x="56377" y="72"/>
                    </a:cubicBezTo>
                    <a:cubicBezTo>
                      <a:pt x="26684" y="-1460"/>
                      <a:pt x="1589" y="21528"/>
                      <a:pt x="56" y="51220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68006AC9-70B6-2F4E-84D7-9780AF32B8BA}"/>
                  </a:ext>
                </a:extLst>
              </p:cNvPr>
              <p:cNvSpPr/>
              <p:nvPr/>
            </p:nvSpPr>
            <p:spPr>
              <a:xfrm>
                <a:off x="5563151" y="1384133"/>
                <a:ext cx="107597" cy="107580"/>
              </a:xfrm>
              <a:custGeom>
                <a:avLst/>
                <a:gdLst>
                  <a:gd name="connsiteX0" fmla="*/ 56 w 107597"/>
                  <a:gd name="connsiteY0" fmla="*/ 51204 h 107580"/>
                  <a:gd name="connsiteX1" fmla="*/ 51204 w 107597"/>
                  <a:gd name="connsiteY1" fmla="*/ 107524 h 107580"/>
                  <a:gd name="connsiteX2" fmla="*/ 107525 w 107597"/>
                  <a:gd name="connsiteY2" fmla="*/ 56376 h 107580"/>
                  <a:gd name="connsiteX3" fmla="*/ 56377 w 107597"/>
                  <a:gd name="connsiteY3" fmla="*/ 56 h 107580"/>
                  <a:gd name="connsiteX4" fmla="*/ 56 w 107597"/>
                  <a:gd name="connsiteY4" fmla="*/ 51204 h 10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597" h="107580">
                    <a:moveTo>
                      <a:pt x="56" y="51204"/>
                    </a:moveTo>
                    <a:cubicBezTo>
                      <a:pt x="-1285" y="80897"/>
                      <a:pt x="21512" y="105992"/>
                      <a:pt x="51204" y="107524"/>
                    </a:cubicBezTo>
                    <a:cubicBezTo>
                      <a:pt x="80897" y="108865"/>
                      <a:pt x="105992" y="86069"/>
                      <a:pt x="107525" y="56376"/>
                    </a:cubicBezTo>
                    <a:cubicBezTo>
                      <a:pt x="109057" y="26684"/>
                      <a:pt x="86069" y="1589"/>
                      <a:pt x="56377" y="56"/>
                    </a:cubicBezTo>
                    <a:cubicBezTo>
                      <a:pt x="26684" y="-1285"/>
                      <a:pt x="1589" y="21512"/>
                      <a:pt x="56" y="51204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55A2A3B-1543-DF7D-9A68-C63202F5FBCB}"/>
                  </a:ext>
                </a:extLst>
              </p:cNvPr>
              <p:cNvSpPr/>
              <p:nvPr/>
            </p:nvSpPr>
            <p:spPr>
              <a:xfrm>
                <a:off x="6252537" y="1616108"/>
                <a:ext cx="390069" cy="276878"/>
              </a:xfrm>
              <a:custGeom>
                <a:avLst/>
                <a:gdLst>
                  <a:gd name="connsiteX0" fmla="*/ 364092 w 390069"/>
                  <a:gd name="connsiteY0" fmla="*/ 276879 h 276878"/>
                  <a:gd name="connsiteX1" fmla="*/ 349724 w 390069"/>
                  <a:gd name="connsiteY1" fmla="*/ 272473 h 276878"/>
                  <a:gd name="connsiteX2" fmla="*/ 11610 w 390069"/>
                  <a:gd name="connsiteY2" fmla="*/ 47575 h 276878"/>
                  <a:gd name="connsiteX3" fmla="*/ 4331 w 390069"/>
                  <a:gd name="connsiteY3" fmla="*/ 11561 h 276878"/>
                  <a:gd name="connsiteX4" fmla="*/ 40345 w 390069"/>
                  <a:gd name="connsiteY4" fmla="*/ 4281 h 276878"/>
                  <a:gd name="connsiteX5" fmla="*/ 378459 w 390069"/>
                  <a:gd name="connsiteY5" fmla="*/ 229179 h 276878"/>
                  <a:gd name="connsiteX6" fmla="*/ 385739 w 390069"/>
                  <a:gd name="connsiteY6" fmla="*/ 265193 h 276878"/>
                  <a:gd name="connsiteX7" fmla="*/ 364092 w 390069"/>
                  <a:gd name="connsiteY7" fmla="*/ 276879 h 276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0069" h="276878">
                    <a:moveTo>
                      <a:pt x="364092" y="276879"/>
                    </a:moveTo>
                    <a:cubicBezTo>
                      <a:pt x="359111" y="276879"/>
                      <a:pt x="354130" y="275538"/>
                      <a:pt x="349724" y="272473"/>
                    </a:cubicBezTo>
                    <a:lnTo>
                      <a:pt x="11610" y="47575"/>
                    </a:lnTo>
                    <a:cubicBezTo>
                      <a:pt x="-458" y="39529"/>
                      <a:pt x="-3523" y="23438"/>
                      <a:pt x="4331" y="11561"/>
                    </a:cubicBezTo>
                    <a:cubicBezTo>
                      <a:pt x="12376" y="-316"/>
                      <a:pt x="28468" y="-3573"/>
                      <a:pt x="40345" y="4281"/>
                    </a:cubicBezTo>
                    <a:lnTo>
                      <a:pt x="378459" y="229179"/>
                    </a:lnTo>
                    <a:cubicBezTo>
                      <a:pt x="390528" y="237225"/>
                      <a:pt x="393593" y="253316"/>
                      <a:pt x="385739" y="265193"/>
                    </a:cubicBezTo>
                    <a:cubicBezTo>
                      <a:pt x="380758" y="272664"/>
                      <a:pt x="372521" y="276879"/>
                      <a:pt x="364092" y="276879"/>
                    </a:cubicBezTo>
                    <a:close/>
                  </a:path>
                </a:pathLst>
              </a:custGeom>
              <a:solidFill>
                <a:srgbClr val="2235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B0D43154-7413-BED0-82B9-311116A956F2}"/>
                  </a:ext>
                </a:extLst>
              </p:cNvPr>
              <p:cNvSpPr/>
              <p:nvPr/>
            </p:nvSpPr>
            <p:spPr>
              <a:xfrm>
                <a:off x="6488907" y="1739212"/>
                <a:ext cx="255443" cy="255442"/>
              </a:xfrm>
              <a:custGeom>
                <a:avLst/>
                <a:gdLst>
                  <a:gd name="connsiteX0" fmla="*/ 139 w 255443"/>
                  <a:gd name="connsiteY0" fmla="*/ 121783 h 255442"/>
                  <a:gd name="connsiteX1" fmla="*/ 121783 w 255443"/>
                  <a:gd name="connsiteY1" fmla="*/ 255304 h 255442"/>
                  <a:gd name="connsiteX2" fmla="*/ 255305 w 255443"/>
                  <a:gd name="connsiteY2" fmla="*/ 133660 h 255442"/>
                  <a:gd name="connsiteX3" fmla="*/ 133660 w 255443"/>
                  <a:gd name="connsiteY3" fmla="*/ 139 h 255442"/>
                  <a:gd name="connsiteX4" fmla="*/ 139 w 255443"/>
                  <a:gd name="connsiteY4" fmla="*/ 121783 h 25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443" h="255442">
                    <a:moveTo>
                      <a:pt x="139" y="121783"/>
                    </a:moveTo>
                    <a:cubicBezTo>
                      <a:pt x="-3118" y="192279"/>
                      <a:pt x="51287" y="252047"/>
                      <a:pt x="121783" y="255304"/>
                    </a:cubicBezTo>
                    <a:cubicBezTo>
                      <a:pt x="192280" y="258561"/>
                      <a:pt x="252048" y="204156"/>
                      <a:pt x="255305" y="133660"/>
                    </a:cubicBezTo>
                    <a:cubicBezTo>
                      <a:pt x="258561" y="63164"/>
                      <a:pt x="204157" y="3396"/>
                      <a:pt x="133660" y="139"/>
                    </a:cubicBezTo>
                    <a:cubicBezTo>
                      <a:pt x="63164" y="-3118"/>
                      <a:pt x="3395" y="51287"/>
                      <a:pt x="139" y="121783"/>
                    </a:cubicBezTo>
                    <a:close/>
                  </a:path>
                </a:pathLst>
              </a:custGeom>
              <a:solidFill>
                <a:srgbClr val="DDF6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811CE3F8-12AF-3471-0458-A59B11D3524D}"/>
                  </a:ext>
                </a:extLst>
              </p:cNvPr>
              <p:cNvSpPr/>
              <p:nvPr/>
            </p:nvSpPr>
            <p:spPr>
              <a:xfrm>
                <a:off x="6167267" y="1025631"/>
                <a:ext cx="255443" cy="255442"/>
              </a:xfrm>
              <a:custGeom>
                <a:avLst/>
                <a:gdLst>
                  <a:gd name="connsiteX0" fmla="*/ 139 w 255443"/>
                  <a:gd name="connsiteY0" fmla="*/ 121783 h 255442"/>
                  <a:gd name="connsiteX1" fmla="*/ 121783 w 255443"/>
                  <a:gd name="connsiteY1" fmla="*/ 255304 h 255442"/>
                  <a:gd name="connsiteX2" fmla="*/ 255305 w 255443"/>
                  <a:gd name="connsiteY2" fmla="*/ 133660 h 255442"/>
                  <a:gd name="connsiteX3" fmla="*/ 133660 w 255443"/>
                  <a:gd name="connsiteY3" fmla="*/ 139 h 255442"/>
                  <a:gd name="connsiteX4" fmla="*/ 139 w 255443"/>
                  <a:gd name="connsiteY4" fmla="*/ 121783 h 25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443" h="255442">
                    <a:moveTo>
                      <a:pt x="139" y="121783"/>
                    </a:moveTo>
                    <a:cubicBezTo>
                      <a:pt x="-3118" y="192279"/>
                      <a:pt x="51287" y="252047"/>
                      <a:pt x="121783" y="255304"/>
                    </a:cubicBezTo>
                    <a:cubicBezTo>
                      <a:pt x="192280" y="258561"/>
                      <a:pt x="252048" y="204156"/>
                      <a:pt x="255305" y="133660"/>
                    </a:cubicBezTo>
                    <a:cubicBezTo>
                      <a:pt x="258561" y="63164"/>
                      <a:pt x="204157" y="3396"/>
                      <a:pt x="133660" y="139"/>
                    </a:cubicBezTo>
                    <a:cubicBezTo>
                      <a:pt x="63164" y="-3118"/>
                      <a:pt x="3396" y="51287"/>
                      <a:pt x="139" y="121783"/>
                    </a:cubicBezTo>
                    <a:close/>
                  </a:path>
                </a:pathLst>
              </a:custGeom>
              <a:solidFill>
                <a:srgbClr val="DDF6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370F432C-079B-8EEF-3458-1C027BBA1269}"/>
                  </a:ext>
                </a:extLst>
              </p:cNvPr>
              <p:cNvSpPr/>
              <p:nvPr/>
            </p:nvSpPr>
            <p:spPr>
              <a:xfrm>
                <a:off x="5321312" y="2045525"/>
                <a:ext cx="255443" cy="255442"/>
              </a:xfrm>
              <a:custGeom>
                <a:avLst/>
                <a:gdLst>
                  <a:gd name="connsiteX0" fmla="*/ 139 w 255443"/>
                  <a:gd name="connsiteY0" fmla="*/ 121783 h 255442"/>
                  <a:gd name="connsiteX1" fmla="*/ 121783 w 255443"/>
                  <a:gd name="connsiteY1" fmla="*/ 255304 h 255442"/>
                  <a:gd name="connsiteX2" fmla="*/ 255305 w 255443"/>
                  <a:gd name="connsiteY2" fmla="*/ 133660 h 255442"/>
                  <a:gd name="connsiteX3" fmla="*/ 133660 w 255443"/>
                  <a:gd name="connsiteY3" fmla="*/ 139 h 255442"/>
                  <a:gd name="connsiteX4" fmla="*/ 139 w 255443"/>
                  <a:gd name="connsiteY4" fmla="*/ 121783 h 25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443" h="255442">
                    <a:moveTo>
                      <a:pt x="139" y="121783"/>
                    </a:moveTo>
                    <a:cubicBezTo>
                      <a:pt x="-3118" y="192279"/>
                      <a:pt x="51287" y="252047"/>
                      <a:pt x="121783" y="255304"/>
                    </a:cubicBezTo>
                    <a:cubicBezTo>
                      <a:pt x="192280" y="258561"/>
                      <a:pt x="252048" y="204156"/>
                      <a:pt x="255305" y="133660"/>
                    </a:cubicBezTo>
                    <a:cubicBezTo>
                      <a:pt x="258561" y="63164"/>
                      <a:pt x="204157" y="3395"/>
                      <a:pt x="133660" y="139"/>
                    </a:cubicBezTo>
                    <a:cubicBezTo>
                      <a:pt x="63164" y="-3118"/>
                      <a:pt x="3396" y="51287"/>
                      <a:pt x="139" y="121783"/>
                    </a:cubicBezTo>
                    <a:close/>
                  </a:path>
                </a:pathLst>
              </a:custGeom>
              <a:solidFill>
                <a:srgbClr val="DDF6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94EB9455-C069-68B1-223A-77CBD81B3624}"/>
                  </a:ext>
                </a:extLst>
              </p:cNvPr>
              <p:cNvSpPr/>
              <p:nvPr/>
            </p:nvSpPr>
            <p:spPr>
              <a:xfrm>
                <a:off x="5461974" y="2080442"/>
                <a:ext cx="79488" cy="79394"/>
              </a:xfrm>
              <a:custGeom>
                <a:avLst/>
                <a:gdLst>
                  <a:gd name="connsiteX0" fmla="*/ 59855 w 79488"/>
                  <a:gd name="connsiteY0" fmla="*/ 79395 h 79394"/>
                  <a:gd name="connsiteX1" fmla="*/ 42614 w 79488"/>
                  <a:gd name="connsiteY1" fmla="*/ 69433 h 79394"/>
                  <a:gd name="connsiteX2" fmla="*/ 10048 w 79488"/>
                  <a:gd name="connsiteY2" fmla="*/ 37059 h 79394"/>
                  <a:gd name="connsiteX3" fmla="*/ 2577 w 79488"/>
                  <a:gd name="connsiteY3" fmla="*/ 10048 h 79394"/>
                  <a:gd name="connsiteX4" fmla="*/ 29588 w 79488"/>
                  <a:gd name="connsiteY4" fmla="*/ 2577 h 79394"/>
                  <a:gd name="connsiteX5" fmla="*/ 76905 w 79488"/>
                  <a:gd name="connsiteY5" fmla="*/ 49702 h 79394"/>
                  <a:gd name="connsiteX6" fmla="*/ 69625 w 79488"/>
                  <a:gd name="connsiteY6" fmla="*/ 76713 h 79394"/>
                  <a:gd name="connsiteX7" fmla="*/ 59855 w 79488"/>
                  <a:gd name="connsiteY7" fmla="*/ 79395 h 79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488" h="79394">
                    <a:moveTo>
                      <a:pt x="59855" y="79395"/>
                    </a:moveTo>
                    <a:cubicBezTo>
                      <a:pt x="52959" y="79395"/>
                      <a:pt x="46254" y="75755"/>
                      <a:pt x="42614" y="69433"/>
                    </a:cubicBezTo>
                    <a:cubicBezTo>
                      <a:pt x="34760" y="55832"/>
                      <a:pt x="23649" y="44721"/>
                      <a:pt x="10048" y="37059"/>
                    </a:cubicBezTo>
                    <a:cubicBezTo>
                      <a:pt x="470" y="31695"/>
                      <a:pt x="-2787" y="19626"/>
                      <a:pt x="2577" y="10048"/>
                    </a:cubicBezTo>
                    <a:cubicBezTo>
                      <a:pt x="7941" y="470"/>
                      <a:pt x="20010" y="-2787"/>
                      <a:pt x="29588" y="2577"/>
                    </a:cubicBezTo>
                    <a:cubicBezTo>
                      <a:pt x="49319" y="13688"/>
                      <a:pt x="65602" y="29971"/>
                      <a:pt x="76905" y="49702"/>
                    </a:cubicBezTo>
                    <a:cubicBezTo>
                      <a:pt x="82269" y="59089"/>
                      <a:pt x="79012" y="71349"/>
                      <a:pt x="69625" y="76713"/>
                    </a:cubicBezTo>
                    <a:cubicBezTo>
                      <a:pt x="66560" y="78437"/>
                      <a:pt x="63112" y="79395"/>
                      <a:pt x="59855" y="79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5F69C7FB-00B9-D51F-5804-144C112F8FE3}"/>
                  </a:ext>
                </a:extLst>
              </p:cNvPr>
              <p:cNvSpPr/>
              <p:nvPr/>
            </p:nvSpPr>
            <p:spPr>
              <a:xfrm>
                <a:off x="6302374" y="1058633"/>
                <a:ext cx="79679" cy="79394"/>
              </a:xfrm>
              <a:custGeom>
                <a:avLst/>
                <a:gdLst>
                  <a:gd name="connsiteX0" fmla="*/ 59855 w 79679"/>
                  <a:gd name="connsiteY0" fmla="*/ 79395 h 79394"/>
                  <a:gd name="connsiteX1" fmla="*/ 42614 w 79679"/>
                  <a:gd name="connsiteY1" fmla="*/ 69433 h 79394"/>
                  <a:gd name="connsiteX2" fmla="*/ 10048 w 79679"/>
                  <a:gd name="connsiteY2" fmla="*/ 37059 h 79394"/>
                  <a:gd name="connsiteX3" fmla="*/ 2577 w 79679"/>
                  <a:gd name="connsiteY3" fmla="*/ 10048 h 79394"/>
                  <a:gd name="connsiteX4" fmla="*/ 29588 w 79679"/>
                  <a:gd name="connsiteY4" fmla="*/ 2577 h 79394"/>
                  <a:gd name="connsiteX5" fmla="*/ 77096 w 79679"/>
                  <a:gd name="connsiteY5" fmla="*/ 49702 h 79394"/>
                  <a:gd name="connsiteX6" fmla="*/ 69817 w 79679"/>
                  <a:gd name="connsiteY6" fmla="*/ 76713 h 79394"/>
                  <a:gd name="connsiteX7" fmla="*/ 60047 w 79679"/>
                  <a:gd name="connsiteY7" fmla="*/ 79395 h 79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679" h="79394">
                    <a:moveTo>
                      <a:pt x="59855" y="79395"/>
                    </a:moveTo>
                    <a:cubicBezTo>
                      <a:pt x="52959" y="79395"/>
                      <a:pt x="46446" y="75755"/>
                      <a:pt x="42614" y="69433"/>
                    </a:cubicBezTo>
                    <a:cubicBezTo>
                      <a:pt x="34760" y="55832"/>
                      <a:pt x="23649" y="44721"/>
                      <a:pt x="10048" y="37059"/>
                    </a:cubicBezTo>
                    <a:cubicBezTo>
                      <a:pt x="470" y="31695"/>
                      <a:pt x="-2787" y="19626"/>
                      <a:pt x="2577" y="10048"/>
                    </a:cubicBezTo>
                    <a:cubicBezTo>
                      <a:pt x="7941" y="470"/>
                      <a:pt x="20010" y="-2787"/>
                      <a:pt x="29588" y="2577"/>
                    </a:cubicBezTo>
                    <a:cubicBezTo>
                      <a:pt x="49319" y="13688"/>
                      <a:pt x="65794" y="29971"/>
                      <a:pt x="77096" y="49702"/>
                    </a:cubicBezTo>
                    <a:cubicBezTo>
                      <a:pt x="82460" y="59089"/>
                      <a:pt x="79203" y="71349"/>
                      <a:pt x="69817" y="76713"/>
                    </a:cubicBezTo>
                    <a:cubicBezTo>
                      <a:pt x="66752" y="78437"/>
                      <a:pt x="63303" y="79395"/>
                      <a:pt x="60047" y="79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5C89393F-7E2B-597B-72E0-CFCF52902887}"/>
                  </a:ext>
                </a:extLst>
              </p:cNvPr>
              <p:cNvSpPr/>
              <p:nvPr/>
            </p:nvSpPr>
            <p:spPr>
              <a:xfrm>
                <a:off x="6627653" y="1778259"/>
                <a:ext cx="79679" cy="79479"/>
              </a:xfrm>
              <a:custGeom>
                <a:avLst/>
                <a:gdLst>
                  <a:gd name="connsiteX0" fmla="*/ 59855 w 79679"/>
                  <a:gd name="connsiteY0" fmla="*/ 79480 h 79479"/>
                  <a:gd name="connsiteX1" fmla="*/ 42614 w 79679"/>
                  <a:gd name="connsiteY1" fmla="*/ 69518 h 79479"/>
                  <a:gd name="connsiteX2" fmla="*/ 10048 w 79679"/>
                  <a:gd name="connsiteY2" fmla="*/ 37144 h 79479"/>
                  <a:gd name="connsiteX3" fmla="*/ 2577 w 79679"/>
                  <a:gd name="connsiteY3" fmla="*/ 10133 h 79479"/>
                  <a:gd name="connsiteX4" fmla="*/ 29588 w 79679"/>
                  <a:gd name="connsiteY4" fmla="*/ 2662 h 79479"/>
                  <a:gd name="connsiteX5" fmla="*/ 77096 w 79679"/>
                  <a:gd name="connsiteY5" fmla="*/ 49787 h 79479"/>
                  <a:gd name="connsiteX6" fmla="*/ 69817 w 79679"/>
                  <a:gd name="connsiteY6" fmla="*/ 76798 h 79479"/>
                  <a:gd name="connsiteX7" fmla="*/ 60047 w 79679"/>
                  <a:gd name="connsiteY7" fmla="*/ 79480 h 79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679" h="79479">
                    <a:moveTo>
                      <a:pt x="59855" y="79480"/>
                    </a:moveTo>
                    <a:cubicBezTo>
                      <a:pt x="52959" y="79480"/>
                      <a:pt x="46254" y="75840"/>
                      <a:pt x="42614" y="69518"/>
                    </a:cubicBezTo>
                    <a:cubicBezTo>
                      <a:pt x="34760" y="55917"/>
                      <a:pt x="23458" y="44807"/>
                      <a:pt x="10048" y="37144"/>
                    </a:cubicBezTo>
                    <a:cubicBezTo>
                      <a:pt x="470" y="31780"/>
                      <a:pt x="-2787" y="19711"/>
                      <a:pt x="2577" y="10133"/>
                    </a:cubicBezTo>
                    <a:cubicBezTo>
                      <a:pt x="7941" y="555"/>
                      <a:pt x="20010" y="-2893"/>
                      <a:pt x="29588" y="2662"/>
                    </a:cubicBezTo>
                    <a:cubicBezTo>
                      <a:pt x="49319" y="13773"/>
                      <a:pt x="65794" y="30056"/>
                      <a:pt x="77096" y="49787"/>
                    </a:cubicBezTo>
                    <a:cubicBezTo>
                      <a:pt x="82460" y="59174"/>
                      <a:pt x="79203" y="71434"/>
                      <a:pt x="69817" y="76798"/>
                    </a:cubicBezTo>
                    <a:cubicBezTo>
                      <a:pt x="66752" y="78522"/>
                      <a:pt x="63303" y="79480"/>
                      <a:pt x="60047" y="794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11034F94-1423-50AD-531C-4EF17E23F4D0}"/>
                  </a:ext>
                </a:extLst>
              </p:cNvPr>
              <p:cNvSpPr/>
              <p:nvPr/>
            </p:nvSpPr>
            <p:spPr>
              <a:xfrm>
                <a:off x="6471718" y="1416668"/>
                <a:ext cx="79679" cy="79394"/>
              </a:xfrm>
              <a:custGeom>
                <a:avLst/>
                <a:gdLst>
                  <a:gd name="connsiteX0" fmla="*/ 59855 w 79679"/>
                  <a:gd name="connsiteY0" fmla="*/ 79395 h 79394"/>
                  <a:gd name="connsiteX1" fmla="*/ 42614 w 79679"/>
                  <a:gd name="connsiteY1" fmla="*/ 69433 h 79394"/>
                  <a:gd name="connsiteX2" fmla="*/ 10048 w 79679"/>
                  <a:gd name="connsiteY2" fmla="*/ 37059 h 79394"/>
                  <a:gd name="connsiteX3" fmla="*/ 2577 w 79679"/>
                  <a:gd name="connsiteY3" fmla="*/ 10048 h 79394"/>
                  <a:gd name="connsiteX4" fmla="*/ 29588 w 79679"/>
                  <a:gd name="connsiteY4" fmla="*/ 2577 h 79394"/>
                  <a:gd name="connsiteX5" fmla="*/ 77096 w 79679"/>
                  <a:gd name="connsiteY5" fmla="*/ 49702 h 79394"/>
                  <a:gd name="connsiteX6" fmla="*/ 69817 w 79679"/>
                  <a:gd name="connsiteY6" fmla="*/ 76713 h 79394"/>
                  <a:gd name="connsiteX7" fmla="*/ 60047 w 79679"/>
                  <a:gd name="connsiteY7" fmla="*/ 79395 h 79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679" h="79394">
                    <a:moveTo>
                      <a:pt x="59855" y="79395"/>
                    </a:moveTo>
                    <a:cubicBezTo>
                      <a:pt x="52959" y="79395"/>
                      <a:pt x="46446" y="75755"/>
                      <a:pt x="42614" y="69433"/>
                    </a:cubicBezTo>
                    <a:cubicBezTo>
                      <a:pt x="34760" y="56024"/>
                      <a:pt x="23649" y="44721"/>
                      <a:pt x="10048" y="37059"/>
                    </a:cubicBezTo>
                    <a:cubicBezTo>
                      <a:pt x="470" y="31695"/>
                      <a:pt x="-2787" y="19626"/>
                      <a:pt x="2577" y="10048"/>
                    </a:cubicBezTo>
                    <a:cubicBezTo>
                      <a:pt x="7941" y="470"/>
                      <a:pt x="20010" y="-2787"/>
                      <a:pt x="29588" y="2577"/>
                    </a:cubicBezTo>
                    <a:cubicBezTo>
                      <a:pt x="49319" y="13688"/>
                      <a:pt x="65794" y="29971"/>
                      <a:pt x="77096" y="49702"/>
                    </a:cubicBezTo>
                    <a:cubicBezTo>
                      <a:pt x="82460" y="59089"/>
                      <a:pt x="79203" y="71349"/>
                      <a:pt x="69817" y="76713"/>
                    </a:cubicBezTo>
                    <a:cubicBezTo>
                      <a:pt x="66752" y="78437"/>
                      <a:pt x="63303" y="79395"/>
                      <a:pt x="60047" y="79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9E6C6364-28C0-CA5C-7082-A589029E805D}"/>
                  </a:ext>
                </a:extLst>
              </p:cNvPr>
              <p:cNvSpPr/>
              <p:nvPr/>
            </p:nvSpPr>
            <p:spPr>
              <a:xfrm>
                <a:off x="5927479" y="1826043"/>
                <a:ext cx="79488" cy="79394"/>
              </a:xfrm>
              <a:custGeom>
                <a:avLst/>
                <a:gdLst>
                  <a:gd name="connsiteX0" fmla="*/ 59855 w 79488"/>
                  <a:gd name="connsiteY0" fmla="*/ 79395 h 79394"/>
                  <a:gd name="connsiteX1" fmla="*/ 42614 w 79488"/>
                  <a:gd name="connsiteY1" fmla="*/ 69433 h 79394"/>
                  <a:gd name="connsiteX2" fmla="*/ 10048 w 79488"/>
                  <a:gd name="connsiteY2" fmla="*/ 37059 h 79394"/>
                  <a:gd name="connsiteX3" fmla="*/ 2577 w 79488"/>
                  <a:gd name="connsiteY3" fmla="*/ 10048 h 79394"/>
                  <a:gd name="connsiteX4" fmla="*/ 29588 w 79488"/>
                  <a:gd name="connsiteY4" fmla="*/ 2577 h 79394"/>
                  <a:gd name="connsiteX5" fmla="*/ 76905 w 79488"/>
                  <a:gd name="connsiteY5" fmla="*/ 49702 h 79394"/>
                  <a:gd name="connsiteX6" fmla="*/ 69625 w 79488"/>
                  <a:gd name="connsiteY6" fmla="*/ 76713 h 79394"/>
                  <a:gd name="connsiteX7" fmla="*/ 59855 w 79488"/>
                  <a:gd name="connsiteY7" fmla="*/ 79395 h 79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488" h="79394">
                    <a:moveTo>
                      <a:pt x="59855" y="79395"/>
                    </a:moveTo>
                    <a:cubicBezTo>
                      <a:pt x="52959" y="79395"/>
                      <a:pt x="46254" y="75755"/>
                      <a:pt x="42614" y="69433"/>
                    </a:cubicBezTo>
                    <a:cubicBezTo>
                      <a:pt x="34952" y="56024"/>
                      <a:pt x="23649" y="44721"/>
                      <a:pt x="10048" y="37059"/>
                    </a:cubicBezTo>
                    <a:cubicBezTo>
                      <a:pt x="470" y="31695"/>
                      <a:pt x="-2787" y="19626"/>
                      <a:pt x="2577" y="10048"/>
                    </a:cubicBezTo>
                    <a:cubicBezTo>
                      <a:pt x="7941" y="470"/>
                      <a:pt x="20010" y="-2787"/>
                      <a:pt x="29588" y="2577"/>
                    </a:cubicBezTo>
                    <a:cubicBezTo>
                      <a:pt x="49319" y="13688"/>
                      <a:pt x="65794" y="29971"/>
                      <a:pt x="76905" y="49702"/>
                    </a:cubicBezTo>
                    <a:cubicBezTo>
                      <a:pt x="82268" y="59089"/>
                      <a:pt x="79012" y="71349"/>
                      <a:pt x="69625" y="76713"/>
                    </a:cubicBezTo>
                    <a:cubicBezTo>
                      <a:pt x="66560" y="78437"/>
                      <a:pt x="63112" y="79395"/>
                      <a:pt x="59855" y="79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207563E8-D728-E221-D5A5-5943ED618F18}"/>
              </a:ext>
            </a:extLst>
          </p:cNvPr>
          <p:cNvGrpSpPr/>
          <p:nvPr/>
        </p:nvGrpSpPr>
        <p:grpSpPr>
          <a:xfrm>
            <a:off x="8281170" y="1177496"/>
            <a:ext cx="3596216" cy="2223861"/>
            <a:chOff x="8281170" y="867616"/>
            <a:chExt cx="3596216" cy="2223861"/>
          </a:xfrm>
        </p:grpSpPr>
        <p:sp>
          <p:nvSpPr>
            <p:cNvPr id="4" name="Rectangle: Single Corner Snipped 3">
              <a:extLst>
                <a:ext uri="{FF2B5EF4-FFF2-40B4-BE49-F238E27FC236}">
                  <a16:creationId xmlns:a16="http://schemas.microsoft.com/office/drawing/2014/main" id="{23811134-F089-670F-01D2-BA92C90ADA5D}"/>
                </a:ext>
              </a:extLst>
            </p:cNvPr>
            <p:cNvSpPr/>
            <p:nvPr/>
          </p:nvSpPr>
          <p:spPr>
            <a:xfrm>
              <a:off x="8387732" y="867616"/>
              <a:ext cx="3403498" cy="1657881"/>
            </a:xfrm>
            <a:prstGeom prst="snip1Rect">
              <a:avLst>
                <a:gd name="adj" fmla="val 0"/>
              </a:avLst>
            </a:prstGeom>
            <a:pattFill prst="smGrid">
              <a:fgClr>
                <a:srgbClr val="8799A7"/>
              </a:fgClr>
              <a:bgClr>
                <a:srgbClr val="72869E"/>
              </a:bgClr>
            </a:pattFill>
            <a:ln w="3175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Single Corner Snipped 4">
              <a:extLst>
                <a:ext uri="{FF2B5EF4-FFF2-40B4-BE49-F238E27FC236}">
                  <a16:creationId xmlns:a16="http://schemas.microsoft.com/office/drawing/2014/main" id="{C658A4F7-61DC-FE8C-99BD-934B10969D32}"/>
                </a:ext>
              </a:extLst>
            </p:cNvPr>
            <p:cNvSpPr/>
            <p:nvPr/>
          </p:nvSpPr>
          <p:spPr>
            <a:xfrm>
              <a:off x="8347203" y="948051"/>
              <a:ext cx="3277094" cy="1577446"/>
            </a:xfrm>
            <a:prstGeom prst="snip1Rect">
              <a:avLst>
                <a:gd name="adj" fmla="val 0"/>
              </a:avLst>
            </a:prstGeom>
            <a:gradFill>
              <a:gsLst>
                <a:gs pos="100000">
                  <a:srgbClr val="43515C">
                    <a:alpha val="32000"/>
                  </a:srgbClr>
                </a:gs>
                <a:gs pos="0">
                  <a:srgbClr val="485364">
                    <a:alpha val="0"/>
                  </a:srgbClr>
                </a:gs>
              </a:gsLst>
              <a:lin ang="5400000" scaled="1"/>
            </a:gradFill>
            <a:ln w="3175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12BE839C-5D74-8D13-7208-A3EAADF7CE8F}"/>
                </a:ext>
              </a:extLst>
            </p:cNvPr>
            <p:cNvCxnSpPr>
              <a:cxnSpLocks/>
            </p:cNvCxnSpPr>
            <p:nvPr/>
          </p:nvCxnSpPr>
          <p:spPr>
            <a:xfrm>
              <a:off x="8281170" y="2525497"/>
              <a:ext cx="3596216" cy="0"/>
            </a:xfrm>
            <a:prstGeom prst="line">
              <a:avLst/>
            </a:prstGeom>
            <a:ln w="28575" cap="rnd">
              <a:solidFill>
                <a:srgbClr val="43E9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Rectangle: Single Corner Snipped 234">
              <a:extLst>
                <a:ext uri="{FF2B5EF4-FFF2-40B4-BE49-F238E27FC236}">
                  <a16:creationId xmlns:a16="http://schemas.microsoft.com/office/drawing/2014/main" id="{D056AF27-AC36-43FC-E9B9-5185ED8B9C55}"/>
                </a:ext>
              </a:extLst>
            </p:cNvPr>
            <p:cNvSpPr/>
            <p:nvPr/>
          </p:nvSpPr>
          <p:spPr>
            <a:xfrm>
              <a:off x="8554636" y="948051"/>
              <a:ext cx="3277094" cy="1577446"/>
            </a:xfrm>
            <a:prstGeom prst="snip1Rect">
              <a:avLst>
                <a:gd name="adj" fmla="val 0"/>
              </a:avLst>
            </a:prstGeom>
            <a:gradFill>
              <a:gsLst>
                <a:gs pos="100000">
                  <a:srgbClr val="43E9FF">
                    <a:alpha val="14000"/>
                  </a:srgbClr>
                </a:gs>
                <a:gs pos="0">
                  <a:srgbClr val="485364">
                    <a:alpha val="0"/>
                  </a:srgbClr>
                </a:gs>
              </a:gsLst>
              <a:lin ang="5400000" scaled="1"/>
            </a:gradFill>
            <a:ln w="3175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0B3153E1-1F7D-2C5C-C516-8DEC93A96600}"/>
                </a:ext>
              </a:extLst>
            </p:cNvPr>
            <p:cNvGrpSpPr/>
            <p:nvPr/>
          </p:nvGrpSpPr>
          <p:grpSpPr>
            <a:xfrm>
              <a:off x="9785471" y="929125"/>
              <a:ext cx="711568" cy="1584989"/>
              <a:chOff x="9785471" y="714396"/>
              <a:chExt cx="711568" cy="1584989"/>
            </a:xfrm>
          </p:grpSpPr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2DD124E4-7BE1-6F10-9744-C52D5EBB1191}"/>
                  </a:ext>
                </a:extLst>
              </p:cNvPr>
              <p:cNvGrpSpPr/>
              <p:nvPr/>
            </p:nvGrpSpPr>
            <p:grpSpPr>
              <a:xfrm>
                <a:off x="9785471" y="714396"/>
                <a:ext cx="711568" cy="1584989"/>
                <a:chOff x="9785471" y="714396"/>
                <a:chExt cx="711568" cy="1584989"/>
              </a:xfrm>
              <a:effectLst>
                <a:outerShdw blurRad="63500" dist="38100" sx="102000" sy="102000" algn="ctr" rotWithShape="0">
                  <a:srgbClr val="43515C">
                    <a:alpha val="46000"/>
                  </a:srgbClr>
                </a:outerShdw>
              </a:effectLst>
            </p:grpSpPr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F623B0BE-1AC2-94AE-354E-658A92945F7C}"/>
                    </a:ext>
                  </a:extLst>
                </p:cNvPr>
                <p:cNvSpPr/>
                <p:nvPr/>
              </p:nvSpPr>
              <p:spPr>
                <a:xfrm>
                  <a:off x="9912422" y="830354"/>
                  <a:ext cx="456528" cy="1353072"/>
                </a:xfrm>
                <a:custGeom>
                  <a:avLst/>
                  <a:gdLst>
                    <a:gd name="connsiteX0" fmla="*/ 245071 w 482474"/>
                    <a:gd name="connsiteY0" fmla="*/ 369938 h 1375609"/>
                    <a:gd name="connsiteX1" fmla="*/ 13471 w 482474"/>
                    <a:gd name="connsiteY1" fmla="*/ 42071 h 1375609"/>
                    <a:gd name="connsiteX2" fmla="*/ 16165 w 482474"/>
                    <a:gd name="connsiteY2" fmla="*/ 0 h 1375609"/>
                    <a:gd name="connsiteX3" fmla="*/ 2694 w 482474"/>
                    <a:gd name="connsiteY3" fmla="*/ 0 h 1375609"/>
                    <a:gd name="connsiteX4" fmla="*/ 0 w 482474"/>
                    <a:gd name="connsiteY4" fmla="*/ 42071 h 1375609"/>
                    <a:gd name="connsiteX5" fmla="*/ 237300 w 482474"/>
                    <a:gd name="connsiteY5" fmla="*/ 380922 h 1375609"/>
                    <a:gd name="connsiteX6" fmla="*/ 469003 w 482474"/>
                    <a:gd name="connsiteY6" fmla="*/ 708789 h 1375609"/>
                    <a:gd name="connsiteX7" fmla="*/ 237300 w 482474"/>
                    <a:gd name="connsiteY7" fmla="*/ 1036655 h 1375609"/>
                    <a:gd name="connsiteX8" fmla="*/ 0 w 482474"/>
                    <a:gd name="connsiteY8" fmla="*/ 1375609 h 1375609"/>
                    <a:gd name="connsiteX9" fmla="*/ 13471 w 482474"/>
                    <a:gd name="connsiteY9" fmla="*/ 1375609 h 1375609"/>
                    <a:gd name="connsiteX10" fmla="*/ 245175 w 482474"/>
                    <a:gd name="connsiteY10" fmla="*/ 1047639 h 1375609"/>
                    <a:gd name="connsiteX11" fmla="*/ 482475 w 482474"/>
                    <a:gd name="connsiteY11" fmla="*/ 708789 h 1375609"/>
                    <a:gd name="connsiteX12" fmla="*/ 245175 w 482474"/>
                    <a:gd name="connsiteY12" fmla="*/ 369938 h 1375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82474" h="1375609">
                      <a:moveTo>
                        <a:pt x="245071" y="369938"/>
                      </a:moveTo>
                      <a:cubicBezTo>
                        <a:pt x="126007" y="285277"/>
                        <a:pt x="13471" y="205279"/>
                        <a:pt x="13471" y="42071"/>
                      </a:cubicBezTo>
                      <a:cubicBezTo>
                        <a:pt x="13471" y="27357"/>
                        <a:pt x="14404" y="13368"/>
                        <a:pt x="16165" y="0"/>
                      </a:cubicBezTo>
                      <a:lnTo>
                        <a:pt x="2694" y="0"/>
                      </a:lnTo>
                      <a:cubicBezTo>
                        <a:pt x="933" y="13471"/>
                        <a:pt x="0" y="27460"/>
                        <a:pt x="0" y="42071"/>
                      </a:cubicBezTo>
                      <a:cubicBezTo>
                        <a:pt x="0" y="212222"/>
                        <a:pt x="120722" y="297919"/>
                        <a:pt x="237300" y="380922"/>
                      </a:cubicBezTo>
                      <a:cubicBezTo>
                        <a:pt x="356467" y="465583"/>
                        <a:pt x="469003" y="545581"/>
                        <a:pt x="469003" y="708789"/>
                      </a:cubicBezTo>
                      <a:cubicBezTo>
                        <a:pt x="469003" y="871997"/>
                        <a:pt x="356467" y="951994"/>
                        <a:pt x="237300" y="1036655"/>
                      </a:cubicBezTo>
                      <a:cubicBezTo>
                        <a:pt x="120722" y="1119658"/>
                        <a:pt x="0" y="1205459"/>
                        <a:pt x="0" y="1375609"/>
                      </a:cubicBezTo>
                      <a:lnTo>
                        <a:pt x="13471" y="1375609"/>
                      </a:lnTo>
                      <a:cubicBezTo>
                        <a:pt x="13471" y="1212402"/>
                        <a:pt x="126007" y="1132404"/>
                        <a:pt x="245175" y="1047639"/>
                      </a:cubicBezTo>
                      <a:cubicBezTo>
                        <a:pt x="361856" y="964740"/>
                        <a:pt x="482475" y="878939"/>
                        <a:pt x="482475" y="708789"/>
                      </a:cubicBezTo>
                      <a:cubicBezTo>
                        <a:pt x="482475" y="538638"/>
                        <a:pt x="361856" y="452941"/>
                        <a:pt x="245175" y="36993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bg1"/>
                    </a:gs>
                    <a:gs pos="0">
                      <a:srgbClr val="DDF6FF"/>
                    </a:gs>
                  </a:gsLst>
                  <a:lin ang="5400000" scaled="1"/>
                  <a:tileRect/>
                </a:gradFill>
                <a:ln w="12700" cap="flat">
                  <a:gradFill>
                    <a:gsLst>
                      <a:gs pos="0">
                        <a:srgbClr val="DDF6FF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DA477427-FDE9-652E-465E-B210E7BD0633}"/>
                    </a:ext>
                  </a:extLst>
                </p:cNvPr>
                <p:cNvSpPr/>
                <p:nvPr/>
              </p:nvSpPr>
              <p:spPr>
                <a:xfrm>
                  <a:off x="9912420" y="830354"/>
                  <a:ext cx="456428" cy="1353072"/>
                </a:xfrm>
                <a:custGeom>
                  <a:avLst/>
                  <a:gdLst>
                    <a:gd name="connsiteX0" fmla="*/ 245071 w 482370"/>
                    <a:gd name="connsiteY0" fmla="*/ 380922 h 1375609"/>
                    <a:gd name="connsiteX1" fmla="*/ 482371 w 482370"/>
                    <a:gd name="connsiteY1" fmla="*/ 42071 h 1375609"/>
                    <a:gd name="connsiteX2" fmla="*/ 479677 w 482370"/>
                    <a:gd name="connsiteY2" fmla="*/ 0 h 1375609"/>
                    <a:gd name="connsiteX3" fmla="*/ 466206 w 482370"/>
                    <a:gd name="connsiteY3" fmla="*/ 0 h 1375609"/>
                    <a:gd name="connsiteX4" fmla="*/ 468900 w 482370"/>
                    <a:gd name="connsiteY4" fmla="*/ 42071 h 1375609"/>
                    <a:gd name="connsiteX5" fmla="*/ 237196 w 482370"/>
                    <a:gd name="connsiteY5" fmla="*/ 369938 h 1375609"/>
                    <a:gd name="connsiteX6" fmla="*/ 0 w 482370"/>
                    <a:gd name="connsiteY6" fmla="*/ 708789 h 1375609"/>
                    <a:gd name="connsiteX7" fmla="*/ 237300 w 482370"/>
                    <a:gd name="connsiteY7" fmla="*/ 1047639 h 1375609"/>
                    <a:gd name="connsiteX8" fmla="*/ 469003 w 482370"/>
                    <a:gd name="connsiteY8" fmla="*/ 1375609 h 1375609"/>
                    <a:gd name="connsiteX9" fmla="*/ 482371 w 482370"/>
                    <a:gd name="connsiteY9" fmla="*/ 1375609 h 1375609"/>
                    <a:gd name="connsiteX10" fmla="*/ 245071 w 482370"/>
                    <a:gd name="connsiteY10" fmla="*/ 1036759 h 1375609"/>
                    <a:gd name="connsiteX11" fmla="*/ 13368 w 482370"/>
                    <a:gd name="connsiteY11" fmla="*/ 708892 h 1375609"/>
                    <a:gd name="connsiteX12" fmla="*/ 245071 w 482370"/>
                    <a:gd name="connsiteY12" fmla="*/ 381026 h 1375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82370" h="1375609">
                      <a:moveTo>
                        <a:pt x="245071" y="380922"/>
                      </a:moveTo>
                      <a:cubicBezTo>
                        <a:pt x="361752" y="298023"/>
                        <a:pt x="482371" y="212222"/>
                        <a:pt x="482371" y="42071"/>
                      </a:cubicBezTo>
                      <a:cubicBezTo>
                        <a:pt x="482371" y="27460"/>
                        <a:pt x="481438" y="13471"/>
                        <a:pt x="479677" y="0"/>
                      </a:cubicBezTo>
                      <a:lnTo>
                        <a:pt x="466206" y="0"/>
                      </a:lnTo>
                      <a:cubicBezTo>
                        <a:pt x="467967" y="13368"/>
                        <a:pt x="468900" y="27460"/>
                        <a:pt x="468900" y="42071"/>
                      </a:cubicBezTo>
                      <a:cubicBezTo>
                        <a:pt x="468900" y="205279"/>
                        <a:pt x="356364" y="285277"/>
                        <a:pt x="237196" y="369938"/>
                      </a:cubicBezTo>
                      <a:cubicBezTo>
                        <a:pt x="120722" y="452941"/>
                        <a:pt x="0" y="538742"/>
                        <a:pt x="0" y="708789"/>
                      </a:cubicBezTo>
                      <a:cubicBezTo>
                        <a:pt x="0" y="878836"/>
                        <a:pt x="120722" y="964636"/>
                        <a:pt x="237300" y="1047639"/>
                      </a:cubicBezTo>
                      <a:cubicBezTo>
                        <a:pt x="356467" y="1132404"/>
                        <a:pt x="469003" y="1212298"/>
                        <a:pt x="469003" y="1375609"/>
                      </a:cubicBezTo>
                      <a:lnTo>
                        <a:pt x="482371" y="1375609"/>
                      </a:lnTo>
                      <a:cubicBezTo>
                        <a:pt x="482371" y="1205459"/>
                        <a:pt x="361752" y="1119658"/>
                        <a:pt x="245071" y="1036759"/>
                      </a:cubicBezTo>
                      <a:cubicBezTo>
                        <a:pt x="125903" y="952098"/>
                        <a:pt x="13368" y="872100"/>
                        <a:pt x="13368" y="708892"/>
                      </a:cubicBezTo>
                      <a:cubicBezTo>
                        <a:pt x="13368" y="545684"/>
                        <a:pt x="125903" y="465687"/>
                        <a:pt x="245071" y="38102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bg1"/>
                    </a:gs>
                    <a:gs pos="0">
                      <a:srgbClr val="DDF6FF"/>
                    </a:gs>
                  </a:gsLst>
                  <a:lin ang="5400000" scaled="1"/>
                  <a:tileRect/>
                </a:gradFill>
                <a:ln w="12700" cap="flat">
                  <a:gradFill>
                    <a:gsLst>
                      <a:gs pos="0">
                        <a:srgbClr val="DDF6FF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241" name="Freeform: Shape 240">
                  <a:extLst>
                    <a:ext uri="{FF2B5EF4-FFF2-40B4-BE49-F238E27FC236}">
                      <a16:creationId xmlns:a16="http://schemas.microsoft.com/office/drawing/2014/main" id="{D6104E59-EB52-928A-EEFC-132C292BC0CB}"/>
                    </a:ext>
                  </a:extLst>
                </p:cNvPr>
                <p:cNvSpPr/>
                <p:nvPr/>
              </p:nvSpPr>
              <p:spPr>
                <a:xfrm>
                  <a:off x="9864726" y="2167346"/>
                  <a:ext cx="553000" cy="98784"/>
                </a:xfrm>
                <a:custGeom>
                  <a:avLst/>
                  <a:gdLst>
                    <a:gd name="connsiteX0" fmla="*/ 37750 w 506313"/>
                    <a:gd name="connsiteY0" fmla="*/ 0 h 98784"/>
                    <a:gd name="connsiteX1" fmla="*/ 468563 w 506313"/>
                    <a:gd name="connsiteY1" fmla="*/ 0 h 98784"/>
                    <a:gd name="connsiteX2" fmla="*/ 506314 w 506313"/>
                    <a:gd name="connsiteY2" fmla="*/ 37750 h 98784"/>
                    <a:gd name="connsiteX3" fmla="*/ 506314 w 506313"/>
                    <a:gd name="connsiteY3" fmla="*/ 61034 h 98784"/>
                    <a:gd name="connsiteX4" fmla="*/ 468563 w 506313"/>
                    <a:gd name="connsiteY4" fmla="*/ 98784 h 98784"/>
                    <a:gd name="connsiteX5" fmla="*/ 37750 w 506313"/>
                    <a:gd name="connsiteY5" fmla="*/ 98784 h 98784"/>
                    <a:gd name="connsiteX6" fmla="*/ 0 w 506313"/>
                    <a:gd name="connsiteY6" fmla="*/ 61034 h 98784"/>
                    <a:gd name="connsiteX7" fmla="*/ 0 w 506313"/>
                    <a:gd name="connsiteY7" fmla="*/ 37750 h 98784"/>
                    <a:gd name="connsiteX8" fmla="*/ 37750 w 506313"/>
                    <a:gd name="connsiteY8" fmla="*/ 0 h 98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06313" h="98784">
                      <a:moveTo>
                        <a:pt x="37750" y="0"/>
                      </a:moveTo>
                      <a:lnTo>
                        <a:pt x="468563" y="0"/>
                      </a:lnTo>
                      <a:cubicBezTo>
                        <a:pt x="489369" y="0"/>
                        <a:pt x="506314" y="16887"/>
                        <a:pt x="506314" y="37750"/>
                      </a:cubicBezTo>
                      <a:lnTo>
                        <a:pt x="506314" y="61034"/>
                      </a:lnTo>
                      <a:cubicBezTo>
                        <a:pt x="506314" y="81840"/>
                        <a:pt x="489427" y="98784"/>
                        <a:pt x="468563" y="98784"/>
                      </a:cubicBezTo>
                      <a:lnTo>
                        <a:pt x="37750" y="98784"/>
                      </a:lnTo>
                      <a:cubicBezTo>
                        <a:pt x="16944" y="98784"/>
                        <a:pt x="0" y="81898"/>
                        <a:pt x="0" y="61034"/>
                      </a:cubicBezTo>
                      <a:lnTo>
                        <a:pt x="0" y="37750"/>
                      </a:lnTo>
                      <a:cubicBezTo>
                        <a:pt x="0" y="16944"/>
                        <a:pt x="16887" y="0"/>
                        <a:pt x="37750" y="0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2F974305-4609-9543-505A-DAA7A7D9AE0D}"/>
                    </a:ext>
                  </a:extLst>
                </p:cNvPr>
                <p:cNvSpPr/>
                <p:nvPr/>
              </p:nvSpPr>
              <p:spPr>
                <a:xfrm>
                  <a:off x="9785471" y="2216681"/>
                  <a:ext cx="711568" cy="82704"/>
                </a:xfrm>
                <a:custGeom>
                  <a:avLst/>
                  <a:gdLst>
                    <a:gd name="connsiteX0" fmla="*/ 37750 w 651493"/>
                    <a:gd name="connsiteY0" fmla="*/ 0 h 82704"/>
                    <a:gd name="connsiteX1" fmla="*/ 613743 w 651493"/>
                    <a:gd name="connsiteY1" fmla="*/ 0 h 82704"/>
                    <a:gd name="connsiteX2" fmla="*/ 651493 w 651493"/>
                    <a:gd name="connsiteY2" fmla="*/ 37750 h 82704"/>
                    <a:gd name="connsiteX3" fmla="*/ 651493 w 651493"/>
                    <a:gd name="connsiteY3" fmla="*/ 44954 h 82704"/>
                    <a:gd name="connsiteX4" fmla="*/ 613743 w 651493"/>
                    <a:gd name="connsiteY4" fmla="*/ 82705 h 82704"/>
                    <a:gd name="connsiteX5" fmla="*/ 37750 w 651493"/>
                    <a:gd name="connsiteY5" fmla="*/ 82705 h 82704"/>
                    <a:gd name="connsiteX6" fmla="*/ 0 w 651493"/>
                    <a:gd name="connsiteY6" fmla="*/ 44954 h 82704"/>
                    <a:gd name="connsiteX7" fmla="*/ 0 w 651493"/>
                    <a:gd name="connsiteY7" fmla="*/ 37750 h 82704"/>
                    <a:gd name="connsiteX8" fmla="*/ 37750 w 651493"/>
                    <a:gd name="connsiteY8" fmla="*/ 0 h 82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51493" h="82704">
                      <a:moveTo>
                        <a:pt x="37750" y="0"/>
                      </a:moveTo>
                      <a:lnTo>
                        <a:pt x="613743" y="0"/>
                      </a:lnTo>
                      <a:cubicBezTo>
                        <a:pt x="634549" y="0"/>
                        <a:pt x="651493" y="16887"/>
                        <a:pt x="651493" y="37750"/>
                      </a:cubicBezTo>
                      <a:lnTo>
                        <a:pt x="651493" y="44954"/>
                      </a:lnTo>
                      <a:cubicBezTo>
                        <a:pt x="651493" y="65760"/>
                        <a:pt x="634607" y="82705"/>
                        <a:pt x="613743" y="82705"/>
                      </a:cubicBezTo>
                      <a:lnTo>
                        <a:pt x="37750" y="82705"/>
                      </a:lnTo>
                      <a:cubicBezTo>
                        <a:pt x="16944" y="82705"/>
                        <a:pt x="0" y="65818"/>
                        <a:pt x="0" y="44954"/>
                      </a:cubicBezTo>
                      <a:lnTo>
                        <a:pt x="0" y="37750"/>
                      </a:lnTo>
                      <a:cubicBezTo>
                        <a:pt x="0" y="16944"/>
                        <a:pt x="16887" y="0"/>
                        <a:pt x="37750" y="0"/>
                      </a:cubicBezTo>
                      <a:close/>
                    </a:path>
                  </a:pathLst>
                </a:custGeom>
                <a:solidFill>
                  <a:srgbClr val="43515C"/>
                </a:solidFill>
                <a:ln w="0" cap="flat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20303D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FFDFC01C-795D-759D-5A56-2EC1D8581436}"/>
                    </a:ext>
                  </a:extLst>
                </p:cNvPr>
                <p:cNvSpPr/>
                <p:nvPr/>
              </p:nvSpPr>
              <p:spPr>
                <a:xfrm>
                  <a:off x="9864726" y="747650"/>
                  <a:ext cx="553000" cy="98784"/>
                </a:xfrm>
                <a:custGeom>
                  <a:avLst/>
                  <a:gdLst>
                    <a:gd name="connsiteX0" fmla="*/ 37750 w 506313"/>
                    <a:gd name="connsiteY0" fmla="*/ 0 h 98784"/>
                    <a:gd name="connsiteX1" fmla="*/ 468563 w 506313"/>
                    <a:gd name="connsiteY1" fmla="*/ 0 h 98784"/>
                    <a:gd name="connsiteX2" fmla="*/ 506314 w 506313"/>
                    <a:gd name="connsiteY2" fmla="*/ 37750 h 98784"/>
                    <a:gd name="connsiteX3" fmla="*/ 506314 w 506313"/>
                    <a:gd name="connsiteY3" fmla="*/ 61034 h 98784"/>
                    <a:gd name="connsiteX4" fmla="*/ 468563 w 506313"/>
                    <a:gd name="connsiteY4" fmla="*/ 98784 h 98784"/>
                    <a:gd name="connsiteX5" fmla="*/ 37750 w 506313"/>
                    <a:gd name="connsiteY5" fmla="*/ 98784 h 98784"/>
                    <a:gd name="connsiteX6" fmla="*/ 0 w 506313"/>
                    <a:gd name="connsiteY6" fmla="*/ 61034 h 98784"/>
                    <a:gd name="connsiteX7" fmla="*/ 0 w 506313"/>
                    <a:gd name="connsiteY7" fmla="*/ 37750 h 98784"/>
                    <a:gd name="connsiteX8" fmla="*/ 37750 w 506313"/>
                    <a:gd name="connsiteY8" fmla="*/ 0 h 98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06313" h="98784">
                      <a:moveTo>
                        <a:pt x="37750" y="0"/>
                      </a:moveTo>
                      <a:lnTo>
                        <a:pt x="468563" y="0"/>
                      </a:lnTo>
                      <a:cubicBezTo>
                        <a:pt x="489369" y="0"/>
                        <a:pt x="506314" y="16887"/>
                        <a:pt x="506314" y="37750"/>
                      </a:cubicBezTo>
                      <a:lnTo>
                        <a:pt x="506314" y="61034"/>
                      </a:lnTo>
                      <a:cubicBezTo>
                        <a:pt x="506314" y="81840"/>
                        <a:pt x="489427" y="98784"/>
                        <a:pt x="468563" y="98784"/>
                      </a:cubicBezTo>
                      <a:lnTo>
                        <a:pt x="37750" y="98784"/>
                      </a:lnTo>
                      <a:cubicBezTo>
                        <a:pt x="16944" y="98784"/>
                        <a:pt x="0" y="81898"/>
                        <a:pt x="0" y="61034"/>
                      </a:cubicBezTo>
                      <a:lnTo>
                        <a:pt x="0" y="37750"/>
                      </a:lnTo>
                      <a:cubicBezTo>
                        <a:pt x="0" y="16944"/>
                        <a:pt x="16887" y="0"/>
                        <a:pt x="37750" y="0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E929BFEB-283C-1E1B-3D97-4677D0E9751E}"/>
                    </a:ext>
                  </a:extLst>
                </p:cNvPr>
                <p:cNvSpPr/>
                <p:nvPr/>
              </p:nvSpPr>
              <p:spPr>
                <a:xfrm>
                  <a:off x="9785471" y="714396"/>
                  <a:ext cx="711568" cy="82704"/>
                </a:xfrm>
                <a:custGeom>
                  <a:avLst/>
                  <a:gdLst>
                    <a:gd name="connsiteX0" fmla="*/ 37750 w 651493"/>
                    <a:gd name="connsiteY0" fmla="*/ 0 h 82704"/>
                    <a:gd name="connsiteX1" fmla="*/ 613743 w 651493"/>
                    <a:gd name="connsiteY1" fmla="*/ 0 h 82704"/>
                    <a:gd name="connsiteX2" fmla="*/ 651493 w 651493"/>
                    <a:gd name="connsiteY2" fmla="*/ 37750 h 82704"/>
                    <a:gd name="connsiteX3" fmla="*/ 651493 w 651493"/>
                    <a:gd name="connsiteY3" fmla="*/ 44954 h 82704"/>
                    <a:gd name="connsiteX4" fmla="*/ 613743 w 651493"/>
                    <a:gd name="connsiteY4" fmla="*/ 82705 h 82704"/>
                    <a:gd name="connsiteX5" fmla="*/ 37750 w 651493"/>
                    <a:gd name="connsiteY5" fmla="*/ 82705 h 82704"/>
                    <a:gd name="connsiteX6" fmla="*/ 0 w 651493"/>
                    <a:gd name="connsiteY6" fmla="*/ 44954 h 82704"/>
                    <a:gd name="connsiteX7" fmla="*/ 0 w 651493"/>
                    <a:gd name="connsiteY7" fmla="*/ 37750 h 82704"/>
                    <a:gd name="connsiteX8" fmla="*/ 37750 w 651493"/>
                    <a:gd name="connsiteY8" fmla="*/ 0 h 82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51493" h="82704">
                      <a:moveTo>
                        <a:pt x="37750" y="0"/>
                      </a:moveTo>
                      <a:lnTo>
                        <a:pt x="613743" y="0"/>
                      </a:lnTo>
                      <a:cubicBezTo>
                        <a:pt x="634549" y="0"/>
                        <a:pt x="651493" y="16887"/>
                        <a:pt x="651493" y="37750"/>
                      </a:cubicBezTo>
                      <a:lnTo>
                        <a:pt x="651493" y="44954"/>
                      </a:lnTo>
                      <a:cubicBezTo>
                        <a:pt x="651493" y="65760"/>
                        <a:pt x="634607" y="82705"/>
                        <a:pt x="613743" y="82705"/>
                      </a:cubicBezTo>
                      <a:lnTo>
                        <a:pt x="37750" y="82705"/>
                      </a:lnTo>
                      <a:cubicBezTo>
                        <a:pt x="16944" y="82705"/>
                        <a:pt x="0" y="65818"/>
                        <a:pt x="0" y="44954"/>
                      </a:cubicBezTo>
                      <a:lnTo>
                        <a:pt x="0" y="37750"/>
                      </a:lnTo>
                      <a:cubicBezTo>
                        <a:pt x="0" y="16887"/>
                        <a:pt x="16887" y="0"/>
                        <a:pt x="37750" y="0"/>
                      </a:cubicBezTo>
                      <a:close/>
                    </a:path>
                  </a:pathLst>
                </a:custGeom>
                <a:solidFill>
                  <a:srgbClr val="43515C"/>
                </a:solidFill>
                <a:ln w="0" cap="flat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20303D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5" name="Freeform: Shape 244">
                  <a:extLst>
                    <a:ext uri="{FF2B5EF4-FFF2-40B4-BE49-F238E27FC236}">
                      <a16:creationId xmlns:a16="http://schemas.microsoft.com/office/drawing/2014/main" id="{816C6431-5BC9-5EEF-B32D-8F19CE37DCFC}"/>
                    </a:ext>
                  </a:extLst>
                </p:cNvPr>
                <p:cNvSpPr/>
                <p:nvPr/>
              </p:nvSpPr>
              <p:spPr>
                <a:xfrm>
                  <a:off x="9852031" y="736815"/>
                  <a:ext cx="37692" cy="37750"/>
                </a:xfrm>
                <a:custGeom>
                  <a:avLst/>
                  <a:gdLst>
                    <a:gd name="connsiteX0" fmla="*/ 37693 w 37692"/>
                    <a:gd name="connsiteY0" fmla="*/ 18904 h 37750"/>
                    <a:gd name="connsiteX1" fmla="*/ 18846 w 37692"/>
                    <a:gd name="connsiteY1" fmla="*/ 37750 h 37750"/>
                    <a:gd name="connsiteX2" fmla="*/ 0 w 37692"/>
                    <a:gd name="connsiteY2" fmla="*/ 18904 h 37750"/>
                    <a:gd name="connsiteX3" fmla="*/ 18846 w 37692"/>
                    <a:gd name="connsiteY3" fmla="*/ 0 h 37750"/>
                    <a:gd name="connsiteX4" fmla="*/ 37693 w 37692"/>
                    <a:gd name="connsiteY4" fmla="*/ 18904 h 37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692" h="37750">
                      <a:moveTo>
                        <a:pt x="37693" y="18904"/>
                      </a:moveTo>
                      <a:cubicBezTo>
                        <a:pt x="37693" y="29336"/>
                        <a:pt x="29220" y="37750"/>
                        <a:pt x="18846" y="37750"/>
                      </a:cubicBezTo>
                      <a:cubicBezTo>
                        <a:pt x="8472" y="37750"/>
                        <a:pt x="0" y="29278"/>
                        <a:pt x="0" y="18904"/>
                      </a:cubicBezTo>
                      <a:cubicBezTo>
                        <a:pt x="0" y="8530"/>
                        <a:pt x="8472" y="0"/>
                        <a:pt x="18846" y="0"/>
                      </a:cubicBezTo>
                      <a:cubicBezTo>
                        <a:pt x="29220" y="0"/>
                        <a:pt x="37693" y="8472"/>
                        <a:pt x="37693" y="18904"/>
                      </a:cubicBezTo>
                      <a:close/>
                    </a:path>
                  </a:pathLst>
                </a:custGeom>
                <a:solidFill>
                  <a:srgbClr val="FFCD7F"/>
                </a:solidFill>
                <a:ln w="0" cap="flat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246" name="Freeform: Shape 245">
                  <a:extLst>
                    <a:ext uri="{FF2B5EF4-FFF2-40B4-BE49-F238E27FC236}">
                      <a16:creationId xmlns:a16="http://schemas.microsoft.com/office/drawing/2014/main" id="{B2542E6E-7E49-2208-B4BF-97D906E72A40}"/>
                    </a:ext>
                  </a:extLst>
                </p:cNvPr>
                <p:cNvSpPr/>
                <p:nvPr/>
              </p:nvSpPr>
              <p:spPr>
                <a:xfrm>
                  <a:off x="9814626" y="746267"/>
                  <a:ext cx="18903" cy="18903"/>
                </a:xfrm>
                <a:custGeom>
                  <a:avLst/>
                  <a:gdLst>
                    <a:gd name="connsiteX0" fmla="*/ 18904 w 18903"/>
                    <a:gd name="connsiteY0" fmla="*/ 9452 h 18903"/>
                    <a:gd name="connsiteX1" fmla="*/ 9452 w 18903"/>
                    <a:gd name="connsiteY1" fmla="*/ 18904 h 18903"/>
                    <a:gd name="connsiteX2" fmla="*/ 0 w 18903"/>
                    <a:gd name="connsiteY2" fmla="*/ 9452 h 18903"/>
                    <a:gd name="connsiteX3" fmla="*/ 9452 w 18903"/>
                    <a:gd name="connsiteY3" fmla="*/ 0 h 18903"/>
                    <a:gd name="connsiteX4" fmla="*/ 18904 w 18903"/>
                    <a:gd name="connsiteY4" fmla="*/ 9452 h 18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03" h="18903">
                      <a:moveTo>
                        <a:pt x="18904" y="9452"/>
                      </a:moveTo>
                      <a:cubicBezTo>
                        <a:pt x="18904" y="14697"/>
                        <a:pt x="14697" y="18904"/>
                        <a:pt x="9452" y="18904"/>
                      </a:cubicBezTo>
                      <a:cubicBezTo>
                        <a:pt x="4207" y="18904"/>
                        <a:pt x="0" y="14697"/>
                        <a:pt x="0" y="9452"/>
                      </a:cubicBezTo>
                      <a:cubicBezTo>
                        <a:pt x="0" y="4207"/>
                        <a:pt x="4207" y="0"/>
                        <a:pt x="9452" y="0"/>
                      </a:cubicBezTo>
                      <a:cubicBezTo>
                        <a:pt x="14697" y="0"/>
                        <a:pt x="18904" y="4207"/>
                        <a:pt x="18904" y="9452"/>
                      </a:cubicBezTo>
                      <a:close/>
                    </a:path>
                  </a:pathLst>
                </a:custGeom>
                <a:solidFill>
                  <a:srgbClr val="9BC5F2"/>
                </a:solidFill>
                <a:ln w="0" cap="flat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grpSp>
              <p:nvGrpSpPr>
                <p:cNvPr id="247" name="Group 246">
                  <a:extLst>
                    <a:ext uri="{FF2B5EF4-FFF2-40B4-BE49-F238E27FC236}">
                      <a16:creationId xmlns:a16="http://schemas.microsoft.com/office/drawing/2014/main" id="{9EA56A25-E292-2C7D-1E2C-631D9E37D4DC}"/>
                    </a:ext>
                  </a:extLst>
                </p:cNvPr>
                <p:cNvGrpSpPr/>
                <p:nvPr/>
              </p:nvGrpSpPr>
              <p:grpSpPr>
                <a:xfrm>
                  <a:off x="10304314" y="894340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301" name="Freeform: Shape 300">
                    <a:extLst>
                      <a:ext uri="{FF2B5EF4-FFF2-40B4-BE49-F238E27FC236}">
                        <a16:creationId xmlns:a16="http://schemas.microsoft.com/office/drawing/2014/main" id="{04A23FE4-41DF-A169-30C5-0AE3B3916602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22D1AB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02" name="Freeform: Shape 301">
                    <a:extLst>
                      <a:ext uri="{FF2B5EF4-FFF2-40B4-BE49-F238E27FC236}">
                        <a16:creationId xmlns:a16="http://schemas.microsoft.com/office/drawing/2014/main" id="{373301AF-450D-F054-DB8B-D1DEEDAD39BE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8" name="Group 247">
                  <a:extLst>
                    <a:ext uri="{FF2B5EF4-FFF2-40B4-BE49-F238E27FC236}">
                      <a16:creationId xmlns:a16="http://schemas.microsoft.com/office/drawing/2014/main" id="{FA7275BA-1D8B-A919-ED59-111A161001BC}"/>
                    </a:ext>
                  </a:extLst>
                </p:cNvPr>
                <p:cNvGrpSpPr/>
                <p:nvPr/>
              </p:nvGrpSpPr>
              <p:grpSpPr>
                <a:xfrm>
                  <a:off x="9878865" y="894340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99" name="Freeform: Shape 298">
                    <a:extLst>
                      <a:ext uri="{FF2B5EF4-FFF2-40B4-BE49-F238E27FC236}">
                        <a16:creationId xmlns:a16="http://schemas.microsoft.com/office/drawing/2014/main" id="{BF896BB8-F193-869F-F2C9-5593189DEC6A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00" name="Freeform: Shape 299">
                    <a:extLst>
                      <a:ext uri="{FF2B5EF4-FFF2-40B4-BE49-F238E27FC236}">
                        <a16:creationId xmlns:a16="http://schemas.microsoft.com/office/drawing/2014/main" id="{E1CFB616-7741-B320-43F9-34327786A22E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9" name="Group 248">
                  <a:extLst>
                    <a:ext uri="{FF2B5EF4-FFF2-40B4-BE49-F238E27FC236}">
                      <a16:creationId xmlns:a16="http://schemas.microsoft.com/office/drawing/2014/main" id="{582D2C8B-3111-46E5-D2A4-60BF98A17B21}"/>
                    </a:ext>
                  </a:extLst>
                </p:cNvPr>
                <p:cNvGrpSpPr/>
                <p:nvPr/>
              </p:nvGrpSpPr>
              <p:grpSpPr>
                <a:xfrm>
                  <a:off x="9963003" y="1041977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97" name="Freeform: Shape 296">
                    <a:extLst>
                      <a:ext uri="{FF2B5EF4-FFF2-40B4-BE49-F238E27FC236}">
                        <a16:creationId xmlns:a16="http://schemas.microsoft.com/office/drawing/2014/main" id="{0F4ADF72-AFF7-4813-FFCE-1E4FBC60F321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98" name="Freeform: Shape 297">
                    <a:extLst>
                      <a:ext uri="{FF2B5EF4-FFF2-40B4-BE49-F238E27FC236}">
                        <a16:creationId xmlns:a16="http://schemas.microsoft.com/office/drawing/2014/main" id="{4BB71A97-1F70-CFC6-3CAC-1E7792C9823C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50" name="Group 249">
                  <a:extLst>
                    <a:ext uri="{FF2B5EF4-FFF2-40B4-BE49-F238E27FC236}">
                      <a16:creationId xmlns:a16="http://schemas.microsoft.com/office/drawing/2014/main" id="{3966937C-F9AF-B6FB-5BAA-F12DCF6DC639}"/>
                    </a:ext>
                  </a:extLst>
                </p:cNvPr>
                <p:cNvGrpSpPr/>
                <p:nvPr/>
              </p:nvGrpSpPr>
              <p:grpSpPr>
                <a:xfrm>
                  <a:off x="10230752" y="1041977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95" name="Freeform: Shape 294">
                    <a:extLst>
                      <a:ext uri="{FF2B5EF4-FFF2-40B4-BE49-F238E27FC236}">
                        <a16:creationId xmlns:a16="http://schemas.microsoft.com/office/drawing/2014/main" id="{E632DBB9-CD5E-33BB-D97C-9FA77FB429DB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22D1AB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96" name="Freeform: Shape 295">
                    <a:extLst>
                      <a:ext uri="{FF2B5EF4-FFF2-40B4-BE49-F238E27FC236}">
                        <a16:creationId xmlns:a16="http://schemas.microsoft.com/office/drawing/2014/main" id="{C951D045-16B1-1E06-DCF8-F3C255A67342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51" name="Group 250">
                  <a:extLst>
                    <a:ext uri="{FF2B5EF4-FFF2-40B4-BE49-F238E27FC236}">
                      <a16:creationId xmlns:a16="http://schemas.microsoft.com/office/drawing/2014/main" id="{07B545FC-91D0-26EC-6A5C-DB5B6FA7B510}"/>
                    </a:ext>
                  </a:extLst>
                </p:cNvPr>
                <p:cNvGrpSpPr/>
                <p:nvPr/>
              </p:nvGrpSpPr>
              <p:grpSpPr>
                <a:xfrm>
                  <a:off x="10001479" y="1224539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93" name="Freeform: Shape 292">
                    <a:extLst>
                      <a:ext uri="{FF2B5EF4-FFF2-40B4-BE49-F238E27FC236}">
                        <a16:creationId xmlns:a16="http://schemas.microsoft.com/office/drawing/2014/main" id="{C15EA323-FB1E-FA48-7751-C95CBDB589E0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22D1AB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94" name="Freeform: Shape 293">
                    <a:extLst>
                      <a:ext uri="{FF2B5EF4-FFF2-40B4-BE49-F238E27FC236}">
                        <a16:creationId xmlns:a16="http://schemas.microsoft.com/office/drawing/2014/main" id="{C35EB7DD-EBA6-A211-B39B-4473DFE17603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52" name="Group 251">
                  <a:extLst>
                    <a:ext uri="{FF2B5EF4-FFF2-40B4-BE49-F238E27FC236}">
                      <a16:creationId xmlns:a16="http://schemas.microsoft.com/office/drawing/2014/main" id="{8E7EE7CF-C21A-C031-9489-53188AFE025C}"/>
                    </a:ext>
                  </a:extLst>
                </p:cNvPr>
                <p:cNvGrpSpPr/>
                <p:nvPr/>
              </p:nvGrpSpPr>
              <p:grpSpPr>
                <a:xfrm>
                  <a:off x="10195124" y="1224539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91" name="Freeform: Shape 290">
                    <a:extLst>
                      <a:ext uri="{FF2B5EF4-FFF2-40B4-BE49-F238E27FC236}">
                        <a16:creationId xmlns:a16="http://schemas.microsoft.com/office/drawing/2014/main" id="{8F4D206F-5E61-32BA-A26B-3D6674E46255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92" name="Freeform: Shape 291">
                    <a:extLst>
                      <a:ext uri="{FF2B5EF4-FFF2-40B4-BE49-F238E27FC236}">
                        <a16:creationId xmlns:a16="http://schemas.microsoft.com/office/drawing/2014/main" id="{8E892CDC-0F7D-6439-DE16-9E87095F3660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53" name="Group 252">
                  <a:extLst>
                    <a:ext uri="{FF2B5EF4-FFF2-40B4-BE49-F238E27FC236}">
                      <a16:creationId xmlns:a16="http://schemas.microsoft.com/office/drawing/2014/main" id="{E803A601-4BD6-DBA9-D0AF-8D4D8C66F9CC}"/>
                    </a:ext>
                  </a:extLst>
                </p:cNvPr>
                <p:cNvGrpSpPr/>
                <p:nvPr/>
              </p:nvGrpSpPr>
              <p:grpSpPr>
                <a:xfrm>
                  <a:off x="9889286" y="1390697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89" name="Freeform: Shape 288">
                    <a:extLst>
                      <a:ext uri="{FF2B5EF4-FFF2-40B4-BE49-F238E27FC236}">
                        <a16:creationId xmlns:a16="http://schemas.microsoft.com/office/drawing/2014/main" id="{8EB566EB-F8E7-4D20-166A-70D4A7709062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22D1AB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90" name="Freeform: Shape 289">
                    <a:extLst>
                      <a:ext uri="{FF2B5EF4-FFF2-40B4-BE49-F238E27FC236}">
                        <a16:creationId xmlns:a16="http://schemas.microsoft.com/office/drawing/2014/main" id="{16C1974D-4618-0104-4279-737E600ACAD7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54" name="Group 253">
                  <a:extLst>
                    <a:ext uri="{FF2B5EF4-FFF2-40B4-BE49-F238E27FC236}">
                      <a16:creationId xmlns:a16="http://schemas.microsoft.com/office/drawing/2014/main" id="{1593347B-0DBE-A94B-84FC-9A193B4AAE17}"/>
                    </a:ext>
                  </a:extLst>
                </p:cNvPr>
                <p:cNvGrpSpPr/>
                <p:nvPr/>
              </p:nvGrpSpPr>
              <p:grpSpPr>
                <a:xfrm>
                  <a:off x="9881589" y="1556855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87" name="Freeform: Shape 286">
                    <a:extLst>
                      <a:ext uri="{FF2B5EF4-FFF2-40B4-BE49-F238E27FC236}">
                        <a16:creationId xmlns:a16="http://schemas.microsoft.com/office/drawing/2014/main" id="{DF16031F-8327-D445-2248-EBDF5EED1DDF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22D1AB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88" name="Freeform: Shape 287">
                    <a:extLst>
                      <a:ext uri="{FF2B5EF4-FFF2-40B4-BE49-F238E27FC236}">
                        <a16:creationId xmlns:a16="http://schemas.microsoft.com/office/drawing/2014/main" id="{B593A3E9-6FFB-2948-E553-F0E683BCD938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55" name="Group 254">
                  <a:extLst>
                    <a:ext uri="{FF2B5EF4-FFF2-40B4-BE49-F238E27FC236}">
                      <a16:creationId xmlns:a16="http://schemas.microsoft.com/office/drawing/2014/main" id="{0DF8BA20-C942-E74D-33C2-46434B69F689}"/>
                    </a:ext>
                  </a:extLst>
                </p:cNvPr>
                <p:cNvGrpSpPr/>
                <p:nvPr/>
              </p:nvGrpSpPr>
              <p:grpSpPr>
                <a:xfrm>
                  <a:off x="10001479" y="1723014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85" name="Freeform: Shape 284">
                    <a:extLst>
                      <a:ext uri="{FF2B5EF4-FFF2-40B4-BE49-F238E27FC236}">
                        <a16:creationId xmlns:a16="http://schemas.microsoft.com/office/drawing/2014/main" id="{89BE5493-8078-D677-C91B-8C7A7BBCD2E3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22D1AB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86" name="Freeform: Shape 285">
                    <a:extLst>
                      <a:ext uri="{FF2B5EF4-FFF2-40B4-BE49-F238E27FC236}">
                        <a16:creationId xmlns:a16="http://schemas.microsoft.com/office/drawing/2014/main" id="{2584D790-7B81-D876-3618-36221455F208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56" name="Group 255">
                  <a:extLst>
                    <a:ext uri="{FF2B5EF4-FFF2-40B4-BE49-F238E27FC236}">
                      <a16:creationId xmlns:a16="http://schemas.microsoft.com/office/drawing/2014/main" id="{F76DD546-B99A-5D85-9209-F4236B315FDA}"/>
                    </a:ext>
                  </a:extLst>
                </p:cNvPr>
                <p:cNvGrpSpPr/>
                <p:nvPr/>
              </p:nvGrpSpPr>
              <p:grpSpPr>
                <a:xfrm>
                  <a:off x="10299884" y="1390697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83" name="Freeform: Shape 282">
                    <a:extLst>
                      <a:ext uri="{FF2B5EF4-FFF2-40B4-BE49-F238E27FC236}">
                        <a16:creationId xmlns:a16="http://schemas.microsoft.com/office/drawing/2014/main" id="{4E33372A-238B-1A14-ED80-A595ED59BE59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84" name="Freeform: Shape 283">
                    <a:extLst>
                      <a:ext uri="{FF2B5EF4-FFF2-40B4-BE49-F238E27FC236}">
                        <a16:creationId xmlns:a16="http://schemas.microsoft.com/office/drawing/2014/main" id="{04C52ABB-E019-4A0A-6E81-8CB5AE14539F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57" name="Group 256">
                  <a:extLst>
                    <a:ext uri="{FF2B5EF4-FFF2-40B4-BE49-F238E27FC236}">
                      <a16:creationId xmlns:a16="http://schemas.microsoft.com/office/drawing/2014/main" id="{BDD5559B-EA5A-7332-8D94-42F30BA4A86B}"/>
                    </a:ext>
                  </a:extLst>
                </p:cNvPr>
                <p:cNvGrpSpPr/>
                <p:nvPr/>
              </p:nvGrpSpPr>
              <p:grpSpPr>
                <a:xfrm>
                  <a:off x="10310305" y="1556855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81" name="Freeform: Shape 280">
                    <a:extLst>
                      <a:ext uri="{FF2B5EF4-FFF2-40B4-BE49-F238E27FC236}">
                        <a16:creationId xmlns:a16="http://schemas.microsoft.com/office/drawing/2014/main" id="{91A2D92E-9EE8-D4A8-9360-FF4B7A365852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82" name="Freeform: Shape 281">
                    <a:extLst>
                      <a:ext uri="{FF2B5EF4-FFF2-40B4-BE49-F238E27FC236}">
                        <a16:creationId xmlns:a16="http://schemas.microsoft.com/office/drawing/2014/main" id="{4B47255B-E4C7-367B-3332-0AEFB1460AE7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58" name="Group 257">
                  <a:extLst>
                    <a:ext uri="{FF2B5EF4-FFF2-40B4-BE49-F238E27FC236}">
                      <a16:creationId xmlns:a16="http://schemas.microsoft.com/office/drawing/2014/main" id="{D6CECE7D-4045-46F4-918E-82904A8AA662}"/>
                    </a:ext>
                  </a:extLst>
                </p:cNvPr>
                <p:cNvGrpSpPr/>
                <p:nvPr/>
              </p:nvGrpSpPr>
              <p:grpSpPr>
                <a:xfrm>
                  <a:off x="10195124" y="1723014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79" name="Freeform: Shape 278">
                    <a:extLst>
                      <a:ext uri="{FF2B5EF4-FFF2-40B4-BE49-F238E27FC236}">
                        <a16:creationId xmlns:a16="http://schemas.microsoft.com/office/drawing/2014/main" id="{C4D2F300-0D05-F701-3A43-7BAABFDAF2D1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80" name="Freeform: Shape 279">
                    <a:extLst>
                      <a:ext uri="{FF2B5EF4-FFF2-40B4-BE49-F238E27FC236}">
                        <a16:creationId xmlns:a16="http://schemas.microsoft.com/office/drawing/2014/main" id="{43BDC0A5-F73F-87AA-6B3B-43F887DE6AD0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70061EAB-BCD2-CE4F-2EE8-199EDDDB2746}"/>
                    </a:ext>
                  </a:extLst>
                </p:cNvPr>
                <p:cNvCxnSpPr>
                  <a:cxnSpLocks/>
                  <a:stCxn id="299" idx="2"/>
                  <a:endCxn id="301" idx="0"/>
                </p:cNvCxnSpPr>
                <p:nvPr/>
              </p:nvCxnSpPr>
              <p:spPr>
                <a:xfrm flipV="1">
                  <a:off x="9970911" y="938235"/>
                  <a:ext cx="333455" cy="4308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0">
                        <a:srgbClr val="4FB7F6"/>
                      </a:gs>
                      <a:gs pos="100000">
                        <a:srgbClr val="22D1AB"/>
                      </a:gs>
                    </a:gsLst>
                    <a:lin ang="0" scaled="1"/>
                    <a:tileRect/>
                  </a:gradFill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98B58EEB-9851-2E26-12C9-7EE6ED4AD39C}"/>
                    </a:ext>
                  </a:extLst>
                </p:cNvPr>
                <p:cNvCxnSpPr>
                  <a:cxnSpLocks/>
                  <a:stCxn id="297" idx="2"/>
                  <a:endCxn id="295" idx="0"/>
                </p:cNvCxnSpPr>
                <p:nvPr/>
              </p:nvCxnSpPr>
              <p:spPr>
                <a:xfrm flipV="1">
                  <a:off x="10055049" y="1085872"/>
                  <a:ext cx="175755" cy="4308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0">
                        <a:srgbClr val="4FB7F6"/>
                      </a:gs>
                      <a:gs pos="100000">
                        <a:srgbClr val="22D1AB"/>
                      </a:gs>
                    </a:gsLst>
                    <a:lin ang="0" scaled="1"/>
                    <a:tileRect/>
                  </a:gradFill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581085F6-BAEA-C9BD-D814-A65127A64F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093525" y="1268434"/>
                  <a:ext cx="101651" cy="4308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0">
                        <a:srgbClr val="4FB7F6"/>
                      </a:gs>
                      <a:gs pos="100000">
                        <a:srgbClr val="22D1AB"/>
                      </a:gs>
                    </a:gsLst>
                    <a:lin ang="0" scaled="1"/>
                    <a:tileRect/>
                  </a:gradFill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21256EF1-63C2-9BCA-9603-696E319AF136}"/>
                    </a:ext>
                  </a:extLst>
                </p:cNvPr>
                <p:cNvCxnSpPr>
                  <a:cxnSpLocks/>
                  <a:stCxn id="283" idx="0"/>
                  <a:endCxn id="289" idx="2"/>
                </p:cNvCxnSpPr>
                <p:nvPr/>
              </p:nvCxnSpPr>
              <p:spPr>
                <a:xfrm flipH="1">
                  <a:off x="9981332" y="1434592"/>
                  <a:ext cx="318604" cy="4308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0">
                        <a:srgbClr val="4FB7F6"/>
                      </a:gs>
                      <a:gs pos="100000">
                        <a:srgbClr val="22D1AB"/>
                      </a:gs>
                    </a:gsLst>
                    <a:lin ang="0" scaled="1"/>
                    <a:tileRect/>
                  </a:gradFill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07E61E61-AB10-B8F0-E7DD-95A618409806}"/>
                    </a:ext>
                  </a:extLst>
                </p:cNvPr>
                <p:cNvCxnSpPr>
                  <a:cxnSpLocks/>
                  <a:stCxn id="281" idx="0"/>
                  <a:endCxn id="287" idx="2"/>
                </p:cNvCxnSpPr>
                <p:nvPr/>
              </p:nvCxnSpPr>
              <p:spPr>
                <a:xfrm flipH="1">
                  <a:off x="9973635" y="1600750"/>
                  <a:ext cx="336722" cy="4308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0">
                        <a:srgbClr val="4FB7F6"/>
                      </a:gs>
                      <a:gs pos="100000">
                        <a:srgbClr val="22D1AB"/>
                      </a:gs>
                    </a:gsLst>
                    <a:lin ang="0" scaled="1"/>
                    <a:tileRect/>
                  </a:gradFill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0F57DDD1-A9F6-8D65-D547-1D59A0176E7F}"/>
                    </a:ext>
                  </a:extLst>
                </p:cNvPr>
                <p:cNvCxnSpPr>
                  <a:cxnSpLocks/>
                  <a:stCxn id="279" idx="0"/>
                  <a:endCxn id="285" idx="2"/>
                </p:cNvCxnSpPr>
                <p:nvPr/>
              </p:nvCxnSpPr>
              <p:spPr>
                <a:xfrm flipH="1">
                  <a:off x="10093525" y="1766909"/>
                  <a:ext cx="101651" cy="4308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0">
                        <a:srgbClr val="4FB7F6"/>
                      </a:gs>
                      <a:gs pos="100000">
                        <a:srgbClr val="22D1AB"/>
                      </a:gs>
                    </a:gsLst>
                    <a:lin ang="0" scaled="1"/>
                    <a:tileRect/>
                  </a:gradFill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5" name="Group 264">
                  <a:extLst>
                    <a:ext uri="{FF2B5EF4-FFF2-40B4-BE49-F238E27FC236}">
                      <a16:creationId xmlns:a16="http://schemas.microsoft.com/office/drawing/2014/main" id="{E4AB3093-87E6-44AD-7466-5CF57C8E9C6D}"/>
                    </a:ext>
                  </a:extLst>
                </p:cNvPr>
                <p:cNvGrpSpPr/>
                <p:nvPr/>
              </p:nvGrpSpPr>
              <p:grpSpPr>
                <a:xfrm>
                  <a:off x="9978588" y="1908075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77" name="Freeform: Shape 276">
                    <a:extLst>
                      <a:ext uri="{FF2B5EF4-FFF2-40B4-BE49-F238E27FC236}">
                        <a16:creationId xmlns:a16="http://schemas.microsoft.com/office/drawing/2014/main" id="{0CA988D9-E563-04DB-5295-F402EFD3B5EF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78" name="Freeform: Shape 277">
                    <a:extLst>
                      <a:ext uri="{FF2B5EF4-FFF2-40B4-BE49-F238E27FC236}">
                        <a16:creationId xmlns:a16="http://schemas.microsoft.com/office/drawing/2014/main" id="{38C87B40-917D-C14D-343D-47EB889E143E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66" name="Group 265">
                  <a:extLst>
                    <a:ext uri="{FF2B5EF4-FFF2-40B4-BE49-F238E27FC236}">
                      <a16:creationId xmlns:a16="http://schemas.microsoft.com/office/drawing/2014/main" id="{60D06CC3-B467-0358-70A1-04136AFA1D3B}"/>
                    </a:ext>
                  </a:extLst>
                </p:cNvPr>
                <p:cNvGrpSpPr/>
                <p:nvPr/>
              </p:nvGrpSpPr>
              <p:grpSpPr>
                <a:xfrm>
                  <a:off x="9884926" y="2047775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75" name="Freeform: Shape 274">
                    <a:extLst>
                      <a:ext uri="{FF2B5EF4-FFF2-40B4-BE49-F238E27FC236}">
                        <a16:creationId xmlns:a16="http://schemas.microsoft.com/office/drawing/2014/main" id="{1CB6CD8C-0A5C-9D5A-BF99-FE440FB23619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76" name="Freeform: Shape 275">
                    <a:extLst>
                      <a:ext uri="{FF2B5EF4-FFF2-40B4-BE49-F238E27FC236}">
                        <a16:creationId xmlns:a16="http://schemas.microsoft.com/office/drawing/2014/main" id="{CCACE681-3131-5165-4AD3-2C01001B8CA3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67" name="Group 266">
                  <a:extLst>
                    <a:ext uri="{FF2B5EF4-FFF2-40B4-BE49-F238E27FC236}">
                      <a16:creationId xmlns:a16="http://schemas.microsoft.com/office/drawing/2014/main" id="{40DE4D40-9BFE-26FD-2C2F-1108AAB131CC}"/>
                    </a:ext>
                  </a:extLst>
                </p:cNvPr>
                <p:cNvGrpSpPr/>
                <p:nvPr/>
              </p:nvGrpSpPr>
              <p:grpSpPr>
                <a:xfrm>
                  <a:off x="10225070" y="1908075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73" name="Freeform: Shape 272">
                    <a:extLst>
                      <a:ext uri="{FF2B5EF4-FFF2-40B4-BE49-F238E27FC236}">
                        <a16:creationId xmlns:a16="http://schemas.microsoft.com/office/drawing/2014/main" id="{7F936FC4-7181-A7F4-D858-82D7D760D58F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22D1AB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74" name="Freeform: Shape 273">
                    <a:extLst>
                      <a:ext uri="{FF2B5EF4-FFF2-40B4-BE49-F238E27FC236}">
                        <a16:creationId xmlns:a16="http://schemas.microsoft.com/office/drawing/2014/main" id="{8691EC44-1B97-545F-1F99-22F82F4B4264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68" name="Group 267">
                  <a:extLst>
                    <a:ext uri="{FF2B5EF4-FFF2-40B4-BE49-F238E27FC236}">
                      <a16:creationId xmlns:a16="http://schemas.microsoft.com/office/drawing/2014/main" id="{20550BC9-9758-1B9A-7585-791E86DE7482}"/>
                    </a:ext>
                  </a:extLst>
                </p:cNvPr>
                <p:cNvGrpSpPr/>
                <p:nvPr/>
              </p:nvGrpSpPr>
              <p:grpSpPr>
                <a:xfrm>
                  <a:off x="10294920" y="2047775"/>
                  <a:ext cx="92098" cy="92098"/>
                  <a:chOff x="6206082" y="1705474"/>
                  <a:chExt cx="403557" cy="403556"/>
                </a:xfrm>
              </p:grpSpPr>
              <p:sp>
                <p:nvSpPr>
                  <p:cNvPr id="271" name="Freeform: Shape 270">
                    <a:extLst>
                      <a:ext uri="{FF2B5EF4-FFF2-40B4-BE49-F238E27FC236}">
                        <a16:creationId xmlns:a16="http://schemas.microsoft.com/office/drawing/2014/main" id="{F13E9912-FE69-3AF5-C502-B9770CE069B7}"/>
                      </a:ext>
                    </a:extLst>
                  </p:cNvPr>
                  <p:cNvSpPr/>
                  <p:nvPr/>
                </p:nvSpPr>
                <p:spPr>
                  <a:xfrm>
                    <a:off x="6206082" y="1705474"/>
                    <a:ext cx="403557" cy="403556"/>
                  </a:xfrm>
                  <a:custGeom>
                    <a:avLst/>
                    <a:gdLst>
                      <a:gd name="connsiteX0" fmla="*/ 208 w 368605"/>
                      <a:gd name="connsiteY0" fmla="*/ 175682 h 368604"/>
                      <a:gd name="connsiteX1" fmla="*/ 175682 w 368605"/>
                      <a:gd name="connsiteY1" fmla="*/ 368397 h 368604"/>
                      <a:gd name="connsiteX2" fmla="*/ 368398 w 368605"/>
                      <a:gd name="connsiteY2" fmla="*/ 192923 h 368604"/>
                      <a:gd name="connsiteX3" fmla="*/ 192923 w 368605"/>
                      <a:gd name="connsiteY3" fmla="*/ 208 h 368604"/>
                      <a:gd name="connsiteX4" fmla="*/ 208 w 368605"/>
                      <a:gd name="connsiteY4" fmla="*/ 175682 h 368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8605" h="368604">
                        <a:moveTo>
                          <a:pt x="208" y="175682"/>
                        </a:moveTo>
                        <a:cubicBezTo>
                          <a:pt x="-4581" y="277403"/>
                          <a:pt x="73961" y="363607"/>
                          <a:pt x="175682" y="368397"/>
                        </a:cubicBezTo>
                        <a:cubicBezTo>
                          <a:pt x="277404" y="373186"/>
                          <a:pt x="363609" y="294644"/>
                          <a:pt x="368398" y="192923"/>
                        </a:cubicBezTo>
                        <a:cubicBezTo>
                          <a:pt x="373187" y="91201"/>
                          <a:pt x="294645" y="4997"/>
                          <a:pt x="192923" y="208"/>
                        </a:cubicBezTo>
                        <a:cubicBezTo>
                          <a:pt x="91202" y="-4581"/>
                          <a:pt x="4997" y="73961"/>
                          <a:pt x="208" y="175682"/>
                        </a:cubicBezTo>
                        <a:close/>
                      </a:path>
                    </a:pathLst>
                  </a:custGeom>
                  <a:solidFill>
                    <a:srgbClr val="22D1AB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72" name="Freeform: Shape 271">
                    <a:extLst>
                      <a:ext uri="{FF2B5EF4-FFF2-40B4-BE49-F238E27FC236}">
                        <a16:creationId xmlns:a16="http://schemas.microsoft.com/office/drawing/2014/main" id="{C3FF3AF1-9433-287A-526D-1B4B667F15CE}"/>
                      </a:ext>
                    </a:extLst>
                  </p:cNvPr>
                  <p:cNvSpPr/>
                  <p:nvPr/>
                </p:nvSpPr>
                <p:spPr>
                  <a:xfrm>
                    <a:off x="6453525" y="1749478"/>
                    <a:ext cx="111626" cy="111423"/>
                  </a:xfrm>
                  <a:custGeom>
                    <a:avLst/>
                    <a:gdLst>
                      <a:gd name="connsiteX0" fmla="*/ 76678 w 101958"/>
                      <a:gd name="connsiteY0" fmla="*/ 101581 h 101773"/>
                      <a:gd name="connsiteX1" fmla="*/ 54648 w 101958"/>
                      <a:gd name="connsiteY1" fmla="*/ 88938 h 101773"/>
                      <a:gd name="connsiteX2" fmla="*/ 12887 w 101958"/>
                      <a:gd name="connsiteY2" fmla="*/ 47368 h 101773"/>
                      <a:gd name="connsiteX3" fmla="*/ 3308 w 101958"/>
                      <a:gd name="connsiteY3" fmla="*/ 12887 h 101773"/>
                      <a:gd name="connsiteX4" fmla="*/ 37790 w 101958"/>
                      <a:gd name="connsiteY4" fmla="*/ 3308 h 101773"/>
                      <a:gd name="connsiteX5" fmla="*/ 98517 w 101958"/>
                      <a:gd name="connsiteY5" fmla="*/ 63652 h 101773"/>
                      <a:gd name="connsiteX6" fmla="*/ 89130 w 101958"/>
                      <a:gd name="connsiteY6" fmla="*/ 98325 h 101773"/>
                      <a:gd name="connsiteX7" fmla="*/ 76487 w 101958"/>
                      <a:gd name="connsiteY7" fmla="*/ 101773 h 101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958" h="101773">
                        <a:moveTo>
                          <a:pt x="76678" y="101581"/>
                        </a:moveTo>
                        <a:cubicBezTo>
                          <a:pt x="67866" y="101581"/>
                          <a:pt x="59437" y="96984"/>
                          <a:pt x="54648" y="88938"/>
                        </a:cubicBezTo>
                        <a:cubicBezTo>
                          <a:pt x="44687" y="71506"/>
                          <a:pt x="30128" y="57330"/>
                          <a:pt x="12887" y="47368"/>
                        </a:cubicBezTo>
                        <a:cubicBezTo>
                          <a:pt x="627" y="40472"/>
                          <a:pt x="-3588" y="24955"/>
                          <a:pt x="3308" y="12887"/>
                        </a:cubicBezTo>
                        <a:cubicBezTo>
                          <a:pt x="10205" y="627"/>
                          <a:pt x="25722" y="-3588"/>
                          <a:pt x="37790" y="3308"/>
                        </a:cubicBezTo>
                        <a:cubicBezTo>
                          <a:pt x="63077" y="17484"/>
                          <a:pt x="84149" y="38556"/>
                          <a:pt x="98517" y="63652"/>
                        </a:cubicBezTo>
                        <a:cubicBezTo>
                          <a:pt x="105605" y="75720"/>
                          <a:pt x="101390" y="91237"/>
                          <a:pt x="89130" y="98325"/>
                        </a:cubicBezTo>
                        <a:cubicBezTo>
                          <a:pt x="85107" y="100624"/>
                          <a:pt x="80701" y="101773"/>
                          <a:pt x="76487" y="10177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AC51B466-3157-6B75-A456-3BA7BE6AD4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70634" y="1951970"/>
                  <a:ext cx="154488" cy="4308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0">
                        <a:srgbClr val="4FB7F6"/>
                      </a:gs>
                      <a:gs pos="100000">
                        <a:srgbClr val="22D1AB"/>
                      </a:gs>
                    </a:gsLst>
                    <a:lin ang="0" scaled="1"/>
                    <a:tileRect/>
                  </a:gradFill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A76FF7D5-A0ED-BD9D-BA1C-1E531569DD08}"/>
                    </a:ext>
                  </a:extLst>
                </p:cNvPr>
                <p:cNvCxnSpPr>
                  <a:cxnSpLocks/>
                  <a:stCxn id="275" idx="2"/>
                  <a:endCxn id="271" idx="0"/>
                </p:cNvCxnSpPr>
                <p:nvPr/>
              </p:nvCxnSpPr>
              <p:spPr>
                <a:xfrm flipV="1">
                  <a:off x="9976972" y="2091670"/>
                  <a:ext cx="318000" cy="4308"/>
                </a:xfrm>
                <a:prstGeom prst="line">
                  <a:avLst/>
                </a:prstGeom>
                <a:ln w="19050">
                  <a:gradFill flip="none" rotWithShape="1">
                    <a:gsLst>
                      <a:gs pos="0">
                        <a:srgbClr val="4FB7F6"/>
                      </a:gs>
                      <a:gs pos="100000">
                        <a:srgbClr val="22D1AB"/>
                      </a:gs>
                    </a:gsLst>
                    <a:lin ang="0" scaled="1"/>
                    <a:tileRect/>
                  </a:gradFill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62B4E0B5-AC9C-E612-C17F-9B5C6CC4F270}"/>
                  </a:ext>
                </a:extLst>
              </p:cNvPr>
              <p:cNvSpPr/>
              <p:nvPr/>
            </p:nvSpPr>
            <p:spPr>
              <a:xfrm>
                <a:off x="9844951" y="796984"/>
                <a:ext cx="609266" cy="1419697"/>
              </a:xfrm>
              <a:prstGeom prst="rect">
                <a:avLst/>
              </a:prstGeom>
              <a:gradFill>
                <a:gsLst>
                  <a:gs pos="100000">
                    <a:srgbClr val="CCFFFF">
                      <a:alpha val="38000"/>
                    </a:srgbClr>
                  </a:gs>
                  <a:gs pos="74000">
                    <a:srgbClr val="FFFF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4A66A4D1-EEAE-0BB1-3D9A-15EB86B07C2F}"/>
                </a:ext>
              </a:extLst>
            </p:cNvPr>
            <p:cNvGrpSpPr/>
            <p:nvPr/>
          </p:nvGrpSpPr>
          <p:grpSpPr>
            <a:xfrm>
              <a:off x="9569470" y="2831613"/>
              <a:ext cx="54000" cy="126514"/>
              <a:chOff x="9263670" y="1081454"/>
              <a:chExt cx="126514" cy="126514"/>
            </a:xfrm>
          </p:grpSpPr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8A8AD4FD-3E1E-1737-C041-2379B5A58E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63670" y="1144711"/>
                <a:ext cx="126514" cy="0"/>
              </a:xfrm>
              <a:prstGeom prst="line">
                <a:avLst/>
              </a:prstGeom>
              <a:ln w="19050" cap="rnd">
                <a:solidFill>
                  <a:srgbClr val="43E9FF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43B94721-0232-4CA4-5A56-841A742DA73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3670" y="1144711"/>
                <a:ext cx="126514" cy="0"/>
              </a:xfrm>
              <a:prstGeom prst="line">
                <a:avLst/>
              </a:prstGeom>
              <a:ln w="19050" cap="rnd">
                <a:solidFill>
                  <a:srgbClr val="43E9FF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8D4D46C1-B846-5B0D-3EF9-48CDDA64ABE5}"/>
                </a:ext>
              </a:extLst>
            </p:cNvPr>
            <p:cNvGrpSpPr/>
            <p:nvPr/>
          </p:nvGrpSpPr>
          <p:grpSpPr>
            <a:xfrm>
              <a:off x="10582295" y="1764813"/>
              <a:ext cx="54000" cy="126514"/>
              <a:chOff x="9263670" y="1081454"/>
              <a:chExt cx="126514" cy="126514"/>
            </a:xfrm>
          </p:grpSpPr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1C93924E-EEE1-F572-C172-A561192B9B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63670" y="1144711"/>
                <a:ext cx="126514" cy="0"/>
              </a:xfrm>
              <a:prstGeom prst="line">
                <a:avLst/>
              </a:prstGeom>
              <a:ln w="19050" cap="rnd">
                <a:solidFill>
                  <a:srgbClr val="43E9FF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8F2295F7-387E-1D25-CC4E-99BED63EFB5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3670" y="1144711"/>
                <a:ext cx="126514" cy="0"/>
              </a:xfrm>
              <a:prstGeom prst="line">
                <a:avLst/>
              </a:prstGeom>
              <a:ln w="19050" cap="rnd">
                <a:solidFill>
                  <a:srgbClr val="43E9FF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64B0CB11-1725-608C-1D33-6A247851E65D}"/>
                </a:ext>
              </a:extLst>
            </p:cNvPr>
            <p:cNvGrpSpPr/>
            <p:nvPr/>
          </p:nvGrpSpPr>
          <p:grpSpPr>
            <a:xfrm>
              <a:off x="8515370" y="2964963"/>
              <a:ext cx="54000" cy="126514"/>
              <a:chOff x="9263670" y="1081454"/>
              <a:chExt cx="126514" cy="126514"/>
            </a:xfrm>
          </p:grpSpPr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BB1E62DF-C892-F7A1-C208-F1D8726431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63670" y="1144711"/>
                <a:ext cx="126514" cy="0"/>
              </a:xfrm>
              <a:prstGeom prst="line">
                <a:avLst/>
              </a:prstGeom>
              <a:ln w="19050" cap="rnd">
                <a:solidFill>
                  <a:srgbClr val="43E9FF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8CF76D33-6B5F-B527-3EE4-525178DD824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3670" y="1144711"/>
                <a:ext cx="126514" cy="0"/>
              </a:xfrm>
              <a:prstGeom prst="line">
                <a:avLst/>
              </a:prstGeom>
              <a:ln w="19050" cap="rnd">
                <a:solidFill>
                  <a:srgbClr val="43E9FF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0C74CAD3-CA70-B0E0-C6F1-87BA5747761F}"/>
                </a:ext>
              </a:extLst>
            </p:cNvPr>
            <p:cNvSpPr/>
            <p:nvPr/>
          </p:nvSpPr>
          <p:spPr>
            <a:xfrm>
              <a:off x="10423351" y="2113464"/>
              <a:ext cx="54000" cy="54000"/>
            </a:xfrm>
            <a:prstGeom prst="ellipse">
              <a:avLst/>
            </a:prstGeom>
            <a:ln w="12700" cap="rnd">
              <a:solidFill>
                <a:srgbClr val="43E9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spcAft>
                  <a:spcPts val="300"/>
                </a:spcAft>
              </a:pPr>
              <a:endParaRPr lang="en-IN" sz="1600" b="1">
                <a:solidFill>
                  <a:prstClr val="white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8DE296EA-8BC7-49B3-058F-8994B6672D28}"/>
                </a:ext>
              </a:extLst>
            </p:cNvPr>
            <p:cNvSpPr/>
            <p:nvPr/>
          </p:nvSpPr>
          <p:spPr>
            <a:xfrm>
              <a:off x="10597976" y="1284789"/>
              <a:ext cx="54000" cy="54000"/>
            </a:xfrm>
            <a:prstGeom prst="ellipse">
              <a:avLst/>
            </a:prstGeom>
            <a:ln w="12700" cap="rnd">
              <a:solidFill>
                <a:srgbClr val="43E9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spcAft>
                  <a:spcPts val="300"/>
                </a:spcAft>
              </a:pPr>
              <a:endParaRPr lang="en-IN" sz="1600" b="1">
                <a:solidFill>
                  <a:prstClr val="white"/>
                </a:solidFill>
                <a:latin typeface="Arial" panose="020B0604020202020204" pitchFamily="34" charset="0"/>
                <a:cs typeface="Arial"/>
              </a:endParaRPr>
            </a:p>
          </p:txBody>
        </p: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8CC402D4-6738-0FAF-5BFF-F52E13210C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4951" y="1309675"/>
              <a:ext cx="0" cy="1202322"/>
            </a:xfrm>
            <a:prstGeom prst="line">
              <a:avLst/>
            </a:prstGeom>
            <a:ln w="28575">
              <a:gradFill flip="none" rotWithShape="1">
                <a:gsLst>
                  <a:gs pos="49000">
                    <a:srgbClr val="43E9FF">
                      <a:alpha val="0"/>
                    </a:srgbClr>
                  </a:gs>
                  <a:gs pos="0">
                    <a:srgbClr val="43E9FF">
                      <a:alpha val="27000"/>
                    </a:srgb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BF2E1B67-4629-B2D7-59B8-995446FFB0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0752" y="2196923"/>
              <a:ext cx="0" cy="315074"/>
            </a:xfrm>
            <a:prstGeom prst="line">
              <a:avLst/>
            </a:prstGeom>
            <a:ln w="28575">
              <a:gradFill flip="none" rotWithShape="1">
                <a:gsLst>
                  <a:gs pos="91000">
                    <a:srgbClr val="43E9FF">
                      <a:alpha val="0"/>
                    </a:srgbClr>
                  </a:gs>
                  <a:gs pos="0">
                    <a:srgbClr val="43E9FF">
                      <a:alpha val="27000"/>
                    </a:srgb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D2556ABE-31DF-46A5-FFF2-228196140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19776" y="1309675"/>
              <a:ext cx="0" cy="1202322"/>
            </a:xfrm>
            <a:prstGeom prst="line">
              <a:avLst/>
            </a:prstGeom>
            <a:ln w="28575">
              <a:gradFill flip="none" rotWithShape="1">
                <a:gsLst>
                  <a:gs pos="49000">
                    <a:srgbClr val="43E9FF">
                      <a:alpha val="0"/>
                    </a:srgbClr>
                  </a:gs>
                  <a:gs pos="0">
                    <a:srgbClr val="43E9FF">
                      <a:alpha val="27000"/>
                    </a:srgb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4C3ED3DD-E1FB-D446-6E55-A37FE27E8E13}"/>
              </a:ext>
            </a:extLst>
          </p:cNvPr>
          <p:cNvCxnSpPr>
            <a:cxnSpLocks/>
          </p:cNvCxnSpPr>
          <p:nvPr/>
        </p:nvCxnSpPr>
        <p:spPr bwMode="auto">
          <a:xfrm>
            <a:off x="455924" y="3367784"/>
            <a:ext cx="3149206" cy="0"/>
          </a:xfrm>
          <a:prstGeom prst="line">
            <a:avLst/>
          </a:prstGeom>
          <a:noFill/>
          <a:ln w="28575" cap="rnd" cmpd="sng" algn="ctr">
            <a:solidFill>
              <a:srgbClr val="74859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231678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BA31-B0BF-4CE0-472D-F2A5D73E8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1E304C-345D-ECBB-0F87-2DBFB9D2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Quioffic Iadeseru: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Ntmollita n imide stla borumcu rab iturn onn ullas itametni sltemp usconvall isq uisaclect uspe llent esqueinips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D0328BCD-7F3A-621E-03AE-5C140D9E5E4D}"/>
              </a:ext>
            </a:extLst>
          </p:cNvPr>
          <p:cNvSpPr/>
          <p:nvPr/>
        </p:nvSpPr>
        <p:spPr>
          <a:xfrm>
            <a:off x="324277" y="6328335"/>
            <a:ext cx="186184" cy="186184"/>
          </a:xfrm>
          <a:prstGeom prst="star5">
            <a:avLst>
              <a:gd name="adj" fmla="val 29895"/>
              <a:gd name="hf" fmla="val 105146"/>
              <a:gd name="vf" fmla="val 110557"/>
            </a:avLst>
          </a:prstGeom>
          <a:solidFill>
            <a:srgbClr val="F34B4B"/>
          </a:solidFill>
          <a:ln w="12700" cap="flat" cmpd="sng" algn="ctr">
            <a:solidFill>
              <a:srgbClr val="66737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A6E47E5-AB2E-3604-3E68-5ABAA7E3D951}"/>
              </a:ext>
            </a:extLst>
          </p:cNvPr>
          <p:cNvSpPr txBox="1"/>
          <p:nvPr/>
        </p:nvSpPr>
        <p:spPr>
          <a:xfrm>
            <a:off x="486397" y="6294469"/>
            <a:ext cx="21804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Um/Id-Or ciportad api busvivamu</a:t>
            </a: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F1313F81-03B1-1A03-1007-17D19E3CAB17}"/>
              </a:ext>
            </a:extLst>
          </p:cNvPr>
          <p:cNvSpPr/>
          <p:nvPr/>
        </p:nvSpPr>
        <p:spPr>
          <a:xfrm>
            <a:off x="161875" y="1579433"/>
            <a:ext cx="3910667" cy="4652101"/>
          </a:xfrm>
          <a:prstGeom prst="roundRect">
            <a:avLst>
              <a:gd name="adj" fmla="val 1624"/>
            </a:avLst>
          </a:prstGeom>
          <a:solidFill>
            <a:srgbClr val="FFFFFF"/>
          </a:solidFill>
          <a:ln w="6350" cmpd="sng">
            <a:solidFill>
              <a:srgbClr val="459FED"/>
            </a:soli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95FD7B2-00F5-A471-ED7B-13DDA5748305}"/>
              </a:ext>
            </a:extLst>
          </p:cNvPr>
          <p:cNvSpPr txBox="1"/>
          <p:nvPr/>
        </p:nvSpPr>
        <p:spPr>
          <a:xfrm>
            <a:off x="291630" y="2586731"/>
            <a:ext cx="3644993" cy="961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lvl="2" indent="-176213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Ssuscipi ttortoreg etfelis: </a:t>
            </a:r>
            <a:r>
              <a:rPr lang="en-US" sz="11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$4-5 P</a:t>
            </a:r>
          </a:p>
          <a:p>
            <a:pPr marL="176213" lvl="2" indent="-176213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Orttitorvol utp atcrasultr iciesligula sedma</a:t>
            </a:r>
          </a:p>
          <a:p>
            <a:pPr marL="176213" lvl="2" indent="-176213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Gnadic Tumportalore</a:t>
            </a:r>
          </a:p>
          <a:p>
            <a:pPr marL="176213" lvl="2" indent="-176213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Mipsu md olorsi tametc onsectet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0AD9ADE-60CE-BC75-ED07-EF5347B77E41}"/>
              </a:ext>
            </a:extLst>
          </p:cNvPr>
          <p:cNvSpPr/>
          <p:nvPr/>
        </p:nvSpPr>
        <p:spPr>
          <a:xfrm>
            <a:off x="291630" y="1901444"/>
            <a:ext cx="3651157" cy="628182"/>
          </a:xfrm>
          <a:prstGeom prst="roundRect">
            <a:avLst>
              <a:gd name="adj" fmla="val 10109"/>
            </a:avLst>
          </a:prstGeom>
          <a:solidFill>
            <a:srgbClr val="D3EDFE">
              <a:alpha val="77000"/>
            </a:srgbClr>
          </a:solidFill>
          <a:ln w="6350" cmpd="sng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Uradipiscin gelit seddoeiu sm odtemp orinc idid un Tutlab Oreetd olorem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90E2BF-0378-17C1-BF68-E13676F609B0}"/>
              </a:ext>
            </a:extLst>
          </p:cNvPr>
          <p:cNvCxnSpPr>
            <a:cxnSpLocks/>
          </p:cNvCxnSpPr>
          <p:nvPr/>
        </p:nvCxnSpPr>
        <p:spPr>
          <a:xfrm flipV="1">
            <a:off x="262009" y="1224188"/>
            <a:ext cx="3674614" cy="5061"/>
          </a:xfrm>
          <a:prstGeom prst="straightConnector1">
            <a:avLst/>
          </a:prstGeom>
          <a:ln>
            <a:solidFill>
              <a:srgbClr val="66737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8301D8-9115-D171-DED2-61357C6AF767}"/>
              </a:ext>
            </a:extLst>
          </p:cNvPr>
          <p:cNvSpPr txBox="1"/>
          <p:nvPr/>
        </p:nvSpPr>
        <p:spPr>
          <a:xfrm>
            <a:off x="1418279" y="1076938"/>
            <a:ext cx="1362075" cy="317183"/>
          </a:xfrm>
          <a:prstGeom prst="roundRect">
            <a:avLst>
              <a:gd name="adj" fmla="val 2193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Arial" panose="020B0604020202020204" pitchFamily="34" charset="0"/>
              </a:rPr>
              <a:t>Agnaal 1-6</a:t>
            </a: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FFEF3712-0677-4BD5-B08C-7B5179DF9F5D}"/>
              </a:ext>
            </a:extLst>
          </p:cNvPr>
          <p:cNvSpPr/>
          <p:nvPr/>
        </p:nvSpPr>
        <p:spPr>
          <a:xfrm>
            <a:off x="4142179" y="1585347"/>
            <a:ext cx="3910667" cy="4633660"/>
          </a:xfrm>
          <a:prstGeom prst="roundRect">
            <a:avLst>
              <a:gd name="adj" fmla="val 1624"/>
            </a:avLst>
          </a:prstGeom>
          <a:solidFill>
            <a:srgbClr val="FFFFFF"/>
          </a:solidFill>
          <a:ln w="6350" cmpd="sng">
            <a:solidFill>
              <a:srgbClr val="66737C"/>
            </a:solidFill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7B88D6-ECB4-9FFA-7EAB-98A872A97D0A}"/>
              </a:ext>
            </a:extLst>
          </p:cNvPr>
          <p:cNvCxnSpPr>
            <a:cxnSpLocks/>
          </p:cNvCxnSpPr>
          <p:nvPr/>
        </p:nvCxnSpPr>
        <p:spPr>
          <a:xfrm>
            <a:off x="4255661" y="1224188"/>
            <a:ext cx="3670300" cy="5061"/>
          </a:xfrm>
          <a:prstGeom prst="straightConnector1">
            <a:avLst/>
          </a:prstGeom>
          <a:ln>
            <a:solidFill>
              <a:srgbClr val="66737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51593E5-9ECF-6852-D229-767E0E01A0AE}"/>
              </a:ext>
            </a:extLst>
          </p:cNvPr>
          <p:cNvSpPr txBox="1"/>
          <p:nvPr/>
        </p:nvSpPr>
        <p:spPr>
          <a:xfrm>
            <a:off x="5409774" y="1076938"/>
            <a:ext cx="1362075" cy="317183"/>
          </a:xfrm>
          <a:prstGeom prst="roundRect">
            <a:avLst>
              <a:gd name="adj" fmla="val 2193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Arial" panose="020B0604020202020204" pitchFamily="34" charset="0"/>
              </a:rPr>
              <a:t>Iquaut 4 -12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BE20408E-9ABA-0E70-4A36-D81360366D2A}"/>
              </a:ext>
            </a:extLst>
          </p:cNvPr>
          <p:cNvSpPr/>
          <p:nvPr/>
        </p:nvSpPr>
        <p:spPr>
          <a:xfrm>
            <a:off x="4255570" y="1901444"/>
            <a:ext cx="3670482" cy="640459"/>
          </a:xfrm>
          <a:prstGeom prst="roundRect">
            <a:avLst>
              <a:gd name="adj" fmla="val 9915"/>
            </a:avLst>
          </a:prstGeom>
          <a:solidFill>
            <a:srgbClr val="DFE3E6">
              <a:alpha val="77000"/>
            </a:srgbClr>
          </a:solidFill>
          <a:ln w="6350" cmpd="sng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Enimadm ini mveniam QU-Isnos trudexerci tationul la Mcolab Orisni siutal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8D4B58FF-D1C2-4279-B51D-F00FEDC09077}"/>
              </a:ext>
            </a:extLst>
          </p:cNvPr>
          <p:cNvSpPr/>
          <p:nvPr/>
        </p:nvSpPr>
        <p:spPr>
          <a:xfrm>
            <a:off x="8122482" y="1585346"/>
            <a:ext cx="3910667" cy="4633660"/>
          </a:xfrm>
          <a:prstGeom prst="roundRect">
            <a:avLst>
              <a:gd name="adj" fmla="val 1624"/>
            </a:avLst>
          </a:prstGeom>
          <a:solidFill>
            <a:srgbClr val="FFFFFF"/>
          </a:solidFill>
          <a:ln w="6350" cmpd="sng">
            <a:solidFill>
              <a:srgbClr val="E38803"/>
            </a:solidFill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E8CDE3-CB2C-E0B0-5183-CF79C78151F2}"/>
              </a:ext>
            </a:extLst>
          </p:cNvPr>
          <p:cNvSpPr/>
          <p:nvPr/>
        </p:nvSpPr>
        <p:spPr>
          <a:xfrm>
            <a:off x="8236491" y="1901444"/>
            <a:ext cx="3682648" cy="640459"/>
          </a:xfrm>
          <a:prstGeom prst="roundRect">
            <a:avLst>
              <a:gd name="adj" fmla="val 9915"/>
            </a:avLst>
          </a:prstGeom>
          <a:solidFill>
            <a:srgbClr val="FFE39E">
              <a:alpha val="32000"/>
            </a:srgbClr>
          </a:solidFill>
          <a:ln w="6350" cmpd="sng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Iqui-pe-xeaco mmodoconsequ atd-uisa, uteirured ol orinrepr ehenderitin vol uptatevel it ESS ecillumdolo reeufugiatnull apariatur EX Cepteu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F0221814-BEA2-F83E-1BF7-E6F09370E459}"/>
              </a:ext>
            </a:extLst>
          </p:cNvPr>
          <p:cNvCxnSpPr>
            <a:cxnSpLocks/>
          </p:cNvCxnSpPr>
          <p:nvPr/>
        </p:nvCxnSpPr>
        <p:spPr>
          <a:xfrm>
            <a:off x="8242665" y="1224188"/>
            <a:ext cx="3670300" cy="5061"/>
          </a:xfrm>
          <a:prstGeom prst="straightConnector1">
            <a:avLst/>
          </a:prstGeom>
          <a:ln>
            <a:solidFill>
              <a:srgbClr val="66737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AD85E3FD-C306-6327-1959-02C754B60F4A}"/>
              </a:ext>
            </a:extLst>
          </p:cNvPr>
          <p:cNvSpPr txBox="1"/>
          <p:nvPr/>
        </p:nvSpPr>
        <p:spPr>
          <a:xfrm>
            <a:off x="9408640" y="1076938"/>
            <a:ext cx="1362075" cy="317183"/>
          </a:xfrm>
          <a:prstGeom prst="roundRect">
            <a:avLst>
              <a:gd name="adj" fmla="val 2193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Arial" panose="020B0604020202020204" pitchFamily="34" charset="0"/>
              </a:rPr>
              <a:t>Rsinto 12-18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C91D6D2-C6B6-05FB-B7EE-475E414A2CF8}"/>
              </a:ext>
            </a:extLst>
          </p:cNvPr>
          <p:cNvSpPr txBox="1"/>
          <p:nvPr/>
        </p:nvSpPr>
        <p:spPr>
          <a:xfrm>
            <a:off x="8236491" y="2586731"/>
            <a:ext cx="3676474" cy="1236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lvl="2" indent="-176213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Ccaecatc upidatat nonpr oi dent sunt inculpaq Uiof ficiadeseru </a:t>
            </a:r>
          </a:p>
          <a:p>
            <a:pPr marL="176213" lvl="2" indent="-176213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Ntmollitanim idestlabor um cur abiturnonn (Ullasit AM) etnislte</a:t>
            </a:r>
          </a:p>
          <a:p>
            <a:pPr marL="176213" lvl="2" indent="-176213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Mpuscon vallis Quis aclectus, pellentesq uei nipsumi dorciport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784E20-506A-1233-027C-A74CB141776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600" y="4126326"/>
            <a:ext cx="2119412" cy="1828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8E7618-3BD1-2A82-A240-7372B44FC8B5}"/>
              </a:ext>
            </a:extLst>
          </p:cNvPr>
          <p:cNvSpPr txBox="1"/>
          <p:nvPr/>
        </p:nvSpPr>
        <p:spPr>
          <a:xfrm>
            <a:off x="4255480" y="2586731"/>
            <a:ext cx="3670482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213" lvl="2" indent="-176213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Adapibusvi vamussu scipitto rto regetfeli SP orttitorvo lut p.a. </a:t>
            </a:r>
          </a:p>
          <a:p>
            <a:pPr marL="360363" lvl="3" indent="-184150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Tcrasultric/ IES ligulase</a:t>
            </a:r>
          </a:p>
          <a:p>
            <a:pPr marL="360363" lvl="3" indent="-184150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DMA gnadictu</a:t>
            </a:r>
          </a:p>
          <a:p>
            <a:pPr marL="176213" lvl="2" indent="-176213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Mport aloremips umdolor sitametc</a:t>
            </a:r>
          </a:p>
          <a:p>
            <a:pPr marL="176213" lvl="2" indent="-176213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Onsect eturadi piscingelits eddoeiu smodtempori/ ncidid untutlaboreetdo</a:t>
            </a:r>
          </a:p>
        </p:txBody>
      </p:sp>
      <p:pic>
        <p:nvPicPr>
          <p:cNvPr id="7" name="Picture 6" descr="A graph with a globe and text&#10;&#10;AI-generated content may be incorrect.">
            <a:extLst>
              <a:ext uri="{FF2B5EF4-FFF2-40B4-BE49-F238E27FC236}">
                <a16:creationId xmlns:a16="http://schemas.microsoft.com/office/drawing/2014/main" id="{4BAFFD64-93A6-00D9-1D56-1E18DDF81F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5169" y="4166907"/>
            <a:ext cx="1871204" cy="187698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FE14C65-6B9E-D97F-47DB-B76B7222F42B}"/>
              </a:ext>
            </a:extLst>
          </p:cNvPr>
          <p:cNvGrpSpPr/>
          <p:nvPr/>
        </p:nvGrpSpPr>
        <p:grpSpPr>
          <a:xfrm>
            <a:off x="285642" y="1406605"/>
            <a:ext cx="3663133" cy="411480"/>
            <a:chOff x="214183" y="1322081"/>
            <a:chExt cx="3663133" cy="411480"/>
          </a:xfrm>
        </p:grpSpPr>
        <p:sp>
          <p:nvSpPr>
            <p:cNvPr id="185" name="Rectangle: Rounded Corners 184">
              <a:extLst>
                <a:ext uri="{FF2B5EF4-FFF2-40B4-BE49-F238E27FC236}">
                  <a16:creationId xmlns:a16="http://schemas.microsoft.com/office/drawing/2014/main" id="{8EBAC6F5-166A-3AAB-8377-6F2E98A57D62}"/>
                </a:ext>
              </a:extLst>
            </p:cNvPr>
            <p:cNvSpPr/>
            <p:nvPr/>
          </p:nvSpPr>
          <p:spPr>
            <a:xfrm>
              <a:off x="321316" y="1351043"/>
              <a:ext cx="3556000" cy="365760"/>
            </a:xfrm>
            <a:prstGeom prst="roundRect">
              <a:avLst>
                <a:gd name="adj" fmla="val 17361"/>
              </a:avLst>
            </a:prstGeom>
            <a:solidFill>
              <a:srgbClr val="459FE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Loremagna Aliq Uautenimadmi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2D570C-D00A-A4FB-BCD5-8992CBBC60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183" y="1322081"/>
              <a:ext cx="410198" cy="41148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459FED"/>
              </a:solidFill>
              <a:prstDash val="solid"/>
              <a:miter lim="800000"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7625DF-7788-CC28-494D-456AAC67C7C1}"/>
              </a:ext>
            </a:extLst>
          </p:cNvPr>
          <p:cNvGrpSpPr/>
          <p:nvPr/>
        </p:nvGrpSpPr>
        <p:grpSpPr>
          <a:xfrm>
            <a:off x="4278450" y="1413163"/>
            <a:ext cx="3638125" cy="411480"/>
            <a:chOff x="4231335" y="1328639"/>
            <a:chExt cx="3638125" cy="411480"/>
          </a:xfrm>
        </p:grpSpPr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B4ABB39E-DD32-D91E-8A7E-9CDBD869D128}"/>
                </a:ext>
              </a:extLst>
            </p:cNvPr>
            <p:cNvSpPr/>
            <p:nvPr/>
          </p:nvSpPr>
          <p:spPr>
            <a:xfrm>
              <a:off x="4312163" y="1351043"/>
              <a:ext cx="3557297" cy="365760"/>
            </a:xfrm>
            <a:prstGeom prst="roundRect">
              <a:avLst>
                <a:gd name="adj" fmla="val 17361"/>
              </a:avLst>
            </a:prstGeom>
            <a:solidFill>
              <a:srgbClr val="66737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Arial" panose="020B0604020202020204" pitchFamily="34" charset="0"/>
                  <a:cs typeface="Arial" panose="020B0604020202020204" pitchFamily="34" charset="0"/>
                </a:rPr>
                <a:t>Imveniamqui &amp; Snos Trud Exerc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797B5C5-EBFD-4B72-7928-65196B5356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1335" y="1328639"/>
              <a:ext cx="410198" cy="41148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66737C"/>
              </a:solidFill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</p:grpSp>
      <p:pic>
        <p:nvPicPr>
          <p:cNvPr id="12" name="Picture 11" descr="A diagram of the united states&#10;&#10;AI-generated content may be incorrect.">
            <a:extLst>
              <a:ext uri="{FF2B5EF4-FFF2-40B4-BE49-F238E27FC236}">
                <a16:creationId xmlns:a16="http://schemas.microsoft.com/office/drawing/2014/main" id="{FAE21F59-AD27-8166-F6DB-AA694EC874F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58257" y="4166441"/>
            <a:ext cx="2118738" cy="202197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E9A7A36-895E-1AAE-93EE-CA55F64A6DFE}"/>
              </a:ext>
            </a:extLst>
          </p:cNvPr>
          <p:cNvGrpSpPr/>
          <p:nvPr/>
        </p:nvGrpSpPr>
        <p:grpSpPr>
          <a:xfrm>
            <a:off x="8241801" y="1413163"/>
            <a:ext cx="3672029" cy="411480"/>
            <a:chOff x="8196297" y="1328639"/>
            <a:chExt cx="3672029" cy="411480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BDBA6751-A9E3-C17F-7824-F256CB79BA6E}"/>
                </a:ext>
              </a:extLst>
            </p:cNvPr>
            <p:cNvSpPr/>
            <p:nvPr/>
          </p:nvSpPr>
          <p:spPr>
            <a:xfrm>
              <a:off x="8311029" y="1351043"/>
              <a:ext cx="3557297" cy="365760"/>
            </a:xfrm>
            <a:prstGeom prst="roundRect">
              <a:avLst>
                <a:gd name="adj" fmla="val 17361"/>
              </a:avLst>
            </a:prstGeom>
            <a:solidFill>
              <a:srgbClr val="FED05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FBBE26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Tati Onullam Colabor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ABF88BB-D5E5-2EF3-BC5D-8A42CC03DB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96297" y="1328639"/>
              <a:ext cx="410198" cy="41148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E38803"/>
              </a:solidFill>
              <a:prstDash val="solid"/>
              <a:miter lim="800000"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</p:grp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81FDE4B8-4D23-A9A4-B442-00EC5E29693F}"/>
              </a:ext>
            </a:extLst>
          </p:cNvPr>
          <p:cNvSpPr/>
          <p:nvPr/>
        </p:nvSpPr>
        <p:spPr>
          <a:xfrm>
            <a:off x="4011474" y="1143737"/>
            <a:ext cx="186184" cy="186184"/>
          </a:xfrm>
          <a:prstGeom prst="star5">
            <a:avLst>
              <a:gd name="adj" fmla="val 29895"/>
              <a:gd name="hf" fmla="val 105146"/>
              <a:gd name="vf" fmla="val 110557"/>
            </a:avLst>
          </a:prstGeom>
          <a:solidFill>
            <a:srgbClr val="F34B4B"/>
          </a:solidFill>
          <a:ln w="12700" cap="flat" cmpd="sng" algn="ctr">
            <a:solidFill>
              <a:srgbClr val="66737C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F02424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56356115-E778-047C-384F-D3A53774D41B}"/>
              </a:ext>
            </a:extLst>
          </p:cNvPr>
          <p:cNvSpPr/>
          <p:nvPr/>
        </p:nvSpPr>
        <p:spPr>
          <a:xfrm>
            <a:off x="7999487" y="1143737"/>
            <a:ext cx="186184" cy="186184"/>
          </a:xfrm>
          <a:prstGeom prst="star5">
            <a:avLst>
              <a:gd name="adj" fmla="val 29895"/>
              <a:gd name="hf" fmla="val 105146"/>
              <a:gd name="vf" fmla="val 110557"/>
            </a:avLst>
          </a:prstGeom>
          <a:solidFill>
            <a:srgbClr val="F34B4B"/>
          </a:solidFill>
          <a:ln w="12700" cap="flat" cmpd="sng" algn="ctr">
            <a:solidFill>
              <a:srgbClr val="66737C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F02424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50FE77-067C-FD19-3C76-07CD0E3696CF}"/>
                  </a:ext>
                </a:extLst>
              </p14:cNvPr>
              <p14:cNvContentPartPr/>
              <p14:nvPr/>
            </p14:nvContentPartPr>
            <p14:xfrm>
              <a:off x="10332360" y="468144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50FE77-067C-FD19-3C76-07CD0E3696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16520" y="461808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1917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1E69-F565-B8E1-1776-6D6EF607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Rectangle: Rounded Corners 570">
            <a:extLst>
              <a:ext uri="{FF2B5EF4-FFF2-40B4-BE49-F238E27FC236}">
                <a16:creationId xmlns:a16="http://schemas.microsoft.com/office/drawing/2014/main" id="{E74A9D97-0B0D-F5E9-9480-12079EA2499E}"/>
              </a:ext>
            </a:extLst>
          </p:cNvPr>
          <p:cNvSpPr/>
          <p:nvPr/>
        </p:nvSpPr>
        <p:spPr>
          <a:xfrm flipV="1">
            <a:off x="132693" y="1023893"/>
            <a:ext cx="11926614" cy="5454562"/>
          </a:xfrm>
          <a:prstGeom prst="roundRect">
            <a:avLst>
              <a:gd name="adj" fmla="val 1277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9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2E97F-D35C-FB0A-267B-2A63C0C55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SNI - Siutaliq-Uipe Xeacommodoc Onsequa: </a:t>
            </a:r>
            <a:r>
              <a:rPr lang="en-US" b="0"/>
              <a:t>Td uisa ut eiru redolorin reprehe nd eri tinvoluptateve litesse ci llumdo Loree’u Fugi Atnullap Ariaturexce Pteursintocc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FCDCEC-F30C-CF27-B946-B9E38C596B75}"/>
              </a:ext>
            </a:extLst>
          </p:cNvPr>
          <p:cNvSpPr txBox="1"/>
          <p:nvPr/>
        </p:nvSpPr>
        <p:spPr>
          <a:xfrm>
            <a:off x="1093736" y="3853045"/>
            <a:ext cx="183791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rgbClr val="1478D2"/>
                </a:solidFill>
                <a:latin typeface="Arial" panose="020B0604020202020204" pitchFamily="34" charset="0"/>
              </a:rPr>
              <a:t>Aecat cup Idatatnon 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CAEE61A-4C49-3C08-774B-40EB474FE45E}"/>
              </a:ext>
            </a:extLst>
          </p:cNvPr>
          <p:cNvSpPr/>
          <p:nvPr/>
        </p:nvSpPr>
        <p:spPr>
          <a:xfrm>
            <a:off x="1143066" y="3554546"/>
            <a:ext cx="1739251" cy="298499"/>
          </a:xfrm>
          <a:prstGeom prst="roundRect">
            <a:avLst>
              <a:gd name="adj" fmla="val 2193884"/>
            </a:avLst>
          </a:prstGeom>
          <a:gradFill flip="none" rotWithShape="1">
            <a:gsLst>
              <a:gs pos="0">
                <a:srgbClr val="283138">
                  <a:alpha val="92000"/>
                </a:srgbClr>
              </a:gs>
              <a:gs pos="100000">
                <a:srgbClr val="43515C">
                  <a:alpha val="77000"/>
                </a:srgbClr>
              </a:gs>
            </a:gsLst>
            <a:lin ang="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 1</a:t>
            </a:r>
            <a:endParaRPr lang="en-US" sz="1200" b="1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41BE214D-3D03-DC04-E477-B5910EFA5440}"/>
              </a:ext>
            </a:extLst>
          </p:cNvPr>
          <p:cNvCxnSpPr>
            <a:cxnSpLocks/>
          </p:cNvCxnSpPr>
          <p:nvPr/>
        </p:nvCxnSpPr>
        <p:spPr bwMode="auto">
          <a:xfrm>
            <a:off x="4088341" y="2630390"/>
            <a:ext cx="0" cy="3848065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737C"/>
                </a:gs>
                <a:gs pos="49000">
                  <a:srgbClr val="66737C">
                    <a:alpha val="75000"/>
                  </a:srgbClr>
                </a:gs>
                <a:gs pos="100000">
                  <a:srgbClr val="66737C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opRightRectName" hidden="1">
            <a:extLst>
              <a:ext uri="{FF2B5EF4-FFF2-40B4-BE49-F238E27FC236}">
                <a16:creationId xmlns:a16="http://schemas.microsoft.com/office/drawing/2014/main" id="{53D4B349-52EF-1679-FFAF-FAD2FE07063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906000" y="0"/>
            <a:ext cx="2286000" cy="914400"/>
          </a:xfrm>
          <a:prstGeom prst="rect">
            <a:avLst/>
          </a:prstGeom>
          <a:solidFill>
            <a:srgbClr val="D3D3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BottomRightRectName" hidden="1">
            <a:extLst>
              <a:ext uri="{FF2B5EF4-FFF2-40B4-BE49-F238E27FC236}">
                <a16:creationId xmlns:a16="http://schemas.microsoft.com/office/drawing/2014/main" id="{E511E0D1-6FD6-3BE5-90B1-1FCC0E0E505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906000" y="5943600"/>
            <a:ext cx="2286000" cy="914400"/>
          </a:xfrm>
          <a:prstGeom prst="rect">
            <a:avLst/>
          </a:prstGeom>
          <a:solidFill>
            <a:srgbClr val="D3D3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BottomBandName" hidden="1">
            <a:extLst>
              <a:ext uri="{FF2B5EF4-FFF2-40B4-BE49-F238E27FC236}">
                <a16:creationId xmlns:a16="http://schemas.microsoft.com/office/drawing/2014/main" id="{30F3FFE9-9437-7425-9B29-E49953E17CF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D3D3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AF4234-BF74-96D0-E012-CF6BFB4D014A}"/>
              </a:ext>
            </a:extLst>
          </p:cNvPr>
          <p:cNvSpPr txBox="1"/>
          <p:nvPr/>
        </p:nvSpPr>
        <p:spPr>
          <a:xfrm>
            <a:off x="8747486" y="2811233"/>
            <a:ext cx="296107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rgbClr val="1478D2"/>
                </a:solidFill>
                <a:latin typeface="Arial" panose="020B0604020202020204" pitchFamily="34" charset="0"/>
              </a:rPr>
              <a:t>Den Ts Untinculpa qui Officiadeserun 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47C0FBE4-CC95-7A3A-FF82-4B52CFD7F358}"/>
              </a:ext>
            </a:extLst>
          </p:cNvPr>
          <p:cNvSpPr txBox="1"/>
          <p:nvPr/>
        </p:nvSpPr>
        <p:spPr>
          <a:xfrm>
            <a:off x="220276" y="1023893"/>
            <a:ext cx="11751448" cy="576650"/>
          </a:xfrm>
          <a:prstGeom prst="roundRect">
            <a:avLst>
              <a:gd name="adj" fmla="val 11113"/>
            </a:avLst>
          </a:prstGeom>
          <a:gradFill flip="none" rotWithShape="1">
            <a:gsLst>
              <a:gs pos="100000">
                <a:srgbClr val="439CED"/>
              </a:gs>
              <a:gs pos="0">
                <a:srgbClr val="53A4EE"/>
              </a:gs>
              <a:gs pos="28000">
                <a:srgbClr val="2A8FEA"/>
              </a:gs>
              <a:gs pos="68000">
                <a:srgbClr val="2A8FEA"/>
              </a:gs>
            </a:gsLst>
            <a:lin ang="0" scaled="1"/>
            <a:tileRect/>
          </a:gradFill>
          <a:ln w="6350">
            <a:noFill/>
          </a:ln>
          <a:effectLst>
            <a:outerShdw blurRad="190500" dist="38100" dir="5400000" algn="ctr" rotWithShape="0">
              <a:srgbClr val="2A8FEA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>
            <a:defPPr>
              <a:defRPr lang="en-US"/>
            </a:defPPr>
            <a:lvl1pPr algn="ctr">
              <a:defRPr sz="1400" b="1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15888" algn="l"/>
            <a:r>
              <a:rPr lang="en-US"/>
              <a:t>“Tmollit animidestla borumcurab - iturnonnul lasitametni sltem, pusconva llisq uis aclec, tus pellen tesquei nipsumid orciportad”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BFAD7D-A662-5B58-8413-A77E5FF2EF89}"/>
              </a:ext>
            </a:extLst>
          </p:cNvPr>
          <p:cNvSpPr txBox="1"/>
          <p:nvPr/>
        </p:nvSpPr>
        <p:spPr>
          <a:xfrm>
            <a:off x="266567" y="4186724"/>
            <a:ext cx="381527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i="1" noProof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Api-Busv Ivamussuscipit tor Toregetfel	</a:t>
            </a:r>
            <a:endParaRPr kumimoji="0" lang="en-US" sz="11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i="1">
                <a:latin typeface="Arial" panose="020B0604020202020204" pitchFamily="34" charset="0"/>
              </a:rPr>
              <a:t>6</a:t>
            </a:r>
            <a:r>
              <a:rPr lang="en-US" sz="1100" i="1">
                <a:solidFill>
                  <a:srgbClr val="000000"/>
                </a:solidFill>
                <a:latin typeface="Arial" panose="020B0604020202020204" pitchFamily="34" charset="0"/>
              </a:rPr>
              <a:t> isport titorvolut patcr asul tricieslig ul asedmag nadictump or taloremi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Psumdolors itamet consect eturadipisc ingelitse ddoeius m odtempori ncid id </a:t>
            </a:r>
            <a:r>
              <a:rPr kumimoji="0" lang="en-US" sz="110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170+ </a:t>
            </a:r>
            <a:r>
              <a:rPr kumimoji="0" lang="en-US" sz="11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UNTu</a:t>
            </a:r>
            <a:endParaRPr lang="en-US" sz="1100" i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Tlabor eetdol oremagnaal iquaute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61907-1032-86EF-2EAD-B931839937F3}"/>
              </a:ext>
            </a:extLst>
          </p:cNvPr>
          <p:cNvSpPr txBox="1"/>
          <p:nvPr/>
        </p:nvSpPr>
        <p:spPr>
          <a:xfrm>
            <a:off x="4307219" y="4211222"/>
            <a:ext cx="348349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Nimadmin imvenia mquisn ostrudexerc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i="1">
                <a:solidFill>
                  <a:srgbClr val="000000"/>
                </a:solidFill>
                <a:latin typeface="Arial" panose="020B0604020202020204" pitchFamily="34" charset="0"/>
              </a:rPr>
              <a:t>Itati onullamco la bori-sn-isiut aliquip exeacom modocon sequatduis aut eirured Olorinrepreh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i="1">
                <a:solidFill>
                  <a:srgbClr val="000000"/>
                </a:solidFill>
                <a:latin typeface="Arial" panose="020B0604020202020204" pitchFamily="34" charset="0"/>
              </a:rPr>
              <a:t>Enderiti nvolupta te VE-Lit Esse ci Llumdol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Oreeufu giatnul Lapariatur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DCC064-F2B0-E890-248A-EAE0DB71C616}"/>
              </a:ext>
            </a:extLst>
          </p:cNvPr>
          <p:cNvSpPr txBox="1"/>
          <p:nvPr/>
        </p:nvSpPr>
        <p:spPr>
          <a:xfrm>
            <a:off x="8050470" y="4627870"/>
            <a:ext cx="3921254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Excepteur sintocc ae catcupi datatnonpr oi dentsun tinculpa quiofficia deserunt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i="1">
                <a:solidFill>
                  <a:srgbClr val="000000"/>
                </a:solidFill>
                <a:latin typeface="Arial" panose="020B0604020202020204" pitchFamily="34" charset="0"/>
              </a:rPr>
              <a:t>Mollita Nimidest Labo rumcura bit urnonnull asita metn. isltempusconva</a:t>
            </a:r>
          </a:p>
        </p:txBody>
      </p:sp>
      <p:sp>
        <p:nvSpPr>
          <p:cNvPr id="451" name="Rectangle: Rounded Corners 450">
            <a:extLst>
              <a:ext uri="{FF2B5EF4-FFF2-40B4-BE49-F238E27FC236}">
                <a16:creationId xmlns:a16="http://schemas.microsoft.com/office/drawing/2014/main" id="{2890A001-C5FD-60D6-1E79-ED1D8985D2D8}"/>
              </a:ext>
            </a:extLst>
          </p:cNvPr>
          <p:cNvSpPr/>
          <p:nvPr/>
        </p:nvSpPr>
        <p:spPr>
          <a:xfrm>
            <a:off x="196927" y="5592232"/>
            <a:ext cx="3832362" cy="773929"/>
          </a:xfrm>
          <a:prstGeom prst="roundRect">
            <a:avLst>
              <a:gd name="adj" fmla="val 7080"/>
            </a:avLst>
          </a:prstGeom>
          <a:gradFill flip="none" rotWithShape="1">
            <a:gsLst>
              <a:gs pos="100000">
                <a:srgbClr val="7ECAF8">
                  <a:alpha val="53000"/>
                </a:srgbClr>
              </a:gs>
              <a:gs pos="0">
                <a:srgbClr val="A2ABB0">
                  <a:alpha val="44000"/>
                </a:srgbClr>
              </a:gs>
            </a:gsLst>
            <a:lin ang="108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lt1"/>
              </a:solidFill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29F0BB0E-A4DD-15A7-6CC1-774893AB9BF4}"/>
              </a:ext>
            </a:extLst>
          </p:cNvPr>
          <p:cNvSpPr txBox="1"/>
          <p:nvPr/>
        </p:nvSpPr>
        <p:spPr>
          <a:xfrm>
            <a:off x="310087" y="5497819"/>
            <a:ext cx="912638" cy="217525"/>
          </a:xfrm>
          <a:prstGeom prst="roundRect">
            <a:avLst>
              <a:gd name="adj" fmla="val 2919205"/>
            </a:avLst>
          </a:prstGeom>
          <a:solidFill>
            <a:srgbClr val="FFFFFF"/>
          </a:solidFill>
          <a:ln w="6350" cmpd="sng">
            <a:gradFill>
              <a:gsLst>
                <a:gs pos="0">
                  <a:srgbClr val="006191"/>
                </a:gs>
                <a:gs pos="100000">
                  <a:srgbClr val="D75D62"/>
                </a:gs>
              </a:gsLst>
              <a:lin ang="5400000" scaled="1"/>
            </a:gra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kumimoji="0" lang="en-AU" sz="10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Lli Squis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E486C47B-F9F2-76D2-68F7-F4839F0D549E}"/>
              </a:ext>
            </a:extLst>
          </p:cNvPr>
          <p:cNvSpPr txBox="1"/>
          <p:nvPr/>
        </p:nvSpPr>
        <p:spPr>
          <a:xfrm>
            <a:off x="707309" y="5679114"/>
            <a:ext cx="1457329" cy="60016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AU" sz="1100" b="1">
                <a:solidFill>
                  <a:prstClr val="black"/>
                </a:solidFill>
                <a:latin typeface="Arial" panose="020B0604020202020204" pitchFamily="34" charset="0"/>
              </a:rPr>
              <a:t>Aclect Uspellent Esque &amp; Inipsum Idorc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C00D29FA-BB98-D331-4858-4B59280E4632}"/>
              </a:ext>
            </a:extLst>
          </p:cNvPr>
          <p:cNvSpPr txBox="1"/>
          <p:nvPr/>
        </p:nvSpPr>
        <p:spPr>
          <a:xfrm>
            <a:off x="2729198" y="5763753"/>
            <a:ext cx="1251733" cy="43088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prstClr val="black"/>
                </a:solidFill>
                <a:latin typeface="Arial" panose="020B0604020202020204" pitchFamily="34" charset="0"/>
              </a:rPr>
              <a:t>Iport Adap ib Usviv</a:t>
            </a:r>
          </a:p>
        </p:txBody>
      </p:sp>
      <p:sp>
        <p:nvSpPr>
          <p:cNvPr id="464" name="Freeform 17">
            <a:extLst>
              <a:ext uri="{FF2B5EF4-FFF2-40B4-BE49-F238E27FC236}">
                <a16:creationId xmlns:a16="http://schemas.microsoft.com/office/drawing/2014/main" id="{33CE845C-3685-C190-A1FD-8C6E94697BE6}"/>
              </a:ext>
            </a:extLst>
          </p:cNvPr>
          <p:cNvSpPr>
            <a:spLocks noEditPoints="1"/>
          </p:cNvSpPr>
          <p:nvPr/>
        </p:nvSpPr>
        <p:spPr bwMode="auto">
          <a:xfrm>
            <a:off x="2397498" y="5827338"/>
            <a:ext cx="307269" cy="303717"/>
          </a:xfrm>
          <a:custGeom>
            <a:avLst/>
            <a:gdLst>
              <a:gd name="T0" fmla="*/ 150 w 200"/>
              <a:gd name="T1" fmla="*/ 142 h 197"/>
              <a:gd name="T2" fmla="*/ 133 w 200"/>
              <a:gd name="T3" fmla="*/ 162 h 197"/>
              <a:gd name="T4" fmla="*/ 117 w 200"/>
              <a:gd name="T5" fmla="*/ 142 h 197"/>
              <a:gd name="T6" fmla="*/ 133 w 200"/>
              <a:gd name="T7" fmla="*/ 149 h 197"/>
              <a:gd name="T8" fmla="*/ 117 w 200"/>
              <a:gd name="T9" fmla="*/ 119 h 197"/>
              <a:gd name="T10" fmla="*/ 133 w 200"/>
              <a:gd name="T11" fmla="*/ 99 h 197"/>
              <a:gd name="T12" fmla="*/ 150 w 200"/>
              <a:gd name="T13" fmla="*/ 119 h 197"/>
              <a:gd name="T14" fmla="*/ 133 w 200"/>
              <a:gd name="T15" fmla="*/ 112 h 197"/>
              <a:gd name="T16" fmla="*/ 155 w 200"/>
              <a:gd name="T17" fmla="*/ 85 h 197"/>
              <a:gd name="T18" fmla="*/ 176 w 200"/>
              <a:gd name="T19" fmla="*/ 131 h 197"/>
              <a:gd name="T20" fmla="*/ 175 w 200"/>
              <a:gd name="T21" fmla="*/ 157 h 197"/>
              <a:gd name="T22" fmla="*/ 176 w 200"/>
              <a:gd name="T23" fmla="*/ 104 h 197"/>
              <a:gd name="T24" fmla="*/ 139 w 200"/>
              <a:gd name="T25" fmla="*/ 88 h 197"/>
              <a:gd name="T26" fmla="*/ 139 w 200"/>
              <a:gd name="T27" fmla="*/ 80 h 197"/>
              <a:gd name="T28" fmla="*/ 115 w 200"/>
              <a:gd name="T29" fmla="*/ 170 h 197"/>
              <a:gd name="T30" fmla="*/ 94 w 200"/>
              <a:gd name="T31" fmla="*/ 106 h 197"/>
              <a:gd name="T32" fmla="*/ 91 w 200"/>
              <a:gd name="T33" fmla="*/ 158 h 197"/>
              <a:gd name="T34" fmla="*/ 117 w 200"/>
              <a:gd name="T35" fmla="*/ 175 h 197"/>
              <a:gd name="T36" fmla="*/ 127 w 200"/>
              <a:gd name="T37" fmla="*/ 174 h 197"/>
              <a:gd name="T38" fmla="*/ 127 w 200"/>
              <a:gd name="T39" fmla="*/ 182 h 197"/>
              <a:gd name="T40" fmla="*/ 200 w 200"/>
              <a:gd name="T41" fmla="*/ 131 h 197"/>
              <a:gd name="T42" fmla="*/ 39 w 200"/>
              <a:gd name="T43" fmla="*/ 176 h 197"/>
              <a:gd name="T44" fmla="*/ 21 w 200"/>
              <a:gd name="T45" fmla="*/ 130 h 197"/>
              <a:gd name="T46" fmla="*/ 28 w 200"/>
              <a:gd name="T47" fmla="*/ 88 h 197"/>
              <a:gd name="T48" fmla="*/ 49 w 200"/>
              <a:gd name="T49" fmla="*/ 56 h 197"/>
              <a:gd name="T50" fmla="*/ 18 w 200"/>
              <a:gd name="T51" fmla="*/ 36 h 197"/>
              <a:gd name="T52" fmla="*/ 113 w 200"/>
              <a:gd name="T53" fmla="*/ 0 h 197"/>
              <a:gd name="T54" fmla="*/ 159 w 200"/>
              <a:gd name="T55" fmla="*/ 28 h 197"/>
              <a:gd name="T56" fmla="*/ 149 w 200"/>
              <a:gd name="T57" fmla="*/ 64 h 197"/>
              <a:gd name="T58" fmla="*/ 18 w 200"/>
              <a:gd name="T59" fmla="*/ 28 h 197"/>
              <a:gd name="T60" fmla="*/ 113 w 200"/>
              <a:gd name="T61" fmla="*/ 8 h 197"/>
              <a:gd name="T62" fmla="*/ 18 w 200"/>
              <a:gd name="T63" fmla="*/ 28 h 197"/>
              <a:gd name="T64" fmla="*/ 159 w 200"/>
              <a:gd name="T65" fmla="*/ 56 h 197"/>
              <a:gd name="T66" fmla="*/ 64 w 200"/>
              <a:gd name="T67" fmla="*/ 36 h 197"/>
              <a:gd name="T68" fmla="*/ 39 w 200"/>
              <a:gd name="T69" fmla="*/ 84 h 197"/>
              <a:gd name="T70" fmla="*/ 139 w 200"/>
              <a:gd name="T71" fmla="*/ 65 h 197"/>
              <a:gd name="T72" fmla="*/ 29 w 200"/>
              <a:gd name="T73" fmla="*/ 74 h 197"/>
              <a:gd name="T74" fmla="*/ 70 w 200"/>
              <a:gd name="T75" fmla="*/ 112 h 197"/>
              <a:gd name="T76" fmla="*/ 29 w 200"/>
              <a:gd name="T77" fmla="*/ 102 h 197"/>
              <a:gd name="T78" fmla="*/ 68 w 200"/>
              <a:gd name="T79" fmla="*/ 140 h 197"/>
              <a:gd name="T80" fmla="*/ 39 w 200"/>
              <a:gd name="T81" fmla="*/ 120 h 197"/>
              <a:gd name="T82" fmla="*/ 78 w 200"/>
              <a:gd name="T83" fmla="*/ 168 h 197"/>
              <a:gd name="T84" fmla="*/ 29 w 200"/>
              <a:gd name="T85" fmla="*/ 158 h 197"/>
              <a:gd name="T86" fmla="*/ 192 w 200"/>
              <a:gd name="T87" fmla="*/ 131 h 197"/>
              <a:gd name="T88" fmla="*/ 133 w 200"/>
              <a:gd name="T89" fmla="*/ 19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00" h="197">
                <a:moveTo>
                  <a:pt x="125" y="119"/>
                </a:moveTo>
                <a:cubicBezTo>
                  <a:pt x="125" y="123"/>
                  <a:pt x="129" y="127"/>
                  <a:pt x="133" y="127"/>
                </a:cubicBezTo>
                <a:cubicBezTo>
                  <a:pt x="142" y="127"/>
                  <a:pt x="150" y="134"/>
                  <a:pt x="150" y="142"/>
                </a:cubicBezTo>
                <a:cubicBezTo>
                  <a:pt x="150" y="149"/>
                  <a:pt x="144" y="155"/>
                  <a:pt x="137" y="157"/>
                </a:cubicBezTo>
                <a:cubicBezTo>
                  <a:pt x="137" y="159"/>
                  <a:pt x="137" y="159"/>
                  <a:pt x="137" y="159"/>
                </a:cubicBezTo>
                <a:cubicBezTo>
                  <a:pt x="137" y="161"/>
                  <a:pt x="135" y="162"/>
                  <a:pt x="133" y="162"/>
                </a:cubicBezTo>
                <a:cubicBezTo>
                  <a:pt x="131" y="162"/>
                  <a:pt x="129" y="161"/>
                  <a:pt x="129" y="159"/>
                </a:cubicBezTo>
                <a:cubicBezTo>
                  <a:pt x="129" y="157"/>
                  <a:pt x="129" y="157"/>
                  <a:pt x="129" y="157"/>
                </a:cubicBezTo>
                <a:cubicBezTo>
                  <a:pt x="122" y="155"/>
                  <a:pt x="117" y="149"/>
                  <a:pt x="117" y="142"/>
                </a:cubicBezTo>
                <a:cubicBezTo>
                  <a:pt x="117" y="140"/>
                  <a:pt x="119" y="138"/>
                  <a:pt x="121" y="138"/>
                </a:cubicBezTo>
                <a:cubicBezTo>
                  <a:pt x="123" y="138"/>
                  <a:pt x="125" y="140"/>
                  <a:pt x="125" y="142"/>
                </a:cubicBezTo>
                <a:cubicBezTo>
                  <a:pt x="125" y="146"/>
                  <a:pt x="129" y="149"/>
                  <a:pt x="133" y="149"/>
                </a:cubicBezTo>
                <a:cubicBezTo>
                  <a:pt x="138" y="149"/>
                  <a:pt x="142" y="146"/>
                  <a:pt x="142" y="142"/>
                </a:cubicBezTo>
                <a:cubicBezTo>
                  <a:pt x="142" y="138"/>
                  <a:pt x="138" y="135"/>
                  <a:pt x="133" y="135"/>
                </a:cubicBezTo>
                <a:cubicBezTo>
                  <a:pt x="124" y="135"/>
                  <a:pt x="117" y="128"/>
                  <a:pt x="117" y="119"/>
                </a:cubicBezTo>
                <a:cubicBezTo>
                  <a:pt x="117" y="112"/>
                  <a:pt x="122" y="106"/>
                  <a:pt x="129" y="105"/>
                </a:cubicBezTo>
                <a:cubicBezTo>
                  <a:pt x="129" y="103"/>
                  <a:pt x="129" y="103"/>
                  <a:pt x="129" y="103"/>
                </a:cubicBezTo>
                <a:cubicBezTo>
                  <a:pt x="129" y="100"/>
                  <a:pt x="131" y="99"/>
                  <a:pt x="133" y="99"/>
                </a:cubicBezTo>
                <a:cubicBezTo>
                  <a:pt x="135" y="99"/>
                  <a:pt x="137" y="100"/>
                  <a:pt x="137" y="103"/>
                </a:cubicBezTo>
                <a:cubicBezTo>
                  <a:pt x="137" y="105"/>
                  <a:pt x="137" y="105"/>
                  <a:pt x="137" y="105"/>
                </a:cubicBezTo>
                <a:cubicBezTo>
                  <a:pt x="144" y="106"/>
                  <a:pt x="150" y="112"/>
                  <a:pt x="150" y="119"/>
                </a:cubicBezTo>
                <a:cubicBezTo>
                  <a:pt x="150" y="122"/>
                  <a:pt x="148" y="123"/>
                  <a:pt x="146" y="123"/>
                </a:cubicBezTo>
                <a:cubicBezTo>
                  <a:pt x="144" y="123"/>
                  <a:pt x="142" y="122"/>
                  <a:pt x="142" y="119"/>
                </a:cubicBezTo>
                <a:cubicBezTo>
                  <a:pt x="142" y="115"/>
                  <a:pt x="138" y="112"/>
                  <a:pt x="133" y="112"/>
                </a:cubicBezTo>
                <a:cubicBezTo>
                  <a:pt x="129" y="112"/>
                  <a:pt x="125" y="115"/>
                  <a:pt x="125" y="119"/>
                </a:cubicBezTo>
                <a:close/>
                <a:moveTo>
                  <a:pt x="176" y="104"/>
                </a:moveTo>
                <a:cubicBezTo>
                  <a:pt x="171" y="96"/>
                  <a:pt x="164" y="89"/>
                  <a:pt x="155" y="85"/>
                </a:cubicBezTo>
                <a:cubicBezTo>
                  <a:pt x="153" y="84"/>
                  <a:pt x="151" y="85"/>
                  <a:pt x="150" y="87"/>
                </a:cubicBezTo>
                <a:cubicBezTo>
                  <a:pt x="149" y="89"/>
                  <a:pt x="150" y="91"/>
                  <a:pt x="152" y="92"/>
                </a:cubicBezTo>
                <a:cubicBezTo>
                  <a:pt x="167" y="99"/>
                  <a:pt x="176" y="115"/>
                  <a:pt x="176" y="131"/>
                </a:cubicBezTo>
                <a:cubicBezTo>
                  <a:pt x="176" y="138"/>
                  <a:pt x="175" y="145"/>
                  <a:pt x="171" y="151"/>
                </a:cubicBezTo>
                <a:cubicBezTo>
                  <a:pt x="170" y="153"/>
                  <a:pt x="171" y="155"/>
                  <a:pt x="173" y="156"/>
                </a:cubicBezTo>
                <a:cubicBezTo>
                  <a:pt x="173" y="157"/>
                  <a:pt x="174" y="157"/>
                  <a:pt x="175" y="157"/>
                </a:cubicBezTo>
                <a:cubicBezTo>
                  <a:pt x="176" y="157"/>
                  <a:pt x="177" y="156"/>
                  <a:pt x="178" y="155"/>
                </a:cubicBezTo>
                <a:cubicBezTo>
                  <a:pt x="182" y="147"/>
                  <a:pt x="184" y="139"/>
                  <a:pt x="184" y="131"/>
                </a:cubicBezTo>
                <a:cubicBezTo>
                  <a:pt x="184" y="121"/>
                  <a:pt x="181" y="112"/>
                  <a:pt x="176" y="104"/>
                </a:cubicBezTo>
                <a:close/>
                <a:moveTo>
                  <a:pt x="139" y="88"/>
                </a:moveTo>
                <a:cubicBezTo>
                  <a:pt x="139" y="88"/>
                  <a:pt x="139" y="88"/>
                  <a:pt x="139" y="88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42" y="88"/>
                  <a:pt x="143" y="86"/>
                  <a:pt x="143" y="84"/>
                </a:cubicBezTo>
                <a:cubicBezTo>
                  <a:pt x="143" y="82"/>
                  <a:pt x="142" y="80"/>
                  <a:pt x="139" y="80"/>
                </a:cubicBezTo>
                <a:cubicBezTo>
                  <a:pt x="139" y="80"/>
                  <a:pt x="139" y="80"/>
                  <a:pt x="139" y="80"/>
                </a:cubicBezTo>
                <a:cubicBezTo>
                  <a:pt x="137" y="80"/>
                  <a:pt x="135" y="82"/>
                  <a:pt x="135" y="84"/>
                </a:cubicBezTo>
                <a:cubicBezTo>
                  <a:pt x="135" y="86"/>
                  <a:pt x="137" y="88"/>
                  <a:pt x="139" y="88"/>
                </a:cubicBezTo>
                <a:close/>
                <a:moveTo>
                  <a:pt x="115" y="170"/>
                </a:moveTo>
                <a:cubicBezTo>
                  <a:pt x="100" y="163"/>
                  <a:pt x="90" y="147"/>
                  <a:pt x="90" y="131"/>
                </a:cubicBezTo>
                <a:cubicBezTo>
                  <a:pt x="90" y="124"/>
                  <a:pt x="92" y="117"/>
                  <a:pt x="95" y="111"/>
                </a:cubicBezTo>
                <a:cubicBezTo>
                  <a:pt x="96" y="109"/>
                  <a:pt x="96" y="107"/>
                  <a:pt x="94" y="106"/>
                </a:cubicBezTo>
                <a:cubicBezTo>
                  <a:pt x="92" y="104"/>
                  <a:pt x="89" y="105"/>
                  <a:pt x="88" y="107"/>
                </a:cubicBezTo>
                <a:cubicBezTo>
                  <a:pt x="85" y="114"/>
                  <a:pt x="82" y="123"/>
                  <a:pt x="82" y="131"/>
                </a:cubicBezTo>
                <a:cubicBezTo>
                  <a:pt x="82" y="141"/>
                  <a:pt x="85" y="150"/>
                  <a:pt x="91" y="158"/>
                </a:cubicBezTo>
                <a:cubicBezTo>
                  <a:pt x="96" y="166"/>
                  <a:pt x="103" y="173"/>
                  <a:pt x="111" y="177"/>
                </a:cubicBezTo>
                <a:cubicBezTo>
                  <a:pt x="112" y="177"/>
                  <a:pt x="112" y="177"/>
                  <a:pt x="113" y="177"/>
                </a:cubicBezTo>
                <a:cubicBezTo>
                  <a:pt x="114" y="177"/>
                  <a:pt x="116" y="176"/>
                  <a:pt x="117" y="175"/>
                </a:cubicBezTo>
                <a:cubicBezTo>
                  <a:pt x="117" y="173"/>
                  <a:pt x="117" y="171"/>
                  <a:pt x="115" y="170"/>
                </a:cubicBezTo>
                <a:close/>
                <a:moveTo>
                  <a:pt x="127" y="174"/>
                </a:moveTo>
                <a:cubicBezTo>
                  <a:pt x="127" y="174"/>
                  <a:pt x="127" y="174"/>
                  <a:pt x="127" y="174"/>
                </a:cubicBezTo>
                <a:cubicBezTo>
                  <a:pt x="125" y="174"/>
                  <a:pt x="123" y="176"/>
                  <a:pt x="123" y="178"/>
                </a:cubicBezTo>
                <a:cubicBezTo>
                  <a:pt x="123" y="180"/>
                  <a:pt x="125" y="182"/>
                  <a:pt x="127" y="182"/>
                </a:cubicBezTo>
                <a:cubicBezTo>
                  <a:pt x="127" y="182"/>
                  <a:pt x="127" y="182"/>
                  <a:pt x="127" y="182"/>
                </a:cubicBezTo>
                <a:cubicBezTo>
                  <a:pt x="130" y="182"/>
                  <a:pt x="131" y="180"/>
                  <a:pt x="131" y="178"/>
                </a:cubicBezTo>
                <a:cubicBezTo>
                  <a:pt x="131" y="176"/>
                  <a:pt x="130" y="174"/>
                  <a:pt x="127" y="174"/>
                </a:cubicBezTo>
                <a:close/>
                <a:moveTo>
                  <a:pt x="200" y="131"/>
                </a:moveTo>
                <a:cubicBezTo>
                  <a:pt x="200" y="168"/>
                  <a:pt x="170" y="197"/>
                  <a:pt x="133" y="197"/>
                </a:cubicBezTo>
                <a:cubicBezTo>
                  <a:pt x="114" y="197"/>
                  <a:pt x="97" y="189"/>
                  <a:pt x="85" y="176"/>
                </a:cubicBezTo>
                <a:cubicBezTo>
                  <a:pt x="39" y="176"/>
                  <a:pt x="39" y="176"/>
                  <a:pt x="39" y="176"/>
                </a:cubicBezTo>
                <a:cubicBezTo>
                  <a:pt x="29" y="176"/>
                  <a:pt x="21" y="168"/>
                  <a:pt x="21" y="158"/>
                </a:cubicBezTo>
                <a:cubicBezTo>
                  <a:pt x="21" y="153"/>
                  <a:pt x="23" y="148"/>
                  <a:pt x="28" y="144"/>
                </a:cubicBezTo>
                <a:cubicBezTo>
                  <a:pt x="23" y="141"/>
                  <a:pt x="21" y="136"/>
                  <a:pt x="21" y="130"/>
                </a:cubicBezTo>
                <a:cubicBezTo>
                  <a:pt x="21" y="124"/>
                  <a:pt x="23" y="119"/>
                  <a:pt x="28" y="116"/>
                </a:cubicBezTo>
                <a:cubicBezTo>
                  <a:pt x="23" y="113"/>
                  <a:pt x="21" y="108"/>
                  <a:pt x="21" y="102"/>
                </a:cubicBezTo>
                <a:cubicBezTo>
                  <a:pt x="21" y="96"/>
                  <a:pt x="23" y="91"/>
                  <a:pt x="28" y="88"/>
                </a:cubicBezTo>
                <a:cubicBezTo>
                  <a:pt x="23" y="85"/>
                  <a:pt x="21" y="80"/>
                  <a:pt x="21" y="74"/>
                </a:cubicBezTo>
                <a:cubicBezTo>
                  <a:pt x="21" y="64"/>
                  <a:pt x="29" y="56"/>
                  <a:pt x="39" y="56"/>
                </a:cubicBezTo>
                <a:cubicBezTo>
                  <a:pt x="49" y="56"/>
                  <a:pt x="49" y="56"/>
                  <a:pt x="49" y="56"/>
                </a:cubicBezTo>
                <a:cubicBezTo>
                  <a:pt x="47" y="53"/>
                  <a:pt x="46" y="50"/>
                  <a:pt x="46" y="46"/>
                </a:cubicBezTo>
                <a:cubicBezTo>
                  <a:pt x="46" y="42"/>
                  <a:pt x="47" y="39"/>
                  <a:pt x="49" y="36"/>
                </a:cubicBezTo>
                <a:cubicBezTo>
                  <a:pt x="18" y="36"/>
                  <a:pt x="18" y="36"/>
                  <a:pt x="18" y="36"/>
                </a:cubicBezTo>
                <a:cubicBezTo>
                  <a:pt x="8" y="36"/>
                  <a:pt x="0" y="28"/>
                  <a:pt x="0" y="18"/>
                </a:cubicBezTo>
                <a:cubicBezTo>
                  <a:pt x="0" y="8"/>
                  <a:pt x="8" y="0"/>
                  <a:pt x="18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23" y="0"/>
                  <a:pt x="131" y="8"/>
                  <a:pt x="131" y="18"/>
                </a:cubicBezTo>
                <a:cubicBezTo>
                  <a:pt x="131" y="21"/>
                  <a:pt x="130" y="25"/>
                  <a:pt x="128" y="28"/>
                </a:cubicBezTo>
                <a:cubicBezTo>
                  <a:pt x="159" y="28"/>
                  <a:pt x="159" y="28"/>
                  <a:pt x="159" y="28"/>
                </a:cubicBezTo>
                <a:cubicBezTo>
                  <a:pt x="169" y="28"/>
                  <a:pt x="177" y="36"/>
                  <a:pt x="177" y="46"/>
                </a:cubicBezTo>
                <a:cubicBezTo>
                  <a:pt x="177" y="56"/>
                  <a:pt x="169" y="64"/>
                  <a:pt x="159" y="64"/>
                </a:cubicBezTo>
                <a:cubicBezTo>
                  <a:pt x="149" y="64"/>
                  <a:pt x="149" y="64"/>
                  <a:pt x="149" y="64"/>
                </a:cubicBezTo>
                <a:cubicBezTo>
                  <a:pt x="150" y="65"/>
                  <a:pt x="151" y="66"/>
                  <a:pt x="151" y="67"/>
                </a:cubicBezTo>
                <a:cubicBezTo>
                  <a:pt x="179" y="75"/>
                  <a:pt x="200" y="100"/>
                  <a:pt x="200" y="131"/>
                </a:cubicBezTo>
                <a:close/>
                <a:moveTo>
                  <a:pt x="18" y="28"/>
                </a:moveTo>
                <a:cubicBezTo>
                  <a:pt x="113" y="28"/>
                  <a:pt x="113" y="28"/>
                  <a:pt x="113" y="28"/>
                </a:cubicBezTo>
                <a:cubicBezTo>
                  <a:pt x="119" y="28"/>
                  <a:pt x="124" y="23"/>
                  <a:pt x="124" y="18"/>
                </a:cubicBezTo>
                <a:cubicBezTo>
                  <a:pt x="124" y="12"/>
                  <a:pt x="119" y="8"/>
                  <a:pt x="113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2" y="8"/>
                  <a:pt x="7" y="12"/>
                  <a:pt x="7" y="18"/>
                </a:cubicBezTo>
                <a:cubicBezTo>
                  <a:pt x="7" y="23"/>
                  <a:pt x="12" y="28"/>
                  <a:pt x="18" y="28"/>
                </a:cubicBezTo>
                <a:close/>
                <a:moveTo>
                  <a:pt x="64" y="56"/>
                </a:moveTo>
                <a:cubicBezTo>
                  <a:pt x="134" y="56"/>
                  <a:pt x="134" y="56"/>
                  <a:pt x="134" y="56"/>
                </a:cubicBezTo>
                <a:cubicBezTo>
                  <a:pt x="159" y="56"/>
                  <a:pt x="159" y="56"/>
                  <a:pt x="159" y="56"/>
                </a:cubicBezTo>
                <a:cubicBezTo>
                  <a:pt x="165" y="56"/>
                  <a:pt x="170" y="51"/>
                  <a:pt x="170" y="46"/>
                </a:cubicBezTo>
                <a:cubicBezTo>
                  <a:pt x="170" y="40"/>
                  <a:pt x="165" y="36"/>
                  <a:pt x="159" y="36"/>
                </a:cubicBezTo>
                <a:cubicBezTo>
                  <a:pt x="64" y="36"/>
                  <a:pt x="64" y="36"/>
                  <a:pt x="64" y="36"/>
                </a:cubicBezTo>
                <a:cubicBezTo>
                  <a:pt x="58" y="36"/>
                  <a:pt x="54" y="40"/>
                  <a:pt x="54" y="46"/>
                </a:cubicBezTo>
                <a:cubicBezTo>
                  <a:pt x="54" y="51"/>
                  <a:pt x="58" y="56"/>
                  <a:pt x="64" y="56"/>
                </a:cubicBezTo>
                <a:close/>
                <a:moveTo>
                  <a:pt x="39" y="84"/>
                </a:moveTo>
                <a:cubicBezTo>
                  <a:pt x="86" y="84"/>
                  <a:pt x="86" y="84"/>
                  <a:pt x="86" y="84"/>
                </a:cubicBezTo>
                <a:cubicBezTo>
                  <a:pt x="98" y="72"/>
                  <a:pt x="115" y="65"/>
                  <a:pt x="133" y="65"/>
                </a:cubicBezTo>
                <a:cubicBezTo>
                  <a:pt x="135" y="65"/>
                  <a:pt x="137" y="65"/>
                  <a:pt x="139" y="65"/>
                </a:cubicBezTo>
                <a:cubicBezTo>
                  <a:pt x="138" y="64"/>
                  <a:pt x="136" y="64"/>
                  <a:pt x="134" y="64"/>
                </a:cubicBezTo>
                <a:cubicBezTo>
                  <a:pt x="39" y="64"/>
                  <a:pt x="39" y="64"/>
                  <a:pt x="39" y="64"/>
                </a:cubicBezTo>
                <a:cubicBezTo>
                  <a:pt x="33" y="64"/>
                  <a:pt x="29" y="68"/>
                  <a:pt x="29" y="74"/>
                </a:cubicBezTo>
                <a:cubicBezTo>
                  <a:pt x="29" y="80"/>
                  <a:pt x="33" y="84"/>
                  <a:pt x="39" y="84"/>
                </a:cubicBezTo>
                <a:close/>
                <a:moveTo>
                  <a:pt x="39" y="112"/>
                </a:moveTo>
                <a:cubicBezTo>
                  <a:pt x="70" y="112"/>
                  <a:pt x="70" y="112"/>
                  <a:pt x="70" y="112"/>
                </a:cubicBezTo>
                <a:cubicBezTo>
                  <a:pt x="72" y="105"/>
                  <a:pt x="75" y="98"/>
                  <a:pt x="80" y="92"/>
                </a:cubicBezTo>
                <a:cubicBezTo>
                  <a:pt x="39" y="92"/>
                  <a:pt x="39" y="92"/>
                  <a:pt x="39" y="92"/>
                </a:cubicBezTo>
                <a:cubicBezTo>
                  <a:pt x="33" y="92"/>
                  <a:pt x="29" y="96"/>
                  <a:pt x="29" y="102"/>
                </a:cubicBezTo>
                <a:cubicBezTo>
                  <a:pt x="29" y="108"/>
                  <a:pt x="33" y="112"/>
                  <a:pt x="39" y="112"/>
                </a:cubicBezTo>
                <a:close/>
                <a:moveTo>
                  <a:pt x="39" y="140"/>
                </a:moveTo>
                <a:cubicBezTo>
                  <a:pt x="68" y="140"/>
                  <a:pt x="68" y="140"/>
                  <a:pt x="68" y="140"/>
                </a:cubicBezTo>
                <a:cubicBezTo>
                  <a:pt x="67" y="137"/>
                  <a:pt x="67" y="134"/>
                  <a:pt x="67" y="131"/>
                </a:cubicBezTo>
                <a:cubicBezTo>
                  <a:pt x="67" y="127"/>
                  <a:pt x="67" y="124"/>
                  <a:pt x="68" y="120"/>
                </a:cubicBezTo>
                <a:cubicBezTo>
                  <a:pt x="39" y="120"/>
                  <a:pt x="39" y="120"/>
                  <a:pt x="39" y="120"/>
                </a:cubicBezTo>
                <a:cubicBezTo>
                  <a:pt x="33" y="120"/>
                  <a:pt x="29" y="125"/>
                  <a:pt x="29" y="130"/>
                </a:cubicBezTo>
                <a:cubicBezTo>
                  <a:pt x="29" y="136"/>
                  <a:pt x="33" y="140"/>
                  <a:pt x="39" y="140"/>
                </a:cubicBezTo>
                <a:close/>
                <a:moveTo>
                  <a:pt x="78" y="168"/>
                </a:moveTo>
                <a:cubicBezTo>
                  <a:pt x="74" y="162"/>
                  <a:pt x="71" y="155"/>
                  <a:pt x="69" y="148"/>
                </a:cubicBezTo>
                <a:cubicBezTo>
                  <a:pt x="39" y="148"/>
                  <a:pt x="39" y="148"/>
                  <a:pt x="39" y="148"/>
                </a:cubicBezTo>
                <a:cubicBezTo>
                  <a:pt x="33" y="148"/>
                  <a:pt x="29" y="153"/>
                  <a:pt x="29" y="158"/>
                </a:cubicBezTo>
                <a:cubicBezTo>
                  <a:pt x="29" y="164"/>
                  <a:pt x="33" y="168"/>
                  <a:pt x="39" y="168"/>
                </a:cubicBezTo>
                <a:lnTo>
                  <a:pt x="78" y="168"/>
                </a:lnTo>
                <a:close/>
                <a:moveTo>
                  <a:pt x="192" y="131"/>
                </a:moveTo>
                <a:cubicBezTo>
                  <a:pt x="192" y="99"/>
                  <a:pt x="166" y="72"/>
                  <a:pt x="133" y="72"/>
                </a:cubicBezTo>
                <a:cubicBezTo>
                  <a:pt x="101" y="72"/>
                  <a:pt x="75" y="99"/>
                  <a:pt x="75" y="131"/>
                </a:cubicBezTo>
                <a:cubicBezTo>
                  <a:pt x="75" y="163"/>
                  <a:pt x="101" y="190"/>
                  <a:pt x="133" y="190"/>
                </a:cubicBezTo>
                <a:cubicBezTo>
                  <a:pt x="166" y="190"/>
                  <a:pt x="192" y="163"/>
                  <a:pt x="192" y="13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490" name="Freeform 45">
            <a:extLst>
              <a:ext uri="{FF2B5EF4-FFF2-40B4-BE49-F238E27FC236}">
                <a16:creationId xmlns:a16="http://schemas.microsoft.com/office/drawing/2014/main" id="{E7E42202-04B6-06B0-6F45-B30331AA7D33}"/>
              </a:ext>
            </a:extLst>
          </p:cNvPr>
          <p:cNvSpPr>
            <a:spLocks noEditPoints="1"/>
          </p:cNvSpPr>
          <p:nvPr/>
        </p:nvSpPr>
        <p:spPr bwMode="auto">
          <a:xfrm>
            <a:off x="321090" y="5816340"/>
            <a:ext cx="310325" cy="325712"/>
          </a:xfrm>
          <a:custGeom>
            <a:avLst/>
            <a:gdLst>
              <a:gd name="T0" fmla="*/ 580 w 1951"/>
              <a:gd name="T1" fmla="*/ 1024 h 2048"/>
              <a:gd name="T2" fmla="*/ 780 w 1951"/>
              <a:gd name="T3" fmla="*/ 665 h 2048"/>
              <a:gd name="T4" fmla="*/ 1608 w 1951"/>
              <a:gd name="T5" fmla="*/ 990 h 2048"/>
              <a:gd name="T6" fmla="*/ 1249 w 1951"/>
              <a:gd name="T7" fmla="*/ 683 h 2048"/>
              <a:gd name="T8" fmla="*/ 1707 w 1951"/>
              <a:gd name="T9" fmla="*/ 649 h 2048"/>
              <a:gd name="T10" fmla="*/ 1263 w 1951"/>
              <a:gd name="T11" fmla="*/ 614 h 2048"/>
              <a:gd name="T12" fmla="*/ 1539 w 1951"/>
              <a:gd name="T13" fmla="*/ 273 h 2048"/>
              <a:gd name="T14" fmla="*/ 1724 w 1951"/>
              <a:gd name="T15" fmla="*/ 69 h 2048"/>
              <a:gd name="T16" fmla="*/ 1331 w 1951"/>
              <a:gd name="T17" fmla="*/ 225 h 2048"/>
              <a:gd name="T18" fmla="*/ 1229 w 1951"/>
              <a:gd name="T19" fmla="*/ 68 h 2048"/>
              <a:gd name="T20" fmla="*/ 819 w 1951"/>
              <a:gd name="T21" fmla="*/ 68 h 2048"/>
              <a:gd name="T22" fmla="*/ 493 w 1951"/>
              <a:gd name="T23" fmla="*/ 204 h 2048"/>
              <a:gd name="T24" fmla="*/ 396 w 1951"/>
              <a:gd name="T25" fmla="*/ 204 h 2048"/>
              <a:gd name="T26" fmla="*/ 204 w 1951"/>
              <a:gd name="T27" fmla="*/ 493 h 2048"/>
              <a:gd name="T28" fmla="*/ 68 w 1951"/>
              <a:gd name="T29" fmla="*/ 819 h 2048"/>
              <a:gd name="T30" fmla="*/ 68 w 1951"/>
              <a:gd name="T31" fmla="*/ 1229 h 2048"/>
              <a:gd name="T32" fmla="*/ 204 w 1951"/>
              <a:gd name="T33" fmla="*/ 1555 h 2048"/>
              <a:gd name="T34" fmla="*/ 396 w 1951"/>
              <a:gd name="T35" fmla="*/ 1844 h 2048"/>
              <a:gd name="T36" fmla="*/ 493 w 1951"/>
              <a:gd name="T37" fmla="*/ 1844 h 2048"/>
              <a:gd name="T38" fmla="*/ 819 w 1951"/>
              <a:gd name="T39" fmla="*/ 1980 h 2048"/>
              <a:gd name="T40" fmla="*/ 1229 w 1951"/>
              <a:gd name="T41" fmla="*/ 1980 h 2048"/>
              <a:gd name="T42" fmla="*/ 1331 w 1951"/>
              <a:gd name="T43" fmla="*/ 1823 h 2048"/>
              <a:gd name="T44" fmla="*/ 1724 w 1951"/>
              <a:gd name="T45" fmla="*/ 1979 h 2048"/>
              <a:gd name="T46" fmla="*/ 1539 w 1951"/>
              <a:gd name="T47" fmla="*/ 1775 h 2048"/>
              <a:gd name="T48" fmla="*/ 1263 w 1951"/>
              <a:gd name="T49" fmla="*/ 1434 h 2048"/>
              <a:gd name="T50" fmla="*/ 1707 w 1951"/>
              <a:gd name="T51" fmla="*/ 1399 h 2048"/>
              <a:gd name="T52" fmla="*/ 1249 w 1951"/>
              <a:gd name="T53" fmla="*/ 1365 h 2048"/>
              <a:gd name="T54" fmla="*/ 1608 w 1951"/>
              <a:gd name="T55" fmla="*/ 1058 h 2048"/>
              <a:gd name="T56" fmla="*/ 1775 w 1951"/>
              <a:gd name="T57" fmla="*/ 853 h 2048"/>
              <a:gd name="T58" fmla="*/ 1707 w 1951"/>
              <a:gd name="T59" fmla="*/ 341 h 2048"/>
              <a:gd name="T60" fmla="*/ 1707 w 1951"/>
              <a:gd name="T61" fmla="*/ 1707 h 2048"/>
              <a:gd name="T62" fmla="*/ 1604 w 1951"/>
              <a:gd name="T63" fmla="*/ 1809 h 2048"/>
              <a:gd name="T64" fmla="*/ 922 w 1951"/>
              <a:gd name="T65" fmla="*/ 1024 h 2048"/>
              <a:gd name="T66" fmla="*/ 1024 w 1951"/>
              <a:gd name="T67" fmla="*/ 1126 h 2048"/>
              <a:gd name="T68" fmla="*/ 1536 w 1951"/>
              <a:gd name="T69" fmla="*/ 751 h 2048"/>
              <a:gd name="T70" fmla="*/ 1187 w 1951"/>
              <a:gd name="T71" fmla="*/ 1757 h 2048"/>
              <a:gd name="T72" fmla="*/ 887 w 1951"/>
              <a:gd name="T73" fmla="*/ 1980 h 2048"/>
              <a:gd name="T74" fmla="*/ 621 w 1951"/>
              <a:gd name="T75" fmla="*/ 1658 h 2048"/>
              <a:gd name="T76" fmla="*/ 252 w 1951"/>
              <a:gd name="T77" fmla="*/ 1603 h 2048"/>
              <a:gd name="T78" fmla="*/ 291 w 1951"/>
              <a:gd name="T79" fmla="*/ 1187 h 2048"/>
              <a:gd name="T80" fmla="*/ 68 w 1951"/>
              <a:gd name="T81" fmla="*/ 887 h 2048"/>
              <a:gd name="T82" fmla="*/ 390 w 1951"/>
              <a:gd name="T83" fmla="*/ 621 h 2048"/>
              <a:gd name="T84" fmla="*/ 445 w 1951"/>
              <a:gd name="T85" fmla="*/ 252 h 2048"/>
              <a:gd name="T86" fmla="*/ 861 w 1951"/>
              <a:gd name="T87" fmla="*/ 291 h 2048"/>
              <a:gd name="T88" fmla="*/ 1161 w 1951"/>
              <a:gd name="T89" fmla="*/ 68 h 2048"/>
              <a:gd name="T90" fmla="*/ 1248 w 1951"/>
              <a:gd name="T91" fmla="*/ 308 h 2048"/>
              <a:gd name="T92" fmla="*/ 1195 w 1951"/>
              <a:gd name="T93" fmla="*/ 434 h 2048"/>
              <a:gd name="T94" fmla="*/ 1195 w 1951"/>
              <a:gd name="T95" fmla="*/ 1614 h 2048"/>
              <a:gd name="T96" fmla="*/ 1248 w 1951"/>
              <a:gd name="T97" fmla="*/ 1740 h 2048"/>
              <a:gd name="T98" fmla="*/ 1638 w 1951"/>
              <a:gd name="T99" fmla="*/ 1399 h 2048"/>
              <a:gd name="T100" fmla="*/ 1536 w 1951"/>
              <a:gd name="T101" fmla="*/ 1297 h 2048"/>
              <a:gd name="T102" fmla="*/ 582 w 1951"/>
              <a:gd name="T103" fmla="*/ 1346 h 2048"/>
              <a:gd name="T104" fmla="*/ 1195 w 1951"/>
              <a:gd name="T105" fmla="*/ 640 h 2048"/>
              <a:gd name="T106" fmla="*/ 853 w 1951"/>
              <a:gd name="T107" fmla="*/ 1024 h 2048"/>
              <a:gd name="T108" fmla="*/ 1195 w 1951"/>
              <a:gd name="T109" fmla="*/ 1408 h 2048"/>
              <a:gd name="T110" fmla="*/ 1775 w 1951"/>
              <a:gd name="T111" fmla="*/ 922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51" h="2048">
                <a:moveTo>
                  <a:pt x="733" y="653"/>
                </a:moveTo>
                <a:cubicBezTo>
                  <a:pt x="619" y="727"/>
                  <a:pt x="549" y="854"/>
                  <a:pt x="546" y="990"/>
                </a:cubicBezTo>
                <a:cubicBezTo>
                  <a:pt x="546" y="1009"/>
                  <a:pt x="561" y="1024"/>
                  <a:pt x="580" y="1024"/>
                </a:cubicBezTo>
                <a:cubicBezTo>
                  <a:pt x="599" y="1024"/>
                  <a:pt x="614" y="1009"/>
                  <a:pt x="614" y="990"/>
                </a:cubicBezTo>
                <a:cubicBezTo>
                  <a:pt x="617" y="877"/>
                  <a:pt x="674" y="773"/>
                  <a:pt x="769" y="712"/>
                </a:cubicBezTo>
                <a:cubicBezTo>
                  <a:pt x="784" y="702"/>
                  <a:pt x="789" y="681"/>
                  <a:pt x="780" y="665"/>
                </a:cubicBezTo>
                <a:cubicBezTo>
                  <a:pt x="770" y="649"/>
                  <a:pt x="749" y="644"/>
                  <a:pt x="733" y="653"/>
                </a:cubicBezTo>
                <a:close/>
                <a:moveTo>
                  <a:pt x="1775" y="853"/>
                </a:moveTo>
                <a:cubicBezTo>
                  <a:pt x="1694" y="853"/>
                  <a:pt x="1624" y="910"/>
                  <a:pt x="1608" y="990"/>
                </a:cubicBezTo>
                <a:cubicBezTo>
                  <a:pt x="1191" y="990"/>
                  <a:pt x="1191" y="990"/>
                  <a:pt x="1191" y="990"/>
                </a:cubicBezTo>
                <a:cubicBezTo>
                  <a:pt x="1183" y="952"/>
                  <a:pt x="1163" y="919"/>
                  <a:pt x="1134" y="894"/>
                </a:cubicBezTo>
                <a:cubicBezTo>
                  <a:pt x="1249" y="683"/>
                  <a:pt x="1249" y="683"/>
                  <a:pt x="1249" y="683"/>
                </a:cubicBezTo>
                <a:cubicBezTo>
                  <a:pt x="1369" y="683"/>
                  <a:pt x="1369" y="683"/>
                  <a:pt x="1369" y="683"/>
                </a:cubicBezTo>
                <a:cubicBezTo>
                  <a:pt x="1386" y="769"/>
                  <a:pt x="1466" y="827"/>
                  <a:pt x="1553" y="818"/>
                </a:cubicBezTo>
                <a:cubicBezTo>
                  <a:pt x="1640" y="810"/>
                  <a:pt x="1707" y="736"/>
                  <a:pt x="1707" y="649"/>
                </a:cubicBezTo>
                <a:cubicBezTo>
                  <a:pt x="1707" y="561"/>
                  <a:pt x="1640" y="488"/>
                  <a:pt x="1553" y="479"/>
                </a:cubicBezTo>
                <a:cubicBezTo>
                  <a:pt x="1466" y="470"/>
                  <a:pt x="1386" y="529"/>
                  <a:pt x="1369" y="614"/>
                </a:cubicBezTo>
                <a:cubicBezTo>
                  <a:pt x="1263" y="614"/>
                  <a:pt x="1263" y="614"/>
                  <a:pt x="1263" y="614"/>
                </a:cubicBezTo>
                <a:cubicBezTo>
                  <a:pt x="1263" y="390"/>
                  <a:pt x="1263" y="390"/>
                  <a:pt x="1263" y="390"/>
                </a:cubicBezTo>
                <a:cubicBezTo>
                  <a:pt x="1379" y="273"/>
                  <a:pt x="1379" y="273"/>
                  <a:pt x="1379" y="273"/>
                </a:cubicBezTo>
                <a:cubicBezTo>
                  <a:pt x="1539" y="273"/>
                  <a:pt x="1539" y="273"/>
                  <a:pt x="1539" y="273"/>
                </a:cubicBezTo>
                <a:cubicBezTo>
                  <a:pt x="1557" y="359"/>
                  <a:pt x="1637" y="418"/>
                  <a:pt x="1724" y="409"/>
                </a:cubicBezTo>
                <a:cubicBezTo>
                  <a:pt x="1811" y="400"/>
                  <a:pt x="1877" y="327"/>
                  <a:pt x="1877" y="239"/>
                </a:cubicBezTo>
                <a:cubicBezTo>
                  <a:pt x="1877" y="151"/>
                  <a:pt x="1811" y="78"/>
                  <a:pt x="1724" y="69"/>
                </a:cubicBezTo>
                <a:cubicBezTo>
                  <a:pt x="1637" y="60"/>
                  <a:pt x="1557" y="119"/>
                  <a:pt x="1539" y="205"/>
                </a:cubicBezTo>
                <a:cubicBezTo>
                  <a:pt x="1379" y="205"/>
                  <a:pt x="1379" y="205"/>
                  <a:pt x="1379" y="205"/>
                </a:cubicBezTo>
                <a:cubicBezTo>
                  <a:pt x="1361" y="205"/>
                  <a:pt x="1344" y="212"/>
                  <a:pt x="1331" y="225"/>
                </a:cubicBezTo>
                <a:cubicBezTo>
                  <a:pt x="1302" y="254"/>
                  <a:pt x="1302" y="254"/>
                  <a:pt x="1302" y="254"/>
                </a:cubicBezTo>
                <a:cubicBezTo>
                  <a:pt x="1278" y="245"/>
                  <a:pt x="1254" y="238"/>
                  <a:pt x="1229" y="231"/>
                </a:cubicBezTo>
                <a:cubicBezTo>
                  <a:pt x="1229" y="68"/>
                  <a:pt x="1229" y="68"/>
                  <a:pt x="1229" y="68"/>
                </a:cubicBezTo>
                <a:cubicBezTo>
                  <a:pt x="1229" y="31"/>
                  <a:pt x="1198" y="0"/>
                  <a:pt x="1161" y="0"/>
                </a:cubicBezTo>
                <a:cubicBezTo>
                  <a:pt x="887" y="0"/>
                  <a:pt x="887" y="0"/>
                  <a:pt x="887" y="0"/>
                </a:cubicBezTo>
                <a:cubicBezTo>
                  <a:pt x="850" y="0"/>
                  <a:pt x="819" y="31"/>
                  <a:pt x="819" y="68"/>
                </a:cubicBezTo>
                <a:cubicBezTo>
                  <a:pt x="819" y="231"/>
                  <a:pt x="819" y="231"/>
                  <a:pt x="819" y="231"/>
                </a:cubicBezTo>
                <a:cubicBezTo>
                  <a:pt x="745" y="250"/>
                  <a:pt x="674" y="279"/>
                  <a:pt x="608" y="318"/>
                </a:cubicBezTo>
                <a:cubicBezTo>
                  <a:pt x="493" y="204"/>
                  <a:pt x="493" y="204"/>
                  <a:pt x="493" y="204"/>
                </a:cubicBezTo>
                <a:cubicBezTo>
                  <a:pt x="481" y="191"/>
                  <a:pt x="463" y="183"/>
                  <a:pt x="445" y="183"/>
                </a:cubicBezTo>
                <a:cubicBezTo>
                  <a:pt x="445" y="183"/>
                  <a:pt x="445" y="183"/>
                  <a:pt x="445" y="183"/>
                </a:cubicBezTo>
                <a:cubicBezTo>
                  <a:pt x="427" y="183"/>
                  <a:pt x="409" y="191"/>
                  <a:pt x="396" y="204"/>
                </a:cubicBezTo>
                <a:cubicBezTo>
                  <a:pt x="204" y="396"/>
                  <a:pt x="204" y="396"/>
                  <a:pt x="204" y="396"/>
                </a:cubicBezTo>
                <a:cubicBezTo>
                  <a:pt x="191" y="409"/>
                  <a:pt x="183" y="426"/>
                  <a:pt x="183" y="445"/>
                </a:cubicBezTo>
                <a:cubicBezTo>
                  <a:pt x="183" y="463"/>
                  <a:pt x="191" y="480"/>
                  <a:pt x="204" y="493"/>
                </a:cubicBezTo>
                <a:cubicBezTo>
                  <a:pt x="318" y="608"/>
                  <a:pt x="318" y="608"/>
                  <a:pt x="318" y="608"/>
                </a:cubicBezTo>
                <a:cubicBezTo>
                  <a:pt x="279" y="674"/>
                  <a:pt x="250" y="745"/>
                  <a:pt x="231" y="819"/>
                </a:cubicBezTo>
                <a:cubicBezTo>
                  <a:pt x="68" y="819"/>
                  <a:pt x="68" y="819"/>
                  <a:pt x="68" y="819"/>
                </a:cubicBezTo>
                <a:cubicBezTo>
                  <a:pt x="31" y="819"/>
                  <a:pt x="0" y="850"/>
                  <a:pt x="0" y="887"/>
                </a:cubicBezTo>
                <a:cubicBezTo>
                  <a:pt x="0" y="1161"/>
                  <a:pt x="0" y="1161"/>
                  <a:pt x="0" y="1161"/>
                </a:cubicBezTo>
                <a:cubicBezTo>
                  <a:pt x="0" y="1198"/>
                  <a:pt x="31" y="1229"/>
                  <a:pt x="68" y="1229"/>
                </a:cubicBezTo>
                <a:cubicBezTo>
                  <a:pt x="231" y="1229"/>
                  <a:pt x="231" y="1229"/>
                  <a:pt x="231" y="1229"/>
                </a:cubicBezTo>
                <a:cubicBezTo>
                  <a:pt x="250" y="1303"/>
                  <a:pt x="279" y="1374"/>
                  <a:pt x="318" y="1440"/>
                </a:cubicBezTo>
                <a:cubicBezTo>
                  <a:pt x="204" y="1555"/>
                  <a:pt x="204" y="1555"/>
                  <a:pt x="204" y="1555"/>
                </a:cubicBezTo>
                <a:cubicBezTo>
                  <a:pt x="191" y="1567"/>
                  <a:pt x="183" y="1585"/>
                  <a:pt x="183" y="1603"/>
                </a:cubicBezTo>
                <a:cubicBezTo>
                  <a:pt x="183" y="1621"/>
                  <a:pt x="191" y="1639"/>
                  <a:pt x="204" y="1652"/>
                </a:cubicBezTo>
                <a:cubicBezTo>
                  <a:pt x="396" y="1844"/>
                  <a:pt x="396" y="1844"/>
                  <a:pt x="396" y="1844"/>
                </a:cubicBezTo>
                <a:cubicBezTo>
                  <a:pt x="409" y="1857"/>
                  <a:pt x="426" y="1865"/>
                  <a:pt x="445" y="1865"/>
                </a:cubicBezTo>
                <a:cubicBezTo>
                  <a:pt x="445" y="1865"/>
                  <a:pt x="445" y="1865"/>
                  <a:pt x="445" y="1865"/>
                </a:cubicBezTo>
                <a:cubicBezTo>
                  <a:pt x="463" y="1865"/>
                  <a:pt x="480" y="1857"/>
                  <a:pt x="493" y="1844"/>
                </a:cubicBezTo>
                <a:cubicBezTo>
                  <a:pt x="608" y="1730"/>
                  <a:pt x="608" y="1730"/>
                  <a:pt x="608" y="1730"/>
                </a:cubicBezTo>
                <a:cubicBezTo>
                  <a:pt x="674" y="1769"/>
                  <a:pt x="745" y="1798"/>
                  <a:pt x="819" y="1817"/>
                </a:cubicBezTo>
                <a:cubicBezTo>
                  <a:pt x="819" y="1980"/>
                  <a:pt x="819" y="1980"/>
                  <a:pt x="819" y="1980"/>
                </a:cubicBezTo>
                <a:cubicBezTo>
                  <a:pt x="819" y="2017"/>
                  <a:pt x="850" y="2048"/>
                  <a:pt x="887" y="2048"/>
                </a:cubicBezTo>
                <a:cubicBezTo>
                  <a:pt x="1161" y="2048"/>
                  <a:pt x="1161" y="2048"/>
                  <a:pt x="1161" y="2048"/>
                </a:cubicBezTo>
                <a:cubicBezTo>
                  <a:pt x="1198" y="2048"/>
                  <a:pt x="1229" y="2017"/>
                  <a:pt x="1229" y="1980"/>
                </a:cubicBezTo>
                <a:cubicBezTo>
                  <a:pt x="1229" y="1817"/>
                  <a:pt x="1229" y="1817"/>
                  <a:pt x="1229" y="1817"/>
                </a:cubicBezTo>
                <a:cubicBezTo>
                  <a:pt x="1254" y="1810"/>
                  <a:pt x="1278" y="1803"/>
                  <a:pt x="1302" y="1794"/>
                </a:cubicBezTo>
                <a:cubicBezTo>
                  <a:pt x="1331" y="1823"/>
                  <a:pt x="1331" y="1823"/>
                  <a:pt x="1331" y="1823"/>
                </a:cubicBezTo>
                <a:cubicBezTo>
                  <a:pt x="1344" y="1836"/>
                  <a:pt x="1361" y="1843"/>
                  <a:pt x="1379" y="1843"/>
                </a:cubicBezTo>
                <a:cubicBezTo>
                  <a:pt x="1539" y="1843"/>
                  <a:pt x="1539" y="1843"/>
                  <a:pt x="1539" y="1843"/>
                </a:cubicBezTo>
                <a:cubicBezTo>
                  <a:pt x="1557" y="1929"/>
                  <a:pt x="1637" y="1988"/>
                  <a:pt x="1724" y="1979"/>
                </a:cubicBezTo>
                <a:cubicBezTo>
                  <a:pt x="1811" y="1970"/>
                  <a:pt x="1877" y="1897"/>
                  <a:pt x="1877" y="1809"/>
                </a:cubicBezTo>
                <a:cubicBezTo>
                  <a:pt x="1877" y="1721"/>
                  <a:pt x="1811" y="1648"/>
                  <a:pt x="1724" y="1639"/>
                </a:cubicBezTo>
                <a:cubicBezTo>
                  <a:pt x="1637" y="1630"/>
                  <a:pt x="1557" y="1689"/>
                  <a:pt x="1539" y="1775"/>
                </a:cubicBezTo>
                <a:cubicBezTo>
                  <a:pt x="1379" y="1775"/>
                  <a:pt x="1379" y="1775"/>
                  <a:pt x="1379" y="1775"/>
                </a:cubicBezTo>
                <a:cubicBezTo>
                  <a:pt x="1263" y="1658"/>
                  <a:pt x="1263" y="1658"/>
                  <a:pt x="1263" y="1658"/>
                </a:cubicBezTo>
                <a:cubicBezTo>
                  <a:pt x="1263" y="1434"/>
                  <a:pt x="1263" y="1434"/>
                  <a:pt x="1263" y="1434"/>
                </a:cubicBezTo>
                <a:cubicBezTo>
                  <a:pt x="1369" y="1434"/>
                  <a:pt x="1369" y="1434"/>
                  <a:pt x="1369" y="1434"/>
                </a:cubicBezTo>
                <a:cubicBezTo>
                  <a:pt x="1386" y="1519"/>
                  <a:pt x="1466" y="1578"/>
                  <a:pt x="1553" y="1569"/>
                </a:cubicBezTo>
                <a:cubicBezTo>
                  <a:pt x="1640" y="1560"/>
                  <a:pt x="1707" y="1487"/>
                  <a:pt x="1707" y="1399"/>
                </a:cubicBezTo>
                <a:cubicBezTo>
                  <a:pt x="1707" y="1312"/>
                  <a:pt x="1640" y="1238"/>
                  <a:pt x="1553" y="1230"/>
                </a:cubicBezTo>
                <a:cubicBezTo>
                  <a:pt x="1466" y="1221"/>
                  <a:pt x="1386" y="1279"/>
                  <a:pt x="1369" y="1365"/>
                </a:cubicBezTo>
                <a:cubicBezTo>
                  <a:pt x="1249" y="1365"/>
                  <a:pt x="1249" y="1365"/>
                  <a:pt x="1249" y="1365"/>
                </a:cubicBezTo>
                <a:cubicBezTo>
                  <a:pt x="1134" y="1154"/>
                  <a:pt x="1134" y="1154"/>
                  <a:pt x="1134" y="1154"/>
                </a:cubicBezTo>
                <a:cubicBezTo>
                  <a:pt x="1163" y="1129"/>
                  <a:pt x="1183" y="1096"/>
                  <a:pt x="1191" y="1058"/>
                </a:cubicBezTo>
                <a:cubicBezTo>
                  <a:pt x="1608" y="1058"/>
                  <a:pt x="1608" y="1058"/>
                  <a:pt x="1608" y="1058"/>
                </a:cubicBezTo>
                <a:cubicBezTo>
                  <a:pt x="1626" y="1146"/>
                  <a:pt x="1709" y="1205"/>
                  <a:pt x="1798" y="1193"/>
                </a:cubicBezTo>
                <a:cubicBezTo>
                  <a:pt x="1887" y="1181"/>
                  <a:pt x="1951" y="1102"/>
                  <a:pt x="1945" y="1013"/>
                </a:cubicBezTo>
                <a:cubicBezTo>
                  <a:pt x="1939" y="923"/>
                  <a:pt x="1865" y="853"/>
                  <a:pt x="1775" y="853"/>
                </a:cubicBezTo>
                <a:close/>
                <a:moveTo>
                  <a:pt x="1707" y="137"/>
                </a:moveTo>
                <a:cubicBezTo>
                  <a:pt x="1763" y="137"/>
                  <a:pt x="1809" y="182"/>
                  <a:pt x="1809" y="239"/>
                </a:cubicBezTo>
                <a:cubicBezTo>
                  <a:pt x="1809" y="295"/>
                  <a:pt x="1763" y="341"/>
                  <a:pt x="1707" y="341"/>
                </a:cubicBezTo>
                <a:cubicBezTo>
                  <a:pt x="1650" y="341"/>
                  <a:pt x="1604" y="295"/>
                  <a:pt x="1604" y="239"/>
                </a:cubicBezTo>
                <a:cubicBezTo>
                  <a:pt x="1604" y="182"/>
                  <a:pt x="1650" y="137"/>
                  <a:pt x="1707" y="137"/>
                </a:cubicBezTo>
                <a:close/>
                <a:moveTo>
                  <a:pt x="1707" y="1707"/>
                </a:moveTo>
                <a:cubicBezTo>
                  <a:pt x="1763" y="1707"/>
                  <a:pt x="1809" y="1753"/>
                  <a:pt x="1809" y="1809"/>
                </a:cubicBezTo>
                <a:cubicBezTo>
                  <a:pt x="1809" y="1866"/>
                  <a:pt x="1763" y="1911"/>
                  <a:pt x="1707" y="1911"/>
                </a:cubicBezTo>
                <a:cubicBezTo>
                  <a:pt x="1650" y="1911"/>
                  <a:pt x="1604" y="1866"/>
                  <a:pt x="1604" y="1809"/>
                </a:cubicBezTo>
                <a:cubicBezTo>
                  <a:pt x="1604" y="1753"/>
                  <a:pt x="1650" y="1707"/>
                  <a:pt x="1707" y="1707"/>
                </a:cubicBezTo>
                <a:close/>
                <a:moveTo>
                  <a:pt x="1024" y="1126"/>
                </a:moveTo>
                <a:cubicBezTo>
                  <a:pt x="967" y="1126"/>
                  <a:pt x="922" y="1081"/>
                  <a:pt x="922" y="1024"/>
                </a:cubicBezTo>
                <a:cubicBezTo>
                  <a:pt x="922" y="967"/>
                  <a:pt x="967" y="922"/>
                  <a:pt x="1024" y="922"/>
                </a:cubicBezTo>
                <a:cubicBezTo>
                  <a:pt x="1081" y="922"/>
                  <a:pt x="1126" y="967"/>
                  <a:pt x="1126" y="1024"/>
                </a:cubicBezTo>
                <a:cubicBezTo>
                  <a:pt x="1126" y="1081"/>
                  <a:pt x="1081" y="1126"/>
                  <a:pt x="1024" y="1126"/>
                </a:cubicBezTo>
                <a:close/>
                <a:moveTo>
                  <a:pt x="1536" y="546"/>
                </a:moveTo>
                <a:cubicBezTo>
                  <a:pt x="1593" y="546"/>
                  <a:pt x="1638" y="592"/>
                  <a:pt x="1638" y="649"/>
                </a:cubicBezTo>
                <a:cubicBezTo>
                  <a:pt x="1638" y="705"/>
                  <a:pt x="1593" y="751"/>
                  <a:pt x="1536" y="751"/>
                </a:cubicBezTo>
                <a:cubicBezTo>
                  <a:pt x="1479" y="751"/>
                  <a:pt x="1434" y="705"/>
                  <a:pt x="1434" y="649"/>
                </a:cubicBezTo>
                <a:cubicBezTo>
                  <a:pt x="1434" y="592"/>
                  <a:pt x="1479" y="546"/>
                  <a:pt x="1536" y="546"/>
                </a:cubicBezTo>
                <a:close/>
                <a:moveTo>
                  <a:pt x="1187" y="1757"/>
                </a:moveTo>
                <a:cubicBezTo>
                  <a:pt x="1172" y="1760"/>
                  <a:pt x="1161" y="1774"/>
                  <a:pt x="1161" y="1790"/>
                </a:cubicBezTo>
                <a:cubicBezTo>
                  <a:pt x="1161" y="1980"/>
                  <a:pt x="1161" y="1980"/>
                  <a:pt x="1161" y="1980"/>
                </a:cubicBezTo>
                <a:cubicBezTo>
                  <a:pt x="887" y="1980"/>
                  <a:pt x="887" y="1980"/>
                  <a:pt x="887" y="1980"/>
                </a:cubicBezTo>
                <a:cubicBezTo>
                  <a:pt x="887" y="1790"/>
                  <a:pt x="887" y="1790"/>
                  <a:pt x="887" y="1790"/>
                </a:cubicBezTo>
                <a:cubicBezTo>
                  <a:pt x="887" y="1774"/>
                  <a:pt x="876" y="1760"/>
                  <a:pt x="861" y="1757"/>
                </a:cubicBezTo>
                <a:cubicBezTo>
                  <a:pt x="776" y="1738"/>
                  <a:pt x="695" y="1704"/>
                  <a:pt x="621" y="1658"/>
                </a:cubicBezTo>
                <a:cubicBezTo>
                  <a:pt x="608" y="1649"/>
                  <a:pt x="590" y="1651"/>
                  <a:pt x="579" y="1662"/>
                </a:cubicBezTo>
                <a:cubicBezTo>
                  <a:pt x="445" y="1796"/>
                  <a:pt x="445" y="1796"/>
                  <a:pt x="445" y="1796"/>
                </a:cubicBezTo>
                <a:cubicBezTo>
                  <a:pt x="252" y="1603"/>
                  <a:pt x="252" y="1603"/>
                  <a:pt x="252" y="1603"/>
                </a:cubicBezTo>
                <a:cubicBezTo>
                  <a:pt x="386" y="1469"/>
                  <a:pt x="386" y="1469"/>
                  <a:pt x="386" y="1469"/>
                </a:cubicBezTo>
                <a:cubicBezTo>
                  <a:pt x="397" y="1458"/>
                  <a:pt x="399" y="1440"/>
                  <a:pt x="390" y="1427"/>
                </a:cubicBezTo>
                <a:cubicBezTo>
                  <a:pt x="344" y="1353"/>
                  <a:pt x="310" y="1272"/>
                  <a:pt x="291" y="1187"/>
                </a:cubicBezTo>
                <a:cubicBezTo>
                  <a:pt x="288" y="1172"/>
                  <a:pt x="274" y="1161"/>
                  <a:pt x="258" y="1161"/>
                </a:cubicBezTo>
                <a:cubicBezTo>
                  <a:pt x="68" y="1161"/>
                  <a:pt x="68" y="1161"/>
                  <a:pt x="68" y="1161"/>
                </a:cubicBezTo>
                <a:cubicBezTo>
                  <a:pt x="68" y="887"/>
                  <a:pt x="68" y="887"/>
                  <a:pt x="68" y="887"/>
                </a:cubicBezTo>
                <a:cubicBezTo>
                  <a:pt x="258" y="887"/>
                  <a:pt x="258" y="887"/>
                  <a:pt x="258" y="887"/>
                </a:cubicBezTo>
                <a:cubicBezTo>
                  <a:pt x="274" y="887"/>
                  <a:pt x="288" y="876"/>
                  <a:pt x="291" y="861"/>
                </a:cubicBezTo>
                <a:cubicBezTo>
                  <a:pt x="310" y="776"/>
                  <a:pt x="344" y="695"/>
                  <a:pt x="390" y="621"/>
                </a:cubicBezTo>
                <a:cubicBezTo>
                  <a:pt x="399" y="608"/>
                  <a:pt x="397" y="590"/>
                  <a:pt x="386" y="579"/>
                </a:cubicBezTo>
                <a:cubicBezTo>
                  <a:pt x="252" y="445"/>
                  <a:pt x="252" y="445"/>
                  <a:pt x="252" y="445"/>
                </a:cubicBezTo>
                <a:cubicBezTo>
                  <a:pt x="445" y="252"/>
                  <a:pt x="445" y="252"/>
                  <a:pt x="445" y="252"/>
                </a:cubicBezTo>
                <a:cubicBezTo>
                  <a:pt x="579" y="386"/>
                  <a:pt x="579" y="386"/>
                  <a:pt x="579" y="386"/>
                </a:cubicBezTo>
                <a:cubicBezTo>
                  <a:pt x="590" y="397"/>
                  <a:pt x="608" y="399"/>
                  <a:pt x="621" y="390"/>
                </a:cubicBezTo>
                <a:cubicBezTo>
                  <a:pt x="695" y="343"/>
                  <a:pt x="776" y="310"/>
                  <a:pt x="861" y="291"/>
                </a:cubicBezTo>
                <a:cubicBezTo>
                  <a:pt x="876" y="288"/>
                  <a:pt x="887" y="274"/>
                  <a:pt x="887" y="258"/>
                </a:cubicBezTo>
                <a:cubicBezTo>
                  <a:pt x="887" y="68"/>
                  <a:pt x="887" y="68"/>
                  <a:pt x="887" y="68"/>
                </a:cubicBezTo>
                <a:cubicBezTo>
                  <a:pt x="1161" y="68"/>
                  <a:pt x="1161" y="68"/>
                  <a:pt x="1161" y="68"/>
                </a:cubicBezTo>
                <a:cubicBezTo>
                  <a:pt x="1161" y="258"/>
                  <a:pt x="1161" y="258"/>
                  <a:pt x="1161" y="258"/>
                </a:cubicBezTo>
                <a:cubicBezTo>
                  <a:pt x="1161" y="274"/>
                  <a:pt x="1172" y="288"/>
                  <a:pt x="1187" y="291"/>
                </a:cubicBezTo>
                <a:cubicBezTo>
                  <a:pt x="1208" y="296"/>
                  <a:pt x="1229" y="302"/>
                  <a:pt x="1248" y="308"/>
                </a:cubicBezTo>
                <a:cubicBezTo>
                  <a:pt x="1215" y="341"/>
                  <a:pt x="1215" y="341"/>
                  <a:pt x="1215" y="341"/>
                </a:cubicBezTo>
                <a:cubicBezTo>
                  <a:pt x="1202" y="354"/>
                  <a:pt x="1195" y="371"/>
                  <a:pt x="1195" y="390"/>
                </a:cubicBezTo>
                <a:cubicBezTo>
                  <a:pt x="1195" y="434"/>
                  <a:pt x="1195" y="434"/>
                  <a:pt x="1195" y="434"/>
                </a:cubicBezTo>
                <a:cubicBezTo>
                  <a:pt x="944" y="361"/>
                  <a:pt x="674" y="455"/>
                  <a:pt x="523" y="668"/>
                </a:cubicBezTo>
                <a:cubicBezTo>
                  <a:pt x="372" y="881"/>
                  <a:pt x="372" y="1167"/>
                  <a:pt x="523" y="1380"/>
                </a:cubicBezTo>
                <a:cubicBezTo>
                  <a:pt x="674" y="1593"/>
                  <a:pt x="944" y="1687"/>
                  <a:pt x="1195" y="1614"/>
                </a:cubicBezTo>
                <a:cubicBezTo>
                  <a:pt x="1195" y="1658"/>
                  <a:pt x="1195" y="1658"/>
                  <a:pt x="1195" y="1658"/>
                </a:cubicBezTo>
                <a:cubicBezTo>
                  <a:pt x="1195" y="1677"/>
                  <a:pt x="1202" y="1694"/>
                  <a:pt x="1215" y="1707"/>
                </a:cubicBezTo>
                <a:cubicBezTo>
                  <a:pt x="1248" y="1740"/>
                  <a:pt x="1248" y="1740"/>
                  <a:pt x="1248" y="1740"/>
                </a:cubicBezTo>
                <a:cubicBezTo>
                  <a:pt x="1229" y="1746"/>
                  <a:pt x="1208" y="1752"/>
                  <a:pt x="1187" y="1757"/>
                </a:cubicBezTo>
                <a:close/>
                <a:moveTo>
                  <a:pt x="1536" y="1297"/>
                </a:moveTo>
                <a:cubicBezTo>
                  <a:pt x="1593" y="1297"/>
                  <a:pt x="1638" y="1343"/>
                  <a:pt x="1638" y="1399"/>
                </a:cubicBezTo>
                <a:cubicBezTo>
                  <a:pt x="1638" y="1456"/>
                  <a:pt x="1593" y="1502"/>
                  <a:pt x="1536" y="1502"/>
                </a:cubicBezTo>
                <a:cubicBezTo>
                  <a:pt x="1479" y="1502"/>
                  <a:pt x="1434" y="1456"/>
                  <a:pt x="1434" y="1399"/>
                </a:cubicBezTo>
                <a:cubicBezTo>
                  <a:pt x="1434" y="1343"/>
                  <a:pt x="1479" y="1297"/>
                  <a:pt x="1536" y="1297"/>
                </a:cubicBezTo>
                <a:close/>
                <a:moveTo>
                  <a:pt x="1195" y="1408"/>
                </a:moveTo>
                <a:cubicBezTo>
                  <a:pt x="1195" y="1542"/>
                  <a:pt x="1195" y="1542"/>
                  <a:pt x="1195" y="1542"/>
                </a:cubicBezTo>
                <a:cubicBezTo>
                  <a:pt x="969" y="1617"/>
                  <a:pt x="722" y="1538"/>
                  <a:pt x="582" y="1346"/>
                </a:cubicBezTo>
                <a:cubicBezTo>
                  <a:pt x="442" y="1154"/>
                  <a:pt x="442" y="894"/>
                  <a:pt x="582" y="702"/>
                </a:cubicBezTo>
                <a:cubicBezTo>
                  <a:pt x="722" y="510"/>
                  <a:pt x="969" y="431"/>
                  <a:pt x="1195" y="506"/>
                </a:cubicBezTo>
                <a:cubicBezTo>
                  <a:pt x="1195" y="640"/>
                  <a:pt x="1195" y="640"/>
                  <a:pt x="1195" y="640"/>
                </a:cubicBezTo>
                <a:cubicBezTo>
                  <a:pt x="1074" y="862"/>
                  <a:pt x="1074" y="862"/>
                  <a:pt x="1074" y="862"/>
                </a:cubicBezTo>
                <a:cubicBezTo>
                  <a:pt x="1058" y="856"/>
                  <a:pt x="1041" y="854"/>
                  <a:pt x="1024" y="853"/>
                </a:cubicBezTo>
                <a:cubicBezTo>
                  <a:pt x="930" y="853"/>
                  <a:pt x="853" y="930"/>
                  <a:pt x="853" y="1024"/>
                </a:cubicBezTo>
                <a:cubicBezTo>
                  <a:pt x="853" y="1118"/>
                  <a:pt x="930" y="1195"/>
                  <a:pt x="1024" y="1195"/>
                </a:cubicBezTo>
                <a:cubicBezTo>
                  <a:pt x="1041" y="1194"/>
                  <a:pt x="1058" y="1192"/>
                  <a:pt x="1074" y="1186"/>
                </a:cubicBezTo>
                <a:lnTo>
                  <a:pt x="1195" y="1408"/>
                </a:lnTo>
                <a:close/>
                <a:moveTo>
                  <a:pt x="1775" y="1126"/>
                </a:moveTo>
                <a:cubicBezTo>
                  <a:pt x="1718" y="1126"/>
                  <a:pt x="1673" y="1081"/>
                  <a:pt x="1673" y="1024"/>
                </a:cubicBezTo>
                <a:cubicBezTo>
                  <a:pt x="1673" y="967"/>
                  <a:pt x="1718" y="922"/>
                  <a:pt x="1775" y="922"/>
                </a:cubicBezTo>
                <a:cubicBezTo>
                  <a:pt x="1831" y="922"/>
                  <a:pt x="1877" y="967"/>
                  <a:pt x="1877" y="1024"/>
                </a:cubicBezTo>
                <a:cubicBezTo>
                  <a:pt x="1877" y="1081"/>
                  <a:pt x="1831" y="1126"/>
                  <a:pt x="1775" y="112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93D07C3E-F3E7-48F8-403A-B9556DAE3792}"/>
              </a:ext>
            </a:extLst>
          </p:cNvPr>
          <p:cNvCxnSpPr>
            <a:cxnSpLocks/>
          </p:cNvCxnSpPr>
          <p:nvPr/>
        </p:nvCxnSpPr>
        <p:spPr bwMode="auto">
          <a:xfrm>
            <a:off x="2171406" y="5729930"/>
            <a:ext cx="0" cy="49853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43515C">
                    <a:alpha val="0"/>
                  </a:srgbClr>
                </a:gs>
                <a:gs pos="50000">
                  <a:srgbClr val="43515C"/>
                </a:gs>
                <a:gs pos="100000">
                  <a:srgbClr val="43515C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7CF8471E-7DEF-8344-88B7-9B84FD9E0A48}"/>
              </a:ext>
            </a:extLst>
          </p:cNvPr>
          <p:cNvCxnSpPr>
            <a:cxnSpLocks/>
          </p:cNvCxnSpPr>
          <p:nvPr/>
        </p:nvCxnSpPr>
        <p:spPr bwMode="auto">
          <a:xfrm>
            <a:off x="8050470" y="2392680"/>
            <a:ext cx="0" cy="4085775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737C"/>
                </a:gs>
                <a:gs pos="49000">
                  <a:srgbClr val="66737C">
                    <a:alpha val="75000"/>
                  </a:srgbClr>
                </a:gs>
                <a:gs pos="100000">
                  <a:srgbClr val="66737C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0" name="TextBox 529">
            <a:extLst>
              <a:ext uri="{FF2B5EF4-FFF2-40B4-BE49-F238E27FC236}">
                <a16:creationId xmlns:a16="http://schemas.microsoft.com/office/drawing/2014/main" id="{E3B7A54D-9B68-9A45-3765-C752BCD8E1FA}"/>
              </a:ext>
            </a:extLst>
          </p:cNvPr>
          <p:cNvSpPr txBox="1"/>
          <p:nvPr/>
        </p:nvSpPr>
        <p:spPr>
          <a:xfrm>
            <a:off x="4734800" y="3511202"/>
            <a:ext cx="280213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rgbClr val="1478D2"/>
                </a:solidFill>
                <a:latin typeface="Arial" panose="020B0604020202020204" pitchFamily="34" charset="0"/>
              </a:rPr>
              <a:t>Amuss us Cipitto Rtore &amp; Getfelis Porttitorvo Lutpatc</a:t>
            </a:r>
          </a:p>
        </p:txBody>
      </p:sp>
      <p:sp>
        <p:nvSpPr>
          <p:cNvPr id="531" name="Rectangle: Rounded Corners 530">
            <a:extLst>
              <a:ext uri="{FF2B5EF4-FFF2-40B4-BE49-F238E27FC236}">
                <a16:creationId xmlns:a16="http://schemas.microsoft.com/office/drawing/2014/main" id="{6DDC16E0-273A-CB68-C936-F1837C9FF6EF}"/>
              </a:ext>
            </a:extLst>
          </p:cNvPr>
          <p:cNvSpPr/>
          <p:nvPr/>
        </p:nvSpPr>
        <p:spPr>
          <a:xfrm>
            <a:off x="5266244" y="3185204"/>
            <a:ext cx="1739251" cy="298499"/>
          </a:xfrm>
          <a:prstGeom prst="roundRect">
            <a:avLst>
              <a:gd name="adj" fmla="val 2193884"/>
            </a:avLst>
          </a:prstGeom>
          <a:gradFill flip="none" rotWithShape="1">
            <a:gsLst>
              <a:gs pos="0">
                <a:srgbClr val="283138">
                  <a:alpha val="92000"/>
                </a:srgbClr>
              </a:gs>
              <a:gs pos="100000">
                <a:srgbClr val="43515C">
                  <a:alpha val="77000"/>
                </a:srgbClr>
              </a:gs>
            </a:gsLst>
            <a:lin ang="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Rasu 2</a:t>
            </a:r>
          </a:p>
        </p:txBody>
      </p:sp>
      <p:sp>
        <p:nvSpPr>
          <p:cNvPr id="458" name="Rectangle: Rounded Corners 457">
            <a:extLst>
              <a:ext uri="{FF2B5EF4-FFF2-40B4-BE49-F238E27FC236}">
                <a16:creationId xmlns:a16="http://schemas.microsoft.com/office/drawing/2014/main" id="{372211A9-7990-E8E6-C04F-34C40B702CEA}"/>
              </a:ext>
            </a:extLst>
          </p:cNvPr>
          <p:cNvSpPr/>
          <p:nvPr/>
        </p:nvSpPr>
        <p:spPr>
          <a:xfrm>
            <a:off x="4145702" y="5592232"/>
            <a:ext cx="3835400" cy="773929"/>
          </a:xfrm>
          <a:prstGeom prst="roundRect">
            <a:avLst>
              <a:gd name="adj" fmla="val 4907"/>
            </a:avLst>
          </a:prstGeom>
          <a:gradFill flip="none" rotWithShape="1">
            <a:gsLst>
              <a:gs pos="100000">
                <a:srgbClr val="7ECAF8">
                  <a:alpha val="53000"/>
                </a:srgbClr>
              </a:gs>
              <a:gs pos="0">
                <a:srgbClr val="A2ABB0">
                  <a:alpha val="44000"/>
                </a:srgbClr>
              </a:gs>
            </a:gsLst>
            <a:lin ang="108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36C463B8-C96A-CE00-5F23-92B9DD31E25F}"/>
              </a:ext>
            </a:extLst>
          </p:cNvPr>
          <p:cNvSpPr txBox="1"/>
          <p:nvPr/>
        </p:nvSpPr>
        <p:spPr>
          <a:xfrm>
            <a:off x="5169816" y="5763753"/>
            <a:ext cx="756261" cy="43088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prstClr val="black"/>
                </a:solidFill>
                <a:latin typeface="Arial" panose="020B0604020202020204" pitchFamily="34" charset="0"/>
              </a:rPr>
              <a:t>Ltri Ci Esligul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58706FB8-8180-A48F-B926-4050D96D58F7}"/>
              </a:ext>
            </a:extLst>
          </p:cNvPr>
          <p:cNvSpPr txBox="1"/>
          <p:nvPr/>
        </p:nvSpPr>
        <p:spPr>
          <a:xfrm>
            <a:off x="6755208" y="5679114"/>
            <a:ext cx="1038496" cy="60016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kumimoji="0" lang="en-AU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Asedmagn Adictum Portalo</a:t>
            </a:r>
          </a:p>
        </p:txBody>
      </p:sp>
      <p:sp>
        <p:nvSpPr>
          <p:cNvPr id="465" name="Freeform 9">
            <a:extLst>
              <a:ext uri="{FF2B5EF4-FFF2-40B4-BE49-F238E27FC236}">
                <a16:creationId xmlns:a16="http://schemas.microsoft.com/office/drawing/2014/main" id="{5B727C71-2DCB-E05D-E984-A67AAFECE226}"/>
              </a:ext>
            </a:extLst>
          </p:cNvPr>
          <p:cNvSpPr>
            <a:spLocks noEditPoints="1"/>
          </p:cNvSpPr>
          <p:nvPr/>
        </p:nvSpPr>
        <p:spPr bwMode="auto">
          <a:xfrm>
            <a:off x="6347726" y="5818473"/>
            <a:ext cx="326146" cy="321446"/>
          </a:xfrm>
          <a:custGeom>
            <a:avLst/>
            <a:gdLst>
              <a:gd name="T0" fmla="*/ 123 w 200"/>
              <a:gd name="T1" fmla="*/ 19 h 198"/>
              <a:gd name="T2" fmla="*/ 100 w 200"/>
              <a:gd name="T3" fmla="*/ 0 h 198"/>
              <a:gd name="T4" fmla="*/ 27 w 200"/>
              <a:gd name="T5" fmla="*/ 19 h 198"/>
              <a:gd name="T6" fmla="*/ 23 w 200"/>
              <a:gd name="T7" fmla="*/ 75 h 198"/>
              <a:gd name="T8" fmla="*/ 0 w 200"/>
              <a:gd name="T9" fmla="*/ 100 h 198"/>
              <a:gd name="T10" fmla="*/ 23 w 200"/>
              <a:gd name="T11" fmla="*/ 125 h 198"/>
              <a:gd name="T12" fmla="*/ 27 w 200"/>
              <a:gd name="T13" fmla="*/ 178 h 198"/>
              <a:gd name="T14" fmla="*/ 60 w 200"/>
              <a:gd name="T15" fmla="*/ 186 h 198"/>
              <a:gd name="T16" fmla="*/ 62 w 200"/>
              <a:gd name="T17" fmla="*/ 192 h 198"/>
              <a:gd name="T18" fmla="*/ 74 w 200"/>
              <a:gd name="T19" fmla="*/ 182 h 198"/>
              <a:gd name="T20" fmla="*/ 127 w 200"/>
              <a:gd name="T21" fmla="*/ 175 h 198"/>
              <a:gd name="T22" fmla="*/ 74 w 200"/>
              <a:gd name="T23" fmla="*/ 167 h 198"/>
              <a:gd name="T24" fmla="*/ 60 w 200"/>
              <a:gd name="T25" fmla="*/ 158 h 198"/>
              <a:gd name="T26" fmla="*/ 67 w 200"/>
              <a:gd name="T27" fmla="*/ 171 h 198"/>
              <a:gd name="T28" fmla="*/ 31 w 200"/>
              <a:gd name="T29" fmla="*/ 125 h 198"/>
              <a:gd name="T30" fmla="*/ 76 w 200"/>
              <a:gd name="T31" fmla="*/ 104 h 198"/>
              <a:gd name="T32" fmla="*/ 80 w 200"/>
              <a:gd name="T33" fmla="*/ 123 h 198"/>
              <a:gd name="T34" fmla="*/ 123 w 200"/>
              <a:gd name="T35" fmla="*/ 119 h 198"/>
              <a:gd name="T36" fmla="*/ 119 w 200"/>
              <a:gd name="T37" fmla="*/ 76 h 198"/>
              <a:gd name="T38" fmla="*/ 76 w 200"/>
              <a:gd name="T39" fmla="*/ 80 h 198"/>
              <a:gd name="T40" fmla="*/ 52 w 200"/>
              <a:gd name="T41" fmla="*/ 96 h 198"/>
              <a:gd name="T42" fmla="*/ 31 w 200"/>
              <a:gd name="T43" fmla="*/ 27 h 198"/>
              <a:gd name="T44" fmla="*/ 100 w 200"/>
              <a:gd name="T45" fmla="*/ 46 h 198"/>
              <a:gd name="T46" fmla="*/ 123 w 200"/>
              <a:gd name="T47" fmla="*/ 27 h 198"/>
              <a:gd name="T48" fmla="*/ 164 w 200"/>
              <a:gd name="T49" fmla="*/ 23 h 198"/>
              <a:gd name="T50" fmla="*/ 80 w 200"/>
              <a:gd name="T51" fmla="*/ 175 h 198"/>
              <a:gd name="T52" fmla="*/ 119 w 200"/>
              <a:gd name="T53" fmla="*/ 175 h 198"/>
              <a:gd name="T54" fmla="*/ 80 w 200"/>
              <a:gd name="T55" fmla="*/ 175 h 198"/>
              <a:gd name="T56" fmla="*/ 80 w 200"/>
              <a:gd name="T57" fmla="*/ 176 h 198"/>
              <a:gd name="T58" fmla="*/ 84 w 200"/>
              <a:gd name="T59" fmla="*/ 84 h 198"/>
              <a:gd name="T60" fmla="*/ 115 w 200"/>
              <a:gd name="T61" fmla="*/ 115 h 198"/>
              <a:gd name="T62" fmla="*/ 84 w 200"/>
              <a:gd name="T63" fmla="*/ 84 h 198"/>
              <a:gd name="T64" fmla="*/ 27 w 200"/>
              <a:gd name="T65" fmla="*/ 118 h 198"/>
              <a:gd name="T66" fmla="*/ 27 w 200"/>
              <a:gd name="T67" fmla="*/ 82 h 198"/>
              <a:gd name="T68" fmla="*/ 100 w 200"/>
              <a:gd name="T69" fmla="*/ 39 h 198"/>
              <a:gd name="T70" fmla="*/ 84 w 200"/>
              <a:gd name="T71" fmla="*/ 23 h 198"/>
              <a:gd name="T72" fmla="*/ 100 w 200"/>
              <a:gd name="T73" fmla="*/ 7 h 198"/>
              <a:gd name="T74" fmla="*/ 100 w 200"/>
              <a:gd name="T75" fmla="*/ 39 h 198"/>
              <a:gd name="T76" fmla="*/ 100 w 200"/>
              <a:gd name="T77" fmla="*/ 39 h 198"/>
              <a:gd name="T78" fmla="*/ 180 w 200"/>
              <a:gd name="T79" fmla="*/ 76 h 198"/>
              <a:gd name="T80" fmla="*/ 176 w 200"/>
              <a:gd name="T81" fmla="*/ 35 h 198"/>
              <a:gd name="T82" fmla="*/ 172 w 200"/>
              <a:gd name="T83" fmla="*/ 76 h 198"/>
              <a:gd name="T84" fmla="*/ 153 w 200"/>
              <a:gd name="T85" fmla="*/ 80 h 198"/>
              <a:gd name="T86" fmla="*/ 157 w 200"/>
              <a:gd name="T87" fmla="*/ 123 h 198"/>
              <a:gd name="T88" fmla="*/ 200 w 200"/>
              <a:gd name="T89" fmla="*/ 119 h 198"/>
              <a:gd name="T90" fmla="*/ 196 w 200"/>
              <a:gd name="T91" fmla="*/ 76 h 198"/>
              <a:gd name="T92" fmla="*/ 161 w 200"/>
              <a:gd name="T93" fmla="*/ 115 h 198"/>
              <a:gd name="T94" fmla="*/ 192 w 200"/>
              <a:gd name="T95" fmla="*/ 84 h 198"/>
              <a:gd name="T96" fmla="*/ 192 w 200"/>
              <a:gd name="T97" fmla="*/ 115 h 198"/>
              <a:gd name="T98" fmla="*/ 176 w 200"/>
              <a:gd name="T99" fmla="*/ 27 h 198"/>
              <a:gd name="T100" fmla="*/ 176 w 200"/>
              <a:gd name="T101" fmla="*/ 19 h 198"/>
              <a:gd name="T102" fmla="*/ 180 w 200"/>
              <a:gd name="T103" fmla="*/ 23 h 198"/>
              <a:gd name="T104" fmla="*/ 176 w 200"/>
              <a:gd name="T105" fmla="*/ 27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198">
                <a:moveTo>
                  <a:pt x="160" y="19"/>
                </a:moveTo>
                <a:cubicBezTo>
                  <a:pt x="123" y="19"/>
                  <a:pt x="123" y="19"/>
                  <a:pt x="123" y="19"/>
                </a:cubicBezTo>
                <a:cubicBezTo>
                  <a:pt x="121" y="8"/>
                  <a:pt x="111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88" y="0"/>
                  <a:pt x="78" y="8"/>
                  <a:pt x="7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5" y="19"/>
                  <a:pt x="23" y="21"/>
                  <a:pt x="23" y="23"/>
                </a:cubicBezTo>
                <a:cubicBezTo>
                  <a:pt x="23" y="75"/>
                  <a:pt x="23" y="75"/>
                  <a:pt x="23" y="75"/>
                </a:cubicBezTo>
                <a:cubicBezTo>
                  <a:pt x="1" y="97"/>
                  <a:pt x="1" y="97"/>
                  <a:pt x="1" y="97"/>
                </a:cubicBezTo>
                <a:cubicBezTo>
                  <a:pt x="0" y="98"/>
                  <a:pt x="0" y="99"/>
                  <a:pt x="0" y="100"/>
                </a:cubicBezTo>
                <a:cubicBezTo>
                  <a:pt x="0" y="101"/>
                  <a:pt x="0" y="102"/>
                  <a:pt x="1" y="102"/>
                </a:cubicBezTo>
                <a:cubicBezTo>
                  <a:pt x="23" y="125"/>
                  <a:pt x="23" y="125"/>
                  <a:pt x="23" y="125"/>
                </a:cubicBezTo>
                <a:cubicBezTo>
                  <a:pt x="23" y="175"/>
                  <a:pt x="23" y="175"/>
                  <a:pt x="23" y="175"/>
                </a:cubicBezTo>
                <a:cubicBezTo>
                  <a:pt x="23" y="177"/>
                  <a:pt x="25" y="178"/>
                  <a:pt x="27" y="178"/>
                </a:cubicBezTo>
                <a:cubicBezTo>
                  <a:pt x="67" y="178"/>
                  <a:pt x="67" y="178"/>
                  <a:pt x="67" y="178"/>
                </a:cubicBezTo>
                <a:cubicBezTo>
                  <a:pt x="60" y="186"/>
                  <a:pt x="60" y="186"/>
                  <a:pt x="60" y="186"/>
                </a:cubicBezTo>
                <a:cubicBezTo>
                  <a:pt x="58" y="187"/>
                  <a:pt x="58" y="190"/>
                  <a:pt x="60" y="191"/>
                </a:cubicBezTo>
                <a:cubicBezTo>
                  <a:pt x="60" y="192"/>
                  <a:pt x="61" y="192"/>
                  <a:pt x="62" y="192"/>
                </a:cubicBezTo>
                <a:cubicBezTo>
                  <a:pt x="63" y="192"/>
                  <a:pt x="64" y="192"/>
                  <a:pt x="65" y="191"/>
                </a:cubicBezTo>
                <a:cubicBezTo>
                  <a:pt x="74" y="182"/>
                  <a:pt x="74" y="182"/>
                  <a:pt x="74" y="182"/>
                </a:cubicBezTo>
                <a:cubicBezTo>
                  <a:pt x="78" y="192"/>
                  <a:pt x="88" y="198"/>
                  <a:pt x="100" y="198"/>
                </a:cubicBezTo>
                <a:cubicBezTo>
                  <a:pt x="115" y="198"/>
                  <a:pt x="127" y="188"/>
                  <a:pt x="127" y="175"/>
                </a:cubicBezTo>
                <a:cubicBezTo>
                  <a:pt x="127" y="162"/>
                  <a:pt x="115" y="151"/>
                  <a:pt x="100" y="151"/>
                </a:cubicBezTo>
                <a:cubicBezTo>
                  <a:pt x="88" y="151"/>
                  <a:pt x="78" y="158"/>
                  <a:pt x="74" y="167"/>
                </a:cubicBezTo>
                <a:cubicBezTo>
                  <a:pt x="65" y="158"/>
                  <a:pt x="65" y="158"/>
                  <a:pt x="65" y="158"/>
                </a:cubicBezTo>
                <a:cubicBezTo>
                  <a:pt x="64" y="156"/>
                  <a:pt x="61" y="156"/>
                  <a:pt x="60" y="158"/>
                </a:cubicBezTo>
                <a:cubicBezTo>
                  <a:pt x="58" y="160"/>
                  <a:pt x="58" y="162"/>
                  <a:pt x="60" y="164"/>
                </a:cubicBezTo>
                <a:cubicBezTo>
                  <a:pt x="67" y="171"/>
                  <a:pt x="67" y="171"/>
                  <a:pt x="67" y="171"/>
                </a:cubicBezTo>
                <a:cubicBezTo>
                  <a:pt x="31" y="171"/>
                  <a:pt x="31" y="171"/>
                  <a:pt x="31" y="171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52" y="103"/>
                  <a:pt x="52" y="103"/>
                  <a:pt x="52" y="103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76" y="119"/>
                  <a:pt x="76" y="119"/>
                  <a:pt x="76" y="119"/>
                </a:cubicBezTo>
                <a:cubicBezTo>
                  <a:pt x="76" y="121"/>
                  <a:pt x="78" y="123"/>
                  <a:pt x="80" y="123"/>
                </a:cubicBezTo>
                <a:cubicBezTo>
                  <a:pt x="119" y="123"/>
                  <a:pt x="119" y="123"/>
                  <a:pt x="119" y="123"/>
                </a:cubicBezTo>
                <a:cubicBezTo>
                  <a:pt x="122" y="123"/>
                  <a:pt x="123" y="121"/>
                  <a:pt x="123" y="119"/>
                </a:cubicBezTo>
                <a:cubicBezTo>
                  <a:pt x="123" y="80"/>
                  <a:pt x="123" y="80"/>
                  <a:pt x="123" y="80"/>
                </a:cubicBezTo>
                <a:cubicBezTo>
                  <a:pt x="123" y="78"/>
                  <a:pt x="122" y="76"/>
                  <a:pt x="119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78" y="76"/>
                  <a:pt x="76" y="78"/>
                  <a:pt x="76" y="80"/>
                </a:cubicBezTo>
                <a:cubicBezTo>
                  <a:pt x="76" y="96"/>
                  <a:pt x="76" y="96"/>
                  <a:pt x="76" y="96"/>
                </a:cubicBezTo>
                <a:cubicBezTo>
                  <a:pt x="52" y="96"/>
                  <a:pt x="52" y="96"/>
                  <a:pt x="52" y="96"/>
                </a:cubicBezTo>
                <a:cubicBezTo>
                  <a:pt x="31" y="75"/>
                  <a:pt x="31" y="75"/>
                  <a:pt x="31" y="75"/>
                </a:cubicBezTo>
                <a:cubicBezTo>
                  <a:pt x="31" y="27"/>
                  <a:pt x="31" y="27"/>
                  <a:pt x="31" y="27"/>
                </a:cubicBezTo>
                <a:cubicBezTo>
                  <a:pt x="77" y="27"/>
                  <a:pt x="77" y="27"/>
                  <a:pt x="77" y="27"/>
                </a:cubicBezTo>
                <a:cubicBezTo>
                  <a:pt x="78" y="38"/>
                  <a:pt x="88" y="46"/>
                  <a:pt x="100" y="46"/>
                </a:cubicBezTo>
                <a:cubicBezTo>
                  <a:pt x="100" y="46"/>
                  <a:pt x="100" y="46"/>
                  <a:pt x="100" y="46"/>
                </a:cubicBezTo>
                <a:cubicBezTo>
                  <a:pt x="111" y="46"/>
                  <a:pt x="121" y="38"/>
                  <a:pt x="123" y="27"/>
                </a:cubicBezTo>
                <a:cubicBezTo>
                  <a:pt x="160" y="27"/>
                  <a:pt x="160" y="27"/>
                  <a:pt x="160" y="27"/>
                </a:cubicBezTo>
                <a:cubicBezTo>
                  <a:pt x="162" y="27"/>
                  <a:pt x="164" y="25"/>
                  <a:pt x="164" y="23"/>
                </a:cubicBezTo>
                <a:cubicBezTo>
                  <a:pt x="164" y="21"/>
                  <a:pt x="162" y="19"/>
                  <a:pt x="160" y="19"/>
                </a:cubicBezTo>
                <a:close/>
                <a:moveTo>
                  <a:pt x="80" y="175"/>
                </a:moveTo>
                <a:cubicBezTo>
                  <a:pt x="80" y="166"/>
                  <a:pt x="89" y="159"/>
                  <a:pt x="100" y="159"/>
                </a:cubicBezTo>
                <a:cubicBezTo>
                  <a:pt x="111" y="159"/>
                  <a:pt x="119" y="166"/>
                  <a:pt x="119" y="175"/>
                </a:cubicBezTo>
                <a:cubicBezTo>
                  <a:pt x="119" y="183"/>
                  <a:pt x="111" y="190"/>
                  <a:pt x="100" y="190"/>
                </a:cubicBezTo>
                <a:cubicBezTo>
                  <a:pt x="89" y="190"/>
                  <a:pt x="80" y="183"/>
                  <a:pt x="80" y="175"/>
                </a:cubicBezTo>
                <a:close/>
                <a:moveTo>
                  <a:pt x="80" y="175"/>
                </a:moveTo>
                <a:cubicBezTo>
                  <a:pt x="80" y="176"/>
                  <a:pt x="80" y="176"/>
                  <a:pt x="80" y="176"/>
                </a:cubicBezTo>
                <a:cubicBezTo>
                  <a:pt x="80" y="176"/>
                  <a:pt x="80" y="176"/>
                  <a:pt x="80" y="175"/>
                </a:cubicBezTo>
                <a:close/>
                <a:moveTo>
                  <a:pt x="84" y="84"/>
                </a:moveTo>
                <a:cubicBezTo>
                  <a:pt x="115" y="84"/>
                  <a:pt x="115" y="84"/>
                  <a:pt x="115" y="84"/>
                </a:cubicBezTo>
                <a:cubicBezTo>
                  <a:pt x="115" y="115"/>
                  <a:pt x="115" y="115"/>
                  <a:pt x="115" y="115"/>
                </a:cubicBezTo>
                <a:cubicBezTo>
                  <a:pt x="84" y="115"/>
                  <a:pt x="84" y="115"/>
                  <a:pt x="84" y="115"/>
                </a:cubicBezTo>
                <a:lnTo>
                  <a:pt x="84" y="84"/>
                </a:lnTo>
                <a:close/>
                <a:moveTo>
                  <a:pt x="45" y="100"/>
                </a:moveTo>
                <a:cubicBezTo>
                  <a:pt x="27" y="118"/>
                  <a:pt x="27" y="118"/>
                  <a:pt x="27" y="118"/>
                </a:cubicBezTo>
                <a:cubicBezTo>
                  <a:pt x="9" y="100"/>
                  <a:pt x="9" y="100"/>
                  <a:pt x="9" y="100"/>
                </a:cubicBezTo>
                <a:cubicBezTo>
                  <a:pt x="27" y="82"/>
                  <a:pt x="27" y="82"/>
                  <a:pt x="27" y="82"/>
                </a:cubicBezTo>
                <a:lnTo>
                  <a:pt x="45" y="100"/>
                </a:lnTo>
                <a:close/>
                <a:moveTo>
                  <a:pt x="100" y="39"/>
                </a:moveTo>
                <a:cubicBezTo>
                  <a:pt x="100" y="39"/>
                  <a:pt x="100" y="39"/>
                  <a:pt x="100" y="39"/>
                </a:cubicBezTo>
                <a:cubicBezTo>
                  <a:pt x="91" y="39"/>
                  <a:pt x="84" y="32"/>
                  <a:pt x="84" y="23"/>
                </a:cubicBezTo>
                <a:cubicBezTo>
                  <a:pt x="84" y="14"/>
                  <a:pt x="91" y="7"/>
                  <a:pt x="100" y="7"/>
                </a:cubicBezTo>
                <a:cubicBezTo>
                  <a:pt x="100" y="7"/>
                  <a:pt x="100" y="7"/>
                  <a:pt x="100" y="7"/>
                </a:cubicBezTo>
                <a:cubicBezTo>
                  <a:pt x="108" y="7"/>
                  <a:pt x="115" y="14"/>
                  <a:pt x="115" y="23"/>
                </a:cubicBezTo>
                <a:cubicBezTo>
                  <a:pt x="115" y="32"/>
                  <a:pt x="108" y="39"/>
                  <a:pt x="100" y="39"/>
                </a:cubicBezTo>
                <a:close/>
                <a:moveTo>
                  <a:pt x="100" y="39"/>
                </a:moveTo>
                <a:cubicBezTo>
                  <a:pt x="100" y="39"/>
                  <a:pt x="100" y="39"/>
                  <a:pt x="100" y="39"/>
                </a:cubicBezTo>
                <a:moveTo>
                  <a:pt x="196" y="76"/>
                </a:moveTo>
                <a:cubicBezTo>
                  <a:pt x="180" y="76"/>
                  <a:pt x="180" y="76"/>
                  <a:pt x="180" y="76"/>
                </a:cubicBezTo>
                <a:cubicBezTo>
                  <a:pt x="180" y="39"/>
                  <a:pt x="180" y="39"/>
                  <a:pt x="180" y="39"/>
                </a:cubicBezTo>
                <a:cubicBezTo>
                  <a:pt x="180" y="36"/>
                  <a:pt x="178" y="35"/>
                  <a:pt x="176" y="35"/>
                </a:cubicBezTo>
                <a:cubicBezTo>
                  <a:pt x="174" y="35"/>
                  <a:pt x="172" y="36"/>
                  <a:pt x="172" y="39"/>
                </a:cubicBezTo>
                <a:cubicBezTo>
                  <a:pt x="172" y="76"/>
                  <a:pt x="172" y="76"/>
                  <a:pt x="172" y="76"/>
                </a:cubicBezTo>
                <a:cubicBezTo>
                  <a:pt x="157" y="76"/>
                  <a:pt x="157" y="76"/>
                  <a:pt x="157" y="76"/>
                </a:cubicBezTo>
                <a:cubicBezTo>
                  <a:pt x="154" y="76"/>
                  <a:pt x="153" y="78"/>
                  <a:pt x="153" y="80"/>
                </a:cubicBezTo>
                <a:cubicBezTo>
                  <a:pt x="153" y="119"/>
                  <a:pt x="153" y="119"/>
                  <a:pt x="153" y="119"/>
                </a:cubicBezTo>
                <a:cubicBezTo>
                  <a:pt x="153" y="121"/>
                  <a:pt x="154" y="123"/>
                  <a:pt x="157" y="123"/>
                </a:cubicBezTo>
                <a:cubicBezTo>
                  <a:pt x="196" y="123"/>
                  <a:pt x="196" y="123"/>
                  <a:pt x="196" y="123"/>
                </a:cubicBezTo>
                <a:cubicBezTo>
                  <a:pt x="198" y="123"/>
                  <a:pt x="200" y="121"/>
                  <a:pt x="200" y="119"/>
                </a:cubicBezTo>
                <a:cubicBezTo>
                  <a:pt x="200" y="80"/>
                  <a:pt x="200" y="80"/>
                  <a:pt x="200" y="80"/>
                </a:cubicBezTo>
                <a:cubicBezTo>
                  <a:pt x="200" y="78"/>
                  <a:pt x="198" y="76"/>
                  <a:pt x="196" y="76"/>
                </a:cubicBezTo>
                <a:close/>
                <a:moveTo>
                  <a:pt x="192" y="115"/>
                </a:moveTo>
                <a:cubicBezTo>
                  <a:pt x="161" y="115"/>
                  <a:pt x="161" y="115"/>
                  <a:pt x="161" y="115"/>
                </a:cubicBezTo>
                <a:cubicBezTo>
                  <a:pt x="161" y="84"/>
                  <a:pt x="161" y="84"/>
                  <a:pt x="161" y="84"/>
                </a:cubicBezTo>
                <a:cubicBezTo>
                  <a:pt x="192" y="84"/>
                  <a:pt x="192" y="84"/>
                  <a:pt x="192" y="84"/>
                </a:cubicBezTo>
                <a:lnTo>
                  <a:pt x="192" y="115"/>
                </a:lnTo>
                <a:close/>
                <a:moveTo>
                  <a:pt x="192" y="115"/>
                </a:moveTo>
                <a:cubicBezTo>
                  <a:pt x="192" y="115"/>
                  <a:pt x="192" y="115"/>
                  <a:pt x="192" y="115"/>
                </a:cubicBezTo>
                <a:moveTo>
                  <a:pt x="176" y="27"/>
                </a:moveTo>
                <a:cubicBezTo>
                  <a:pt x="174" y="27"/>
                  <a:pt x="172" y="25"/>
                  <a:pt x="172" y="23"/>
                </a:cubicBezTo>
                <a:cubicBezTo>
                  <a:pt x="172" y="21"/>
                  <a:pt x="174" y="19"/>
                  <a:pt x="176" y="19"/>
                </a:cubicBezTo>
                <a:cubicBezTo>
                  <a:pt x="176" y="19"/>
                  <a:pt x="176" y="19"/>
                  <a:pt x="176" y="19"/>
                </a:cubicBezTo>
                <a:cubicBezTo>
                  <a:pt x="178" y="19"/>
                  <a:pt x="180" y="21"/>
                  <a:pt x="180" y="23"/>
                </a:cubicBezTo>
                <a:cubicBezTo>
                  <a:pt x="180" y="25"/>
                  <a:pt x="178" y="27"/>
                  <a:pt x="176" y="27"/>
                </a:cubicBezTo>
                <a:close/>
                <a:moveTo>
                  <a:pt x="176" y="27"/>
                </a:moveTo>
                <a:cubicBezTo>
                  <a:pt x="176" y="27"/>
                  <a:pt x="176" y="27"/>
                  <a:pt x="176" y="27"/>
                </a:cubicBez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466" name="Freeform 189">
            <a:extLst>
              <a:ext uri="{FF2B5EF4-FFF2-40B4-BE49-F238E27FC236}">
                <a16:creationId xmlns:a16="http://schemas.microsoft.com/office/drawing/2014/main" id="{81DBF0EA-0F19-3B60-CA18-BAB23C952519}"/>
              </a:ext>
            </a:extLst>
          </p:cNvPr>
          <p:cNvSpPr>
            <a:spLocks noEditPoints="1"/>
          </p:cNvSpPr>
          <p:nvPr/>
        </p:nvSpPr>
        <p:spPr bwMode="auto">
          <a:xfrm>
            <a:off x="4735263" y="5833086"/>
            <a:ext cx="277770" cy="292220"/>
          </a:xfrm>
          <a:custGeom>
            <a:avLst/>
            <a:gdLst>
              <a:gd name="T0" fmla="*/ 187 w 200"/>
              <a:gd name="T1" fmla="*/ 203 h 211"/>
              <a:gd name="T2" fmla="*/ 175 w 200"/>
              <a:gd name="T3" fmla="*/ 61 h 211"/>
              <a:gd name="T4" fmla="*/ 144 w 200"/>
              <a:gd name="T5" fmla="*/ 72 h 211"/>
              <a:gd name="T6" fmla="*/ 121 w 200"/>
              <a:gd name="T7" fmla="*/ 203 h 211"/>
              <a:gd name="T8" fmla="*/ 110 w 200"/>
              <a:gd name="T9" fmla="*/ 120 h 211"/>
              <a:gd name="T10" fmla="*/ 79 w 200"/>
              <a:gd name="T11" fmla="*/ 131 h 211"/>
              <a:gd name="T12" fmla="*/ 56 w 200"/>
              <a:gd name="T13" fmla="*/ 203 h 211"/>
              <a:gd name="T14" fmla="*/ 45 w 200"/>
              <a:gd name="T15" fmla="*/ 155 h 211"/>
              <a:gd name="T16" fmla="*/ 13 w 200"/>
              <a:gd name="T17" fmla="*/ 166 h 211"/>
              <a:gd name="T18" fmla="*/ 4 w 200"/>
              <a:gd name="T19" fmla="*/ 203 h 211"/>
              <a:gd name="T20" fmla="*/ 4 w 200"/>
              <a:gd name="T21" fmla="*/ 211 h 211"/>
              <a:gd name="T22" fmla="*/ 200 w 200"/>
              <a:gd name="T23" fmla="*/ 207 h 211"/>
              <a:gd name="T24" fmla="*/ 22 w 200"/>
              <a:gd name="T25" fmla="*/ 203 h 211"/>
              <a:gd name="T26" fmla="*/ 24 w 200"/>
              <a:gd name="T27" fmla="*/ 163 h 211"/>
              <a:gd name="T28" fmla="*/ 48 w 200"/>
              <a:gd name="T29" fmla="*/ 166 h 211"/>
              <a:gd name="T30" fmla="*/ 22 w 200"/>
              <a:gd name="T31" fmla="*/ 203 h 211"/>
              <a:gd name="T32" fmla="*/ 87 w 200"/>
              <a:gd name="T33" fmla="*/ 131 h 211"/>
              <a:gd name="T34" fmla="*/ 110 w 200"/>
              <a:gd name="T35" fmla="*/ 128 h 211"/>
              <a:gd name="T36" fmla="*/ 113 w 200"/>
              <a:gd name="T37" fmla="*/ 203 h 211"/>
              <a:gd name="T38" fmla="*/ 152 w 200"/>
              <a:gd name="T39" fmla="*/ 203 h 211"/>
              <a:gd name="T40" fmla="*/ 155 w 200"/>
              <a:gd name="T41" fmla="*/ 69 h 211"/>
              <a:gd name="T42" fmla="*/ 178 w 200"/>
              <a:gd name="T43" fmla="*/ 72 h 211"/>
              <a:gd name="T44" fmla="*/ 152 w 200"/>
              <a:gd name="T45" fmla="*/ 203 h 211"/>
              <a:gd name="T46" fmla="*/ 36 w 200"/>
              <a:gd name="T47" fmla="*/ 108 h 211"/>
              <a:gd name="T48" fmla="*/ 113 w 200"/>
              <a:gd name="T49" fmla="*/ 32 h 211"/>
              <a:gd name="T50" fmla="*/ 132 w 200"/>
              <a:gd name="T51" fmla="*/ 49 h 211"/>
              <a:gd name="T52" fmla="*/ 157 w 200"/>
              <a:gd name="T53" fmla="*/ 8 h 211"/>
              <a:gd name="T54" fmla="*/ 157 w 200"/>
              <a:gd name="T55" fmla="*/ 0 h 211"/>
              <a:gd name="T56" fmla="*/ 182 w 200"/>
              <a:gd name="T57" fmla="*/ 0 h 211"/>
              <a:gd name="T58" fmla="*/ 187 w 200"/>
              <a:gd name="T59" fmla="*/ 4 h 211"/>
              <a:gd name="T60" fmla="*/ 187 w 200"/>
              <a:gd name="T61" fmla="*/ 28 h 211"/>
              <a:gd name="T62" fmla="*/ 178 w 200"/>
              <a:gd name="T63" fmla="*/ 28 h 211"/>
              <a:gd name="T64" fmla="*/ 135 w 200"/>
              <a:gd name="T65" fmla="*/ 58 h 211"/>
              <a:gd name="T66" fmla="*/ 113 w 200"/>
              <a:gd name="T67" fmla="*/ 42 h 211"/>
              <a:gd name="T68" fmla="*/ 39 w 200"/>
              <a:gd name="T69" fmla="*/ 115 h 211"/>
              <a:gd name="T70" fmla="*/ 25 w 200"/>
              <a:gd name="T71" fmla="*/ 121 h 211"/>
              <a:gd name="T72" fmla="*/ 25 w 200"/>
              <a:gd name="T73" fmla="*/ 129 h 211"/>
              <a:gd name="T74" fmla="*/ 25 w 200"/>
              <a:gd name="T75" fmla="*/ 121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0" h="211">
                <a:moveTo>
                  <a:pt x="196" y="203"/>
                </a:moveTo>
                <a:cubicBezTo>
                  <a:pt x="187" y="203"/>
                  <a:pt x="187" y="203"/>
                  <a:pt x="187" y="203"/>
                </a:cubicBezTo>
                <a:cubicBezTo>
                  <a:pt x="187" y="72"/>
                  <a:pt x="187" y="72"/>
                  <a:pt x="187" y="72"/>
                </a:cubicBezTo>
                <a:cubicBezTo>
                  <a:pt x="187" y="66"/>
                  <a:pt x="182" y="61"/>
                  <a:pt x="175" y="61"/>
                </a:cubicBezTo>
                <a:cubicBezTo>
                  <a:pt x="155" y="61"/>
                  <a:pt x="155" y="61"/>
                  <a:pt x="155" y="61"/>
                </a:cubicBezTo>
                <a:cubicBezTo>
                  <a:pt x="149" y="61"/>
                  <a:pt x="144" y="66"/>
                  <a:pt x="144" y="72"/>
                </a:cubicBezTo>
                <a:cubicBezTo>
                  <a:pt x="144" y="203"/>
                  <a:pt x="144" y="203"/>
                  <a:pt x="144" y="203"/>
                </a:cubicBezTo>
                <a:cubicBezTo>
                  <a:pt x="121" y="203"/>
                  <a:pt x="121" y="203"/>
                  <a:pt x="121" y="203"/>
                </a:cubicBezTo>
                <a:cubicBezTo>
                  <a:pt x="121" y="131"/>
                  <a:pt x="121" y="131"/>
                  <a:pt x="121" y="131"/>
                </a:cubicBezTo>
                <a:cubicBezTo>
                  <a:pt x="121" y="125"/>
                  <a:pt x="116" y="120"/>
                  <a:pt x="110" y="120"/>
                </a:cubicBezTo>
                <a:cubicBezTo>
                  <a:pt x="90" y="120"/>
                  <a:pt x="90" y="120"/>
                  <a:pt x="90" y="120"/>
                </a:cubicBezTo>
                <a:cubicBezTo>
                  <a:pt x="84" y="120"/>
                  <a:pt x="79" y="125"/>
                  <a:pt x="79" y="131"/>
                </a:cubicBezTo>
                <a:cubicBezTo>
                  <a:pt x="79" y="203"/>
                  <a:pt x="79" y="203"/>
                  <a:pt x="79" y="203"/>
                </a:cubicBezTo>
                <a:cubicBezTo>
                  <a:pt x="56" y="203"/>
                  <a:pt x="56" y="203"/>
                  <a:pt x="56" y="203"/>
                </a:cubicBezTo>
                <a:cubicBezTo>
                  <a:pt x="56" y="166"/>
                  <a:pt x="56" y="166"/>
                  <a:pt x="56" y="166"/>
                </a:cubicBezTo>
                <a:cubicBezTo>
                  <a:pt x="56" y="160"/>
                  <a:pt x="51" y="155"/>
                  <a:pt x="45" y="155"/>
                </a:cubicBezTo>
                <a:cubicBezTo>
                  <a:pt x="24" y="155"/>
                  <a:pt x="24" y="155"/>
                  <a:pt x="24" y="155"/>
                </a:cubicBezTo>
                <a:cubicBezTo>
                  <a:pt x="18" y="155"/>
                  <a:pt x="13" y="160"/>
                  <a:pt x="13" y="166"/>
                </a:cubicBezTo>
                <a:cubicBezTo>
                  <a:pt x="13" y="203"/>
                  <a:pt x="13" y="203"/>
                  <a:pt x="13" y="203"/>
                </a:cubicBezTo>
                <a:cubicBezTo>
                  <a:pt x="4" y="203"/>
                  <a:pt x="4" y="203"/>
                  <a:pt x="4" y="203"/>
                </a:cubicBezTo>
                <a:cubicBezTo>
                  <a:pt x="2" y="203"/>
                  <a:pt x="0" y="205"/>
                  <a:pt x="0" y="207"/>
                </a:cubicBezTo>
                <a:cubicBezTo>
                  <a:pt x="0" y="209"/>
                  <a:pt x="2" y="211"/>
                  <a:pt x="4" y="211"/>
                </a:cubicBezTo>
                <a:cubicBezTo>
                  <a:pt x="196" y="211"/>
                  <a:pt x="196" y="211"/>
                  <a:pt x="196" y="211"/>
                </a:cubicBezTo>
                <a:cubicBezTo>
                  <a:pt x="198" y="211"/>
                  <a:pt x="200" y="209"/>
                  <a:pt x="200" y="207"/>
                </a:cubicBezTo>
                <a:cubicBezTo>
                  <a:pt x="200" y="205"/>
                  <a:pt x="198" y="203"/>
                  <a:pt x="196" y="203"/>
                </a:cubicBezTo>
                <a:close/>
                <a:moveTo>
                  <a:pt x="22" y="203"/>
                </a:moveTo>
                <a:cubicBezTo>
                  <a:pt x="22" y="166"/>
                  <a:pt x="22" y="166"/>
                  <a:pt x="22" y="166"/>
                </a:cubicBezTo>
                <a:cubicBezTo>
                  <a:pt x="22" y="164"/>
                  <a:pt x="23" y="163"/>
                  <a:pt x="24" y="163"/>
                </a:cubicBezTo>
                <a:cubicBezTo>
                  <a:pt x="45" y="163"/>
                  <a:pt x="45" y="163"/>
                  <a:pt x="45" y="163"/>
                </a:cubicBezTo>
                <a:cubicBezTo>
                  <a:pt x="46" y="163"/>
                  <a:pt x="48" y="164"/>
                  <a:pt x="48" y="166"/>
                </a:cubicBezTo>
                <a:cubicBezTo>
                  <a:pt x="48" y="203"/>
                  <a:pt x="48" y="203"/>
                  <a:pt x="48" y="203"/>
                </a:cubicBezTo>
                <a:lnTo>
                  <a:pt x="22" y="203"/>
                </a:lnTo>
                <a:close/>
                <a:moveTo>
                  <a:pt x="87" y="203"/>
                </a:moveTo>
                <a:cubicBezTo>
                  <a:pt x="87" y="131"/>
                  <a:pt x="87" y="131"/>
                  <a:pt x="87" y="131"/>
                </a:cubicBezTo>
                <a:cubicBezTo>
                  <a:pt x="87" y="130"/>
                  <a:pt x="88" y="128"/>
                  <a:pt x="90" y="128"/>
                </a:cubicBezTo>
                <a:cubicBezTo>
                  <a:pt x="110" y="128"/>
                  <a:pt x="110" y="128"/>
                  <a:pt x="110" y="128"/>
                </a:cubicBezTo>
                <a:cubicBezTo>
                  <a:pt x="112" y="128"/>
                  <a:pt x="113" y="130"/>
                  <a:pt x="113" y="131"/>
                </a:cubicBezTo>
                <a:cubicBezTo>
                  <a:pt x="113" y="203"/>
                  <a:pt x="113" y="203"/>
                  <a:pt x="113" y="203"/>
                </a:cubicBezTo>
                <a:lnTo>
                  <a:pt x="87" y="203"/>
                </a:lnTo>
                <a:close/>
                <a:moveTo>
                  <a:pt x="152" y="203"/>
                </a:moveTo>
                <a:cubicBezTo>
                  <a:pt x="152" y="72"/>
                  <a:pt x="152" y="72"/>
                  <a:pt x="152" y="72"/>
                </a:cubicBezTo>
                <a:cubicBezTo>
                  <a:pt x="152" y="70"/>
                  <a:pt x="154" y="69"/>
                  <a:pt x="155" y="69"/>
                </a:cubicBezTo>
                <a:cubicBezTo>
                  <a:pt x="175" y="69"/>
                  <a:pt x="175" y="69"/>
                  <a:pt x="175" y="69"/>
                </a:cubicBezTo>
                <a:cubicBezTo>
                  <a:pt x="177" y="69"/>
                  <a:pt x="178" y="70"/>
                  <a:pt x="178" y="72"/>
                </a:cubicBezTo>
                <a:cubicBezTo>
                  <a:pt x="178" y="203"/>
                  <a:pt x="178" y="203"/>
                  <a:pt x="178" y="203"/>
                </a:cubicBezTo>
                <a:lnTo>
                  <a:pt x="152" y="203"/>
                </a:lnTo>
                <a:close/>
                <a:moveTo>
                  <a:pt x="36" y="114"/>
                </a:moveTo>
                <a:cubicBezTo>
                  <a:pt x="35" y="112"/>
                  <a:pt x="35" y="109"/>
                  <a:pt x="36" y="108"/>
                </a:cubicBezTo>
                <a:cubicBezTo>
                  <a:pt x="110" y="34"/>
                  <a:pt x="110" y="34"/>
                  <a:pt x="110" y="34"/>
                </a:cubicBezTo>
                <a:cubicBezTo>
                  <a:pt x="111" y="33"/>
                  <a:pt x="112" y="32"/>
                  <a:pt x="113" y="32"/>
                </a:cubicBezTo>
                <a:cubicBezTo>
                  <a:pt x="114" y="32"/>
                  <a:pt x="116" y="33"/>
                  <a:pt x="116" y="34"/>
                </a:cubicBezTo>
                <a:cubicBezTo>
                  <a:pt x="132" y="49"/>
                  <a:pt x="132" y="49"/>
                  <a:pt x="132" y="49"/>
                </a:cubicBezTo>
                <a:cubicBezTo>
                  <a:pt x="172" y="8"/>
                  <a:pt x="172" y="8"/>
                  <a:pt x="172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5" y="8"/>
                  <a:pt x="153" y="6"/>
                  <a:pt x="153" y="4"/>
                </a:cubicBezTo>
                <a:cubicBezTo>
                  <a:pt x="153" y="2"/>
                  <a:pt x="155" y="0"/>
                  <a:pt x="157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3" y="0"/>
                  <a:pt x="184" y="0"/>
                  <a:pt x="185" y="1"/>
                </a:cubicBezTo>
                <a:cubicBezTo>
                  <a:pt x="186" y="2"/>
                  <a:pt x="187" y="3"/>
                  <a:pt x="187" y="4"/>
                </a:cubicBezTo>
                <a:cubicBezTo>
                  <a:pt x="187" y="4"/>
                  <a:pt x="187" y="5"/>
                  <a:pt x="187" y="5"/>
                </a:cubicBezTo>
                <a:cubicBezTo>
                  <a:pt x="187" y="28"/>
                  <a:pt x="187" y="28"/>
                  <a:pt x="187" y="28"/>
                </a:cubicBezTo>
                <a:cubicBezTo>
                  <a:pt x="187" y="30"/>
                  <a:pt x="185" y="32"/>
                  <a:pt x="182" y="32"/>
                </a:cubicBezTo>
                <a:cubicBezTo>
                  <a:pt x="180" y="32"/>
                  <a:pt x="178" y="30"/>
                  <a:pt x="178" y="28"/>
                </a:cubicBezTo>
                <a:cubicBezTo>
                  <a:pt x="178" y="14"/>
                  <a:pt x="178" y="14"/>
                  <a:pt x="178" y="14"/>
                </a:cubicBezTo>
                <a:cubicBezTo>
                  <a:pt x="135" y="58"/>
                  <a:pt x="135" y="58"/>
                  <a:pt x="135" y="58"/>
                </a:cubicBezTo>
                <a:cubicBezTo>
                  <a:pt x="133" y="59"/>
                  <a:pt x="130" y="59"/>
                  <a:pt x="129" y="58"/>
                </a:cubicBezTo>
                <a:cubicBezTo>
                  <a:pt x="113" y="42"/>
                  <a:pt x="113" y="42"/>
                  <a:pt x="113" y="42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1" y="115"/>
                  <a:pt x="40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25" y="121"/>
                </a:moveTo>
                <a:cubicBezTo>
                  <a:pt x="28" y="121"/>
                  <a:pt x="29" y="123"/>
                  <a:pt x="29" y="125"/>
                </a:cubicBezTo>
                <a:cubicBezTo>
                  <a:pt x="29" y="127"/>
                  <a:pt x="28" y="129"/>
                  <a:pt x="25" y="129"/>
                </a:cubicBezTo>
                <a:cubicBezTo>
                  <a:pt x="23" y="129"/>
                  <a:pt x="21" y="127"/>
                  <a:pt x="21" y="125"/>
                </a:cubicBezTo>
                <a:cubicBezTo>
                  <a:pt x="21" y="123"/>
                  <a:pt x="23" y="121"/>
                  <a:pt x="25" y="12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492" name="Straight Connector 491">
            <a:extLst>
              <a:ext uri="{FF2B5EF4-FFF2-40B4-BE49-F238E27FC236}">
                <a16:creationId xmlns:a16="http://schemas.microsoft.com/office/drawing/2014/main" id="{5EC5149C-6A90-F94A-D7A2-505C4C3ED414}"/>
              </a:ext>
            </a:extLst>
          </p:cNvPr>
          <p:cNvCxnSpPr>
            <a:cxnSpLocks/>
          </p:cNvCxnSpPr>
          <p:nvPr/>
        </p:nvCxnSpPr>
        <p:spPr bwMode="auto">
          <a:xfrm>
            <a:off x="6083465" y="5734916"/>
            <a:ext cx="0" cy="48856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43515C">
                    <a:alpha val="0"/>
                  </a:srgbClr>
                </a:gs>
                <a:gs pos="50000">
                  <a:srgbClr val="43515C"/>
                </a:gs>
                <a:gs pos="100000">
                  <a:srgbClr val="43515C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6E4927A7-5754-4ABD-4F01-0E8E1CE77D32}"/>
              </a:ext>
            </a:extLst>
          </p:cNvPr>
          <p:cNvSpPr txBox="1"/>
          <p:nvPr/>
        </p:nvSpPr>
        <p:spPr>
          <a:xfrm>
            <a:off x="4285052" y="5497819"/>
            <a:ext cx="981187" cy="217525"/>
          </a:xfrm>
          <a:prstGeom prst="roundRect">
            <a:avLst>
              <a:gd name="adj" fmla="val 2919205"/>
            </a:avLst>
          </a:prstGeom>
          <a:solidFill>
            <a:srgbClr val="FFFFFF"/>
          </a:solidFill>
          <a:ln w="6350" cmpd="sng">
            <a:gradFill>
              <a:gsLst>
                <a:gs pos="0">
                  <a:srgbClr val="006191"/>
                </a:gs>
                <a:gs pos="100000">
                  <a:srgbClr val="D75D62"/>
                </a:gs>
              </a:gsLst>
              <a:lin ang="5400000" scaled="1"/>
            </a:gra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kumimoji="0" lang="en-AU" sz="10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Rem Ipsum</a:t>
            </a:r>
          </a:p>
        </p:txBody>
      </p:sp>
      <p:sp>
        <p:nvSpPr>
          <p:cNvPr id="536" name="Rectangle: Rounded Corners 535">
            <a:extLst>
              <a:ext uri="{FF2B5EF4-FFF2-40B4-BE49-F238E27FC236}">
                <a16:creationId xmlns:a16="http://schemas.microsoft.com/office/drawing/2014/main" id="{0EAD8ADF-DB4C-BDAA-79D4-61CA86C8CDE3}"/>
              </a:ext>
            </a:extLst>
          </p:cNvPr>
          <p:cNvSpPr/>
          <p:nvPr/>
        </p:nvSpPr>
        <p:spPr>
          <a:xfrm>
            <a:off x="8119839" y="5592232"/>
            <a:ext cx="3835400" cy="773929"/>
          </a:xfrm>
          <a:prstGeom prst="roundRect">
            <a:avLst>
              <a:gd name="adj" fmla="val 4907"/>
            </a:avLst>
          </a:prstGeom>
          <a:gradFill flip="none" rotWithShape="1">
            <a:gsLst>
              <a:gs pos="100000">
                <a:srgbClr val="7ECAF8">
                  <a:alpha val="53000"/>
                </a:srgbClr>
              </a:gs>
              <a:gs pos="0">
                <a:srgbClr val="A2ABB0">
                  <a:alpha val="44000"/>
                </a:srgbClr>
              </a:gs>
            </a:gsLst>
            <a:lin ang="108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843ECBC3-9B9B-AD40-A770-8DCE169F036E}"/>
              </a:ext>
            </a:extLst>
          </p:cNvPr>
          <p:cNvSpPr txBox="1"/>
          <p:nvPr/>
        </p:nvSpPr>
        <p:spPr>
          <a:xfrm>
            <a:off x="8259190" y="5497819"/>
            <a:ext cx="912638" cy="217525"/>
          </a:xfrm>
          <a:prstGeom prst="roundRect">
            <a:avLst>
              <a:gd name="adj" fmla="val 2919205"/>
            </a:avLst>
          </a:prstGeom>
          <a:solidFill>
            <a:srgbClr val="FFFFFF"/>
          </a:solidFill>
          <a:ln w="6350" cmpd="sng">
            <a:gradFill>
              <a:gsLst>
                <a:gs pos="0">
                  <a:srgbClr val="006191"/>
                </a:gs>
                <a:gs pos="100000">
                  <a:srgbClr val="D75D62"/>
                </a:gs>
              </a:gsLst>
              <a:lin ang="5400000" scaled="1"/>
            </a:gra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kumimoji="0" lang="en-AU" sz="10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 Orsit</a:t>
            </a: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6E81A8A8-0725-8656-A4D2-3E3B45B33CE9}"/>
              </a:ext>
            </a:extLst>
          </p:cNvPr>
          <p:cNvSpPr txBox="1"/>
          <p:nvPr/>
        </p:nvSpPr>
        <p:spPr>
          <a:xfrm>
            <a:off x="8935062" y="5706848"/>
            <a:ext cx="1204691" cy="60016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kumimoji="0" lang="en-AU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Ametconsecte Tura Dipiscinge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F2D6D577-648D-85B2-0218-089BAB07ADD1}"/>
              </a:ext>
            </a:extLst>
          </p:cNvPr>
          <p:cNvSpPr txBox="1"/>
          <p:nvPr/>
        </p:nvSpPr>
        <p:spPr>
          <a:xfrm>
            <a:off x="10569957" y="5679114"/>
            <a:ext cx="1136049" cy="60016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100" b="1">
                <a:solidFill>
                  <a:prstClr val="black"/>
                </a:solidFill>
                <a:latin typeface="Arial" panose="020B0604020202020204" pitchFamily="34" charset="0"/>
              </a:rPr>
              <a:t>Litseddoei Usmo dt Emporin</a:t>
            </a:r>
          </a:p>
        </p:txBody>
      </p:sp>
      <p:sp>
        <p:nvSpPr>
          <p:cNvPr id="503" name="Freeform 9">
            <a:extLst>
              <a:ext uri="{FF2B5EF4-FFF2-40B4-BE49-F238E27FC236}">
                <a16:creationId xmlns:a16="http://schemas.microsoft.com/office/drawing/2014/main" id="{74F9E63E-221D-8F6A-6F96-61CB2FFB081F}"/>
              </a:ext>
            </a:extLst>
          </p:cNvPr>
          <p:cNvSpPr>
            <a:spLocks noEditPoints="1"/>
          </p:cNvSpPr>
          <p:nvPr/>
        </p:nvSpPr>
        <p:spPr bwMode="auto">
          <a:xfrm>
            <a:off x="8588565" y="5854141"/>
            <a:ext cx="287208" cy="321687"/>
          </a:xfrm>
          <a:custGeom>
            <a:avLst/>
            <a:gdLst>
              <a:gd name="T0" fmla="*/ 32 w 1371"/>
              <a:gd name="T1" fmla="*/ 1491 h 1536"/>
              <a:gd name="T2" fmla="*/ 415 w 1371"/>
              <a:gd name="T3" fmla="*/ 1314 h 1536"/>
              <a:gd name="T4" fmla="*/ 469 w 1371"/>
              <a:gd name="T5" fmla="*/ 1427 h 1536"/>
              <a:gd name="T6" fmla="*/ 1074 w 1371"/>
              <a:gd name="T7" fmla="*/ 1354 h 1536"/>
              <a:gd name="T8" fmla="*/ 1116 w 1371"/>
              <a:gd name="T9" fmla="*/ 1156 h 1536"/>
              <a:gd name="T10" fmla="*/ 1096 w 1371"/>
              <a:gd name="T11" fmla="*/ 872 h 1536"/>
              <a:gd name="T12" fmla="*/ 1208 w 1371"/>
              <a:gd name="T13" fmla="*/ 916 h 1536"/>
              <a:gd name="T14" fmla="*/ 1117 w 1371"/>
              <a:gd name="T15" fmla="*/ 1330 h 1536"/>
              <a:gd name="T16" fmla="*/ 590 w 1371"/>
              <a:gd name="T17" fmla="*/ 1506 h 1536"/>
              <a:gd name="T18" fmla="*/ 808 w 1371"/>
              <a:gd name="T19" fmla="*/ 0 h 1536"/>
              <a:gd name="T20" fmla="*/ 669 w 1371"/>
              <a:gd name="T21" fmla="*/ 108 h 1536"/>
              <a:gd name="T22" fmla="*/ 695 w 1371"/>
              <a:gd name="T23" fmla="*/ 252 h 1536"/>
              <a:gd name="T24" fmla="*/ 810 w 1371"/>
              <a:gd name="T25" fmla="*/ 337 h 1536"/>
              <a:gd name="T26" fmla="*/ 957 w 1371"/>
              <a:gd name="T27" fmla="*/ 316 h 1536"/>
              <a:gd name="T28" fmla="*/ 1011 w 1371"/>
              <a:gd name="T29" fmla="*/ 138 h 1536"/>
              <a:gd name="T30" fmla="*/ 870 w 1371"/>
              <a:gd name="T31" fmla="*/ 44 h 1536"/>
              <a:gd name="T32" fmla="*/ 793 w 1371"/>
              <a:gd name="T33" fmla="*/ 295 h 1536"/>
              <a:gd name="T34" fmla="*/ 726 w 1371"/>
              <a:gd name="T35" fmla="*/ 207 h 1536"/>
              <a:gd name="T36" fmla="*/ 819 w 1371"/>
              <a:gd name="T37" fmla="*/ 45 h 1536"/>
              <a:gd name="T38" fmla="*/ 918 w 1371"/>
              <a:gd name="T39" fmla="*/ 203 h 1536"/>
              <a:gd name="T40" fmla="*/ 354 w 1371"/>
              <a:gd name="T41" fmla="*/ 738 h 1536"/>
              <a:gd name="T42" fmla="*/ 362 w 1371"/>
              <a:gd name="T43" fmla="*/ 783 h 1536"/>
              <a:gd name="T44" fmla="*/ 437 w 1371"/>
              <a:gd name="T45" fmla="*/ 1235 h 1536"/>
              <a:gd name="T46" fmla="*/ 464 w 1371"/>
              <a:gd name="T47" fmla="*/ 849 h 1536"/>
              <a:gd name="T48" fmla="*/ 751 w 1371"/>
              <a:gd name="T49" fmla="*/ 605 h 1536"/>
              <a:gd name="T50" fmla="*/ 904 w 1371"/>
              <a:gd name="T51" fmla="*/ 680 h 1536"/>
              <a:gd name="T52" fmla="*/ 976 w 1371"/>
              <a:gd name="T53" fmla="*/ 871 h 1536"/>
              <a:gd name="T54" fmla="*/ 914 w 1371"/>
              <a:gd name="T55" fmla="*/ 810 h 1536"/>
              <a:gd name="T56" fmla="*/ 743 w 1371"/>
              <a:gd name="T57" fmla="*/ 510 h 1536"/>
              <a:gd name="T58" fmla="*/ 447 w 1371"/>
              <a:gd name="T59" fmla="*/ 780 h 1536"/>
              <a:gd name="T60" fmla="*/ 1128 w 1371"/>
              <a:gd name="T61" fmla="*/ 267 h 1536"/>
              <a:gd name="T62" fmla="*/ 1071 w 1371"/>
              <a:gd name="T63" fmla="*/ 354 h 1536"/>
              <a:gd name="T64" fmla="*/ 1155 w 1371"/>
              <a:gd name="T65" fmla="*/ 489 h 1536"/>
              <a:gd name="T66" fmla="*/ 1298 w 1371"/>
              <a:gd name="T67" fmla="*/ 491 h 1536"/>
              <a:gd name="T68" fmla="*/ 1365 w 1371"/>
              <a:gd name="T69" fmla="*/ 302 h 1536"/>
              <a:gd name="T70" fmla="*/ 1245 w 1371"/>
              <a:gd name="T71" fmla="*/ 211 h 1536"/>
              <a:gd name="T72" fmla="*/ 1265 w 1371"/>
              <a:gd name="T73" fmla="*/ 310 h 1536"/>
              <a:gd name="T74" fmla="*/ 1275 w 1371"/>
              <a:gd name="T75" fmla="*/ 446 h 1536"/>
              <a:gd name="T76" fmla="*/ 1148 w 1371"/>
              <a:gd name="T77" fmla="*/ 395 h 1536"/>
              <a:gd name="T78" fmla="*/ 1185 w 1371"/>
              <a:gd name="T79" fmla="*/ 284 h 1536"/>
              <a:gd name="T80" fmla="*/ 418 w 1371"/>
              <a:gd name="T81" fmla="*/ 467 h 1536"/>
              <a:gd name="T82" fmla="*/ 542 w 1371"/>
              <a:gd name="T83" fmla="*/ 446 h 1536"/>
              <a:gd name="T84" fmla="*/ 585 w 1371"/>
              <a:gd name="T85" fmla="*/ 300 h 1536"/>
              <a:gd name="T86" fmla="*/ 465 w 1371"/>
              <a:gd name="T87" fmla="*/ 211 h 1536"/>
              <a:gd name="T88" fmla="*/ 352 w 1371"/>
              <a:gd name="T89" fmla="*/ 268 h 1536"/>
              <a:gd name="T90" fmla="*/ 317 w 1371"/>
              <a:gd name="T91" fmla="*/ 378 h 1536"/>
              <a:gd name="T92" fmla="*/ 451 w 1371"/>
              <a:gd name="T93" fmla="*/ 284 h 1536"/>
              <a:gd name="T94" fmla="*/ 488 w 1371"/>
              <a:gd name="T95" fmla="*/ 400 h 1536"/>
              <a:gd name="T96" fmla="*/ 361 w 1371"/>
              <a:gd name="T97" fmla="*/ 447 h 1536"/>
              <a:gd name="T98" fmla="*/ 361 w 1371"/>
              <a:gd name="T99" fmla="*/ 312 h 1536"/>
              <a:gd name="T100" fmla="*/ 119 w 1371"/>
              <a:gd name="T101" fmla="*/ 783 h 1536"/>
              <a:gd name="T102" fmla="*/ 3 w 1371"/>
              <a:gd name="T103" fmla="*/ 761 h 1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71" h="1536">
                <a:moveTo>
                  <a:pt x="16" y="1536"/>
                </a:moveTo>
                <a:cubicBezTo>
                  <a:pt x="16" y="1535"/>
                  <a:pt x="15" y="1534"/>
                  <a:pt x="15" y="1533"/>
                </a:cubicBezTo>
                <a:cubicBezTo>
                  <a:pt x="4" y="1526"/>
                  <a:pt x="0" y="1517"/>
                  <a:pt x="5" y="1505"/>
                </a:cubicBezTo>
                <a:cubicBezTo>
                  <a:pt x="10" y="1493"/>
                  <a:pt x="20" y="1491"/>
                  <a:pt x="32" y="1491"/>
                </a:cubicBezTo>
                <a:cubicBezTo>
                  <a:pt x="82" y="1491"/>
                  <a:pt x="131" y="1491"/>
                  <a:pt x="181" y="1491"/>
                </a:cubicBezTo>
                <a:cubicBezTo>
                  <a:pt x="242" y="1491"/>
                  <a:pt x="303" y="1491"/>
                  <a:pt x="364" y="1491"/>
                </a:cubicBezTo>
                <a:cubicBezTo>
                  <a:pt x="397" y="1491"/>
                  <a:pt x="415" y="1473"/>
                  <a:pt x="415" y="1439"/>
                </a:cubicBezTo>
                <a:cubicBezTo>
                  <a:pt x="415" y="1397"/>
                  <a:pt x="415" y="1356"/>
                  <a:pt x="415" y="1314"/>
                </a:cubicBezTo>
                <a:cubicBezTo>
                  <a:pt x="415" y="1296"/>
                  <a:pt x="423" y="1287"/>
                  <a:pt x="437" y="1286"/>
                </a:cubicBezTo>
                <a:cubicBezTo>
                  <a:pt x="452" y="1286"/>
                  <a:pt x="460" y="1296"/>
                  <a:pt x="460" y="1315"/>
                </a:cubicBezTo>
                <a:cubicBezTo>
                  <a:pt x="460" y="1347"/>
                  <a:pt x="460" y="1379"/>
                  <a:pt x="460" y="1411"/>
                </a:cubicBezTo>
                <a:cubicBezTo>
                  <a:pt x="461" y="1416"/>
                  <a:pt x="465" y="1424"/>
                  <a:pt x="469" y="1427"/>
                </a:cubicBezTo>
                <a:cubicBezTo>
                  <a:pt x="504" y="1452"/>
                  <a:pt x="542" y="1461"/>
                  <a:pt x="585" y="1461"/>
                </a:cubicBezTo>
                <a:cubicBezTo>
                  <a:pt x="733" y="1459"/>
                  <a:pt x="882" y="1460"/>
                  <a:pt x="1030" y="1460"/>
                </a:cubicBezTo>
                <a:cubicBezTo>
                  <a:pt x="1050" y="1460"/>
                  <a:pt x="1068" y="1456"/>
                  <a:pt x="1082" y="1441"/>
                </a:cubicBezTo>
                <a:cubicBezTo>
                  <a:pt x="1107" y="1416"/>
                  <a:pt x="1104" y="1375"/>
                  <a:pt x="1074" y="1354"/>
                </a:cubicBezTo>
                <a:cubicBezTo>
                  <a:pt x="1062" y="1345"/>
                  <a:pt x="1052" y="1337"/>
                  <a:pt x="1054" y="1321"/>
                </a:cubicBezTo>
                <a:cubicBezTo>
                  <a:pt x="1056" y="1305"/>
                  <a:pt x="1068" y="1300"/>
                  <a:pt x="1082" y="1295"/>
                </a:cubicBezTo>
                <a:cubicBezTo>
                  <a:pt x="1122" y="1282"/>
                  <a:pt x="1134" y="1234"/>
                  <a:pt x="1107" y="1201"/>
                </a:cubicBezTo>
                <a:cubicBezTo>
                  <a:pt x="1089" y="1180"/>
                  <a:pt x="1091" y="1169"/>
                  <a:pt x="1116" y="1156"/>
                </a:cubicBezTo>
                <a:cubicBezTo>
                  <a:pt x="1157" y="1134"/>
                  <a:pt x="1163" y="1080"/>
                  <a:pt x="1128" y="1049"/>
                </a:cubicBezTo>
                <a:cubicBezTo>
                  <a:pt x="1109" y="1032"/>
                  <a:pt x="1110" y="1018"/>
                  <a:pt x="1131" y="1005"/>
                </a:cubicBezTo>
                <a:cubicBezTo>
                  <a:pt x="1160" y="987"/>
                  <a:pt x="1172" y="956"/>
                  <a:pt x="1164" y="925"/>
                </a:cubicBezTo>
                <a:cubicBezTo>
                  <a:pt x="1156" y="894"/>
                  <a:pt x="1130" y="874"/>
                  <a:pt x="1096" y="872"/>
                </a:cubicBezTo>
                <a:cubicBezTo>
                  <a:pt x="1086" y="871"/>
                  <a:pt x="1076" y="872"/>
                  <a:pt x="1066" y="871"/>
                </a:cubicBezTo>
                <a:cubicBezTo>
                  <a:pt x="1054" y="869"/>
                  <a:pt x="1048" y="860"/>
                  <a:pt x="1048" y="848"/>
                </a:cubicBezTo>
                <a:cubicBezTo>
                  <a:pt x="1049" y="837"/>
                  <a:pt x="1055" y="829"/>
                  <a:pt x="1067" y="828"/>
                </a:cubicBezTo>
                <a:cubicBezTo>
                  <a:pt x="1141" y="818"/>
                  <a:pt x="1193" y="856"/>
                  <a:pt x="1208" y="916"/>
                </a:cubicBezTo>
                <a:cubicBezTo>
                  <a:pt x="1217" y="952"/>
                  <a:pt x="1209" y="986"/>
                  <a:pt x="1187" y="1015"/>
                </a:cubicBezTo>
                <a:cubicBezTo>
                  <a:pt x="1183" y="1020"/>
                  <a:pt x="1178" y="1025"/>
                  <a:pt x="1174" y="1030"/>
                </a:cubicBezTo>
                <a:cubicBezTo>
                  <a:pt x="1208" y="1099"/>
                  <a:pt x="1203" y="1134"/>
                  <a:pt x="1154" y="1187"/>
                </a:cubicBezTo>
                <a:cubicBezTo>
                  <a:pt x="1177" y="1254"/>
                  <a:pt x="1169" y="1286"/>
                  <a:pt x="1117" y="1330"/>
                </a:cubicBezTo>
                <a:cubicBezTo>
                  <a:pt x="1119" y="1334"/>
                  <a:pt x="1122" y="1338"/>
                  <a:pt x="1125" y="1342"/>
                </a:cubicBezTo>
                <a:cubicBezTo>
                  <a:pt x="1169" y="1405"/>
                  <a:pt x="1131" y="1493"/>
                  <a:pt x="1054" y="1503"/>
                </a:cubicBezTo>
                <a:cubicBezTo>
                  <a:pt x="1045" y="1505"/>
                  <a:pt x="1034" y="1505"/>
                  <a:pt x="1024" y="1505"/>
                </a:cubicBezTo>
                <a:cubicBezTo>
                  <a:pt x="879" y="1505"/>
                  <a:pt x="735" y="1505"/>
                  <a:pt x="590" y="1506"/>
                </a:cubicBezTo>
                <a:cubicBezTo>
                  <a:pt x="543" y="1506"/>
                  <a:pt x="497" y="1503"/>
                  <a:pt x="457" y="1471"/>
                </a:cubicBezTo>
                <a:cubicBezTo>
                  <a:pt x="445" y="1507"/>
                  <a:pt x="419" y="1527"/>
                  <a:pt x="385" y="1536"/>
                </a:cubicBezTo>
                <a:cubicBezTo>
                  <a:pt x="262" y="1536"/>
                  <a:pt x="139" y="1536"/>
                  <a:pt x="16" y="1536"/>
                </a:cubicBezTo>
                <a:close/>
                <a:moveTo>
                  <a:pt x="808" y="0"/>
                </a:moveTo>
                <a:cubicBezTo>
                  <a:pt x="790" y="7"/>
                  <a:pt x="780" y="21"/>
                  <a:pt x="772" y="38"/>
                </a:cubicBezTo>
                <a:cubicBezTo>
                  <a:pt x="765" y="55"/>
                  <a:pt x="757" y="71"/>
                  <a:pt x="748" y="87"/>
                </a:cubicBezTo>
                <a:cubicBezTo>
                  <a:pt x="745" y="93"/>
                  <a:pt x="738" y="97"/>
                  <a:pt x="732" y="99"/>
                </a:cubicBezTo>
                <a:cubicBezTo>
                  <a:pt x="711" y="103"/>
                  <a:pt x="690" y="105"/>
                  <a:pt x="669" y="108"/>
                </a:cubicBezTo>
                <a:cubicBezTo>
                  <a:pt x="649" y="111"/>
                  <a:pt x="635" y="120"/>
                  <a:pt x="628" y="139"/>
                </a:cubicBezTo>
                <a:cubicBezTo>
                  <a:pt x="622" y="159"/>
                  <a:pt x="628" y="176"/>
                  <a:pt x="642" y="190"/>
                </a:cubicBezTo>
                <a:cubicBezTo>
                  <a:pt x="658" y="205"/>
                  <a:pt x="674" y="220"/>
                  <a:pt x="690" y="236"/>
                </a:cubicBezTo>
                <a:cubicBezTo>
                  <a:pt x="693" y="240"/>
                  <a:pt x="695" y="247"/>
                  <a:pt x="695" y="252"/>
                </a:cubicBezTo>
                <a:cubicBezTo>
                  <a:pt x="692" y="275"/>
                  <a:pt x="688" y="297"/>
                  <a:pt x="684" y="319"/>
                </a:cubicBezTo>
                <a:cubicBezTo>
                  <a:pt x="681" y="338"/>
                  <a:pt x="686" y="354"/>
                  <a:pt x="702" y="365"/>
                </a:cubicBezTo>
                <a:cubicBezTo>
                  <a:pt x="718" y="377"/>
                  <a:pt x="735" y="377"/>
                  <a:pt x="753" y="367"/>
                </a:cubicBezTo>
                <a:cubicBezTo>
                  <a:pt x="772" y="357"/>
                  <a:pt x="791" y="348"/>
                  <a:pt x="810" y="337"/>
                </a:cubicBezTo>
                <a:cubicBezTo>
                  <a:pt x="817" y="333"/>
                  <a:pt x="824" y="332"/>
                  <a:pt x="832" y="337"/>
                </a:cubicBezTo>
                <a:cubicBezTo>
                  <a:pt x="851" y="347"/>
                  <a:pt x="870" y="357"/>
                  <a:pt x="890" y="367"/>
                </a:cubicBezTo>
                <a:cubicBezTo>
                  <a:pt x="907" y="376"/>
                  <a:pt x="924" y="375"/>
                  <a:pt x="939" y="364"/>
                </a:cubicBezTo>
                <a:cubicBezTo>
                  <a:pt x="955" y="352"/>
                  <a:pt x="960" y="336"/>
                  <a:pt x="957" y="316"/>
                </a:cubicBezTo>
                <a:cubicBezTo>
                  <a:pt x="953" y="295"/>
                  <a:pt x="950" y="274"/>
                  <a:pt x="945" y="253"/>
                </a:cubicBezTo>
                <a:cubicBezTo>
                  <a:pt x="943" y="244"/>
                  <a:pt x="946" y="238"/>
                  <a:pt x="953" y="232"/>
                </a:cubicBezTo>
                <a:cubicBezTo>
                  <a:pt x="969" y="217"/>
                  <a:pt x="985" y="201"/>
                  <a:pt x="1001" y="185"/>
                </a:cubicBezTo>
                <a:cubicBezTo>
                  <a:pt x="1014" y="171"/>
                  <a:pt x="1017" y="155"/>
                  <a:pt x="1011" y="138"/>
                </a:cubicBezTo>
                <a:cubicBezTo>
                  <a:pt x="1005" y="121"/>
                  <a:pt x="993" y="111"/>
                  <a:pt x="975" y="108"/>
                </a:cubicBezTo>
                <a:cubicBezTo>
                  <a:pt x="968" y="107"/>
                  <a:pt x="961" y="106"/>
                  <a:pt x="954" y="105"/>
                </a:cubicBezTo>
                <a:cubicBezTo>
                  <a:pt x="935" y="102"/>
                  <a:pt x="912" y="104"/>
                  <a:pt x="898" y="94"/>
                </a:cubicBezTo>
                <a:cubicBezTo>
                  <a:pt x="884" y="84"/>
                  <a:pt x="878" y="62"/>
                  <a:pt x="870" y="44"/>
                </a:cubicBezTo>
                <a:cubicBezTo>
                  <a:pt x="861" y="26"/>
                  <a:pt x="851" y="9"/>
                  <a:pt x="832" y="0"/>
                </a:cubicBezTo>
                <a:cubicBezTo>
                  <a:pt x="824" y="0"/>
                  <a:pt x="816" y="0"/>
                  <a:pt x="808" y="0"/>
                </a:cubicBezTo>
                <a:close/>
                <a:moveTo>
                  <a:pt x="848" y="295"/>
                </a:moveTo>
                <a:cubicBezTo>
                  <a:pt x="829" y="284"/>
                  <a:pt x="811" y="284"/>
                  <a:pt x="793" y="295"/>
                </a:cubicBezTo>
                <a:cubicBezTo>
                  <a:pt x="773" y="306"/>
                  <a:pt x="752" y="317"/>
                  <a:pt x="729" y="329"/>
                </a:cubicBezTo>
                <a:cubicBezTo>
                  <a:pt x="732" y="310"/>
                  <a:pt x="734" y="294"/>
                  <a:pt x="736" y="279"/>
                </a:cubicBezTo>
                <a:cubicBezTo>
                  <a:pt x="738" y="271"/>
                  <a:pt x="739" y="263"/>
                  <a:pt x="741" y="255"/>
                </a:cubicBezTo>
                <a:cubicBezTo>
                  <a:pt x="745" y="236"/>
                  <a:pt x="739" y="221"/>
                  <a:pt x="726" y="207"/>
                </a:cubicBezTo>
                <a:cubicBezTo>
                  <a:pt x="709" y="190"/>
                  <a:pt x="693" y="171"/>
                  <a:pt x="677" y="153"/>
                </a:cubicBezTo>
                <a:cubicBezTo>
                  <a:pt x="693" y="151"/>
                  <a:pt x="713" y="146"/>
                  <a:pt x="734" y="144"/>
                </a:cubicBezTo>
                <a:cubicBezTo>
                  <a:pt x="762" y="142"/>
                  <a:pt x="780" y="130"/>
                  <a:pt x="791" y="104"/>
                </a:cubicBezTo>
                <a:cubicBezTo>
                  <a:pt x="798" y="84"/>
                  <a:pt x="809" y="66"/>
                  <a:pt x="819" y="45"/>
                </a:cubicBezTo>
                <a:cubicBezTo>
                  <a:pt x="830" y="65"/>
                  <a:pt x="841" y="84"/>
                  <a:pt x="849" y="104"/>
                </a:cubicBezTo>
                <a:cubicBezTo>
                  <a:pt x="859" y="130"/>
                  <a:pt x="878" y="142"/>
                  <a:pt x="906" y="144"/>
                </a:cubicBezTo>
                <a:cubicBezTo>
                  <a:pt x="926" y="145"/>
                  <a:pt x="946" y="149"/>
                  <a:pt x="967" y="152"/>
                </a:cubicBezTo>
                <a:cubicBezTo>
                  <a:pt x="950" y="170"/>
                  <a:pt x="935" y="187"/>
                  <a:pt x="918" y="203"/>
                </a:cubicBezTo>
                <a:cubicBezTo>
                  <a:pt x="902" y="218"/>
                  <a:pt x="895" y="234"/>
                  <a:pt x="900" y="256"/>
                </a:cubicBezTo>
                <a:cubicBezTo>
                  <a:pt x="905" y="279"/>
                  <a:pt x="909" y="302"/>
                  <a:pt x="913" y="328"/>
                </a:cubicBezTo>
                <a:cubicBezTo>
                  <a:pt x="890" y="316"/>
                  <a:pt x="869" y="306"/>
                  <a:pt x="848" y="295"/>
                </a:cubicBezTo>
                <a:close/>
                <a:moveTo>
                  <a:pt x="354" y="738"/>
                </a:moveTo>
                <a:cubicBezTo>
                  <a:pt x="312" y="739"/>
                  <a:pt x="270" y="738"/>
                  <a:pt x="228" y="738"/>
                </a:cubicBezTo>
                <a:cubicBezTo>
                  <a:pt x="206" y="738"/>
                  <a:pt x="196" y="745"/>
                  <a:pt x="195" y="760"/>
                </a:cubicBezTo>
                <a:cubicBezTo>
                  <a:pt x="195" y="776"/>
                  <a:pt x="205" y="783"/>
                  <a:pt x="227" y="783"/>
                </a:cubicBezTo>
                <a:cubicBezTo>
                  <a:pt x="272" y="783"/>
                  <a:pt x="317" y="783"/>
                  <a:pt x="362" y="783"/>
                </a:cubicBezTo>
                <a:cubicBezTo>
                  <a:pt x="398" y="783"/>
                  <a:pt x="415" y="800"/>
                  <a:pt x="415" y="837"/>
                </a:cubicBezTo>
                <a:cubicBezTo>
                  <a:pt x="415" y="958"/>
                  <a:pt x="415" y="1080"/>
                  <a:pt x="415" y="1201"/>
                </a:cubicBezTo>
                <a:cubicBezTo>
                  <a:pt x="415" y="1205"/>
                  <a:pt x="415" y="1210"/>
                  <a:pt x="415" y="1214"/>
                </a:cubicBezTo>
                <a:cubicBezTo>
                  <a:pt x="417" y="1227"/>
                  <a:pt x="425" y="1235"/>
                  <a:pt x="437" y="1235"/>
                </a:cubicBezTo>
                <a:cubicBezTo>
                  <a:pt x="450" y="1235"/>
                  <a:pt x="458" y="1227"/>
                  <a:pt x="460" y="1215"/>
                </a:cubicBezTo>
                <a:cubicBezTo>
                  <a:pt x="460" y="1210"/>
                  <a:pt x="460" y="1205"/>
                  <a:pt x="460" y="1200"/>
                </a:cubicBezTo>
                <a:cubicBezTo>
                  <a:pt x="460" y="1090"/>
                  <a:pt x="460" y="980"/>
                  <a:pt x="460" y="870"/>
                </a:cubicBezTo>
                <a:cubicBezTo>
                  <a:pt x="460" y="863"/>
                  <a:pt x="461" y="855"/>
                  <a:pt x="464" y="849"/>
                </a:cubicBezTo>
                <a:cubicBezTo>
                  <a:pt x="473" y="828"/>
                  <a:pt x="483" y="808"/>
                  <a:pt x="493" y="787"/>
                </a:cubicBezTo>
                <a:cubicBezTo>
                  <a:pt x="506" y="762"/>
                  <a:pt x="525" y="744"/>
                  <a:pt x="549" y="730"/>
                </a:cubicBezTo>
                <a:cubicBezTo>
                  <a:pt x="610" y="697"/>
                  <a:pt x="670" y="663"/>
                  <a:pt x="731" y="629"/>
                </a:cubicBezTo>
                <a:cubicBezTo>
                  <a:pt x="739" y="624"/>
                  <a:pt x="747" y="614"/>
                  <a:pt x="751" y="605"/>
                </a:cubicBezTo>
                <a:cubicBezTo>
                  <a:pt x="764" y="578"/>
                  <a:pt x="775" y="549"/>
                  <a:pt x="788" y="521"/>
                </a:cubicBezTo>
                <a:cubicBezTo>
                  <a:pt x="798" y="499"/>
                  <a:pt x="817" y="489"/>
                  <a:pt x="841" y="494"/>
                </a:cubicBezTo>
                <a:cubicBezTo>
                  <a:pt x="878" y="501"/>
                  <a:pt x="903" y="529"/>
                  <a:pt x="904" y="567"/>
                </a:cubicBezTo>
                <a:cubicBezTo>
                  <a:pt x="905" y="605"/>
                  <a:pt x="904" y="642"/>
                  <a:pt x="904" y="680"/>
                </a:cubicBezTo>
                <a:cubicBezTo>
                  <a:pt x="905" y="709"/>
                  <a:pt x="898" y="736"/>
                  <a:pt x="886" y="763"/>
                </a:cubicBezTo>
                <a:cubicBezTo>
                  <a:pt x="878" y="780"/>
                  <a:pt x="870" y="797"/>
                  <a:pt x="863" y="815"/>
                </a:cubicBezTo>
                <a:cubicBezTo>
                  <a:pt x="852" y="841"/>
                  <a:pt x="868" y="869"/>
                  <a:pt x="896" y="871"/>
                </a:cubicBezTo>
                <a:cubicBezTo>
                  <a:pt x="923" y="873"/>
                  <a:pt x="949" y="872"/>
                  <a:pt x="976" y="871"/>
                </a:cubicBezTo>
                <a:cubicBezTo>
                  <a:pt x="993" y="870"/>
                  <a:pt x="1003" y="852"/>
                  <a:pt x="994" y="839"/>
                </a:cubicBezTo>
                <a:cubicBezTo>
                  <a:pt x="989" y="833"/>
                  <a:pt x="978" y="828"/>
                  <a:pt x="970" y="827"/>
                </a:cubicBezTo>
                <a:cubicBezTo>
                  <a:pt x="950" y="826"/>
                  <a:pt x="930" y="827"/>
                  <a:pt x="907" y="827"/>
                </a:cubicBezTo>
                <a:cubicBezTo>
                  <a:pt x="910" y="819"/>
                  <a:pt x="913" y="815"/>
                  <a:pt x="914" y="810"/>
                </a:cubicBezTo>
                <a:cubicBezTo>
                  <a:pt x="925" y="779"/>
                  <a:pt x="942" y="748"/>
                  <a:pt x="945" y="716"/>
                </a:cubicBezTo>
                <a:cubicBezTo>
                  <a:pt x="951" y="664"/>
                  <a:pt x="950" y="610"/>
                  <a:pt x="948" y="556"/>
                </a:cubicBezTo>
                <a:cubicBezTo>
                  <a:pt x="946" y="516"/>
                  <a:pt x="924" y="483"/>
                  <a:pt x="888" y="463"/>
                </a:cubicBezTo>
                <a:cubicBezTo>
                  <a:pt x="830" y="431"/>
                  <a:pt x="766" y="449"/>
                  <a:pt x="743" y="510"/>
                </a:cubicBezTo>
                <a:cubicBezTo>
                  <a:pt x="734" y="534"/>
                  <a:pt x="724" y="557"/>
                  <a:pt x="714" y="579"/>
                </a:cubicBezTo>
                <a:cubicBezTo>
                  <a:pt x="712" y="584"/>
                  <a:pt x="709" y="590"/>
                  <a:pt x="705" y="592"/>
                </a:cubicBezTo>
                <a:cubicBezTo>
                  <a:pt x="656" y="621"/>
                  <a:pt x="609" y="652"/>
                  <a:pt x="559" y="675"/>
                </a:cubicBezTo>
                <a:cubicBezTo>
                  <a:pt x="510" y="698"/>
                  <a:pt x="469" y="727"/>
                  <a:pt x="447" y="780"/>
                </a:cubicBezTo>
                <a:cubicBezTo>
                  <a:pt x="423" y="747"/>
                  <a:pt x="391" y="737"/>
                  <a:pt x="354" y="738"/>
                </a:cubicBezTo>
                <a:close/>
                <a:moveTo>
                  <a:pt x="1171" y="210"/>
                </a:moveTo>
                <a:cubicBezTo>
                  <a:pt x="1164" y="223"/>
                  <a:pt x="1157" y="237"/>
                  <a:pt x="1152" y="250"/>
                </a:cubicBezTo>
                <a:cubicBezTo>
                  <a:pt x="1147" y="261"/>
                  <a:pt x="1140" y="267"/>
                  <a:pt x="1128" y="267"/>
                </a:cubicBezTo>
                <a:cubicBezTo>
                  <a:pt x="1113" y="268"/>
                  <a:pt x="1099" y="271"/>
                  <a:pt x="1084" y="273"/>
                </a:cubicBezTo>
                <a:cubicBezTo>
                  <a:pt x="1068" y="276"/>
                  <a:pt x="1056" y="285"/>
                  <a:pt x="1051" y="300"/>
                </a:cubicBezTo>
                <a:cubicBezTo>
                  <a:pt x="1045" y="316"/>
                  <a:pt x="1049" y="330"/>
                  <a:pt x="1059" y="342"/>
                </a:cubicBezTo>
                <a:cubicBezTo>
                  <a:pt x="1063" y="346"/>
                  <a:pt x="1067" y="351"/>
                  <a:pt x="1071" y="354"/>
                </a:cubicBezTo>
                <a:cubicBezTo>
                  <a:pt x="1099" y="373"/>
                  <a:pt x="1110" y="397"/>
                  <a:pt x="1096" y="430"/>
                </a:cubicBezTo>
                <a:cubicBezTo>
                  <a:pt x="1095" y="434"/>
                  <a:pt x="1095" y="438"/>
                  <a:pt x="1094" y="442"/>
                </a:cubicBezTo>
                <a:cubicBezTo>
                  <a:pt x="1091" y="459"/>
                  <a:pt x="1094" y="475"/>
                  <a:pt x="1109" y="486"/>
                </a:cubicBezTo>
                <a:cubicBezTo>
                  <a:pt x="1124" y="497"/>
                  <a:pt x="1139" y="497"/>
                  <a:pt x="1155" y="489"/>
                </a:cubicBezTo>
                <a:cubicBezTo>
                  <a:pt x="1168" y="482"/>
                  <a:pt x="1180" y="476"/>
                  <a:pt x="1192" y="469"/>
                </a:cubicBezTo>
                <a:cubicBezTo>
                  <a:pt x="1202" y="463"/>
                  <a:pt x="1211" y="462"/>
                  <a:pt x="1221" y="469"/>
                </a:cubicBezTo>
                <a:cubicBezTo>
                  <a:pt x="1234" y="477"/>
                  <a:pt x="1247" y="483"/>
                  <a:pt x="1261" y="490"/>
                </a:cubicBezTo>
                <a:cubicBezTo>
                  <a:pt x="1273" y="496"/>
                  <a:pt x="1285" y="497"/>
                  <a:pt x="1298" y="491"/>
                </a:cubicBezTo>
                <a:cubicBezTo>
                  <a:pt x="1316" y="482"/>
                  <a:pt x="1326" y="464"/>
                  <a:pt x="1319" y="440"/>
                </a:cubicBezTo>
                <a:cubicBezTo>
                  <a:pt x="1308" y="403"/>
                  <a:pt x="1313" y="373"/>
                  <a:pt x="1348" y="351"/>
                </a:cubicBezTo>
                <a:cubicBezTo>
                  <a:pt x="1349" y="350"/>
                  <a:pt x="1350" y="349"/>
                  <a:pt x="1351" y="348"/>
                </a:cubicBezTo>
                <a:cubicBezTo>
                  <a:pt x="1365" y="336"/>
                  <a:pt x="1371" y="320"/>
                  <a:pt x="1365" y="302"/>
                </a:cubicBezTo>
                <a:cubicBezTo>
                  <a:pt x="1359" y="284"/>
                  <a:pt x="1345" y="276"/>
                  <a:pt x="1326" y="273"/>
                </a:cubicBezTo>
                <a:cubicBezTo>
                  <a:pt x="1312" y="271"/>
                  <a:pt x="1297" y="270"/>
                  <a:pt x="1282" y="267"/>
                </a:cubicBezTo>
                <a:cubicBezTo>
                  <a:pt x="1277" y="265"/>
                  <a:pt x="1270" y="261"/>
                  <a:pt x="1268" y="256"/>
                </a:cubicBezTo>
                <a:cubicBezTo>
                  <a:pt x="1259" y="242"/>
                  <a:pt x="1253" y="226"/>
                  <a:pt x="1245" y="211"/>
                </a:cubicBezTo>
                <a:cubicBezTo>
                  <a:pt x="1237" y="196"/>
                  <a:pt x="1225" y="188"/>
                  <a:pt x="1209" y="188"/>
                </a:cubicBezTo>
                <a:cubicBezTo>
                  <a:pt x="1191" y="188"/>
                  <a:pt x="1179" y="196"/>
                  <a:pt x="1171" y="210"/>
                </a:cubicBezTo>
                <a:close/>
                <a:moveTo>
                  <a:pt x="1231" y="284"/>
                </a:moveTo>
                <a:cubicBezTo>
                  <a:pt x="1238" y="299"/>
                  <a:pt x="1249" y="308"/>
                  <a:pt x="1265" y="310"/>
                </a:cubicBezTo>
                <a:cubicBezTo>
                  <a:pt x="1281" y="312"/>
                  <a:pt x="1297" y="315"/>
                  <a:pt x="1316" y="318"/>
                </a:cubicBezTo>
                <a:cubicBezTo>
                  <a:pt x="1304" y="330"/>
                  <a:pt x="1295" y="341"/>
                  <a:pt x="1284" y="350"/>
                </a:cubicBezTo>
                <a:cubicBezTo>
                  <a:pt x="1268" y="364"/>
                  <a:pt x="1263" y="380"/>
                  <a:pt x="1267" y="400"/>
                </a:cubicBezTo>
                <a:cubicBezTo>
                  <a:pt x="1270" y="414"/>
                  <a:pt x="1272" y="428"/>
                  <a:pt x="1275" y="446"/>
                </a:cubicBezTo>
                <a:cubicBezTo>
                  <a:pt x="1261" y="439"/>
                  <a:pt x="1251" y="435"/>
                  <a:pt x="1241" y="429"/>
                </a:cubicBezTo>
                <a:cubicBezTo>
                  <a:pt x="1218" y="414"/>
                  <a:pt x="1197" y="413"/>
                  <a:pt x="1174" y="428"/>
                </a:cubicBezTo>
                <a:cubicBezTo>
                  <a:pt x="1164" y="434"/>
                  <a:pt x="1153" y="439"/>
                  <a:pt x="1140" y="446"/>
                </a:cubicBezTo>
                <a:cubicBezTo>
                  <a:pt x="1143" y="427"/>
                  <a:pt x="1145" y="411"/>
                  <a:pt x="1148" y="395"/>
                </a:cubicBezTo>
                <a:cubicBezTo>
                  <a:pt x="1151" y="379"/>
                  <a:pt x="1147" y="365"/>
                  <a:pt x="1136" y="354"/>
                </a:cubicBezTo>
                <a:cubicBezTo>
                  <a:pt x="1124" y="342"/>
                  <a:pt x="1112" y="331"/>
                  <a:pt x="1098" y="317"/>
                </a:cubicBezTo>
                <a:cubicBezTo>
                  <a:pt x="1117" y="314"/>
                  <a:pt x="1133" y="311"/>
                  <a:pt x="1149" y="310"/>
                </a:cubicBezTo>
                <a:cubicBezTo>
                  <a:pt x="1166" y="308"/>
                  <a:pt x="1178" y="299"/>
                  <a:pt x="1185" y="284"/>
                </a:cubicBezTo>
                <a:cubicBezTo>
                  <a:pt x="1192" y="269"/>
                  <a:pt x="1200" y="255"/>
                  <a:pt x="1208" y="238"/>
                </a:cubicBezTo>
                <a:cubicBezTo>
                  <a:pt x="1216" y="255"/>
                  <a:pt x="1224" y="269"/>
                  <a:pt x="1231" y="284"/>
                </a:cubicBezTo>
                <a:close/>
                <a:moveTo>
                  <a:pt x="373" y="491"/>
                </a:moveTo>
                <a:cubicBezTo>
                  <a:pt x="388" y="484"/>
                  <a:pt x="403" y="476"/>
                  <a:pt x="418" y="467"/>
                </a:cubicBezTo>
                <a:cubicBezTo>
                  <a:pt x="426" y="463"/>
                  <a:pt x="432" y="462"/>
                  <a:pt x="440" y="467"/>
                </a:cubicBezTo>
                <a:cubicBezTo>
                  <a:pt x="454" y="476"/>
                  <a:pt x="470" y="483"/>
                  <a:pt x="485" y="490"/>
                </a:cubicBezTo>
                <a:cubicBezTo>
                  <a:pt x="500" y="498"/>
                  <a:pt x="514" y="496"/>
                  <a:pt x="527" y="486"/>
                </a:cubicBezTo>
                <a:cubicBezTo>
                  <a:pt x="540" y="476"/>
                  <a:pt x="545" y="462"/>
                  <a:pt x="542" y="446"/>
                </a:cubicBezTo>
                <a:cubicBezTo>
                  <a:pt x="540" y="433"/>
                  <a:pt x="539" y="421"/>
                  <a:pt x="536" y="409"/>
                </a:cubicBezTo>
                <a:cubicBezTo>
                  <a:pt x="531" y="393"/>
                  <a:pt x="534" y="381"/>
                  <a:pt x="548" y="370"/>
                </a:cubicBezTo>
                <a:cubicBezTo>
                  <a:pt x="558" y="363"/>
                  <a:pt x="566" y="353"/>
                  <a:pt x="575" y="344"/>
                </a:cubicBezTo>
                <a:cubicBezTo>
                  <a:pt x="587" y="332"/>
                  <a:pt x="591" y="317"/>
                  <a:pt x="585" y="300"/>
                </a:cubicBezTo>
                <a:cubicBezTo>
                  <a:pt x="579" y="284"/>
                  <a:pt x="567" y="275"/>
                  <a:pt x="550" y="273"/>
                </a:cubicBezTo>
                <a:cubicBezTo>
                  <a:pt x="535" y="271"/>
                  <a:pt x="520" y="268"/>
                  <a:pt x="504" y="267"/>
                </a:cubicBezTo>
                <a:cubicBezTo>
                  <a:pt x="495" y="266"/>
                  <a:pt x="490" y="263"/>
                  <a:pt x="486" y="254"/>
                </a:cubicBezTo>
                <a:cubicBezTo>
                  <a:pt x="480" y="239"/>
                  <a:pt x="472" y="225"/>
                  <a:pt x="465" y="211"/>
                </a:cubicBezTo>
                <a:cubicBezTo>
                  <a:pt x="457" y="196"/>
                  <a:pt x="445" y="188"/>
                  <a:pt x="428" y="188"/>
                </a:cubicBezTo>
                <a:cubicBezTo>
                  <a:pt x="411" y="188"/>
                  <a:pt x="398" y="196"/>
                  <a:pt x="391" y="211"/>
                </a:cubicBezTo>
                <a:cubicBezTo>
                  <a:pt x="384" y="226"/>
                  <a:pt x="376" y="240"/>
                  <a:pt x="370" y="254"/>
                </a:cubicBezTo>
                <a:cubicBezTo>
                  <a:pt x="366" y="262"/>
                  <a:pt x="361" y="267"/>
                  <a:pt x="352" y="268"/>
                </a:cubicBezTo>
                <a:cubicBezTo>
                  <a:pt x="336" y="269"/>
                  <a:pt x="319" y="272"/>
                  <a:pt x="303" y="275"/>
                </a:cubicBezTo>
                <a:cubicBezTo>
                  <a:pt x="287" y="278"/>
                  <a:pt x="275" y="288"/>
                  <a:pt x="271" y="304"/>
                </a:cubicBezTo>
                <a:cubicBezTo>
                  <a:pt x="266" y="320"/>
                  <a:pt x="271" y="334"/>
                  <a:pt x="282" y="345"/>
                </a:cubicBezTo>
                <a:cubicBezTo>
                  <a:pt x="293" y="356"/>
                  <a:pt x="305" y="368"/>
                  <a:pt x="317" y="378"/>
                </a:cubicBezTo>
                <a:cubicBezTo>
                  <a:pt x="323" y="384"/>
                  <a:pt x="326" y="390"/>
                  <a:pt x="323" y="399"/>
                </a:cubicBezTo>
                <a:cubicBezTo>
                  <a:pt x="320" y="417"/>
                  <a:pt x="317" y="435"/>
                  <a:pt x="315" y="449"/>
                </a:cubicBezTo>
                <a:cubicBezTo>
                  <a:pt x="314" y="484"/>
                  <a:pt x="344" y="504"/>
                  <a:pt x="373" y="491"/>
                </a:cubicBezTo>
                <a:close/>
                <a:moveTo>
                  <a:pt x="451" y="284"/>
                </a:moveTo>
                <a:cubicBezTo>
                  <a:pt x="458" y="299"/>
                  <a:pt x="470" y="308"/>
                  <a:pt x="487" y="310"/>
                </a:cubicBezTo>
                <a:cubicBezTo>
                  <a:pt x="503" y="311"/>
                  <a:pt x="518" y="314"/>
                  <a:pt x="538" y="317"/>
                </a:cubicBezTo>
                <a:cubicBezTo>
                  <a:pt x="525" y="330"/>
                  <a:pt x="515" y="341"/>
                  <a:pt x="503" y="351"/>
                </a:cubicBezTo>
                <a:cubicBezTo>
                  <a:pt x="489" y="364"/>
                  <a:pt x="484" y="380"/>
                  <a:pt x="488" y="400"/>
                </a:cubicBezTo>
                <a:cubicBezTo>
                  <a:pt x="492" y="414"/>
                  <a:pt x="494" y="429"/>
                  <a:pt x="496" y="446"/>
                </a:cubicBezTo>
                <a:cubicBezTo>
                  <a:pt x="480" y="437"/>
                  <a:pt x="465" y="430"/>
                  <a:pt x="451" y="422"/>
                </a:cubicBezTo>
                <a:cubicBezTo>
                  <a:pt x="436" y="414"/>
                  <a:pt x="421" y="415"/>
                  <a:pt x="406" y="423"/>
                </a:cubicBezTo>
                <a:cubicBezTo>
                  <a:pt x="392" y="431"/>
                  <a:pt x="378" y="438"/>
                  <a:pt x="361" y="447"/>
                </a:cubicBezTo>
                <a:cubicBezTo>
                  <a:pt x="364" y="429"/>
                  <a:pt x="366" y="415"/>
                  <a:pt x="369" y="401"/>
                </a:cubicBezTo>
                <a:cubicBezTo>
                  <a:pt x="373" y="381"/>
                  <a:pt x="368" y="365"/>
                  <a:pt x="353" y="351"/>
                </a:cubicBezTo>
                <a:cubicBezTo>
                  <a:pt x="342" y="341"/>
                  <a:pt x="333" y="329"/>
                  <a:pt x="323" y="317"/>
                </a:cubicBezTo>
                <a:cubicBezTo>
                  <a:pt x="335" y="316"/>
                  <a:pt x="348" y="313"/>
                  <a:pt x="361" y="312"/>
                </a:cubicBezTo>
                <a:cubicBezTo>
                  <a:pt x="384" y="310"/>
                  <a:pt x="400" y="299"/>
                  <a:pt x="409" y="277"/>
                </a:cubicBezTo>
                <a:cubicBezTo>
                  <a:pt x="414" y="265"/>
                  <a:pt x="421" y="253"/>
                  <a:pt x="428" y="238"/>
                </a:cubicBezTo>
                <a:cubicBezTo>
                  <a:pt x="436" y="255"/>
                  <a:pt x="444" y="269"/>
                  <a:pt x="451" y="284"/>
                </a:cubicBezTo>
                <a:close/>
                <a:moveTo>
                  <a:pt x="119" y="783"/>
                </a:moveTo>
                <a:cubicBezTo>
                  <a:pt x="134" y="783"/>
                  <a:pt x="144" y="773"/>
                  <a:pt x="144" y="760"/>
                </a:cubicBezTo>
                <a:cubicBezTo>
                  <a:pt x="144" y="748"/>
                  <a:pt x="134" y="738"/>
                  <a:pt x="119" y="738"/>
                </a:cubicBezTo>
                <a:cubicBezTo>
                  <a:pt x="89" y="738"/>
                  <a:pt x="58" y="738"/>
                  <a:pt x="28" y="738"/>
                </a:cubicBezTo>
                <a:cubicBezTo>
                  <a:pt x="12" y="738"/>
                  <a:pt x="3" y="747"/>
                  <a:pt x="3" y="761"/>
                </a:cubicBezTo>
                <a:cubicBezTo>
                  <a:pt x="3" y="774"/>
                  <a:pt x="13" y="783"/>
                  <a:pt x="28" y="783"/>
                </a:cubicBezTo>
                <a:cubicBezTo>
                  <a:pt x="43" y="783"/>
                  <a:pt x="58" y="783"/>
                  <a:pt x="73" y="783"/>
                </a:cubicBezTo>
                <a:cubicBezTo>
                  <a:pt x="88" y="783"/>
                  <a:pt x="104" y="783"/>
                  <a:pt x="119" y="78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04" name="Freeform 41">
            <a:extLst>
              <a:ext uri="{FF2B5EF4-FFF2-40B4-BE49-F238E27FC236}">
                <a16:creationId xmlns:a16="http://schemas.microsoft.com/office/drawing/2014/main" id="{83B9E635-6BF4-8EC2-A73C-4CC718019A27}"/>
              </a:ext>
            </a:extLst>
          </p:cNvPr>
          <p:cNvSpPr>
            <a:spLocks noEditPoints="1"/>
          </p:cNvSpPr>
          <p:nvPr/>
        </p:nvSpPr>
        <p:spPr bwMode="auto">
          <a:xfrm>
            <a:off x="10243822" y="5816340"/>
            <a:ext cx="288884" cy="340649"/>
          </a:xfrm>
          <a:custGeom>
            <a:avLst/>
            <a:gdLst>
              <a:gd name="T0" fmla="*/ 0 w 200"/>
              <a:gd name="T1" fmla="*/ 185 h 236"/>
              <a:gd name="T2" fmla="*/ 9 w 200"/>
              <a:gd name="T3" fmla="*/ 100 h 236"/>
              <a:gd name="T4" fmla="*/ 149 w 200"/>
              <a:gd name="T5" fmla="*/ 190 h 236"/>
              <a:gd name="T6" fmla="*/ 149 w 200"/>
              <a:gd name="T7" fmla="*/ 9 h 236"/>
              <a:gd name="T8" fmla="*/ 9 w 200"/>
              <a:gd name="T9" fmla="*/ 61 h 236"/>
              <a:gd name="T10" fmla="*/ 0 w 200"/>
              <a:gd name="T11" fmla="*/ 14 h 236"/>
              <a:gd name="T12" fmla="*/ 163 w 200"/>
              <a:gd name="T13" fmla="*/ 14 h 236"/>
              <a:gd name="T14" fmla="*/ 8 w 200"/>
              <a:gd name="T15" fmla="*/ 85 h 236"/>
              <a:gd name="T16" fmla="*/ 4 w 200"/>
              <a:gd name="T17" fmla="*/ 77 h 236"/>
              <a:gd name="T18" fmla="*/ 1 w 200"/>
              <a:gd name="T19" fmla="*/ 85 h 236"/>
              <a:gd name="T20" fmla="*/ 26 w 200"/>
              <a:gd name="T21" fmla="*/ 216 h 236"/>
              <a:gd name="T22" fmla="*/ 23 w 200"/>
              <a:gd name="T23" fmla="*/ 208 h 236"/>
              <a:gd name="T24" fmla="*/ 19 w 200"/>
              <a:gd name="T25" fmla="*/ 216 h 236"/>
              <a:gd name="T26" fmla="*/ 181 w 200"/>
              <a:gd name="T27" fmla="*/ 204 h 236"/>
              <a:gd name="T28" fmla="*/ 172 w 200"/>
              <a:gd name="T29" fmla="*/ 23 h 236"/>
              <a:gd name="T30" fmla="*/ 41 w 200"/>
              <a:gd name="T31" fmla="*/ 208 h 236"/>
              <a:gd name="T32" fmla="*/ 167 w 200"/>
              <a:gd name="T33" fmla="*/ 218 h 236"/>
              <a:gd name="T34" fmla="*/ 200 w 200"/>
              <a:gd name="T35" fmla="*/ 42 h 236"/>
              <a:gd name="T36" fmla="*/ 190 w 200"/>
              <a:gd name="T37" fmla="*/ 222 h 236"/>
              <a:gd name="T38" fmla="*/ 37 w 200"/>
              <a:gd name="T39" fmla="*/ 231 h 236"/>
              <a:gd name="T40" fmla="*/ 200 w 200"/>
              <a:gd name="T41" fmla="*/ 222 h 236"/>
              <a:gd name="T42" fmla="*/ 74 w 200"/>
              <a:gd name="T43" fmla="*/ 34 h 236"/>
              <a:gd name="T44" fmla="*/ 25 w 200"/>
              <a:gd name="T45" fmla="*/ 83 h 236"/>
              <a:gd name="T46" fmla="*/ 79 w 200"/>
              <a:gd name="T47" fmla="*/ 83 h 236"/>
              <a:gd name="T48" fmla="*/ 70 w 200"/>
              <a:gd name="T49" fmla="*/ 78 h 236"/>
              <a:gd name="T50" fmla="*/ 44 w 200"/>
              <a:gd name="T51" fmla="*/ 131 h 236"/>
              <a:gd name="T52" fmla="*/ 53 w 200"/>
              <a:gd name="T53" fmla="*/ 109 h 236"/>
              <a:gd name="T54" fmla="*/ 29 w 200"/>
              <a:gd name="T55" fmla="*/ 115 h 236"/>
              <a:gd name="T56" fmla="*/ 41 w 200"/>
              <a:gd name="T57" fmla="*/ 132 h 236"/>
              <a:gd name="T58" fmla="*/ 140 w 200"/>
              <a:gd name="T59" fmla="*/ 119 h 236"/>
              <a:gd name="T60" fmla="*/ 77 w 200"/>
              <a:gd name="T61" fmla="*/ 119 h 236"/>
              <a:gd name="T62" fmla="*/ 140 w 200"/>
              <a:gd name="T63" fmla="*/ 119 h 236"/>
              <a:gd name="T64" fmla="*/ 100 w 200"/>
              <a:gd name="T65" fmla="*/ 34 h 236"/>
              <a:gd name="T66" fmla="*/ 132 w 200"/>
              <a:gd name="T67" fmla="*/ 43 h 236"/>
              <a:gd name="T68" fmla="*/ 132 w 200"/>
              <a:gd name="T69" fmla="*/ 56 h 236"/>
              <a:gd name="T70" fmla="*/ 100 w 200"/>
              <a:gd name="T71" fmla="*/ 65 h 236"/>
              <a:gd name="T72" fmla="*/ 137 w 200"/>
              <a:gd name="T73" fmla="*/ 83 h 236"/>
              <a:gd name="T74" fmla="*/ 96 w 200"/>
              <a:gd name="T75" fmla="*/ 83 h 236"/>
              <a:gd name="T76" fmla="*/ 137 w 200"/>
              <a:gd name="T77" fmla="*/ 83 h 236"/>
              <a:gd name="T78" fmla="*/ 59 w 200"/>
              <a:gd name="T79" fmla="*/ 144 h 236"/>
              <a:gd name="T80" fmla="*/ 35 w 200"/>
              <a:gd name="T81" fmla="*/ 150 h 236"/>
              <a:gd name="T82" fmla="*/ 37 w 200"/>
              <a:gd name="T83" fmla="*/ 166 h 236"/>
              <a:gd name="T84" fmla="*/ 44 w 200"/>
              <a:gd name="T85" fmla="*/ 166 h 236"/>
              <a:gd name="T86" fmla="*/ 81 w 200"/>
              <a:gd name="T87" fmla="*/ 150 h 236"/>
              <a:gd name="T88" fmla="*/ 135 w 200"/>
              <a:gd name="T89" fmla="*/ 159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00" h="236">
                <a:moveTo>
                  <a:pt x="149" y="199"/>
                </a:moveTo>
                <a:cubicBezTo>
                  <a:pt x="13" y="199"/>
                  <a:pt x="13" y="199"/>
                  <a:pt x="13" y="199"/>
                </a:cubicBezTo>
                <a:cubicBezTo>
                  <a:pt x="6" y="199"/>
                  <a:pt x="0" y="193"/>
                  <a:pt x="0" y="185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97"/>
                  <a:pt x="2" y="95"/>
                  <a:pt x="4" y="95"/>
                </a:cubicBezTo>
                <a:cubicBezTo>
                  <a:pt x="7" y="95"/>
                  <a:pt x="9" y="97"/>
                  <a:pt x="9" y="100"/>
                </a:cubicBezTo>
                <a:cubicBezTo>
                  <a:pt x="9" y="185"/>
                  <a:pt x="9" y="185"/>
                  <a:pt x="9" y="185"/>
                </a:cubicBezTo>
                <a:cubicBezTo>
                  <a:pt x="9" y="188"/>
                  <a:pt x="11" y="190"/>
                  <a:pt x="13" y="190"/>
                </a:cubicBezTo>
                <a:cubicBezTo>
                  <a:pt x="149" y="190"/>
                  <a:pt x="149" y="190"/>
                  <a:pt x="149" y="190"/>
                </a:cubicBezTo>
                <a:cubicBezTo>
                  <a:pt x="151" y="190"/>
                  <a:pt x="154" y="188"/>
                  <a:pt x="154" y="185"/>
                </a:cubicBezTo>
                <a:cubicBezTo>
                  <a:pt x="154" y="14"/>
                  <a:pt x="154" y="14"/>
                  <a:pt x="154" y="14"/>
                </a:cubicBezTo>
                <a:cubicBezTo>
                  <a:pt x="154" y="11"/>
                  <a:pt x="151" y="9"/>
                  <a:pt x="149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1" y="9"/>
                  <a:pt x="9" y="11"/>
                  <a:pt x="9" y="14"/>
                </a:cubicBezTo>
                <a:cubicBezTo>
                  <a:pt x="9" y="61"/>
                  <a:pt x="9" y="61"/>
                  <a:pt x="9" y="61"/>
                </a:cubicBezTo>
                <a:cubicBezTo>
                  <a:pt x="9" y="63"/>
                  <a:pt x="7" y="65"/>
                  <a:pt x="4" y="65"/>
                </a:cubicBezTo>
                <a:cubicBezTo>
                  <a:pt x="2" y="65"/>
                  <a:pt x="0" y="63"/>
                  <a:pt x="0" y="61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6"/>
                  <a:pt x="6" y="0"/>
                  <a:pt x="13" y="0"/>
                </a:cubicBezTo>
                <a:cubicBezTo>
                  <a:pt x="149" y="0"/>
                  <a:pt x="149" y="0"/>
                  <a:pt x="149" y="0"/>
                </a:cubicBezTo>
                <a:cubicBezTo>
                  <a:pt x="157" y="0"/>
                  <a:pt x="163" y="6"/>
                  <a:pt x="163" y="14"/>
                </a:cubicBezTo>
                <a:cubicBezTo>
                  <a:pt x="163" y="185"/>
                  <a:pt x="163" y="185"/>
                  <a:pt x="163" y="185"/>
                </a:cubicBezTo>
                <a:cubicBezTo>
                  <a:pt x="163" y="193"/>
                  <a:pt x="157" y="199"/>
                  <a:pt x="149" y="199"/>
                </a:cubicBezTo>
                <a:close/>
                <a:moveTo>
                  <a:pt x="8" y="85"/>
                </a:moveTo>
                <a:cubicBezTo>
                  <a:pt x="8" y="84"/>
                  <a:pt x="9" y="83"/>
                  <a:pt x="9" y="81"/>
                </a:cubicBezTo>
                <a:cubicBezTo>
                  <a:pt x="9" y="80"/>
                  <a:pt x="8" y="79"/>
                  <a:pt x="8" y="78"/>
                </a:cubicBezTo>
                <a:cubicBezTo>
                  <a:pt x="7" y="77"/>
                  <a:pt x="5" y="77"/>
                  <a:pt x="4" y="77"/>
                </a:cubicBezTo>
                <a:cubicBezTo>
                  <a:pt x="3" y="77"/>
                  <a:pt x="2" y="77"/>
                  <a:pt x="1" y="78"/>
                </a:cubicBezTo>
                <a:cubicBezTo>
                  <a:pt x="0" y="79"/>
                  <a:pt x="0" y="80"/>
                  <a:pt x="0" y="81"/>
                </a:cubicBezTo>
                <a:cubicBezTo>
                  <a:pt x="0" y="83"/>
                  <a:pt x="0" y="84"/>
                  <a:pt x="1" y="85"/>
                </a:cubicBezTo>
                <a:cubicBezTo>
                  <a:pt x="2" y="86"/>
                  <a:pt x="3" y="86"/>
                  <a:pt x="4" y="86"/>
                </a:cubicBezTo>
                <a:cubicBezTo>
                  <a:pt x="5" y="86"/>
                  <a:pt x="7" y="86"/>
                  <a:pt x="8" y="85"/>
                </a:cubicBezTo>
                <a:close/>
                <a:moveTo>
                  <a:pt x="26" y="216"/>
                </a:moveTo>
                <a:cubicBezTo>
                  <a:pt x="27" y="215"/>
                  <a:pt x="27" y="214"/>
                  <a:pt x="27" y="213"/>
                </a:cubicBezTo>
                <a:cubicBezTo>
                  <a:pt x="27" y="212"/>
                  <a:pt x="27" y="211"/>
                  <a:pt x="26" y="210"/>
                </a:cubicBezTo>
                <a:cubicBezTo>
                  <a:pt x="25" y="209"/>
                  <a:pt x="24" y="208"/>
                  <a:pt x="23" y="208"/>
                </a:cubicBezTo>
                <a:cubicBezTo>
                  <a:pt x="22" y="208"/>
                  <a:pt x="20" y="209"/>
                  <a:pt x="19" y="210"/>
                </a:cubicBezTo>
                <a:cubicBezTo>
                  <a:pt x="19" y="211"/>
                  <a:pt x="18" y="212"/>
                  <a:pt x="18" y="213"/>
                </a:cubicBezTo>
                <a:cubicBezTo>
                  <a:pt x="18" y="214"/>
                  <a:pt x="19" y="215"/>
                  <a:pt x="19" y="216"/>
                </a:cubicBezTo>
                <a:cubicBezTo>
                  <a:pt x="20" y="217"/>
                  <a:pt x="22" y="218"/>
                  <a:pt x="23" y="218"/>
                </a:cubicBezTo>
                <a:cubicBezTo>
                  <a:pt x="24" y="218"/>
                  <a:pt x="25" y="217"/>
                  <a:pt x="26" y="216"/>
                </a:cubicBezTo>
                <a:close/>
                <a:moveTo>
                  <a:pt x="181" y="204"/>
                </a:moveTo>
                <a:cubicBezTo>
                  <a:pt x="181" y="23"/>
                  <a:pt x="181" y="23"/>
                  <a:pt x="181" y="23"/>
                </a:cubicBezTo>
                <a:cubicBezTo>
                  <a:pt x="181" y="21"/>
                  <a:pt x="179" y="19"/>
                  <a:pt x="177" y="19"/>
                </a:cubicBezTo>
                <a:cubicBezTo>
                  <a:pt x="174" y="19"/>
                  <a:pt x="172" y="21"/>
                  <a:pt x="172" y="23"/>
                </a:cubicBezTo>
                <a:cubicBezTo>
                  <a:pt x="172" y="204"/>
                  <a:pt x="172" y="204"/>
                  <a:pt x="172" y="204"/>
                </a:cubicBezTo>
                <a:cubicBezTo>
                  <a:pt x="172" y="206"/>
                  <a:pt x="170" y="208"/>
                  <a:pt x="167" y="208"/>
                </a:cubicBezTo>
                <a:cubicBezTo>
                  <a:pt x="41" y="208"/>
                  <a:pt x="41" y="208"/>
                  <a:pt x="41" y="208"/>
                </a:cubicBezTo>
                <a:cubicBezTo>
                  <a:pt x="39" y="208"/>
                  <a:pt x="37" y="210"/>
                  <a:pt x="37" y="213"/>
                </a:cubicBezTo>
                <a:cubicBezTo>
                  <a:pt x="37" y="215"/>
                  <a:pt x="39" y="218"/>
                  <a:pt x="41" y="218"/>
                </a:cubicBezTo>
                <a:cubicBezTo>
                  <a:pt x="167" y="218"/>
                  <a:pt x="167" y="218"/>
                  <a:pt x="167" y="218"/>
                </a:cubicBezTo>
                <a:cubicBezTo>
                  <a:pt x="175" y="218"/>
                  <a:pt x="181" y="211"/>
                  <a:pt x="181" y="204"/>
                </a:cubicBezTo>
                <a:close/>
                <a:moveTo>
                  <a:pt x="200" y="222"/>
                </a:moveTo>
                <a:cubicBezTo>
                  <a:pt x="200" y="42"/>
                  <a:pt x="200" y="42"/>
                  <a:pt x="200" y="42"/>
                </a:cubicBezTo>
                <a:cubicBezTo>
                  <a:pt x="200" y="39"/>
                  <a:pt x="198" y="37"/>
                  <a:pt x="195" y="37"/>
                </a:cubicBezTo>
                <a:cubicBezTo>
                  <a:pt x="193" y="37"/>
                  <a:pt x="190" y="39"/>
                  <a:pt x="190" y="42"/>
                </a:cubicBezTo>
                <a:cubicBezTo>
                  <a:pt x="190" y="222"/>
                  <a:pt x="190" y="222"/>
                  <a:pt x="190" y="222"/>
                </a:cubicBezTo>
                <a:cubicBezTo>
                  <a:pt x="190" y="225"/>
                  <a:pt x="188" y="227"/>
                  <a:pt x="186" y="227"/>
                </a:cubicBezTo>
                <a:cubicBezTo>
                  <a:pt x="41" y="227"/>
                  <a:pt x="41" y="227"/>
                  <a:pt x="41" y="227"/>
                </a:cubicBezTo>
                <a:cubicBezTo>
                  <a:pt x="39" y="227"/>
                  <a:pt x="37" y="229"/>
                  <a:pt x="37" y="231"/>
                </a:cubicBezTo>
                <a:cubicBezTo>
                  <a:pt x="37" y="234"/>
                  <a:pt x="39" y="236"/>
                  <a:pt x="41" y="236"/>
                </a:cubicBezTo>
                <a:cubicBezTo>
                  <a:pt x="186" y="236"/>
                  <a:pt x="186" y="236"/>
                  <a:pt x="186" y="236"/>
                </a:cubicBezTo>
                <a:cubicBezTo>
                  <a:pt x="193" y="236"/>
                  <a:pt x="200" y="230"/>
                  <a:pt x="200" y="222"/>
                </a:cubicBezTo>
                <a:close/>
                <a:moveTo>
                  <a:pt x="79" y="83"/>
                </a:moveTo>
                <a:cubicBezTo>
                  <a:pt x="79" y="39"/>
                  <a:pt x="79" y="39"/>
                  <a:pt x="79" y="39"/>
                </a:cubicBezTo>
                <a:cubicBezTo>
                  <a:pt x="79" y="36"/>
                  <a:pt x="77" y="34"/>
                  <a:pt x="74" y="34"/>
                </a:cubicBezTo>
                <a:cubicBezTo>
                  <a:pt x="30" y="34"/>
                  <a:pt x="30" y="34"/>
                  <a:pt x="30" y="34"/>
                </a:cubicBezTo>
                <a:cubicBezTo>
                  <a:pt x="28" y="34"/>
                  <a:pt x="25" y="36"/>
                  <a:pt x="25" y="39"/>
                </a:cubicBezTo>
                <a:cubicBezTo>
                  <a:pt x="25" y="83"/>
                  <a:pt x="25" y="83"/>
                  <a:pt x="25" y="83"/>
                </a:cubicBezTo>
                <a:cubicBezTo>
                  <a:pt x="25" y="86"/>
                  <a:pt x="28" y="88"/>
                  <a:pt x="30" y="88"/>
                </a:cubicBezTo>
                <a:cubicBezTo>
                  <a:pt x="74" y="88"/>
                  <a:pt x="74" y="88"/>
                  <a:pt x="74" y="88"/>
                </a:cubicBezTo>
                <a:cubicBezTo>
                  <a:pt x="77" y="88"/>
                  <a:pt x="79" y="86"/>
                  <a:pt x="79" y="83"/>
                </a:cubicBezTo>
                <a:close/>
                <a:moveTo>
                  <a:pt x="35" y="43"/>
                </a:moveTo>
                <a:cubicBezTo>
                  <a:pt x="70" y="43"/>
                  <a:pt x="70" y="43"/>
                  <a:pt x="70" y="43"/>
                </a:cubicBezTo>
                <a:cubicBezTo>
                  <a:pt x="70" y="78"/>
                  <a:pt x="70" y="78"/>
                  <a:pt x="70" y="78"/>
                </a:cubicBezTo>
                <a:cubicBezTo>
                  <a:pt x="35" y="78"/>
                  <a:pt x="35" y="78"/>
                  <a:pt x="35" y="78"/>
                </a:cubicBezTo>
                <a:lnTo>
                  <a:pt x="35" y="43"/>
                </a:lnTo>
                <a:close/>
                <a:moveTo>
                  <a:pt x="44" y="131"/>
                </a:moveTo>
                <a:cubicBezTo>
                  <a:pt x="59" y="115"/>
                  <a:pt x="59" y="115"/>
                  <a:pt x="59" y="115"/>
                </a:cubicBezTo>
                <a:cubicBezTo>
                  <a:pt x="61" y="113"/>
                  <a:pt x="61" y="110"/>
                  <a:pt x="59" y="109"/>
                </a:cubicBezTo>
                <a:cubicBezTo>
                  <a:pt x="58" y="107"/>
                  <a:pt x="55" y="107"/>
                  <a:pt x="53" y="109"/>
                </a:cubicBezTo>
                <a:cubicBezTo>
                  <a:pt x="41" y="121"/>
                  <a:pt x="41" y="121"/>
                  <a:pt x="41" y="121"/>
                </a:cubicBezTo>
                <a:cubicBezTo>
                  <a:pt x="35" y="115"/>
                  <a:pt x="35" y="115"/>
                  <a:pt x="35" y="115"/>
                </a:cubicBezTo>
                <a:cubicBezTo>
                  <a:pt x="33" y="113"/>
                  <a:pt x="30" y="113"/>
                  <a:pt x="29" y="115"/>
                </a:cubicBezTo>
                <a:cubicBezTo>
                  <a:pt x="27" y="117"/>
                  <a:pt x="27" y="120"/>
                  <a:pt x="29" y="122"/>
                </a:cubicBezTo>
                <a:cubicBezTo>
                  <a:pt x="37" y="131"/>
                  <a:pt x="37" y="131"/>
                  <a:pt x="37" y="131"/>
                </a:cubicBezTo>
                <a:cubicBezTo>
                  <a:pt x="38" y="131"/>
                  <a:pt x="40" y="132"/>
                  <a:pt x="41" y="132"/>
                </a:cubicBezTo>
                <a:cubicBezTo>
                  <a:pt x="41" y="132"/>
                  <a:pt x="41" y="132"/>
                  <a:pt x="41" y="132"/>
                </a:cubicBezTo>
                <a:cubicBezTo>
                  <a:pt x="42" y="132"/>
                  <a:pt x="43" y="131"/>
                  <a:pt x="44" y="131"/>
                </a:cubicBezTo>
                <a:close/>
                <a:moveTo>
                  <a:pt x="140" y="119"/>
                </a:moveTo>
                <a:cubicBezTo>
                  <a:pt x="140" y="117"/>
                  <a:pt x="138" y="115"/>
                  <a:pt x="135" y="11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79" y="115"/>
                  <a:pt x="77" y="117"/>
                  <a:pt x="77" y="119"/>
                </a:cubicBezTo>
                <a:cubicBezTo>
                  <a:pt x="77" y="122"/>
                  <a:pt x="79" y="124"/>
                  <a:pt x="81" y="124"/>
                </a:cubicBezTo>
                <a:cubicBezTo>
                  <a:pt x="135" y="124"/>
                  <a:pt x="135" y="124"/>
                  <a:pt x="135" y="124"/>
                </a:cubicBezTo>
                <a:cubicBezTo>
                  <a:pt x="138" y="124"/>
                  <a:pt x="140" y="122"/>
                  <a:pt x="140" y="119"/>
                </a:cubicBezTo>
                <a:close/>
                <a:moveTo>
                  <a:pt x="137" y="39"/>
                </a:moveTo>
                <a:cubicBezTo>
                  <a:pt x="137" y="36"/>
                  <a:pt x="135" y="34"/>
                  <a:pt x="132" y="34"/>
                </a:cubicBezTo>
                <a:cubicBezTo>
                  <a:pt x="100" y="34"/>
                  <a:pt x="100" y="34"/>
                  <a:pt x="100" y="34"/>
                </a:cubicBezTo>
                <a:cubicBezTo>
                  <a:pt x="98" y="34"/>
                  <a:pt x="96" y="36"/>
                  <a:pt x="96" y="39"/>
                </a:cubicBezTo>
                <a:cubicBezTo>
                  <a:pt x="96" y="41"/>
                  <a:pt x="98" y="43"/>
                  <a:pt x="100" y="43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5" y="43"/>
                  <a:pt x="137" y="41"/>
                  <a:pt x="137" y="39"/>
                </a:cubicBezTo>
                <a:close/>
                <a:moveTo>
                  <a:pt x="137" y="61"/>
                </a:moveTo>
                <a:cubicBezTo>
                  <a:pt x="137" y="58"/>
                  <a:pt x="135" y="56"/>
                  <a:pt x="132" y="56"/>
                </a:cubicBezTo>
                <a:cubicBezTo>
                  <a:pt x="100" y="56"/>
                  <a:pt x="100" y="56"/>
                  <a:pt x="100" y="56"/>
                </a:cubicBezTo>
                <a:cubicBezTo>
                  <a:pt x="98" y="56"/>
                  <a:pt x="96" y="58"/>
                  <a:pt x="96" y="61"/>
                </a:cubicBezTo>
                <a:cubicBezTo>
                  <a:pt x="96" y="63"/>
                  <a:pt x="98" y="65"/>
                  <a:pt x="100" y="65"/>
                </a:cubicBezTo>
                <a:cubicBezTo>
                  <a:pt x="132" y="65"/>
                  <a:pt x="132" y="65"/>
                  <a:pt x="132" y="65"/>
                </a:cubicBezTo>
                <a:cubicBezTo>
                  <a:pt x="135" y="65"/>
                  <a:pt x="137" y="63"/>
                  <a:pt x="137" y="61"/>
                </a:cubicBezTo>
                <a:close/>
                <a:moveTo>
                  <a:pt x="137" y="83"/>
                </a:moveTo>
                <a:cubicBezTo>
                  <a:pt x="137" y="80"/>
                  <a:pt x="135" y="78"/>
                  <a:pt x="132" y="78"/>
                </a:cubicBezTo>
                <a:cubicBezTo>
                  <a:pt x="100" y="78"/>
                  <a:pt x="100" y="78"/>
                  <a:pt x="100" y="78"/>
                </a:cubicBezTo>
                <a:cubicBezTo>
                  <a:pt x="98" y="78"/>
                  <a:pt x="96" y="80"/>
                  <a:pt x="96" y="83"/>
                </a:cubicBezTo>
                <a:cubicBezTo>
                  <a:pt x="96" y="86"/>
                  <a:pt x="98" y="88"/>
                  <a:pt x="100" y="88"/>
                </a:cubicBezTo>
                <a:cubicBezTo>
                  <a:pt x="132" y="88"/>
                  <a:pt x="132" y="88"/>
                  <a:pt x="132" y="88"/>
                </a:cubicBezTo>
                <a:cubicBezTo>
                  <a:pt x="135" y="88"/>
                  <a:pt x="137" y="86"/>
                  <a:pt x="137" y="83"/>
                </a:cubicBezTo>
                <a:close/>
                <a:moveTo>
                  <a:pt x="44" y="166"/>
                </a:moveTo>
                <a:cubicBezTo>
                  <a:pt x="59" y="150"/>
                  <a:pt x="59" y="150"/>
                  <a:pt x="59" y="150"/>
                </a:cubicBezTo>
                <a:cubicBezTo>
                  <a:pt x="61" y="148"/>
                  <a:pt x="61" y="145"/>
                  <a:pt x="59" y="144"/>
                </a:cubicBezTo>
                <a:cubicBezTo>
                  <a:pt x="58" y="142"/>
                  <a:pt x="55" y="142"/>
                  <a:pt x="53" y="144"/>
                </a:cubicBezTo>
                <a:cubicBezTo>
                  <a:pt x="41" y="156"/>
                  <a:pt x="41" y="156"/>
                  <a:pt x="41" y="156"/>
                </a:cubicBezTo>
                <a:cubicBezTo>
                  <a:pt x="35" y="150"/>
                  <a:pt x="35" y="150"/>
                  <a:pt x="35" y="150"/>
                </a:cubicBezTo>
                <a:cubicBezTo>
                  <a:pt x="33" y="148"/>
                  <a:pt x="30" y="148"/>
                  <a:pt x="29" y="150"/>
                </a:cubicBezTo>
                <a:cubicBezTo>
                  <a:pt x="27" y="152"/>
                  <a:pt x="27" y="155"/>
                  <a:pt x="29" y="157"/>
                </a:cubicBezTo>
                <a:cubicBezTo>
                  <a:pt x="37" y="166"/>
                  <a:pt x="37" y="166"/>
                  <a:pt x="37" y="166"/>
                </a:cubicBezTo>
                <a:cubicBezTo>
                  <a:pt x="38" y="167"/>
                  <a:pt x="40" y="167"/>
                  <a:pt x="41" y="167"/>
                </a:cubicBezTo>
                <a:cubicBezTo>
                  <a:pt x="41" y="167"/>
                  <a:pt x="41" y="167"/>
                  <a:pt x="41" y="167"/>
                </a:cubicBezTo>
                <a:cubicBezTo>
                  <a:pt x="42" y="167"/>
                  <a:pt x="43" y="167"/>
                  <a:pt x="44" y="166"/>
                </a:cubicBezTo>
                <a:close/>
                <a:moveTo>
                  <a:pt x="140" y="154"/>
                </a:moveTo>
                <a:cubicBezTo>
                  <a:pt x="140" y="152"/>
                  <a:pt x="138" y="150"/>
                  <a:pt x="135" y="150"/>
                </a:cubicBezTo>
                <a:cubicBezTo>
                  <a:pt x="81" y="150"/>
                  <a:pt x="81" y="150"/>
                  <a:pt x="81" y="150"/>
                </a:cubicBezTo>
                <a:cubicBezTo>
                  <a:pt x="79" y="150"/>
                  <a:pt x="77" y="152"/>
                  <a:pt x="77" y="154"/>
                </a:cubicBezTo>
                <a:cubicBezTo>
                  <a:pt x="77" y="157"/>
                  <a:pt x="79" y="159"/>
                  <a:pt x="81" y="159"/>
                </a:cubicBezTo>
                <a:cubicBezTo>
                  <a:pt x="135" y="159"/>
                  <a:pt x="135" y="159"/>
                  <a:pt x="135" y="159"/>
                </a:cubicBezTo>
                <a:cubicBezTo>
                  <a:pt x="138" y="159"/>
                  <a:pt x="140" y="157"/>
                  <a:pt x="140" y="15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541" name="Straight Connector 540">
            <a:extLst>
              <a:ext uri="{FF2B5EF4-FFF2-40B4-BE49-F238E27FC236}">
                <a16:creationId xmlns:a16="http://schemas.microsoft.com/office/drawing/2014/main" id="{ED302BDA-D2E4-821C-3F6F-8CD59DA86D1B}"/>
              </a:ext>
            </a:extLst>
          </p:cNvPr>
          <p:cNvCxnSpPr>
            <a:cxnSpLocks/>
          </p:cNvCxnSpPr>
          <p:nvPr/>
        </p:nvCxnSpPr>
        <p:spPr bwMode="auto">
          <a:xfrm>
            <a:off x="10080159" y="5758723"/>
            <a:ext cx="0" cy="48856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43515C">
                    <a:alpha val="0"/>
                  </a:srgbClr>
                </a:gs>
                <a:gs pos="50000">
                  <a:srgbClr val="43515C"/>
                </a:gs>
                <a:gs pos="100000">
                  <a:srgbClr val="43515C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4" name="Rectangle: Rounded Corners 543">
            <a:extLst>
              <a:ext uri="{FF2B5EF4-FFF2-40B4-BE49-F238E27FC236}">
                <a16:creationId xmlns:a16="http://schemas.microsoft.com/office/drawing/2014/main" id="{901F5069-FDC1-A9B0-D073-6B34FFEACF1B}"/>
              </a:ext>
            </a:extLst>
          </p:cNvPr>
          <p:cNvSpPr/>
          <p:nvPr/>
        </p:nvSpPr>
        <p:spPr>
          <a:xfrm>
            <a:off x="9358400" y="2526082"/>
            <a:ext cx="1739251" cy="298499"/>
          </a:xfrm>
          <a:prstGeom prst="roundRect">
            <a:avLst>
              <a:gd name="adj" fmla="val 2193884"/>
            </a:avLst>
          </a:prstGeom>
          <a:gradFill flip="none" rotWithShape="1">
            <a:gsLst>
              <a:gs pos="0">
                <a:srgbClr val="283138">
                  <a:alpha val="92000"/>
                </a:srgbClr>
              </a:gs>
              <a:gs pos="100000">
                <a:srgbClr val="43515C">
                  <a:alpha val="77000"/>
                </a:srgbClr>
              </a:gs>
            </a:gsLst>
            <a:lin ang="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Cidi 3 Duntutl</a:t>
            </a:r>
          </a:p>
        </p:txBody>
      </p: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9EA8F789-5FF9-AB47-60CE-B06EB8B316A5}"/>
              </a:ext>
            </a:extLst>
          </p:cNvPr>
          <p:cNvGrpSpPr/>
          <p:nvPr/>
        </p:nvGrpSpPr>
        <p:grpSpPr>
          <a:xfrm>
            <a:off x="9373129" y="3337402"/>
            <a:ext cx="1814295" cy="1353458"/>
            <a:chOff x="9089381" y="3767828"/>
            <a:chExt cx="2309256" cy="1722695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6109DD6-8629-3B9D-F1B5-CA2E5565BE53}"/>
                </a:ext>
              </a:extLst>
            </p:cNvPr>
            <p:cNvSpPr/>
            <p:nvPr/>
          </p:nvSpPr>
          <p:spPr>
            <a:xfrm>
              <a:off x="9089381" y="3767828"/>
              <a:ext cx="1978537" cy="1466134"/>
            </a:xfrm>
            <a:prstGeom prst="roundRect">
              <a:avLst>
                <a:gd name="adj" fmla="val 2422"/>
              </a:avLst>
            </a:prstGeom>
            <a:solidFill>
              <a:srgbClr val="FFFFFF"/>
            </a:solidFill>
            <a:ln w="6350" cmpd="sng">
              <a:solidFill>
                <a:schemeClr val="bg1">
                  <a:lumMod val="75000"/>
                </a:schemeClr>
              </a:solidFill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4B711D8-310B-D920-452E-E9B0A8C5282B}"/>
                </a:ext>
              </a:extLst>
            </p:cNvPr>
            <p:cNvGrpSpPr/>
            <p:nvPr/>
          </p:nvGrpSpPr>
          <p:grpSpPr>
            <a:xfrm>
              <a:off x="9966085" y="5214101"/>
              <a:ext cx="1432552" cy="274220"/>
              <a:chOff x="11323948" y="6444358"/>
              <a:chExt cx="2083987" cy="341036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30F6487-0454-162E-D5D1-89DA8CDB56D1}"/>
                  </a:ext>
                </a:extLst>
              </p:cNvPr>
              <p:cNvSpPr/>
              <p:nvPr/>
            </p:nvSpPr>
            <p:spPr bwMode="auto">
              <a:xfrm>
                <a:off x="11323948" y="6570063"/>
                <a:ext cx="109728" cy="109728"/>
              </a:xfrm>
              <a:prstGeom prst="ellipse">
                <a:avLst/>
              </a:prstGeom>
              <a:solidFill>
                <a:srgbClr val="4FB7F6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146902-5D72-5BDB-ED67-F95F084D605E}"/>
                  </a:ext>
                </a:extLst>
              </p:cNvPr>
              <p:cNvSpPr txBox="1"/>
              <p:nvPr/>
            </p:nvSpPr>
            <p:spPr>
              <a:xfrm>
                <a:off x="11420931" y="6444358"/>
                <a:ext cx="1987004" cy="34103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AB 2028 &amp; Oreetd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6BECDB2-E8AF-BFDE-BD9A-3389783FB3B5}"/>
                </a:ext>
              </a:extLst>
            </p:cNvPr>
            <p:cNvGrpSpPr/>
            <p:nvPr/>
          </p:nvGrpSpPr>
          <p:grpSpPr>
            <a:xfrm>
              <a:off x="9173563" y="5216303"/>
              <a:ext cx="780890" cy="274220"/>
              <a:chOff x="10521965" y="6424254"/>
              <a:chExt cx="1135993" cy="341036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FF0572-E103-11A4-D792-3E209E1968D6}"/>
                  </a:ext>
                </a:extLst>
              </p:cNvPr>
              <p:cNvSpPr txBox="1"/>
              <p:nvPr/>
            </p:nvSpPr>
            <p:spPr>
              <a:xfrm>
                <a:off x="10559153" y="6424254"/>
                <a:ext cx="1098805" cy="34103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OL 202</a:t>
                </a:r>
                <a:r>
                  <a:rPr lang="en-US" sz="800">
                    <a:solidFill>
                      <a:srgbClr val="262626"/>
                    </a:solidFill>
                    <a:latin typeface="Arial" panose="020B0604020202020204" pitchFamily="34" charset="0"/>
                  </a:rPr>
                  <a:t>5</a:t>
                </a: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A925FAC-30D4-F15D-994C-4741B5D27A26}"/>
                  </a:ext>
                </a:extLst>
              </p:cNvPr>
              <p:cNvSpPr/>
              <p:nvPr/>
            </p:nvSpPr>
            <p:spPr bwMode="auto">
              <a:xfrm>
                <a:off x="10521965" y="6539908"/>
                <a:ext cx="109728" cy="109728"/>
              </a:xfrm>
              <a:prstGeom prst="ellipse">
                <a:avLst/>
              </a:prstGeom>
              <a:solidFill>
                <a:srgbClr val="F46262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F34B4B">
                    <a:alpha val="20000"/>
                  </a:srgbClr>
                </a:outerShdw>
              </a:effectLst>
            </p:spPr>
            <p:txBody>
              <a:bodyPr wrap="none" rtlCol="0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3A1F2C6-F97C-61A6-013B-C2A6A5D15DEE}"/>
                </a:ext>
              </a:extLst>
            </p:cNvPr>
            <p:cNvGrpSpPr/>
            <p:nvPr/>
          </p:nvGrpSpPr>
          <p:grpSpPr>
            <a:xfrm>
              <a:off x="9429271" y="3790325"/>
              <a:ext cx="1460150" cy="1253531"/>
              <a:chOff x="458753" y="2464516"/>
              <a:chExt cx="2625466" cy="1926906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7D6C27A-0E31-18A7-1911-A6BF61D6BBEC}"/>
                  </a:ext>
                </a:extLst>
              </p:cNvPr>
              <p:cNvGrpSpPr/>
              <p:nvPr/>
            </p:nvGrpSpPr>
            <p:grpSpPr>
              <a:xfrm>
                <a:off x="458753" y="2464516"/>
                <a:ext cx="2625466" cy="1926906"/>
                <a:chOff x="500612" y="2385058"/>
                <a:chExt cx="2827478" cy="2075163"/>
              </a:xfrm>
            </p:grpSpPr>
            <p:sp>
              <p:nvSpPr>
                <p:cNvPr id="37" name="Rectangle 28">
                  <a:extLst>
                    <a:ext uri="{FF2B5EF4-FFF2-40B4-BE49-F238E27FC236}">
                      <a16:creationId xmlns:a16="http://schemas.microsoft.com/office/drawing/2014/main" id="{D9FE79C7-B5E1-4D42-D6BC-D16C5B0793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0612" y="2578302"/>
                  <a:ext cx="2693957" cy="1874914"/>
                </a:xfrm>
                <a:prstGeom prst="rect">
                  <a:avLst/>
                </a:prstGeom>
                <a:pattFill prst="lgGrid">
                  <a:fgClr>
                    <a:schemeClr val="bg1">
                      <a:lumMod val="9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rgbClr val="43515C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171450" marR="0" lvl="0" indent="-171450" algn="l" defTabSz="893360" rtl="0" eaLnBrk="1" fontAlgn="auto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Freeform 29">
                  <a:extLst>
                    <a:ext uri="{FF2B5EF4-FFF2-40B4-BE49-F238E27FC236}">
                      <a16:creationId xmlns:a16="http://schemas.microsoft.com/office/drawing/2014/main" id="{C7128F4E-383B-B07D-9086-8B24045543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612" y="2473929"/>
                  <a:ext cx="2693957" cy="1979286"/>
                </a:xfrm>
                <a:custGeom>
                  <a:avLst/>
                  <a:gdLst>
                    <a:gd name="T0" fmla="*/ 0 w 2714"/>
                    <a:gd name="T1" fmla="*/ 126 h 1993"/>
                    <a:gd name="T2" fmla="*/ 2714 w 2714"/>
                    <a:gd name="T3" fmla="*/ 1993 h 1993"/>
                    <a:gd name="T4" fmla="*/ 0 w 2714"/>
                    <a:gd name="T5" fmla="*/ 1993 h 1993"/>
                    <a:gd name="T6" fmla="*/ 0 w 2714"/>
                    <a:gd name="T7" fmla="*/ 126 h 19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14" h="1993">
                      <a:moveTo>
                        <a:pt x="0" y="126"/>
                      </a:moveTo>
                      <a:cubicBezTo>
                        <a:pt x="0" y="126"/>
                        <a:pt x="2093" y="0"/>
                        <a:pt x="2714" y="1993"/>
                      </a:cubicBezTo>
                      <a:cubicBezTo>
                        <a:pt x="0" y="1993"/>
                        <a:pt x="0" y="1993"/>
                        <a:pt x="0" y="1993"/>
                      </a:cubicBezTo>
                      <a:lnTo>
                        <a:pt x="0" y="126"/>
                      </a:lnTo>
                      <a:close/>
                    </a:path>
                  </a:pathLst>
                </a:custGeom>
                <a:pattFill prst="lgGrid">
                  <a:fgClr>
                    <a:schemeClr val="bg1">
                      <a:lumMod val="9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rgbClr val="43515C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171450" marR="0" lvl="0" indent="-171450" algn="l" defTabSz="893360" rtl="0" eaLnBrk="1" fontAlgn="auto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Freeform 30">
                  <a:extLst>
                    <a:ext uri="{FF2B5EF4-FFF2-40B4-BE49-F238E27FC236}">
                      <a16:creationId xmlns:a16="http://schemas.microsoft.com/office/drawing/2014/main" id="{E9B41298-9B76-F2BC-749A-32D4CB445E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612" y="3041033"/>
                  <a:ext cx="1922662" cy="1412182"/>
                </a:xfrm>
                <a:custGeom>
                  <a:avLst/>
                  <a:gdLst>
                    <a:gd name="T0" fmla="*/ 0 w 1937"/>
                    <a:gd name="T1" fmla="*/ 90 h 1422"/>
                    <a:gd name="T2" fmla="*/ 1937 w 1937"/>
                    <a:gd name="T3" fmla="*/ 1422 h 1422"/>
                    <a:gd name="T4" fmla="*/ 0 w 1937"/>
                    <a:gd name="T5" fmla="*/ 1422 h 1422"/>
                    <a:gd name="T6" fmla="*/ 0 w 1937"/>
                    <a:gd name="T7" fmla="*/ 90 h 14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37" h="1422">
                      <a:moveTo>
                        <a:pt x="0" y="90"/>
                      </a:moveTo>
                      <a:cubicBezTo>
                        <a:pt x="0" y="90"/>
                        <a:pt x="1494" y="0"/>
                        <a:pt x="1937" y="1422"/>
                      </a:cubicBezTo>
                      <a:cubicBezTo>
                        <a:pt x="0" y="1422"/>
                        <a:pt x="0" y="1422"/>
                        <a:pt x="0" y="1422"/>
                      </a:cubicBezTo>
                      <a:lnTo>
                        <a:pt x="0" y="90"/>
                      </a:lnTo>
                      <a:close/>
                    </a:path>
                  </a:pathLst>
                </a:custGeom>
                <a:pattFill prst="lgGrid">
                  <a:fgClr>
                    <a:schemeClr val="bg1">
                      <a:lumMod val="9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rgbClr val="43515C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171450" marR="0" lvl="0" indent="-171450" algn="l" defTabSz="893360" rtl="0" eaLnBrk="1" fontAlgn="auto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31">
                  <a:extLst>
                    <a:ext uri="{FF2B5EF4-FFF2-40B4-BE49-F238E27FC236}">
                      <a16:creationId xmlns:a16="http://schemas.microsoft.com/office/drawing/2014/main" id="{BCC2F107-9FC8-6E05-FCBC-26D35C0407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612" y="3671767"/>
                  <a:ext cx="1074151" cy="788454"/>
                </a:xfrm>
                <a:custGeom>
                  <a:avLst/>
                  <a:gdLst>
                    <a:gd name="T0" fmla="*/ 0 w 1082"/>
                    <a:gd name="T1" fmla="*/ 50 h 794"/>
                    <a:gd name="T2" fmla="*/ 1082 w 1082"/>
                    <a:gd name="T3" fmla="*/ 794 h 794"/>
                    <a:gd name="T4" fmla="*/ 0 w 1082"/>
                    <a:gd name="T5" fmla="*/ 794 h 794"/>
                    <a:gd name="T6" fmla="*/ 0 w 1082"/>
                    <a:gd name="T7" fmla="*/ 50 h 7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82" h="794">
                      <a:moveTo>
                        <a:pt x="0" y="50"/>
                      </a:moveTo>
                      <a:cubicBezTo>
                        <a:pt x="0" y="50"/>
                        <a:pt x="835" y="0"/>
                        <a:pt x="1082" y="794"/>
                      </a:cubicBezTo>
                      <a:cubicBezTo>
                        <a:pt x="0" y="794"/>
                        <a:pt x="0" y="794"/>
                        <a:pt x="0" y="794"/>
                      </a:cubicBezTo>
                      <a:lnTo>
                        <a:pt x="0" y="50"/>
                      </a:lnTo>
                      <a:close/>
                    </a:path>
                  </a:pathLst>
                </a:custGeom>
                <a:pattFill prst="lgGrid">
                  <a:fgClr>
                    <a:schemeClr val="bg1">
                      <a:lumMod val="9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rgbClr val="43515C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171450" marR="0" lvl="0" indent="-171450" algn="l" defTabSz="893360" rtl="0" eaLnBrk="1" fontAlgn="auto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93BD0209-1360-E1D1-87EC-8DA5B5DDAD6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05704" y="2385058"/>
                  <a:ext cx="0" cy="2075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  <a:round/>
                  <a:headEnd type="triangle" w="med" len="med"/>
                  <a:tailEnd type="none" w="med" len="med"/>
                </a:ln>
                <a:effectLst/>
              </p:spPr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ACF1ED12-52C5-FC49-FD9F-49A6B5EF1F1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00612" y="4460221"/>
                  <a:ext cx="282747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  <a:round/>
                  <a:headEnd type="triangle" w="med" len="med"/>
                  <a:tailEnd type="none" w="med" len="med"/>
                </a:ln>
                <a:effectLst/>
              </p:spPr>
            </p:cxn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F76DFE6-F565-F295-8CA3-036B27D870D2}"/>
                  </a:ext>
                </a:extLst>
              </p:cNvPr>
              <p:cNvSpPr txBox="1"/>
              <p:nvPr/>
            </p:nvSpPr>
            <p:spPr>
              <a:xfrm>
                <a:off x="519879" y="4074786"/>
                <a:ext cx="332142" cy="246221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4</a:t>
                </a:r>
                <a:r>
                  <a:rPr kumimoji="0" lang="en-US" sz="900" b="0" i="0" u="none" strike="noStrike" kern="1200" cap="none" spc="0" normalizeH="0" baseline="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or</a:t>
                </a:r>
                <a:endPara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DD20B63-C801-32AA-BCE1-3A73D61107E8}"/>
                  </a:ext>
                </a:extLst>
              </p:cNvPr>
              <p:cNvSpPr txBox="1"/>
              <p:nvPr/>
            </p:nvSpPr>
            <p:spPr>
              <a:xfrm>
                <a:off x="1451816" y="4078387"/>
                <a:ext cx="332142" cy="246221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3</a:t>
                </a:r>
                <a:r>
                  <a:rPr kumimoji="0" lang="en-US" sz="900" b="0" i="0" u="none" strike="noStrike" kern="1200" cap="none" spc="0" normalizeH="0" baseline="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em</a:t>
                </a: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48A0EF-45CF-4AC0-E30B-583C462D7CF8}"/>
                  </a:ext>
                </a:extLst>
              </p:cNvPr>
              <p:cNvSpPr txBox="1"/>
              <p:nvPr/>
            </p:nvSpPr>
            <p:spPr>
              <a:xfrm>
                <a:off x="2231735" y="4094307"/>
                <a:ext cx="332142" cy="246221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2</a:t>
                </a:r>
                <a:r>
                  <a:rPr kumimoji="0" lang="en-US" sz="900" b="0" i="0" u="none" strike="noStrike" kern="1200" cap="none" spc="0" normalizeH="0" baseline="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ag</a:t>
                </a: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14BB1C4-D31F-FE0C-F240-050607642D61}"/>
                  </a:ext>
                </a:extLst>
              </p:cNvPr>
              <p:cNvSpPr txBox="1"/>
              <p:nvPr/>
            </p:nvSpPr>
            <p:spPr>
              <a:xfrm>
                <a:off x="2487695" y="3317964"/>
                <a:ext cx="332142" cy="24622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1</a:t>
                </a:r>
                <a:r>
                  <a:rPr kumimoji="0" lang="en-US" sz="900" b="0" i="0" u="none" strike="noStrike" kern="1200" cap="none" spc="0" normalizeH="0" baseline="30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na</a:t>
                </a: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3B26936-7EE3-5741-14CD-4D035300AFFB}"/>
                </a:ext>
              </a:extLst>
            </p:cNvPr>
            <p:cNvSpPr txBox="1"/>
            <p:nvPr/>
          </p:nvSpPr>
          <p:spPr>
            <a:xfrm>
              <a:off x="9449943" y="5035666"/>
              <a:ext cx="1585738" cy="2742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Aliquauten &amp; Imadmini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22C99D8-7217-EBB2-68D8-BAC8DA4590CA}"/>
                </a:ext>
              </a:extLst>
            </p:cNvPr>
            <p:cNvSpPr txBox="1"/>
            <p:nvPr/>
          </p:nvSpPr>
          <p:spPr>
            <a:xfrm rot="16200000">
              <a:off x="8582091" y="4350665"/>
              <a:ext cx="1416389" cy="274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Mveniam qu Isnostr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AE04CB5-AC75-FCE9-5E28-1C005C2226AD}"/>
                </a:ext>
              </a:extLst>
            </p:cNvPr>
            <p:cNvSpPr/>
            <p:nvPr/>
          </p:nvSpPr>
          <p:spPr bwMode="auto">
            <a:xfrm>
              <a:off x="10281543" y="4417909"/>
              <a:ext cx="110772" cy="129571"/>
            </a:xfrm>
            <a:prstGeom prst="ellipse">
              <a:avLst/>
            </a:prstGeom>
            <a:solidFill>
              <a:srgbClr val="F3636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none" rtlCol="0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6C58169-6DA5-319F-4BA7-CA05D762B514}"/>
                </a:ext>
              </a:extLst>
            </p:cNvPr>
            <p:cNvCxnSpPr>
              <a:cxnSpLocks/>
              <a:stCxn id="59" idx="7"/>
              <a:endCxn id="61" idx="3"/>
            </p:cNvCxnSpPr>
            <p:nvPr/>
          </p:nvCxnSpPr>
          <p:spPr bwMode="auto">
            <a:xfrm flipV="1">
              <a:off x="10376093" y="4225898"/>
              <a:ext cx="260677" cy="210986"/>
            </a:xfrm>
            <a:prstGeom prst="line">
              <a:avLst/>
            </a:prstGeom>
            <a:noFill/>
            <a:ln w="9525" cap="flat" cmpd="sng" algn="ctr">
              <a:solidFill>
                <a:srgbClr val="4F606D"/>
              </a:solidFill>
              <a:prstDash val="dash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64D10B9-AFC2-7DB8-E417-BFF5DEE0B27D}"/>
                </a:ext>
              </a:extLst>
            </p:cNvPr>
            <p:cNvSpPr/>
            <p:nvPr/>
          </p:nvSpPr>
          <p:spPr bwMode="auto">
            <a:xfrm>
              <a:off x="10620548" y="4115302"/>
              <a:ext cx="110772" cy="129571"/>
            </a:xfrm>
            <a:prstGeom prst="ellipse">
              <a:avLst/>
            </a:prstGeom>
            <a:solidFill>
              <a:srgbClr val="4FB7F6"/>
            </a:solidFill>
            <a:ln w="6350" cmpd="sng">
              <a:solidFill>
                <a:schemeClr val="bg1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459FE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6F59AEB-5C00-4025-A52C-949599487406}"/>
                </a:ext>
              </a:extLst>
            </p:cNvPr>
            <p:cNvSpPr txBox="1"/>
            <p:nvPr/>
          </p:nvSpPr>
          <p:spPr>
            <a:xfrm>
              <a:off x="10057491" y="3850030"/>
              <a:ext cx="851319" cy="36497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Udexerci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Tationul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F49A9D4-B528-21E7-7326-AA92A14AFDC3}"/>
              </a:ext>
            </a:extLst>
          </p:cNvPr>
          <p:cNvGrpSpPr/>
          <p:nvPr/>
        </p:nvGrpSpPr>
        <p:grpSpPr>
          <a:xfrm>
            <a:off x="0" y="1533229"/>
            <a:ext cx="12208708" cy="1719754"/>
            <a:chOff x="0" y="1565533"/>
            <a:chExt cx="12208708" cy="1719754"/>
          </a:xfrm>
          <a:effectLst>
            <a:outerShdw blurRad="88900" dist="76200" dir="2700000" algn="tl" rotWithShape="0">
              <a:srgbClr val="43515C">
                <a:alpha val="23000"/>
              </a:srgbClr>
            </a:outerShdw>
          </a:effectLst>
        </p:grpSpPr>
        <p:sp>
          <p:nvSpPr>
            <p:cNvPr id="32" name="Graphic 26">
              <a:extLst>
                <a:ext uri="{FF2B5EF4-FFF2-40B4-BE49-F238E27FC236}">
                  <a16:creationId xmlns:a16="http://schemas.microsoft.com/office/drawing/2014/main" id="{BABADA70-EBC4-6C46-F3CA-2C4D277BA60D}"/>
                </a:ext>
              </a:extLst>
            </p:cNvPr>
            <p:cNvSpPr/>
            <p:nvPr/>
          </p:nvSpPr>
          <p:spPr>
            <a:xfrm>
              <a:off x="0" y="1634689"/>
              <a:ext cx="12191246" cy="1650598"/>
            </a:xfrm>
            <a:custGeom>
              <a:avLst/>
              <a:gdLst>
                <a:gd name="connsiteX0" fmla="*/ 561339 w 12191246"/>
                <a:gd name="connsiteY0" fmla="*/ 1650599 h 1650598"/>
                <a:gd name="connsiteX1" fmla="*/ 0 w 12191246"/>
                <a:gd name="connsiteY1" fmla="*/ 1650599 h 1650598"/>
                <a:gd name="connsiteX2" fmla="*/ 0 w 12191246"/>
                <a:gd name="connsiteY2" fmla="*/ 1163879 h 1650598"/>
                <a:gd name="connsiteX3" fmla="*/ 561339 w 12191246"/>
                <a:gd name="connsiteY3" fmla="*/ 1163879 h 1650598"/>
                <a:gd name="connsiteX4" fmla="*/ 795205 w 12191246"/>
                <a:gd name="connsiteY4" fmla="*/ 1083364 h 1650598"/>
                <a:gd name="connsiteX5" fmla="*/ 972035 w 12191246"/>
                <a:gd name="connsiteY5" fmla="*/ 945231 h 1650598"/>
                <a:gd name="connsiteX6" fmla="*/ 1505508 w 12191246"/>
                <a:gd name="connsiteY6" fmla="*/ 761580 h 1650598"/>
                <a:gd name="connsiteX7" fmla="*/ 5301961 w 12191246"/>
                <a:gd name="connsiteY7" fmla="*/ 761580 h 1650598"/>
                <a:gd name="connsiteX8" fmla="*/ 5570616 w 12191246"/>
                <a:gd name="connsiteY8" fmla="*/ 650286 h 1650598"/>
                <a:gd name="connsiteX9" fmla="*/ 5601911 w 12191246"/>
                <a:gd name="connsiteY9" fmla="*/ 618992 h 1650598"/>
                <a:gd name="connsiteX10" fmla="*/ 5883077 w 12191246"/>
                <a:gd name="connsiteY10" fmla="*/ 431125 h 1650598"/>
                <a:gd name="connsiteX11" fmla="*/ 6214733 w 12191246"/>
                <a:gd name="connsiteY11" fmla="*/ 365143 h 1650598"/>
                <a:gd name="connsiteX12" fmla="*/ 9720044 w 12191246"/>
                <a:gd name="connsiteY12" fmla="*/ 365143 h 1650598"/>
                <a:gd name="connsiteX13" fmla="*/ 9988699 w 12191246"/>
                <a:gd name="connsiteY13" fmla="*/ 253849 h 1650598"/>
                <a:gd name="connsiteX14" fmla="*/ 10269866 w 12191246"/>
                <a:gd name="connsiteY14" fmla="*/ 65981 h 1650598"/>
                <a:gd name="connsiteX15" fmla="*/ 10601521 w 12191246"/>
                <a:gd name="connsiteY15" fmla="*/ 0 h 1650598"/>
                <a:gd name="connsiteX16" fmla="*/ 12191246 w 12191246"/>
                <a:gd name="connsiteY16" fmla="*/ 0 h 1650598"/>
                <a:gd name="connsiteX17" fmla="*/ 12191246 w 12191246"/>
                <a:gd name="connsiteY17" fmla="*/ 486720 h 1650598"/>
                <a:gd name="connsiteX18" fmla="*/ 10601521 w 12191246"/>
                <a:gd name="connsiteY18" fmla="*/ 486720 h 1650598"/>
                <a:gd name="connsiteX19" fmla="*/ 10332866 w 12191246"/>
                <a:gd name="connsiteY19" fmla="*/ 598015 h 1650598"/>
                <a:gd name="connsiteX20" fmla="*/ 10051699 w 12191246"/>
                <a:gd name="connsiteY20" fmla="*/ 785882 h 1650598"/>
                <a:gd name="connsiteX21" fmla="*/ 9720044 w 12191246"/>
                <a:gd name="connsiteY21" fmla="*/ 851863 h 1650598"/>
                <a:gd name="connsiteX22" fmla="*/ 6214733 w 12191246"/>
                <a:gd name="connsiteY22" fmla="*/ 851863 h 1650598"/>
                <a:gd name="connsiteX23" fmla="*/ 5946077 w 12191246"/>
                <a:gd name="connsiteY23" fmla="*/ 963124 h 1650598"/>
                <a:gd name="connsiteX24" fmla="*/ 5914783 w 12191246"/>
                <a:gd name="connsiteY24" fmla="*/ 994418 h 1650598"/>
                <a:gd name="connsiteX25" fmla="*/ 5633616 w 12191246"/>
                <a:gd name="connsiteY25" fmla="*/ 1182285 h 1650598"/>
                <a:gd name="connsiteX26" fmla="*/ 5301961 w 12191246"/>
                <a:gd name="connsiteY26" fmla="*/ 1248266 h 1650598"/>
                <a:gd name="connsiteX27" fmla="*/ 1505542 w 12191246"/>
                <a:gd name="connsiteY27" fmla="*/ 1248266 h 1650598"/>
                <a:gd name="connsiteX28" fmla="*/ 1271677 w 12191246"/>
                <a:gd name="connsiteY28" fmla="*/ 1328781 h 1650598"/>
                <a:gd name="connsiteX29" fmla="*/ 1094847 w 12191246"/>
                <a:gd name="connsiteY29" fmla="*/ 1466913 h 1650598"/>
                <a:gd name="connsiteX30" fmla="*/ 561374 w 12191246"/>
                <a:gd name="connsiteY30" fmla="*/ 1650565 h 1650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91246" h="1650598">
                  <a:moveTo>
                    <a:pt x="561339" y="1650599"/>
                  </a:moveTo>
                  <a:lnTo>
                    <a:pt x="0" y="1650599"/>
                  </a:lnTo>
                  <a:lnTo>
                    <a:pt x="0" y="1163879"/>
                  </a:lnTo>
                  <a:lnTo>
                    <a:pt x="561339" y="1163879"/>
                  </a:lnTo>
                  <a:cubicBezTo>
                    <a:pt x="645693" y="1163879"/>
                    <a:pt x="728744" y="1135292"/>
                    <a:pt x="795205" y="1083364"/>
                  </a:cubicBezTo>
                  <a:lnTo>
                    <a:pt x="972035" y="945231"/>
                  </a:lnTo>
                  <a:cubicBezTo>
                    <a:pt x="1123673" y="826808"/>
                    <a:pt x="1313117" y="761580"/>
                    <a:pt x="1505508" y="761580"/>
                  </a:cubicBezTo>
                  <a:lnTo>
                    <a:pt x="5301961" y="761580"/>
                  </a:lnTo>
                  <a:cubicBezTo>
                    <a:pt x="5403452" y="761580"/>
                    <a:pt x="5498843" y="722060"/>
                    <a:pt x="5570616" y="650286"/>
                  </a:cubicBezTo>
                  <a:lnTo>
                    <a:pt x="5601911" y="618992"/>
                  </a:lnTo>
                  <a:cubicBezTo>
                    <a:pt x="5682802" y="538100"/>
                    <a:pt x="5777404" y="474895"/>
                    <a:pt x="5883077" y="431125"/>
                  </a:cubicBezTo>
                  <a:cubicBezTo>
                    <a:pt x="5988750" y="387354"/>
                    <a:pt x="6100353" y="365143"/>
                    <a:pt x="6214733" y="365143"/>
                  </a:cubicBezTo>
                  <a:lnTo>
                    <a:pt x="9720044" y="365143"/>
                  </a:lnTo>
                  <a:cubicBezTo>
                    <a:pt x="9821535" y="365143"/>
                    <a:pt x="9916925" y="325623"/>
                    <a:pt x="9988699" y="253849"/>
                  </a:cubicBezTo>
                  <a:cubicBezTo>
                    <a:pt x="10069591" y="172957"/>
                    <a:pt x="10164193" y="109752"/>
                    <a:pt x="10269866" y="65981"/>
                  </a:cubicBezTo>
                  <a:cubicBezTo>
                    <a:pt x="10375540" y="22211"/>
                    <a:pt x="10487143" y="0"/>
                    <a:pt x="10601521" y="0"/>
                  </a:cubicBezTo>
                  <a:lnTo>
                    <a:pt x="12191246" y="0"/>
                  </a:lnTo>
                  <a:lnTo>
                    <a:pt x="12191246" y="486720"/>
                  </a:lnTo>
                  <a:lnTo>
                    <a:pt x="10601521" y="486720"/>
                  </a:lnTo>
                  <a:cubicBezTo>
                    <a:pt x="10500030" y="486720"/>
                    <a:pt x="10404640" y="526241"/>
                    <a:pt x="10332866" y="598015"/>
                  </a:cubicBezTo>
                  <a:cubicBezTo>
                    <a:pt x="10251974" y="678906"/>
                    <a:pt x="10157372" y="742111"/>
                    <a:pt x="10051699" y="785882"/>
                  </a:cubicBezTo>
                  <a:cubicBezTo>
                    <a:pt x="9946026" y="829653"/>
                    <a:pt x="9834423" y="851863"/>
                    <a:pt x="9720044" y="851863"/>
                  </a:cubicBezTo>
                  <a:lnTo>
                    <a:pt x="6214733" y="851863"/>
                  </a:lnTo>
                  <a:cubicBezTo>
                    <a:pt x="6113241" y="851863"/>
                    <a:pt x="6017851" y="891384"/>
                    <a:pt x="5946077" y="963124"/>
                  </a:cubicBezTo>
                  <a:lnTo>
                    <a:pt x="5914783" y="994418"/>
                  </a:lnTo>
                  <a:cubicBezTo>
                    <a:pt x="5833891" y="1075309"/>
                    <a:pt x="5739289" y="1138514"/>
                    <a:pt x="5633616" y="1182285"/>
                  </a:cubicBezTo>
                  <a:cubicBezTo>
                    <a:pt x="5527943" y="1226055"/>
                    <a:pt x="5416340" y="1248266"/>
                    <a:pt x="5301961" y="1248266"/>
                  </a:cubicBezTo>
                  <a:lnTo>
                    <a:pt x="1505542" y="1248266"/>
                  </a:lnTo>
                  <a:cubicBezTo>
                    <a:pt x="1421189" y="1248266"/>
                    <a:pt x="1338138" y="1276853"/>
                    <a:pt x="1271677" y="1328781"/>
                  </a:cubicBezTo>
                  <a:lnTo>
                    <a:pt x="1094847" y="1466913"/>
                  </a:lnTo>
                  <a:cubicBezTo>
                    <a:pt x="943209" y="1585337"/>
                    <a:pt x="753765" y="1650565"/>
                    <a:pt x="561374" y="1650565"/>
                  </a:cubicBezTo>
                  <a:close/>
                </a:path>
              </a:pathLst>
            </a:custGeom>
            <a:solidFill>
              <a:schemeClr val="bg1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Graphic 26">
              <a:extLst>
                <a:ext uri="{FF2B5EF4-FFF2-40B4-BE49-F238E27FC236}">
                  <a16:creationId xmlns:a16="http://schemas.microsoft.com/office/drawing/2014/main" id="{3E674813-90B0-CA70-1EC9-1518E4724829}"/>
                </a:ext>
              </a:extLst>
            </p:cNvPr>
            <p:cNvSpPr/>
            <p:nvPr/>
          </p:nvSpPr>
          <p:spPr>
            <a:xfrm>
              <a:off x="0" y="1565533"/>
              <a:ext cx="12191246" cy="1650598"/>
            </a:xfrm>
            <a:custGeom>
              <a:avLst/>
              <a:gdLst>
                <a:gd name="connsiteX0" fmla="*/ 561339 w 12191246"/>
                <a:gd name="connsiteY0" fmla="*/ 1650599 h 1650598"/>
                <a:gd name="connsiteX1" fmla="*/ 0 w 12191246"/>
                <a:gd name="connsiteY1" fmla="*/ 1650599 h 1650598"/>
                <a:gd name="connsiteX2" fmla="*/ 0 w 12191246"/>
                <a:gd name="connsiteY2" fmla="*/ 1163879 h 1650598"/>
                <a:gd name="connsiteX3" fmla="*/ 561339 w 12191246"/>
                <a:gd name="connsiteY3" fmla="*/ 1163879 h 1650598"/>
                <a:gd name="connsiteX4" fmla="*/ 795205 w 12191246"/>
                <a:gd name="connsiteY4" fmla="*/ 1083364 h 1650598"/>
                <a:gd name="connsiteX5" fmla="*/ 972035 w 12191246"/>
                <a:gd name="connsiteY5" fmla="*/ 945231 h 1650598"/>
                <a:gd name="connsiteX6" fmla="*/ 1505508 w 12191246"/>
                <a:gd name="connsiteY6" fmla="*/ 761580 h 1650598"/>
                <a:gd name="connsiteX7" fmla="*/ 5301961 w 12191246"/>
                <a:gd name="connsiteY7" fmla="*/ 761580 h 1650598"/>
                <a:gd name="connsiteX8" fmla="*/ 5570616 w 12191246"/>
                <a:gd name="connsiteY8" fmla="*/ 650286 h 1650598"/>
                <a:gd name="connsiteX9" fmla="*/ 5601911 w 12191246"/>
                <a:gd name="connsiteY9" fmla="*/ 618992 h 1650598"/>
                <a:gd name="connsiteX10" fmla="*/ 5883077 w 12191246"/>
                <a:gd name="connsiteY10" fmla="*/ 431125 h 1650598"/>
                <a:gd name="connsiteX11" fmla="*/ 6214733 w 12191246"/>
                <a:gd name="connsiteY11" fmla="*/ 365143 h 1650598"/>
                <a:gd name="connsiteX12" fmla="*/ 9720044 w 12191246"/>
                <a:gd name="connsiteY12" fmla="*/ 365143 h 1650598"/>
                <a:gd name="connsiteX13" fmla="*/ 9988699 w 12191246"/>
                <a:gd name="connsiteY13" fmla="*/ 253849 h 1650598"/>
                <a:gd name="connsiteX14" fmla="*/ 10269866 w 12191246"/>
                <a:gd name="connsiteY14" fmla="*/ 65981 h 1650598"/>
                <a:gd name="connsiteX15" fmla="*/ 10601521 w 12191246"/>
                <a:gd name="connsiteY15" fmla="*/ 0 h 1650598"/>
                <a:gd name="connsiteX16" fmla="*/ 12191246 w 12191246"/>
                <a:gd name="connsiteY16" fmla="*/ 0 h 1650598"/>
                <a:gd name="connsiteX17" fmla="*/ 12191246 w 12191246"/>
                <a:gd name="connsiteY17" fmla="*/ 486720 h 1650598"/>
                <a:gd name="connsiteX18" fmla="*/ 10601521 w 12191246"/>
                <a:gd name="connsiteY18" fmla="*/ 486720 h 1650598"/>
                <a:gd name="connsiteX19" fmla="*/ 10332866 w 12191246"/>
                <a:gd name="connsiteY19" fmla="*/ 598015 h 1650598"/>
                <a:gd name="connsiteX20" fmla="*/ 10051699 w 12191246"/>
                <a:gd name="connsiteY20" fmla="*/ 785882 h 1650598"/>
                <a:gd name="connsiteX21" fmla="*/ 9720044 w 12191246"/>
                <a:gd name="connsiteY21" fmla="*/ 851863 h 1650598"/>
                <a:gd name="connsiteX22" fmla="*/ 6214733 w 12191246"/>
                <a:gd name="connsiteY22" fmla="*/ 851863 h 1650598"/>
                <a:gd name="connsiteX23" fmla="*/ 5946077 w 12191246"/>
                <a:gd name="connsiteY23" fmla="*/ 963124 h 1650598"/>
                <a:gd name="connsiteX24" fmla="*/ 5914783 w 12191246"/>
                <a:gd name="connsiteY24" fmla="*/ 994418 h 1650598"/>
                <a:gd name="connsiteX25" fmla="*/ 5633616 w 12191246"/>
                <a:gd name="connsiteY25" fmla="*/ 1182285 h 1650598"/>
                <a:gd name="connsiteX26" fmla="*/ 5301961 w 12191246"/>
                <a:gd name="connsiteY26" fmla="*/ 1248266 h 1650598"/>
                <a:gd name="connsiteX27" fmla="*/ 1505542 w 12191246"/>
                <a:gd name="connsiteY27" fmla="*/ 1248266 h 1650598"/>
                <a:gd name="connsiteX28" fmla="*/ 1271677 w 12191246"/>
                <a:gd name="connsiteY28" fmla="*/ 1328781 h 1650598"/>
                <a:gd name="connsiteX29" fmla="*/ 1094847 w 12191246"/>
                <a:gd name="connsiteY29" fmla="*/ 1466913 h 1650598"/>
                <a:gd name="connsiteX30" fmla="*/ 561374 w 12191246"/>
                <a:gd name="connsiteY30" fmla="*/ 1650565 h 1650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91246" h="1650598">
                  <a:moveTo>
                    <a:pt x="561339" y="1650599"/>
                  </a:moveTo>
                  <a:lnTo>
                    <a:pt x="0" y="1650599"/>
                  </a:lnTo>
                  <a:lnTo>
                    <a:pt x="0" y="1163879"/>
                  </a:lnTo>
                  <a:lnTo>
                    <a:pt x="561339" y="1163879"/>
                  </a:lnTo>
                  <a:cubicBezTo>
                    <a:pt x="645693" y="1163879"/>
                    <a:pt x="728744" y="1135292"/>
                    <a:pt x="795205" y="1083364"/>
                  </a:cubicBezTo>
                  <a:lnTo>
                    <a:pt x="972035" y="945231"/>
                  </a:lnTo>
                  <a:cubicBezTo>
                    <a:pt x="1123673" y="826808"/>
                    <a:pt x="1313117" y="761580"/>
                    <a:pt x="1505508" y="761580"/>
                  </a:cubicBezTo>
                  <a:lnTo>
                    <a:pt x="5301961" y="761580"/>
                  </a:lnTo>
                  <a:cubicBezTo>
                    <a:pt x="5403452" y="761580"/>
                    <a:pt x="5498843" y="722060"/>
                    <a:pt x="5570616" y="650286"/>
                  </a:cubicBezTo>
                  <a:lnTo>
                    <a:pt x="5601911" y="618992"/>
                  </a:lnTo>
                  <a:cubicBezTo>
                    <a:pt x="5682802" y="538100"/>
                    <a:pt x="5777404" y="474895"/>
                    <a:pt x="5883077" y="431125"/>
                  </a:cubicBezTo>
                  <a:cubicBezTo>
                    <a:pt x="5988750" y="387354"/>
                    <a:pt x="6100353" y="365143"/>
                    <a:pt x="6214733" y="365143"/>
                  </a:cubicBezTo>
                  <a:lnTo>
                    <a:pt x="9720044" y="365143"/>
                  </a:lnTo>
                  <a:cubicBezTo>
                    <a:pt x="9821535" y="365143"/>
                    <a:pt x="9916925" y="325623"/>
                    <a:pt x="9988699" y="253849"/>
                  </a:cubicBezTo>
                  <a:cubicBezTo>
                    <a:pt x="10069591" y="172957"/>
                    <a:pt x="10164193" y="109752"/>
                    <a:pt x="10269866" y="65981"/>
                  </a:cubicBezTo>
                  <a:cubicBezTo>
                    <a:pt x="10375540" y="22211"/>
                    <a:pt x="10487143" y="0"/>
                    <a:pt x="10601521" y="0"/>
                  </a:cubicBezTo>
                  <a:lnTo>
                    <a:pt x="12191246" y="0"/>
                  </a:lnTo>
                  <a:lnTo>
                    <a:pt x="12191246" y="486720"/>
                  </a:lnTo>
                  <a:lnTo>
                    <a:pt x="10601521" y="486720"/>
                  </a:lnTo>
                  <a:cubicBezTo>
                    <a:pt x="10500030" y="486720"/>
                    <a:pt x="10404640" y="526241"/>
                    <a:pt x="10332866" y="598015"/>
                  </a:cubicBezTo>
                  <a:cubicBezTo>
                    <a:pt x="10251974" y="678906"/>
                    <a:pt x="10157372" y="742111"/>
                    <a:pt x="10051699" y="785882"/>
                  </a:cubicBezTo>
                  <a:cubicBezTo>
                    <a:pt x="9946026" y="829653"/>
                    <a:pt x="9834423" y="851863"/>
                    <a:pt x="9720044" y="851863"/>
                  </a:cubicBezTo>
                  <a:lnTo>
                    <a:pt x="6214733" y="851863"/>
                  </a:lnTo>
                  <a:cubicBezTo>
                    <a:pt x="6113241" y="851863"/>
                    <a:pt x="6017851" y="891384"/>
                    <a:pt x="5946077" y="963124"/>
                  </a:cubicBezTo>
                  <a:lnTo>
                    <a:pt x="5914783" y="994418"/>
                  </a:lnTo>
                  <a:cubicBezTo>
                    <a:pt x="5833891" y="1075309"/>
                    <a:pt x="5739289" y="1138514"/>
                    <a:pt x="5633616" y="1182285"/>
                  </a:cubicBezTo>
                  <a:cubicBezTo>
                    <a:pt x="5527943" y="1226055"/>
                    <a:pt x="5416340" y="1248266"/>
                    <a:pt x="5301961" y="1248266"/>
                  </a:cubicBezTo>
                  <a:lnTo>
                    <a:pt x="1505542" y="1248266"/>
                  </a:lnTo>
                  <a:cubicBezTo>
                    <a:pt x="1421189" y="1248266"/>
                    <a:pt x="1338138" y="1276853"/>
                    <a:pt x="1271677" y="1328781"/>
                  </a:cubicBezTo>
                  <a:lnTo>
                    <a:pt x="1094847" y="1466913"/>
                  </a:lnTo>
                  <a:cubicBezTo>
                    <a:pt x="943209" y="1585337"/>
                    <a:pt x="753765" y="1650565"/>
                    <a:pt x="561374" y="1650565"/>
                  </a:cubicBezTo>
                  <a:close/>
                </a:path>
              </a:pathLst>
            </a:custGeom>
            <a:gradFill>
              <a:gsLst>
                <a:gs pos="80000">
                  <a:srgbClr val="43515C"/>
                </a:gs>
                <a:gs pos="0">
                  <a:srgbClr val="43515C">
                    <a:alpha val="0"/>
                  </a:srgbClr>
                </a:gs>
              </a:gsLst>
              <a:lin ang="2700000" scaled="1"/>
            </a:gra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Graphic 32">
              <a:extLst>
                <a:ext uri="{FF2B5EF4-FFF2-40B4-BE49-F238E27FC236}">
                  <a16:creationId xmlns:a16="http://schemas.microsoft.com/office/drawing/2014/main" id="{A6C97763-3946-BFA8-7BE6-968137BA35CB}"/>
                </a:ext>
              </a:extLst>
            </p:cNvPr>
            <p:cNvSpPr/>
            <p:nvPr/>
          </p:nvSpPr>
          <p:spPr>
            <a:xfrm>
              <a:off x="377" y="1808910"/>
              <a:ext cx="12191246" cy="1163844"/>
            </a:xfrm>
            <a:custGeom>
              <a:avLst/>
              <a:gdLst>
                <a:gd name="connsiteX0" fmla="*/ 0 w 12191246"/>
                <a:gd name="connsiteY0" fmla="*/ 1163845 h 1163844"/>
                <a:gd name="connsiteX1" fmla="*/ 561374 w 12191246"/>
                <a:gd name="connsiteY1" fmla="*/ 1163845 h 1163844"/>
                <a:gd name="connsiteX2" fmla="*/ 945060 w 12191246"/>
                <a:gd name="connsiteY2" fmla="*/ 1031744 h 1163844"/>
                <a:gd name="connsiteX3" fmla="*/ 1121890 w 12191246"/>
                <a:gd name="connsiteY3" fmla="*/ 893612 h 1163844"/>
                <a:gd name="connsiteX4" fmla="*/ 1505577 w 12191246"/>
                <a:gd name="connsiteY4" fmla="*/ 761512 h 1163844"/>
                <a:gd name="connsiteX5" fmla="*/ 5302029 w 12191246"/>
                <a:gd name="connsiteY5" fmla="*/ 761512 h 1163844"/>
                <a:gd name="connsiteX6" fmla="*/ 5742751 w 12191246"/>
                <a:gd name="connsiteY6" fmla="*/ 578957 h 1163844"/>
                <a:gd name="connsiteX7" fmla="*/ 5774045 w 12191246"/>
                <a:gd name="connsiteY7" fmla="*/ 547663 h 1163844"/>
                <a:gd name="connsiteX8" fmla="*/ 6214767 w 12191246"/>
                <a:gd name="connsiteY8" fmla="*/ 365109 h 1163844"/>
                <a:gd name="connsiteX9" fmla="*/ 9720078 w 12191246"/>
                <a:gd name="connsiteY9" fmla="*/ 365109 h 1163844"/>
                <a:gd name="connsiteX10" fmla="*/ 10160799 w 12191246"/>
                <a:gd name="connsiteY10" fmla="*/ 182554 h 1163844"/>
                <a:gd name="connsiteX11" fmla="*/ 10160799 w 12191246"/>
                <a:gd name="connsiteY11" fmla="*/ 182554 h 1163844"/>
                <a:gd name="connsiteX12" fmla="*/ 10601521 w 12191246"/>
                <a:gd name="connsiteY12" fmla="*/ 0 h 1163844"/>
                <a:gd name="connsiteX13" fmla="*/ 12191246 w 12191246"/>
                <a:gd name="connsiteY13" fmla="*/ 0 h 116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1246" h="1163844">
                  <a:moveTo>
                    <a:pt x="0" y="1163845"/>
                  </a:moveTo>
                  <a:lnTo>
                    <a:pt x="561374" y="1163845"/>
                  </a:lnTo>
                  <a:cubicBezTo>
                    <a:pt x="700432" y="1163845"/>
                    <a:pt x="835479" y="1117366"/>
                    <a:pt x="945060" y="1031744"/>
                  </a:cubicBezTo>
                  <a:lnTo>
                    <a:pt x="1121890" y="893612"/>
                  </a:lnTo>
                  <a:cubicBezTo>
                    <a:pt x="1231471" y="808025"/>
                    <a:pt x="1366519" y="761512"/>
                    <a:pt x="1505577" y="761512"/>
                  </a:cubicBezTo>
                  <a:lnTo>
                    <a:pt x="5302029" y="761512"/>
                  </a:lnTo>
                  <a:cubicBezTo>
                    <a:pt x="5467343" y="761512"/>
                    <a:pt x="5625869" y="695839"/>
                    <a:pt x="5742751" y="578957"/>
                  </a:cubicBezTo>
                  <a:lnTo>
                    <a:pt x="5774045" y="547663"/>
                  </a:lnTo>
                  <a:cubicBezTo>
                    <a:pt x="5890927" y="430782"/>
                    <a:pt x="6049453" y="365109"/>
                    <a:pt x="6214767" y="365109"/>
                  </a:cubicBezTo>
                  <a:lnTo>
                    <a:pt x="9720078" y="365109"/>
                  </a:lnTo>
                  <a:cubicBezTo>
                    <a:pt x="9885392" y="365109"/>
                    <a:pt x="10043919" y="299436"/>
                    <a:pt x="10160799" y="182554"/>
                  </a:cubicBezTo>
                  <a:lnTo>
                    <a:pt x="10160799" y="182554"/>
                  </a:lnTo>
                  <a:cubicBezTo>
                    <a:pt x="10277681" y="65673"/>
                    <a:pt x="10436208" y="0"/>
                    <a:pt x="10601521" y="0"/>
                  </a:cubicBezTo>
                  <a:lnTo>
                    <a:pt x="12191246" y="0"/>
                  </a:lnTo>
                </a:path>
              </a:pathLst>
            </a:custGeom>
            <a:noFill/>
            <a:ln w="12700" cap="flat">
              <a:solidFill>
                <a:srgbClr val="FFFFFF"/>
              </a:solidFill>
              <a:prstDash val="lgDash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103EC1-7AC3-65EF-651A-E0D992469F52}"/>
                </a:ext>
              </a:extLst>
            </p:cNvPr>
            <p:cNvSpPr/>
            <p:nvPr/>
          </p:nvSpPr>
          <p:spPr>
            <a:xfrm>
              <a:off x="17462" y="1575047"/>
              <a:ext cx="12191246" cy="1233035"/>
            </a:xfrm>
            <a:custGeom>
              <a:avLst/>
              <a:gdLst>
                <a:gd name="connsiteX0" fmla="*/ 10601521 w 12191246"/>
                <a:gd name="connsiteY0" fmla="*/ 0 h 1233035"/>
                <a:gd name="connsiteX1" fmla="*/ 12191246 w 12191246"/>
                <a:gd name="connsiteY1" fmla="*/ 0 h 1233035"/>
                <a:gd name="connsiteX2" fmla="*/ 12191246 w 12191246"/>
                <a:gd name="connsiteY2" fmla="*/ 69156 h 1233035"/>
                <a:gd name="connsiteX3" fmla="*/ 10601521 w 12191246"/>
                <a:gd name="connsiteY3" fmla="*/ 69156 h 1233035"/>
                <a:gd name="connsiteX4" fmla="*/ 10269866 w 12191246"/>
                <a:gd name="connsiteY4" fmla="*/ 135137 h 1233035"/>
                <a:gd name="connsiteX5" fmla="*/ 9988699 w 12191246"/>
                <a:gd name="connsiteY5" fmla="*/ 323005 h 1233035"/>
                <a:gd name="connsiteX6" fmla="*/ 9720044 w 12191246"/>
                <a:gd name="connsiteY6" fmla="*/ 434299 h 1233035"/>
                <a:gd name="connsiteX7" fmla="*/ 6214733 w 12191246"/>
                <a:gd name="connsiteY7" fmla="*/ 434299 h 1233035"/>
                <a:gd name="connsiteX8" fmla="*/ 5883077 w 12191246"/>
                <a:gd name="connsiteY8" fmla="*/ 500281 h 1233035"/>
                <a:gd name="connsiteX9" fmla="*/ 5601911 w 12191246"/>
                <a:gd name="connsiteY9" fmla="*/ 688148 h 1233035"/>
                <a:gd name="connsiteX10" fmla="*/ 5570616 w 12191246"/>
                <a:gd name="connsiteY10" fmla="*/ 719442 h 1233035"/>
                <a:gd name="connsiteX11" fmla="*/ 5301961 w 12191246"/>
                <a:gd name="connsiteY11" fmla="*/ 830736 h 1233035"/>
                <a:gd name="connsiteX12" fmla="*/ 1505508 w 12191246"/>
                <a:gd name="connsiteY12" fmla="*/ 830736 h 1233035"/>
                <a:gd name="connsiteX13" fmla="*/ 972035 w 12191246"/>
                <a:gd name="connsiteY13" fmla="*/ 1014387 h 1233035"/>
                <a:gd name="connsiteX14" fmla="*/ 795205 w 12191246"/>
                <a:gd name="connsiteY14" fmla="*/ 1152520 h 1233035"/>
                <a:gd name="connsiteX15" fmla="*/ 561339 w 12191246"/>
                <a:gd name="connsiteY15" fmla="*/ 1233035 h 1233035"/>
                <a:gd name="connsiteX16" fmla="*/ 0 w 12191246"/>
                <a:gd name="connsiteY16" fmla="*/ 1233035 h 1233035"/>
                <a:gd name="connsiteX17" fmla="*/ 0 w 12191246"/>
                <a:gd name="connsiteY17" fmla="*/ 1163879 h 1233035"/>
                <a:gd name="connsiteX18" fmla="*/ 561339 w 12191246"/>
                <a:gd name="connsiteY18" fmla="*/ 1163879 h 1233035"/>
                <a:gd name="connsiteX19" fmla="*/ 795205 w 12191246"/>
                <a:gd name="connsiteY19" fmla="*/ 1083364 h 1233035"/>
                <a:gd name="connsiteX20" fmla="*/ 972035 w 12191246"/>
                <a:gd name="connsiteY20" fmla="*/ 945231 h 1233035"/>
                <a:gd name="connsiteX21" fmla="*/ 1505508 w 12191246"/>
                <a:gd name="connsiteY21" fmla="*/ 761580 h 1233035"/>
                <a:gd name="connsiteX22" fmla="*/ 5301961 w 12191246"/>
                <a:gd name="connsiteY22" fmla="*/ 761580 h 1233035"/>
                <a:gd name="connsiteX23" fmla="*/ 5570616 w 12191246"/>
                <a:gd name="connsiteY23" fmla="*/ 650286 h 1233035"/>
                <a:gd name="connsiteX24" fmla="*/ 5601911 w 12191246"/>
                <a:gd name="connsiteY24" fmla="*/ 618992 h 1233035"/>
                <a:gd name="connsiteX25" fmla="*/ 5883077 w 12191246"/>
                <a:gd name="connsiteY25" fmla="*/ 431125 h 1233035"/>
                <a:gd name="connsiteX26" fmla="*/ 6214733 w 12191246"/>
                <a:gd name="connsiteY26" fmla="*/ 365143 h 1233035"/>
                <a:gd name="connsiteX27" fmla="*/ 9720044 w 12191246"/>
                <a:gd name="connsiteY27" fmla="*/ 365143 h 1233035"/>
                <a:gd name="connsiteX28" fmla="*/ 9988699 w 12191246"/>
                <a:gd name="connsiteY28" fmla="*/ 253849 h 1233035"/>
                <a:gd name="connsiteX29" fmla="*/ 10269866 w 12191246"/>
                <a:gd name="connsiteY29" fmla="*/ 65981 h 1233035"/>
                <a:gd name="connsiteX30" fmla="*/ 10601521 w 12191246"/>
                <a:gd name="connsiteY30" fmla="*/ 0 h 123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91246" h="1233035">
                  <a:moveTo>
                    <a:pt x="10601521" y="0"/>
                  </a:moveTo>
                  <a:lnTo>
                    <a:pt x="12191246" y="0"/>
                  </a:lnTo>
                  <a:lnTo>
                    <a:pt x="12191246" y="69156"/>
                  </a:lnTo>
                  <a:lnTo>
                    <a:pt x="10601521" y="69156"/>
                  </a:lnTo>
                  <a:cubicBezTo>
                    <a:pt x="10487143" y="69156"/>
                    <a:pt x="10375540" y="91367"/>
                    <a:pt x="10269866" y="135137"/>
                  </a:cubicBezTo>
                  <a:cubicBezTo>
                    <a:pt x="10164193" y="178908"/>
                    <a:pt x="10069591" y="242113"/>
                    <a:pt x="9988699" y="323005"/>
                  </a:cubicBezTo>
                  <a:cubicBezTo>
                    <a:pt x="9916925" y="394779"/>
                    <a:pt x="9821535" y="434299"/>
                    <a:pt x="9720044" y="434299"/>
                  </a:cubicBezTo>
                  <a:lnTo>
                    <a:pt x="6214733" y="434299"/>
                  </a:lnTo>
                  <a:cubicBezTo>
                    <a:pt x="6100353" y="434299"/>
                    <a:pt x="5988750" y="456510"/>
                    <a:pt x="5883077" y="500281"/>
                  </a:cubicBezTo>
                  <a:cubicBezTo>
                    <a:pt x="5777404" y="544051"/>
                    <a:pt x="5682802" y="607256"/>
                    <a:pt x="5601911" y="688148"/>
                  </a:cubicBezTo>
                  <a:lnTo>
                    <a:pt x="5570616" y="719442"/>
                  </a:lnTo>
                  <a:cubicBezTo>
                    <a:pt x="5498843" y="791216"/>
                    <a:pt x="5403452" y="830736"/>
                    <a:pt x="5301961" y="830736"/>
                  </a:cubicBezTo>
                  <a:lnTo>
                    <a:pt x="1505508" y="830736"/>
                  </a:lnTo>
                  <a:cubicBezTo>
                    <a:pt x="1313117" y="830736"/>
                    <a:pt x="1123673" y="895964"/>
                    <a:pt x="972035" y="1014387"/>
                  </a:cubicBezTo>
                  <a:lnTo>
                    <a:pt x="795205" y="1152520"/>
                  </a:lnTo>
                  <a:cubicBezTo>
                    <a:pt x="728744" y="1204448"/>
                    <a:pt x="645693" y="1233035"/>
                    <a:pt x="561339" y="1233035"/>
                  </a:cubicBezTo>
                  <a:lnTo>
                    <a:pt x="0" y="1233035"/>
                  </a:lnTo>
                  <a:lnTo>
                    <a:pt x="0" y="1163879"/>
                  </a:lnTo>
                  <a:lnTo>
                    <a:pt x="561339" y="1163879"/>
                  </a:lnTo>
                  <a:cubicBezTo>
                    <a:pt x="645693" y="1163879"/>
                    <a:pt x="728744" y="1135292"/>
                    <a:pt x="795205" y="1083364"/>
                  </a:cubicBezTo>
                  <a:lnTo>
                    <a:pt x="972035" y="945231"/>
                  </a:lnTo>
                  <a:cubicBezTo>
                    <a:pt x="1123673" y="826808"/>
                    <a:pt x="1313117" y="761580"/>
                    <a:pt x="1505508" y="761580"/>
                  </a:cubicBezTo>
                  <a:lnTo>
                    <a:pt x="5301961" y="761580"/>
                  </a:lnTo>
                  <a:cubicBezTo>
                    <a:pt x="5403452" y="761580"/>
                    <a:pt x="5498843" y="722060"/>
                    <a:pt x="5570616" y="650286"/>
                  </a:cubicBezTo>
                  <a:lnTo>
                    <a:pt x="5601911" y="618992"/>
                  </a:lnTo>
                  <a:cubicBezTo>
                    <a:pt x="5682802" y="538100"/>
                    <a:pt x="5777404" y="474895"/>
                    <a:pt x="5883077" y="431125"/>
                  </a:cubicBezTo>
                  <a:cubicBezTo>
                    <a:pt x="5988750" y="387354"/>
                    <a:pt x="6100353" y="365143"/>
                    <a:pt x="6214733" y="365143"/>
                  </a:cubicBezTo>
                  <a:lnTo>
                    <a:pt x="9720044" y="365143"/>
                  </a:lnTo>
                  <a:cubicBezTo>
                    <a:pt x="9821535" y="365143"/>
                    <a:pt x="9916925" y="325623"/>
                    <a:pt x="9988699" y="253849"/>
                  </a:cubicBezTo>
                  <a:cubicBezTo>
                    <a:pt x="10069591" y="172957"/>
                    <a:pt x="10164193" y="109752"/>
                    <a:pt x="10269866" y="65981"/>
                  </a:cubicBezTo>
                  <a:cubicBezTo>
                    <a:pt x="10375540" y="22211"/>
                    <a:pt x="10487143" y="0"/>
                    <a:pt x="10601521" y="0"/>
                  </a:cubicBezTo>
                  <a:close/>
                </a:path>
              </a:pathLst>
            </a:custGeom>
            <a:gradFill>
              <a:gsLst>
                <a:gs pos="80000">
                  <a:srgbClr val="43515C">
                    <a:alpha val="0"/>
                  </a:srgbClr>
                </a:gs>
                <a:gs pos="1000">
                  <a:srgbClr val="43515C">
                    <a:alpha val="52000"/>
                  </a:srgbClr>
                </a:gs>
              </a:gsLst>
              <a:lin ang="2700000" scaled="1"/>
            </a:gra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6159D60E-37DA-E24F-71D3-3E3E8593FB4B}"/>
              </a:ext>
            </a:extLst>
          </p:cNvPr>
          <p:cNvGrpSpPr/>
          <p:nvPr/>
        </p:nvGrpSpPr>
        <p:grpSpPr>
          <a:xfrm>
            <a:off x="2970957" y="1915469"/>
            <a:ext cx="631267" cy="868263"/>
            <a:chOff x="2970957" y="2002042"/>
            <a:chExt cx="631267" cy="86826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A2C6BF3-DDD5-D1B9-6349-021D97D4CB00}"/>
                </a:ext>
              </a:extLst>
            </p:cNvPr>
            <p:cNvSpPr/>
            <p:nvPr/>
          </p:nvSpPr>
          <p:spPr>
            <a:xfrm>
              <a:off x="3214110" y="2451100"/>
              <a:ext cx="106751" cy="419205"/>
            </a:xfrm>
            <a:prstGeom prst="rect">
              <a:avLst/>
            </a:prstGeom>
            <a:solidFill>
              <a:srgbClr val="E0E3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9" name="Picture 48" descr="A red flag on a pole&#10;&#10;Description automatically generated">
              <a:extLst>
                <a:ext uri="{FF2B5EF4-FFF2-40B4-BE49-F238E27FC236}">
                  <a16:creationId xmlns:a16="http://schemas.microsoft.com/office/drawing/2014/main" id="{57D70D04-0A0B-C200-A0E6-D6D8D79E0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7474" y="2002042"/>
              <a:ext cx="384750" cy="419205"/>
            </a:xfrm>
            <a:prstGeom prst="rect">
              <a:avLst/>
            </a:prstGeom>
            <a:effectLst>
              <a:outerShdw blurRad="38100" dir="18900000" sy="23000" kx="-1200000" algn="bl" rotWithShape="0">
                <a:schemeClr val="tx2">
                  <a:lumMod val="50000"/>
                  <a:alpha val="39000"/>
                </a:schemeClr>
              </a:outerShdw>
            </a:effectLst>
          </p:spPr>
        </p:pic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10C5857-1A10-526B-EEB3-10B4AAC06608}"/>
                </a:ext>
              </a:extLst>
            </p:cNvPr>
            <p:cNvGrpSpPr/>
            <p:nvPr/>
          </p:nvGrpSpPr>
          <p:grpSpPr>
            <a:xfrm>
              <a:off x="2970957" y="2297743"/>
              <a:ext cx="593432" cy="276999"/>
              <a:chOff x="2970957" y="2366639"/>
              <a:chExt cx="593432" cy="276999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7D331FD-0BEA-1E9E-5215-4667BE8F645E}"/>
                  </a:ext>
                </a:extLst>
              </p:cNvPr>
              <p:cNvSpPr txBox="1"/>
              <p:nvPr/>
            </p:nvSpPr>
            <p:spPr>
              <a:xfrm>
                <a:off x="3004172" y="2393809"/>
                <a:ext cx="527002" cy="130326"/>
              </a:xfrm>
              <a:prstGeom prst="roundRect">
                <a:avLst>
                  <a:gd name="adj" fmla="val 12696"/>
                </a:avLst>
              </a:prstGeom>
              <a:solidFill>
                <a:srgbClr val="FFFFFF">
                  <a:alpha val="72000"/>
                </a:srgbClr>
              </a:solidFill>
              <a:ln w="6350" cmpd="sng">
                <a:solidFill>
                  <a:srgbClr val="757B7E"/>
                </a:solidFill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IN" sz="50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11DAB07-16C9-DD0A-3FAE-92818BF92D29}"/>
                  </a:ext>
                </a:extLst>
              </p:cNvPr>
              <p:cNvSpPr txBox="1"/>
              <p:nvPr/>
            </p:nvSpPr>
            <p:spPr>
              <a:xfrm>
                <a:off x="2970957" y="2366639"/>
                <a:ext cx="5934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>
                    <a:latin typeface="Arial" panose="020B0604020202020204" pitchFamily="34" charset="0"/>
                  </a:rPr>
                  <a:t>Lamco labor</a:t>
                </a:r>
                <a:endParaRPr lang="en-IN" sz="6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67" name="Isosceles Triangle 466">
              <a:extLst>
                <a:ext uri="{FF2B5EF4-FFF2-40B4-BE49-F238E27FC236}">
                  <a16:creationId xmlns:a16="http://schemas.microsoft.com/office/drawing/2014/main" id="{77D948A3-C4F8-2C44-7C50-7D199CFA78B1}"/>
                </a:ext>
              </a:extLst>
            </p:cNvPr>
            <p:cNvSpPr/>
            <p:nvPr/>
          </p:nvSpPr>
          <p:spPr>
            <a:xfrm flipV="1">
              <a:off x="3214110" y="2466585"/>
              <a:ext cx="106751" cy="49119"/>
            </a:xfrm>
            <a:prstGeom prst="triangle">
              <a:avLst/>
            </a:prstGeom>
            <a:gradFill flip="none" rotWithShape="1">
              <a:gsLst>
                <a:gs pos="0">
                  <a:schemeClr val="tx1">
                    <a:alpha val="0"/>
                  </a:schemeClr>
                </a:gs>
                <a:gs pos="100000">
                  <a:srgbClr val="66737C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8" name="Isosceles Triangle 467">
              <a:extLst>
                <a:ext uri="{FF2B5EF4-FFF2-40B4-BE49-F238E27FC236}">
                  <a16:creationId xmlns:a16="http://schemas.microsoft.com/office/drawing/2014/main" id="{0CA43B4A-F2AC-8993-F4B2-973813C467DE}"/>
                </a:ext>
              </a:extLst>
            </p:cNvPr>
            <p:cNvSpPr/>
            <p:nvPr/>
          </p:nvSpPr>
          <p:spPr>
            <a:xfrm flipV="1">
              <a:off x="3214110" y="2501510"/>
              <a:ext cx="106751" cy="49119"/>
            </a:xfrm>
            <a:prstGeom prst="triangle">
              <a:avLst/>
            </a:prstGeom>
            <a:gradFill flip="none" rotWithShape="1">
              <a:gsLst>
                <a:gs pos="10000">
                  <a:schemeClr val="tx1">
                    <a:alpha val="0"/>
                  </a:schemeClr>
                </a:gs>
                <a:gs pos="100000">
                  <a:srgbClr val="66737C">
                    <a:alpha val="52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EBED7ADB-F37D-E73A-52E4-6DDF88265FCF}"/>
              </a:ext>
            </a:extLst>
          </p:cNvPr>
          <p:cNvGrpSpPr/>
          <p:nvPr/>
        </p:nvGrpSpPr>
        <p:grpSpPr>
          <a:xfrm>
            <a:off x="6287925" y="1520202"/>
            <a:ext cx="631267" cy="868263"/>
            <a:chOff x="2970957" y="2002042"/>
            <a:chExt cx="631267" cy="868263"/>
          </a:xfrm>
        </p:grpSpPr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E4909210-5534-60CA-436A-741CEB95C9BE}"/>
                </a:ext>
              </a:extLst>
            </p:cNvPr>
            <p:cNvSpPr/>
            <p:nvPr/>
          </p:nvSpPr>
          <p:spPr>
            <a:xfrm>
              <a:off x="3214110" y="2451100"/>
              <a:ext cx="106751" cy="419205"/>
            </a:xfrm>
            <a:prstGeom prst="rect">
              <a:avLst/>
            </a:prstGeom>
            <a:solidFill>
              <a:srgbClr val="E0E3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72" name="Picture 471" descr="A red flag on a pole&#10;&#10;Description automatically generated">
              <a:extLst>
                <a:ext uri="{FF2B5EF4-FFF2-40B4-BE49-F238E27FC236}">
                  <a16:creationId xmlns:a16="http://schemas.microsoft.com/office/drawing/2014/main" id="{E9304A1B-2C74-43E0-F7EF-F18E0FC9C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7474" y="2002042"/>
              <a:ext cx="384750" cy="419205"/>
            </a:xfrm>
            <a:prstGeom prst="rect">
              <a:avLst/>
            </a:prstGeom>
            <a:effectLst>
              <a:outerShdw blurRad="38100" dir="18900000" sy="23000" kx="-1200000" algn="bl" rotWithShape="0">
                <a:schemeClr val="tx2">
                  <a:lumMod val="50000"/>
                  <a:alpha val="39000"/>
                </a:schemeClr>
              </a:outerShdw>
            </a:effectLst>
          </p:spPr>
        </p:pic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AA9619AA-40C6-8F65-80DA-3AF495454323}"/>
                </a:ext>
              </a:extLst>
            </p:cNvPr>
            <p:cNvGrpSpPr/>
            <p:nvPr/>
          </p:nvGrpSpPr>
          <p:grpSpPr>
            <a:xfrm>
              <a:off x="2970957" y="2297743"/>
              <a:ext cx="593432" cy="184666"/>
              <a:chOff x="2970957" y="2366639"/>
              <a:chExt cx="593432" cy="184666"/>
            </a:xfrm>
          </p:grpSpPr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609983BE-B284-51D4-592C-3F3E2EC9F808}"/>
                  </a:ext>
                </a:extLst>
              </p:cNvPr>
              <p:cNvSpPr txBox="1"/>
              <p:nvPr/>
            </p:nvSpPr>
            <p:spPr>
              <a:xfrm>
                <a:off x="3004172" y="2393809"/>
                <a:ext cx="527002" cy="130326"/>
              </a:xfrm>
              <a:prstGeom prst="roundRect">
                <a:avLst>
                  <a:gd name="adj" fmla="val 12696"/>
                </a:avLst>
              </a:prstGeom>
              <a:solidFill>
                <a:srgbClr val="FFFFFF">
                  <a:alpha val="72000"/>
                </a:srgbClr>
              </a:solidFill>
              <a:ln w="6350" cmpd="sng">
                <a:solidFill>
                  <a:srgbClr val="757B7E"/>
                </a:solidFill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IN" sz="500">
                  <a:latin typeface="Arial" panose="020B0604020202020204" pitchFamily="34" charset="0"/>
                </a:endParaRPr>
              </a:p>
            </p:txBody>
          </p:sp>
          <p:sp>
            <p:nvSpPr>
              <p:cNvPr id="477" name="TextBox 476">
                <a:extLst>
                  <a:ext uri="{FF2B5EF4-FFF2-40B4-BE49-F238E27FC236}">
                    <a16:creationId xmlns:a16="http://schemas.microsoft.com/office/drawing/2014/main" id="{1389EEA6-93D3-311F-DC1E-11E34CE3B9FE}"/>
                  </a:ext>
                </a:extLst>
              </p:cNvPr>
              <p:cNvSpPr txBox="1"/>
              <p:nvPr/>
            </p:nvSpPr>
            <p:spPr>
              <a:xfrm>
                <a:off x="2970957" y="2366639"/>
                <a:ext cx="59343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>
                    <a:latin typeface="Arial" panose="020B0604020202020204" pitchFamily="34" charset="0"/>
                  </a:rPr>
                  <a:t>Isnis iutal</a:t>
                </a:r>
                <a:endParaRPr lang="en-IN" sz="6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74" name="Isosceles Triangle 473">
              <a:extLst>
                <a:ext uri="{FF2B5EF4-FFF2-40B4-BE49-F238E27FC236}">
                  <a16:creationId xmlns:a16="http://schemas.microsoft.com/office/drawing/2014/main" id="{B1D5A13D-7080-20C1-D711-3E01CDB38D16}"/>
                </a:ext>
              </a:extLst>
            </p:cNvPr>
            <p:cNvSpPr/>
            <p:nvPr/>
          </p:nvSpPr>
          <p:spPr>
            <a:xfrm flipV="1">
              <a:off x="3214110" y="2466585"/>
              <a:ext cx="106751" cy="49119"/>
            </a:xfrm>
            <a:prstGeom prst="triangle">
              <a:avLst/>
            </a:prstGeom>
            <a:gradFill flip="none" rotWithShape="1">
              <a:gsLst>
                <a:gs pos="0">
                  <a:schemeClr val="tx1">
                    <a:alpha val="0"/>
                  </a:schemeClr>
                </a:gs>
                <a:gs pos="100000">
                  <a:srgbClr val="66737C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5" name="Isosceles Triangle 474">
              <a:extLst>
                <a:ext uri="{FF2B5EF4-FFF2-40B4-BE49-F238E27FC236}">
                  <a16:creationId xmlns:a16="http://schemas.microsoft.com/office/drawing/2014/main" id="{897E7B98-F3F5-2F69-DB29-447FD4B23988}"/>
                </a:ext>
              </a:extLst>
            </p:cNvPr>
            <p:cNvSpPr/>
            <p:nvPr/>
          </p:nvSpPr>
          <p:spPr>
            <a:xfrm flipV="1">
              <a:off x="3214110" y="2501510"/>
              <a:ext cx="106751" cy="49119"/>
            </a:xfrm>
            <a:prstGeom prst="triangle">
              <a:avLst/>
            </a:prstGeom>
            <a:gradFill flip="none" rotWithShape="1">
              <a:gsLst>
                <a:gs pos="10000">
                  <a:schemeClr val="tx1">
                    <a:alpha val="0"/>
                  </a:schemeClr>
                </a:gs>
                <a:gs pos="100000">
                  <a:srgbClr val="66737C">
                    <a:alpha val="52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79EF40BA-5A44-D708-D94A-5863BC4DC76F}"/>
              </a:ext>
            </a:extLst>
          </p:cNvPr>
          <p:cNvGrpSpPr/>
          <p:nvPr/>
        </p:nvGrpSpPr>
        <p:grpSpPr>
          <a:xfrm>
            <a:off x="11260716" y="1150997"/>
            <a:ext cx="631267" cy="868263"/>
            <a:chOff x="2970957" y="2002042"/>
            <a:chExt cx="631267" cy="868263"/>
          </a:xfrm>
        </p:grpSpPr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56F2471D-C4F6-D53B-6622-F1C5993460A9}"/>
                </a:ext>
              </a:extLst>
            </p:cNvPr>
            <p:cNvSpPr/>
            <p:nvPr/>
          </p:nvSpPr>
          <p:spPr>
            <a:xfrm>
              <a:off x="3214110" y="2451100"/>
              <a:ext cx="106751" cy="419205"/>
            </a:xfrm>
            <a:prstGeom prst="rect">
              <a:avLst/>
            </a:prstGeom>
            <a:solidFill>
              <a:srgbClr val="E0E3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80" name="Picture 479" descr="A red flag on a pole&#10;&#10;Description automatically generated">
              <a:extLst>
                <a:ext uri="{FF2B5EF4-FFF2-40B4-BE49-F238E27FC236}">
                  <a16:creationId xmlns:a16="http://schemas.microsoft.com/office/drawing/2014/main" id="{5A64DCF7-D750-7BCA-19E3-ABB96CA5D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7474" y="2002042"/>
              <a:ext cx="384750" cy="419205"/>
            </a:xfrm>
            <a:prstGeom prst="rect">
              <a:avLst/>
            </a:prstGeom>
            <a:effectLst>
              <a:outerShdw blurRad="38100" dir="18900000" sy="23000" kx="-1200000" algn="bl" rotWithShape="0">
                <a:schemeClr val="tx2">
                  <a:lumMod val="50000"/>
                  <a:alpha val="39000"/>
                </a:schemeClr>
              </a:outerShdw>
            </a:effectLst>
          </p:spPr>
        </p:pic>
        <p:grpSp>
          <p:nvGrpSpPr>
            <p:cNvPr id="481" name="Group 480">
              <a:extLst>
                <a:ext uri="{FF2B5EF4-FFF2-40B4-BE49-F238E27FC236}">
                  <a16:creationId xmlns:a16="http://schemas.microsoft.com/office/drawing/2014/main" id="{34180C2D-A53F-506B-42F2-E8922648AC09}"/>
                </a:ext>
              </a:extLst>
            </p:cNvPr>
            <p:cNvGrpSpPr/>
            <p:nvPr/>
          </p:nvGrpSpPr>
          <p:grpSpPr>
            <a:xfrm>
              <a:off x="2970957" y="2297743"/>
              <a:ext cx="593432" cy="184666"/>
              <a:chOff x="2970957" y="2366639"/>
              <a:chExt cx="593432" cy="184666"/>
            </a:xfrm>
          </p:grpSpPr>
          <p:sp>
            <p:nvSpPr>
              <p:cNvPr id="484" name="TextBox 483">
                <a:extLst>
                  <a:ext uri="{FF2B5EF4-FFF2-40B4-BE49-F238E27FC236}">
                    <a16:creationId xmlns:a16="http://schemas.microsoft.com/office/drawing/2014/main" id="{ECC3AC25-5C16-43C8-1706-6AC619E45AED}"/>
                  </a:ext>
                </a:extLst>
              </p:cNvPr>
              <p:cNvSpPr txBox="1"/>
              <p:nvPr/>
            </p:nvSpPr>
            <p:spPr>
              <a:xfrm>
                <a:off x="3004172" y="2393809"/>
                <a:ext cx="527002" cy="130326"/>
              </a:xfrm>
              <a:prstGeom prst="roundRect">
                <a:avLst>
                  <a:gd name="adj" fmla="val 12696"/>
                </a:avLst>
              </a:prstGeom>
              <a:solidFill>
                <a:srgbClr val="FFFFFF">
                  <a:alpha val="72000"/>
                </a:srgbClr>
              </a:solidFill>
              <a:ln w="6350" cmpd="sng">
                <a:solidFill>
                  <a:srgbClr val="757B7E"/>
                </a:solidFill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IN" sz="500">
                  <a:latin typeface="Arial" panose="020B0604020202020204" pitchFamily="34" charset="0"/>
                </a:endParaRPr>
              </a:p>
            </p:txBody>
          </p:sp>
          <p:sp>
            <p:nvSpPr>
              <p:cNvPr id="485" name="TextBox 484">
                <a:extLst>
                  <a:ext uri="{FF2B5EF4-FFF2-40B4-BE49-F238E27FC236}">
                    <a16:creationId xmlns:a16="http://schemas.microsoft.com/office/drawing/2014/main" id="{36B4F541-FC47-049E-CA78-E39285F0A825}"/>
                  </a:ext>
                </a:extLst>
              </p:cNvPr>
              <p:cNvSpPr txBox="1"/>
              <p:nvPr/>
            </p:nvSpPr>
            <p:spPr>
              <a:xfrm>
                <a:off x="2970957" y="2366639"/>
                <a:ext cx="59343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>
                    <a:latin typeface="Arial" panose="020B0604020202020204" pitchFamily="34" charset="0"/>
                  </a:rPr>
                  <a:t>Iquip exeac</a:t>
                </a:r>
                <a:endParaRPr lang="en-IN" sz="6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82" name="Isosceles Triangle 481">
              <a:extLst>
                <a:ext uri="{FF2B5EF4-FFF2-40B4-BE49-F238E27FC236}">
                  <a16:creationId xmlns:a16="http://schemas.microsoft.com/office/drawing/2014/main" id="{0EDAFE22-B17D-0279-788C-E063102D7144}"/>
                </a:ext>
              </a:extLst>
            </p:cNvPr>
            <p:cNvSpPr/>
            <p:nvPr/>
          </p:nvSpPr>
          <p:spPr>
            <a:xfrm flipV="1">
              <a:off x="3214110" y="2466585"/>
              <a:ext cx="106751" cy="49119"/>
            </a:xfrm>
            <a:prstGeom prst="triangle">
              <a:avLst/>
            </a:prstGeom>
            <a:gradFill flip="none" rotWithShape="1">
              <a:gsLst>
                <a:gs pos="0">
                  <a:schemeClr val="tx1">
                    <a:alpha val="0"/>
                  </a:schemeClr>
                </a:gs>
                <a:gs pos="100000">
                  <a:srgbClr val="66737C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3" name="Isosceles Triangle 482">
              <a:extLst>
                <a:ext uri="{FF2B5EF4-FFF2-40B4-BE49-F238E27FC236}">
                  <a16:creationId xmlns:a16="http://schemas.microsoft.com/office/drawing/2014/main" id="{B6E62F0E-02E8-62B8-F545-741D6DDB3C6D}"/>
                </a:ext>
              </a:extLst>
            </p:cNvPr>
            <p:cNvSpPr/>
            <p:nvPr/>
          </p:nvSpPr>
          <p:spPr>
            <a:xfrm flipV="1">
              <a:off x="3214110" y="2501510"/>
              <a:ext cx="106751" cy="49119"/>
            </a:xfrm>
            <a:prstGeom prst="triangle">
              <a:avLst/>
            </a:prstGeom>
            <a:gradFill flip="none" rotWithShape="1">
              <a:gsLst>
                <a:gs pos="10000">
                  <a:schemeClr val="tx1">
                    <a:alpha val="0"/>
                  </a:schemeClr>
                </a:gs>
                <a:gs pos="100000">
                  <a:srgbClr val="66737C">
                    <a:alpha val="52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05085C2-1462-9F95-B79F-08328B067E91}"/>
              </a:ext>
            </a:extLst>
          </p:cNvPr>
          <p:cNvGrpSpPr/>
          <p:nvPr/>
        </p:nvGrpSpPr>
        <p:grpSpPr>
          <a:xfrm>
            <a:off x="2103415" y="2375152"/>
            <a:ext cx="978756" cy="395986"/>
            <a:chOff x="2056972" y="2377587"/>
            <a:chExt cx="978756" cy="395986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08E8A3A8-9C83-506A-38E7-D11189BCC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56972" y="2377587"/>
              <a:ext cx="978756" cy="3959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Graphic 7">
              <a:extLst>
                <a:ext uri="{FF2B5EF4-FFF2-40B4-BE49-F238E27FC236}">
                  <a16:creationId xmlns:a16="http://schemas.microsoft.com/office/drawing/2014/main" id="{E80986FC-0E87-7AB6-11F8-33D98003ACBD}"/>
                </a:ext>
              </a:extLst>
            </p:cNvPr>
            <p:cNvSpPr/>
            <p:nvPr/>
          </p:nvSpPr>
          <p:spPr>
            <a:xfrm>
              <a:off x="2502552" y="2533067"/>
              <a:ext cx="58324" cy="58324"/>
            </a:xfrm>
            <a:custGeom>
              <a:avLst/>
              <a:gdLst>
                <a:gd name="connsiteX0" fmla="*/ 151119 w 302238"/>
                <a:gd name="connsiteY0" fmla="*/ 0 h 302238"/>
                <a:gd name="connsiteX1" fmla="*/ 302238 w 302238"/>
                <a:gd name="connsiteY1" fmla="*/ 151119 h 302238"/>
                <a:gd name="connsiteX2" fmla="*/ 151119 w 302238"/>
                <a:gd name="connsiteY2" fmla="*/ 302238 h 302238"/>
                <a:gd name="connsiteX3" fmla="*/ 0 w 302238"/>
                <a:gd name="connsiteY3" fmla="*/ 151119 h 302238"/>
                <a:gd name="connsiteX4" fmla="*/ 151119 w 302238"/>
                <a:gd name="connsiteY4" fmla="*/ 0 h 302238"/>
                <a:gd name="connsiteX5" fmla="*/ 151119 w 302238"/>
                <a:gd name="connsiteY5" fmla="*/ 0 h 302238"/>
                <a:gd name="connsiteX6" fmla="*/ 40866 w 302238"/>
                <a:gd name="connsiteY6" fmla="*/ 220872 h 302238"/>
                <a:gd name="connsiteX7" fmla="*/ 151119 w 302238"/>
                <a:gd name="connsiteY7" fmla="*/ 281584 h 302238"/>
                <a:gd name="connsiteX8" fmla="*/ 261372 w 302238"/>
                <a:gd name="connsiteY8" fmla="*/ 220872 h 302238"/>
                <a:gd name="connsiteX9" fmla="*/ 151119 w 302238"/>
                <a:gd name="connsiteY9" fmla="*/ 178861 h 302238"/>
                <a:gd name="connsiteX10" fmla="*/ 40866 w 302238"/>
                <a:gd name="connsiteY10" fmla="*/ 220872 h 302238"/>
                <a:gd name="connsiteX11" fmla="*/ 40866 w 302238"/>
                <a:gd name="connsiteY11" fmla="*/ 220872 h 302238"/>
                <a:gd name="connsiteX12" fmla="*/ 175147 w 302238"/>
                <a:gd name="connsiteY12" fmla="*/ 137243 h 302238"/>
                <a:gd name="connsiteX13" fmla="*/ 266661 w 302238"/>
                <a:gd name="connsiteY13" fmla="*/ 211733 h 302238"/>
                <a:gd name="connsiteX14" fmla="*/ 281584 w 302238"/>
                <a:gd name="connsiteY14" fmla="*/ 151123 h 302238"/>
                <a:gd name="connsiteX15" fmla="*/ 156408 w 302238"/>
                <a:gd name="connsiteY15" fmla="*/ 20756 h 302238"/>
                <a:gd name="connsiteX16" fmla="*/ 175147 w 302238"/>
                <a:gd name="connsiteY16" fmla="*/ 137243 h 302238"/>
                <a:gd name="connsiteX17" fmla="*/ 145830 w 302238"/>
                <a:gd name="connsiteY17" fmla="*/ 20752 h 302238"/>
                <a:gd name="connsiteX18" fmla="*/ 20654 w 302238"/>
                <a:gd name="connsiteY18" fmla="*/ 151119 h 302238"/>
                <a:gd name="connsiteX19" fmla="*/ 35577 w 302238"/>
                <a:gd name="connsiteY19" fmla="*/ 211729 h 302238"/>
                <a:gd name="connsiteX20" fmla="*/ 127091 w 302238"/>
                <a:gd name="connsiteY20" fmla="*/ 137239 h 302238"/>
                <a:gd name="connsiteX21" fmla="*/ 145830 w 302238"/>
                <a:gd name="connsiteY21" fmla="*/ 20752 h 30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2238" h="302238">
                  <a:moveTo>
                    <a:pt x="151119" y="0"/>
                  </a:moveTo>
                  <a:cubicBezTo>
                    <a:pt x="234525" y="0"/>
                    <a:pt x="302238" y="67713"/>
                    <a:pt x="302238" y="151119"/>
                  </a:cubicBezTo>
                  <a:cubicBezTo>
                    <a:pt x="302238" y="234525"/>
                    <a:pt x="234525" y="302238"/>
                    <a:pt x="151119" y="302238"/>
                  </a:cubicBezTo>
                  <a:cubicBezTo>
                    <a:pt x="67713" y="302238"/>
                    <a:pt x="0" y="234525"/>
                    <a:pt x="0" y="151119"/>
                  </a:cubicBezTo>
                  <a:cubicBezTo>
                    <a:pt x="0" y="67713"/>
                    <a:pt x="67713" y="0"/>
                    <a:pt x="151119" y="0"/>
                  </a:cubicBezTo>
                  <a:lnTo>
                    <a:pt x="151119" y="0"/>
                  </a:lnTo>
                  <a:close/>
                  <a:moveTo>
                    <a:pt x="40866" y="220872"/>
                  </a:moveTo>
                  <a:cubicBezTo>
                    <a:pt x="64777" y="258678"/>
                    <a:pt x="106392" y="281591"/>
                    <a:pt x="151119" y="281584"/>
                  </a:cubicBezTo>
                  <a:cubicBezTo>
                    <a:pt x="197475" y="281584"/>
                    <a:pt x="238228" y="257356"/>
                    <a:pt x="261372" y="220872"/>
                  </a:cubicBezTo>
                  <a:lnTo>
                    <a:pt x="151119" y="178861"/>
                  </a:lnTo>
                  <a:lnTo>
                    <a:pt x="40866" y="220872"/>
                  </a:lnTo>
                  <a:lnTo>
                    <a:pt x="40866" y="220872"/>
                  </a:lnTo>
                  <a:close/>
                  <a:moveTo>
                    <a:pt x="175147" y="137243"/>
                  </a:moveTo>
                  <a:lnTo>
                    <a:pt x="266661" y="211733"/>
                  </a:lnTo>
                  <a:cubicBezTo>
                    <a:pt x="276491" y="193043"/>
                    <a:pt x="281614" y="172238"/>
                    <a:pt x="281584" y="151123"/>
                  </a:cubicBezTo>
                  <a:cubicBezTo>
                    <a:pt x="281584" y="80890"/>
                    <a:pt x="225961" y="23541"/>
                    <a:pt x="156408" y="20756"/>
                  </a:cubicBezTo>
                  <a:lnTo>
                    <a:pt x="175147" y="137243"/>
                  </a:lnTo>
                  <a:close/>
                  <a:moveTo>
                    <a:pt x="145830" y="20752"/>
                  </a:moveTo>
                  <a:cubicBezTo>
                    <a:pt x="76277" y="23537"/>
                    <a:pt x="20654" y="80886"/>
                    <a:pt x="20654" y="151119"/>
                  </a:cubicBezTo>
                  <a:cubicBezTo>
                    <a:pt x="20654" y="172993"/>
                    <a:pt x="26045" y="193610"/>
                    <a:pt x="35577" y="211729"/>
                  </a:cubicBezTo>
                  <a:lnTo>
                    <a:pt x="127091" y="137239"/>
                  </a:lnTo>
                  <a:lnTo>
                    <a:pt x="145830" y="20752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rgbClr val="565656"/>
                </a:gs>
              </a:gsLst>
              <a:lin ang="10800000" scaled="1"/>
              <a:tileRect/>
            </a:gradFill>
            <a:ln w="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00B49A1-9D3C-CBA5-CD1A-D2539E035005}"/>
              </a:ext>
            </a:extLst>
          </p:cNvPr>
          <p:cNvGrpSpPr/>
          <p:nvPr/>
        </p:nvGrpSpPr>
        <p:grpSpPr>
          <a:xfrm rot="19559578">
            <a:off x="5298654" y="2168326"/>
            <a:ext cx="978756" cy="395986"/>
            <a:chOff x="2056972" y="2377587"/>
            <a:chExt cx="978756" cy="395986"/>
          </a:xfrm>
        </p:grpSpPr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340F3D12-292A-82AC-2372-9F9670AF9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56972" y="2377587"/>
              <a:ext cx="978756" cy="3959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8" name="Graphic 7">
              <a:extLst>
                <a:ext uri="{FF2B5EF4-FFF2-40B4-BE49-F238E27FC236}">
                  <a16:creationId xmlns:a16="http://schemas.microsoft.com/office/drawing/2014/main" id="{A5D71F2C-21D3-385E-41FB-EAF568976BC4}"/>
                </a:ext>
              </a:extLst>
            </p:cNvPr>
            <p:cNvSpPr/>
            <p:nvPr/>
          </p:nvSpPr>
          <p:spPr>
            <a:xfrm>
              <a:off x="2502552" y="2533067"/>
              <a:ext cx="58324" cy="58324"/>
            </a:xfrm>
            <a:custGeom>
              <a:avLst/>
              <a:gdLst>
                <a:gd name="connsiteX0" fmla="*/ 151119 w 302238"/>
                <a:gd name="connsiteY0" fmla="*/ 0 h 302238"/>
                <a:gd name="connsiteX1" fmla="*/ 302238 w 302238"/>
                <a:gd name="connsiteY1" fmla="*/ 151119 h 302238"/>
                <a:gd name="connsiteX2" fmla="*/ 151119 w 302238"/>
                <a:gd name="connsiteY2" fmla="*/ 302238 h 302238"/>
                <a:gd name="connsiteX3" fmla="*/ 0 w 302238"/>
                <a:gd name="connsiteY3" fmla="*/ 151119 h 302238"/>
                <a:gd name="connsiteX4" fmla="*/ 151119 w 302238"/>
                <a:gd name="connsiteY4" fmla="*/ 0 h 302238"/>
                <a:gd name="connsiteX5" fmla="*/ 151119 w 302238"/>
                <a:gd name="connsiteY5" fmla="*/ 0 h 302238"/>
                <a:gd name="connsiteX6" fmla="*/ 40866 w 302238"/>
                <a:gd name="connsiteY6" fmla="*/ 220872 h 302238"/>
                <a:gd name="connsiteX7" fmla="*/ 151119 w 302238"/>
                <a:gd name="connsiteY7" fmla="*/ 281584 h 302238"/>
                <a:gd name="connsiteX8" fmla="*/ 261372 w 302238"/>
                <a:gd name="connsiteY8" fmla="*/ 220872 h 302238"/>
                <a:gd name="connsiteX9" fmla="*/ 151119 w 302238"/>
                <a:gd name="connsiteY9" fmla="*/ 178861 h 302238"/>
                <a:gd name="connsiteX10" fmla="*/ 40866 w 302238"/>
                <a:gd name="connsiteY10" fmla="*/ 220872 h 302238"/>
                <a:gd name="connsiteX11" fmla="*/ 40866 w 302238"/>
                <a:gd name="connsiteY11" fmla="*/ 220872 h 302238"/>
                <a:gd name="connsiteX12" fmla="*/ 175147 w 302238"/>
                <a:gd name="connsiteY12" fmla="*/ 137243 h 302238"/>
                <a:gd name="connsiteX13" fmla="*/ 266661 w 302238"/>
                <a:gd name="connsiteY13" fmla="*/ 211733 h 302238"/>
                <a:gd name="connsiteX14" fmla="*/ 281584 w 302238"/>
                <a:gd name="connsiteY14" fmla="*/ 151123 h 302238"/>
                <a:gd name="connsiteX15" fmla="*/ 156408 w 302238"/>
                <a:gd name="connsiteY15" fmla="*/ 20756 h 302238"/>
                <a:gd name="connsiteX16" fmla="*/ 175147 w 302238"/>
                <a:gd name="connsiteY16" fmla="*/ 137243 h 302238"/>
                <a:gd name="connsiteX17" fmla="*/ 145830 w 302238"/>
                <a:gd name="connsiteY17" fmla="*/ 20752 h 302238"/>
                <a:gd name="connsiteX18" fmla="*/ 20654 w 302238"/>
                <a:gd name="connsiteY18" fmla="*/ 151119 h 302238"/>
                <a:gd name="connsiteX19" fmla="*/ 35577 w 302238"/>
                <a:gd name="connsiteY19" fmla="*/ 211729 h 302238"/>
                <a:gd name="connsiteX20" fmla="*/ 127091 w 302238"/>
                <a:gd name="connsiteY20" fmla="*/ 137239 h 302238"/>
                <a:gd name="connsiteX21" fmla="*/ 145830 w 302238"/>
                <a:gd name="connsiteY21" fmla="*/ 20752 h 30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2238" h="302238">
                  <a:moveTo>
                    <a:pt x="151119" y="0"/>
                  </a:moveTo>
                  <a:cubicBezTo>
                    <a:pt x="234525" y="0"/>
                    <a:pt x="302238" y="67713"/>
                    <a:pt x="302238" y="151119"/>
                  </a:cubicBezTo>
                  <a:cubicBezTo>
                    <a:pt x="302238" y="234525"/>
                    <a:pt x="234525" y="302238"/>
                    <a:pt x="151119" y="302238"/>
                  </a:cubicBezTo>
                  <a:cubicBezTo>
                    <a:pt x="67713" y="302238"/>
                    <a:pt x="0" y="234525"/>
                    <a:pt x="0" y="151119"/>
                  </a:cubicBezTo>
                  <a:cubicBezTo>
                    <a:pt x="0" y="67713"/>
                    <a:pt x="67713" y="0"/>
                    <a:pt x="151119" y="0"/>
                  </a:cubicBezTo>
                  <a:lnTo>
                    <a:pt x="151119" y="0"/>
                  </a:lnTo>
                  <a:close/>
                  <a:moveTo>
                    <a:pt x="40866" y="220872"/>
                  </a:moveTo>
                  <a:cubicBezTo>
                    <a:pt x="64777" y="258678"/>
                    <a:pt x="106392" y="281591"/>
                    <a:pt x="151119" y="281584"/>
                  </a:cubicBezTo>
                  <a:cubicBezTo>
                    <a:pt x="197475" y="281584"/>
                    <a:pt x="238228" y="257356"/>
                    <a:pt x="261372" y="220872"/>
                  </a:cubicBezTo>
                  <a:lnTo>
                    <a:pt x="151119" y="178861"/>
                  </a:lnTo>
                  <a:lnTo>
                    <a:pt x="40866" y="220872"/>
                  </a:lnTo>
                  <a:lnTo>
                    <a:pt x="40866" y="220872"/>
                  </a:lnTo>
                  <a:close/>
                  <a:moveTo>
                    <a:pt x="175147" y="137243"/>
                  </a:moveTo>
                  <a:lnTo>
                    <a:pt x="266661" y="211733"/>
                  </a:lnTo>
                  <a:cubicBezTo>
                    <a:pt x="276491" y="193043"/>
                    <a:pt x="281614" y="172238"/>
                    <a:pt x="281584" y="151123"/>
                  </a:cubicBezTo>
                  <a:cubicBezTo>
                    <a:pt x="281584" y="80890"/>
                    <a:pt x="225961" y="23541"/>
                    <a:pt x="156408" y="20756"/>
                  </a:cubicBezTo>
                  <a:lnTo>
                    <a:pt x="175147" y="137243"/>
                  </a:lnTo>
                  <a:close/>
                  <a:moveTo>
                    <a:pt x="145830" y="20752"/>
                  </a:moveTo>
                  <a:cubicBezTo>
                    <a:pt x="76277" y="23537"/>
                    <a:pt x="20654" y="80886"/>
                    <a:pt x="20654" y="151119"/>
                  </a:cubicBezTo>
                  <a:cubicBezTo>
                    <a:pt x="20654" y="172993"/>
                    <a:pt x="26045" y="193610"/>
                    <a:pt x="35577" y="211729"/>
                  </a:cubicBezTo>
                  <a:lnTo>
                    <a:pt x="127091" y="137239"/>
                  </a:lnTo>
                  <a:lnTo>
                    <a:pt x="145830" y="20752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rgbClr val="565656"/>
                </a:gs>
              </a:gsLst>
              <a:lin ang="10800000" scaled="1"/>
              <a:tileRect/>
            </a:gradFill>
            <a:ln w="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EC2B680-E155-EE4D-213E-83C50E03B3DB}"/>
              </a:ext>
            </a:extLst>
          </p:cNvPr>
          <p:cNvGrpSpPr/>
          <p:nvPr/>
        </p:nvGrpSpPr>
        <p:grpSpPr>
          <a:xfrm>
            <a:off x="10517571" y="1608917"/>
            <a:ext cx="978756" cy="395986"/>
            <a:chOff x="2056972" y="2377587"/>
            <a:chExt cx="978756" cy="395986"/>
          </a:xfrm>
        </p:grpSpPr>
        <p:pic>
          <p:nvPicPr>
            <p:cNvPr id="448" name="Graphic 447">
              <a:extLst>
                <a:ext uri="{FF2B5EF4-FFF2-40B4-BE49-F238E27FC236}">
                  <a16:creationId xmlns:a16="http://schemas.microsoft.com/office/drawing/2014/main" id="{D25D74E5-E94E-4088-1C52-5767D838C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56972" y="2377587"/>
              <a:ext cx="978756" cy="3959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49" name="Graphic 7">
              <a:extLst>
                <a:ext uri="{FF2B5EF4-FFF2-40B4-BE49-F238E27FC236}">
                  <a16:creationId xmlns:a16="http://schemas.microsoft.com/office/drawing/2014/main" id="{907B4ADD-A683-6608-70B0-CEC049894C1C}"/>
                </a:ext>
              </a:extLst>
            </p:cNvPr>
            <p:cNvSpPr/>
            <p:nvPr/>
          </p:nvSpPr>
          <p:spPr>
            <a:xfrm>
              <a:off x="2502552" y="2533067"/>
              <a:ext cx="58324" cy="58324"/>
            </a:xfrm>
            <a:custGeom>
              <a:avLst/>
              <a:gdLst>
                <a:gd name="connsiteX0" fmla="*/ 151119 w 302238"/>
                <a:gd name="connsiteY0" fmla="*/ 0 h 302238"/>
                <a:gd name="connsiteX1" fmla="*/ 302238 w 302238"/>
                <a:gd name="connsiteY1" fmla="*/ 151119 h 302238"/>
                <a:gd name="connsiteX2" fmla="*/ 151119 w 302238"/>
                <a:gd name="connsiteY2" fmla="*/ 302238 h 302238"/>
                <a:gd name="connsiteX3" fmla="*/ 0 w 302238"/>
                <a:gd name="connsiteY3" fmla="*/ 151119 h 302238"/>
                <a:gd name="connsiteX4" fmla="*/ 151119 w 302238"/>
                <a:gd name="connsiteY4" fmla="*/ 0 h 302238"/>
                <a:gd name="connsiteX5" fmla="*/ 151119 w 302238"/>
                <a:gd name="connsiteY5" fmla="*/ 0 h 302238"/>
                <a:gd name="connsiteX6" fmla="*/ 40866 w 302238"/>
                <a:gd name="connsiteY6" fmla="*/ 220872 h 302238"/>
                <a:gd name="connsiteX7" fmla="*/ 151119 w 302238"/>
                <a:gd name="connsiteY7" fmla="*/ 281584 h 302238"/>
                <a:gd name="connsiteX8" fmla="*/ 261372 w 302238"/>
                <a:gd name="connsiteY8" fmla="*/ 220872 h 302238"/>
                <a:gd name="connsiteX9" fmla="*/ 151119 w 302238"/>
                <a:gd name="connsiteY9" fmla="*/ 178861 h 302238"/>
                <a:gd name="connsiteX10" fmla="*/ 40866 w 302238"/>
                <a:gd name="connsiteY10" fmla="*/ 220872 h 302238"/>
                <a:gd name="connsiteX11" fmla="*/ 40866 w 302238"/>
                <a:gd name="connsiteY11" fmla="*/ 220872 h 302238"/>
                <a:gd name="connsiteX12" fmla="*/ 175147 w 302238"/>
                <a:gd name="connsiteY12" fmla="*/ 137243 h 302238"/>
                <a:gd name="connsiteX13" fmla="*/ 266661 w 302238"/>
                <a:gd name="connsiteY13" fmla="*/ 211733 h 302238"/>
                <a:gd name="connsiteX14" fmla="*/ 281584 w 302238"/>
                <a:gd name="connsiteY14" fmla="*/ 151123 h 302238"/>
                <a:gd name="connsiteX15" fmla="*/ 156408 w 302238"/>
                <a:gd name="connsiteY15" fmla="*/ 20756 h 302238"/>
                <a:gd name="connsiteX16" fmla="*/ 175147 w 302238"/>
                <a:gd name="connsiteY16" fmla="*/ 137243 h 302238"/>
                <a:gd name="connsiteX17" fmla="*/ 145830 w 302238"/>
                <a:gd name="connsiteY17" fmla="*/ 20752 h 302238"/>
                <a:gd name="connsiteX18" fmla="*/ 20654 w 302238"/>
                <a:gd name="connsiteY18" fmla="*/ 151119 h 302238"/>
                <a:gd name="connsiteX19" fmla="*/ 35577 w 302238"/>
                <a:gd name="connsiteY19" fmla="*/ 211729 h 302238"/>
                <a:gd name="connsiteX20" fmla="*/ 127091 w 302238"/>
                <a:gd name="connsiteY20" fmla="*/ 137239 h 302238"/>
                <a:gd name="connsiteX21" fmla="*/ 145830 w 302238"/>
                <a:gd name="connsiteY21" fmla="*/ 20752 h 30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2238" h="302238">
                  <a:moveTo>
                    <a:pt x="151119" y="0"/>
                  </a:moveTo>
                  <a:cubicBezTo>
                    <a:pt x="234525" y="0"/>
                    <a:pt x="302238" y="67713"/>
                    <a:pt x="302238" y="151119"/>
                  </a:cubicBezTo>
                  <a:cubicBezTo>
                    <a:pt x="302238" y="234525"/>
                    <a:pt x="234525" y="302238"/>
                    <a:pt x="151119" y="302238"/>
                  </a:cubicBezTo>
                  <a:cubicBezTo>
                    <a:pt x="67713" y="302238"/>
                    <a:pt x="0" y="234525"/>
                    <a:pt x="0" y="151119"/>
                  </a:cubicBezTo>
                  <a:cubicBezTo>
                    <a:pt x="0" y="67713"/>
                    <a:pt x="67713" y="0"/>
                    <a:pt x="151119" y="0"/>
                  </a:cubicBezTo>
                  <a:lnTo>
                    <a:pt x="151119" y="0"/>
                  </a:lnTo>
                  <a:close/>
                  <a:moveTo>
                    <a:pt x="40866" y="220872"/>
                  </a:moveTo>
                  <a:cubicBezTo>
                    <a:pt x="64777" y="258678"/>
                    <a:pt x="106392" y="281591"/>
                    <a:pt x="151119" y="281584"/>
                  </a:cubicBezTo>
                  <a:cubicBezTo>
                    <a:pt x="197475" y="281584"/>
                    <a:pt x="238228" y="257356"/>
                    <a:pt x="261372" y="220872"/>
                  </a:cubicBezTo>
                  <a:lnTo>
                    <a:pt x="151119" y="178861"/>
                  </a:lnTo>
                  <a:lnTo>
                    <a:pt x="40866" y="220872"/>
                  </a:lnTo>
                  <a:lnTo>
                    <a:pt x="40866" y="220872"/>
                  </a:lnTo>
                  <a:close/>
                  <a:moveTo>
                    <a:pt x="175147" y="137243"/>
                  </a:moveTo>
                  <a:lnTo>
                    <a:pt x="266661" y="211733"/>
                  </a:lnTo>
                  <a:cubicBezTo>
                    <a:pt x="276491" y="193043"/>
                    <a:pt x="281614" y="172238"/>
                    <a:pt x="281584" y="151123"/>
                  </a:cubicBezTo>
                  <a:cubicBezTo>
                    <a:pt x="281584" y="80890"/>
                    <a:pt x="225961" y="23541"/>
                    <a:pt x="156408" y="20756"/>
                  </a:cubicBezTo>
                  <a:lnTo>
                    <a:pt x="175147" y="137243"/>
                  </a:lnTo>
                  <a:close/>
                  <a:moveTo>
                    <a:pt x="145830" y="20752"/>
                  </a:moveTo>
                  <a:cubicBezTo>
                    <a:pt x="76277" y="23537"/>
                    <a:pt x="20654" y="80886"/>
                    <a:pt x="20654" y="151119"/>
                  </a:cubicBezTo>
                  <a:cubicBezTo>
                    <a:pt x="20654" y="172993"/>
                    <a:pt x="26045" y="193610"/>
                    <a:pt x="35577" y="211729"/>
                  </a:cubicBezTo>
                  <a:lnTo>
                    <a:pt x="127091" y="137239"/>
                  </a:lnTo>
                  <a:lnTo>
                    <a:pt x="145830" y="20752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rgbClr val="565656"/>
                </a:gs>
              </a:gsLst>
              <a:lin ang="10800000" scaled="1"/>
              <a:tileRect/>
            </a:gradFill>
            <a:ln w="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415441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E962-6D83-7828-CDC6-EABA18A9F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DB5C9-C6C3-A0D7-BA33-18B8E147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Omm Odoconseq Uatduisaute Iruredo</a:t>
            </a:r>
            <a:endParaRPr lang="en-US" b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opRightRectName" hidden="1">
            <a:extLst>
              <a:ext uri="{FF2B5EF4-FFF2-40B4-BE49-F238E27FC236}">
                <a16:creationId xmlns:a16="http://schemas.microsoft.com/office/drawing/2014/main" id="{C5B586B4-BD2B-02BF-A6F6-14FCB5D0245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906000" y="0"/>
            <a:ext cx="2286000" cy="914400"/>
          </a:xfrm>
          <a:prstGeom prst="rect">
            <a:avLst/>
          </a:prstGeom>
          <a:solidFill>
            <a:srgbClr val="D3D3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BottomRightRectName" hidden="1">
            <a:extLst>
              <a:ext uri="{FF2B5EF4-FFF2-40B4-BE49-F238E27FC236}">
                <a16:creationId xmlns:a16="http://schemas.microsoft.com/office/drawing/2014/main" id="{9B13E79C-1B4E-25D6-87F6-2E1D1993D15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906000" y="5943600"/>
            <a:ext cx="2286000" cy="914400"/>
          </a:xfrm>
          <a:prstGeom prst="rect">
            <a:avLst/>
          </a:prstGeom>
          <a:solidFill>
            <a:srgbClr val="D3D3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BottomBandName" hidden="1">
            <a:extLst>
              <a:ext uri="{FF2B5EF4-FFF2-40B4-BE49-F238E27FC236}">
                <a16:creationId xmlns:a16="http://schemas.microsoft.com/office/drawing/2014/main" id="{68BEE09C-1241-BFEF-C9D5-9D00D0B2E4F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D3D3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C524F1-B5F2-11DA-6826-CA57EF536353}"/>
              </a:ext>
            </a:extLst>
          </p:cNvPr>
          <p:cNvSpPr/>
          <p:nvPr/>
        </p:nvSpPr>
        <p:spPr bwMode="auto">
          <a:xfrm>
            <a:off x="102327" y="1154055"/>
            <a:ext cx="12008849" cy="2630867"/>
          </a:xfrm>
          <a:prstGeom prst="roundRect">
            <a:avLst>
              <a:gd name="adj" fmla="val 2414"/>
            </a:avLst>
          </a:prstGeom>
          <a:gradFill>
            <a:gsLst>
              <a:gs pos="100000">
                <a:srgbClr val="DFE3E6"/>
              </a:gs>
              <a:gs pos="50000">
                <a:srgbClr val="ACB2B7"/>
              </a:gs>
              <a:gs pos="0">
                <a:srgbClr val="43515C"/>
              </a:gs>
            </a:gsLst>
            <a:lin ang="108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745A58-D885-37CB-60B7-541DDA9DAD71}"/>
              </a:ext>
            </a:extLst>
          </p:cNvPr>
          <p:cNvGrpSpPr/>
          <p:nvPr/>
        </p:nvGrpSpPr>
        <p:grpSpPr>
          <a:xfrm>
            <a:off x="572212" y="1230759"/>
            <a:ext cx="2714609" cy="1768706"/>
            <a:chOff x="572212" y="1230759"/>
            <a:chExt cx="2714609" cy="176870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14C5055-01A0-707D-74EA-9AD10AACE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03185" y="2181109"/>
              <a:ext cx="1073322" cy="818356"/>
            </a:xfrm>
            <a:prstGeom prst="rect">
              <a:avLst/>
            </a:prstGeom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773AF5-275A-BD45-7BB2-F82C905BF9F4}"/>
                </a:ext>
              </a:extLst>
            </p:cNvPr>
            <p:cNvSpPr/>
            <p:nvPr/>
          </p:nvSpPr>
          <p:spPr bwMode="auto">
            <a:xfrm flipV="1">
              <a:off x="1832311" y="1596679"/>
              <a:ext cx="146231" cy="900413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  <a:gd name="connsiteX0" fmla="*/ 2571933 w 2663477"/>
                <a:gd name="connsiteY0" fmla="*/ 728661 h 728660"/>
                <a:gd name="connsiteX1" fmla="*/ 145911 w 2663477"/>
                <a:gd name="connsiteY1" fmla="*/ 3017 h 728660"/>
                <a:gd name="connsiteX0" fmla="*/ 3604135 w 3604136"/>
                <a:gd name="connsiteY0" fmla="*/ 729117 h 729117"/>
                <a:gd name="connsiteX1" fmla="*/ 1178113 w 3604136"/>
                <a:gd name="connsiteY1" fmla="*/ 3473 h 729117"/>
                <a:gd name="connsiteX0" fmla="*/ 4272906 w 4272907"/>
                <a:gd name="connsiteY0" fmla="*/ 849888 h 849888"/>
                <a:gd name="connsiteX1" fmla="*/ 727204 w 4272907"/>
                <a:gd name="connsiteY1" fmla="*/ 2931 h 849888"/>
                <a:gd name="connsiteX0" fmla="*/ 5507640 w 5507641"/>
                <a:gd name="connsiteY0" fmla="*/ 846956 h 846956"/>
                <a:gd name="connsiteX1" fmla="*/ 1961938 w 5507641"/>
                <a:gd name="connsiteY1" fmla="*/ -1 h 846956"/>
                <a:gd name="connsiteX0" fmla="*/ 5376374 w 5376375"/>
                <a:gd name="connsiteY0" fmla="*/ 784209 h 784209"/>
                <a:gd name="connsiteX1" fmla="*/ 2017286 w 5376375"/>
                <a:gd name="connsiteY1" fmla="*/ 0 h 784209"/>
                <a:gd name="connsiteX0" fmla="*/ 5681519 w 5681520"/>
                <a:gd name="connsiteY0" fmla="*/ 784209 h 784209"/>
                <a:gd name="connsiteX1" fmla="*/ 2322431 w 5681520"/>
                <a:gd name="connsiteY1" fmla="*/ 0 h 78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81520" h="784209">
                  <a:moveTo>
                    <a:pt x="5681519" y="784209"/>
                  </a:moveTo>
                  <a:cubicBezTo>
                    <a:pt x="-845882" y="643295"/>
                    <a:pt x="-1438832" y="208508"/>
                    <a:pt x="2322431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100000">
                    <a:srgbClr val="459FED"/>
                  </a:gs>
                  <a:gs pos="0">
                    <a:srgbClr val="66737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63">
              <a:extLst>
                <a:ext uri="{FF2B5EF4-FFF2-40B4-BE49-F238E27FC236}">
                  <a16:creationId xmlns:a16="http://schemas.microsoft.com/office/drawing/2014/main" id="{1D8A81DF-E707-6A11-A163-4477135AE43F}"/>
                </a:ext>
              </a:extLst>
            </p:cNvPr>
            <p:cNvSpPr/>
            <p:nvPr/>
          </p:nvSpPr>
          <p:spPr bwMode="auto">
            <a:xfrm rot="726154">
              <a:off x="894885" y="1725445"/>
              <a:ext cx="746084" cy="746084"/>
            </a:xfrm>
            <a:noFill/>
            <a:ln w="19050" cap="rnd" cmpd="sng" algn="ctr">
              <a:solidFill>
                <a:srgbClr val="459FED"/>
              </a:solidFill>
              <a:prstDash val="sysDot"/>
              <a:round/>
              <a:headEnd type="none" w="med" len="med"/>
              <a:tailEnd type="none" w="sm" len="sm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1D10499D-79AA-3225-6253-4BD4E50BC281}"/>
                </a:ext>
              </a:extLst>
            </p:cNvPr>
            <p:cNvSpPr/>
            <p:nvPr/>
          </p:nvSpPr>
          <p:spPr bwMode="auto">
            <a:xfrm rot="17100000">
              <a:off x="1992899" y="1796115"/>
              <a:ext cx="838605" cy="799984"/>
            </a:xfrm>
            <a:custGeom>
              <a:avLst/>
              <a:gdLst>
                <a:gd name="connsiteX0" fmla="*/ 419302 w 838605"/>
                <a:gd name="connsiteY0" fmla="*/ 0 h 799984"/>
                <a:gd name="connsiteX1" fmla="*/ 745236 w 838605"/>
                <a:gd name="connsiteY1" fmla="*/ 148357 h 799984"/>
                <a:gd name="connsiteX2" fmla="*/ 419303 w 838605"/>
                <a:gd name="connsiteY2" fmla="*/ 399992 h 799984"/>
                <a:gd name="connsiteX3" fmla="*/ 419302 w 838605"/>
                <a:gd name="connsiteY3" fmla="*/ 0 h 799984"/>
                <a:gd name="connsiteX0" fmla="*/ 419302 w 838605"/>
                <a:gd name="connsiteY0" fmla="*/ 0 h 799984"/>
                <a:gd name="connsiteX1" fmla="*/ 745236 w 838605"/>
                <a:gd name="connsiteY1" fmla="*/ 148357 h 79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8605" h="799984" stroke="0" extrusionOk="0">
                  <a:moveTo>
                    <a:pt x="419302" y="0"/>
                  </a:moveTo>
                  <a:cubicBezTo>
                    <a:pt x="531899" y="-8604"/>
                    <a:pt x="655277" y="58404"/>
                    <a:pt x="745236" y="148357"/>
                  </a:cubicBezTo>
                  <a:cubicBezTo>
                    <a:pt x="630144" y="207594"/>
                    <a:pt x="506744" y="328193"/>
                    <a:pt x="419303" y="399992"/>
                  </a:cubicBezTo>
                  <a:cubicBezTo>
                    <a:pt x="416710" y="269193"/>
                    <a:pt x="416527" y="148667"/>
                    <a:pt x="419302" y="0"/>
                  </a:cubicBezTo>
                  <a:close/>
                </a:path>
                <a:path w="838605" h="799984" fill="none" extrusionOk="0">
                  <a:moveTo>
                    <a:pt x="419302" y="0"/>
                  </a:moveTo>
                  <a:cubicBezTo>
                    <a:pt x="528922" y="-9261"/>
                    <a:pt x="674752" y="58881"/>
                    <a:pt x="745236" y="148357"/>
                  </a:cubicBez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ysDot"/>
              <a:round/>
              <a:headEnd type="none" w="med" len="med"/>
              <a:tailEnd type="none" w="sm" len="sm"/>
              <a:extLst>
                <a:ext uri="{C807C97D-BFC1-408E-A445-0C87EB9F89A2}">
                  <ask:lineSketchStyleProps xmlns:ask="http://schemas.microsoft.com/office/drawing/2018/sketchyshapes" sd="1219033472">
                    <a:prstGeom prst="arc">
                      <a:avLst>
                        <a:gd name="adj1" fmla="val 16200000"/>
                        <a:gd name="adj2" fmla="val 19339822"/>
                      </a:avLst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Arc 65">
              <a:extLst>
                <a:ext uri="{FF2B5EF4-FFF2-40B4-BE49-F238E27FC236}">
                  <a16:creationId xmlns:a16="http://schemas.microsoft.com/office/drawing/2014/main" id="{A5FEE8E9-0DE9-F3CB-26AC-433D8C623AAD}"/>
                </a:ext>
              </a:extLst>
            </p:cNvPr>
            <p:cNvSpPr/>
            <p:nvPr/>
          </p:nvSpPr>
          <p:spPr bwMode="auto">
            <a:xfrm rot="2075202">
              <a:off x="958511" y="2030795"/>
              <a:ext cx="746084" cy="746084"/>
            </a:xfrm>
            <a:noFill/>
            <a:ln w="19050" cap="rnd" cmpd="sng" algn="ctr">
              <a:solidFill>
                <a:srgbClr val="459FED"/>
              </a:solidFill>
              <a:prstDash val="sysDot"/>
              <a:round/>
              <a:headEnd type="none" w="med" len="med"/>
              <a:tailEnd type="none" w="sm" len="sm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C85C8A4-4248-B607-382E-74873DF4E2AE}"/>
                </a:ext>
              </a:extLst>
            </p:cNvPr>
            <p:cNvGrpSpPr/>
            <p:nvPr/>
          </p:nvGrpSpPr>
          <p:grpSpPr>
            <a:xfrm>
              <a:off x="2845367" y="1674761"/>
              <a:ext cx="441454" cy="441454"/>
              <a:chOff x="2845367" y="1674761"/>
              <a:chExt cx="441454" cy="441454"/>
            </a:xfrm>
          </p:grpSpPr>
          <p:grpSp>
            <p:nvGrpSpPr>
              <p:cNvPr id="493" name="Group 492">
                <a:extLst>
                  <a:ext uri="{FF2B5EF4-FFF2-40B4-BE49-F238E27FC236}">
                    <a16:creationId xmlns:a16="http://schemas.microsoft.com/office/drawing/2014/main" id="{91155B11-58E0-EA6A-9257-E7111DD85945}"/>
                  </a:ext>
                </a:extLst>
              </p:cNvPr>
              <p:cNvGrpSpPr/>
              <p:nvPr/>
            </p:nvGrpSpPr>
            <p:grpSpPr>
              <a:xfrm>
                <a:off x="2845367" y="1674761"/>
                <a:ext cx="441454" cy="441454"/>
                <a:chOff x="1975655" y="1234941"/>
                <a:chExt cx="2286951" cy="2286953"/>
              </a:xfrm>
            </p:grpSpPr>
            <p:sp>
              <p:nvSpPr>
                <p:cNvPr id="495" name="Freeform: Shape 494">
                  <a:extLst>
                    <a:ext uri="{FF2B5EF4-FFF2-40B4-BE49-F238E27FC236}">
                      <a16:creationId xmlns:a16="http://schemas.microsoft.com/office/drawing/2014/main" id="{3ABA94B1-4179-9D35-1E10-4E544BBCB05D}"/>
                    </a:ext>
                  </a:extLst>
                </p:cNvPr>
                <p:cNvSpPr/>
                <p:nvPr/>
              </p:nvSpPr>
              <p:spPr>
                <a:xfrm>
                  <a:off x="1975655" y="1234941"/>
                  <a:ext cx="2286951" cy="2286953"/>
                </a:xfrm>
                <a:custGeom>
                  <a:avLst/>
                  <a:gdLst>
                    <a:gd name="connsiteX0" fmla="*/ 2286953 w 2286952"/>
                    <a:gd name="connsiteY0" fmla="*/ 1143476 h 2286952"/>
                    <a:gd name="connsiteX1" fmla="*/ 1143476 w 2286952"/>
                    <a:gd name="connsiteY1" fmla="*/ 2286953 h 2286952"/>
                    <a:gd name="connsiteX2" fmla="*/ 0 w 2286952"/>
                    <a:gd name="connsiteY2" fmla="*/ 1143476 h 2286952"/>
                    <a:gd name="connsiteX3" fmla="*/ 1143476 w 2286952"/>
                    <a:gd name="connsiteY3" fmla="*/ 0 h 2286952"/>
                    <a:gd name="connsiteX4" fmla="*/ 2286953 w 2286952"/>
                    <a:gd name="connsiteY4" fmla="*/ 1143476 h 2286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952" h="2286952">
                      <a:moveTo>
                        <a:pt x="2286953" y="1143476"/>
                      </a:moveTo>
                      <a:cubicBezTo>
                        <a:pt x="2286953" y="1775001"/>
                        <a:pt x="1775001" y="2286953"/>
                        <a:pt x="1143476" y="2286953"/>
                      </a:cubicBezTo>
                      <a:cubicBezTo>
                        <a:pt x="511952" y="2286953"/>
                        <a:pt x="0" y="1775001"/>
                        <a:pt x="0" y="1143476"/>
                      </a:cubicBezTo>
                      <a:cubicBezTo>
                        <a:pt x="0" y="511952"/>
                        <a:pt x="511952" y="0"/>
                        <a:pt x="1143476" y="0"/>
                      </a:cubicBezTo>
                      <a:cubicBezTo>
                        <a:pt x="1775001" y="0"/>
                        <a:pt x="2286953" y="511952"/>
                        <a:pt x="2286953" y="114347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0000">
                      <a:srgbClr val="7ECAF8"/>
                    </a:gs>
                    <a:gs pos="48000">
                      <a:srgbClr val="459FE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7" name="Freeform: Shape 496">
                  <a:extLst>
                    <a:ext uri="{FF2B5EF4-FFF2-40B4-BE49-F238E27FC236}">
                      <a16:creationId xmlns:a16="http://schemas.microsoft.com/office/drawing/2014/main" id="{7981B464-1BC5-3804-698E-E0F8E0E20B52}"/>
                    </a:ext>
                  </a:extLst>
                </p:cNvPr>
                <p:cNvSpPr/>
                <p:nvPr/>
              </p:nvSpPr>
              <p:spPr>
                <a:xfrm>
                  <a:off x="2125511" y="1370805"/>
                  <a:ext cx="1333936" cy="1003100"/>
                </a:xfrm>
                <a:custGeom>
                  <a:avLst/>
                  <a:gdLst>
                    <a:gd name="connsiteX0" fmla="*/ 1066895 w 1217528"/>
                    <a:gd name="connsiteY0" fmla="*/ 191296 h 915576"/>
                    <a:gd name="connsiteX1" fmla="*/ 0 w 1217528"/>
                    <a:gd name="connsiteY1" fmla="*/ 915577 h 915576"/>
                    <a:gd name="connsiteX2" fmla="*/ 8572 w 1217528"/>
                    <a:gd name="connsiteY2" fmla="*/ 824137 h 915576"/>
                    <a:gd name="connsiteX3" fmla="*/ 1092708 w 1217528"/>
                    <a:gd name="connsiteY3" fmla="*/ 9654 h 915576"/>
                    <a:gd name="connsiteX4" fmla="*/ 1216628 w 1217528"/>
                    <a:gd name="connsiteY4" fmla="*/ 122049 h 915576"/>
                    <a:gd name="connsiteX5" fmla="*/ 1066895 w 1217528"/>
                    <a:gd name="connsiteY5" fmla="*/ 191296 h 915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7528" h="915576">
                      <a:moveTo>
                        <a:pt x="1066895" y="191296"/>
                      </a:moveTo>
                      <a:cubicBezTo>
                        <a:pt x="573215" y="121192"/>
                        <a:pt x="114110" y="440375"/>
                        <a:pt x="0" y="915577"/>
                      </a:cubicBezTo>
                      <a:cubicBezTo>
                        <a:pt x="1429" y="885287"/>
                        <a:pt x="4191" y="854712"/>
                        <a:pt x="8572" y="824137"/>
                      </a:cubicBezTo>
                      <a:cubicBezTo>
                        <a:pt x="83058" y="299786"/>
                        <a:pt x="568357" y="-64831"/>
                        <a:pt x="1092708" y="9654"/>
                      </a:cubicBezTo>
                      <a:cubicBezTo>
                        <a:pt x="1092708" y="9654"/>
                        <a:pt x="1229868" y="28990"/>
                        <a:pt x="1216628" y="122049"/>
                      </a:cubicBezTo>
                      <a:cubicBezTo>
                        <a:pt x="1202341" y="222347"/>
                        <a:pt x="1066895" y="191296"/>
                        <a:pt x="1066895" y="191296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25000"/>
                      </a:schemeClr>
                    </a:gs>
                    <a:gs pos="0">
                      <a:schemeClr val="bg1">
                        <a:alpha val="45000"/>
                      </a:schemeClr>
                    </a:gs>
                  </a:gsLst>
                  <a:lin ang="108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94" name="Freeform 58">
                <a:extLst>
                  <a:ext uri="{FF2B5EF4-FFF2-40B4-BE49-F238E27FC236}">
                    <a16:creationId xmlns:a16="http://schemas.microsoft.com/office/drawing/2014/main" id="{EE7A57F6-F13B-323E-E65F-61D8BFAF2E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57415" y="1775302"/>
                <a:ext cx="224346" cy="221752"/>
              </a:xfrm>
              <a:custGeom>
                <a:avLst/>
                <a:gdLst>
                  <a:gd name="T0" fmla="*/ 25 w 202"/>
                  <a:gd name="T1" fmla="*/ 48 h 200"/>
                  <a:gd name="T2" fmla="*/ 1 w 202"/>
                  <a:gd name="T3" fmla="*/ 103 h 200"/>
                  <a:gd name="T4" fmla="*/ 33 w 202"/>
                  <a:gd name="T5" fmla="*/ 186 h 200"/>
                  <a:gd name="T6" fmla="*/ 44 w 202"/>
                  <a:gd name="T7" fmla="*/ 158 h 200"/>
                  <a:gd name="T8" fmla="*/ 26 w 202"/>
                  <a:gd name="T9" fmla="*/ 176 h 200"/>
                  <a:gd name="T10" fmla="*/ 39 w 202"/>
                  <a:gd name="T11" fmla="*/ 163 h 200"/>
                  <a:gd name="T12" fmla="*/ 117 w 202"/>
                  <a:gd name="T13" fmla="*/ 192 h 200"/>
                  <a:gd name="T14" fmla="*/ 104 w 202"/>
                  <a:gd name="T15" fmla="*/ 153 h 200"/>
                  <a:gd name="T16" fmla="*/ 113 w 202"/>
                  <a:gd name="T17" fmla="*/ 138 h 200"/>
                  <a:gd name="T18" fmla="*/ 147 w 202"/>
                  <a:gd name="T19" fmla="*/ 73 h 200"/>
                  <a:gd name="T20" fmla="*/ 122 w 202"/>
                  <a:gd name="T21" fmla="*/ 22 h 200"/>
                  <a:gd name="T22" fmla="*/ 91 w 202"/>
                  <a:gd name="T23" fmla="*/ 58 h 200"/>
                  <a:gd name="T24" fmla="*/ 67 w 202"/>
                  <a:gd name="T25" fmla="*/ 34 h 200"/>
                  <a:gd name="T26" fmla="*/ 65 w 202"/>
                  <a:gd name="T27" fmla="*/ 87 h 200"/>
                  <a:gd name="T28" fmla="*/ 88 w 202"/>
                  <a:gd name="T29" fmla="*/ 145 h 200"/>
                  <a:gd name="T30" fmla="*/ 97 w 202"/>
                  <a:gd name="T31" fmla="*/ 182 h 200"/>
                  <a:gd name="T32" fmla="*/ 118 w 202"/>
                  <a:gd name="T33" fmla="*/ 200 h 200"/>
                  <a:gd name="T34" fmla="*/ 154 w 202"/>
                  <a:gd name="T35" fmla="*/ 176 h 200"/>
                  <a:gd name="T36" fmla="*/ 126 w 202"/>
                  <a:gd name="T37" fmla="*/ 34 h 200"/>
                  <a:gd name="T38" fmla="*/ 118 w 202"/>
                  <a:gd name="T39" fmla="*/ 34 h 200"/>
                  <a:gd name="T40" fmla="*/ 83 w 202"/>
                  <a:gd name="T41" fmla="*/ 34 h 200"/>
                  <a:gd name="T42" fmla="*/ 75 w 202"/>
                  <a:gd name="T43" fmla="*/ 34 h 200"/>
                  <a:gd name="T44" fmla="*/ 132 w 202"/>
                  <a:gd name="T45" fmla="*/ 66 h 200"/>
                  <a:gd name="T46" fmla="*/ 69 w 202"/>
                  <a:gd name="T47" fmla="*/ 80 h 200"/>
                  <a:gd name="T48" fmla="*/ 73 w 202"/>
                  <a:gd name="T49" fmla="*/ 87 h 200"/>
                  <a:gd name="T50" fmla="*/ 101 w 202"/>
                  <a:gd name="T51" fmla="*/ 133 h 200"/>
                  <a:gd name="T52" fmla="*/ 96 w 202"/>
                  <a:gd name="T53" fmla="*/ 140 h 200"/>
                  <a:gd name="T54" fmla="*/ 105 w 202"/>
                  <a:gd name="T55" fmla="*/ 145 h 200"/>
                  <a:gd name="T56" fmla="*/ 101 w 202"/>
                  <a:gd name="T57" fmla="*/ 145 h 200"/>
                  <a:gd name="T58" fmla="*/ 96 w 202"/>
                  <a:gd name="T59" fmla="*/ 145 h 200"/>
                  <a:gd name="T60" fmla="*/ 171 w 202"/>
                  <a:gd name="T61" fmla="*/ 172 h 200"/>
                  <a:gd name="T62" fmla="*/ 166 w 202"/>
                  <a:gd name="T63" fmla="*/ 167 h 200"/>
                  <a:gd name="T64" fmla="*/ 181 w 202"/>
                  <a:gd name="T65" fmla="*/ 160 h 200"/>
                  <a:gd name="T66" fmla="*/ 175 w 202"/>
                  <a:gd name="T67" fmla="*/ 156 h 200"/>
                  <a:gd name="T68" fmla="*/ 42 w 202"/>
                  <a:gd name="T69" fmla="*/ 25 h 200"/>
                  <a:gd name="T70" fmla="*/ 171 w 202"/>
                  <a:gd name="T71" fmla="*/ 31 h 200"/>
                  <a:gd name="T72" fmla="*/ 29 w 202"/>
                  <a:gd name="T73" fmla="*/ 37 h 200"/>
                  <a:gd name="T74" fmla="*/ 35 w 202"/>
                  <a:gd name="T75" fmla="*/ 31 h 200"/>
                  <a:gd name="T76" fmla="*/ 32 w 202"/>
                  <a:gd name="T77" fmla="*/ 38 h 200"/>
                  <a:gd name="T78" fmla="*/ 96 w 202"/>
                  <a:gd name="T79" fmla="*/ 124 h 200"/>
                  <a:gd name="T80" fmla="*/ 95 w 202"/>
                  <a:gd name="T81" fmla="*/ 110 h 200"/>
                  <a:gd name="T82" fmla="*/ 102 w 202"/>
                  <a:gd name="T83" fmla="*/ 91 h 200"/>
                  <a:gd name="T84" fmla="*/ 103 w 202"/>
                  <a:gd name="T85" fmla="*/ 102 h 200"/>
                  <a:gd name="T86" fmla="*/ 109 w 202"/>
                  <a:gd name="T87" fmla="*/ 108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02" h="200">
                    <a:moveTo>
                      <a:pt x="33" y="153"/>
                    </a:moveTo>
                    <a:cubicBezTo>
                      <a:pt x="30" y="153"/>
                      <a:pt x="27" y="153"/>
                      <a:pt x="25" y="155"/>
                    </a:cubicBezTo>
                    <a:cubicBezTo>
                      <a:pt x="3" y="123"/>
                      <a:pt x="3" y="80"/>
                      <a:pt x="25" y="48"/>
                    </a:cubicBezTo>
                    <a:cubicBezTo>
                      <a:pt x="27" y="46"/>
                      <a:pt x="26" y="44"/>
                      <a:pt x="24" y="43"/>
                    </a:cubicBezTo>
                    <a:cubicBezTo>
                      <a:pt x="23" y="41"/>
                      <a:pt x="20" y="42"/>
                      <a:pt x="19" y="44"/>
                    </a:cubicBezTo>
                    <a:cubicBezTo>
                      <a:pt x="7" y="61"/>
                      <a:pt x="0" y="82"/>
                      <a:pt x="1" y="103"/>
                    </a:cubicBezTo>
                    <a:cubicBezTo>
                      <a:pt x="1" y="124"/>
                      <a:pt x="7" y="143"/>
                      <a:pt x="19" y="160"/>
                    </a:cubicBezTo>
                    <a:cubicBezTo>
                      <a:pt x="14" y="166"/>
                      <a:pt x="15" y="175"/>
                      <a:pt x="21" y="181"/>
                    </a:cubicBezTo>
                    <a:cubicBezTo>
                      <a:pt x="24" y="184"/>
                      <a:pt x="28" y="186"/>
                      <a:pt x="33" y="186"/>
                    </a:cubicBezTo>
                    <a:cubicBezTo>
                      <a:pt x="37" y="186"/>
                      <a:pt x="41" y="184"/>
                      <a:pt x="44" y="181"/>
                    </a:cubicBezTo>
                    <a:cubicBezTo>
                      <a:pt x="44" y="181"/>
                      <a:pt x="44" y="181"/>
                      <a:pt x="44" y="181"/>
                    </a:cubicBezTo>
                    <a:cubicBezTo>
                      <a:pt x="51" y="175"/>
                      <a:pt x="51" y="164"/>
                      <a:pt x="44" y="158"/>
                    </a:cubicBezTo>
                    <a:cubicBezTo>
                      <a:pt x="41" y="155"/>
                      <a:pt x="37" y="153"/>
                      <a:pt x="33" y="153"/>
                    </a:cubicBezTo>
                    <a:close/>
                    <a:moveTo>
                      <a:pt x="39" y="176"/>
                    </a:moveTo>
                    <a:cubicBezTo>
                      <a:pt x="35" y="179"/>
                      <a:pt x="30" y="179"/>
                      <a:pt x="26" y="176"/>
                    </a:cubicBezTo>
                    <a:cubicBezTo>
                      <a:pt x="23" y="172"/>
                      <a:pt x="23" y="167"/>
                      <a:pt x="26" y="163"/>
                    </a:cubicBezTo>
                    <a:cubicBezTo>
                      <a:pt x="28" y="162"/>
                      <a:pt x="30" y="161"/>
                      <a:pt x="33" y="161"/>
                    </a:cubicBezTo>
                    <a:cubicBezTo>
                      <a:pt x="35" y="161"/>
                      <a:pt x="37" y="162"/>
                      <a:pt x="39" y="163"/>
                    </a:cubicBezTo>
                    <a:cubicBezTo>
                      <a:pt x="42" y="167"/>
                      <a:pt x="42" y="172"/>
                      <a:pt x="39" y="176"/>
                    </a:cubicBezTo>
                    <a:close/>
                    <a:moveTo>
                      <a:pt x="154" y="176"/>
                    </a:moveTo>
                    <a:cubicBezTo>
                      <a:pt x="143" y="184"/>
                      <a:pt x="131" y="190"/>
                      <a:pt x="117" y="192"/>
                    </a:cubicBezTo>
                    <a:cubicBezTo>
                      <a:pt x="114" y="193"/>
                      <a:pt x="111" y="192"/>
                      <a:pt x="108" y="190"/>
                    </a:cubicBezTo>
                    <a:cubicBezTo>
                      <a:pt x="106" y="188"/>
                      <a:pt x="104" y="185"/>
                      <a:pt x="104" y="182"/>
                    </a:cubicBezTo>
                    <a:cubicBezTo>
                      <a:pt x="104" y="153"/>
                      <a:pt x="104" y="153"/>
                      <a:pt x="104" y="153"/>
                    </a:cubicBezTo>
                    <a:cubicBezTo>
                      <a:pt x="105" y="153"/>
                      <a:pt x="105" y="153"/>
                      <a:pt x="105" y="153"/>
                    </a:cubicBezTo>
                    <a:cubicBezTo>
                      <a:pt x="109" y="153"/>
                      <a:pt x="113" y="149"/>
                      <a:pt x="113" y="145"/>
                    </a:cubicBezTo>
                    <a:cubicBezTo>
                      <a:pt x="113" y="138"/>
                      <a:pt x="113" y="138"/>
                      <a:pt x="113" y="138"/>
                    </a:cubicBezTo>
                    <a:cubicBezTo>
                      <a:pt x="126" y="133"/>
                      <a:pt x="136" y="120"/>
                      <a:pt x="136" y="105"/>
                    </a:cubicBezTo>
                    <a:cubicBezTo>
                      <a:pt x="136" y="87"/>
                      <a:pt x="136" y="87"/>
                      <a:pt x="136" y="87"/>
                    </a:cubicBezTo>
                    <a:cubicBezTo>
                      <a:pt x="142" y="85"/>
                      <a:pt x="147" y="79"/>
                      <a:pt x="147" y="73"/>
                    </a:cubicBezTo>
                    <a:cubicBezTo>
                      <a:pt x="147" y="65"/>
                      <a:pt x="141" y="59"/>
                      <a:pt x="134" y="58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4" y="27"/>
                      <a:pt x="128" y="22"/>
                      <a:pt x="122" y="22"/>
                    </a:cubicBezTo>
                    <a:cubicBezTo>
                      <a:pt x="116" y="22"/>
                      <a:pt x="110" y="27"/>
                      <a:pt x="110" y="34"/>
                    </a:cubicBezTo>
                    <a:cubicBezTo>
                      <a:pt x="110" y="58"/>
                      <a:pt x="110" y="58"/>
                      <a:pt x="110" y="58"/>
                    </a:cubicBezTo>
                    <a:cubicBezTo>
                      <a:pt x="91" y="58"/>
                      <a:pt x="91" y="58"/>
                      <a:pt x="91" y="58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91" y="27"/>
                      <a:pt x="85" y="22"/>
                      <a:pt x="79" y="22"/>
                    </a:cubicBezTo>
                    <a:cubicBezTo>
                      <a:pt x="73" y="22"/>
                      <a:pt x="67" y="27"/>
                      <a:pt x="67" y="34"/>
                    </a:cubicBezTo>
                    <a:cubicBezTo>
                      <a:pt x="67" y="58"/>
                      <a:pt x="67" y="58"/>
                      <a:pt x="67" y="58"/>
                    </a:cubicBezTo>
                    <a:cubicBezTo>
                      <a:pt x="60" y="59"/>
                      <a:pt x="54" y="65"/>
                      <a:pt x="54" y="73"/>
                    </a:cubicBezTo>
                    <a:cubicBezTo>
                      <a:pt x="54" y="79"/>
                      <a:pt x="59" y="85"/>
                      <a:pt x="65" y="87"/>
                    </a:cubicBezTo>
                    <a:cubicBezTo>
                      <a:pt x="65" y="105"/>
                      <a:pt x="65" y="105"/>
                      <a:pt x="65" y="105"/>
                    </a:cubicBezTo>
                    <a:cubicBezTo>
                      <a:pt x="65" y="120"/>
                      <a:pt x="75" y="133"/>
                      <a:pt x="88" y="138"/>
                    </a:cubicBezTo>
                    <a:cubicBezTo>
                      <a:pt x="88" y="145"/>
                      <a:pt x="88" y="145"/>
                      <a:pt x="88" y="145"/>
                    </a:cubicBezTo>
                    <a:cubicBezTo>
                      <a:pt x="88" y="149"/>
                      <a:pt x="92" y="153"/>
                      <a:pt x="96" y="153"/>
                    </a:cubicBezTo>
                    <a:cubicBezTo>
                      <a:pt x="97" y="153"/>
                      <a:pt x="97" y="153"/>
                      <a:pt x="97" y="153"/>
                    </a:cubicBezTo>
                    <a:cubicBezTo>
                      <a:pt x="97" y="182"/>
                      <a:pt x="97" y="182"/>
                      <a:pt x="97" y="182"/>
                    </a:cubicBezTo>
                    <a:cubicBezTo>
                      <a:pt x="97" y="187"/>
                      <a:pt x="99" y="192"/>
                      <a:pt x="103" y="196"/>
                    </a:cubicBezTo>
                    <a:cubicBezTo>
                      <a:pt x="107" y="199"/>
                      <a:pt x="111" y="200"/>
                      <a:pt x="115" y="200"/>
                    </a:cubicBezTo>
                    <a:cubicBezTo>
                      <a:pt x="116" y="200"/>
                      <a:pt x="117" y="200"/>
                      <a:pt x="118" y="200"/>
                    </a:cubicBezTo>
                    <a:cubicBezTo>
                      <a:pt x="133" y="197"/>
                      <a:pt x="147" y="191"/>
                      <a:pt x="159" y="183"/>
                    </a:cubicBezTo>
                    <a:cubicBezTo>
                      <a:pt x="161" y="181"/>
                      <a:pt x="161" y="179"/>
                      <a:pt x="160" y="177"/>
                    </a:cubicBezTo>
                    <a:cubicBezTo>
                      <a:pt x="159" y="175"/>
                      <a:pt x="156" y="175"/>
                      <a:pt x="154" y="176"/>
                    </a:cubicBezTo>
                    <a:close/>
                    <a:moveTo>
                      <a:pt x="118" y="34"/>
                    </a:moveTo>
                    <a:cubicBezTo>
                      <a:pt x="118" y="31"/>
                      <a:pt x="120" y="30"/>
                      <a:pt x="122" y="30"/>
                    </a:cubicBezTo>
                    <a:cubicBezTo>
                      <a:pt x="124" y="30"/>
                      <a:pt x="126" y="31"/>
                      <a:pt x="126" y="34"/>
                    </a:cubicBezTo>
                    <a:cubicBezTo>
                      <a:pt x="126" y="58"/>
                      <a:pt x="126" y="58"/>
                      <a:pt x="126" y="58"/>
                    </a:cubicBezTo>
                    <a:cubicBezTo>
                      <a:pt x="118" y="58"/>
                      <a:pt x="118" y="58"/>
                      <a:pt x="118" y="58"/>
                    </a:cubicBezTo>
                    <a:lnTo>
                      <a:pt x="118" y="34"/>
                    </a:lnTo>
                    <a:close/>
                    <a:moveTo>
                      <a:pt x="75" y="34"/>
                    </a:moveTo>
                    <a:cubicBezTo>
                      <a:pt x="75" y="31"/>
                      <a:pt x="77" y="30"/>
                      <a:pt x="79" y="30"/>
                    </a:cubicBezTo>
                    <a:cubicBezTo>
                      <a:pt x="81" y="30"/>
                      <a:pt x="83" y="31"/>
                      <a:pt x="83" y="34"/>
                    </a:cubicBezTo>
                    <a:cubicBezTo>
                      <a:pt x="83" y="58"/>
                      <a:pt x="83" y="58"/>
                      <a:pt x="83" y="58"/>
                    </a:cubicBezTo>
                    <a:cubicBezTo>
                      <a:pt x="75" y="58"/>
                      <a:pt x="75" y="58"/>
                      <a:pt x="75" y="58"/>
                    </a:cubicBezTo>
                    <a:lnTo>
                      <a:pt x="75" y="34"/>
                    </a:lnTo>
                    <a:close/>
                    <a:moveTo>
                      <a:pt x="62" y="73"/>
                    </a:moveTo>
                    <a:cubicBezTo>
                      <a:pt x="62" y="69"/>
                      <a:pt x="65" y="66"/>
                      <a:pt x="69" y="66"/>
                    </a:cubicBezTo>
                    <a:cubicBezTo>
                      <a:pt x="132" y="66"/>
                      <a:pt x="132" y="66"/>
                      <a:pt x="132" y="66"/>
                    </a:cubicBezTo>
                    <a:cubicBezTo>
                      <a:pt x="136" y="66"/>
                      <a:pt x="139" y="69"/>
                      <a:pt x="139" y="73"/>
                    </a:cubicBezTo>
                    <a:cubicBezTo>
                      <a:pt x="139" y="76"/>
                      <a:pt x="136" y="80"/>
                      <a:pt x="132" y="80"/>
                    </a:cubicBezTo>
                    <a:cubicBezTo>
                      <a:pt x="69" y="80"/>
                      <a:pt x="69" y="80"/>
                      <a:pt x="69" y="80"/>
                    </a:cubicBezTo>
                    <a:cubicBezTo>
                      <a:pt x="65" y="80"/>
                      <a:pt x="62" y="76"/>
                      <a:pt x="62" y="73"/>
                    </a:cubicBezTo>
                    <a:close/>
                    <a:moveTo>
                      <a:pt x="73" y="105"/>
                    </a:moveTo>
                    <a:cubicBezTo>
                      <a:pt x="73" y="87"/>
                      <a:pt x="73" y="87"/>
                      <a:pt x="73" y="87"/>
                    </a:cubicBezTo>
                    <a:cubicBezTo>
                      <a:pt x="128" y="87"/>
                      <a:pt x="128" y="87"/>
                      <a:pt x="128" y="87"/>
                    </a:cubicBezTo>
                    <a:cubicBezTo>
                      <a:pt x="128" y="105"/>
                      <a:pt x="128" y="105"/>
                      <a:pt x="128" y="105"/>
                    </a:cubicBezTo>
                    <a:cubicBezTo>
                      <a:pt x="128" y="120"/>
                      <a:pt x="116" y="133"/>
                      <a:pt x="101" y="133"/>
                    </a:cubicBezTo>
                    <a:cubicBezTo>
                      <a:pt x="85" y="133"/>
                      <a:pt x="73" y="120"/>
                      <a:pt x="73" y="105"/>
                    </a:cubicBezTo>
                    <a:close/>
                    <a:moveTo>
                      <a:pt x="96" y="145"/>
                    </a:moveTo>
                    <a:cubicBezTo>
                      <a:pt x="96" y="140"/>
                      <a:pt x="96" y="140"/>
                      <a:pt x="96" y="140"/>
                    </a:cubicBezTo>
                    <a:cubicBezTo>
                      <a:pt x="97" y="140"/>
                      <a:pt x="99" y="141"/>
                      <a:pt x="101" y="141"/>
                    </a:cubicBezTo>
                    <a:cubicBezTo>
                      <a:pt x="102" y="141"/>
                      <a:pt x="104" y="140"/>
                      <a:pt x="105" y="140"/>
                    </a:cubicBezTo>
                    <a:cubicBezTo>
                      <a:pt x="105" y="145"/>
                      <a:pt x="105" y="145"/>
                      <a:pt x="105" y="145"/>
                    </a:cubicBezTo>
                    <a:cubicBezTo>
                      <a:pt x="105" y="145"/>
                      <a:pt x="105" y="145"/>
                      <a:pt x="105" y="145"/>
                    </a:cubicBezTo>
                    <a:cubicBezTo>
                      <a:pt x="101" y="145"/>
                      <a:pt x="101" y="145"/>
                      <a:pt x="101" y="145"/>
                    </a:cubicBezTo>
                    <a:cubicBezTo>
                      <a:pt x="101" y="145"/>
                      <a:pt x="101" y="145"/>
                      <a:pt x="101" y="145"/>
                    </a:cubicBezTo>
                    <a:cubicBezTo>
                      <a:pt x="101" y="145"/>
                      <a:pt x="100" y="145"/>
                      <a:pt x="100" y="145"/>
                    </a:cubicBezTo>
                    <a:cubicBezTo>
                      <a:pt x="96" y="145"/>
                      <a:pt x="96" y="145"/>
                      <a:pt x="96" y="145"/>
                    </a:cubicBezTo>
                    <a:cubicBezTo>
                      <a:pt x="96" y="145"/>
                      <a:pt x="96" y="145"/>
                      <a:pt x="96" y="145"/>
                    </a:cubicBezTo>
                    <a:close/>
                    <a:moveTo>
                      <a:pt x="171" y="167"/>
                    </a:moveTo>
                    <a:cubicBezTo>
                      <a:pt x="173" y="168"/>
                      <a:pt x="173" y="171"/>
                      <a:pt x="171" y="172"/>
                    </a:cubicBezTo>
                    <a:cubicBezTo>
                      <a:pt x="171" y="172"/>
                      <a:pt x="171" y="172"/>
                      <a:pt x="171" y="172"/>
                    </a:cubicBezTo>
                    <a:cubicBezTo>
                      <a:pt x="170" y="173"/>
                      <a:pt x="169" y="173"/>
                      <a:pt x="168" y="173"/>
                    </a:cubicBezTo>
                    <a:cubicBezTo>
                      <a:pt x="167" y="173"/>
                      <a:pt x="167" y="173"/>
                      <a:pt x="166" y="172"/>
                    </a:cubicBezTo>
                    <a:cubicBezTo>
                      <a:pt x="164" y="171"/>
                      <a:pt x="164" y="168"/>
                      <a:pt x="166" y="167"/>
                    </a:cubicBezTo>
                    <a:cubicBezTo>
                      <a:pt x="166" y="167"/>
                      <a:pt x="166" y="167"/>
                      <a:pt x="166" y="167"/>
                    </a:cubicBezTo>
                    <a:cubicBezTo>
                      <a:pt x="167" y="165"/>
                      <a:pt x="170" y="165"/>
                      <a:pt x="171" y="167"/>
                    </a:cubicBezTo>
                    <a:close/>
                    <a:moveTo>
                      <a:pt x="181" y="160"/>
                    </a:moveTo>
                    <a:cubicBezTo>
                      <a:pt x="181" y="161"/>
                      <a:pt x="179" y="162"/>
                      <a:pt x="178" y="162"/>
                    </a:cubicBezTo>
                    <a:cubicBezTo>
                      <a:pt x="177" y="162"/>
                      <a:pt x="177" y="162"/>
                      <a:pt x="176" y="161"/>
                    </a:cubicBezTo>
                    <a:cubicBezTo>
                      <a:pt x="174" y="160"/>
                      <a:pt x="174" y="158"/>
                      <a:pt x="175" y="156"/>
                    </a:cubicBezTo>
                    <a:cubicBezTo>
                      <a:pt x="202" y="119"/>
                      <a:pt x="198" y="69"/>
                      <a:pt x="166" y="36"/>
                    </a:cubicBezTo>
                    <a:cubicBezTo>
                      <a:pt x="134" y="5"/>
                      <a:pt x="83" y="1"/>
                      <a:pt x="47" y="26"/>
                    </a:cubicBezTo>
                    <a:cubicBezTo>
                      <a:pt x="45" y="28"/>
                      <a:pt x="43" y="27"/>
                      <a:pt x="42" y="25"/>
                    </a:cubicBezTo>
                    <a:cubicBezTo>
                      <a:pt x="40" y="24"/>
                      <a:pt x="41" y="21"/>
                      <a:pt x="43" y="20"/>
                    </a:cubicBezTo>
                    <a:cubicBezTo>
                      <a:pt x="62" y="7"/>
                      <a:pt x="85" y="0"/>
                      <a:pt x="108" y="2"/>
                    </a:cubicBezTo>
                    <a:cubicBezTo>
                      <a:pt x="132" y="4"/>
                      <a:pt x="155" y="14"/>
                      <a:pt x="171" y="31"/>
                    </a:cubicBezTo>
                    <a:cubicBezTo>
                      <a:pt x="188" y="48"/>
                      <a:pt x="198" y="70"/>
                      <a:pt x="200" y="94"/>
                    </a:cubicBezTo>
                    <a:cubicBezTo>
                      <a:pt x="202" y="118"/>
                      <a:pt x="195" y="141"/>
                      <a:pt x="181" y="160"/>
                    </a:cubicBezTo>
                    <a:close/>
                    <a:moveTo>
                      <a:pt x="29" y="37"/>
                    </a:moveTo>
                    <a:cubicBezTo>
                      <a:pt x="28" y="35"/>
                      <a:pt x="28" y="33"/>
                      <a:pt x="29" y="31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1" y="30"/>
                      <a:pt x="33" y="30"/>
                      <a:pt x="35" y="31"/>
                    </a:cubicBezTo>
                    <a:cubicBezTo>
                      <a:pt x="36" y="33"/>
                      <a:pt x="36" y="35"/>
                      <a:pt x="35" y="37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4" y="38"/>
                      <a:pt x="33" y="38"/>
                      <a:pt x="32" y="38"/>
                    </a:cubicBezTo>
                    <a:cubicBezTo>
                      <a:pt x="31" y="38"/>
                      <a:pt x="30" y="38"/>
                      <a:pt x="29" y="37"/>
                    </a:cubicBezTo>
                    <a:close/>
                    <a:moveTo>
                      <a:pt x="98" y="124"/>
                    </a:moveTo>
                    <a:cubicBezTo>
                      <a:pt x="97" y="124"/>
                      <a:pt x="97" y="124"/>
                      <a:pt x="96" y="124"/>
                    </a:cubicBezTo>
                    <a:cubicBezTo>
                      <a:pt x="94" y="123"/>
                      <a:pt x="93" y="120"/>
                      <a:pt x="94" y="118"/>
                    </a:cubicBezTo>
                    <a:cubicBezTo>
                      <a:pt x="99" y="110"/>
                      <a:pt x="99" y="110"/>
                      <a:pt x="99" y="110"/>
                    </a:cubicBezTo>
                    <a:cubicBezTo>
                      <a:pt x="95" y="110"/>
                      <a:pt x="95" y="110"/>
                      <a:pt x="95" y="110"/>
                    </a:cubicBezTo>
                    <a:cubicBezTo>
                      <a:pt x="94" y="110"/>
                      <a:pt x="92" y="109"/>
                      <a:pt x="92" y="108"/>
                    </a:cubicBezTo>
                    <a:cubicBezTo>
                      <a:pt x="91" y="106"/>
                      <a:pt x="91" y="105"/>
                      <a:pt x="92" y="103"/>
                    </a:cubicBezTo>
                    <a:cubicBezTo>
                      <a:pt x="102" y="91"/>
                      <a:pt x="102" y="91"/>
                      <a:pt x="102" y="91"/>
                    </a:cubicBezTo>
                    <a:cubicBezTo>
                      <a:pt x="104" y="89"/>
                      <a:pt x="106" y="89"/>
                      <a:pt x="108" y="90"/>
                    </a:cubicBezTo>
                    <a:cubicBezTo>
                      <a:pt x="109" y="91"/>
                      <a:pt x="110" y="94"/>
                      <a:pt x="108" y="95"/>
                    </a:cubicBezTo>
                    <a:cubicBezTo>
                      <a:pt x="103" y="102"/>
                      <a:pt x="103" y="102"/>
                      <a:pt x="103" y="102"/>
                    </a:cubicBezTo>
                    <a:cubicBezTo>
                      <a:pt x="106" y="102"/>
                      <a:pt x="106" y="102"/>
                      <a:pt x="106" y="102"/>
                    </a:cubicBezTo>
                    <a:cubicBezTo>
                      <a:pt x="107" y="102"/>
                      <a:pt x="109" y="103"/>
                      <a:pt x="109" y="104"/>
                    </a:cubicBezTo>
                    <a:cubicBezTo>
                      <a:pt x="110" y="105"/>
                      <a:pt x="110" y="107"/>
                      <a:pt x="109" y="108"/>
                    </a:cubicBezTo>
                    <a:cubicBezTo>
                      <a:pt x="101" y="122"/>
                      <a:pt x="101" y="122"/>
                      <a:pt x="101" y="122"/>
                    </a:cubicBezTo>
                    <a:cubicBezTo>
                      <a:pt x="101" y="123"/>
                      <a:pt x="99" y="124"/>
                      <a:pt x="98" y="124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rnd" cmpd="sng" algn="ctr">
                <a:noFill/>
                <a:prstDash val="solid"/>
                <a:round/>
                <a:headEnd type="none" w="sm" len="sm"/>
                <a:tailEnd type="none" w="med" len="med"/>
              </a:ln>
              <a:effectLst>
                <a:glow rad="12700">
                  <a:schemeClr val="bg1">
                    <a:alpha val="25000"/>
                  </a:scheme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3D38831-69C2-5B1C-C957-37423A8FD3F8}"/>
                </a:ext>
              </a:extLst>
            </p:cNvPr>
            <p:cNvGrpSpPr/>
            <p:nvPr/>
          </p:nvGrpSpPr>
          <p:grpSpPr>
            <a:xfrm>
              <a:off x="1818810" y="1230759"/>
              <a:ext cx="441454" cy="441454"/>
              <a:chOff x="2197032" y="1258195"/>
              <a:chExt cx="441454" cy="441454"/>
            </a:xfrm>
          </p:grpSpPr>
          <p:grpSp>
            <p:nvGrpSpPr>
              <p:cNvPr id="486" name="Group 485">
                <a:extLst>
                  <a:ext uri="{FF2B5EF4-FFF2-40B4-BE49-F238E27FC236}">
                    <a16:creationId xmlns:a16="http://schemas.microsoft.com/office/drawing/2014/main" id="{201578F4-E24B-7D7E-ADFF-7654A2EA637D}"/>
                  </a:ext>
                </a:extLst>
              </p:cNvPr>
              <p:cNvGrpSpPr/>
              <p:nvPr/>
            </p:nvGrpSpPr>
            <p:grpSpPr>
              <a:xfrm>
                <a:off x="2197032" y="1258195"/>
                <a:ext cx="441454" cy="441454"/>
                <a:chOff x="1975655" y="1234941"/>
                <a:chExt cx="2286951" cy="2286953"/>
              </a:xfrm>
            </p:grpSpPr>
            <p:sp>
              <p:nvSpPr>
                <p:cNvPr id="488" name="Freeform: Shape 487">
                  <a:extLst>
                    <a:ext uri="{FF2B5EF4-FFF2-40B4-BE49-F238E27FC236}">
                      <a16:creationId xmlns:a16="http://schemas.microsoft.com/office/drawing/2014/main" id="{4F790DE2-8EE4-C1AA-5A05-B00F12594BD2}"/>
                    </a:ext>
                  </a:extLst>
                </p:cNvPr>
                <p:cNvSpPr/>
                <p:nvPr/>
              </p:nvSpPr>
              <p:spPr>
                <a:xfrm>
                  <a:off x="1975655" y="1234941"/>
                  <a:ext cx="2286951" cy="2286953"/>
                </a:xfrm>
                <a:custGeom>
                  <a:avLst/>
                  <a:gdLst>
                    <a:gd name="connsiteX0" fmla="*/ 2286953 w 2286952"/>
                    <a:gd name="connsiteY0" fmla="*/ 1143476 h 2286952"/>
                    <a:gd name="connsiteX1" fmla="*/ 1143476 w 2286952"/>
                    <a:gd name="connsiteY1" fmla="*/ 2286953 h 2286952"/>
                    <a:gd name="connsiteX2" fmla="*/ 0 w 2286952"/>
                    <a:gd name="connsiteY2" fmla="*/ 1143476 h 2286952"/>
                    <a:gd name="connsiteX3" fmla="*/ 1143476 w 2286952"/>
                    <a:gd name="connsiteY3" fmla="*/ 0 h 2286952"/>
                    <a:gd name="connsiteX4" fmla="*/ 2286953 w 2286952"/>
                    <a:gd name="connsiteY4" fmla="*/ 1143476 h 2286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952" h="2286952">
                      <a:moveTo>
                        <a:pt x="2286953" y="1143476"/>
                      </a:moveTo>
                      <a:cubicBezTo>
                        <a:pt x="2286953" y="1775001"/>
                        <a:pt x="1775001" y="2286953"/>
                        <a:pt x="1143476" y="2286953"/>
                      </a:cubicBezTo>
                      <a:cubicBezTo>
                        <a:pt x="511952" y="2286953"/>
                        <a:pt x="0" y="1775001"/>
                        <a:pt x="0" y="1143476"/>
                      </a:cubicBezTo>
                      <a:cubicBezTo>
                        <a:pt x="0" y="511952"/>
                        <a:pt x="511952" y="0"/>
                        <a:pt x="1143476" y="0"/>
                      </a:cubicBezTo>
                      <a:cubicBezTo>
                        <a:pt x="1775001" y="0"/>
                        <a:pt x="2286953" y="511952"/>
                        <a:pt x="2286953" y="114347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0000">
                      <a:srgbClr val="7ECAF8"/>
                    </a:gs>
                    <a:gs pos="48000">
                      <a:srgbClr val="459FE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9" name="Freeform: Shape 488">
                  <a:extLst>
                    <a:ext uri="{FF2B5EF4-FFF2-40B4-BE49-F238E27FC236}">
                      <a16:creationId xmlns:a16="http://schemas.microsoft.com/office/drawing/2014/main" id="{553E865E-5020-0157-0019-E43BCE48D913}"/>
                    </a:ext>
                  </a:extLst>
                </p:cNvPr>
                <p:cNvSpPr/>
                <p:nvPr/>
              </p:nvSpPr>
              <p:spPr>
                <a:xfrm>
                  <a:off x="2125511" y="1370805"/>
                  <a:ext cx="1333936" cy="1003100"/>
                </a:xfrm>
                <a:custGeom>
                  <a:avLst/>
                  <a:gdLst>
                    <a:gd name="connsiteX0" fmla="*/ 1066895 w 1217528"/>
                    <a:gd name="connsiteY0" fmla="*/ 191296 h 915576"/>
                    <a:gd name="connsiteX1" fmla="*/ 0 w 1217528"/>
                    <a:gd name="connsiteY1" fmla="*/ 915577 h 915576"/>
                    <a:gd name="connsiteX2" fmla="*/ 8572 w 1217528"/>
                    <a:gd name="connsiteY2" fmla="*/ 824137 h 915576"/>
                    <a:gd name="connsiteX3" fmla="*/ 1092708 w 1217528"/>
                    <a:gd name="connsiteY3" fmla="*/ 9654 h 915576"/>
                    <a:gd name="connsiteX4" fmla="*/ 1216628 w 1217528"/>
                    <a:gd name="connsiteY4" fmla="*/ 122049 h 915576"/>
                    <a:gd name="connsiteX5" fmla="*/ 1066895 w 1217528"/>
                    <a:gd name="connsiteY5" fmla="*/ 191296 h 915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7528" h="915576">
                      <a:moveTo>
                        <a:pt x="1066895" y="191296"/>
                      </a:moveTo>
                      <a:cubicBezTo>
                        <a:pt x="573215" y="121192"/>
                        <a:pt x="114110" y="440375"/>
                        <a:pt x="0" y="915577"/>
                      </a:cubicBezTo>
                      <a:cubicBezTo>
                        <a:pt x="1429" y="885287"/>
                        <a:pt x="4191" y="854712"/>
                        <a:pt x="8572" y="824137"/>
                      </a:cubicBezTo>
                      <a:cubicBezTo>
                        <a:pt x="83058" y="299786"/>
                        <a:pt x="568357" y="-64831"/>
                        <a:pt x="1092708" y="9654"/>
                      </a:cubicBezTo>
                      <a:cubicBezTo>
                        <a:pt x="1092708" y="9654"/>
                        <a:pt x="1229868" y="28990"/>
                        <a:pt x="1216628" y="122049"/>
                      </a:cubicBezTo>
                      <a:cubicBezTo>
                        <a:pt x="1202341" y="222347"/>
                        <a:pt x="1066895" y="191296"/>
                        <a:pt x="1066895" y="191296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25000"/>
                      </a:schemeClr>
                    </a:gs>
                    <a:gs pos="0">
                      <a:schemeClr val="bg1">
                        <a:alpha val="45000"/>
                      </a:schemeClr>
                    </a:gs>
                  </a:gsLst>
                  <a:lin ang="108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87" name="Freeform 57">
                <a:extLst>
                  <a:ext uri="{FF2B5EF4-FFF2-40B4-BE49-F238E27FC236}">
                    <a16:creationId xmlns:a16="http://schemas.microsoft.com/office/drawing/2014/main" id="{E3902D05-D19D-5CC2-EDF4-28315D84E4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77274" y="1371599"/>
                <a:ext cx="232236" cy="230981"/>
              </a:xfrm>
              <a:custGeom>
                <a:avLst/>
                <a:gdLst>
                  <a:gd name="T0" fmla="*/ 128 w 2053"/>
                  <a:gd name="T1" fmla="*/ 1362 h 2050"/>
                  <a:gd name="T2" fmla="*/ 132 w 2053"/>
                  <a:gd name="T3" fmla="*/ 1550 h 2050"/>
                  <a:gd name="T4" fmla="*/ 203 w 2053"/>
                  <a:gd name="T5" fmla="*/ 1667 h 2050"/>
                  <a:gd name="T6" fmla="*/ 358 w 2053"/>
                  <a:gd name="T7" fmla="*/ 1876 h 2050"/>
                  <a:gd name="T8" fmla="*/ 1673 w 2053"/>
                  <a:gd name="T9" fmla="*/ 2048 h 2050"/>
                  <a:gd name="T10" fmla="*/ 1649 w 2053"/>
                  <a:gd name="T11" fmla="*/ 1901 h 2050"/>
                  <a:gd name="T12" fmla="*/ 1516 w 2053"/>
                  <a:gd name="T13" fmla="*/ 1581 h 2050"/>
                  <a:gd name="T14" fmla="*/ 1614 w 2053"/>
                  <a:gd name="T15" fmla="*/ 1976 h 2050"/>
                  <a:gd name="T16" fmla="*/ 753 w 2053"/>
                  <a:gd name="T17" fmla="*/ 1753 h 2050"/>
                  <a:gd name="T18" fmla="*/ 985 w 2053"/>
                  <a:gd name="T19" fmla="*/ 1505 h 2050"/>
                  <a:gd name="T20" fmla="*/ 638 w 2053"/>
                  <a:gd name="T21" fmla="*/ 1721 h 2050"/>
                  <a:gd name="T22" fmla="*/ 266 w 2053"/>
                  <a:gd name="T23" fmla="*/ 1703 h 2050"/>
                  <a:gd name="T24" fmla="*/ 202 w 2053"/>
                  <a:gd name="T25" fmla="*/ 1535 h 2050"/>
                  <a:gd name="T26" fmla="*/ 167 w 2053"/>
                  <a:gd name="T27" fmla="*/ 1434 h 2050"/>
                  <a:gd name="T28" fmla="*/ 122 w 2053"/>
                  <a:gd name="T29" fmla="*/ 1238 h 2050"/>
                  <a:gd name="T30" fmla="*/ 261 w 2053"/>
                  <a:gd name="T31" fmla="*/ 902 h 2050"/>
                  <a:gd name="T32" fmla="*/ 201 w 2053"/>
                  <a:gd name="T33" fmla="*/ 711 h 2050"/>
                  <a:gd name="T34" fmla="*/ 284 w 2053"/>
                  <a:gd name="T35" fmla="*/ 463 h 2050"/>
                  <a:gd name="T36" fmla="*/ 1194 w 2053"/>
                  <a:gd name="T37" fmla="*/ 80 h 2050"/>
                  <a:gd name="T38" fmla="*/ 699 w 2053"/>
                  <a:gd name="T39" fmla="*/ 50 h 2050"/>
                  <a:gd name="T40" fmla="*/ 187 w 2053"/>
                  <a:gd name="T41" fmla="*/ 563 h 2050"/>
                  <a:gd name="T42" fmla="*/ 178 w 2053"/>
                  <a:gd name="T43" fmla="*/ 821 h 2050"/>
                  <a:gd name="T44" fmla="*/ 6 w 2053"/>
                  <a:gd name="T45" fmla="*/ 1214 h 2050"/>
                  <a:gd name="T46" fmla="*/ 412 w 2053"/>
                  <a:gd name="T47" fmla="*/ 510 h 2050"/>
                  <a:gd name="T48" fmla="*/ 677 w 2053"/>
                  <a:gd name="T49" fmla="*/ 212 h 2050"/>
                  <a:gd name="T50" fmla="*/ 323 w 2053"/>
                  <a:gd name="T51" fmla="*/ 579 h 2050"/>
                  <a:gd name="T52" fmla="*/ 386 w 2053"/>
                  <a:gd name="T53" fmla="*/ 609 h 2050"/>
                  <a:gd name="T54" fmla="*/ 278 w 2053"/>
                  <a:gd name="T55" fmla="*/ 719 h 2050"/>
                  <a:gd name="T56" fmla="*/ 1120 w 2053"/>
                  <a:gd name="T57" fmla="*/ 1077 h 2050"/>
                  <a:gd name="T58" fmla="*/ 1234 w 2053"/>
                  <a:gd name="T59" fmla="*/ 1463 h 2050"/>
                  <a:gd name="T60" fmla="*/ 1507 w 2053"/>
                  <a:gd name="T61" fmla="*/ 1463 h 2050"/>
                  <a:gd name="T62" fmla="*/ 1620 w 2053"/>
                  <a:gd name="T63" fmla="*/ 1077 h 2050"/>
                  <a:gd name="T64" fmla="*/ 927 w 2053"/>
                  <a:gd name="T65" fmla="*/ 692 h 2050"/>
                  <a:gd name="T66" fmla="*/ 1234 w 2053"/>
                  <a:gd name="T67" fmla="*/ 685 h 2050"/>
                  <a:gd name="T68" fmla="*/ 1336 w 2053"/>
                  <a:gd name="T69" fmla="*/ 1197 h 2050"/>
                  <a:gd name="T70" fmla="*/ 1370 w 2053"/>
                  <a:gd name="T71" fmla="*/ 1538 h 2050"/>
                  <a:gd name="T72" fmla="*/ 1507 w 2053"/>
                  <a:gd name="T73" fmla="*/ 1367 h 2050"/>
                  <a:gd name="T74" fmla="*/ 1234 w 2053"/>
                  <a:gd name="T75" fmla="*/ 1299 h 2050"/>
                  <a:gd name="T76" fmla="*/ 1507 w 2053"/>
                  <a:gd name="T77" fmla="*/ 1367 h 2050"/>
                  <a:gd name="T78" fmla="*/ 1473 w 2053"/>
                  <a:gd name="T79" fmla="*/ 1124 h 2050"/>
                  <a:gd name="T80" fmla="*/ 1507 w 2053"/>
                  <a:gd name="T81" fmla="*/ 616 h 2050"/>
                  <a:gd name="T82" fmla="*/ 1336 w 2053"/>
                  <a:gd name="T83" fmla="*/ 719 h 2050"/>
                  <a:gd name="T84" fmla="*/ 1268 w 2053"/>
                  <a:gd name="T85" fmla="*/ 821 h 2050"/>
                  <a:gd name="T86" fmla="*/ 995 w 2053"/>
                  <a:gd name="T87" fmla="*/ 693 h 2050"/>
                  <a:gd name="T88" fmla="*/ 1473 w 2053"/>
                  <a:gd name="T89" fmla="*/ 719 h 2050"/>
                  <a:gd name="T90" fmla="*/ 1473 w 2053"/>
                  <a:gd name="T91" fmla="*/ 753 h 2050"/>
                  <a:gd name="T92" fmla="*/ 2019 w 2053"/>
                  <a:gd name="T93" fmla="*/ 651 h 2050"/>
                  <a:gd name="T94" fmla="*/ 1756 w 2053"/>
                  <a:gd name="T95" fmla="*/ 333 h 2050"/>
                  <a:gd name="T96" fmla="*/ 1838 w 2053"/>
                  <a:gd name="T97" fmla="*/ 193 h 2050"/>
                  <a:gd name="T98" fmla="*/ 1756 w 2053"/>
                  <a:gd name="T99" fmla="*/ 333 h 2050"/>
                  <a:gd name="T100" fmla="*/ 1370 w 2053"/>
                  <a:gd name="T101" fmla="*/ 2 h 2050"/>
                  <a:gd name="T102" fmla="*/ 1008 w 2053"/>
                  <a:gd name="T103" fmla="*/ 323 h 2050"/>
                  <a:gd name="T104" fmla="*/ 903 w 2053"/>
                  <a:gd name="T105" fmla="*/ 193 h 2050"/>
                  <a:gd name="T106" fmla="*/ 984 w 2053"/>
                  <a:gd name="T107" fmla="*/ 333 h 2050"/>
                  <a:gd name="T108" fmla="*/ 722 w 2053"/>
                  <a:gd name="T109" fmla="*/ 719 h 2050"/>
                  <a:gd name="T110" fmla="*/ 722 w 2053"/>
                  <a:gd name="T111" fmla="*/ 651 h 20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053" h="2050">
                    <a:moveTo>
                      <a:pt x="55" y="1278"/>
                    </a:moveTo>
                    <a:cubicBezTo>
                      <a:pt x="66" y="1286"/>
                      <a:pt x="78" y="1293"/>
                      <a:pt x="91" y="1299"/>
                    </a:cubicBezTo>
                    <a:cubicBezTo>
                      <a:pt x="105" y="1306"/>
                      <a:pt x="130" y="1319"/>
                      <a:pt x="132" y="1328"/>
                    </a:cubicBezTo>
                    <a:cubicBezTo>
                      <a:pt x="134" y="1339"/>
                      <a:pt x="133" y="1351"/>
                      <a:pt x="128" y="1362"/>
                    </a:cubicBezTo>
                    <a:cubicBezTo>
                      <a:pt x="123" y="1373"/>
                      <a:pt x="117" y="1383"/>
                      <a:pt x="113" y="1391"/>
                    </a:cubicBezTo>
                    <a:cubicBezTo>
                      <a:pt x="100" y="1413"/>
                      <a:pt x="79" y="1450"/>
                      <a:pt x="111" y="1476"/>
                    </a:cubicBezTo>
                    <a:cubicBezTo>
                      <a:pt x="118" y="1482"/>
                      <a:pt x="131" y="1492"/>
                      <a:pt x="143" y="1501"/>
                    </a:cubicBezTo>
                    <a:cubicBezTo>
                      <a:pt x="134" y="1516"/>
                      <a:pt x="130" y="1533"/>
                      <a:pt x="132" y="1550"/>
                    </a:cubicBezTo>
                    <a:cubicBezTo>
                      <a:pt x="133" y="1564"/>
                      <a:pt x="141" y="1576"/>
                      <a:pt x="152" y="1584"/>
                    </a:cubicBezTo>
                    <a:cubicBezTo>
                      <a:pt x="159" y="1589"/>
                      <a:pt x="168" y="1594"/>
                      <a:pt x="175" y="1599"/>
                    </a:cubicBezTo>
                    <a:cubicBezTo>
                      <a:pt x="196" y="1610"/>
                      <a:pt x="204" y="1615"/>
                      <a:pt x="206" y="1626"/>
                    </a:cubicBezTo>
                    <a:cubicBezTo>
                      <a:pt x="208" y="1640"/>
                      <a:pt x="207" y="1654"/>
                      <a:pt x="203" y="1667"/>
                    </a:cubicBezTo>
                    <a:cubicBezTo>
                      <a:pt x="201" y="1676"/>
                      <a:pt x="199" y="1685"/>
                      <a:pt x="198" y="1694"/>
                    </a:cubicBezTo>
                    <a:cubicBezTo>
                      <a:pt x="194" y="1725"/>
                      <a:pt x="198" y="1757"/>
                      <a:pt x="209" y="1786"/>
                    </a:cubicBezTo>
                    <a:cubicBezTo>
                      <a:pt x="224" y="1841"/>
                      <a:pt x="273" y="1878"/>
                      <a:pt x="330" y="1879"/>
                    </a:cubicBezTo>
                    <a:cubicBezTo>
                      <a:pt x="339" y="1879"/>
                      <a:pt x="348" y="1878"/>
                      <a:pt x="358" y="1876"/>
                    </a:cubicBezTo>
                    <a:cubicBezTo>
                      <a:pt x="455" y="1853"/>
                      <a:pt x="551" y="1824"/>
                      <a:pt x="645" y="1790"/>
                    </a:cubicBezTo>
                    <a:cubicBezTo>
                      <a:pt x="722" y="1835"/>
                      <a:pt x="771" y="1973"/>
                      <a:pt x="784" y="2024"/>
                    </a:cubicBezTo>
                    <a:cubicBezTo>
                      <a:pt x="787" y="2039"/>
                      <a:pt x="801" y="2050"/>
                      <a:pt x="817" y="2050"/>
                    </a:cubicBezTo>
                    <a:cubicBezTo>
                      <a:pt x="1673" y="2048"/>
                      <a:pt x="1673" y="2048"/>
                      <a:pt x="1673" y="2048"/>
                    </a:cubicBezTo>
                    <a:cubicBezTo>
                      <a:pt x="1684" y="2048"/>
                      <a:pt x="1694" y="2042"/>
                      <a:pt x="1701" y="2034"/>
                    </a:cubicBezTo>
                    <a:cubicBezTo>
                      <a:pt x="1707" y="2025"/>
                      <a:pt x="1709" y="2014"/>
                      <a:pt x="1706" y="2003"/>
                    </a:cubicBezTo>
                    <a:cubicBezTo>
                      <a:pt x="1697" y="1980"/>
                      <a:pt x="1686" y="1958"/>
                      <a:pt x="1671" y="1938"/>
                    </a:cubicBezTo>
                    <a:cubicBezTo>
                      <a:pt x="1663" y="1927"/>
                      <a:pt x="1656" y="1914"/>
                      <a:pt x="1649" y="1901"/>
                    </a:cubicBezTo>
                    <a:cubicBezTo>
                      <a:pt x="1634" y="1870"/>
                      <a:pt x="1621" y="1838"/>
                      <a:pt x="1611" y="1804"/>
                    </a:cubicBezTo>
                    <a:cubicBezTo>
                      <a:pt x="1592" y="1739"/>
                      <a:pt x="1578" y="1672"/>
                      <a:pt x="1571" y="1605"/>
                    </a:cubicBezTo>
                    <a:cubicBezTo>
                      <a:pt x="1570" y="1592"/>
                      <a:pt x="1562" y="1581"/>
                      <a:pt x="1550" y="1576"/>
                    </a:cubicBezTo>
                    <a:cubicBezTo>
                      <a:pt x="1539" y="1571"/>
                      <a:pt x="1526" y="1573"/>
                      <a:pt x="1516" y="1581"/>
                    </a:cubicBezTo>
                    <a:cubicBezTo>
                      <a:pt x="1506" y="1588"/>
                      <a:pt x="1501" y="1601"/>
                      <a:pt x="1503" y="1613"/>
                    </a:cubicBezTo>
                    <a:cubicBezTo>
                      <a:pt x="1511" y="1685"/>
                      <a:pt x="1525" y="1756"/>
                      <a:pt x="1546" y="1825"/>
                    </a:cubicBezTo>
                    <a:cubicBezTo>
                      <a:pt x="1557" y="1861"/>
                      <a:pt x="1571" y="1897"/>
                      <a:pt x="1588" y="1931"/>
                    </a:cubicBezTo>
                    <a:cubicBezTo>
                      <a:pt x="1596" y="1947"/>
                      <a:pt x="1604" y="1962"/>
                      <a:pt x="1614" y="1976"/>
                    </a:cubicBezTo>
                    <a:cubicBezTo>
                      <a:pt x="1617" y="1980"/>
                      <a:pt x="1617" y="1980"/>
                      <a:pt x="1617" y="1980"/>
                    </a:cubicBezTo>
                    <a:cubicBezTo>
                      <a:pt x="842" y="1982"/>
                      <a:pt x="842" y="1982"/>
                      <a:pt x="842" y="1982"/>
                    </a:cubicBezTo>
                    <a:cubicBezTo>
                      <a:pt x="820" y="1901"/>
                      <a:pt x="779" y="1826"/>
                      <a:pt x="722" y="1764"/>
                    </a:cubicBezTo>
                    <a:cubicBezTo>
                      <a:pt x="753" y="1753"/>
                      <a:pt x="753" y="1753"/>
                      <a:pt x="753" y="1753"/>
                    </a:cubicBezTo>
                    <a:cubicBezTo>
                      <a:pt x="776" y="1745"/>
                      <a:pt x="793" y="1739"/>
                      <a:pt x="802" y="1736"/>
                    </a:cubicBezTo>
                    <a:cubicBezTo>
                      <a:pt x="948" y="1690"/>
                      <a:pt x="1021" y="1623"/>
                      <a:pt x="1019" y="1538"/>
                    </a:cubicBezTo>
                    <a:cubicBezTo>
                      <a:pt x="1019" y="1529"/>
                      <a:pt x="1016" y="1520"/>
                      <a:pt x="1009" y="1514"/>
                    </a:cubicBezTo>
                    <a:cubicBezTo>
                      <a:pt x="1003" y="1508"/>
                      <a:pt x="994" y="1504"/>
                      <a:pt x="985" y="1505"/>
                    </a:cubicBezTo>
                    <a:cubicBezTo>
                      <a:pt x="966" y="1505"/>
                      <a:pt x="951" y="1521"/>
                      <a:pt x="951" y="1540"/>
                    </a:cubicBezTo>
                    <a:cubicBezTo>
                      <a:pt x="952" y="1575"/>
                      <a:pt x="923" y="1626"/>
                      <a:pt x="781" y="1671"/>
                    </a:cubicBezTo>
                    <a:cubicBezTo>
                      <a:pt x="772" y="1674"/>
                      <a:pt x="754" y="1680"/>
                      <a:pt x="731" y="1688"/>
                    </a:cubicBezTo>
                    <a:cubicBezTo>
                      <a:pt x="705" y="1697"/>
                      <a:pt x="673" y="1709"/>
                      <a:pt x="638" y="1721"/>
                    </a:cubicBezTo>
                    <a:cubicBezTo>
                      <a:pt x="637" y="1721"/>
                      <a:pt x="637" y="1721"/>
                      <a:pt x="637" y="1721"/>
                    </a:cubicBezTo>
                    <a:cubicBezTo>
                      <a:pt x="541" y="1756"/>
                      <a:pt x="443" y="1786"/>
                      <a:pt x="344" y="1809"/>
                    </a:cubicBezTo>
                    <a:cubicBezTo>
                      <a:pt x="312" y="1816"/>
                      <a:pt x="281" y="1796"/>
                      <a:pt x="274" y="1764"/>
                    </a:cubicBezTo>
                    <a:cubicBezTo>
                      <a:pt x="266" y="1745"/>
                      <a:pt x="263" y="1724"/>
                      <a:pt x="266" y="1703"/>
                    </a:cubicBezTo>
                    <a:cubicBezTo>
                      <a:pt x="266" y="1696"/>
                      <a:pt x="268" y="1689"/>
                      <a:pt x="270" y="1682"/>
                    </a:cubicBezTo>
                    <a:cubicBezTo>
                      <a:pt x="277" y="1658"/>
                      <a:pt x="278" y="1633"/>
                      <a:pt x="273" y="1609"/>
                    </a:cubicBezTo>
                    <a:cubicBezTo>
                      <a:pt x="263" y="1578"/>
                      <a:pt x="240" y="1552"/>
                      <a:pt x="209" y="1539"/>
                    </a:cubicBezTo>
                    <a:cubicBezTo>
                      <a:pt x="202" y="1535"/>
                      <a:pt x="202" y="1535"/>
                      <a:pt x="202" y="1535"/>
                    </a:cubicBezTo>
                    <a:cubicBezTo>
                      <a:pt x="206" y="1528"/>
                      <a:pt x="210" y="1521"/>
                      <a:pt x="215" y="1514"/>
                    </a:cubicBezTo>
                    <a:cubicBezTo>
                      <a:pt x="221" y="1507"/>
                      <a:pt x="224" y="1498"/>
                      <a:pt x="222" y="1488"/>
                    </a:cubicBezTo>
                    <a:cubicBezTo>
                      <a:pt x="221" y="1479"/>
                      <a:pt x="216" y="1471"/>
                      <a:pt x="209" y="1465"/>
                    </a:cubicBezTo>
                    <a:cubicBezTo>
                      <a:pt x="201" y="1459"/>
                      <a:pt x="181" y="1445"/>
                      <a:pt x="167" y="1434"/>
                    </a:cubicBezTo>
                    <a:cubicBezTo>
                      <a:pt x="169" y="1431"/>
                      <a:pt x="171" y="1427"/>
                      <a:pt x="172" y="1424"/>
                    </a:cubicBezTo>
                    <a:cubicBezTo>
                      <a:pt x="178" y="1415"/>
                      <a:pt x="184" y="1404"/>
                      <a:pt x="190" y="1391"/>
                    </a:cubicBezTo>
                    <a:cubicBezTo>
                      <a:pt x="201" y="1368"/>
                      <a:pt x="204" y="1341"/>
                      <a:pt x="199" y="1315"/>
                    </a:cubicBezTo>
                    <a:cubicBezTo>
                      <a:pt x="191" y="1273"/>
                      <a:pt x="151" y="1253"/>
                      <a:pt x="122" y="1238"/>
                    </a:cubicBezTo>
                    <a:cubicBezTo>
                      <a:pt x="112" y="1233"/>
                      <a:pt x="103" y="1228"/>
                      <a:pt x="94" y="1222"/>
                    </a:cubicBezTo>
                    <a:cubicBezTo>
                      <a:pt x="86" y="1217"/>
                      <a:pt x="80" y="1211"/>
                      <a:pt x="73" y="1205"/>
                    </a:cubicBezTo>
                    <a:cubicBezTo>
                      <a:pt x="73" y="1200"/>
                      <a:pt x="79" y="1188"/>
                      <a:pt x="105" y="1156"/>
                    </a:cubicBezTo>
                    <a:cubicBezTo>
                      <a:pt x="166" y="1077"/>
                      <a:pt x="218" y="992"/>
                      <a:pt x="261" y="902"/>
                    </a:cubicBezTo>
                    <a:cubicBezTo>
                      <a:pt x="269" y="888"/>
                      <a:pt x="274" y="872"/>
                      <a:pt x="274" y="856"/>
                    </a:cubicBezTo>
                    <a:cubicBezTo>
                      <a:pt x="271" y="822"/>
                      <a:pt x="253" y="790"/>
                      <a:pt x="224" y="771"/>
                    </a:cubicBezTo>
                    <a:cubicBezTo>
                      <a:pt x="211" y="758"/>
                      <a:pt x="198" y="746"/>
                      <a:pt x="196" y="735"/>
                    </a:cubicBezTo>
                    <a:cubicBezTo>
                      <a:pt x="196" y="727"/>
                      <a:pt x="198" y="719"/>
                      <a:pt x="201" y="711"/>
                    </a:cubicBezTo>
                    <a:cubicBezTo>
                      <a:pt x="207" y="697"/>
                      <a:pt x="213" y="682"/>
                      <a:pt x="220" y="668"/>
                    </a:cubicBezTo>
                    <a:cubicBezTo>
                      <a:pt x="234" y="639"/>
                      <a:pt x="245" y="609"/>
                      <a:pt x="253" y="578"/>
                    </a:cubicBezTo>
                    <a:cubicBezTo>
                      <a:pt x="257" y="564"/>
                      <a:pt x="257" y="564"/>
                      <a:pt x="257" y="564"/>
                    </a:cubicBezTo>
                    <a:cubicBezTo>
                      <a:pt x="264" y="529"/>
                      <a:pt x="273" y="496"/>
                      <a:pt x="284" y="463"/>
                    </a:cubicBezTo>
                    <a:cubicBezTo>
                      <a:pt x="311" y="389"/>
                      <a:pt x="353" y="320"/>
                      <a:pt x="407" y="263"/>
                    </a:cubicBezTo>
                    <a:cubicBezTo>
                      <a:pt x="472" y="194"/>
                      <a:pt x="575" y="145"/>
                      <a:pt x="713" y="117"/>
                    </a:cubicBezTo>
                    <a:cubicBezTo>
                      <a:pt x="818" y="94"/>
                      <a:pt x="925" y="79"/>
                      <a:pt x="1033" y="71"/>
                    </a:cubicBezTo>
                    <a:cubicBezTo>
                      <a:pt x="1087" y="68"/>
                      <a:pt x="1141" y="71"/>
                      <a:pt x="1194" y="80"/>
                    </a:cubicBezTo>
                    <a:cubicBezTo>
                      <a:pt x="1212" y="83"/>
                      <a:pt x="1229" y="71"/>
                      <a:pt x="1233" y="52"/>
                    </a:cubicBezTo>
                    <a:cubicBezTo>
                      <a:pt x="1236" y="34"/>
                      <a:pt x="1224" y="17"/>
                      <a:pt x="1206" y="13"/>
                    </a:cubicBezTo>
                    <a:cubicBezTo>
                      <a:pt x="1147" y="3"/>
                      <a:pt x="1088" y="0"/>
                      <a:pt x="1030" y="3"/>
                    </a:cubicBezTo>
                    <a:cubicBezTo>
                      <a:pt x="919" y="11"/>
                      <a:pt x="808" y="27"/>
                      <a:pt x="699" y="50"/>
                    </a:cubicBezTo>
                    <a:cubicBezTo>
                      <a:pt x="546" y="81"/>
                      <a:pt x="434" y="135"/>
                      <a:pt x="357" y="216"/>
                    </a:cubicBezTo>
                    <a:cubicBezTo>
                      <a:pt x="297" y="280"/>
                      <a:pt x="251" y="356"/>
                      <a:pt x="220" y="439"/>
                    </a:cubicBezTo>
                    <a:cubicBezTo>
                      <a:pt x="208" y="475"/>
                      <a:pt x="198" y="511"/>
                      <a:pt x="190" y="548"/>
                    </a:cubicBezTo>
                    <a:cubicBezTo>
                      <a:pt x="187" y="563"/>
                      <a:pt x="187" y="563"/>
                      <a:pt x="187" y="563"/>
                    </a:cubicBezTo>
                    <a:cubicBezTo>
                      <a:pt x="179" y="589"/>
                      <a:pt x="170" y="615"/>
                      <a:pt x="158" y="640"/>
                    </a:cubicBezTo>
                    <a:cubicBezTo>
                      <a:pt x="151" y="656"/>
                      <a:pt x="144" y="671"/>
                      <a:pt x="138" y="688"/>
                    </a:cubicBezTo>
                    <a:cubicBezTo>
                      <a:pt x="130" y="705"/>
                      <a:pt x="127" y="725"/>
                      <a:pt x="128" y="745"/>
                    </a:cubicBezTo>
                    <a:cubicBezTo>
                      <a:pt x="135" y="775"/>
                      <a:pt x="153" y="802"/>
                      <a:pt x="178" y="821"/>
                    </a:cubicBezTo>
                    <a:cubicBezTo>
                      <a:pt x="195" y="836"/>
                      <a:pt x="206" y="847"/>
                      <a:pt x="206" y="856"/>
                    </a:cubicBezTo>
                    <a:cubicBezTo>
                      <a:pt x="205" y="862"/>
                      <a:pt x="203" y="867"/>
                      <a:pt x="200" y="871"/>
                    </a:cubicBezTo>
                    <a:cubicBezTo>
                      <a:pt x="159" y="957"/>
                      <a:pt x="109" y="1039"/>
                      <a:pt x="51" y="1114"/>
                    </a:cubicBezTo>
                    <a:cubicBezTo>
                      <a:pt x="26" y="1144"/>
                      <a:pt x="0" y="1179"/>
                      <a:pt x="6" y="1214"/>
                    </a:cubicBezTo>
                    <a:cubicBezTo>
                      <a:pt x="13" y="1241"/>
                      <a:pt x="31" y="1265"/>
                      <a:pt x="55" y="1278"/>
                    </a:cubicBezTo>
                    <a:close/>
                    <a:moveTo>
                      <a:pt x="386" y="609"/>
                    </a:moveTo>
                    <a:cubicBezTo>
                      <a:pt x="390" y="594"/>
                      <a:pt x="390" y="594"/>
                      <a:pt x="390" y="594"/>
                    </a:cubicBezTo>
                    <a:cubicBezTo>
                      <a:pt x="396" y="566"/>
                      <a:pt x="403" y="538"/>
                      <a:pt x="412" y="510"/>
                    </a:cubicBezTo>
                    <a:cubicBezTo>
                      <a:pt x="433" y="453"/>
                      <a:pt x="465" y="401"/>
                      <a:pt x="506" y="357"/>
                    </a:cubicBezTo>
                    <a:cubicBezTo>
                      <a:pt x="550" y="315"/>
                      <a:pt x="604" y="285"/>
                      <a:pt x="663" y="270"/>
                    </a:cubicBezTo>
                    <a:cubicBezTo>
                      <a:pt x="675" y="267"/>
                      <a:pt x="684" y="257"/>
                      <a:pt x="687" y="245"/>
                    </a:cubicBezTo>
                    <a:cubicBezTo>
                      <a:pt x="690" y="233"/>
                      <a:pt x="686" y="221"/>
                      <a:pt x="677" y="212"/>
                    </a:cubicBezTo>
                    <a:cubicBezTo>
                      <a:pt x="668" y="204"/>
                      <a:pt x="655" y="201"/>
                      <a:pt x="643" y="205"/>
                    </a:cubicBezTo>
                    <a:cubicBezTo>
                      <a:pt x="573" y="223"/>
                      <a:pt x="509" y="259"/>
                      <a:pt x="456" y="310"/>
                    </a:cubicBezTo>
                    <a:cubicBezTo>
                      <a:pt x="409" y="361"/>
                      <a:pt x="372" y="421"/>
                      <a:pt x="348" y="487"/>
                    </a:cubicBezTo>
                    <a:cubicBezTo>
                      <a:pt x="338" y="517"/>
                      <a:pt x="330" y="548"/>
                      <a:pt x="323" y="579"/>
                    </a:cubicBezTo>
                    <a:cubicBezTo>
                      <a:pt x="320" y="594"/>
                      <a:pt x="320" y="594"/>
                      <a:pt x="320" y="594"/>
                    </a:cubicBezTo>
                    <a:cubicBezTo>
                      <a:pt x="315" y="612"/>
                      <a:pt x="327" y="631"/>
                      <a:pt x="345" y="635"/>
                    </a:cubicBezTo>
                    <a:cubicBezTo>
                      <a:pt x="348" y="635"/>
                      <a:pt x="350" y="636"/>
                      <a:pt x="353" y="636"/>
                    </a:cubicBezTo>
                    <a:cubicBezTo>
                      <a:pt x="369" y="636"/>
                      <a:pt x="383" y="625"/>
                      <a:pt x="386" y="609"/>
                    </a:cubicBezTo>
                    <a:close/>
                    <a:moveTo>
                      <a:pt x="312" y="685"/>
                    </a:moveTo>
                    <a:cubicBezTo>
                      <a:pt x="331" y="685"/>
                      <a:pt x="346" y="700"/>
                      <a:pt x="346" y="719"/>
                    </a:cubicBezTo>
                    <a:cubicBezTo>
                      <a:pt x="346" y="738"/>
                      <a:pt x="331" y="753"/>
                      <a:pt x="312" y="753"/>
                    </a:cubicBezTo>
                    <a:cubicBezTo>
                      <a:pt x="293" y="753"/>
                      <a:pt x="278" y="738"/>
                      <a:pt x="278" y="719"/>
                    </a:cubicBezTo>
                    <a:cubicBezTo>
                      <a:pt x="278" y="700"/>
                      <a:pt x="293" y="685"/>
                      <a:pt x="312" y="685"/>
                    </a:cubicBezTo>
                    <a:close/>
                    <a:moveTo>
                      <a:pt x="927" y="692"/>
                    </a:moveTo>
                    <a:cubicBezTo>
                      <a:pt x="924" y="808"/>
                      <a:pt x="965" y="921"/>
                      <a:pt x="1042" y="1009"/>
                    </a:cubicBezTo>
                    <a:cubicBezTo>
                      <a:pt x="1066" y="1034"/>
                      <a:pt x="1092" y="1057"/>
                      <a:pt x="1120" y="1077"/>
                    </a:cubicBezTo>
                    <a:cubicBezTo>
                      <a:pt x="1170" y="1116"/>
                      <a:pt x="1218" y="1153"/>
                      <a:pt x="1230" y="1204"/>
                    </a:cubicBezTo>
                    <a:cubicBezTo>
                      <a:pt x="1191" y="1219"/>
                      <a:pt x="1166" y="1257"/>
                      <a:pt x="1166" y="1299"/>
                    </a:cubicBezTo>
                    <a:cubicBezTo>
                      <a:pt x="1166" y="1367"/>
                      <a:pt x="1166" y="1367"/>
                      <a:pt x="1166" y="1367"/>
                    </a:cubicBezTo>
                    <a:cubicBezTo>
                      <a:pt x="1166" y="1411"/>
                      <a:pt x="1193" y="1449"/>
                      <a:pt x="1234" y="1463"/>
                    </a:cubicBezTo>
                    <a:cubicBezTo>
                      <a:pt x="1234" y="1470"/>
                      <a:pt x="1234" y="1470"/>
                      <a:pt x="1234" y="1470"/>
                    </a:cubicBezTo>
                    <a:cubicBezTo>
                      <a:pt x="1234" y="1545"/>
                      <a:pt x="1295" y="1606"/>
                      <a:pt x="1370" y="1606"/>
                    </a:cubicBezTo>
                    <a:cubicBezTo>
                      <a:pt x="1446" y="1606"/>
                      <a:pt x="1507" y="1545"/>
                      <a:pt x="1507" y="1470"/>
                    </a:cubicBezTo>
                    <a:cubicBezTo>
                      <a:pt x="1507" y="1463"/>
                      <a:pt x="1507" y="1463"/>
                      <a:pt x="1507" y="1463"/>
                    </a:cubicBezTo>
                    <a:cubicBezTo>
                      <a:pt x="1548" y="1449"/>
                      <a:pt x="1575" y="1411"/>
                      <a:pt x="1575" y="1367"/>
                    </a:cubicBezTo>
                    <a:cubicBezTo>
                      <a:pt x="1575" y="1299"/>
                      <a:pt x="1575" y="1299"/>
                      <a:pt x="1575" y="1299"/>
                    </a:cubicBezTo>
                    <a:cubicBezTo>
                      <a:pt x="1575" y="1257"/>
                      <a:pt x="1549" y="1219"/>
                      <a:pt x="1510" y="1204"/>
                    </a:cubicBezTo>
                    <a:cubicBezTo>
                      <a:pt x="1523" y="1153"/>
                      <a:pt x="1570" y="1116"/>
                      <a:pt x="1620" y="1077"/>
                    </a:cubicBezTo>
                    <a:cubicBezTo>
                      <a:pt x="1648" y="1057"/>
                      <a:pt x="1674" y="1034"/>
                      <a:pt x="1699" y="1009"/>
                    </a:cubicBezTo>
                    <a:cubicBezTo>
                      <a:pt x="1775" y="921"/>
                      <a:pt x="1816" y="808"/>
                      <a:pt x="1814" y="692"/>
                    </a:cubicBezTo>
                    <a:cubicBezTo>
                      <a:pt x="1813" y="446"/>
                      <a:pt x="1616" y="246"/>
                      <a:pt x="1370" y="241"/>
                    </a:cubicBezTo>
                    <a:cubicBezTo>
                      <a:pt x="1125" y="246"/>
                      <a:pt x="928" y="446"/>
                      <a:pt x="927" y="692"/>
                    </a:cubicBezTo>
                    <a:close/>
                    <a:moveTo>
                      <a:pt x="1268" y="753"/>
                    </a:moveTo>
                    <a:cubicBezTo>
                      <a:pt x="1234" y="753"/>
                      <a:pt x="1234" y="753"/>
                      <a:pt x="1234" y="753"/>
                    </a:cubicBezTo>
                    <a:cubicBezTo>
                      <a:pt x="1215" y="753"/>
                      <a:pt x="1200" y="738"/>
                      <a:pt x="1200" y="719"/>
                    </a:cubicBezTo>
                    <a:cubicBezTo>
                      <a:pt x="1200" y="700"/>
                      <a:pt x="1215" y="685"/>
                      <a:pt x="1234" y="685"/>
                    </a:cubicBezTo>
                    <a:cubicBezTo>
                      <a:pt x="1253" y="685"/>
                      <a:pt x="1268" y="700"/>
                      <a:pt x="1268" y="719"/>
                    </a:cubicBezTo>
                    <a:lnTo>
                      <a:pt x="1268" y="753"/>
                    </a:lnTo>
                    <a:close/>
                    <a:moveTo>
                      <a:pt x="1404" y="1197"/>
                    </a:moveTo>
                    <a:cubicBezTo>
                      <a:pt x="1336" y="1197"/>
                      <a:pt x="1336" y="1197"/>
                      <a:pt x="1336" y="1197"/>
                    </a:cubicBezTo>
                    <a:cubicBezTo>
                      <a:pt x="1336" y="821"/>
                      <a:pt x="1336" y="821"/>
                      <a:pt x="1336" y="821"/>
                    </a:cubicBezTo>
                    <a:cubicBezTo>
                      <a:pt x="1404" y="821"/>
                      <a:pt x="1404" y="821"/>
                      <a:pt x="1404" y="821"/>
                    </a:cubicBezTo>
                    <a:lnTo>
                      <a:pt x="1404" y="1197"/>
                    </a:lnTo>
                    <a:close/>
                    <a:moveTo>
                      <a:pt x="1370" y="1538"/>
                    </a:moveTo>
                    <a:cubicBezTo>
                      <a:pt x="1333" y="1538"/>
                      <a:pt x="1302" y="1507"/>
                      <a:pt x="1302" y="1470"/>
                    </a:cubicBezTo>
                    <a:cubicBezTo>
                      <a:pt x="1439" y="1470"/>
                      <a:pt x="1439" y="1470"/>
                      <a:pt x="1439" y="1470"/>
                    </a:cubicBezTo>
                    <a:cubicBezTo>
                      <a:pt x="1439" y="1507"/>
                      <a:pt x="1408" y="1538"/>
                      <a:pt x="1370" y="1538"/>
                    </a:cubicBezTo>
                    <a:close/>
                    <a:moveTo>
                      <a:pt x="1507" y="1367"/>
                    </a:moveTo>
                    <a:cubicBezTo>
                      <a:pt x="1507" y="1386"/>
                      <a:pt x="1492" y="1401"/>
                      <a:pt x="1473" y="1401"/>
                    </a:cubicBezTo>
                    <a:cubicBezTo>
                      <a:pt x="1268" y="1401"/>
                      <a:pt x="1268" y="1401"/>
                      <a:pt x="1268" y="1401"/>
                    </a:cubicBezTo>
                    <a:cubicBezTo>
                      <a:pt x="1249" y="1401"/>
                      <a:pt x="1234" y="1386"/>
                      <a:pt x="1234" y="1367"/>
                    </a:cubicBezTo>
                    <a:cubicBezTo>
                      <a:pt x="1234" y="1299"/>
                      <a:pt x="1234" y="1299"/>
                      <a:pt x="1234" y="1299"/>
                    </a:cubicBezTo>
                    <a:cubicBezTo>
                      <a:pt x="1234" y="1280"/>
                      <a:pt x="1249" y="1265"/>
                      <a:pt x="1268" y="1265"/>
                    </a:cubicBezTo>
                    <a:cubicBezTo>
                      <a:pt x="1473" y="1265"/>
                      <a:pt x="1473" y="1265"/>
                      <a:pt x="1473" y="1265"/>
                    </a:cubicBezTo>
                    <a:cubicBezTo>
                      <a:pt x="1492" y="1265"/>
                      <a:pt x="1507" y="1280"/>
                      <a:pt x="1507" y="1299"/>
                    </a:cubicBezTo>
                    <a:lnTo>
                      <a:pt x="1507" y="1367"/>
                    </a:lnTo>
                    <a:close/>
                    <a:moveTo>
                      <a:pt x="1746" y="693"/>
                    </a:moveTo>
                    <a:cubicBezTo>
                      <a:pt x="1748" y="792"/>
                      <a:pt x="1713" y="888"/>
                      <a:pt x="1648" y="963"/>
                    </a:cubicBezTo>
                    <a:cubicBezTo>
                      <a:pt x="1627" y="985"/>
                      <a:pt x="1603" y="1005"/>
                      <a:pt x="1579" y="1023"/>
                    </a:cubicBezTo>
                    <a:cubicBezTo>
                      <a:pt x="1538" y="1051"/>
                      <a:pt x="1503" y="1085"/>
                      <a:pt x="1473" y="1124"/>
                    </a:cubicBezTo>
                    <a:cubicBezTo>
                      <a:pt x="1473" y="821"/>
                      <a:pt x="1473" y="821"/>
                      <a:pt x="1473" y="821"/>
                    </a:cubicBezTo>
                    <a:cubicBezTo>
                      <a:pt x="1507" y="821"/>
                      <a:pt x="1507" y="821"/>
                      <a:pt x="1507" y="821"/>
                    </a:cubicBezTo>
                    <a:cubicBezTo>
                      <a:pt x="1563" y="821"/>
                      <a:pt x="1609" y="775"/>
                      <a:pt x="1609" y="719"/>
                    </a:cubicBezTo>
                    <a:cubicBezTo>
                      <a:pt x="1609" y="662"/>
                      <a:pt x="1563" y="616"/>
                      <a:pt x="1507" y="616"/>
                    </a:cubicBezTo>
                    <a:cubicBezTo>
                      <a:pt x="1450" y="616"/>
                      <a:pt x="1404" y="662"/>
                      <a:pt x="1404" y="719"/>
                    </a:cubicBezTo>
                    <a:cubicBezTo>
                      <a:pt x="1404" y="753"/>
                      <a:pt x="1404" y="753"/>
                      <a:pt x="1404" y="753"/>
                    </a:cubicBezTo>
                    <a:cubicBezTo>
                      <a:pt x="1336" y="753"/>
                      <a:pt x="1336" y="753"/>
                      <a:pt x="1336" y="753"/>
                    </a:cubicBezTo>
                    <a:cubicBezTo>
                      <a:pt x="1336" y="719"/>
                      <a:pt x="1336" y="719"/>
                      <a:pt x="1336" y="719"/>
                    </a:cubicBezTo>
                    <a:cubicBezTo>
                      <a:pt x="1336" y="662"/>
                      <a:pt x="1290" y="616"/>
                      <a:pt x="1234" y="616"/>
                    </a:cubicBezTo>
                    <a:cubicBezTo>
                      <a:pt x="1177" y="616"/>
                      <a:pt x="1131" y="662"/>
                      <a:pt x="1131" y="719"/>
                    </a:cubicBezTo>
                    <a:cubicBezTo>
                      <a:pt x="1131" y="775"/>
                      <a:pt x="1177" y="821"/>
                      <a:pt x="1234" y="821"/>
                    </a:cubicBezTo>
                    <a:cubicBezTo>
                      <a:pt x="1268" y="821"/>
                      <a:pt x="1268" y="821"/>
                      <a:pt x="1268" y="821"/>
                    </a:cubicBezTo>
                    <a:cubicBezTo>
                      <a:pt x="1268" y="1124"/>
                      <a:pt x="1268" y="1124"/>
                      <a:pt x="1268" y="1124"/>
                    </a:cubicBezTo>
                    <a:cubicBezTo>
                      <a:pt x="1238" y="1085"/>
                      <a:pt x="1202" y="1051"/>
                      <a:pt x="1162" y="1023"/>
                    </a:cubicBezTo>
                    <a:cubicBezTo>
                      <a:pt x="1137" y="1005"/>
                      <a:pt x="1114" y="985"/>
                      <a:pt x="1093" y="963"/>
                    </a:cubicBezTo>
                    <a:cubicBezTo>
                      <a:pt x="1028" y="888"/>
                      <a:pt x="993" y="792"/>
                      <a:pt x="995" y="693"/>
                    </a:cubicBezTo>
                    <a:cubicBezTo>
                      <a:pt x="998" y="485"/>
                      <a:pt x="1170" y="309"/>
                      <a:pt x="1370" y="309"/>
                    </a:cubicBezTo>
                    <a:cubicBezTo>
                      <a:pt x="1571" y="309"/>
                      <a:pt x="1743" y="485"/>
                      <a:pt x="1746" y="693"/>
                    </a:cubicBezTo>
                    <a:close/>
                    <a:moveTo>
                      <a:pt x="1473" y="753"/>
                    </a:moveTo>
                    <a:cubicBezTo>
                      <a:pt x="1473" y="719"/>
                      <a:pt x="1473" y="719"/>
                      <a:pt x="1473" y="719"/>
                    </a:cubicBezTo>
                    <a:cubicBezTo>
                      <a:pt x="1473" y="700"/>
                      <a:pt x="1488" y="685"/>
                      <a:pt x="1507" y="685"/>
                    </a:cubicBezTo>
                    <a:cubicBezTo>
                      <a:pt x="1526" y="685"/>
                      <a:pt x="1541" y="700"/>
                      <a:pt x="1541" y="719"/>
                    </a:cubicBezTo>
                    <a:cubicBezTo>
                      <a:pt x="1541" y="738"/>
                      <a:pt x="1526" y="753"/>
                      <a:pt x="1507" y="753"/>
                    </a:cubicBezTo>
                    <a:lnTo>
                      <a:pt x="1473" y="753"/>
                    </a:lnTo>
                    <a:close/>
                    <a:moveTo>
                      <a:pt x="1916" y="719"/>
                    </a:moveTo>
                    <a:cubicBezTo>
                      <a:pt x="2019" y="719"/>
                      <a:pt x="2019" y="719"/>
                      <a:pt x="2019" y="719"/>
                    </a:cubicBezTo>
                    <a:cubicBezTo>
                      <a:pt x="2038" y="719"/>
                      <a:pt x="2053" y="704"/>
                      <a:pt x="2053" y="685"/>
                    </a:cubicBezTo>
                    <a:cubicBezTo>
                      <a:pt x="2053" y="666"/>
                      <a:pt x="2038" y="651"/>
                      <a:pt x="2019" y="651"/>
                    </a:cubicBezTo>
                    <a:cubicBezTo>
                      <a:pt x="1916" y="651"/>
                      <a:pt x="1916" y="651"/>
                      <a:pt x="1916" y="651"/>
                    </a:cubicBezTo>
                    <a:cubicBezTo>
                      <a:pt x="1898" y="651"/>
                      <a:pt x="1882" y="666"/>
                      <a:pt x="1882" y="685"/>
                    </a:cubicBezTo>
                    <a:cubicBezTo>
                      <a:pt x="1882" y="704"/>
                      <a:pt x="1898" y="719"/>
                      <a:pt x="1916" y="719"/>
                    </a:cubicBezTo>
                    <a:close/>
                    <a:moveTo>
                      <a:pt x="1756" y="333"/>
                    </a:moveTo>
                    <a:cubicBezTo>
                      <a:pt x="1766" y="333"/>
                      <a:pt x="1774" y="329"/>
                      <a:pt x="1781" y="323"/>
                    </a:cubicBezTo>
                    <a:cubicBezTo>
                      <a:pt x="1853" y="250"/>
                      <a:pt x="1853" y="250"/>
                      <a:pt x="1853" y="250"/>
                    </a:cubicBezTo>
                    <a:cubicBezTo>
                      <a:pt x="1862" y="242"/>
                      <a:pt x="1865" y="229"/>
                      <a:pt x="1862" y="217"/>
                    </a:cubicBezTo>
                    <a:cubicBezTo>
                      <a:pt x="1859" y="205"/>
                      <a:pt x="1850" y="196"/>
                      <a:pt x="1838" y="193"/>
                    </a:cubicBezTo>
                    <a:cubicBezTo>
                      <a:pt x="1826" y="190"/>
                      <a:pt x="1813" y="193"/>
                      <a:pt x="1805" y="202"/>
                    </a:cubicBezTo>
                    <a:cubicBezTo>
                      <a:pt x="1732" y="274"/>
                      <a:pt x="1732" y="274"/>
                      <a:pt x="1732" y="274"/>
                    </a:cubicBezTo>
                    <a:cubicBezTo>
                      <a:pt x="1723" y="284"/>
                      <a:pt x="1720" y="299"/>
                      <a:pt x="1725" y="312"/>
                    </a:cubicBezTo>
                    <a:cubicBezTo>
                      <a:pt x="1730" y="324"/>
                      <a:pt x="1743" y="333"/>
                      <a:pt x="1756" y="333"/>
                    </a:cubicBezTo>
                    <a:close/>
                    <a:moveTo>
                      <a:pt x="1370" y="173"/>
                    </a:moveTo>
                    <a:cubicBezTo>
                      <a:pt x="1389" y="173"/>
                      <a:pt x="1404" y="157"/>
                      <a:pt x="1404" y="139"/>
                    </a:cubicBezTo>
                    <a:cubicBezTo>
                      <a:pt x="1404" y="36"/>
                      <a:pt x="1404" y="36"/>
                      <a:pt x="1404" y="36"/>
                    </a:cubicBezTo>
                    <a:cubicBezTo>
                      <a:pt x="1404" y="17"/>
                      <a:pt x="1389" y="2"/>
                      <a:pt x="1370" y="2"/>
                    </a:cubicBezTo>
                    <a:cubicBezTo>
                      <a:pt x="1351" y="2"/>
                      <a:pt x="1336" y="17"/>
                      <a:pt x="1336" y="36"/>
                    </a:cubicBezTo>
                    <a:cubicBezTo>
                      <a:pt x="1336" y="139"/>
                      <a:pt x="1336" y="139"/>
                      <a:pt x="1336" y="139"/>
                    </a:cubicBezTo>
                    <a:cubicBezTo>
                      <a:pt x="1336" y="157"/>
                      <a:pt x="1351" y="173"/>
                      <a:pt x="1370" y="173"/>
                    </a:cubicBezTo>
                    <a:close/>
                    <a:moveTo>
                      <a:pt x="1008" y="323"/>
                    </a:moveTo>
                    <a:cubicBezTo>
                      <a:pt x="1015" y="316"/>
                      <a:pt x="1018" y="308"/>
                      <a:pt x="1018" y="298"/>
                    </a:cubicBezTo>
                    <a:cubicBezTo>
                      <a:pt x="1018" y="289"/>
                      <a:pt x="1015" y="281"/>
                      <a:pt x="1008" y="274"/>
                    </a:cubicBezTo>
                    <a:cubicBezTo>
                      <a:pt x="936" y="202"/>
                      <a:pt x="936" y="202"/>
                      <a:pt x="936" y="202"/>
                    </a:cubicBezTo>
                    <a:cubicBezTo>
                      <a:pt x="927" y="193"/>
                      <a:pt x="915" y="190"/>
                      <a:pt x="903" y="193"/>
                    </a:cubicBezTo>
                    <a:cubicBezTo>
                      <a:pt x="891" y="196"/>
                      <a:pt x="881" y="205"/>
                      <a:pt x="878" y="217"/>
                    </a:cubicBezTo>
                    <a:cubicBezTo>
                      <a:pt x="875" y="229"/>
                      <a:pt x="879" y="242"/>
                      <a:pt x="888" y="250"/>
                    </a:cubicBezTo>
                    <a:cubicBezTo>
                      <a:pt x="960" y="323"/>
                      <a:pt x="960" y="323"/>
                      <a:pt x="960" y="323"/>
                    </a:cubicBezTo>
                    <a:cubicBezTo>
                      <a:pt x="966" y="329"/>
                      <a:pt x="975" y="333"/>
                      <a:pt x="984" y="333"/>
                    </a:cubicBezTo>
                    <a:cubicBezTo>
                      <a:pt x="993" y="333"/>
                      <a:pt x="1002" y="329"/>
                      <a:pt x="1008" y="323"/>
                    </a:cubicBezTo>
                    <a:close/>
                    <a:moveTo>
                      <a:pt x="722" y="651"/>
                    </a:moveTo>
                    <a:cubicBezTo>
                      <a:pt x="703" y="651"/>
                      <a:pt x="688" y="666"/>
                      <a:pt x="688" y="685"/>
                    </a:cubicBezTo>
                    <a:cubicBezTo>
                      <a:pt x="688" y="704"/>
                      <a:pt x="703" y="719"/>
                      <a:pt x="722" y="719"/>
                    </a:cubicBezTo>
                    <a:cubicBezTo>
                      <a:pt x="824" y="719"/>
                      <a:pt x="824" y="719"/>
                      <a:pt x="824" y="719"/>
                    </a:cubicBezTo>
                    <a:cubicBezTo>
                      <a:pt x="843" y="719"/>
                      <a:pt x="858" y="704"/>
                      <a:pt x="858" y="685"/>
                    </a:cubicBezTo>
                    <a:cubicBezTo>
                      <a:pt x="858" y="666"/>
                      <a:pt x="843" y="651"/>
                      <a:pt x="824" y="651"/>
                    </a:cubicBezTo>
                    <a:lnTo>
                      <a:pt x="722" y="651"/>
                    </a:lnTo>
                    <a:close/>
                  </a:path>
                </a:pathLst>
              </a:custGeom>
              <a:solidFill>
                <a:schemeClr val="bg1"/>
              </a:solidFill>
              <a:ln w="19050" cap="rnd" cmpd="sng" algn="ctr">
                <a:noFill/>
                <a:prstDash val="solid"/>
                <a:round/>
                <a:headEnd type="none" w="sm" len="sm"/>
                <a:tailEnd type="none" w="med" len="med"/>
              </a:ln>
              <a:effectLst>
                <a:glow rad="12700">
                  <a:schemeClr val="bg1">
                    <a:alpha val="25000"/>
                  </a:scheme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464B180-B723-4F03-78D5-F97692556560}"/>
                </a:ext>
              </a:extLst>
            </p:cNvPr>
            <p:cNvGrpSpPr/>
            <p:nvPr/>
          </p:nvGrpSpPr>
          <p:grpSpPr>
            <a:xfrm>
              <a:off x="572212" y="1565882"/>
              <a:ext cx="441454" cy="441454"/>
              <a:chOff x="1115296" y="1233307"/>
              <a:chExt cx="441454" cy="441454"/>
            </a:xfrm>
          </p:grpSpPr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B7D3A7B0-A42E-6932-02BF-B46B3EA59462}"/>
                  </a:ext>
                </a:extLst>
              </p:cNvPr>
              <p:cNvGrpSpPr/>
              <p:nvPr/>
            </p:nvGrpSpPr>
            <p:grpSpPr>
              <a:xfrm>
                <a:off x="1115296" y="1233307"/>
                <a:ext cx="441454" cy="441454"/>
                <a:chOff x="1975655" y="1234941"/>
                <a:chExt cx="2286951" cy="2286953"/>
              </a:xfrm>
            </p:grpSpPr>
            <p:sp>
              <p:nvSpPr>
                <p:cNvPr id="459" name="Freeform: Shape 458">
                  <a:extLst>
                    <a:ext uri="{FF2B5EF4-FFF2-40B4-BE49-F238E27FC236}">
                      <a16:creationId xmlns:a16="http://schemas.microsoft.com/office/drawing/2014/main" id="{8099D972-1105-660E-17DB-1890E153C0B4}"/>
                    </a:ext>
                  </a:extLst>
                </p:cNvPr>
                <p:cNvSpPr/>
                <p:nvPr/>
              </p:nvSpPr>
              <p:spPr>
                <a:xfrm>
                  <a:off x="1975655" y="1234941"/>
                  <a:ext cx="2286951" cy="2286953"/>
                </a:xfrm>
                <a:custGeom>
                  <a:avLst/>
                  <a:gdLst>
                    <a:gd name="connsiteX0" fmla="*/ 2286953 w 2286952"/>
                    <a:gd name="connsiteY0" fmla="*/ 1143476 h 2286952"/>
                    <a:gd name="connsiteX1" fmla="*/ 1143476 w 2286952"/>
                    <a:gd name="connsiteY1" fmla="*/ 2286953 h 2286952"/>
                    <a:gd name="connsiteX2" fmla="*/ 0 w 2286952"/>
                    <a:gd name="connsiteY2" fmla="*/ 1143476 h 2286952"/>
                    <a:gd name="connsiteX3" fmla="*/ 1143476 w 2286952"/>
                    <a:gd name="connsiteY3" fmla="*/ 0 h 2286952"/>
                    <a:gd name="connsiteX4" fmla="*/ 2286953 w 2286952"/>
                    <a:gd name="connsiteY4" fmla="*/ 1143476 h 2286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952" h="2286952">
                      <a:moveTo>
                        <a:pt x="2286953" y="1143476"/>
                      </a:moveTo>
                      <a:cubicBezTo>
                        <a:pt x="2286953" y="1775001"/>
                        <a:pt x="1775001" y="2286953"/>
                        <a:pt x="1143476" y="2286953"/>
                      </a:cubicBezTo>
                      <a:cubicBezTo>
                        <a:pt x="511952" y="2286953"/>
                        <a:pt x="0" y="1775001"/>
                        <a:pt x="0" y="1143476"/>
                      </a:cubicBezTo>
                      <a:cubicBezTo>
                        <a:pt x="0" y="511952"/>
                        <a:pt x="511952" y="0"/>
                        <a:pt x="1143476" y="0"/>
                      </a:cubicBezTo>
                      <a:cubicBezTo>
                        <a:pt x="1775001" y="0"/>
                        <a:pt x="2286953" y="511952"/>
                        <a:pt x="2286953" y="114347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0000">
                      <a:srgbClr val="7ECAF8"/>
                    </a:gs>
                    <a:gs pos="48000">
                      <a:srgbClr val="459FE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1" name="Freeform: Shape 460">
                  <a:extLst>
                    <a:ext uri="{FF2B5EF4-FFF2-40B4-BE49-F238E27FC236}">
                      <a16:creationId xmlns:a16="http://schemas.microsoft.com/office/drawing/2014/main" id="{5F9245B4-7CF7-9F6E-46D1-36E91E163392}"/>
                    </a:ext>
                  </a:extLst>
                </p:cNvPr>
                <p:cNvSpPr/>
                <p:nvPr/>
              </p:nvSpPr>
              <p:spPr>
                <a:xfrm>
                  <a:off x="2125511" y="1370805"/>
                  <a:ext cx="1333936" cy="1003100"/>
                </a:xfrm>
                <a:custGeom>
                  <a:avLst/>
                  <a:gdLst>
                    <a:gd name="connsiteX0" fmla="*/ 1066895 w 1217528"/>
                    <a:gd name="connsiteY0" fmla="*/ 191296 h 915576"/>
                    <a:gd name="connsiteX1" fmla="*/ 0 w 1217528"/>
                    <a:gd name="connsiteY1" fmla="*/ 915577 h 915576"/>
                    <a:gd name="connsiteX2" fmla="*/ 8572 w 1217528"/>
                    <a:gd name="connsiteY2" fmla="*/ 824137 h 915576"/>
                    <a:gd name="connsiteX3" fmla="*/ 1092708 w 1217528"/>
                    <a:gd name="connsiteY3" fmla="*/ 9654 h 915576"/>
                    <a:gd name="connsiteX4" fmla="*/ 1216628 w 1217528"/>
                    <a:gd name="connsiteY4" fmla="*/ 122049 h 915576"/>
                    <a:gd name="connsiteX5" fmla="*/ 1066895 w 1217528"/>
                    <a:gd name="connsiteY5" fmla="*/ 191296 h 915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7528" h="915576">
                      <a:moveTo>
                        <a:pt x="1066895" y="191296"/>
                      </a:moveTo>
                      <a:cubicBezTo>
                        <a:pt x="573215" y="121192"/>
                        <a:pt x="114110" y="440375"/>
                        <a:pt x="0" y="915577"/>
                      </a:cubicBezTo>
                      <a:cubicBezTo>
                        <a:pt x="1429" y="885287"/>
                        <a:pt x="4191" y="854712"/>
                        <a:pt x="8572" y="824137"/>
                      </a:cubicBezTo>
                      <a:cubicBezTo>
                        <a:pt x="83058" y="299786"/>
                        <a:pt x="568357" y="-64831"/>
                        <a:pt x="1092708" y="9654"/>
                      </a:cubicBezTo>
                      <a:cubicBezTo>
                        <a:pt x="1092708" y="9654"/>
                        <a:pt x="1229868" y="28990"/>
                        <a:pt x="1216628" y="122049"/>
                      </a:cubicBezTo>
                      <a:cubicBezTo>
                        <a:pt x="1202341" y="222347"/>
                        <a:pt x="1066895" y="191296"/>
                        <a:pt x="1066895" y="191296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25000"/>
                      </a:schemeClr>
                    </a:gs>
                    <a:gs pos="0">
                      <a:schemeClr val="bg1">
                        <a:alpha val="45000"/>
                      </a:schemeClr>
                    </a:gs>
                  </a:gsLst>
                  <a:lin ang="108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56" name="Freeform 9">
                <a:extLst>
                  <a:ext uri="{FF2B5EF4-FFF2-40B4-BE49-F238E27FC236}">
                    <a16:creationId xmlns:a16="http://schemas.microsoft.com/office/drawing/2014/main" id="{C3D5AD49-021B-C2C4-87E8-92A77DA5CB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36633" y="1357255"/>
                <a:ext cx="194009" cy="194009"/>
              </a:xfrm>
              <a:custGeom>
                <a:avLst/>
                <a:gdLst>
                  <a:gd name="T0" fmla="*/ 1238 w 1536"/>
                  <a:gd name="T1" fmla="*/ 1316 h 1536"/>
                  <a:gd name="T2" fmla="*/ 1259 w 1536"/>
                  <a:gd name="T3" fmla="*/ 1122 h 1536"/>
                  <a:gd name="T4" fmla="*/ 1414 w 1536"/>
                  <a:gd name="T5" fmla="*/ 1315 h 1536"/>
                  <a:gd name="T6" fmla="*/ 1536 w 1536"/>
                  <a:gd name="T7" fmla="*/ 1536 h 1536"/>
                  <a:gd name="T8" fmla="*/ 1324 w 1536"/>
                  <a:gd name="T9" fmla="*/ 1356 h 1536"/>
                  <a:gd name="T10" fmla="*/ 1386 w 1536"/>
                  <a:gd name="T11" fmla="*/ 1221 h 1536"/>
                  <a:gd name="T12" fmla="*/ 1326 w 1536"/>
                  <a:gd name="T13" fmla="*/ 1281 h 1536"/>
                  <a:gd name="T14" fmla="*/ 258 w 1536"/>
                  <a:gd name="T15" fmla="*/ 10 h 1536"/>
                  <a:gd name="T16" fmla="*/ 351 w 1536"/>
                  <a:gd name="T17" fmla="*/ 250 h 1536"/>
                  <a:gd name="T18" fmla="*/ 36 w 1536"/>
                  <a:gd name="T19" fmla="*/ 435 h 1536"/>
                  <a:gd name="T20" fmla="*/ 2 w 1536"/>
                  <a:gd name="T21" fmla="*/ 374 h 1536"/>
                  <a:gd name="T22" fmla="*/ 119 w 1536"/>
                  <a:gd name="T23" fmla="*/ 198 h 1536"/>
                  <a:gd name="T24" fmla="*/ 228 w 1536"/>
                  <a:gd name="T25" fmla="*/ 0 h 1536"/>
                  <a:gd name="T26" fmla="*/ 64 w 1536"/>
                  <a:gd name="T27" fmla="*/ 374 h 1536"/>
                  <a:gd name="T28" fmla="*/ 210 w 1536"/>
                  <a:gd name="T29" fmla="*/ 60 h 1536"/>
                  <a:gd name="T30" fmla="*/ 270 w 1536"/>
                  <a:gd name="T31" fmla="*/ 120 h 1536"/>
                  <a:gd name="T32" fmla="*/ 1063 w 1536"/>
                  <a:gd name="T33" fmla="*/ 725 h 1536"/>
                  <a:gd name="T34" fmla="*/ 1062 w 1536"/>
                  <a:gd name="T35" fmla="*/ 811 h 1536"/>
                  <a:gd name="T36" fmla="*/ 1047 w 1536"/>
                  <a:gd name="T37" fmla="*/ 1005 h 1536"/>
                  <a:gd name="T38" fmla="*/ 931 w 1536"/>
                  <a:gd name="T39" fmla="*/ 1003 h 1536"/>
                  <a:gd name="T40" fmla="*/ 871 w 1536"/>
                  <a:gd name="T41" fmla="*/ 1100 h 1536"/>
                  <a:gd name="T42" fmla="*/ 665 w 1536"/>
                  <a:gd name="T43" fmla="*/ 1099 h 1536"/>
                  <a:gd name="T44" fmla="*/ 602 w 1536"/>
                  <a:gd name="T45" fmla="*/ 1002 h 1536"/>
                  <a:gd name="T46" fmla="*/ 492 w 1536"/>
                  <a:gd name="T47" fmla="*/ 1009 h 1536"/>
                  <a:gd name="T48" fmla="*/ 473 w 1536"/>
                  <a:gd name="T49" fmla="*/ 811 h 1536"/>
                  <a:gd name="T50" fmla="*/ 474 w 1536"/>
                  <a:gd name="T51" fmla="*/ 725 h 1536"/>
                  <a:gd name="T52" fmla="*/ 491 w 1536"/>
                  <a:gd name="T53" fmla="*/ 528 h 1536"/>
                  <a:gd name="T54" fmla="*/ 650 w 1536"/>
                  <a:gd name="T55" fmla="*/ 507 h 1536"/>
                  <a:gd name="T56" fmla="*/ 702 w 1536"/>
                  <a:gd name="T57" fmla="*/ 408 h 1536"/>
                  <a:gd name="T58" fmla="*/ 878 w 1536"/>
                  <a:gd name="T59" fmla="*/ 494 h 1536"/>
                  <a:gd name="T60" fmla="*/ 950 w 1536"/>
                  <a:gd name="T61" fmla="*/ 536 h 1536"/>
                  <a:gd name="T62" fmla="*/ 1115 w 1536"/>
                  <a:gd name="T63" fmla="*/ 649 h 1536"/>
                  <a:gd name="T64" fmla="*/ 485 w 1536"/>
                  <a:gd name="T65" fmla="*/ 658 h 1536"/>
                  <a:gd name="T66" fmla="*/ 545 w 1536"/>
                  <a:gd name="T67" fmla="*/ 808 h 1536"/>
                  <a:gd name="T68" fmla="*/ 531 w 1536"/>
                  <a:gd name="T69" fmla="*/ 958 h 1536"/>
                  <a:gd name="T70" fmla="*/ 691 w 1536"/>
                  <a:gd name="T71" fmla="*/ 981 h 1536"/>
                  <a:gd name="T72" fmla="*/ 814 w 1536"/>
                  <a:gd name="T73" fmla="*/ 1067 h 1536"/>
                  <a:gd name="T74" fmla="*/ 913 w 1536"/>
                  <a:gd name="T75" fmla="*/ 941 h 1536"/>
                  <a:gd name="T76" fmla="*/ 1051 w 1536"/>
                  <a:gd name="T77" fmla="*/ 878 h 1536"/>
                  <a:gd name="T78" fmla="*/ 991 w 1536"/>
                  <a:gd name="T79" fmla="*/ 729 h 1536"/>
                  <a:gd name="T80" fmla="*/ 1005 w 1536"/>
                  <a:gd name="T81" fmla="*/ 578 h 1536"/>
                  <a:gd name="T82" fmla="*/ 845 w 1536"/>
                  <a:gd name="T83" fmla="*/ 555 h 1536"/>
                  <a:gd name="T84" fmla="*/ 768 w 1536"/>
                  <a:gd name="T85" fmla="*/ 468 h 1536"/>
                  <a:gd name="T86" fmla="*/ 690 w 1536"/>
                  <a:gd name="T87" fmla="*/ 556 h 1536"/>
                  <a:gd name="T88" fmla="*/ 531 w 1536"/>
                  <a:gd name="T89" fmla="*/ 578 h 1536"/>
                  <a:gd name="T90" fmla="*/ 1145 w 1536"/>
                  <a:gd name="T91" fmla="*/ 191 h 1536"/>
                  <a:gd name="T92" fmla="*/ 507 w 1536"/>
                  <a:gd name="T93" fmla="*/ 159 h 1536"/>
                  <a:gd name="T94" fmla="*/ 895 w 1536"/>
                  <a:gd name="T95" fmla="*/ 151 h 1536"/>
                  <a:gd name="T96" fmla="*/ 1377 w 1536"/>
                  <a:gd name="T97" fmla="*/ 900 h 1536"/>
                  <a:gd name="T98" fmla="*/ 1363 w 1536"/>
                  <a:gd name="T99" fmla="*/ 999 h 1536"/>
                  <a:gd name="T100" fmla="*/ 1492 w 1536"/>
                  <a:gd name="T101" fmla="*/ 933 h 1536"/>
                  <a:gd name="T102" fmla="*/ 1442 w 1536"/>
                  <a:gd name="T103" fmla="*/ 915 h 1536"/>
                  <a:gd name="T104" fmla="*/ 913 w 1536"/>
                  <a:gd name="T105" fmla="*/ 1442 h 1536"/>
                  <a:gd name="T106" fmla="*/ 992 w 1536"/>
                  <a:gd name="T107" fmla="*/ 1357 h 1536"/>
                  <a:gd name="T108" fmla="*/ 142 w 1536"/>
                  <a:gd name="T109" fmla="*/ 699 h 1536"/>
                  <a:gd name="T110" fmla="*/ 201 w 1536"/>
                  <a:gd name="T111" fmla="*/ 649 h 1536"/>
                  <a:gd name="T112" fmla="*/ 135 w 1536"/>
                  <a:gd name="T113" fmla="*/ 521 h 1536"/>
                  <a:gd name="T114" fmla="*/ 80 w 1536"/>
                  <a:gd name="T115" fmla="*/ 618 h 1536"/>
                  <a:gd name="T116" fmla="*/ 890 w 1536"/>
                  <a:gd name="T117" fmla="*/ 770 h 1536"/>
                  <a:gd name="T118" fmla="*/ 771 w 1536"/>
                  <a:gd name="T119" fmla="*/ 647 h 1536"/>
                  <a:gd name="T120" fmla="*/ 767 w 1536"/>
                  <a:gd name="T121" fmla="*/ 706 h 1536"/>
                  <a:gd name="T122" fmla="*/ 830 w 1536"/>
                  <a:gd name="T123" fmla="*/ 767 h 1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536" h="1536">
                    <a:moveTo>
                      <a:pt x="1137" y="1536"/>
                    </a:moveTo>
                    <a:cubicBezTo>
                      <a:pt x="1117" y="1526"/>
                      <a:pt x="1114" y="1508"/>
                      <a:pt x="1117" y="1488"/>
                    </a:cubicBezTo>
                    <a:cubicBezTo>
                      <a:pt x="1126" y="1409"/>
                      <a:pt x="1166" y="1351"/>
                      <a:pt x="1238" y="1316"/>
                    </a:cubicBezTo>
                    <a:cubicBezTo>
                      <a:pt x="1240" y="1315"/>
                      <a:pt x="1242" y="1313"/>
                      <a:pt x="1246" y="1311"/>
                    </a:cubicBezTo>
                    <a:cubicBezTo>
                      <a:pt x="1213" y="1277"/>
                      <a:pt x="1198" y="1238"/>
                      <a:pt x="1210" y="1191"/>
                    </a:cubicBezTo>
                    <a:cubicBezTo>
                      <a:pt x="1217" y="1162"/>
                      <a:pt x="1234" y="1139"/>
                      <a:pt x="1259" y="1122"/>
                    </a:cubicBezTo>
                    <a:cubicBezTo>
                      <a:pt x="1308" y="1088"/>
                      <a:pt x="1375" y="1096"/>
                      <a:pt x="1415" y="1141"/>
                    </a:cubicBezTo>
                    <a:cubicBezTo>
                      <a:pt x="1450" y="1180"/>
                      <a:pt x="1465" y="1251"/>
                      <a:pt x="1407" y="1311"/>
                    </a:cubicBezTo>
                    <a:cubicBezTo>
                      <a:pt x="1409" y="1312"/>
                      <a:pt x="1411" y="1314"/>
                      <a:pt x="1414" y="1315"/>
                    </a:cubicBezTo>
                    <a:cubicBezTo>
                      <a:pt x="1481" y="1349"/>
                      <a:pt x="1522" y="1402"/>
                      <a:pt x="1534" y="1477"/>
                    </a:cubicBezTo>
                    <a:cubicBezTo>
                      <a:pt x="1534" y="1479"/>
                      <a:pt x="1535" y="1480"/>
                      <a:pt x="1536" y="1482"/>
                    </a:cubicBezTo>
                    <a:cubicBezTo>
                      <a:pt x="1536" y="1500"/>
                      <a:pt x="1536" y="1518"/>
                      <a:pt x="1536" y="1536"/>
                    </a:cubicBezTo>
                    <a:cubicBezTo>
                      <a:pt x="1403" y="1536"/>
                      <a:pt x="1270" y="1536"/>
                      <a:pt x="1137" y="1536"/>
                    </a:cubicBezTo>
                    <a:close/>
                    <a:moveTo>
                      <a:pt x="1472" y="1475"/>
                    </a:moveTo>
                    <a:cubicBezTo>
                      <a:pt x="1460" y="1407"/>
                      <a:pt x="1396" y="1355"/>
                      <a:pt x="1324" y="1356"/>
                    </a:cubicBezTo>
                    <a:cubicBezTo>
                      <a:pt x="1254" y="1357"/>
                      <a:pt x="1191" y="1409"/>
                      <a:pt x="1180" y="1475"/>
                    </a:cubicBezTo>
                    <a:cubicBezTo>
                      <a:pt x="1277" y="1475"/>
                      <a:pt x="1374" y="1475"/>
                      <a:pt x="1472" y="1475"/>
                    </a:cubicBezTo>
                    <a:close/>
                    <a:moveTo>
                      <a:pt x="1386" y="1221"/>
                    </a:moveTo>
                    <a:cubicBezTo>
                      <a:pt x="1386" y="1188"/>
                      <a:pt x="1359" y="1161"/>
                      <a:pt x="1326" y="1161"/>
                    </a:cubicBezTo>
                    <a:cubicBezTo>
                      <a:pt x="1293" y="1161"/>
                      <a:pt x="1266" y="1188"/>
                      <a:pt x="1266" y="1221"/>
                    </a:cubicBezTo>
                    <a:cubicBezTo>
                      <a:pt x="1266" y="1254"/>
                      <a:pt x="1293" y="1281"/>
                      <a:pt x="1326" y="1281"/>
                    </a:cubicBezTo>
                    <a:cubicBezTo>
                      <a:pt x="1359" y="1281"/>
                      <a:pt x="1386" y="1254"/>
                      <a:pt x="1386" y="1221"/>
                    </a:cubicBezTo>
                    <a:close/>
                    <a:moveTo>
                      <a:pt x="228" y="0"/>
                    </a:moveTo>
                    <a:cubicBezTo>
                      <a:pt x="238" y="3"/>
                      <a:pt x="248" y="6"/>
                      <a:pt x="258" y="10"/>
                    </a:cubicBezTo>
                    <a:cubicBezTo>
                      <a:pt x="332" y="42"/>
                      <a:pt x="354" y="138"/>
                      <a:pt x="300" y="199"/>
                    </a:cubicBezTo>
                    <a:cubicBezTo>
                      <a:pt x="297" y="203"/>
                      <a:pt x="294" y="206"/>
                      <a:pt x="292" y="208"/>
                    </a:cubicBezTo>
                    <a:cubicBezTo>
                      <a:pt x="312" y="222"/>
                      <a:pt x="333" y="234"/>
                      <a:pt x="351" y="250"/>
                    </a:cubicBezTo>
                    <a:cubicBezTo>
                      <a:pt x="395" y="289"/>
                      <a:pt x="417" y="339"/>
                      <a:pt x="420" y="398"/>
                    </a:cubicBezTo>
                    <a:cubicBezTo>
                      <a:pt x="421" y="423"/>
                      <a:pt x="410" y="435"/>
                      <a:pt x="384" y="435"/>
                    </a:cubicBezTo>
                    <a:cubicBezTo>
                      <a:pt x="268" y="435"/>
                      <a:pt x="152" y="435"/>
                      <a:pt x="36" y="435"/>
                    </a:cubicBezTo>
                    <a:cubicBezTo>
                      <a:pt x="19" y="435"/>
                      <a:pt x="8" y="428"/>
                      <a:pt x="0" y="414"/>
                    </a:cubicBezTo>
                    <a:cubicBezTo>
                      <a:pt x="0" y="403"/>
                      <a:pt x="0" y="392"/>
                      <a:pt x="0" y="381"/>
                    </a:cubicBezTo>
                    <a:cubicBezTo>
                      <a:pt x="1" y="379"/>
                      <a:pt x="2" y="376"/>
                      <a:pt x="2" y="374"/>
                    </a:cubicBezTo>
                    <a:cubicBezTo>
                      <a:pt x="15" y="300"/>
                      <a:pt x="55" y="248"/>
                      <a:pt x="122" y="214"/>
                    </a:cubicBezTo>
                    <a:cubicBezTo>
                      <a:pt x="125" y="213"/>
                      <a:pt x="127" y="212"/>
                      <a:pt x="130" y="210"/>
                    </a:cubicBezTo>
                    <a:cubicBezTo>
                      <a:pt x="126" y="205"/>
                      <a:pt x="122" y="202"/>
                      <a:pt x="119" y="198"/>
                    </a:cubicBezTo>
                    <a:cubicBezTo>
                      <a:pt x="69" y="139"/>
                      <a:pt x="86" y="49"/>
                      <a:pt x="155" y="14"/>
                    </a:cubicBezTo>
                    <a:cubicBezTo>
                      <a:pt x="166" y="8"/>
                      <a:pt x="179" y="5"/>
                      <a:pt x="192" y="0"/>
                    </a:cubicBezTo>
                    <a:cubicBezTo>
                      <a:pt x="204" y="0"/>
                      <a:pt x="216" y="0"/>
                      <a:pt x="228" y="0"/>
                    </a:cubicBezTo>
                    <a:close/>
                    <a:moveTo>
                      <a:pt x="356" y="374"/>
                    </a:moveTo>
                    <a:cubicBezTo>
                      <a:pt x="344" y="306"/>
                      <a:pt x="280" y="254"/>
                      <a:pt x="208" y="255"/>
                    </a:cubicBezTo>
                    <a:cubicBezTo>
                      <a:pt x="138" y="256"/>
                      <a:pt x="74" y="308"/>
                      <a:pt x="64" y="374"/>
                    </a:cubicBezTo>
                    <a:cubicBezTo>
                      <a:pt x="161" y="374"/>
                      <a:pt x="258" y="374"/>
                      <a:pt x="356" y="374"/>
                    </a:cubicBezTo>
                    <a:close/>
                    <a:moveTo>
                      <a:pt x="270" y="120"/>
                    </a:moveTo>
                    <a:cubicBezTo>
                      <a:pt x="270" y="87"/>
                      <a:pt x="243" y="60"/>
                      <a:pt x="210" y="60"/>
                    </a:cubicBezTo>
                    <a:cubicBezTo>
                      <a:pt x="177" y="60"/>
                      <a:pt x="150" y="87"/>
                      <a:pt x="150" y="120"/>
                    </a:cubicBezTo>
                    <a:cubicBezTo>
                      <a:pt x="150" y="153"/>
                      <a:pt x="177" y="180"/>
                      <a:pt x="210" y="180"/>
                    </a:cubicBezTo>
                    <a:cubicBezTo>
                      <a:pt x="243" y="180"/>
                      <a:pt x="270" y="152"/>
                      <a:pt x="270" y="120"/>
                    </a:cubicBezTo>
                    <a:close/>
                    <a:moveTo>
                      <a:pt x="1122" y="669"/>
                    </a:moveTo>
                    <a:cubicBezTo>
                      <a:pt x="1117" y="676"/>
                      <a:pt x="1113" y="686"/>
                      <a:pt x="1105" y="692"/>
                    </a:cubicBezTo>
                    <a:cubicBezTo>
                      <a:pt x="1092" y="704"/>
                      <a:pt x="1076" y="713"/>
                      <a:pt x="1063" y="725"/>
                    </a:cubicBezTo>
                    <a:cubicBezTo>
                      <a:pt x="1058" y="729"/>
                      <a:pt x="1054" y="737"/>
                      <a:pt x="1054" y="743"/>
                    </a:cubicBezTo>
                    <a:cubicBezTo>
                      <a:pt x="1052" y="760"/>
                      <a:pt x="1053" y="777"/>
                      <a:pt x="1054" y="794"/>
                    </a:cubicBezTo>
                    <a:cubicBezTo>
                      <a:pt x="1054" y="800"/>
                      <a:pt x="1057" y="807"/>
                      <a:pt x="1062" y="811"/>
                    </a:cubicBezTo>
                    <a:cubicBezTo>
                      <a:pt x="1075" y="822"/>
                      <a:pt x="1090" y="832"/>
                      <a:pt x="1104" y="842"/>
                    </a:cubicBezTo>
                    <a:cubicBezTo>
                      <a:pt x="1122" y="856"/>
                      <a:pt x="1125" y="869"/>
                      <a:pt x="1113" y="890"/>
                    </a:cubicBezTo>
                    <a:cubicBezTo>
                      <a:pt x="1091" y="928"/>
                      <a:pt x="1069" y="967"/>
                      <a:pt x="1047" y="1005"/>
                    </a:cubicBezTo>
                    <a:cubicBezTo>
                      <a:pt x="1034" y="1027"/>
                      <a:pt x="1022" y="1031"/>
                      <a:pt x="998" y="1021"/>
                    </a:cubicBezTo>
                    <a:cubicBezTo>
                      <a:pt x="983" y="1014"/>
                      <a:pt x="967" y="1008"/>
                      <a:pt x="953" y="1001"/>
                    </a:cubicBezTo>
                    <a:cubicBezTo>
                      <a:pt x="944" y="997"/>
                      <a:pt x="939" y="998"/>
                      <a:pt x="931" y="1003"/>
                    </a:cubicBezTo>
                    <a:cubicBezTo>
                      <a:pt x="918" y="1012"/>
                      <a:pt x="905" y="1020"/>
                      <a:pt x="891" y="1026"/>
                    </a:cubicBezTo>
                    <a:cubicBezTo>
                      <a:pt x="882" y="1031"/>
                      <a:pt x="878" y="1037"/>
                      <a:pt x="877" y="1046"/>
                    </a:cubicBezTo>
                    <a:cubicBezTo>
                      <a:pt x="875" y="1064"/>
                      <a:pt x="874" y="1082"/>
                      <a:pt x="871" y="1100"/>
                    </a:cubicBezTo>
                    <a:cubicBezTo>
                      <a:pt x="868" y="1119"/>
                      <a:pt x="858" y="1128"/>
                      <a:pt x="838" y="1128"/>
                    </a:cubicBezTo>
                    <a:cubicBezTo>
                      <a:pt x="791" y="1128"/>
                      <a:pt x="744" y="1128"/>
                      <a:pt x="697" y="1128"/>
                    </a:cubicBezTo>
                    <a:cubicBezTo>
                      <a:pt x="678" y="1128"/>
                      <a:pt x="668" y="1119"/>
                      <a:pt x="665" y="1099"/>
                    </a:cubicBezTo>
                    <a:cubicBezTo>
                      <a:pt x="662" y="1080"/>
                      <a:pt x="661" y="1061"/>
                      <a:pt x="658" y="1042"/>
                    </a:cubicBezTo>
                    <a:cubicBezTo>
                      <a:pt x="657" y="1037"/>
                      <a:pt x="652" y="1031"/>
                      <a:pt x="648" y="1029"/>
                    </a:cubicBezTo>
                    <a:cubicBezTo>
                      <a:pt x="633" y="1019"/>
                      <a:pt x="618" y="1010"/>
                      <a:pt x="602" y="1002"/>
                    </a:cubicBezTo>
                    <a:cubicBezTo>
                      <a:pt x="597" y="999"/>
                      <a:pt x="590" y="999"/>
                      <a:pt x="586" y="1000"/>
                    </a:cubicBezTo>
                    <a:cubicBezTo>
                      <a:pt x="568" y="1007"/>
                      <a:pt x="551" y="1015"/>
                      <a:pt x="534" y="1023"/>
                    </a:cubicBezTo>
                    <a:cubicBezTo>
                      <a:pt x="515" y="1030"/>
                      <a:pt x="502" y="1026"/>
                      <a:pt x="492" y="1009"/>
                    </a:cubicBezTo>
                    <a:cubicBezTo>
                      <a:pt x="468" y="968"/>
                      <a:pt x="444" y="928"/>
                      <a:pt x="421" y="887"/>
                    </a:cubicBezTo>
                    <a:cubicBezTo>
                      <a:pt x="411" y="870"/>
                      <a:pt x="415" y="856"/>
                      <a:pt x="430" y="844"/>
                    </a:cubicBezTo>
                    <a:cubicBezTo>
                      <a:pt x="445" y="833"/>
                      <a:pt x="460" y="823"/>
                      <a:pt x="473" y="811"/>
                    </a:cubicBezTo>
                    <a:cubicBezTo>
                      <a:pt x="478" y="807"/>
                      <a:pt x="482" y="799"/>
                      <a:pt x="482" y="793"/>
                    </a:cubicBezTo>
                    <a:cubicBezTo>
                      <a:pt x="484" y="776"/>
                      <a:pt x="483" y="759"/>
                      <a:pt x="482" y="742"/>
                    </a:cubicBezTo>
                    <a:cubicBezTo>
                      <a:pt x="482" y="736"/>
                      <a:pt x="479" y="729"/>
                      <a:pt x="474" y="725"/>
                    </a:cubicBezTo>
                    <a:cubicBezTo>
                      <a:pt x="461" y="714"/>
                      <a:pt x="446" y="704"/>
                      <a:pt x="432" y="694"/>
                    </a:cubicBezTo>
                    <a:cubicBezTo>
                      <a:pt x="414" y="680"/>
                      <a:pt x="411" y="667"/>
                      <a:pt x="422" y="647"/>
                    </a:cubicBezTo>
                    <a:cubicBezTo>
                      <a:pt x="445" y="607"/>
                      <a:pt x="468" y="568"/>
                      <a:pt x="491" y="528"/>
                    </a:cubicBezTo>
                    <a:cubicBezTo>
                      <a:pt x="502" y="510"/>
                      <a:pt x="515" y="506"/>
                      <a:pt x="534" y="513"/>
                    </a:cubicBezTo>
                    <a:cubicBezTo>
                      <a:pt x="554" y="522"/>
                      <a:pt x="575" y="538"/>
                      <a:pt x="594" y="537"/>
                    </a:cubicBezTo>
                    <a:cubicBezTo>
                      <a:pt x="613" y="536"/>
                      <a:pt x="632" y="518"/>
                      <a:pt x="650" y="507"/>
                    </a:cubicBezTo>
                    <a:cubicBezTo>
                      <a:pt x="654" y="504"/>
                      <a:pt x="657" y="500"/>
                      <a:pt x="658" y="495"/>
                    </a:cubicBezTo>
                    <a:cubicBezTo>
                      <a:pt x="660" y="478"/>
                      <a:pt x="662" y="460"/>
                      <a:pt x="664" y="442"/>
                    </a:cubicBezTo>
                    <a:cubicBezTo>
                      <a:pt x="667" y="416"/>
                      <a:pt x="677" y="408"/>
                      <a:pt x="702" y="408"/>
                    </a:cubicBezTo>
                    <a:cubicBezTo>
                      <a:pt x="747" y="408"/>
                      <a:pt x="791" y="408"/>
                      <a:pt x="836" y="408"/>
                    </a:cubicBezTo>
                    <a:cubicBezTo>
                      <a:pt x="858" y="408"/>
                      <a:pt x="868" y="417"/>
                      <a:pt x="872" y="439"/>
                    </a:cubicBezTo>
                    <a:cubicBezTo>
                      <a:pt x="874" y="458"/>
                      <a:pt x="875" y="476"/>
                      <a:pt x="878" y="494"/>
                    </a:cubicBezTo>
                    <a:cubicBezTo>
                      <a:pt x="879" y="499"/>
                      <a:pt x="884" y="505"/>
                      <a:pt x="888" y="507"/>
                    </a:cubicBezTo>
                    <a:cubicBezTo>
                      <a:pt x="903" y="517"/>
                      <a:pt x="918" y="526"/>
                      <a:pt x="934" y="534"/>
                    </a:cubicBezTo>
                    <a:cubicBezTo>
                      <a:pt x="939" y="537"/>
                      <a:pt x="946" y="537"/>
                      <a:pt x="950" y="536"/>
                    </a:cubicBezTo>
                    <a:cubicBezTo>
                      <a:pt x="968" y="529"/>
                      <a:pt x="985" y="521"/>
                      <a:pt x="1002" y="513"/>
                    </a:cubicBezTo>
                    <a:cubicBezTo>
                      <a:pt x="1021" y="506"/>
                      <a:pt x="1034" y="510"/>
                      <a:pt x="1044" y="527"/>
                    </a:cubicBezTo>
                    <a:cubicBezTo>
                      <a:pt x="1068" y="568"/>
                      <a:pt x="1092" y="608"/>
                      <a:pt x="1115" y="649"/>
                    </a:cubicBezTo>
                    <a:cubicBezTo>
                      <a:pt x="1118" y="654"/>
                      <a:pt x="1119" y="660"/>
                      <a:pt x="1122" y="669"/>
                    </a:cubicBezTo>
                    <a:close/>
                    <a:moveTo>
                      <a:pt x="531" y="578"/>
                    </a:moveTo>
                    <a:cubicBezTo>
                      <a:pt x="516" y="605"/>
                      <a:pt x="501" y="631"/>
                      <a:pt x="485" y="658"/>
                    </a:cubicBezTo>
                    <a:cubicBezTo>
                      <a:pt x="501" y="670"/>
                      <a:pt x="516" y="681"/>
                      <a:pt x="531" y="692"/>
                    </a:cubicBezTo>
                    <a:cubicBezTo>
                      <a:pt x="544" y="701"/>
                      <a:pt x="546" y="713"/>
                      <a:pt x="546" y="728"/>
                    </a:cubicBezTo>
                    <a:cubicBezTo>
                      <a:pt x="544" y="754"/>
                      <a:pt x="544" y="781"/>
                      <a:pt x="545" y="808"/>
                    </a:cubicBezTo>
                    <a:cubicBezTo>
                      <a:pt x="546" y="823"/>
                      <a:pt x="543" y="835"/>
                      <a:pt x="530" y="844"/>
                    </a:cubicBezTo>
                    <a:cubicBezTo>
                      <a:pt x="515" y="855"/>
                      <a:pt x="501" y="866"/>
                      <a:pt x="485" y="878"/>
                    </a:cubicBezTo>
                    <a:cubicBezTo>
                      <a:pt x="501" y="905"/>
                      <a:pt x="516" y="932"/>
                      <a:pt x="531" y="958"/>
                    </a:cubicBezTo>
                    <a:cubicBezTo>
                      <a:pt x="550" y="950"/>
                      <a:pt x="566" y="943"/>
                      <a:pt x="583" y="936"/>
                    </a:cubicBezTo>
                    <a:cubicBezTo>
                      <a:pt x="597" y="929"/>
                      <a:pt x="609" y="932"/>
                      <a:pt x="622" y="941"/>
                    </a:cubicBezTo>
                    <a:cubicBezTo>
                      <a:pt x="644" y="955"/>
                      <a:pt x="667" y="969"/>
                      <a:pt x="691" y="981"/>
                    </a:cubicBezTo>
                    <a:cubicBezTo>
                      <a:pt x="705" y="988"/>
                      <a:pt x="714" y="995"/>
                      <a:pt x="715" y="1011"/>
                    </a:cubicBezTo>
                    <a:cubicBezTo>
                      <a:pt x="717" y="1029"/>
                      <a:pt x="719" y="1048"/>
                      <a:pt x="722" y="1067"/>
                    </a:cubicBezTo>
                    <a:cubicBezTo>
                      <a:pt x="753" y="1067"/>
                      <a:pt x="783" y="1067"/>
                      <a:pt x="814" y="1067"/>
                    </a:cubicBezTo>
                    <a:cubicBezTo>
                      <a:pt x="817" y="1048"/>
                      <a:pt x="819" y="1030"/>
                      <a:pt x="821" y="1012"/>
                    </a:cubicBezTo>
                    <a:cubicBezTo>
                      <a:pt x="822" y="996"/>
                      <a:pt x="831" y="988"/>
                      <a:pt x="845" y="981"/>
                    </a:cubicBezTo>
                    <a:cubicBezTo>
                      <a:pt x="868" y="969"/>
                      <a:pt x="892" y="956"/>
                      <a:pt x="913" y="941"/>
                    </a:cubicBezTo>
                    <a:cubicBezTo>
                      <a:pt x="927" y="932"/>
                      <a:pt x="940" y="929"/>
                      <a:pt x="955" y="936"/>
                    </a:cubicBezTo>
                    <a:cubicBezTo>
                      <a:pt x="971" y="944"/>
                      <a:pt x="987" y="951"/>
                      <a:pt x="1005" y="958"/>
                    </a:cubicBezTo>
                    <a:cubicBezTo>
                      <a:pt x="1020" y="931"/>
                      <a:pt x="1036" y="905"/>
                      <a:pt x="1051" y="878"/>
                    </a:cubicBezTo>
                    <a:cubicBezTo>
                      <a:pt x="1035" y="866"/>
                      <a:pt x="1020" y="855"/>
                      <a:pt x="1005" y="844"/>
                    </a:cubicBezTo>
                    <a:cubicBezTo>
                      <a:pt x="993" y="835"/>
                      <a:pt x="990" y="823"/>
                      <a:pt x="991" y="808"/>
                    </a:cubicBezTo>
                    <a:cubicBezTo>
                      <a:pt x="992" y="782"/>
                      <a:pt x="992" y="755"/>
                      <a:pt x="991" y="729"/>
                    </a:cubicBezTo>
                    <a:cubicBezTo>
                      <a:pt x="990" y="713"/>
                      <a:pt x="993" y="701"/>
                      <a:pt x="1006" y="691"/>
                    </a:cubicBezTo>
                    <a:cubicBezTo>
                      <a:pt x="1021" y="681"/>
                      <a:pt x="1036" y="670"/>
                      <a:pt x="1051" y="658"/>
                    </a:cubicBezTo>
                    <a:cubicBezTo>
                      <a:pt x="1035" y="631"/>
                      <a:pt x="1020" y="605"/>
                      <a:pt x="1005" y="578"/>
                    </a:cubicBezTo>
                    <a:cubicBezTo>
                      <a:pt x="987" y="586"/>
                      <a:pt x="970" y="593"/>
                      <a:pt x="954" y="600"/>
                    </a:cubicBezTo>
                    <a:cubicBezTo>
                      <a:pt x="939" y="607"/>
                      <a:pt x="927" y="604"/>
                      <a:pt x="914" y="595"/>
                    </a:cubicBezTo>
                    <a:cubicBezTo>
                      <a:pt x="892" y="580"/>
                      <a:pt x="869" y="567"/>
                      <a:pt x="845" y="555"/>
                    </a:cubicBezTo>
                    <a:cubicBezTo>
                      <a:pt x="832" y="549"/>
                      <a:pt x="822" y="541"/>
                      <a:pt x="821" y="525"/>
                    </a:cubicBezTo>
                    <a:cubicBezTo>
                      <a:pt x="819" y="506"/>
                      <a:pt x="816" y="487"/>
                      <a:pt x="814" y="468"/>
                    </a:cubicBezTo>
                    <a:cubicBezTo>
                      <a:pt x="798" y="468"/>
                      <a:pt x="783" y="468"/>
                      <a:pt x="768" y="468"/>
                    </a:cubicBezTo>
                    <a:cubicBezTo>
                      <a:pt x="753" y="468"/>
                      <a:pt x="737" y="468"/>
                      <a:pt x="722" y="468"/>
                    </a:cubicBezTo>
                    <a:cubicBezTo>
                      <a:pt x="719" y="488"/>
                      <a:pt x="717" y="506"/>
                      <a:pt x="715" y="523"/>
                    </a:cubicBezTo>
                    <a:cubicBezTo>
                      <a:pt x="714" y="540"/>
                      <a:pt x="705" y="548"/>
                      <a:pt x="690" y="556"/>
                    </a:cubicBezTo>
                    <a:cubicBezTo>
                      <a:pt x="667" y="567"/>
                      <a:pt x="645" y="580"/>
                      <a:pt x="623" y="594"/>
                    </a:cubicBezTo>
                    <a:cubicBezTo>
                      <a:pt x="609" y="604"/>
                      <a:pt x="596" y="607"/>
                      <a:pt x="580" y="599"/>
                    </a:cubicBezTo>
                    <a:cubicBezTo>
                      <a:pt x="565" y="592"/>
                      <a:pt x="549" y="585"/>
                      <a:pt x="531" y="578"/>
                    </a:cubicBezTo>
                    <a:close/>
                    <a:moveTo>
                      <a:pt x="1442" y="915"/>
                    </a:moveTo>
                    <a:cubicBezTo>
                      <a:pt x="1458" y="839"/>
                      <a:pt x="1463" y="761"/>
                      <a:pt x="1452" y="683"/>
                    </a:cubicBezTo>
                    <a:cubicBezTo>
                      <a:pt x="1424" y="473"/>
                      <a:pt x="1321" y="308"/>
                      <a:pt x="1145" y="191"/>
                    </a:cubicBezTo>
                    <a:cubicBezTo>
                      <a:pt x="995" y="91"/>
                      <a:pt x="830" y="59"/>
                      <a:pt x="653" y="88"/>
                    </a:cubicBezTo>
                    <a:cubicBezTo>
                      <a:pt x="610" y="95"/>
                      <a:pt x="568" y="110"/>
                      <a:pt x="526" y="123"/>
                    </a:cubicBezTo>
                    <a:cubicBezTo>
                      <a:pt x="508" y="128"/>
                      <a:pt x="502" y="144"/>
                      <a:pt x="507" y="159"/>
                    </a:cubicBezTo>
                    <a:cubicBezTo>
                      <a:pt x="511" y="175"/>
                      <a:pt x="526" y="183"/>
                      <a:pt x="542" y="179"/>
                    </a:cubicBezTo>
                    <a:cubicBezTo>
                      <a:pt x="548" y="178"/>
                      <a:pt x="554" y="176"/>
                      <a:pt x="559" y="174"/>
                    </a:cubicBezTo>
                    <a:cubicBezTo>
                      <a:pt x="669" y="135"/>
                      <a:pt x="781" y="128"/>
                      <a:pt x="895" y="151"/>
                    </a:cubicBezTo>
                    <a:cubicBezTo>
                      <a:pt x="1198" y="212"/>
                      <a:pt x="1413" y="490"/>
                      <a:pt x="1397" y="799"/>
                    </a:cubicBezTo>
                    <a:cubicBezTo>
                      <a:pt x="1395" y="834"/>
                      <a:pt x="1389" y="870"/>
                      <a:pt x="1385" y="905"/>
                    </a:cubicBezTo>
                    <a:cubicBezTo>
                      <a:pt x="1379" y="903"/>
                      <a:pt x="1378" y="901"/>
                      <a:pt x="1377" y="900"/>
                    </a:cubicBezTo>
                    <a:cubicBezTo>
                      <a:pt x="1365" y="883"/>
                      <a:pt x="1349" y="879"/>
                      <a:pt x="1334" y="888"/>
                    </a:cubicBezTo>
                    <a:cubicBezTo>
                      <a:pt x="1319" y="897"/>
                      <a:pt x="1316" y="913"/>
                      <a:pt x="1326" y="931"/>
                    </a:cubicBezTo>
                    <a:cubicBezTo>
                      <a:pt x="1338" y="954"/>
                      <a:pt x="1350" y="977"/>
                      <a:pt x="1363" y="999"/>
                    </a:cubicBezTo>
                    <a:cubicBezTo>
                      <a:pt x="1373" y="1017"/>
                      <a:pt x="1389" y="1022"/>
                      <a:pt x="1406" y="1013"/>
                    </a:cubicBezTo>
                    <a:cubicBezTo>
                      <a:pt x="1430" y="1000"/>
                      <a:pt x="1454" y="987"/>
                      <a:pt x="1477" y="974"/>
                    </a:cubicBezTo>
                    <a:cubicBezTo>
                      <a:pt x="1494" y="964"/>
                      <a:pt x="1499" y="948"/>
                      <a:pt x="1492" y="933"/>
                    </a:cubicBezTo>
                    <a:cubicBezTo>
                      <a:pt x="1484" y="918"/>
                      <a:pt x="1468" y="913"/>
                      <a:pt x="1450" y="921"/>
                    </a:cubicBezTo>
                    <a:cubicBezTo>
                      <a:pt x="1447" y="922"/>
                      <a:pt x="1445" y="923"/>
                      <a:pt x="1440" y="925"/>
                    </a:cubicBezTo>
                    <a:cubicBezTo>
                      <a:pt x="1441" y="920"/>
                      <a:pt x="1442" y="918"/>
                      <a:pt x="1442" y="915"/>
                    </a:cubicBezTo>
                    <a:close/>
                    <a:moveTo>
                      <a:pt x="84" y="854"/>
                    </a:moveTo>
                    <a:cubicBezTo>
                      <a:pt x="110" y="1051"/>
                      <a:pt x="203" y="1209"/>
                      <a:pt x="363" y="1326"/>
                    </a:cubicBezTo>
                    <a:cubicBezTo>
                      <a:pt x="528" y="1446"/>
                      <a:pt x="714" y="1483"/>
                      <a:pt x="913" y="1442"/>
                    </a:cubicBezTo>
                    <a:cubicBezTo>
                      <a:pt x="947" y="1435"/>
                      <a:pt x="979" y="1424"/>
                      <a:pt x="1011" y="1413"/>
                    </a:cubicBezTo>
                    <a:cubicBezTo>
                      <a:pt x="1028" y="1408"/>
                      <a:pt x="1035" y="1391"/>
                      <a:pt x="1029" y="1376"/>
                    </a:cubicBezTo>
                    <a:cubicBezTo>
                      <a:pt x="1024" y="1360"/>
                      <a:pt x="1008" y="1353"/>
                      <a:pt x="992" y="1357"/>
                    </a:cubicBezTo>
                    <a:cubicBezTo>
                      <a:pt x="987" y="1358"/>
                      <a:pt x="982" y="1360"/>
                      <a:pt x="977" y="1362"/>
                    </a:cubicBezTo>
                    <a:cubicBezTo>
                      <a:pt x="850" y="1406"/>
                      <a:pt x="721" y="1410"/>
                      <a:pt x="591" y="1373"/>
                    </a:cubicBezTo>
                    <a:cubicBezTo>
                      <a:pt x="300" y="1289"/>
                      <a:pt x="107" y="1000"/>
                      <a:pt x="142" y="699"/>
                    </a:cubicBezTo>
                    <a:cubicBezTo>
                      <a:pt x="144" y="676"/>
                      <a:pt x="149" y="654"/>
                      <a:pt x="153" y="627"/>
                    </a:cubicBezTo>
                    <a:cubicBezTo>
                      <a:pt x="157" y="633"/>
                      <a:pt x="158" y="634"/>
                      <a:pt x="159" y="636"/>
                    </a:cubicBezTo>
                    <a:cubicBezTo>
                      <a:pt x="170" y="653"/>
                      <a:pt x="186" y="658"/>
                      <a:pt x="201" y="649"/>
                    </a:cubicBezTo>
                    <a:cubicBezTo>
                      <a:pt x="216" y="640"/>
                      <a:pt x="220" y="623"/>
                      <a:pt x="211" y="606"/>
                    </a:cubicBezTo>
                    <a:cubicBezTo>
                      <a:pt x="198" y="582"/>
                      <a:pt x="186" y="559"/>
                      <a:pt x="173" y="536"/>
                    </a:cubicBezTo>
                    <a:cubicBezTo>
                      <a:pt x="164" y="521"/>
                      <a:pt x="149" y="514"/>
                      <a:pt x="135" y="521"/>
                    </a:cubicBezTo>
                    <a:cubicBezTo>
                      <a:pt x="107" y="535"/>
                      <a:pt x="80" y="550"/>
                      <a:pt x="54" y="566"/>
                    </a:cubicBezTo>
                    <a:cubicBezTo>
                      <a:pt x="41" y="574"/>
                      <a:pt x="38" y="590"/>
                      <a:pt x="45" y="603"/>
                    </a:cubicBezTo>
                    <a:cubicBezTo>
                      <a:pt x="51" y="616"/>
                      <a:pt x="66" y="622"/>
                      <a:pt x="80" y="618"/>
                    </a:cubicBezTo>
                    <a:cubicBezTo>
                      <a:pt x="85" y="616"/>
                      <a:pt x="89" y="614"/>
                      <a:pt x="96" y="611"/>
                    </a:cubicBezTo>
                    <a:cubicBezTo>
                      <a:pt x="78" y="693"/>
                      <a:pt x="73" y="773"/>
                      <a:pt x="84" y="854"/>
                    </a:cubicBezTo>
                    <a:close/>
                    <a:moveTo>
                      <a:pt x="890" y="770"/>
                    </a:moveTo>
                    <a:cubicBezTo>
                      <a:pt x="888" y="837"/>
                      <a:pt x="833" y="891"/>
                      <a:pt x="767" y="890"/>
                    </a:cubicBezTo>
                    <a:cubicBezTo>
                      <a:pt x="699" y="888"/>
                      <a:pt x="645" y="833"/>
                      <a:pt x="646" y="766"/>
                    </a:cubicBezTo>
                    <a:cubicBezTo>
                      <a:pt x="648" y="698"/>
                      <a:pt x="704" y="644"/>
                      <a:pt x="771" y="647"/>
                    </a:cubicBezTo>
                    <a:cubicBezTo>
                      <a:pt x="838" y="649"/>
                      <a:pt x="891" y="704"/>
                      <a:pt x="890" y="770"/>
                    </a:cubicBezTo>
                    <a:close/>
                    <a:moveTo>
                      <a:pt x="830" y="767"/>
                    </a:moveTo>
                    <a:cubicBezTo>
                      <a:pt x="829" y="733"/>
                      <a:pt x="801" y="706"/>
                      <a:pt x="767" y="706"/>
                    </a:cubicBezTo>
                    <a:cubicBezTo>
                      <a:pt x="733" y="707"/>
                      <a:pt x="705" y="736"/>
                      <a:pt x="706" y="769"/>
                    </a:cubicBezTo>
                    <a:cubicBezTo>
                      <a:pt x="707" y="803"/>
                      <a:pt x="735" y="830"/>
                      <a:pt x="768" y="830"/>
                    </a:cubicBezTo>
                    <a:cubicBezTo>
                      <a:pt x="802" y="829"/>
                      <a:pt x="830" y="801"/>
                      <a:pt x="830" y="767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rnd" cmpd="sng" algn="ctr">
                <a:noFill/>
                <a:prstDash val="solid"/>
                <a:round/>
                <a:headEnd type="none" w="sm" len="sm"/>
                <a:tailEnd type="none" w="med" len="med"/>
              </a:ln>
              <a:effectLst>
                <a:glow rad="12700">
                  <a:schemeClr val="bg1">
                    <a:alpha val="25000"/>
                  </a:scheme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454" name="Arc 453">
              <a:extLst>
                <a:ext uri="{FF2B5EF4-FFF2-40B4-BE49-F238E27FC236}">
                  <a16:creationId xmlns:a16="http://schemas.microsoft.com/office/drawing/2014/main" id="{97F2EC62-9DD1-AAAD-EB04-36C8FF3C4ABE}"/>
                </a:ext>
              </a:extLst>
            </p:cNvPr>
            <p:cNvSpPr/>
            <p:nvPr/>
          </p:nvSpPr>
          <p:spPr bwMode="auto">
            <a:xfrm rot="18216806">
              <a:off x="1973196" y="2171762"/>
              <a:ext cx="838605" cy="799984"/>
            </a:xfrm>
            <a:custGeom>
              <a:avLst/>
              <a:gdLst>
                <a:gd name="connsiteX0" fmla="*/ 419302 w 838605"/>
                <a:gd name="connsiteY0" fmla="*/ 0 h 799984"/>
                <a:gd name="connsiteX1" fmla="*/ 745236 w 838605"/>
                <a:gd name="connsiteY1" fmla="*/ 148357 h 799984"/>
                <a:gd name="connsiteX2" fmla="*/ 419303 w 838605"/>
                <a:gd name="connsiteY2" fmla="*/ 399992 h 799984"/>
                <a:gd name="connsiteX3" fmla="*/ 419302 w 838605"/>
                <a:gd name="connsiteY3" fmla="*/ 0 h 799984"/>
                <a:gd name="connsiteX0" fmla="*/ 419302 w 838605"/>
                <a:gd name="connsiteY0" fmla="*/ 0 h 799984"/>
                <a:gd name="connsiteX1" fmla="*/ 745236 w 838605"/>
                <a:gd name="connsiteY1" fmla="*/ 148357 h 79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8605" h="799984" stroke="0" extrusionOk="0">
                  <a:moveTo>
                    <a:pt x="419302" y="0"/>
                  </a:moveTo>
                  <a:cubicBezTo>
                    <a:pt x="531899" y="-8604"/>
                    <a:pt x="655277" y="58404"/>
                    <a:pt x="745236" y="148357"/>
                  </a:cubicBezTo>
                  <a:cubicBezTo>
                    <a:pt x="630144" y="207594"/>
                    <a:pt x="506744" y="328193"/>
                    <a:pt x="419303" y="399992"/>
                  </a:cubicBezTo>
                  <a:cubicBezTo>
                    <a:pt x="416710" y="269193"/>
                    <a:pt x="416527" y="148667"/>
                    <a:pt x="419302" y="0"/>
                  </a:cubicBezTo>
                  <a:close/>
                </a:path>
                <a:path w="838605" h="799984" fill="none" extrusionOk="0">
                  <a:moveTo>
                    <a:pt x="419302" y="0"/>
                  </a:moveTo>
                  <a:cubicBezTo>
                    <a:pt x="528922" y="-9261"/>
                    <a:pt x="674752" y="58881"/>
                    <a:pt x="745236" y="148357"/>
                  </a:cubicBez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ysDot"/>
              <a:round/>
              <a:headEnd type="none" w="med" len="med"/>
              <a:tailEnd type="none" w="sm" len="sm"/>
              <a:extLst>
                <a:ext uri="{C807C97D-BFC1-408E-A445-0C87EB9F89A2}">
                  <ask:lineSketchStyleProps xmlns:ask="http://schemas.microsoft.com/office/drawing/2018/sketchyshapes" sd="1219033472">
                    <a:prstGeom prst="arc">
                      <a:avLst>
                        <a:gd name="adj1" fmla="val 16200000"/>
                        <a:gd name="adj2" fmla="val 19339822"/>
                      </a:avLst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8" name="Freeform 5">
            <a:extLst>
              <a:ext uri="{FF2B5EF4-FFF2-40B4-BE49-F238E27FC236}">
                <a16:creationId xmlns:a16="http://schemas.microsoft.com/office/drawing/2014/main" id="{4FE7F37C-1EC4-3341-7843-77C4B8F62223}"/>
              </a:ext>
            </a:extLst>
          </p:cNvPr>
          <p:cNvSpPr>
            <a:spLocks/>
          </p:cNvSpPr>
          <p:nvPr/>
        </p:nvSpPr>
        <p:spPr bwMode="auto">
          <a:xfrm>
            <a:off x="3013023" y="1352373"/>
            <a:ext cx="5448313" cy="1216749"/>
          </a:xfrm>
          <a:custGeom>
            <a:avLst/>
            <a:gdLst>
              <a:gd name="T0" fmla="*/ 8888 w 8888"/>
              <a:gd name="T1" fmla="*/ 0 h 1950"/>
              <a:gd name="T2" fmla="*/ 0 w 8888"/>
              <a:gd name="T3" fmla="*/ 1950 h 195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888" h="1950">
                <a:moveTo>
                  <a:pt x="8888" y="0"/>
                </a:moveTo>
                <a:cubicBezTo>
                  <a:pt x="6019" y="1022"/>
                  <a:pt x="3033" y="1677"/>
                  <a:pt x="0" y="1950"/>
                </a:cubicBezTo>
              </a:path>
            </a:pathLst>
          </a:custGeom>
          <a:noFill/>
          <a:ln w="9525" cap="rnd">
            <a:gradFill>
              <a:gsLst>
                <a:gs pos="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round/>
            <a:headEnd type="triangle" w="lg" len="lg"/>
            <a:tailEnd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01" name="Picture 500">
            <a:extLst>
              <a:ext uri="{FF2B5EF4-FFF2-40B4-BE49-F238E27FC236}">
                <a16:creationId xmlns:a16="http://schemas.microsoft.com/office/drawing/2014/main" id="{AD00DB0A-6D8E-BEEC-EB0F-3099A3032E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0117" y="1823064"/>
            <a:ext cx="2310232" cy="864960"/>
          </a:xfrm>
          <a:prstGeom prst="rect">
            <a:avLst/>
          </a:prstGeom>
        </p:spPr>
      </p:pic>
      <p:sp>
        <p:nvSpPr>
          <p:cNvPr id="502" name="Rounded Rectangle 138">
            <a:extLst>
              <a:ext uri="{FF2B5EF4-FFF2-40B4-BE49-F238E27FC236}">
                <a16:creationId xmlns:a16="http://schemas.microsoft.com/office/drawing/2014/main" id="{9FCB2F37-2A4D-32FC-2D1F-AAEE82C2D8FE}"/>
              </a:ext>
            </a:extLst>
          </p:cNvPr>
          <p:cNvSpPr/>
          <p:nvPr/>
        </p:nvSpPr>
        <p:spPr bwMode="auto">
          <a:xfrm>
            <a:off x="102328" y="2854309"/>
            <a:ext cx="3856399" cy="3687891"/>
          </a:xfrm>
          <a:prstGeom prst="roundRect">
            <a:avLst>
              <a:gd name="adj" fmla="val 2410"/>
            </a:avLst>
          </a:prstGeom>
          <a:solidFill>
            <a:srgbClr val="FFFFFF">
              <a:alpha val="80000"/>
            </a:srgbClr>
          </a:solidFill>
          <a:ln w="6350" cmpd="sng">
            <a:solidFill>
              <a:srgbClr val="66737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0F64D308-A3DE-BA5E-DF78-1DACA825CB22}"/>
              </a:ext>
            </a:extLst>
          </p:cNvPr>
          <p:cNvSpPr txBox="1"/>
          <p:nvPr/>
        </p:nvSpPr>
        <p:spPr>
          <a:xfrm>
            <a:off x="103720" y="3387181"/>
            <a:ext cx="385500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000000"/>
                </a:solidFill>
                <a:latin typeface="Arial" panose="020B0604020202020204" pitchFamily="34" charset="0"/>
              </a:rPr>
              <a:t>Lorinrep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Rehenderiti nvo lupt atev ElitEsse Cillumdolor Eeu.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Fugiatnul lap ariatur excepteursi N2T occ. aeca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tcu pidat atnonpr oi dentsu, ntinculpa, qui offic</a:t>
            </a:r>
            <a:endParaRPr lang="en-US" sz="11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Iadeseruntmo L-L% it A2N imidestlab, orum curabitur nonnullasi tametni sl TEM pusco nvallisquisacle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Ctuspell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6-entes queini psumidorci (3-porta D2A, 6-pibus V2I)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Vamuss uscipi ttortorege tfelisp orttit Orvolu</a:t>
            </a:r>
            <a:endParaRPr lang="en-US" sz="11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Tpatcr-</a:t>
            </a: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asult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rici es 150+ </a:t>
            </a: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LIGu (42 L2A, 108 S2E), dmagnadic TU+ mportalo REM ipsu (10 M2D, OL O2R)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Sitametco ns ectet-ura dipisci ngelitseddoei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Usmodte mporincidi dunt utlab OREe</a:t>
            </a:r>
          </a:p>
        </p:txBody>
      </p:sp>
      <p:sp>
        <p:nvSpPr>
          <p:cNvPr id="506" name="Rectangle: Top Corners Rounded 505">
            <a:extLst>
              <a:ext uri="{FF2B5EF4-FFF2-40B4-BE49-F238E27FC236}">
                <a16:creationId xmlns:a16="http://schemas.microsoft.com/office/drawing/2014/main" id="{BA60BB04-87FA-24B5-A048-C221542F6617}"/>
              </a:ext>
            </a:extLst>
          </p:cNvPr>
          <p:cNvSpPr/>
          <p:nvPr/>
        </p:nvSpPr>
        <p:spPr>
          <a:xfrm>
            <a:off x="250592" y="2854310"/>
            <a:ext cx="3559871" cy="511200"/>
          </a:xfrm>
          <a:prstGeom prst="round2SameRect">
            <a:avLst>
              <a:gd name="adj1" fmla="val 0"/>
              <a:gd name="adj2" fmla="val 12634"/>
            </a:avLst>
          </a:prstGeom>
          <a:solidFill>
            <a:srgbClr val="66737C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Tdol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Orema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Gnaaliqua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Utenim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Adminimve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</a:t>
            </a:r>
          </a:p>
        </p:txBody>
      </p:sp>
      <p:sp>
        <p:nvSpPr>
          <p:cNvPr id="507" name="Rounded Rectangle 138">
            <a:extLst>
              <a:ext uri="{FF2B5EF4-FFF2-40B4-BE49-F238E27FC236}">
                <a16:creationId xmlns:a16="http://schemas.microsoft.com/office/drawing/2014/main" id="{E1035CFB-5223-4CE5-35D6-30C31E1996D1}"/>
              </a:ext>
            </a:extLst>
          </p:cNvPr>
          <p:cNvSpPr/>
          <p:nvPr/>
        </p:nvSpPr>
        <p:spPr bwMode="auto">
          <a:xfrm>
            <a:off x="4023582" y="2521992"/>
            <a:ext cx="3958944" cy="4020208"/>
          </a:xfrm>
          <a:prstGeom prst="roundRect">
            <a:avLst>
              <a:gd name="adj" fmla="val 2168"/>
            </a:avLst>
          </a:prstGeom>
          <a:solidFill>
            <a:srgbClr val="FFFFFF">
              <a:alpha val="85000"/>
            </a:srgbClr>
          </a:solidFill>
          <a:ln w="6350" cmpd="sng">
            <a:solidFill>
              <a:srgbClr val="7ECAF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508" name="Rectangle: Top Corners Rounded 507">
            <a:extLst>
              <a:ext uri="{FF2B5EF4-FFF2-40B4-BE49-F238E27FC236}">
                <a16:creationId xmlns:a16="http://schemas.microsoft.com/office/drawing/2014/main" id="{E3227E31-7014-6363-6BB7-1A879419DFFD}"/>
              </a:ext>
            </a:extLst>
          </p:cNvPr>
          <p:cNvSpPr/>
          <p:nvPr/>
        </p:nvSpPr>
        <p:spPr>
          <a:xfrm>
            <a:off x="4205029" y="2521993"/>
            <a:ext cx="3596050" cy="510316"/>
          </a:xfrm>
          <a:prstGeom prst="round2SameRect">
            <a:avLst>
              <a:gd name="adj1" fmla="val 0"/>
              <a:gd name="adj2" fmla="val 13273"/>
            </a:avLst>
          </a:prstGeom>
          <a:solidFill>
            <a:srgbClr val="7ECAF8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1ACAF8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Nost 2-3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</a:rPr>
              <a:t>Rudex: Ercitat Ionullamcol &amp;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Aborisnisiutal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C3B9A986-C65D-6BDE-D8E0-A544DB7BD64A}"/>
              </a:ext>
            </a:extLst>
          </p:cNvPr>
          <p:cNvSpPr txBox="1"/>
          <p:nvPr/>
        </p:nvSpPr>
        <p:spPr>
          <a:xfrm>
            <a:off x="4040110" y="3071936"/>
            <a:ext cx="3934671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Iquipexe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Acommodoconsequat du isau-te-irure D2O lorinrepr &amp; ehenderi</a:t>
            </a:r>
            <a:endParaRPr lang="en-US" sz="11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Tinvolupt-ateveli tessecil lumd. olo R2E eufug iatnullapa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RIAt urexcepteu rsin toccaec atcup ida tatnonpro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Identsun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Tinculpaqui officiad eseruntmolli tanimide stlabor umcurabitu rnonnull asitam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Etnisltempu sc Onval lis quisa clectuspel lentesq ueinipsu mid-or cipor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T2A: </a:t>
            </a: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Dapi busvivamus, suscipitto, rto regetfeli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1">
                <a:solidFill>
                  <a:srgbClr val="000000"/>
                </a:solidFill>
                <a:latin typeface="Arial" panose="020B0604020202020204" pitchFamily="34" charset="0"/>
              </a:rPr>
              <a:t>S2P: </a:t>
            </a: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Orttito rvolut pa-tcras ultriciesli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0" name="Rounded Rectangle 138">
            <a:extLst>
              <a:ext uri="{FF2B5EF4-FFF2-40B4-BE49-F238E27FC236}">
                <a16:creationId xmlns:a16="http://schemas.microsoft.com/office/drawing/2014/main" id="{4463B73D-A2EB-EA00-496B-2A3697F63745}"/>
              </a:ext>
            </a:extLst>
          </p:cNvPr>
          <p:cNvSpPr/>
          <p:nvPr/>
        </p:nvSpPr>
        <p:spPr bwMode="auto">
          <a:xfrm>
            <a:off x="8047381" y="2308609"/>
            <a:ext cx="4063795" cy="4233591"/>
          </a:xfrm>
          <a:prstGeom prst="roundRect">
            <a:avLst>
              <a:gd name="adj" fmla="val 2017"/>
            </a:avLst>
          </a:prstGeom>
          <a:solidFill>
            <a:srgbClr val="FFFFFF">
              <a:alpha val="90000"/>
            </a:srgbClr>
          </a:solidFill>
          <a:ln w="6350" cmpd="sng">
            <a:solidFill>
              <a:srgbClr val="FED0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511" name="Rectangle: Top Corners Rounded 510">
            <a:extLst>
              <a:ext uri="{FF2B5EF4-FFF2-40B4-BE49-F238E27FC236}">
                <a16:creationId xmlns:a16="http://schemas.microsoft.com/office/drawing/2014/main" id="{639FF80C-B466-0157-BCFE-A66150365F6A}"/>
              </a:ext>
            </a:extLst>
          </p:cNvPr>
          <p:cNvSpPr/>
          <p:nvPr/>
        </p:nvSpPr>
        <p:spPr>
          <a:xfrm>
            <a:off x="8230010" y="2308610"/>
            <a:ext cx="3631425" cy="510316"/>
          </a:xfrm>
          <a:prstGeom prst="round2SameRect">
            <a:avLst>
              <a:gd name="adj1" fmla="val 0"/>
              <a:gd name="adj2" fmla="val 14415"/>
            </a:avLst>
          </a:prstGeom>
          <a:solidFill>
            <a:srgbClr val="FED05D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FBBE26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Gula 4-5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Sedma: Gn-Adictump &amp; Orta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FB1F306F-5119-33EA-E19C-487C32DEBD73}"/>
              </a:ext>
            </a:extLst>
          </p:cNvPr>
          <p:cNvSpPr txBox="1"/>
          <p:nvPr/>
        </p:nvSpPr>
        <p:spPr>
          <a:xfrm>
            <a:off x="8122907" y="2863607"/>
            <a:ext cx="392905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Loremips: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Umdolorsit ametco nsecteturad ip iscin gelitse ddoeiusmod, temporin-cididun tutlabor, eet doloremagn, aali-quau teni madminimveniamq ui snostrude xerc Itatio 4.0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Nulla Mcola: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Borisnis iu ta-liquipexea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Commodo co nsequatdu isautei – rure dolorinrepr eh Enderitinvolup &amp; Tatev Elitess ecillumdolor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1">
                <a:solidFill>
                  <a:srgbClr val="000000"/>
                </a:solidFill>
                <a:latin typeface="Arial" panose="020B0604020202020204" pitchFamily="34" charset="0"/>
              </a:rPr>
              <a:t>E2E: </a:t>
            </a: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Ufugiatnullapariatur ex Cepteur SI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N2T: </a:t>
            </a: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Occaecatcup idatatnonp roidentsu ntinculp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3" name="Rectangle: Rounded Corners 512">
            <a:extLst>
              <a:ext uri="{FF2B5EF4-FFF2-40B4-BE49-F238E27FC236}">
                <a16:creationId xmlns:a16="http://schemas.microsoft.com/office/drawing/2014/main" id="{9F8A8A76-9217-C3B1-C477-5F66FC2C8DEF}"/>
              </a:ext>
            </a:extLst>
          </p:cNvPr>
          <p:cNvSpPr/>
          <p:nvPr/>
        </p:nvSpPr>
        <p:spPr>
          <a:xfrm>
            <a:off x="169016" y="5935659"/>
            <a:ext cx="1770830" cy="476822"/>
          </a:xfrm>
          <a:prstGeom prst="roundRect">
            <a:avLst>
              <a:gd name="adj" fmla="val 11921"/>
            </a:avLst>
          </a:prstGeom>
          <a:solidFill>
            <a:srgbClr val="DFE3E6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~$200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Quio 1 Fficiad</a:t>
            </a:r>
          </a:p>
        </p:txBody>
      </p:sp>
      <p:sp>
        <p:nvSpPr>
          <p:cNvPr id="514" name="Rectangle: Rounded Corners 513">
            <a:extLst>
              <a:ext uri="{FF2B5EF4-FFF2-40B4-BE49-F238E27FC236}">
                <a16:creationId xmlns:a16="http://schemas.microsoft.com/office/drawing/2014/main" id="{57AA8B79-887D-313B-FB28-2CAE264888EA}"/>
              </a:ext>
            </a:extLst>
          </p:cNvPr>
          <p:cNvSpPr/>
          <p:nvPr/>
        </p:nvSpPr>
        <p:spPr>
          <a:xfrm>
            <a:off x="1980735" y="5935659"/>
            <a:ext cx="1917555" cy="476822"/>
          </a:xfrm>
          <a:prstGeom prst="roundRect">
            <a:avLst>
              <a:gd name="adj" fmla="val 11921"/>
            </a:avLst>
          </a:prstGeom>
          <a:solidFill>
            <a:srgbClr val="DFE3E6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~30%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Eserunt MoLl Itanimide</a:t>
            </a:r>
          </a:p>
        </p:txBody>
      </p:sp>
      <p:sp>
        <p:nvSpPr>
          <p:cNvPr id="515" name="Rectangle: Rounded Corners 514">
            <a:extLst>
              <a:ext uri="{FF2B5EF4-FFF2-40B4-BE49-F238E27FC236}">
                <a16:creationId xmlns:a16="http://schemas.microsoft.com/office/drawing/2014/main" id="{AF80D5C2-0328-D895-4DFC-FB8FDE207CEC}"/>
              </a:ext>
            </a:extLst>
          </p:cNvPr>
          <p:cNvSpPr/>
          <p:nvPr/>
        </p:nvSpPr>
        <p:spPr>
          <a:xfrm>
            <a:off x="4144620" y="5935477"/>
            <a:ext cx="1770830" cy="476822"/>
          </a:xfrm>
          <a:prstGeom prst="roundRect">
            <a:avLst>
              <a:gd name="adj" fmla="val 11921"/>
            </a:avLst>
          </a:prstGeom>
          <a:solidFill>
            <a:srgbClr val="D3EDFE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7BC6FB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$600 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 Labo Rumcura</a:t>
            </a:r>
          </a:p>
        </p:txBody>
      </p:sp>
      <p:sp>
        <p:nvSpPr>
          <p:cNvPr id="516" name="Rectangle: Rounded Corners 515">
            <a:extLst>
              <a:ext uri="{FF2B5EF4-FFF2-40B4-BE49-F238E27FC236}">
                <a16:creationId xmlns:a16="http://schemas.microsoft.com/office/drawing/2014/main" id="{23913A53-447F-1BE7-402A-AA33F067ABEF}"/>
              </a:ext>
            </a:extLst>
          </p:cNvPr>
          <p:cNvSpPr/>
          <p:nvPr/>
        </p:nvSpPr>
        <p:spPr>
          <a:xfrm>
            <a:off x="6029701" y="5935477"/>
            <a:ext cx="1770830" cy="476822"/>
          </a:xfrm>
          <a:prstGeom prst="roundRect">
            <a:avLst>
              <a:gd name="adj" fmla="val 11921"/>
            </a:avLst>
          </a:prstGeom>
          <a:solidFill>
            <a:srgbClr val="D3EDFE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7BC6FB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~20-25%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BIT Urnonnulla</a:t>
            </a:r>
          </a:p>
        </p:txBody>
      </p:sp>
      <p:sp>
        <p:nvSpPr>
          <p:cNvPr id="517" name="Rectangle: Rounded Corners 516">
            <a:extLst>
              <a:ext uri="{FF2B5EF4-FFF2-40B4-BE49-F238E27FC236}">
                <a16:creationId xmlns:a16="http://schemas.microsoft.com/office/drawing/2014/main" id="{D9059F9C-7517-91A6-B22C-7CC8D2C72241}"/>
              </a:ext>
            </a:extLst>
          </p:cNvPr>
          <p:cNvSpPr/>
          <p:nvPr/>
        </p:nvSpPr>
        <p:spPr>
          <a:xfrm>
            <a:off x="8195936" y="5930239"/>
            <a:ext cx="1770830" cy="476822"/>
          </a:xfrm>
          <a:prstGeom prst="roundRect">
            <a:avLst>
              <a:gd name="adj" fmla="val 11921"/>
            </a:avLst>
          </a:prstGeom>
          <a:solidFill>
            <a:srgbClr val="FFE39E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DA9C0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$1,000 SI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 Tame Tnislte</a:t>
            </a:r>
          </a:p>
        </p:txBody>
      </p:sp>
      <p:sp>
        <p:nvSpPr>
          <p:cNvPr id="518" name="Rectangle: Rounded Corners 517">
            <a:extLst>
              <a:ext uri="{FF2B5EF4-FFF2-40B4-BE49-F238E27FC236}">
                <a16:creationId xmlns:a16="http://schemas.microsoft.com/office/drawing/2014/main" id="{71A70114-6AED-2790-9F83-79E9D8C4A75E}"/>
              </a:ext>
            </a:extLst>
          </p:cNvPr>
          <p:cNvSpPr/>
          <p:nvPr/>
        </p:nvSpPr>
        <p:spPr>
          <a:xfrm>
            <a:off x="10081017" y="5930239"/>
            <a:ext cx="1770830" cy="476822"/>
          </a:xfrm>
          <a:prstGeom prst="roundRect">
            <a:avLst>
              <a:gd name="adj" fmla="val 11921"/>
            </a:avLst>
          </a:prstGeom>
          <a:solidFill>
            <a:srgbClr val="FFE39E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DA9C0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~25-30%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MPU Sconvallis</a:t>
            </a:r>
          </a:p>
        </p:txBody>
      </p:sp>
      <p:sp>
        <p:nvSpPr>
          <p:cNvPr id="519" name="Arc 518">
            <a:extLst>
              <a:ext uri="{FF2B5EF4-FFF2-40B4-BE49-F238E27FC236}">
                <a16:creationId xmlns:a16="http://schemas.microsoft.com/office/drawing/2014/main" id="{2140853F-5A52-45A9-C588-10CAC7AF79A3}"/>
              </a:ext>
            </a:extLst>
          </p:cNvPr>
          <p:cNvSpPr/>
          <p:nvPr/>
        </p:nvSpPr>
        <p:spPr bwMode="auto">
          <a:xfrm rot="21046710">
            <a:off x="341733" y="1778903"/>
            <a:ext cx="1403414" cy="1403414"/>
          </a:xfrm>
          <a:prstGeom prst="arc">
            <a:avLst/>
          </a:prstGeom>
          <a:noFill/>
          <a:ln w="9525" cap="flat" cmpd="sng" algn="ctr">
            <a:gradFill>
              <a:gsLst>
                <a:gs pos="0">
                  <a:srgbClr val="459FED"/>
                </a:gs>
                <a:gs pos="100000">
                  <a:srgbClr val="66737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Arc 519">
            <a:extLst>
              <a:ext uri="{FF2B5EF4-FFF2-40B4-BE49-F238E27FC236}">
                <a16:creationId xmlns:a16="http://schemas.microsoft.com/office/drawing/2014/main" id="{1A9537BF-1BCC-CC93-CC78-465EA833DCB0}"/>
              </a:ext>
            </a:extLst>
          </p:cNvPr>
          <p:cNvSpPr/>
          <p:nvPr/>
        </p:nvSpPr>
        <p:spPr bwMode="auto">
          <a:xfrm rot="553290" flipH="1">
            <a:off x="1987918" y="1778903"/>
            <a:ext cx="1403414" cy="1403414"/>
          </a:xfrm>
          <a:prstGeom prst="arc">
            <a:avLst>
              <a:gd name="adj1" fmla="val 15407261"/>
              <a:gd name="adj2" fmla="val 0"/>
            </a:avLst>
          </a:prstGeom>
          <a:noFill/>
          <a:ln w="9525" cap="flat" cmpd="sng" algn="ctr">
            <a:gradFill>
              <a:gsLst>
                <a:gs pos="0">
                  <a:srgbClr val="459FED"/>
                </a:gs>
                <a:gs pos="100000">
                  <a:srgbClr val="66737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A18AF2E-64B5-8CA8-9DB0-CC8AA0F28A25}"/>
              </a:ext>
            </a:extLst>
          </p:cNvPr>
          <p:cNvGrpSpPr/>
          <p:nvPr/>
        </p:nvGrpSpPr>
        <p:grpSpPr>
          <a:xfrm>
            <a:off x="5040368" y="1255338"/>
            <a:ext cx="1860678" cy="1121676"/>
            <a:chOff x="5040368" y="1255338"/>
            <a:chExt cx="1860678" cy="1121676"/>
          </a:xfrm>
        </p:grpSpPr>
        <p:pic>
          <p:nvPicPr>
            <p:cNvPr id="522" name="Picture 521">
              <a:extLst>
                <a:ext uri="{FF2B5EF4-FFF2-40B4-BE49-F238E27FC236}">
                  <a16:creationId xmlns:a16="http://schemas.microsoft.com/office/drawing/2014/main" id="{5DDA69F6-79F9-C504-6BFC-52F8E273E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30211" y="1350240"/>
              <a:ext cx="1338337" cy="1020417"/>
            </a:xfrm>
            <a:prstGeom prst="rect">
              <a:avLst/>
            </a:prstGeom>
          </p:spPr>
        </p:pic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936F5042-8DDA-3492-B367-39E2ADC13AC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86569" y="1765055"/>
              <a:ext cx="0" cy="444533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/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BBC928A9-B58E-8134-9C5D-811C8918F32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01159" y="1785070"/>
              <a:ext cx="0" cy="444533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/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25" name="Group 524">
              <a:extLst>
                <a:ext uri="{FF2B5EF4-FFF2-40B4-BE49-F238E27FC236}">
                  <a16:creationId xmlns:a16="http://schemas.microsoft.com/office/drawing/2014/main" id="{00734CC0-DE73-DA15-4823-AF6A76688685}"/>
                </a:ext>
              </a:extLst>
            </p:cNvPr>
            <p:cNvGrpSpPr/>
            <p:nvPr/>
          </p:nvGrpSpPr>
          <p:grpSpPr>
            <a:xfrm>
              <a:off x="6003841" y="1543534"/>
              <a:ext cx="441454" cy="441454"/>
              <a:chOff x="2845367" y="1674761"/>
              <a:chExt cx="441454" cy="441454"/>
            </a:xfrm>
          </p:grpSpPr>
          <p:grpSp>
            <p:nvGrpSpPr>
              <p:cNvPr id="569" name="Group 568">
                <a:extLst>
                  <a:ext uri="{FF2B5EF4-FFF2-40B4-BE49-F238E27FC236}">
                    <a16:creationId xmlns:a16="http://schemas.microsoft.com/office/drawing/2014/main" id="{195913A6-759F-FC1C-C621-0201C1FC1FDC}"/>
                  </a:ext>
                </a:extLst>
              </p:cNvPr>
              <p:cNvGrpSpPr/>
              <p:nvPr/>
            </p:nvGrpSpPr>
            <p:grpSpPr>
              <a:xfrm>
                <a:off x="2845367" y="1674761"/>
                <a:ext cx="441454" cy="441454"/>
                <a:chOff x="1975655" y="1234941"/>
                <a:chExt cx="2286951" cy="2286953"/>
              </a:xfrm>
            </p:grpSpPr>
            <p:sp>
              <p:nvSpPr>
                <p:cNvPr id="572" name="Freeform: Shape 571">
                  <a:extLst>
                    <a:ext uri="{FF2B5EF4-FFF2-40B4-BE49-F238E27FC236}">
                      <a16:creationId xmlns:a16="http://schemas.microsoft.com/office/drawing/2014/main" id="{81123380-84A6-901B-FFCF-BA4EE737CD1B}"/>
                    </a:ext>
                  </a:extLst>
                </p:cNvPr>
                <p:cNvSpPr/>
                <p:nvPr/>
              </p:nvSpPr>
              <p:spPr>
                <a:xfrm>
                  <a:off x="1975655" y="1234941"/>
                  <a:ext cx="2286951" cy="2286953"/>
                </a:xfrm>
                <a:custGeom>
                  <a:avLst/>
                  <a:gdLst>
                    <a:gd name="connsiteX0" fmla="*/ 2286953 w 2286952"/>
                    <a:gd name="connsiteY0" fmla="*/ 1143476 h 2286952"/>
                    <a:gd name="connsiteX1" fmla="*/ 1143476 w 2286952"/>
                    <a:gd name="connsiteY1" fmla="*/ 2286953 h 2286952"/>
                    <a:gd name="connsiteX2" fmla="*/ 0 w 2286952"/>
                    <a:gd name="connsiteY2" fmla="*/ 1143476 h 2286952"/>
                    <a:gd name="connsiteX3" fmla="*/ 1143476 w 2286952"/>
                    <a:gd name="connsiteY3" fmla="*/ 0 h 2286952"/>
                    <a:gd name="connsiteX4" fmla="*/ 2286953 w 2286952"/>
                    <a:gd name="connsiteY4" fmla="*/ 1143476 h 2286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952" h="2286952">
                      <a:moveTo>
                        <a:pt x="2286953" y="1143476"/>
                      </a:moveTo>
                      <a:cubicBezTo>
                        <a:pt x="2286953" y="1775001"/>
                        <a:pt x="1775001" y="2286953"/>
                        <a:pt x="1143476" y="2286953"/>
                      </a:cubicBezTo>
                      <a:cubicBezTo>
                        <a:pt x="511952" y="2286953"/>
                        <a:pt x="0" y="1775001"/>
                        <a:pt x="0" y="1143476"/>
                      </a:cubicBezTo>
                      <a:cubicBezTo>
                        <a:pt x="0" y="511952"/>
                        <a:pt x="511952" y="0"/>
                        <a:pt x="1143476" y="0"/>
                      </a:cubicBezTo>
                      <a:cubicBezTo>
                        <a:pt x="1775001" y="0"/>
                        <a:pt x="2286953" y="511952"/>
                        <a:pt x="2286953" y="114347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0000">
                      <a:srgbClr val="7ECAF8"/>
                    </a:gs>
                    <a:gs pos="48000">
                      <a:srgbClr val="459FE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3" name="Freeform: Shape 572">
                  <a:extLst>
                    <a:ext uri="{FF2B5EF4-FFF2-40B4-BE49-F238E27FC236}">
                      <a16:creationId xmlns:a16="http://schemas.microsoft.com/office/drawing/2014/main" id="{514D0C86-9A84-8C64-7BE0-463203EB0D32}"/>
                    </a:ext>
                  </a:extLst>
                </p:cNvPr>
                <p:cNvSpPr/>
                <p:nvPr/>
              </p:nvSpPr>
              <p:spPr>
                <a:xfrm>
                  <a:off x="2125511" y="1370805"/>
                  <a:ext cx="1333936" cy="1003100"/>
                </a:xfrm>
                <a:custGeom>
                  <a:avLst/>
                  <a:gdLst>
                    <a:gd name="connsiteX0" fmla="*/ 1066895 w 1217528"/>
                    <a:gd name="connsiteY0" fmla="*/ 191296 h 915576"/>
                    <a:gd name="connsiteX1" fmla="*/ 0 w 1217528"/>
                    <a:gd name="connsiteY1" fmla="*/ 915577 h 915576"/>
                    <a:gd name="connsiteX2" fmla="*/ 8572 w 1217528"/>
                    <a:gd name="connsiteY2" fmla="*/ 824137 h 915576"/>
                    <a:gd name="connsiteX3" fmla="*/ 1092708 w 1217528"/>
                    <a:gd name="connsiteY3" fmla="*/ 9654 h 915576"/>
                    <a:gd name="connsiteX4" fmla="*/ 1216628 w 1217528"/>
                    <a:gd name="connsiteY4" fmla="*/ 122049 h 915576"/>
                    <a:gd name="connsiteX5" fmla="*/ 1066895 w 1217528"/>
                    <a:gd name="connsiteY5" fmla="*/ 191296 h 915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7528" h="915576">
                      <a:moveTo>
                        <a:pt x="1066895" y="191296"/>
                      </a:moveTo>
                      <a:cubicBezTo>
                        <a:pt x="573215" y="121192"/>
                        <a:pt x="114110" y="440375"/>
                        <a:pt x="0" y="915577"/>
                      </a:cubicBezTo>
                      <a:cubicBezTo>
                        <a:pt x="1429" y="885287"/>
                        <a:pt x="4191" y="854712"/>
                        <a:pt x="8572" y="824137"/>
                      </a:cubicBezTo>
                      <a:cubicBezTo>
                        <a:pt x="83058" y="299786"/>
                        <a:pt x="568357" y="-64831"/>
                        <a:pt x="1092708" y="9654"/>
                      </a:cubicBezTo>
                      <a:cubicBezTo>
                        <a:pt x="1092708" y="9654"/>
                        <a:pt x="1229868" y="28990"/>
                        <a:pt x="1216628" y="122049"/>
                      </a:cubicBezTo>
                      <a:cubicBezTo>
                        <a:pt x="1202341" y="222347"/>
                        <a:pt x="1066895" y="191296"/>
                        <a:pt x="1066895" y="191296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25000"/>
                      </a:schemeClr>
                    </a:gs>
                    <a:gs pos="0">
                      <a:schemeClr val="bg1">
                        <a:alpha val="45000"/>
                      </a:schemeClr>
                    </a:gs>
                  </a:gsLst>
                  <a:lin ang="108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70" name="Freeform 58">
                <a:extLst>
                  <a:ext uri="{FF2B5EF4-FFF2-40B4-BE49-F238E27FC236}">
                    <a16:creationId xmlns:a16="http://schemas.microsoft.com/office/drawing/2014/main" id="{F9C83D4F-2295-93CC-B692-40D19FB20B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57415" y="1775302"/>
                <a:ext cx="224346" cy="221752"/>
              </a:xfrm>
              <a:custGeom>
                <a:avLst/>
                <a:gdLst>
                  <a:gd name="T0" fmla="*/ 25 w 202"/>
                  <a:gd name="T1" fmla="*/ 48 h 200"/>
                  <a:gd name="T2" fmla="*/ 1 w 202"/>
                  <a:gd name="T3" fmla="*/ 103 h 200"/>
                  <a:gd name="T4" fmla="*/ 33 w 202"/>
                  <a:gd name="T5" fmla="*/ 186 h 200"/>
                  <a:gd name="T6" fmla="*/ 44 w 202"/>
                  <a:gd name="T7" fmla="*/ 158 h 200"/>
                  <a:gd name="T8" fmla="*/ 26 w 202"/>
                  <a:gd name="T9" fmla="*/ 176 h 200"/>
                  <a:gd name="T10" fmla="*/ 39 w 202"/>
                  <a:gd name="T11" fmla="*/ 163 h 200"/>
                  <a:gd name="T12" fmla="*/ 117 w 202"/>
                  <a:gd name="T13" fmla="*/ 192 h 200"/>
                  <a:gd name="T14" fmla="*/ 104 w 202"/>
                  <a:gd name="T15" fmla="*/ 153 h 200"/>
                  <a:gd name="T16" fmla="*/ 113 w 202"/>
                  <a:gd name="T17" fmla="*/ 138 h 200"/>
                  <a:gd name="T18" fmla="*/ 147 w 202"/>
                  <a:gd name="T19" fmla="*/ 73 h 200"/>
                  <a:gd name="T20" fmla="*/ 122 w 202"/>
                  <a:gd name="T21" fmla="*/ 22 h 200"/>
                  <a:gd name="T22" fmla="*/ 91 w 202"/>
                  <a:gd name="T23" fmla="*/ 58 h 200"/>
                  <a:gd name="T24" fmla="*/ 67 w 202"/>
                  <a:gd name="T25" fmla="*/ 34 h 200"/>
                  <a:gd name="T26" fmla="*/ 65 w 202"/>
                  <a:gd name="T27" fmla="*/ 87 h 200"/>
                  <a:gd name="T28" fmla="*/ 88 w 202"/>
                  <a:gd name="T29" fmla="*/ 145 h 200"/>
                  <a:gd name="T30" fmla="*/ 97 w 202"/>
                  <a:gd name="T31" fmla="*/ 182 h 200"/>
                  <a:gd name="T32" fmla="*/ 118 w 202"/>
                  <a:gd name="T33" fmla="*/ 200 h 200"/>
                  <a:gd name="T34" fmla="*/ 154 w 202"/>
                  <a:gd name="T35" fmla="*/ 176 h 200"/>
                  <a:gd name="T36" fmla="*/ 126 w 202"/>
                  <a:gd name="T37" fmla="*/ 34 h 200"/>
                  <a:gd name="T38" fmla="*/ 118 w 202"/>
                  <a:gd name="T39" fmla="*/ 34 h 200"/>
                  <a:gd name="T40" fmla="*/ 83 w 202"/>
                  <a:gd name="T41" fmla="*/ 34 h 200"/>
                  <a:gd name="T42" fmla="*/ 75 w 202"/>
                  <a:gd name="T43" fmla="*/ 34 h 200"/>
                  <a:gd name="T44" fmla="*/ 132 w 202"/>
                  <a:gd name="T45" fmla="*/ 66 h 200"/>
                  <a:gd name="T46" fmla="*/ 69 w 202"/>
                  <a:gd name="T47" fmla="*/ 80 h 200"/>
                  <a:gd name="T48" fmla="*/ 73 w 202"/>
                  <a:gd name="T49" fmla="*/ 87 h 200"/>
                  <a:gd name="T50" fmla="*/ 101 w 202"/>
                  <a:gd name="T51" fmla="*/ 133 h 200"/>
                  <a:gd name="T52" fmla="*/ 96 w 202"/>
                  <a:gd name="T53" fmla="*/ 140 h 200"/>
                  <a:gd name="T54" fmla="*/ 105 w 202"/>
                  <a:gd name="T55" fmla="*/ 145 h 200"/>
                  <a:gd name="T56" fmla="*/ 101 w 202"/>
                  <a:gd name="T57" fmla="*/ 145 h 200"/>
                  <a:gd name="T58" fmla="*/ 96 w 202"/>
                  <a:gd name="T59" fmla="*/ 145 h 200"/>
                  <a:gd name="T60" fmla="*/ 171 w 202"/>
                  <a:gd name="T61" fmla="*/ 172 h 200"/>
                  <a:gd name="T62" fmla="*/ 166 w 202"/>
                  <a:gd name="T63" fmla="*/ 167 h 200"/>
                  <a:gd name="T64" fmla="*/ 181 w 202"/>
                  <a:gd name="T65" fmla="*/ 160 h 200"/>
                  <a:gd name="T66" fmla="*/ 175 w 202"/>
                  <a:gd name="T67" fmla="*/ 156 h 200"/>
                  <a:gd name="T68" fmla="*/ 42 w 202"/>
                  <a:gd name="T69" fmla="*/ 25 h 200"/>
                  <a:gd name="T70" fmla="*/ 171 w 202"/>
                  <a:gd name="T71" fmla="*/ 31 h 200"/>
                  <a:gd name="T72" fmla="*/ 29 w 202"/>
                  <a:gd name="T73" fmla="*/ 37 h 200"/>
                  <a:gd name="T74" fmla="*/ 35 w 202"/>
                  <a:gd name="T75" fmla="*/ 31 h 200"/>
                  <a:gd name="T76" fmla="*/ 32 w 202"/>
                  <a:gd name="T77" fmla="*/ 38 h 200"/>
                  <a:gd name="T78" fmla="*/ 96 w 202"/>
                  <a:gd name="T79" fmla="*/ 124 h 200"/>
                  <a:gd name="T80" fmla="*/ 95 w 202"/>
                  <a:gd name="T81" fmla="*/ 110 h 200"/>
                  <a:gd name="T82" fmla="*/ 102 w 202"/>
                  <a:gd name="T83" fmla="*/ 91 h 200"/>
                  <a:gd name="T84" fmla="*/ 103 w 202"/>
                  <a:gd name="T85" fmla="*/ 102 h 200"/>
                  <a:gd name="T86" fmla="*/ 109 w 202"/>
                  <a:gd name="T87" fmla="*/ 108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02" h="200">
                    <a:moveTo>
                      <a:pt x="33" y="153"/>
                    </a:moveTo>
                    <a:cubicBezTo>
                      <a:pt x="30" y="153"/>
                      <a:pt x="27" y="153"/>
                      <a:pt x="25" y="155"/>
                    </a:cubicBezTo>
                    <a:cubicBezTo>
                      <a:pt x="3" y="123"/>
                      <a:pt x="3" y="80"/>
                      <a:pt x="25" y="48"/>
                    </a:cubicBezTo>
                    <a:cubicBezTo>
                      <a:pt x="27" y="46"/>
                      <a:pt x="26" y="44"/>
                      <a:pt x="24" y="43"/>
                    </a:cubicBezTo>
                    <a:cubicBezTo>
                      <a:pt x="23" y="41"/>
                      <a:pt x="20" y="42"/>
                      <a:pt x="19" y="44"/>
                    </a:cubicBezTo>
                    <a:cubicBezTo>
                      <a:pt x="7" y="61"/>
                      <a:pt x="0" y="82"/>
                      <a:pt x="1" y="103"/>
                    </a:cubicBezTo>
                    <a:cubicBezTo>
                      <a:pt x="1" y="124"/>
                      <a:pt x="7" y="143"/>
                      <a:pt x="19" y="160"/>
                    </a:cubicBezTo>
                    <a:cubicBezTo>
                      <a:pt x="14" y="166"/>
                      <a:pt x="15" y="175"/>
                      <a:pt x="21" y="181"/>
                    </a:cubicBezTo>
                    <a:cubicBezTo>
                      <a:pt x="24" y="184"/>
                      <a:pt x="28" y="186"/>
                      <a:pt x="33" y="186"/>
                    </a:cubicBezTo>
                    <a:cubicBezTo>
                      <a:pt x="37" y="186"/>
                      <a:pt x="41" y="184"/>
                      <a:pt x="44" y="181"/>
                    </a:cubicBezTo>
                    <a:cubicBezTo>
                      <a:pt x="44" y="181"/>
                      <a:pt x="44" y="181"/>
                      <a:pt x="44" y="181"/>
                    </a:cubicBezTo>
                    <a:cubicBezTo>
                      <a:pt x="51" y="175"/>
                      <a:pt x="51" y="164"/>
                      <a:pt x="44" y="158"/>
                    </a:cubicBezTo>
                    <a:cubicBezTo>
                      <a:pt x="41" y="155"/>
                      <a:pt x="37" y="153"/>
                      <a:pt x="33" y="153"/>
                    </a:cubicBezTo>
                    <a:close/>
                    <a:moveTo>
                      <a:pt x="39" y="176"/>
                    </a:moveTo>
                    <a:cubicBezTo>
                      <a:pt x="35" y="179"/>
                      <a:pt x="30" y="179"/>
                      <a:pt x="26" y="176"/>
                    </a:cubicBezTo>
                    <a:cubicBezTo>
                      <a:pt x="23" y="172"/>
                      <a:pt x="23" y="167"/>
                      <a:pt x="26" y="163"/>
                    </a:cubicBezTo>
                    <a:cubicBezTo>
                      <a:pt x="28" y="162"/>
                      <a:pt x="30" y="161"/>
                      <a:pt x="33" y="161"/>
                    </a:cubicBezTo>
                    <a:cubicBezTo>
                      <a:pt x="35" y="161"/>
                      <a:pt x="37" y="162"/>
                      <a:pt x="39" y="163"/>
                    </a:cubicBezTo>
                    <a:cubicBezTo>
                      <a:pt x="42" y="167"/>
                      <a:pt x="42" y="172"/>
                      <a:pt x="39" y="176"/>
                    </a:cubicBezTo>
                    <a:close/>
                    <a:moveTo>
                      <a:pt x="154" y="176"/>
                    </a:moveTo>
                    <a:cubicBezTo>
                      <a:pt x="143" y="184"/>
                      <a:pt x="131" y="190"/>
                      <a:pt x="117" y="192"/>
                    </a:cubicBezTo>
                    <a:cubicBezTo>
                      <a:pt x="114" y="193"/>
                      <a:pt x="111" y="192"/>
                      <a:pt x="108" y="190"/>
                    </a:cubicBezTo>
                    <a:cubicBezTo>
                      <a:pt x="106" y="188"/>
                      <a:pt x="104" y="185"/>
                      <a:pt x="104" y="182"/>
                    </a:cubicBezTo>
                    <a:cubicBezTo>
                      <a:pt x="104" y="153"/>
                      <a:pt x="104" y="153"/>
                      <a:pt x="104" y="153"/>
                    </a:cubicBezTo>
                    <a:cubicBezTo>
                      <a:pt x="105" y="153"/>
                      <a:pt x="105" y="153"/>
                      <a:pt x="105" y="153"/>
                    </a:cubicBezTo>
                    <a:cubicBezTo>
                      <a:pt x="109" y="153"/>
                      <a:pt x="113" y="149"/>
                      <a:pt x="113" y="145"/>
                    </a:cubicBezTo>
                    <a:cubicBezTo>
                      <a:pt x="113" y="138"/>
                      <a:pt x="113" y="138"/>
                      <a:pt x="113" y="138"/>
                    </a:cubicBezTo>
                    <a:cubicBezTo>
                      <a:pt x="126" y="133"/>
                      <a:pt x="136" y="120"/>
                      <a:pt x="136" y="105"/>
                    </a:cubicBezTo>
                    <a:cubicBezTo>
                      <a:pt x="136" y="87"/>
                      <a:pt x="136" y="87"/>
                      <a:pt x="136" y="87"/>
                    </a:cubicBezTo>
                    <a:cubicBezTo>
                      <a:pt x="142" y="85"/>
                      <a:pt x="147" y="79"/>
                      <a:pt x="147" y="73"/>
                    </a:cubicBezTo>
                    <a:cubicBezTo>
                      <a:pt x="147" y="65"/>
                      <a:pt x="141" y="59"/>
                      <a:pt x="134" y="58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4" y="27"/>
                      <a:pt x="128" y="22"/>
                      <a:pt x="122" y="22"/>
                    </a:cubicBezTo>
                    <a:cubicBezTo>
                      <a:pt x="116" y="22"/>
                      <a:pt x="110" y="27"/>
                      <a:pt x="110" y="34"/>
                    </a:cubicBezTo>
                    <a:cubicBezTo>
                      <a:pt x="110" y="58"/>
                      <a:pt x="110" y="58"/>
                      <a:pt x="110" y="58"/>
                    </a:cubicBezTo>
                    <a:cubicBezTo>
                      <a:pt x="91" y="58"/>
                      <a:pt x="91" y="58"/>
                      <a:pt x="91" y="58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91" y="27"/>
                      <a:pt x="85" y="22"/>
                      <a:pt x="79" y="22"/>
                    </a:cubicBezTo>
                    <a:cubicBezTo>
                      <a:pt x="73" y="22"/>
                      <a:pt x="67" y="27"/>
                      <a:pt x="67" y="34"/>
                    </a:cubicBezTo>
                    <a:cubicBezTo>
                      <a:pt x="67" y="58"/>
                      <a:pt x="67" y="58"/>
                      <a:pt x="67" y="58"/>
                    </a:cubicBezTo>
                    <a:cubicBezTo>
                      <a:pt x="60" y="59"/>
                      <a:pt x="54" y="65"/>
                      <a:pt x="54" y="73"/>
                    </a:cubicBezTo>
                    <a:cubicBezTo>
                      <a:pt x="54" y="79"/>
                      <a:pt x="59" y="85"/>
                      <a:pt x="65" y="87"/>
                    </a:cubicBezTo>
                    <a:cubicBezTo>
                      <a:pt x="65" y="105"/>
                      <a:pt x="65" y="105"/>
                      <a:pt x="65" y="105"/>
                    </a:cubicBezTo>
                    <a:cubicBezTo>
                      <a:pt x="65" y="120"/>
                      <a:pt x="75" y="133"/>
                      <a:pt x="88" y="138"/>
                    </a:cubicBezTo>
                    <a:cubicBezTo>
                      <a:pt x="88" y="145"/>
                      <a:pt x="88" y="145"/>
                      <a:pt x="88" y="145"/>
                    </a:cubicBezTo>
                    <a:cubicBezTo>
                      <a:pt x="88" y="149"/>
                      <a:pt x="92" y="153"/>
                      <a:pt x="96" y="153"/>
                    </a:cubicBezTo>
                    <a:cubicBezTo>
                      <a:pt x="97" y="153"/>
                      <a:pt x="97" y="153"/>
                      <a:pt x="97" y="153"/>
                    </a:cubicBezTo>
                    <a:cubicBezTo>
                      <a:pt x="97" y="182"/>
                      <a:pt x="97" y="182"/>
                      <a:pt x="97" y="182"/>
                    </a:cubicBezTo>
                    <a:cubicBezTo>
                      <a:pt x="97" y="187"/>
                      <a:pt x="99" y="192"/>
                      <a:pt x="103" y="196"/>
                    </a:cubicBezTo>
                    <a:cubicBezTo>
                      <a:pt x="107" y="199"/>
                      <a:pt x="111" y="200"/>
                      <a:pt x="115" y="200"/>
                    </a:cubicBezTo>
                    <a:cubicBezTo>
                      <a:pt x="116" y="200"/>
                      <a:pt x="117" y="200"/>
                      <a:pt x="118" y="200"/>
                    </a:cubicBezTo>
                    <a:cubicBezTo>
                      <a:pt x="133" y="197"/>
                      <a:pt x="147" y="191"/>
                      <a:pt x="159" y="183"/>
                    </a:cubicBezTo>
                    <a:cubicBezTo>
                      <a:pt x="161" y="181"/>
                      <a:pt x="161" y="179"/>
                      <a:pt x="160" y="177"/>
                    </a:cubicBezTo>
                    <a:cubicBezTo>
                      <a:pt x="159" y="175"/>
                      <a:pt x="156" y="175"/>
                      <a:pt x="154" y="176"/>
                    </a:cubicBezTo>
                    <a:close/>
                    <a:moveTo>
                      <a:pt x="118" y="34"/>
                    </a:moveTo>
                    <a:cubicBezTo>
                      <a:pt x="118" y="31"/>
                      <a:pt x="120" y="30"/>
                      <a:pt x="122" y="30"/>
                    </a:cubicBezTo>
                    <a:cubicBezTo>
                      <a:pt x="124" y="30"/>
                      <a:pt x="126" y="31"/>
                      <a:pt x="126" y="34"/>
                    </a:cubicBezTo>
                    <a:cubicBezTo>
                      <a:pt x="126" y="58"/>
                      <a:pt x="126" y="58"/>
                      <a:pt x="126" y="58"/>
                    </a:cubicBezTo>
                    <a:cubicBezTo>
                      <a:pt x="118" y="58"/>
                      <a:pt x="118" y="58"/>
                      <a:pt x="118" y="58"/>
                    </a:cubicBezTo>
                    <a:lnTo>
                      <a:pt x="118" y="34"/>
                    </a:lnTo>
                    <a:close/>
                    <a:moveTo>
                      <a:pt x="75" y="34"/>
                    </a:moveTo>
                    <a:cubicBezTo>
                      <a:pt x="75" y="31"/>
                      <a:pt x="77" y="30"/>
                      <a:pt x="79" y="30"/>
                    </a:cubicBezTo>
                    <a:cubicBezTo>
                      <a:pt x="81" y="30"/>
                      <a:pt x="83" y="31"/>
                      <a:pt x="83" y="34"/>
                    </a:cubicBezTo>
                    <a:cubicBezTo>
                      <a:pt x="83" y="58"/>
                      <a:pt x="83" y="58"/>
                      <a:pt x="83" y="58"/>
                    </a:cubicBezTo>
                    <a:cubicBezTo>
                      <a:pt x="75" y="58"/>
                      <a:pt x="75" y="58"/>
                      <a:pt x="75" y="58"/>
                    </a:cubicBezTo>
                    <a:lnTo>
                      <a:pt x="75" y="34"/>
                    </a:lnTo>
                    <a:close/>
                    <a:moveTo>
                      <a:pt x="62" y="73"/>
                    </a:moveTo>
                    <a:cubicBezTo>
                      <a:pt x="62" y="69"/>
                      <a:pt x="65" y="66"/>
                      <a:pt x="69" y="66"/>
                    </a:cubicBezTo>
                    <a:cubicBezTo>
                      <a:pt x="132" y="66"/>
                      <a:pt x="132" y="66"/>
                      <a:pt x="132" y="66"/>
                    </a:cubicBezTo>
                    <a:cubicBezTo>
                      <a:pt x="136" y="66"/>
                      <a:pt x="139" y="69"/>
                      <a:pt x="139" y="73"/>
                    </a:cubicBezTo>
                    <a:cubicBezTo>
                      <a:pt x="139" y="76"/>
                      <a:pt x="136" y="80"/>
                      <a:pt x="132" y="80"/>
                    </a:cubicBezTo>
                    <a:cubicBezTo>
                      <a:pt x="69" y="80"/>
                      <a:pt x="69" y="80"/>
                      <a:pt x="69" y="80"/>
                    </a:cubicBezTo>
                    <a:cubicBezTo>
                      <a:pt x="65" y="80"/>
                      <a:pt x="62" y="76"/>
                      <a:pt x="62" y="73"/>
                    </a:cubicBezTo>
                    <a:close/>
                    <a:moveTo>
                      <a:pt x="73" y="105"/>
                    </a:moveTo>
                    <a:cubicBezTo>
                      <a:pt x="73" y="87"/>
                      <a:pt x="73" y="87"/>
                      <a:pt x="73" y="87"/>
                    </a:cubicBezTo>
                    <a:cubicBezTo>
                      <a:pt x="128" y="87"/>
                      <a:pt x="128" y="87"/>
                      <a:pt x="128" y="87"/>
                    </a:cubicBezTo>
                    <a:cubicBezTo>
                      <a:pt x="128" y="105"/>
                      <a:pt x="128" y="105"/>
                      <a:pt x="128" y="105"/>
                    </a:cubicBezTo>
                    <a:cubicBezTo>
                      <a:pt x="128" y="120"/>
                      <a:pt x="116" y="133"/>
                      <a:pt x="101" y="133"/>
                    </a:cubicBezTo>
                    <a:cubicBezTo>
                      <a:pt x="85" y="133"/>
                      <a:pt x="73" y="120"/>
                      <a:pt x="73" y="105"/>
                    </a:cubicBezTo>
                    <a:close/>
                    <a:moveTo>
                      <a:pt x="96" y="145"/>
                    </a:moveTo>
                    <a:cubicBezTo>
                      <a:pt x="96" y="140"/>
                      <a:pt x="96" y="140"/>
                      <a:pt x="96" y="140"/>
                    </a:cubicBezTo>
                    <a:cubicBezTo>
                      <a:pt x="97" y="140"/>
                      <a:pt x="99" y="141"/>
                      <a:pt x="101" y="141"/>
                    </a:cubicBezTo>
                    <a:cubicBezTo>
                      <a:pt x="102" y="141"/>
                      <a:pt x="104" y="140"/>
                      <a:pt x="105" y="140"/>
                    </a:cubicBezTo>
                    <a:cubicBezTo>
                      <a:pt x="105" y="145"/>
                      <a:pt x="105" y="145"/>
                      <a:pt x="105" y="145"/>
                    </a:cubicBezTo>
                    <a:cubicBezTo>
                      <a:pt x="105" y="145"/>
                      <a:pt x="105" y="145"/>
                      <a:pt x="105" y="145"/>
                    </a:cubicBezTo>
                    <a:cubicBezTo>
                      <a:pt x="101" y="145"/>
                      <a:pt x="101" y="145"/>
                      <a:pt x="101" y="145"/>
                    </a:cubicBezTo>
                    <a:cubicBezTo>
                      <a:pt x="101" y="145"/>
                      <a:pt x="101" y="145"/>
                      <a:pt x="101" y="145"/>
                    </a:cubicBezTo>
                    <a:cubicBezTo>
                      <a:pt x="101" y="145"/>
                      <a:pt x="100" y="145"/>
                      <a:pt x="100" y="145"/>
                    </a:cubicBezTo>
                    <a:cubicBezTo>
                      <a:pt x="96" y="145"/>
                      <a:pt x="96" y="145"/>
                      <a:pt x="96" y="145"/>
                    </a:cubicBezTo>
                    <a:cubicBezTo>
                      <a:pt x="96" y="145"/>
                      <a:pt x="96" y="145"/>
                      <a:pt x="96" y="145"/>
                    </a:cubicBezTo>
                    <a:close/>
                    <a:moveTo>
                      <a:pt x="171" y="167"/>
                    </a:moveTo>
                    <a:cubicBezTo>
                      <a:pt x="173" y="168"/>
                      <a:pt x="173" y="171"/>
                      <a:pt x="171" y="172"/>
                    </a:cubicBezTo>
                    <a:cubicBezTo>
                      <a:pt x="171" y="172"/>
                      <a:pt x="171" y="172"/>
                      <a:pt x="171" y="172"/>
                    </a:cubicBezTo>
                    <a:cubicBezTo>
                      <a:pt x="170" y="173"/>
                      <a:pt x="169" y="173"/>
                      <a:pt x="168" y="173"/>
                    </a:cubicBezTo>
                    <a:cubicBezTo>
                      <a:pt x="167" y="173"/>
                      <a:pt x="167" y="173"/>
                      <a:pt x="166" y="172"/>
                    </a:cubicBezTo>
                    <a:cubicBezTo>
                      <a:pt x="164" y="171"/>
                      <a:pt x="164" y="168"/>
                      <a:pt x="166" y="167"/>
                    </a:cubicBezTo>
                    <a:cubicBezTo>
                      <a:pt x="166" y="167"/>
                      <a:pt x="166" y="167"/>
                      <a:pt x="166" y="167"/>
                    </a:cubicBezTo>
                    <a:cubicBezTo>
                      <a:pt x="167" y="165"/>
                      <a:pt x="170" y="165"/>
                      <a:pt x="171" y="167"/>
                    </a:cubicBezTo>
                    <a:close/>
                    <a:moveTo>
                      <a:pt x="181" y="160"/>
                    </a:moveTo>
                    <a:cubicBezTo>
                      <a:pt x="181" y="161"/>
                      <a:pt x="179" y="162"/>
                      <a:pt x="178" y="162"/>
                    </a:cubicBezTo>
                    <a:cubicBezTo>
                      <a:pt x="177" y="162"/>
                      <a:pt x="177" y="162"/>
                      <a:pt x="176" y="161"/>
                    </a:cubicBezTo>
                    <a:cubicBezTo>
                      <a:pt x="174" y="160"/>
                      <a:pt x="174" y="158"/>
                      <a:pt x="175" y="156"/>
                    </a:cubicBezTo>
                    <a:cubicBezTo>
                      <a:pt x="202" y="119"/>
                      <a:pt x="198" y="69"/>
                      <a:pt x="166" y="36"/>
                    </a:cubicBezTo>
                    <a:cubicBezTo>
                      <a:pt x="134" y="5"/>
                      <a:pt x="83" y="1"/>
                      <a:pt x="47" y="26"/>
                    </a:cubicBezTo>
                    <a:cubicBezTo>
                      <a:pt x="45" y="28"/>
                      <a:pt x="43" y="27"/>
                      <a:pt x="42" y="25"/>
                    </a:cubicBezTo>
                    <a:cubicBezTo>
                      <a:pt x="40" y="24"/>
                      <a:pt x="41" y="21"/>
                      <a:pt x="43" y="20"/>
                    </a:cubicBezTo>
                    <a:cubicBezTo>
                      <a:pt x="62" y="7"/>
                      <a:pt x="85" y="0"/>
                      <a:pt x="108" y="2"/>
                    </a:cubicBezTo>
                    <a:cubicBezTo>
                      <a:pt x="132" y="4"/>
                      <a:pt x="155" y="14"/>
                      <a:pt x="171" y="31"/>
                    </a:cubicBezTo>
                    <a:cubicBezTo>
                      <a:pt x="188" y="48"/>
                      <a:pt x="198" y="70"/>
                      <a:pt x="200" y="94"/>
                    </a:cubicBezTo>
                    <a:cubicBezTo>
                      <a:pt x="202" y="118"/>
                      <a:pt x="195" y="141"/>
                      <a:pt x="181" y="160"/>
                    </a:cubicBezTo>
                    <a:close/>
                    <a:moveTo>
                      <a:pt x="29" y="37"/>
                    </a:moveTo>
                    <a:cubicBezTo>
                      <a:pt x="28" y="35"/>
                      <a:pt x="28" y="33"/>
                      <a:pt x="29" y="31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1" y="30"/>
                      <a:pt x="33" y="30"/>
                      <a:pt x="35" y="31"/>
                    </a:cubicBezTo>
                    <a:cubicBezTo>
                      <a:pt x="36" y="33"/>
                      <a:pt x="36" y="35"/>
                      <a:pt x="35" y="37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4" y="38"/>
                      <a:pt x="33" y="38"/>
                      <a:pt x="32" y="38"/>
                    </a:cubicBezTo>
                    <a:cubicBezTo>
                      <a:pt x="31" y="38"/>
                      <a:pt x="30" y="38"/>
                      <a:pt x="29" y="37"/>
                    </a:cubicBezTo>
                    <a:close/>
                    <a:moveTo>
                      <a:pt x="98" y="124"/>
                    </a:moveTo>
                    <a:cubicBezTo>
                      <a:pt x="97" y="124"/>
                      <a:pt x="97" y="124"/>
                      <a:pt x="96" y="124"/>
                    </a:cubicBezTo>
                    <a:cubicBezTo>
                      <a:pt x="94" y="123"/>
                      <a:pt x="93" y="120"/>
                      <a:pt x="94" y="118"/>
                    </a:cubicBezTo>
                    <a:cubicBezTo>
                      <a:pt x="99" y="110"/>
                      <a:pt x="99" y="110"/>
                      <a:pt x="99" y="110"/>
                    </a:cubicBezTo>
                    <a:cubicBezTo>
                      <a:pt x="95" y="110"/>
                      <a:pt x="95" y="110"/>
                      <a:pt x="95" y="110"/>
                    </a:cubicBezTo>
                    <a:cubicBezTo>
                      <a:pt x="94" y="110"/>
                      <a:pt x="92" y="109"/>
                      <a:pt x="92" y="108"/>
                    </a:cubicBezTo>
                    <a:cubicBezTo>
                      <a:pt x="91" y="106"/>
                      <a:pt x="91" y="105"/>
                      <a:pt x="92" y="103"/>
                    </a:cubicBezTo>
                    <a:cubicBezTo>
                      <a:pt x="102" y="91"/>
                      <a:pt x="102" y="91"/>
                      <a:pt x="102" y="91"/>
                    </a:cubicBezTo>
                    <a:cubicBezTo>
                      <a:pt x="104" y="89"/>
                      <a:pt x="106" y="89"/>
                      <a:pt x="108" y="90"/>
                    </a:cubicBezTo>
                    <a:cubicBezTo>
                      <a:pt x="109" y="91"/>
                      <a:pt x="110" y="94"/>
                      <a:pt x="108" y="95"/>
                    </a:cubicBezTo>
                    <a:cubicBezTo>
                      <a:pt x="103" y="102"/>
                      <a:pt x="103" y="102"/>
                      <a:pt x="103" y="102"/>
                    </a:cubicBezTo>
                    <a:cubicBezTo>
                      <a:pt x="106" y="102"/>
                      <a:pt x="106" y="102"/>
                      <a:pt x="106" y="102"/>
                    </a:cubicBezTo>
                    <a:cubicBezTo>
                      <a:pt x="107" y="102"/>
                      <a:pt x="109" y="103"/>
                      <a:pt x="109" y="104"/>
                    </a:cubicBezTo>
                    <a:cubicBezTo>
                      <a:pt x="110" y="105"/>
                      <a:pt x="110" y="107"/>
                      <a:pt x="109" y="108"/>
                    </a:cubicBezTo>
                    <a:cubicBezTo>
                      <a:pt x="101" y="122"/>
                      <a:pt x="101" y="122"/>
                      <a:pt x="101" y="122"/>
                    </a:cubicBezTo>
                    <a:cubicBezTo>
                      <a:pt x="101" y="123"/>
                      <a:pt x="99" y="124"/>
                      <a:pt x="98" y="124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rnd" cmpd="sng" algn="ctr">
                <a:noFill/>
                <a:prstDash val="solid"/>
                <a:round/>
                <a:headEnd type="none" w="sm" len="sm"/>
                <a:tailEnd type="none" w="med" len="med"/>
              </a:ln>
              <a:effectLst>
                <a:glow rad="12700">
                  <a:schemeClr val="bg1">
                    <a:alpha val="25000"/>
                  </a:scheme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26" name="Group 525">
              <a:extLst>
                <a:ext uri="{FF2B5EF4-FFF2-40B4-BE49-F238E27FC236}">
                  <a16:creationId xmlns:a16="http://schemas.microsoft.com/office/drawing/2014/main" id="{60BDCACE-B2FD-2C99-FECD-5E6E390A8389}"/>
                </a:ext>
              </a:extLst>
            </p:cNvPr>
            <p:cNvGrpSpPr/>
            <p:nvPr/>
          </p:nvGrpSpPr>
          <p:grpSpPr>
            <a:xfrm>
              <a:off x="5576387" y="1518699"/>
              <a:ext cx="441454" cy="441454"/>
              <a:chOff x="1115296" y="1233307"/>
              <a:chExt cx="441454" cy="441454"/>
            </a:xfrm>
          </p:grpSpPr>
          <p:grpSp>
            <p:nvGrpSpPr>
              <p:cNvPr id="565" name="Group 564">
                <a:extLst>
                  <a:ext uri="{FF2B5EF4-FFF2-40B4-BE49-F238E27FC236}">
                    <a16:creationId xmlns:a16="http://schemas.microsoft.com/office/drawing/2014/main" id="{3E8659A4-C830-5065-FA67-3603E629B826}"/>
                  </a:ext>
                </a:extLst>
              </p:cNvPr>
              <p:cNvGrpSpPr/>
              <p:nvPr/>
            </p:nvGrpSpPr>
            <p:grpSpPr>
              <a:xfrm>
                <a:off x="1115296" y="1233307"/>
                <a:ext cx="441454" cy="441454"/>
                <a:chOff x="1975655" y="1234941"/>
                <a:chExt cx="2286951" cy="2286953"/>
              </a:xfrm>
            </p:grpSpPr>
            <p:sp>
              <p:nvSpPr>
                <p:cNvPr id="567" name="Freeform: Shape 566">
                  <a:extLst>
                    <a:ext uri="{FF2B5EF4-FFF2-40B4-BE49-F238E27FC236}">
                      <a16:creationId xmlns:a16="http://schemas.microsoft.com/office/drawing/2014/main" id="{0FF03919-1B18-D726-B547-26B51D09D1F2}"/>
                    </a:ext>
                  </a:extLst>
                </p:cNvPr>
                <p:cNvSpPr/>
                <p:nvPr/>
              </p:nvSpPr>
              <p:spPr>
                <a:xfrm>
                  <a:off x="1975655" y="1234941"/>
                  <a:ext cx="2286951" cy="2286953"/>
                </a:xfrm>
                <a:custGeom>
                  <a:avLst/>
                  <a:gdLst>
                    <a:gd name="connsiteX0" fmla="*/ 2286953 w 2286952"/>
                    <a:gd name="connsiteY0" fmla="*/ 1143476 h 2286952"/>
                    <a:gd name="connsiteX1" fmla="*/ 1143476 w 2286952"/>
                    <a:gd name="connsiteY1" fmla="*/ 2286953 h 2286952"/>
                    <a:gd name="connsiteX2" fmla="*/ 0 w 2286952"/>
                    <a:gd name="connsiteY2" fmla="*/ 1143476 h 2286952"/>
                    <a:gd name="connsiteX3" fmla="*/ 1143476 w 2286952"/>
                    <a:gd name="connsiteY3" fmla="*/ 0 h 2286952"/>
                    <a:gd name="connsiteX4" fmla="*/ 2286953 w 2286952"/>
                    <a:gd name="connsiteY4" fmla="*/ 1143476 h 2286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952" h="2286952">
                      <a:moveTo>
                        <a:pt x="2286953" y="1143476"/>
                      </a:moveTo>
                      <a:cubicBezTo>
                        <a:pt x="2286953" y="1775001"/>
                        <a:pt x="1775001" y="2286953"/>
                        <a:pt x="1143476" y="2286953"/>
                      </a:cubicBezTo>
                      <a:cubicBezTo>
                        <a:pt x="511952" y="2286953"/>
                        <a:pt x="0" y="1775001"/>
                        <a:pt x="0" y="1143476"/>
                      </a:cubicBezTo>
                      <a:cubicBezTo>
                        <a:pt x="0" y="511952"/>
                        <a:pt x="511952" y="0"/>
                        <a:pt x="1143476" y="0"/>
                      </a:cubicBezTo>
                      <a:cubicBezTo>
                        <a:pt x="1775001" y="0"/>
                        <a:pt x="2286953" y="511952"/>
                        <a:pt x="2286953" y="114347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0000">
                      <a:srgbClr val="7ECAF8"/>
                    </a:gs>
                    <a:gs pos="48000">
                      <a:srgbClr val="459FE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8" name="Freeform: Shape 567">
                  <a:extLst>
                    <a:ext uri="{FF2B5EF4-FFF2-40B4-BE49-F238E27FC236}">
                      <a16:creationId xmlns:a16="http://schemas.microsoft.com/office/drawing/2014/main" id="{5145CCCC-457A-DB73-B970-5BCB95BD89D1}"/>
                    </a:ext>
                  </a:extLst>
                </p:cNvPr>
                <p:cNvSpPr/>
                <p:nvPr/>
              </p:nvSpPr>
              <p:spPr>
                <a:xfrm>
                  <a:off x="2125511" y="1370805"/>
                  <a:ext cx="1333936" cy="1003100"/>
                </a:xfrm>
                <a:custGeom>
                  <a:avLst/>
                  <a:gdLst>
                    <a:gd name="connsiteX0" fmla="*/ 1066895 w 1217528"/>
                    <a:gd name="connsiteY0" fmla="*/ 191296 h 915576"/>
                    <a:gd name="connsiteX1" fmla="*/ 0 w 1217528"/>
                    <a:gd name="connsiteY1" fmla="*/ 915577 h 915576"/>
                    <a:gd name="connsiteX2" fmla="*/ 8572 w 1217528"/>
                    <a:gd name="connsiteY2" fmla="*/ 824137 h 915576"/>
                    <a:gd name="connsiteX3" fmla="*/ 1092708 w 1217528"/>
                    <a:gd name="connsiteY3" fmla="*/ 9654 h 915576"/>
                    <a:gd name="connsiteX4" fmla="*/ 1216628 w 1217528"/>
                    <a:gd name="connsiteY4" fmla="*/ 122049 h 915576"/>
                    <a:gd name="connsiteX5" fmla="*/ 1066895 w 1217528"/>
                    <a:gd name="connsiteY5" fmla="*/ 191296 h 915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7528" h="915576">
                      <a:moveTo>
                        <a:pt x="1066895" y="191296"/>
                      </a:moveTo>
                      <a:cubicBezTo>
                        <a:pt x="573215" y="121192"/>
                        <a:pt x="114110" y="440375"/>
                        <a:pt x="0" y="915577"/>
                      </a:cubicBezTo>
                      <a:cubicBezTo>
                        <a:pt x="1429" y="885287"/>
                        <a:pt x="4191" y="854712"/>
                        <a:pt x="8572" y="824137"/>
                      </a:cubicBezTo>
                      <a:cubicBezTo>
                        <a:pt x="83058" y="299786"/>
                        <a:pt x="568357" y="-64831"/>
                        <a:pt x="1092708" y="9654"/>
                      </a:cubicBezTo>
                      <a:cubicBezTo>
                        <a:pt x="1092708" y="9654"/>
                        <a:pt x="1229868" y="28990"/>
                        <a:pt x="1216628" y="122049"/>
                      </a:cubicBezTo>
                      <a:cubicBezTo>
                        <a:pt x="1202341" y="222347"/>
                        <a:pt x="1066895" y="191296"/>
                        <a:pt x="1066895" y="191296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25000"/>
                      </a:schemeClr>
                    </a:gs>
                    <a:gs pos="0">
                      <a:schemeClr val="bg1">
                        <a:alpha val="45000"/>
                      </a:schemeClr>
                    </a:gs>
                  </a:gsLst>
                  <a:lin ang="108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66" name="Freeform 9">
                <a:extLst>
                  <a:ext uri="{FF2B5EF4-FFF2-40B4-BE49-F238E27FC236}">
                    <a16:creationId xmlns:a16="http://schemas.microsoft.com/office/drawing/2014/main" id="{CF3DBB02-9079-73A9-3C33-0971DAE1E7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36633" y="1357255"/>
                <a:ext cx="194009" cy="194009"/>
              </a:xfrm>
              <a:custGeom>
                <a:avLst/>
                <a:gdLst>
                  <a:gd name="T0" fmla="*/ 1238 w 1536"/>
                  <a:gd name="T1" fmla="*/ 1316 h 1536"/>
                  <a:gd name="T2" fmla="*/ 1259 w 1536"/>
                  <a:gd name="T3" fmla="*/ 1122 h 1536"/>
                  <a:gd name="T4" fmla="*/ 1414 w 1536"/>
                  <a:gd name="T5" fmla="*/ 1315 h 1536"/>
                  <a:gd name="T6" fmla="*/ 1536 w 1536"/>
                  <a:gd name="T7" fmla="*/ 1536 h 1536"/>
                  <a:gd name="T8" fmla="*/ 1324 w 1536"/>
                  <a:gd name="T9" fmla="*/ 1356 h 1536"/>
                  <a:gd name="T10" fmla="*/ 1386 w 1536"/>
                  <a:gd name="T11" fmla="*/ 1221 h 1536"/>
                  <a:gd name="T12" fmla="*/ 1326 w 1536"/>
                  <a:gd name="T13" fmla="*/ 1281 h 1536"/>
                  <a:gd name="T14" fmla="*/ 258 w 1536"/>
                  <a:gd name="T15" fmla="*/ 10 h 1536"/>
                  <a:gd name="T16" fmla="*/ 351 w 1536"/>
                  <a:gd name="T17" fmla="*/ 250 h 1536"/>
                  <a:gd name="T18" fmla="*/ 36 w 1536"/>
                  <a:gd name="T19" fmla="*/ 435 h 1536"/>
                  <a:gd name="T20" fmla="*/ 2 w 1536"/>
                  <a:gd name="T21" fmla="*/ 374 h 1536"/>
                  <a:gd name="T22" fmla="*/ 119 w 1536"/>
                  <a:gd name="T23" fmla="*/ 198 h 1536"/>
                  <a:gd name="T24" fmla="*/ 228 w 1536"/>
                  <a:gd name="T25" fmla="*/ 0 h 1536"/>
                  <a:gd name="T26" fmla="*/ 64 w 1536"/>
                  <a:gd name="T27" fmla="*/ 374 h 1536"/>
                  <a:gd name="T28" fmla="*/ 210 w 1536"/>
                  <a:gd name="T29" fmla="*/ 60 h 1536"/>
                  <a:gd name="T30" fmla="*/ 270 w 1536"/>
                  <a:gd name="T31" fmla="*/ 120 h 1536"/>
                  <a:gd name="T32" fmla="*/ 1063 w 1536"/>
                  <a:gd name="T33" fmla="*/ 725 h 1536"/>
                  <a:gd name="T34" fmla="*/ 1062 w 1536"/>
                  <a:gd name="T35" fmla="*/ 811 h 1536"/>
                  <a:gd name="T36" fmla="*/ 1047 w 1536"/>
                  <a:gd name="T37" fmla="*/ 1005 h 1536"/>
                  <a:gd name="T38" fmla="*/ 931 w 1536"/>
                  <a:gd name="T39" fmla="*/ 1003 h 1536"/>
                  <a:gd name="T40" fmla="*/ 871 w 1536"/>
                  <a:gd name="T41" fmla="*/ 1100 h 1536"/>
                  <a:gd name="T42" fmla="*/ 665 w 1536"/>
                  <a:gd name="T43" fmla="*/ 1099 h 1536"/>
                  <a:gd name="T44" fmla="*/ 602 w 1536"/>
                  <a:gd name="T45" fmla="*/ 1002 h 1536"/>
                  <a:gd name="T46" fmla="*/ 492 w 1536"/>
                  <a:gd name="T47" fmla="*/ 1009 h 1536"/>
                  <a:gd name="T48" fmla="*/ 473 w 1536"/>
                  <a:gd name="T49" fmla="*/ 811 h 1536"/>
                  <a:gd name="T50" fmla="*/ 474 w 1536"/>
                  <a:gd name="T51" fmla="*/ 725 h 1536"/>
                  <a:gd name="T52" fmla="*/ 491 w 1536"/>
                  <a:gd name="T53" fmla="*/ 528 h 1536"/>
                  <a:gd name="T54" fmla="*/ 650 w 1536"/>
                  <a:gd name="T55" fmla="*/ 507 h 1536"/>
                  <a:gd name="T56" fmla="*/ 702 w 1536"/>
                  <a:gd name="T57" fmla="*/ 408 h 1536"/>
                  <a:gd name="T58" fmla="*/ 878 w 1536"/>
                  <a:gd name="T59" fmla="*/ 494 h 1536"/>
                  <a:gd name="T60" fmla="*/ 950 w 1536"/>
                  <a:gd name="T61" fmla="*/ 536 h 1536"/>
                  <a:gd name="T62" fmla="*/ 1115 w 1536"/>
                  <a:gd name="T63" fmla="*/ 649 h 1536"/>
                  <a:gd name="T64" fmla="*/ 485 w 1536"/>
                  <a:gd name="T65" fmla="*/ 658 h 1536"/>
                  <a:gd name="T66" fmla="*/ 545 w 1536"/>
                  <a:gd name="T67" fmla="*/ 808 h 1536"/>
                  <a:gd name="T68" fmla="*/ 531 w 1536"/>
                  <a:gd name="T69" fmla="*/ 958 h 1536"/>
                  <a:gd name="T70" fmla="*/ 691 w 1536"/>
                  <a:gd name="T71" fmla="*/ 981 h 1536"/>
                  <a:gd name="T72" fmla="*/ 814 w 1536"/>
                  <a:gd name="T73" fmla="*/ 1067 h 1536"/>
                  <a:gd name="T74" fmla="*/ 913 w 1536"/>
                  <a:gd name="T75" fmla="*/ 941 h 1536"/>
                  <a:gd name="T76" fmla="*/ 1051 w 1536"/>
                  <a:gd name="T77" fmla="*/ 878 h 1536"/>
                  <a:gd name="T78" fmla="*/ 991 w 1536"/>
                  <a:gd name="T79" fmla="*/ 729 h 1536"/>
                  <a:gd name="T80" fmla="*/ 1005 w 1536"/>
                  <a:gd name="T81" fmla="*/ 578 h 1536"/>
                  <a:gd name="T82" fmla="*/ 845 w 1536"/>
                  <a:gd name="T83" fmla="*/ 555 h 1536"/>
                  <a:gd name="T84" fmla="*/ 768 w 1536"/>
                  <a:gd name="T85" fmla="*/ 468 h 1536"/>
                  <a:gd name="T86" fmla="*/ 690 w 1536"/>
                  <a:gd name="T87" fmla="*/ 556 h 1536"/>
                  <a:gd name="T88" fmla="*/ 531 w 1536"/>
                  <a:gd name="T89" fmla="*/ 578 h 1536"/>
                  <a:gd name="T90" fmla="*/ 1145 w 1536"/>
                  <a:gd name="T91" fmla="*/ 191 h 1536"/>
                  <a:gd name="T92" fmla="*/ 507 w 1536"/>
                  <a:gd name="T93" fmla="*/ 159 h 1536"/>
                  <a:gd name="T94" fmla="*/ 895 w 1536"/>
                  <a:gd name="T95" fmla="*/ 151 h 1536"/>
                  <a:gd name="T96" fmla="*/ 1377 w 1536"/>
                  <a:gd name="T97" fmla="*/ 900 h 1536"/>
                  <a:gd name="T98" fmla="*/ 1363 w 1536"/>
                  <a:gd name="T99" fmla="*/ 999 h 1536"/>
                  <a:gd name="T100" fmla="*/ 1492 w 1536"/>
                  <a:gd name="T101" fmla="*/ 933 h 1536"/>
                  <a:gd name="T102" fmla="*/ 1442 w 1536"/>
                  <a:gd name="T103" fmla="*/ 915 h 1536"/>
                  <a:gd name="T104" fmla="*/ 913 w 1536"/>
                  <a:gd name="T105" fmla="*/ 1442 h 1536"/>
                  <a:gd name="T106" fmla="*/ 992 w 1536"/>
                  <a:gd name="T107" fmla="*/ 1357 h 1536"/>
                  <a:gd name="T108" fmla="*/ 142 w 1536"/>
                  <a:gd name="T109" fmla="*/ 699 h 1536"/>
                  <a:gd name="T110" fmla="*/ 201 w 1536"/>
                  <a:gd name="T111" fmla="*/ 649 h 1536"/>
                  <a:gd name="T112" fmla="*/ 135 w 1536"/>
                  <a:gd name="T113" fmla="*/ 521 h 1536"/>
                  <a:gd name="T114" fmla="*/ 80 w 1536"/>
                  <a:gd name="T115" fmla="*/ 618 h 1536"/>
                  <a:gd name="T116" fmla="*/ 890 w 1536"/>
                  <a:gd name="T117" fmla="*/ 770 h 1536"/>
                  <a:gd name="T118" fmla="*/ 771 w 1536"/>
                  <a:gd name="T119" fmla="*/ 647 h 1536"/>
                  <a:gd name="T120" fmla="*/ 767 w 1536"/>
                  <a:gd name="T121" fmla="*/ 706 h 1536"/>
                  <a:gd name="T122" fmla="*/ 830 w 1536"/>
                  <a:gd name="T123" fmla="*/ 767 h 1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536" h="1536">
                    <a:moveTo>
                      <a:pt x="1137" y="1536"/>
                    </a:moveTo>
                    <a:cubicBezTo>
                      <a:pt x="1117" y="1526"/>
                      <a:pt x="1114" y="1508"/>
                      <a:pt x="1117" y="1488"/>
                    </a:cubicBezTo>
                    <a:cubicBezTo>
                      <a:pt x="1126" y="1409"/>
                      <a:pt x="1166" y="1351"/>
                      <a:pt x="1238" y="1316"/>
                    </a:cubicBezTo>
                    <a:cubicBezTo>
                      <a:pt x="1240" y="1315"/>
                      <a:pt x="1242" y="1313"/>
                      <a:pt x="1246" y="1311"/>
                    </a:cubicBezTo>
                    <a:cubicBezTo>
                      <a:pt x="1213" y="1277"/>
                      <a:pt x="1198" y="1238"/>
                      <a:pt x="1210" y="1191"/>
                    </a:cubicBezTo>
                    <a:cubicBezTo>
                      <a:pt x="1217" y="1162"/>
                      <a:pt x="1234" y="1139"/>
                      <a:pt x="1259" y="1122"/>
                    </a:cubicBezTo>
                    <a:cubicBezTo>
                      <a:pt x="1308" y="1088"/>
                      <a:pt x="1375" y="1096"/>
                      <a:pt x="1415" y="1141"/>
                    </a:cubicBezTo>
                    <a:cubicBezTo>
                      <a:pt x="1450" y="1180"/>
                      <a:pt x="1465" y="1251"/>
                      <a:pt x="1407" y="1311"/>
                    </a:cubicBezTo>
                    <a:cubicBezTo>
                      <a:pt x="1409" y="1312"/>
                      <a:pt x="1411" y="1314"/>
                      <a:pt x="1414" y="1315"/>
                    </a:cubicBezTo>
                    <a:cubicBezTo>
                      <a:pt x="1481" y="1349"/>
                      <a:pt x="1522" y="1402"/>
                      <a:pt x="1534" y="1477"/>
                    </a:cubicBezTo>
                    <a:cubicBezTo>
                      <a:pt x="1534" y="1479"/>
                      <a:pt x="1535" y="1480"/>
                      <a:pt x="1536" y="1482"/>
                    </a:cubicBezTo>
                    <a:cubicBezTo>
                      <a:pt x="1536" y="1500"/>
                      <a:pt x="1536" y="1518"/>
                      <a:pt x="1536" y="1536"/>
                    </a:cubicBezTo>
                    <a:cubicBezTo>
                      <a:pt x="1403" y="1536"/>
                      <a:pt x="1270" y="1536"/>
                      <a:pt x="1137" y="1536"/>
                    </a:cubicBezTo>
                    <a:close/>
                    <a:moveTo>
                      <a:pt x="1472" y="1475"/>
                    </a:moveTo>
                    <a:cubicBezTo>
                      <a:pt x="1460" y="1407"/>
                      <a:pt x="1396" y="1355"/>
                      <a:pt x="1324" y="1356"/>
                    </a:cubicBezTo>
                    <a:cubicBezTo>
                      <a:pt x="1254" y="1357"/>
                      <a:pt x="1191" y="1409"/>
                      <a:pt x="1180" y="1475"/>
                    </a:cubicBezTo>
                    <a:cubicBezTo>
                      <a:pt x="1277" y="1475"/>
                      <a:pt x="1374" y="1475"/>
                      <a:pt x="1472" y="1475"/>
                    </a:cubicBezTo>
                    <a:close/>
                    <a:moveTo>
                      <a:pt x="1386" y="1221"/>
                    </a:moveTo>
                    <a:cubicBezTo>
                      <a:pt x="1386" y="1188"/>
                      <a:pt x="1359" y="1161"/>
                      <a:pt x="1326" y="1161"/>
                    </a:cubicBezTo>
                    <a:cubicBezTo>
                      <a:pt x="1293" y="1161"/>
                      <a:pt x="1266" y="1188"/>
                      <a:pt x="1266" y="1221"/>
                    </a:cubicBezTo>
                    <a:cubicBezTo>
                      <a:pt x="1266" y="1254"/>
                      <a:pt x="1293" y="1281"/>
                      <a:pt x="1326" y="1281"/>
                    </a:cubicBezTo>
                    <a:cubicBezTo>
                      <a:pt x="1359" y="1281"/>
                      <a:pt x="1386" y="1254"/>
                      <a:pt x="1386" y="1221"/>
                    </a:cubicBezTo>
                    <a:close/>
                    <a:moveTo>
                      <a:pt x="228" y="0"/>
                    </a:moveTo>
                    <a:cubicBezTo>
                      <a:pt x="238" y="3"/>
                      <a:pt x="248" y="6"/>
                      <a:pt x="258" y="10"/>
                    </a:cubicBezTo>
                    <a:cubicBezTo>
                      <a:pt x="332" y="42"/>
                      <a:pt x="354" y="138"/>
                      <a:pt x="300" y="199"/>
                    </a:cubicBezTo>
                    <a:cubicBezTo>
                      <a:pt x="297" y="203"/>
                      <a:pt x="294" y="206"/>
                      <a:pt x="292" y="208"/>
                    </a:cubicBezTo>
                    <a:cubicBezTo>
                      <a:pt x="312" y="222"/>
                      <a:pt x="333" y="234"/>
                      <a:pt x="351" y="250"/>
                    </a:cubicBezTo>
                    <a:cubicBezTo>
                      <a:pt x="395" y="289"/>
                      <a:pt x="417" y="339"/>
                      <a:pt x="420" y="398"/>
                    </a:cubicBezTo>
                    <a:cubicBezTo>
                      <a:pt x="421" y="423"/>
                      <a:pt x="410" y="435"/>
                      <a:pt x="384" y="435"/>
                    </a:cubicBezTo>
                    <a:cubicBezTo>
                      <a:pt x="268" y="435"/>
                      <a:pt x="152" y="435"/>
                      <a:pt x="36" y="435"/>
                    </a:cubicBezTo>
                    <a:cubicBezTo>
                      <a:pt x="19" y="435"/>
                      <a:pt x="8" y="428"/>
                      <a:pt x="0" y="414"/>
                    </a:cubicBezTo>
                    <a:cubicBezTo>
                      <a:pt x="0" y="403"/>
                      <a:pt x="0" y="392"/>
                      <a:pt x="0" y="381"/>
                    </a:cubicBezTo>
                    <a:cubicBezTo>
                      <a:pt x="1" y="379"/>
                      <a:pt x="2" y="376"/>
                      <a:pt x="2" y="374"/>
                    </a:cubicBezTo>
                    <a:cubicBezTo>
                      <a:pt x="15" y="300"/>
                      <a:pt x="55" y="248"/>
                      <a:pt x="122" y="214"/>
                    </a:cubicBezTo>
                    <a:cubicBezTo>
                      <a:pt x="125" y="213"/>
                      <a:pt x="127" y="212"/>
                      <a:pt x="130" y="210"/>
                    </a:cubicBezTo>
                    <a:cubicBezTo>
                      <a:pt x="126" y="205"/>
                      <a:pt x="122" y="202"/>
                      <a:pt x="119" y="198"/>
                    </a:cubicBezTo>
                    <a:cubicBezTo>
                      <a:pt x="69" y="139"/>
                      <a:pt x="86" y="49"/>
                      <a:pt x="155" y="14"/>
                    </a:cubicBezTo>
                    <a:cubicBezTo>
                      <a:pt x="166" y="8"/>
                      <a:pt x="179" y="5"/>
                      <a:pt x="192" y="0"/>
                    </a:cubicBezTo>
                    <a:cubicBezTo>
                      <a:pt x="204" y="0"/>
                      <a:pt x="216" y="0"/>
                      <a:pt x="228" y="0"/>
                    </a:cubicBezTo>
                    <a:close/>
                    <a:moveTo>
                      <a:pt x="356" y="374"/>
                    </a:moveTo>
                    <a:cubicBezTo>
                      <a:pt x="344" y="306"/>
                      <a:pt x="280" y="254"/>
                      <a:pt x="208" y="255"/>
                    </a:cubicBezTo>
                    <a:cubicBezTo>
                      <a:pt x="138" y="256"/>
                      <a:pt x="74" y="308"/>
                      <a:pt x="64" y="374"/>
                    </a:cubicBezTo>
                    <a:cubicBezTo>
                      <a:pt x="161" y="374"/>
                      <a:pt x="258" y="374"/>
                      <a:pt x="356" y="374"/>
                    </a:cubicBezTo>
                    <a:close/>
                    <a:moveTo>
                      <a:pt x="270" y="120"/>
                    </a:moveTo>
                    <a:cubicBezTo>
                      <a:pt x="270" y="87"/>
                      <a:pt x="243" y="60"/>
                      <a:pt x="210" y="60"/>
                    </a:cubicBezTo>
                    <a:cubicBezTo>
                      <a:pt x="177" y="60"/>
                      <a:pt x="150" y="87"/>
                      <a:pt x="150" y="120"/>
                    </a:cubicBezTo>
                    <a:cubicBezTo>
                      <a:pt x="150" y="153"/>
                      <a:pt x="177" y="180"/>
                      <a:pt x="210" y="180"/>
                    </a:cubicBezTo>
                    <a:cubicBezTo>
                      <a:pt x="243" y="180"/>
                      <a:pt x="270" y="152"/>
                      <a:pt x="270" y="120"/>
                    </a:cubicBezTo>
                    <a:close/>
                    <a:moveTo>
                      <a:pt x="1122" y="669"/>
                    </a:moveTo>
                    <a:cubicBezTo>
                      <a:pt x="1117" y="676"/>
                      <a:pt x="1113" y="686"/>
                      <a:pt x="1105" y="692"/>
                    </a:cubicBezTo>
                    <a:cubicBezTo>
                      <a:pt x="1092" y="704"/>
                      <a:pt x="1076" y="713"/>
                      <a:pt x="1063" y="725"/>
                    </a:cubicBezTo>
                    <a:cubicBezTo>
                      <a:pt x="1058" y="729"/>
                      <a:pt x="1054" y="737"/>
                      <a:pt x="1054" y="743"/>
                    </a:cubicBezTo>
                    <a:cubicBezTo>
                      <a:pt x="1052" y="760"/>
                      <a:pt x="1053" y="777"/>
                      <a:pt x="1054" y="794"/>
                    </a:cubicBezTo>
                    <a:cubicBezTo>
                      <a:pt x="1054" y="800"/>
                      <a:pt x="1057" y="807"/>
                      <a:pt x="1062" y="811"/>
                    </a:cubicBezTo>
                    <a:cubicBezTo>
                      <a:pt x="1075" y="822"/>
                      <a:pt x="1090" y="832"/>
                      <a:pt x="1104" y="842"/>
                    </a:cubicBezTo>
                    <a:cubicBezTo>
                      <a:pt x="1122" y="856"/>
                      <a:pt x="1125" y="869"/>
                      <a:pt x="1113" y="890"/>
                    </a:cubicBezTo>
                    <a:cubicBezTo>
                      <a:pt x="1091" y="928"/>
                      <a:pt x="1069" y="967"/>
                      <a:pt x="1047" y="1005"/>
                    </a:cubicBezTo>
                    <a:cubicBezTo>
                      <a:pt x="1034" y="1027"/>
                      <a:pt x="1022" y="1031"/>
                      <a:pt x="998" y="1021"/>
                    </a:cubicBezTo>
                    <a:cubicBezTo>
                      <a:pt x="983" y="1014"/>
                      <a:pt x="967" y="1008"/>
                      <a:pt x="953" y="1001"/>
                    </a:cubicBezTo>
                    <a:cubicBezTo>
                      <a:pt x="944" y="997"/>
                      <a:pt x="939" y="998"/>
                      <a:pt x="931" y="1003"/>
                    </a:cubicBezTo>
                    <a:cubicBezTo>
                      <a:pt x="918" y="1012"/>
                      <a:pt x="905" y="1020"/>
                      <a:pt x="891" y="1026"/>
                    </a:cubicBezTo>
                    <a:cubicBezTo>
                      <a:pt x="882" y="1031"/>
                      <a:pt x="878" y="1037"/>
                      <a:pt x="877" y="1046"/>
                    </a:cubicBezTo>
                    <a:cubicBezTo>
                      <a:pt x="875" y="1064"/>
                      <a:pt x="874" y="1082"/>
                      <a:pt x="871" y="1100"/>
                    </a:cubicBezTo>
                    <a:cubicBezTo>
                      <a:pt x="868" y="1119"/>
                      <a:pt x="858" y="1128"/>
                      <a:pt x="838" y="1128"/>
                    </a:cubicBezTo>
                    <a:cubicBezTo>
                      <a:pt x="791" y="1128"/>
                      <a:pt x="744" y="1128"/>
                      <a:pt x="697" y="1128"/>
                    </a:cubicBezTo>
                    <a:cubicBezTo>
                      <a:pt x="678" y="1128"/>
                      <a:pt x="668" y="1119"/>
                      <a:pt x="665" y="1099"/>
                    </a:cubicBezTo>
                    <a:cubicBezTo>
                      <a:pt x="662" y="1080"/>
                      <a:pt x="661" y="1061"/>
                      <a:pt x="658" y="1042"/>
                    </a:cubicBezTo>
                    <a:cubicBezTo>
                      <a:pt x="657" y="1037"/>
                      <a:pt x="652" y="1031"/>
                      <a:pt x="648" y="1029"/>
                    </a:cubicBezTo>
                    <a:cubicBezTo>
                      <a:pt x="633" y="1019"/>
                      <a:pt x="618" y="1010"/>
                      <a:pt x="602" y="1002"/>
                    </a:cubicBezTo>
                    <a:cubicBezTo>
                      <a:pt x="597" y="999"/>
                      <a:pt x="590" y="999"/>
                      <a:pt x="586" y="1000"/>
                    </a:cubicBezTo>
                    <a:cubicBezTo>
                      <a:pt x="568" y="1007"/>
                      <a:pt x="551" y="1015"/>
                      <a:pt x="534" y="1023"/>
                    </a:cubicBezTo>
                    <a:cubicBezTo>
                      <a:pt x="515" y="1030"/>
                      <a:pt x="502" y="1026"/>
                      <a:pt x="492" y="1009"/>
                    </a:cubicBezTo>
                    <a:cubicBezTo>
                      <a:pt x="468" y="968"/>
                      <a:pt x="444" y="928"/>
                      <a:pt x="421" y="887"/>
                    </a:cubicBezTo>
                    <a:cubicBezTo>
                      <a:pt x="411" y="870"/>
                      <a:pt x="415" y="856"/>
                      <a:pt x="430" y="844"/>
                    </a:cubicBezTo>
                    <a:cubicBezTo>
                      <a:pt x="445" y="833"/>
                      <a:pt x="460" y="823"/>
                      <a:pt x="473" y="811"/>
                    </a:cubicBezTo>
                    <a:cubicBezTo>
                      <a:pt x="478" y="807"/>
                      <a:pt x="482" y="799"/>
                      <a:pt x="482" y="793"/>
                    </a:cubicBezTo>
                    <a:cubicBezTo>
                      <a:pt x="484" y="776"/>
                      <a:pt x="483" y="759"/>
                      <a:pt x="482" y="742"/>
                    </a:cubicBezTo>
                    <a:cubicBezTo>
                      <a:pt x="482" y="736"/>
                      <a:pt x="479" y="729"/>
                      <a:pt x="474" y="725"/>
                    </a:cubicBezTo>
                    <a:cubicBezTo>
                      <a:pt x="461" y="714"/>
                      <a:pt x="446" y="704"/>
                      <a:pt x="432" y="694"/>
                    </a:cubicBezTo>
                    <a:cubicBezTo>
                      <a:pt x="414" y="680"/>
                      <a:pt x="411" y="667"/>
                      <a:pt x="422" y="647"/>
                    </a:cubicBezTo>
                    <a:cubicBezTo>
                      <a:pt x="445" y="607"/>
                      <a:pt x="468" y="568"/>
                      <a:pt x="491" y="528"/>
                    </a:cubicBezTo>
                    <a:cubicBezTo>
                      <a:pt x="502" y="510"/>
                      <a:pt x="515" y="506"/>
                      <a:pt x="534" y="513"/>
                    </a:cubicBezTo>
                    <a:cubicBezTo>
                      <a:pt x="554" y="522"/>
                      <a:pt x="575" y="538"/>
                      <a:pt x="594" y="537"/>
                    </a:cubicBezTo>
                    <a:cubicBezTo>
                      <a:pt x="613" y="536"/>
                      <a:pt x="632" y="518"/>
                      <a:pt x="650" y="507"/>
                    </a:cubicBezTo>
                    <a:cubicBezTo>
                      <a:pt x="654" y="504"/>
                      <a:pt x="657" y="500"/>
                      <a:pt x="658" y="495"/>
                    </a:cubicBezTo>
                    <a:cubicBezTo>
                      <a:pt x="660" y="478"/>
                      <a:pt x="662" y="460"/>
                      <a:pt x="664" y="442"/>
                    </a:cubicBezTo>
                    <a:cubicBezTo>
                      <a:pt x="667" y="416"/>
                      <a:pt x="677" y="408"/>
                      <a:pt x="702" y="408"/>
                    </a:cubicBezTo>
                    <a:cubicBezTo>
                      <a:pt x="747" y="408"/>
                      <a:pt x="791" y="408"/>
                      <a:pt x="836" y="408"/>
                    </a:cubicBezTo>
                    <a:cubicBezTo>
                      <a:pt x="858" y="408"/>
                      <a:pt x="868" y="417"/>
                      <a:pt x="872" y="439"/>
                    </a:cubicBezTo>
                    <a:cubicBezTo>
                      <a:pt x="874" y="458"/>
                      <a:pt x="875" y="476"/>
                      <a:pt x="878" y="494"/>
                    </a:cubicBezTo>
                    <a:cubicBezTo>
                      <a:pt x="879" y="499"/>
                      <a:pt x="884" y="505"/>
                      <a:pt x="888" y="507"/>
                    </a:cubicBezTo>
                    <a:cubicBezTo>
                      <a:pt x="903" y="517"/>
                      <a:pt x="918" y="526"/>
                      <a:pt x="934" y="534"/>
                    </a:cubicBezTo>
                    <a:cubicBezTo>
                      <a:pt x="939" y="537"/>
                      <a:pt x="946" y="537"/>
                      <a:pt x="950" y="536"/>
                    </a:cubicBezTo>
                    <a:cubicBezTo>
                      <a:pt x="968" y="529"/>
                      <a:pt x="985" y="521"/>
                      <a:pt x="1002" y="513"/>
                    </a:cubicBezTo>
                    <a:cubicBezTo>
                      <a:pt x="1021" y="506"/>
                      <a:pt x="1034" y="510"/>
                      <a:pt x="1044" y="527"/>
                    </a:cubicBezTo>
                    <a:cubicBezTo>
                      <a:pt x="1068" y="568"/>
                      <a:pt x="1092" y="608"/>
                      <a:pt x="1115" y="649"/>
                    </a:cubicBezTo>
                    <a:cubicBezTo>
                      <a:pt x="1118" y="654"/>
                      <a:pt x="1119" y="660"/>
                      <a:pt x="1122" y="669"/>
                    </a:cubicBezTo>
                    <a:close/>
                    <a:moveTo>
                      <a:pt x="531" y="578"/>
                    </a:moveTo>
                    <a:cubicBezTo>
                      <a:pt x="516" y="605"/>
                      <a:pt x="501" y="631"/>
                      <a:pt x="485" y="658"/>
                    </a:cubicBezTo>
                    <a:cubicBezTo>
                      <a:pt x="501" y="670"/>
                      <a:pt x="516" y="681"/>
                      <a:pt x="531" y="692"/>
                    </a:cubicBezTo>
                    <a:cubicBezTo>
                      <a:pt x="544" y="701"/>
                      <a:pt x="546" y="713"/>
                      <a:pt x="546" y="728"/>
                    </a:cubicBezTo>
                    <a:cubicBezTo>
                      <a:pt x="544" y="754"/>
                      <a:pt x="544" y="781"/>
                      <a:pt x="545" y="808"/>
                    </a:cubicBezTo>
                    <a:cubicBezTo>
                      <a:pt x="546" y="823"/>
                      <a:pt x="543" y="835"/>
                      <a:pt x="530" y="844"/>
                    </a:cubicBezTo>
                    <a:cubicBezTo>
                      <a:pt x="515" y="855"/>
                      <a:pt x="501" y="866"/>
                      <a:pt x="485" y="878"/>
                    </a:cubicBezTo>
                    <a:cubicBezTo>
                      <a:pt x="501" y="905"/>
                      <a:pt x="516" y="932"/>
                      <a:pt x="531" y="958"/>
                    </a:cubicBezTo>
                    <a:cubicBezTo>
                      <a:pt x="550" y="950"/>
                      <a:pt x="566" y="943"/>
                      <a:pt x="583" y="936"/>
                    </a:cubicBezTo>
                    <a:cubicBezTo>
                      <a:pt x="597" y="929"/>
                      <a:pt x="609" y="932"/>
                      <a:pt x="622" y="941"/>
                    </a:cubicBezTo>
                    <a:cubicBezTo>
                      <a:pt x="644" y="955"/>
                      <a:pt x="667" y="969"/>
                      <a:pt x="691" y="981"/>
                    </a:cubicBezTo>
                    <a:cubicBezTo>
                      <a:pt x="705" y="988"/>
                      <a:pt x="714" y="995"/>
                      <a:pt x="715" y="1011"/>
                    </a:cubicBezTo>
                    <a:cubicBezTo>
                      <a:pt x="717" y="1029"/>
                      <a:pt x="719" y="1048"/>
                      <a:pt x="722" y="1067"/>
                    </a:cubicBezTo>
                    <a:cubicBezTo>
                      <a:pt x="753" y="1067"/>
                      <a:pt x="783" y="1067"/>
                      <a:pt x="814" y="1067"/>
                    </a:cubicBezTo>
                    <a:cubicBezTo>
                      <a:pt x="817" y="1048"/>
                      <a:pt x="819" y="1030"/>
                      <a:pt x="821" y="1012"/>
                    </a:cubicBezTo>
                    <a:cubicBezTo>
                      <a:pt x="822" y="996"/>
                      <a:pt x="831" y="988"/>
                      <a:pt x="845" y="981"/>
                    </a:cubicBezTo>
                    <a:cubicBezTo>
                      <a:pt x="868" y="969"/>
                      <a:pt x="892" y="956"/>
                      <a:pt x="913" y="941"/>
                    </a:cubicBezTo>
                    <a:cubicBezTo>
                      <a:pt x="927" y="932"/>
                      <a:pt x="940" y="929"/>
                      <a:pt x="955" y="936"/>
                    </a:cubicBezTo>
                    <a:cubicBezTo>
                      <a:pt x="971" y="944"/>
                      <a:pt x="987" y="951"/>
                      <a:pt x="1005" y="958"/>
                    </a:cubicBezTo>
                    <a:cubicBezTo>
                      <a:pt x="1020" y="931"/>
                      <a:pt x="1036" y="905"/>
                      <a:pt x="1051" y="878"/>
                    </a:cubicBezTo>
                    <a:cubicBezTo>
                      <a:pt x="1035" y="866"/>
                      <a:pt x="1020" y="855"/>
                      <a:pt x="1005" y="844"/>
                    </a:cubicBezTo>
                    <a:cubicBezTo>
                      <a:pt x="993" y="835"/>
                      <a:pt x="990" y="823"/>
                      <a:pt x="991" y="808"/>
                    </a:cubicBezTo>
                    <a:cubicBezTo>
                      <a:pt x="992" y="782"/>
                      <a:pt x="992" y="755"/>
                      <a:pt x="991" y="729"/>
                    </a:cubicBezTo>
                    <a:cubicBezTo>
                      <a:pt x="990" y="713"/>
                      <a:pt x="993" y="701"/>
                      <a:pt x="1006" y="691"/>
                    </a:cubicBezTo>
                    <a:cubicBezTo>
                      <a:pt x="1021" y="681"/>
                      <a:pt x="1036" y="670"/>
                      <a:pt x="1051" y="658"/>
                    </a:cubicBezTo>
                    <a:cubicBezTo>
                      <a:pt x="1035" y="631"/>
                      <a:pt x="1020" y="605"/>
                      <a:pt x="1005" y="578"/>
                    </a:cubicBezTo>
                    <a:cubicBezTo>
                      <a:pt x="987" y="586"/>
                      <a:pt x="970" y="593"/>
                      <a:pt x="954" y="600"/>
                    </a:cubicBezTo>
                    <a:cubicBezTo>
                      <a:pt x="939" y="607"/>
                      <a:pt x="927" y="604"/>
                      <a:pt x="914" y="595"/>
                    </a:cubicBezTo>
                    <a:cubicBezTo>
                      <a:pt x="892" y="580"/>
                      <a:pt x="869" y="567"/>
                      <a:pt x="845" y="555"/>
                    </a:cubicBezTo>
                    <a:cubicBezTo>
                      <a:pt x="832" y="549"/>
                      <a:pt x="822" y="541"/>
                      <a:pt x="821" y="525"/>
                    </a:cubicBezTo>
                    <a:cubicBezTo>
                      <a:pt x="819" y="506"/>
                      <a:pt x="816" y="487"/>
                      <a:pt x="814" y="468"/>
                    </a:cubicBezTo>
                    <a:cubicBezTo>
                      <a:pt x="798" y="468"/>
                      <a:pt x="783" y="468"/>
                      <a:pt x="768" y="468"/>
                    </a:cubicBezTo>
                    <a:cubicBezTo>
                      <a:pt x="753" y="468"/>
                      <a:pt x="737" y="468"/>
                      <a:pt x="722" y="468"/>
                    </a:cubicBezTo>
                    <a:cubicBezTo>
                      <a:pt x="719" y="488"/>
                      <a:pt x="717" y="506"/>
                      <a:pt x="715" y="523"/>
                    </a:cubicBezTo>
                    <a:cubicBezTo>
                      <a:pt x="714" y="540"/>
                      <a:pt x="705" y="548"/>
                      <a:pt x="690" y="556"/>
                    </a:cubicBezTo>
                    <a:cubicBezTo>
                      <a:pt x="667" y="567"/>
                      <a:pt x="645" y="580"/>
                      <a:pt x="623" y="594"/>
                    </a:cubicBezTo>
                    <a:cubicBezTo>
                      <a:pt x="609" y="604"/>
                      <a:pt x="596" y="607"/>
                      <a:pt x="580" y="599"/>
                    </a:cubicBezTo>
                    <a:cubicBezTo>
                      <a:pt x="565" y="592"/>
                      <a:pt x="549" y="585"/>
                      <a:pt x="531" y="578"/>
                    </a:cubicBezTo>
                    <a:close/>
                    <a:moveTo>
                      <a:pt x="1442" y="915"/>
                    </a:moveTo>
                    <a:cubicBezTo>
                      <a:pt x="1458" y="839"/>
                      <a:pt x="1463" y="761"/>
                      <a:pt x="1452" y="683"/>
                    </a:cubicBezTo>
                    <a:cubicBezTo>
                      <a:pt x="1424" y="473"/>
                      <a:pt x="1321" y="308"/>
                      <a:pt x="1145" y="191"/>
                    </a:cubicBezTo>
                    <a:cubicBezTo>
                      <a:pt x="995" y="91"/>
                      <a:pt x="830" y="59"/>
                      <a:pt x="653" y="88"/>
                    </a:cubicBezTo>
                    <a:cubicBezTo>
                      <a:pt x="610" y="95"/>
                      <a:pt x="568" y="110"/>
                      <a:pt x="526" y="123"/>
                    </a:cubicBezTo>
                    <a:cubicBezTo>
                      <a:pt x="508" y="128"/>
                      <a:pt x="502" y="144"/>
                      <a:pt x="507" y="159"/>
                    </a:cubicBezTo>
                    <a:cubicBezTo>
                      <a:pt x="511" y="175"/>
                      <a:pt x="526" y="183"/>
                      <a:pt x="542" y="179"/>
                    </a:cubicBezTo>
                    <a:cubicBezTo>
                      <a:pt x="548" y="178"/>
                      <a:pt x="554" y="176"/>
                      <a:pt x="559" y="174"/>
                    </a:cubicBezTo>
                    <a:cubicBezTo>
                      <a:pt x="669" y="135"/>
                      <a:pt x="781" y="128"/>
                      <a:pt x="895" y="151"/>
                    </a:cubicBezTo>
                    <a:cubicBezTo>
                      <a:pt x="1198" y="212"/>
                      <a:pt x="1413" y="490"/>
                      <a:pt x="1397" y="799"/>
                    </a:cubicBezTo>
                    <a:cubicBezTo>
                      <a:pt x="1395" y="834"/>
                      <a:pt x="1389" y="870"/>
                      <a:pt x="1385" y="905"/>
                    </a:cubicBezTo>
                    <a:cubicBezTo>
                      <a:pt x="1379" y="903"/>
                      <a:pt x="1378" y="901"/>
                      <a:pt x="1377" y="900"/>
                    </a:cubicBezTo>
                    <a:cubicBezTo>
                      <a:pt x="1365" y="883"/>
                      <a:pt x="1349" y="879"/>
                      <a:pt x="1334" y="888"/>
                    </a:cubicBezTo>
                    <a:cubicBezTo>
                      <a:pt x="1319" y="897"/>
                      <a:pt x="1316" y="913"/>
                      <a:pt x="1326" y="931"/>
                    </a:cubicBezTo>
                    <a:cubicBezTo>
                      <a:pt x="1338" y="954"/>
                      <a:pt x="1350" y="977"/>
                      <a:pt x="1363" y="999"/>
                    </a:cubicBezTo>
                    <a:cubicBezTo>
                      <a:pt x="1373" y="1017"/>
                      <a:pt x="1389" y="1022"/>
                      <a:pt x="1406" y="1013"/>
                    </a:cubicBezTo>
                    <a:cubicBezTo>
                      <a:pt x="1430" y="1000"/>
                      <a:pt x="1454" y="987"/>
                      <a:pt x="1477" y="974"/>
                    </a:cubicBezTo>
                    <a:cubicBezTo>
                      <a:pt x="1494" y="964"/>
                      <a:pt x="1499" y="948"/>
                      <a:pt x="1492" y="933"/>
                    </a:cubicBezTo>
                    <a:cubicBezTo>
                      <a:pt x="1484" y="918"/>
                      <a:pt x="1468" y="913"/>
                      <a:pt x="1450" y="921"/>
                    </a:cubicBezTo>
                    <a:cubicBezTo>
                      <a:pt x="1447" y="922"/>
                      <a:pt x="1445" y="923"/>
                      <a:pt x="1440" y="925"/>
                    </a:cubicBezTo>
                    <a:cubicBezTo>
                      <a:pt x="1441" y="920"/>
                      <a:pt x="1442" y="918"/>
                      <a:pt x="1442" y="915"/>
                    </a:cubicBezTo>
                    <a:close/>
                    <a:moveTo>
                      <a:pt x="84" y="854"/>
                    </a:moveTo>
                    <a:cubicBezTo>
                      <a:pt x="110" y="1051"/>
                      <a:pt x="203" y="1209"/>
                      <a:pt x="363" y="1326"/>
                    </a:cubicBezTo>
                    <a:cubicBezTo>
                      <a:pt x="528" y="1446"/>
                      <a:pt x="714" y="1483"/>
                      <a:pt x="913" y="1442"/>
                    </a:cubicBezTo>
                    <a:cubicBezTo>
                      <a:pt x="947" y="1435"/>
                      <a:pt x="979" y="1424"/>
                      <a:pt x="1011" y="1413"/>
                    </a:cubicBezTo>
                    <a:cubicBezTo>
                      <a:pt x="1028" y="1408"/>
                      <a:pt x="1035" y="1391"/>
                      <a:pt x="1029" y="1376"/>
                    </a:cubicBezTo>
                    <a:cubicBezTo>
                      <a:pt x="1024" y="1360"/>
                      <a:pt x="1008" y="1353"/>
                      <a:pt x="992" y="1357"/>
                    </a:cubicBezTo>
                    <a:cubicBezTo>
                      <a:pt x="987" y="1358"/>
                      <a:pt x="982" y="1360"/>
                      <a:pt x="977" y="1362"/>
                    </a:cubicBezTo>
                    <a:cubicBezTo>
                      <a:pt x="850" y="1406"/>
                      <a:pt x="721" y="1410"/>
                      <a:pt x="591" y="1373"/>
                    </a:cubicBezTo>
                    <a:cubicBezTo>
                      <a:pt x="300" y="1289"/>
                      <a:pt x="107" y="1000"/>
                      <a:pt x="142" y="699"/>
                    </a:cubicBezTo>
                    <a:cubicBezTo>
                      <a:pt x="144" y="676"/>
                      <a:pt x="149" y="654"/>
                      <a:pt x="153" y="627"/>
                    </a:cubicBezTo>
                    <a:cubicBezTo>
                      <a:pt x="157" y="633"/>
                      <a:pt x="158" y="634"/>
                      <a:pt x="159" y="636"/>
                    </a:cubicBezTo>
                    <a:cubicBezTo>
                      <a:pt x="170" y="653"/>
                      <a:pt x="186" y="658"/>
                      <a:pt x="201" y="649"/>
                    </a:cubicBezTo>
                    <a:cubicBezTo>
                      <a:pt x="216" y="640"/>
                      <a:pt x="220" y="623"/>
                      <a:pt x="211" y="606"/>
                    </a:cubicBezTo>
                    <a:cubicBezTo>
                      <a:pt x="198" y="582"/>
                      <a:pt x="186" y="559"/>
                      <a:pt x="173" y="536"/>
                    </a:cubicBezTo>
                    <a:cubicBezTo>
                      <a:pt x="164" y="521"/>
                      <a:pt x="149" y="514"/>
                      <a:pt x="135" y="521"/>
                    </a:cubicBezTo>
                    <a:cubicBezTo>
                      <a:pt x="107" y="535"/>
                      <a:pt x="80" y="550"/>
                      <a:pt x="54" y="566"/>
                    </a:cubicBezTo>
                    <a:cubicBezTo>
                      <a:pt x="41" y="574"/>
                      <a:pt x="38" y="590"/>
                      <a:pt x="45" y="603"/>
                    </a:cubicBezTo>
                    <a:cubicBezTo>
                      <a:pt x="51" y="616"/>
                      <a:pt x="66" y="622"/>
                      <a:pt x="80" y="618"/>
                    </a:cubicBezTo>
                    <a:cubicBezTo>
                      <a:pt x="85" y="616"/>
                      <a:pt x="89" y="614"/>
                      <a:pt x="96" y="611"/>
                    </a:cubicBezTo>
                    <a:cubicBezTo>
                      <a:pt x="78" y="693"/>
                      <a:pt x="73" y="773"/>
                      <a:pt x="84" y="854"/>
                    </a:cubicBezTo>
                    <a:close/>
                    <a:moveTo>
                      <a:pt x="890" y="770"/>
                    </a:moveTo>
                    <a:cubicBezTo>
                      <a:pt x="888" y="837"/>
                      <a:pt x="833" y="891"/>
                      <a:pt x="767" y="890"/>
                    </a:cubicBezTo>
                    <a:cubicBezTo>
                      <a:pt x="699" y="888"/>
                      <a:pt x="645" y="833"/>
                      <a:pt x="646" y="766"/>
                    </a:cubicBezTo>
                    <a:cubicBezTo>
                      <a:pt x="648" y="698"/>
                      <a:pt x="704" y="644"/>
                      <a:pt x="771" y="647"/>
                    </a:cubicBezTo>
                    <a:cubicBezTo>
                      <a:pt x="838" y="649"/>
                      <a:pt x="891" y="704"/>
                      <a:pt x="890" y="770"/>
                    </a:cubicBezTo>
                    <a:close/>
                    <a:moveTo>
                      <a:pt x="830" y="767"/>
                    </a:moveTo>
                    <a:cubicBezTo>
                      <a:pt x="829" y="733"/>
                      <a:pt x="801" y="706"/>
                      <a:pt x="767" y="706"/>
                    </a:cubicBezTo>
                    <a:cubicBezTo>
                      <a:pt x="733" y="707"/>
                      <a:pt x="705" y="736"/>
                      <a:pt x="706" y="769"/>
                    </a:cubicBezTo>
                    <a:cubicBezTo>
                      <a:pt x="707" y="803"/>
                      <a:pt x="735" y="830"/>
                      <a:pt x="768" y="830"/>
                    </a:cubicBezTo>
                    <a:cubicBezTo>
                      <a:pt x="802" y="829"/>
                      <a:pt x="830" y="801"/>
                      <a:pt x="830" y="767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rnd" cmpd="sng" algn="ctr">
                <a:noFill/>
                <a:prstDash val="solid"/>
                <a:round/>
                <a:headEnd type="none" w="sm" len="sm"/>
                <a:tailEnd type="none" w="med" len="med"/>
              </a:ln>
              <a:effectLst>
                <a:glow rad="12700">
                  <a:schemeClr val="bg1">
                    <a:alpha val="25000"/>
                  </a:scheme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pic>
          <p:nvPicPr>
            <p:cNvPr id="527" name="Picture 526">
              <a:extLst>
                <a:ext uri="{FF2B5EF4-FFF2-40B4-BE49-F238E27FC236}">
                  <a16:creationId xmlns:a16="http://schemas.microsoft.com/office/drawing/2014/main" id="{4298FBA5-2B28-E3EC-408B-13C6DB732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44564" y="1534070"/>
              <a:ext cx="1315796" cy="829928"/>
            </a:xfrm>
            <a:prstGeom prst="rect">
              <a:avLst/>
            </a:prstGeom>
          </p:spPr>
        </p:pic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40C60938-CDE2-3380-3DA0-EF10753AE225}"/>
                </a:ext>
              </a:extLst>
            </p:cNvPr>
            <p:cNvGrpSpPr/>
            <p:nvPr/>
          </p:nvGrpSpPr>
          <p:grpSpPr>
            <a:xfrm>
              <a:off x="5501822" y="1684517"/>
              <a:ext cx="984747" cy="684285"/>
              <a:chOff x="5501822" y="1684517"/>
              <a:chExt cx="984747" cy="684285"/>
            </a:xfrm>
          </p:grpSpPr>
          <p:sp>
            <p:nvSpPr>
              <p:cNvPr id="548" name="Graphic 170">
                <a:extLst>
                  <a:ext uri="{FF2B5EF4-FFF2-40B4-BE49-F238E27FC236}">
                    <a16:creationId xmlns:a16="http://schemas.microsoft.com/office/drawing/2014/main" id="{C383CB71-9AE1-9F68-F93B-8CE5B62D5DA8}"/>
                  </a:ext>
                </a:extLst>
              </p:cNvPr>
              <p:cNvSpPr/>
              <p:nvPr/>
            </p:nvSpPr>
            <p:spPr>
              <a:xfrm>
                <a:off x="5911194" y="1684517"/>
                <a:ext cx="575375" cy="684285"/>
              </a:xfrm>
              <a:custGeom>
                <a:avLst/>
                <a:gdLst>
                  <a:gd name="connsiteX0" fmla="*/ 0 w 1756314"/>
                  <a:gd name="connsiteY0" fmla="*/ 465392 h 2065496"/>
                  <a:gd name="connsiteX1" fmla="*/ 1756315 w 1756314"/>
                  <a:gd name="connsiteY1" fmla="*/ 0 h 2065496"/>
                  <a:gd name="connsiteX2" fmla="*/ 1756315 w 1756314"/>
                  <a:gd name="connsiteY2" fmla="*/ 1600105 h 2065496"/>
                  <a:gd name="connsiteX3" fmla="*/ 0 w 1756314"/>
                  <a:gd name="connsiteY3" fmla="*/ 2065496 h 2065496"/>
                  <a:gd name="connsiteX4" fmla="*/ 0 w 1756314"/>
                  <a:gd name="connsiteY4" fmla="*/ 465392 h 2065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6314" h="2065496">
                    <a:moveTo>
                      <a:pt x="0" y="465392"/>
                    </a:moveTo>
                    <a:lnTo>
                      <a:pt x="1756315" y="0"/>
                    </a:lnTo>
                    <a:lnTo>
                      <a:pt x="1756315" y="1600105"/>
                    </a:lnTo>
                    <a:lnTo>
                      <a:pt x="0" y="2065496"/>
                    </a:lnTo>
                    <a:lnTo>
                      <a:pt x="0" y="465392"/>
                    </a:lnTo>
                    <a:close/>
                  </a:path>
                </a:pathLst>
              </a:custGeom>
              <a:gradFill>
                <a:gsLst>
                  <a:gs pos="0">
                    <a:srgbClr val="B2E0FA">
                      <a:alpha val="32000"/>
                    </a:srgbClr>
                  </a:gs>
                  <a:gs pos="100000">
                    <a:srgbClr val="459FED">
                      <a:alpha val="64000"/>
                    </a:srgbClr>
                  </a:gs>
                </a:gsLst>
                <a:lin ang="5400000" scaled="0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9" name="Graphic 176">
                <a:extLst>
                  <a:ext uri="{FF2B5EF4-FFF2-40B4-BE49-F238E27FC236}">
                    <a16:creationId xmlns:a16="http://schemas.microsoft.com/office/drawing/2014/main" id="{13C1FDD6-D51C-67BC-172F-5B655F6EFEDE}"/>
                  </a:ext>
                </a:extLst>
              </p:cNvPr>
              <p:cNvSpPr/>
              <p:nvPr/>
            </p:nvSpPr>
            <p:spPr>
              <a:xfrm>
                <a:off x="5501822" y="1695031"/>
                <a:ext cx="406953" cy="672504"/>
              </a:xfrm>
              <a:custGeom>
                <a:avLst/>
                <a:gdLst>
                  <a:gd name="connsiteX0" fmla="*/ 1233297 w 1233296"/>
                  <a:gd name="connsiteY0" fmla="*/ 437960 h 2038064"/>
                  <a:gd name="connsiteX1" fmla="*/ 0 w 1233296"/>
                  <a:gd name="connsiteY1" fmla="*/ 0 h 2038064"/>
                  <a:gd name="connsiteX2" fmla="*/ 0 w 1233296"/>
                  <a:gd name="connsiteY2" fmla="*/ 1600105 h 2038064"/>
                  <a:gd name="connsiteX3" fmla="*/ 1233297 w 1233296"/>
                  <a:gd name="connsiteY3" fmla="*/ 2038064 h 2038064"/>
                  <a:gd name="connsiteX4" fmla="*/ 1233297 w 1233296"/>
                  <a:gd name="connsiteY4" fmla="*/ 437960 h 2038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3296" h="2038064">
                    <a:moveTo>
                      <a:pt x="1233297" y="437960"/>
                    </a:moveTo>
                    <a:lnTo>
                      <a:pt x="0" y="0"/>
                    </a:lnTo>
                    <a:lnTo>
                      <a:pt x="0" y="1600105"/>
                    </a:lnTo>
                    <a:lnTo>
                      <a:pt x="1233297" y="2038064"/>
                    </a:lnTo>
                    <a:lnTo>
                      <a:pt x="1233297" y="437960"/>
                    </a:lnTo>
                    <a:close/>
                  </a:path>
                </a:pathLst>
              </a:custGeom>
              <a:gradFill>
                <a:gsLst>
                  <a:gs pos="0">
                    <a:srgbClr val="B2E0FA">
                      <a:alpha val="32000"/>
                    </a:srgbClr>
                  </a:gs>
                  <a:gs pos="100000">
                    <a:srgbClr val="459FED">
                      <a:alpha val="64000"/>
                    </a:srgbClr>
                  </a:gs>
                </a:gsLst>
                <a:lin ang="5400000" scaled="0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550" name="Group 549">
                <a:extLst>
                  <a:ext uri="{FF2B5EF4-FFF2-40B4-BE49-F238E27FC236}">
                    <a16:creationId xmlns:a16="http://schemas.microsoft.com/office/drawing/2014/main" id="{6C0FD002-F152-B650-4F75-C9E00BBFD4F6}"/>
                  </a:ext>
                </a:extLst>
              </p:cNvPr>
              <p:cNvGrpSpPr/>
              <p:nvPr/>
            </p:nvGrpSpPr>
            <p:grpSpPr>
              <a:xfrm>
                <a:off x="5545499" y="1778258"/>
                <a:ext cx="872442" cy="564524"/>
                <a:chOff x="5545499" y="1778258"/>
                <a:chExt cx="872442" cy="564524"/>
              </a:xfrm>
            </p:grpSpPr>
            <p:grpSp>
              <p:nvGrpSpPr>
                <p:cNvPr id="551" name="Group 550">
                  <a:extLst>
                    <a:ext uri="{FF2B5EF4-FFF2-40B4-BE49-F238E27FC236}">
                      <a16:creationId xmlns:a16="http://schemas.microsoft.com/office/drawing/2014/main" id="{124746C7-1CEF-C489-9FE6-5FF9DC494FDB}"/>
                    </a:ext>
                  </a:extLst>
                </p:cNvPr>
                <p:cNvGrpSpPr/>
                <p:nvPr/>
              </p:nvGrpSpPr>
              <p:grpSpPr>
                <a:xfrm>
                  <a:off x="5545499" y="1785070"/>
                  <a:ext cx="333375" cy="557712"/>
                  <a:chOff x="5545499" y="1785070"/>
                  <a:chExt cx="333375" cy="557712"/>
                </a:xfrm>
              </p:grpSpPr>
              <p:cxnSp>
                <p:nvCxnSpPr>
                  <p:cNvPr id="559" name="Straight Connector 558">
                    <a:extLst>
                      <a:ext uri="{FF2B5EF4-FFF2-40B4-BE49-F238E27FC236}">
                        <a16:creationId xmlns:a16="http://schemas.microsoft.com/office/drawing/2014/main" id="{AFA0DD91-BAE7-F358-9402-CB88224B72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878874" y="1898249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60" name="Straight Connector 559">
                    <a:extLst>
                      <a:ext uri="{FF2B5EF4-FFF2-40B4-BE49-F238E27FC236}">
                        <a16:creationId xmlns:a16="http://schemas.microsoft.com/office/drawing/2014/main" id="{577CB441-18DD-BE6F-C089-9422733011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817914" y="1883249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61" name="Straight Connector 560">
                    <a:extLst>
                      <a:ext uri="{FF2B5EF4-FFF2-40B4-BE49-F238E27FC236}">
                        <a16:creationId xmlns:a16="http://schemas.microsoft.com/office/drawing/2014/main" id="{BACFD0BF-1513-F3BA-5280-DFC7F6C534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545499" y="1785070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62" name="Straight Connector 561">
                    <a:extLst>
                      <a:ext uri="{FF2B5EF4-FFF2-40B4-BE49-F238E27FC236}">
                        <a16:creationId xmlns:a16="http://schemas.microsoft.com/office/drawing/2014/main" id="{03DE12B9-1840-6D5C-FB2E-D9F0B6440F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610269" y="1813901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63" name="Straight Connector 562">
                    <a:extLst>
                      <a:ext uri="{FF2B5EF4-FFF2-40B4-BE49-F238E27FC236}">
                        <a16:creationId xmlns:a16="http://schemas.microsoft.com/office/drawing/2014/main" id="{288FF61C-6C53-C38E-08E2-0E55A79A61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684564" y="1835393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64" name="Straight Connector 563">
                    <a:extLst>
                      <a:ext uri="{FF2B5EF4-FFF2-40B4-BE49-F238E27FC236}">
                        <a16:creationId xmlns:a16="http://schemas.microsoft.com/office/drawing/2014/main" id="{111BCFCB-CEE8-5010-E5F1-14C87134B5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749334" y="1862646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grpSp>
              <p:nvGrpSpPr>
                <p:cNvPr id="552" name="Group 551">
                  <a:extLst>
                    <a:ext uri="{FF2B5EF4-FFF2-40B4-BE49-F238E27FC236}">
                      <a16:creationId xmlns:a16="http://schemas.microsoft.com/office/drawing/2014/main" id="{4A304002-53FB-C0CD-B238-F945FC6962AE}"/>
                    </a:ext>
                  </a:extLst>
                </p:cNvPr>
                <p:cNvGrpSpPr/>
                <p:nvPr/>
              </p:nvGrpSpPr>
              <p:grpSpPr>
                <a:xfrm>
                  <a:off x="6008765" y="1778258"/>
                  <a:ext cx="409176" cy="549524"/>
                  <a:chOff x="6008765" y="1778258"/>
                  <a:chExt cx="409176" cy="549524"/>
                </a:xfrm>
              </p:grpSpPr>
              <p:cxnSp>
                <p:nvCxnSpPr>
                  <p:cNvPr id="553" name="Straight Connector 552">
                    <a:extLst>
                      <a:ext uri="{FF2B5EF4-FFF2-40B4-BE49-F238E27FC236}">
                        <a16:creationId xmlns:a16="http://schemas.microsoft.com/office/drawing/2014/main" id="{BC3D428C-3C00-853A-14B7-AC549068C2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6417941" y="1778258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54" name="Straight Connector 553">
                    <a:extLst>
                      <a:ext uri="{FF2B5EF4-FFF2-40B4-BE49-F238E27FC236}">
                        <a16:creationId xmlns:a16="http://schemas.microsoft.com/office/drawing/2014/main" id="{7A668B5B-8413-3363-669C-AF1B180E94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6336105" y="1797802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55" name="Straight Connector 554">
                    <a:extLst>
                      <a:ext uri="{FF2B5EF4-FFF2-40B4-BE49-F238E27FC236}">
                        <a16:creationId xmlns:a16="http://schemas.microsoft.com/office/drawing/2014/main" id="{05AA672A-51ED-0EC6-2226-24EC4BAC24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6008765" y="1883249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56" name="Straight Connector 555">
                    <a:extLst>
                      <a:ext uri="{FF2B5EF4-FFF2-40B4-BE49-F238E27FC236}">
                        <a16:creationId xmlns:a16="http://schemas.microsoft.com/office/drawing/2014/main" id="{8960E234-C4EF-8B43-7A5B-2FAE53C032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6090600" y="1859431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57" name="Straight Connector 556">
                    <a:extLst>
                      <a:ext uri="{FF2B5EF4-FFF2-40B4-BE49-F238E27FC236}">
                        <a16:creationId xmlns:a16="http://schemas.microsoft.com/office/drawing/2014/main" id="{888C3369-244B-3D14-1AFB-D13F8C0588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6172435" y="1835392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58" name="Straight Connector 557">
                    <a:extLst>
                      <a:ext uri="{FF2B5EF4-FFF2-40B4-BE49-F238E27FC236}">
                        <a16:creationId xmlns:a16="http://schemas.microsoft.com/office/drawing/2014/main" id="{2DEA93A5-3C0B-652D-65D4-6B42255212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6254270" y="1816231"/>
                    <a:ext cx="0" cy="444533"/>
                  </a:xfrm>
                  <a:prstGeom prst="line">
                    <a:avLst/>
                  </a:prstGeom>
                  <a:noFill/>
                  <a:ln w="9525" cap="rnd" cmpd="sng" algn="ctr"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50000">
                          <a:schemeClr val="bg1"/>
                        </a:gs>
                      </a:gsLst>
                      <a:lin ang="5400000" scaled="0"/>
                    </a:gra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</p:grp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26702C10-8AFB-39C3-0F83-B0BF23F09F10}"/>
                </a:ext>
              </a:extLst>
            </p:cNvPr>
            <p:cNvSpPr/>
            <p:nvPr/>
          </p:nvSpPr>
          <p:spPr>
            <a:xfrm>
              <a:off x="5040368" y="1311960"/>
              <a:ext cx="1737972" cy="523433"/>
            </a:xfrm>
            <a:custGeom>
              <a:avLst/>
              <a:gdLst>
                <a:gd name="connsiteX0" fmla="*/ 396350 w 1393822"/>
                <a:gd name="connsiteY0" fmla="*/ 2129 h 419784"/>
                <a:gd name="connsiteX1" fmla="*/ 1376349 w 1393822"/>
                <a:gd name="connsiteY1" fmla="*/ 212158 h 419784"/>
                <a:gd name="connsiteX2" fmla="*/ 10272 w 1393822"/>
                <a:gd name="connsiteY2" fmla="*/ 323127 h 419784"/>
                <a:gd name="connsiteX3" fmla="*/ 348191 w 1393822"/>
                <a:gd name="connsiteY3" fmla="*/ 244394 h 41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3822" h="419784">
                  <a:moveTo>
                    <a:pt x="396350" y="2129"/>
                  </a:moveTo>
                  <a:cubicBezTo>
                    <a:pt x="396350" y="2129"/>
                    <a:pt x="1548161" y="-36172"/>
                    <a:pt x="1376349" y="212158"/>
                  </a:cubicBezTo>
                  <a:cubicBezTo>
                    <a:pt x="1204537" y="460516"/>
                    <a:pt x="-129720" y="471067"/>
                    <a:pt x="10272" y="323127"/>
                  </a:cubicBezTo>
                  <a:cubicBezTo>
                    <a:pt x="49597" y="281559"/>
                    <a:pt x="179979" y="255222"/>
                    <a:pt x="348191" y="244394"/>
                  </a:cubicBezTo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/>
              <a:headEnd type="triangle" w="sm" len="sm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67265BFF-79E2-396C-1F0B-D2941F61A01E}"/>
                </a:ext>
              </a:extLst>
            </p:cNvPr>
            <p:cNvSpPr/>
            <p:nvPr/>
          </p:nvSpPr>
          <p:spPr>
            <a:xfrm>
              <a:off x="5568975" y="1616075"/>
              <a:ext cx="1245798" cy="260230"/>
            </a:xfrm>
            <a:custGeom>
              <a:avLst/>
              <a:gdLst>
                <a:gd name="connsiteX0" fmla="*/ 0 w 999107"/>
                <a:gd name="connsiteY0" fmla="*/ 208700 h 208700"/>
                <a:gd name="connsiteX1" fmla="*/ 999107 w 999107"/>
                <a:gd name="connsiteY1" fmla="*/ 0 h 20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9107" h="208700">
                  <a:moveTo>
                    <a:pt x="0" y="208700"/>
                  </a:moveTo>
                  <a:cubicBezTo>
                    <a:pt x="0" y="208700"/>
                    <a:pt x="736072" y="210029"/>
                    <a:pt x="999107" y="0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ysDot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16A50ADA-451D-5F7B-3127-D88054193B9B}"/>
                </a:ext>
              </a:extLst>
            </p:cNvPr>
            <p:cNvSpPr/>
            <p:nvPr/>
          </p:nvSpPr>
          <p:spPr>
            <a:xfrm>
              <a:off x="5534581" y="2110741"/>
              <a:ext cx="1023999" cy="266273"/>
            </a:xfrm>
            <a:custGeom>
              <a:avLst/>
              <a:gdLst>
                <a:gd name="connsiteX0" fmla="*/ 768363 w 821229"/>
                <a:gd name="connsiteY0" fmla="*/ 0 h 213546"/>
                <a:gd name="connsiteX1" fmla="*/ 816661 w 821229"/>
                <a:gd name="connsiteY1" fmla="*/ 68237 h 213546"/>
                <a:gd name="connsiteX2" fmla="*/ 0 w 821229"/>
                <a:gd name="connsiteY2" fmla="*/ 213547 h 21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1229" h="213546">
                  <a:moveTo>
                    <a:pt x="768363" y="0"/>
                  </a:moveTo>
                  <a:cubicBezTo>
                    <a:pt x="810762" y="18222"/>
                    <a:pt x="830978" y="41014"/>
                    <a:pt x="816661" y="68237"/>
                  </a:cubicBezTo>
                  <a:cubicBezTo>
                    <a:pt x="740309" y="213547"/>
                    <a:pt x="0" y="213547"/>
                    <a:pt x="0" y="21354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  <a:headEnd type="triangle" w="sm" len="sm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43D62CEB-4264-76BD-2E96-9E7E993BA63D}"/>
                </a:ext>
              </a:extLst>
            </p:cNvPr>
            <p:cNvSpPr/>
            <p:nvPr/>
          </p:nvSpPr>
          <p:spPr>
            <a:xfrm>
              <a:off x="5403730" y="2084913"/>
              <a:ext cx="255165" cy="173521"/>
            </a:xfrm>
            <a:custGeom>
              <a:avLst/>
              <a:gdLst>
                <a:gd name="connsiteX0" fmla="*/ 204638 w 204638"/>
                <a:gd name="connsiteY0" fmla="*/ 139161 h 139161"/>
                <a:gd name="connsiteX1" fmla="*/ 13718 w 204638"/>
                <a:gd name="connsiteY1" fmla="*/ 36140 h 139161"/>
                <a:gd name="connsiteX2" fmla="*/ 81041 w 204638"/>
                <a:gd name="connsiteY2" fmla="*/ 0 h 13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638" h="139161">
                  <a:moveTo>
                    <a:pt x="204638" y="139161"/>
                  </a:moveTo>
                  <a:cubicBezTo>
                    <a:pt x="204638" y="139161"/>
                    <a:pt x="-62634" y="114071"/>
                    <a:pt x="13718" y="36140"/>
                  </a:cubicBezTo>
                  <a:cubicBezTo>
                    <a:pt x="28035" y="21518"/>
                    <a:pt x="51824" y="9665"/>
                    <a:pt x="81041" y="0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ysDot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ADE42B2D-0417-41B7-D512-7B7024C1C3F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09354" y="1922005"/>
              <a:ext cx="0" cy="444533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/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7C904673-AE7E-68D8-CDE5-1C8487F2AAC5}"/>
                </a:ext>
              </a:extLst>
            </p:cNvPr>
            <p:cNvSpPr/>
            <p:nvPr/>
          </p:nvSpPr>
          <p:spPr>
            <a:xfrm>
              <a:off x="5497305" y="1684517"/>
              <a:ext cx="1403741" cy="538274"/>
            </a:xfrm>
            <a:custGeom>
              <a:avLst/>
              <a:gdLst>
                <a:gd name="connsiteX0" fmla="*/ 802856 w 1125775"/>
                <a:gd name="connsiteY0" fmla="*/ 0 h 431686"/>
                <a:gd name="connsiteX1" fmla="*/ 1124435 w 1125775"/>
                <a:gd name="connsiteY1" fmla="*/ 172283 h 431686"/>
                <a:gd name="connsiteX2" fmla="*/ 180 w 1125775"/>
                <a:gd name="connsiteY2" fmla="*/ 371761 h 431686"/>
                <a:gd name="connsiteX3" fmla="*/ 8350 w 1125775"/>
                <a:gd name="connsiteY3" fmla="*/ 354923 h 43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5775" h="431686">
                  <a:moveTo>
                    <a:pt x="802856" y="0"/>
                  </a:moveTo>
                  <a:cubicBezTo>
                    <a:pt x="980456" y="38577"/>
                    <a:pt x="1110228" y="95876"/>
                    <a:pt x="1124435" y="172283"/>
                  </a:cubicBezTo>
                  <a:cubicBezTo>
                    <a:pt x="1171099" y="423271"/>
                    <a:pt x="-16796" y="497241"/>
                    <a:pt x="180" y="371761"/>
                  </a:cubicBezTo>
                  <a:cubicBezTo>
                    <a:pt x="983" y="365835"/>
                    <a:pt x="3780" y="360213"/>
                    <a:pt x="8350" y="35492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FE9A0E08-8342-DA95-DF8F-53FE5C0F3A87}"/>
                </a:ext>
              </a:extLst>
            </p:cNvPr>
            <p:cNvGrpSpPr/>
            <p:nvPr/>
          </p:nvGrpSpPr>
          <p:grpSpPr>
            <a:xfrm>
              <a:off x="5804902" y="1255338"/>
              <a:ext cx="441454" cy="441454"/>
              <a:chOff x="2197032" y="1258195"/>
              <a:chExt cx="441454" cy="441454"/>
            </a:xfrm>
          </p:grpSpPr>
          <p:grpSp>
            <p:nvGrpSpPr>
              <p:cNvPr id="543" name="Group 542">
                <a:extLst>
                  <a:ext uri="{FF2B5EF4-FFF2-40B4-BE49-F238E27FC236}">
                    <a16:creationId xmlns:a16="http://schemas.microsoft.com/office/drawing/2014/main" id="{ACF67161-5BBE-92A6-0C2F-A77BF6B8B7AB}"/>
                  </a:ext>
                </a:extLst>
              </p:cNvPr>
              <p:cNvGrpSpPr/>
              <p:nvPr/>
            </p:nvGrpSpPr>
            <p:grpSpPr>
              <a:xfrm>
                <a:off x="2197032" y="1258195"/>
                <a:ext cx="441454" cy="441454"/>
                <a:chOff x="1975655" y="1234941"/>
                <a:chExt cx="2286951" cy="2286953"/>
              </a:xfrm>
            </p:grpSpPr>
            <p:sp>
              <p:nvSpPr>
                <p:cNvPr id="546" name="Freeform: Shape 545">
                  <a:extLst>
                    <a:ext uri="{FF2B5EF4-FFF2-40B4-BE49-F238E27FC236}">
                      <a16:creationId xmlns:a16="http://schemas.microsoft.com/office/drawing/2014/main" id="{70DA30FB-178E-5058-9F65-A89B32CCAAA3}"/>
                    </a:ext>
                  </a:extLst>
                </p:cNvPr>
                <p:cNvSpPr/>
                <p:nvPr/>
              </p:nvSpPr>
              <p:spPr>
                <a:xfrm>
                  <a:off x="1975655" y="1234941"/>
                  <a:ext cx="2286951" cy="2286953"/>
                </a:xfrm>
                <a:custGeom>
                  <a:avLst/>
                  <a:gdLst>
                    <a:gd name="connsiteX0" fmla="*/ 2286953 w 2286952"/>
                    <a:gd name="connsiteY0" fmla="*/ 1143476 h 2286952"/>
                    <a:gd name="connsiteX1" fmla="*/ 1143476 w 2286952"/>
                    <a:gd name="connsiteY1" fmla="*/ 2286953 h 2286952"/>
                    <a:gd name="connsiteX2" fmla="*/ 0 w 2286952"/>
                    <a:gd name="connsiteY2" fmla="*/ 1143476 h 2286952"/>
                    <a:gd name="connsiteX3" fmla="*/ 1143476 w 2286952"/>
                    <a:gd name="connsiteY3" fmla="*/ 0 h 2286952"/>
                    <a:gd name="connsiteX4" fmla="*/ 2286953 w 2286952"/>
                    <a:gd name="connsiteY4" fmla="*/ 1143476 h 2286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86952" h="2286952">
                      <a:moveTo>
                        <a:pt x="2286953" y="1143476"/>
                      </a:moveTo>
                      <a:cubicBezTo>
                        <a:pt x="2286953" y="1775001"/>
                        <a:pt x="1775001" y="2286953"/>
                        <a:pt x="1143476" y="2286953"/>
                      </a:cubicBezTo>
                      <a:cubicBezTo>
                        <a:pt x="511952" y="2286953"/>
                        <a:pt x="0" y="1775001"/>
                        <a:pt x="0" y="1143476"/>
                      </a:cubicBezTo>
                      <a:cubicBezTo>
                        <a:pt x="0" y="511952"/>
                        <a:pt x="511952" y="0"/>
                        <a:pt x="1143476" y="0"/>
                      </a:cubicBezTo>
                      <a:cubicBezTo>
                        <a:pt x="1775001" y="0"/>
                        <a:pt x="2286953" y="511952"/>
                        <a:pt x="2286953" y="114347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0000">
                      <a:srgbClr val="7ECAF8"/>
                    </a:gs>
                    <a:gs pos="48000">
                      <a:srgbClr val="459FE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7" name="Freeform: Shape 546">
                  <a:extLst>
                    <a:ext uri="{FF2B5EF4-FFF2-40B4-BE49-F238E27FC236}">
                      <a16:creationId xmlns:a16="http://schemas.microsoft.com/office/drawing/2014/main" id="{47DA50E2-AA03-6A12-1BD9-9ABD25209BA0}"/>
                    </a:ext>
                  </a:extLst>
                </p:cNvPr>
                <p:cNvSpPr/>
                <p:nvPr/>
              </p:nvSpPr>
              <p:spPr>
                <a:xfrm>
                  <a:off x="2125511" y="1370805"/>
                  <a:ext cx="1333936" cy="1003100"/>
                </a:xfrm>
                <a:custGeom>
                  <a:avLst/>
                  <a:gdLst>
                    <a:gd name="connsiteX0" fmla="*/ 1066895 w 1217528"/>
                    <a:gd name="connsiteY0" fmla="*/ 191296 h 915576"/>
                    <a:gd name="connsiteX1" fmla="*/ 0 w 1217528"/>
                    <a:gd name="connsiteY1" fmla="*/ 915577 h 915576"/>
                    <a:gd name="connsiteX2" fmla="*/ 8572 w 1217528"/>
                    <a:gd name="connsiteY2" fmla="*/ 824137 h 915576"/>
                    <a:gd name="connsiteX3" fmla="*/ 1092708 w 1217528"/>
                    <a:gd name="connsiteY3" fmla="*/ 9654 h 915576"/>
                    <a:gd name="connsiteX4" fmla="*/ 1216628 w 1217528"/>
                    <a:gd name="connsiteY4" fmla="*/ 122049 h 915576"/>
                    <a:gd name="connsiteX5" fmla="*/ 1066895 w 1217528"/>
                    <a:gd name="connsiteY5" fmla="*/ 191296 h 915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7528" h="915576">
                      <a:moveTo>
                        <a:pt x="1066895" y="191296"/>
                      </a:moveTo>
                      <a:cubicBezTo>
                        <a:pt x="573215" y="121192"/>
                        <a:pt x="114110" y="440375"/>
                        <a:pt x="0" y="915577"/>
                      </a:cubicBezTo>
                      <a:cubicBezTo>
                        <a:pt x="1429" y="885287"/>
                        <a:pt x="4191" y="854712"/>
                        <a:pt x="8572" y="824137"/>
                      </a:cubicBezTo>
                      <a:cubicBezTo>
                        <a:pt x="83058" y="299786"/>
                        <a:pt x="568357" y="-64831"/>
                        <a:pt x="1092708" y="9654"/>
                      </a:cubicBezTo>
                      <a:cubicBezTo>
                        <a:pt x="1092708" y="9654"/>
                        <a:pt x="1229868" y="28990"/>
                        <a:pt x="1216628" y="122049"/>
                      </a:cubicBezTo>
                      <a:cubicBezTo>
                        <a:pt x="1202341" y="222347"/>
                        <a:pt x="1066895" y="191296"/>
                        <a:pt x="1066895" y="191296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25000"/>
                      </a:schemeClr>
                    </a:gs>
                    <a:gs pos="0">
                      <a:schemeClr val="bg1">
                        <a:alpha val="45000"/>
                      </a:schemeClr>
                    </a:gs>
                  </a:gsLst>
                  <a:lin ang="108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45" name="Freeform 57">
                <a:extLst>
                  <a:ext uri="{FF2B5EF4-FFF2-40B4-BE49-F238E27FC236}">
                    <a16:creationId xmlns:a16="http://schemas.microsoft.com/office/drawing/2014/main" id="{44601C0A-B41C-262E-429A-1B4CD65167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77274" y="1371599"/>
                <a:ext cx="232236" cy="230981"/>
              </a:xfrm>
              <a:custGeom>
                <a:avLst/>
                <a:gdLst>
                  <a:gd name="T0" fmla="*/ 128 w 2053"/>
                  <a:gd name="T1" fmla="*/ 1362 h 2050"/>
                  <a:gd name="T2" fmla="*/ 132 w 2053"/>
                  <a:gd name="T3" fmla="*/ 1550 h 2050"/>
                  <a:gd name="T4" fmla="*/ 203 w 2053"/>
                  <a:gd name="T5" fmla="*/ 1667 h 2050"/>
                  <a:gd name="T6" fmla="*/ 358 w 2053"/>
                  <a:gd name="T7" fmla="*/ 1876 h 2050"/>
                  <a:gd name="T8" fmla="*/ 1673 w 2053"/>
                  <a:gd name="T9" fmla="*/ 2048 h 2050"/>
                  <a:gd name="T10" fmla="*/ 1649 w 2053"/>
                  <a:gd name="T11" fmla="*/ 1901 h 2050"/>
                  <a:gd name="T12" fmla="*/ 1516 w 2053"/>
                  <a:gd name="T13" fmla="*/ 1581 h 2050"/>
                  <a:gd name="T14" fmla="*/ 1614 w 2053"/>
                  <a:gd name="T15" fmla="*/ 1976 h 2050"/>
                  <a:gd name="T16" fmla="*/ 753 w 2053"/>
                  <a:gd name="T17" fmla="*/ 1753 h 2050"/>
                  <a:gd name="T18" fmla="*/ 985 w 2053"/>
                  <a:gd name="T19" fmla="*/ 1505 h 2050"/>
                  <a:gd name="T20" fmla="*/ 638 w 2053"/>
                  <a:gd name="T21" fmla="*/ 1721 h 2050"/>
                  <a:gd name="T22" fmla="*/ 266 w 2053"/>
                  <a:gd name="T23" fmla="*/ 1703 h 2050"/>
                  <a:gd name="T24" fmla="*/ 202 w 2053"/>
                  <a:gd name="T25" fmla="*/ 1535 h 2050"/>
                  <a:gd name="T26" fmla="*/ 167 w 2053"/>
                  <a:gd name="T27" fmla="*/ 1434 h 2050"/>
                  <a:gd name="T28" fmla="*/ 122 w 2053"/>
                  <a:gd name="T29" fmla="*/ 1238 h 2050"/>
                  <a:gd name="T30" fmla="*/ 261 w 2053"/>
                  <a:gd name="T31" fmla="*/ 902 h 2050"/>
                  <a:gd name="T32" fmla="*/ 201 w 2053"/>
                  <a:gd name="T33" fmla="*/ 711 h 2050"/>
                  <a:gd name="T34" fmla="*/ 284 w 2053"/>
                  <a:gd name="T35" fmla="*/ 463 h 2050"/>
                  <a:gd name="T36" fmla="*/ 1194 w 2053"/>
                  <a:gd name="T37" fmla="*/ 80 h 2050"/>
                  <a:gd name="T38" fmla="*/ 699 w 2053"/>
                  <a:gd name="T39" fmla="*/ 50 h 2050"/>
                  <a:gd name="T40" fmla="*/ 187 w 2053"/>
                  <a:gd name="T41" fmla="*/ 563 h 2050"/>
                  <a:gd name="T42" fmla="*/ 178 w 2053"/>
                  <a:gd name="T43" fmla="*/ 821 h 2050"/>
                  <a:gd name="T44" fmla="*/ 6 w 2053"/>
                  <a:gd name="T45" fmla="*/ 1214 h 2050"/>
                  <a:gd name="T46" fmla="*/ 412 w 2053"/>
                  <a:gd name="T47" fmla="*/ 510 h 2050"/>
                  <a:gd name="T48" fmla="*/ 677 w 2053"/>
                  <a:gd name="T49" fmla="*/ 212 h 2050"/>
                  <a:gd name="T50" fmla="*/ 323 w 2053"/>
                  <a:gd name="T51" fmla="*/ 579 h 2050"/>
                  <a:gd name="T52" fmla="*/ 386 w 2053"/>
                  <a:gd name="T53" fmla="*/ 609 h 2050"/>
                  <a:gd name="T54" fmla="*/ 278 w 2053"/>
                  <a:gd name="T55" fmla="*/ 719 h 2050"/>
                  <a:gd name="T56" fmla="*/ 1120 w 2053"/>
                  <a:gd name="T57" fmla="*/ 1077 h 2050"/>
                  <a:gd name="T58" fmla="*/ 1234 w 2053"/>
                  <a:gd name="T59" fmla="*/ 1463 h 2050"/>
                  <a:gd name="T60" fmla="*/ 1507 w 2053"/>
                  <a:gd name="T61" fmla="*/ 1463 h 2050"/>
                  <a:gd name="T62" fmla="*/ 1620 w 2053"/>
                  <a:gd name="T63" fmla="*/ 1077 h 2050"/>
                  <a:gd name="T64" fmla="*/ 927 w 2053"/>
                  <a:gd name="T65" fmla="*/ 692 h 2050"/>
                  <a:gd name="T66" fmla="*/ 1234 w 2053"/>
                  <a:gd name="T67" fmla="*/ 685 h 2050"/>
                  <a:gd name="T68" fmla="*/ 1336 w 2053"/>
                  <a:gd name="T69" fmla="*/ 1197 h 2050"/>
                  <a:gd name="T70" fmla="*/ 1370 w 2053"/>
                  <a:gd name="T71" fmla="*/ 1538 h 2050"/>
                  <a:gd name="T72" fmla="*/ 1507 w 2053"/>
                  <a:gd name="T73" fmla="*/ 1367 h 2050"/>
                  <a:gd name="T74" fmla="*/ 1234 w 2053"/>
                  <a:gd name="T75" fmla="*/ 1299 h 2050"/>
                  <a:gd name="T76" fmla="*/ 1507 w 2053"/>
                  <a:gd name="T77" fmla="*/ 1367 h 2050"/>
                  <a:gd name="T78" fmla="*/ 1473 w 2053"/>
                  <a:gd name="T79" fmla="*/ 1124 h 2050"/>
                  <a:gd name="T80" fmla="*/ 1507 w 2053"/>
                  <a:gd name="T81" fmla="*/ 616 h 2050"/>
                  <a:gd name="T82" fmla="*/ 1336 w 2053"/>
                  <a:gd name="T83" fmla="*/ 719 h 2050"/>
                  <a:gd name="T84" fmla="*/ 1268 w 2053"/>
                  <a:gd name="T85" fmla="*/ 821 h 2050"/>
                  <a:gd name="T86" fmla="*/ 995 w 2053"/>
                  <a:gd name="T87" fmla="*/ 693 h 2050"/>
                  <a:gd name="T88" fmla="*/ 1473 w 2053"/>
                  <a:gd name="T89" fmla="*/ 719 h 2050"/>
                  <a:gd name="T90" fmla="*/ 1473 w 2053"/>
                  <a:gd name="T91" fmla="*/ 753 h 2050"/>
                  <a:gd name="T92" fmla="*/ 2019 w 2053"/>
                  <a:gd name="T93" fmla="*/ 651 h 2050"/>
                  <a:gd name="T94" fmla="*/ 1756 w 2053"/>
                  <a:gd name="T95" fmla="*/ 333 h 2050"/>
                  <a:gd name="T96" fmla="*/ 1838 w 2053"/>
                  <a:gd name="T97" fmla="*/ 193 h 2050"/>
                  <a:gd name="T98" fmla="*/ 1756 w 2053"/>
                  <a:gd name="T99" fmla="*/ 333 h 2050"/>
                  <a:gd name="T100" fmla="*/ 1370 w 2053"/>
                  <a:gd name="T101" fmla="*/ 2 h 2050"/>
                  <a:gd name="T102" fmla="*/ 1008 w 2053"/>
                  <a:gd name="T103" fmla="*/ 323 h 2050"/>
                  <a:gd name="T104" fmla="*/ 903 w 2053"/>
                  <a:gd name="T105" fmla="*/ 193 h 2050"/>
                  <a:gd name="T106" fmla="*/ 984 w 2053"/>
                  <a:gd name="T107" fmla="*/ 333 h 2050"/>
                  <a:gd name="T108" fmla="*/ 722 w 2053"/>
                  <a:gd name="T109" fmla="*/ 719 h 2050"/>
                  <a:gd name="T110" fmla="*/ 722 w 2053"/>
                  <a:gd name="T111" fmla="*/ 651 h 20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053" h="2050">
                    <a:moveTo>
                      <a:pt x="55" y="1278"/>
                    </a:moveTo>
                    <a:cubicBezTo>
                      <a:pt x="66" y="1286"/>
                      <a:pt x="78" y="1293"/>
                      <a:pt x="91" y="1299"/>
                    </a:cubicBezTo>
                    <a:cubicBezTo>
                      <a:pt x="105" y="1306"/>
                      <a:pt x="130" y="1319"/>
                      <a:pt x="132" y="1328"/>
                    </a:cubicBezTo>
                    <a:cubicBezTo>
                      <a:pt x="134" y="1339"/>
                      <a:pt x="133" y="1351"/>
                      <a:pt x="128" y="1362"/>
                    </a:cubicBezTo>
                    <a:cubicBezTo>
                      <a:pt x="123" y="1373"/>
                      <a:pt x="117" y="1383"/>
                      <a:pt x="113" y="1391"/>
                    </a:cubicBezTo>
                    <a:cubicBezTo>
                      <a:pt x="100" y="1413"/>
                      <a:pt x="79" y="1450"/>
                      <a:pt x="111" y="1476"/>
                    </a:cubicBezTo>
                    <a:cubicBezTo>
                      <a:pt x="118" y="1482"/>
                      <a:pt x="131" y="1492"/>
                      <a:pt x="143" y="1501"/>
                    </a:cubicBezTo>
                    <a:cubicBezTo>
                      <a:pt x="134" y="1516"/>
                      <a:pt x="130" y="1533"/>
                      <a:pt x="132" y="1550"/>
                    </a:cubicBezTo>
                    <a:cubicBezTo>
                      <a:pt x="133" y="1564"/>
                      <a:pt x="141" y="1576"/>
                      <a:pt x="152" y="1584"/>
                    </a:cubicBezTo>
                    <a:cubicBezTo>
                      <a:pt x="159" y="1589"/>
                      <a:pt x="168" y="1594"/>
                      <a:pt x="175" y="1599"/>
                    </a:cubicBezTo>
                    <a:cubicBezTo>
                      <a:pt x="196" y="1610"/>
                      <a:pt x="204" y="1615"/>
                      <a:pt x="206" y="1626"/>
                    </a:cubicBezTo>
                    <a:cubicBezTo>
                      <a:pt x="208" y="1640"/>
                      <a:pt x="207" y="1654"/>
                      <a:pt x="203" y="1667"/>
                    </a:cubicBezTo>
                    <a:cubicBezTo>
                      <a:pt x="201" y="1676"/>
                      <a:pt x="199" y="1685"/>
                      <a:pt x="198" y="1694"/>
                    </a:cubicBezTo>
                    <a:cubicBezTo>
                      <a:pt x="194" y="1725"/>
                      <a:pt x="198" y="1757"/>
                      <a:pt x="209" y="1786"/>
                    </a:cubicBezTo>
                    <a:cubicBezTo>
                      <a:pt x="224" y="1841"/>
                      <a:pt x="273" y="1878"/>
                      <a:pt x="330" y="1879"/>
                    </a:cubicBezTo>
                    <a:cubicBezTo>
                      <a:pt x="339" y="1879"/>
                      <a:pt x="348" y="1878"/>
                      <a:pt x="358" y="1876"/>
                    </a:cubicBezTo>
                    <a:cubicBezTo>
                      <a:pt x="455" y="1853"/>
                      <a:pt x="551" y="1824"/>
                      <a:pt x="645" y="1790"/>
                    </a:cubicBezTo>
                    <a:cubicBezTo>
                      <a:pt x="722" y="1835"/>
                      <a:pt x="771" y="1973"/>
                      <a:pt x="784" y="2024"/>
                    </a:cubicBezTo>
                    <a:cubicBezTo>
                      <a:pt x="787" y="2039"/>
                      <a:pt x="801" y="2050"/>
                      <a:pt x="817" y="2050"/>
                    </a:cubicBezTo>
                    <a:cubicBezTo>
                      <a:pt x="1673" y="2048"/>
                      <a:pt x="1673" y="2048"/>
                      <a:pt x="1673" y="2048"/>
                    </a:cubicBezTo>
                    <a:cubicBezTo>
                      <a:pt x="1684" y="2048"/>
                      <a:pt x="1694" y="2042"/>
                      <a:pt x="1701" y="2034"/>
                    </a:cubicBezTo>
                    <a:cubicBezTo>
                      <a:pt x="1707" y="2025"/>
                      <a:pt x="1709" y="2014"/>
                      <a:pt x="1706" y="2003"/>
                    </a:cubicBezTo>
                    <a:cubicBezTo>
                      <a:pt x="1697" y="1980"/>
                      <a:pt x="1686" y="1958"/>
                      <a:pt x="1671" y="1938"/>
                    </a:cubicBezTo>
                    <a:cubicBezTo>
                      <a:pt x="1663" y="1927"/>
                      <a:pt x="1656" y="1914"/>
                      <a:pt x="1649" y="1901"/>
                    </a:cubicBezTo>
                    <a:cubicBezTo>
                      <a:pt x="1634" y="1870"/>
                      <a:pt x="1621" y="1838"/>
                      <a:pt x="1611" y="1804"/>
                    </a:cubicBezTo>
                    <a:cubicBezTo>
                      <a:pt x="1592" y="1739"/>
                      <a:pt x="1578" y="1672"/>
                      <a:pt x="1571" y="1605"/>
                    </a:cubicBezTo>
                    <a:cubicBezTo>
                      <a:pt x="1570" y="1592"/>
                      <a:pt x="1562" y="1581"/>
                      <a:pt x="1550" y="1576"/>
                    </a:cubicBezTo>
                    <a:cubicBezTo>
                      <a:pt x="1539" y="1571"/>
                      <a:pt x="1526" y="1573"/>
                      <a:pt x="1516" y="1581"/>
                    </a:cubicBezTo>
                    <a:cubicBezTo>
                      <a:pt x="1506" y="1588"/>
                      <a:pt x="1501" y="1601"/>
                      <a:pt x="1503" y="1613"/>
                    </a:cubicBezTo>
                    <a:cubicBezTo>
                      <a:pt x="1511" y="1685"/>
                      <a:pt x="1525" y="1756"/>
                      <a:pt x="1546" y="1825"/>
                    </a:cubicBezTo>
                    <a:cubicBezTo>
                      <a:pt x="1557" y="1861"/>
                      <a:pt x="1571" y="1897"/>
                      <a:pt x="1588" y="1931"/>
                    </a:cubicBezTo>
                    <a:cubicBezTo>
                      <a:pt x="1596" y="1947"/>
                      <a:pt x="1604" y="1962"/>
                      <a:pt x="1614" y="1976"/>
                    </a:cubicBezTo>
                    <a:cubicBezTo>
                      <a:pt x="1617" y="1980"/>
                      <a:pt x="1617" y="1980"/>
                      <a:pt x="1617" y="1980"/>
                    </a:cubicBezTo>
                    <a:cubicBezTo>
                      <a:pt x="842" y="1982"/>
                      <a:pt x="842" y="1982"/>
                      <a:pt x="842" y="1982"/>
                    </a:cubicBezTo>
                    <a:cubicBezTo>
                      <a:pt x="820" y="1901"/>
                      <a:pt x="779" y="1826"/>
                      <a:pt x="722" y="1764"/>
                    </a:cubicBezTo>
                    <a:cubicBezTo>
                      <a:pt x="753" y="1753"/>
                      <a:pt x="753" y="1753"/>
                      <a:pt x="753" y="1753"/>
                    </a:cubicBezTo>
                    <a:cubicBezTo>
                      <a:pt x="776" y="1745"/>
                      <a:pt x="793" y="1739"/>
                      <a:pt x="802" y="1736"/>
                    </a:cubicBezTo>
                    <a:cubicBezTo>
                      <a:pt x="948" y="1690"/>
                      <a:pt x="1021" y="1623"/>
                      <a:pt x="1019" y="1538"/>
                    </a:cubicBezTo>
                    <a:cubicBezTo>
                      <a:pt x="1019" y="1529"/>
                      <a:pt x="1016" y="1520"/>
                      <a:pt x="1009" y="1514"/>
                    </a:cubicBezTo>
                    <a:cubicBezTo>
                      <a:pt x="1003" y="1508"/>
                      <a:pt x="994" y="1504"/>
                      <a:pt x="985" y="1505"/>
                    </a:cubicBezTo>
                    <a:cubicBezTo>
                      <a:pt x="966" y="1505"/>
                      <a:pt x="951" y="1521"/>
                      <a:pt x="951" y="1540"/>
                    </a:cubicBezTo>
                    <a:cubicBezTo>
                      <a:pt x="952" y="1575"/>
                      <a:pt x="923" y="1626"/>
                      <a:pt x="781" y="1671"/>
                    </a:cubicBezTo>
                    <a:cubicBezTo>
                      <a:pt x="772" y="1674"/>
                      <a:pt x="754" y="1680"/>
                      <a:pt x="731" y="1688"/>
                    </a:cubicBezTo>
                    <a:cubicBezTo>
                      <a:pt x="705" y="1697"/>
                      <a:pt x="673" y="1709"/>
                      <a:pt x="638" y="1721"/>
                    </a:cubicBezTo>
                    <a:cubicBezTo>
                      <a:pt x="637" y="1721"/>
                      <a:pt x="637" y="1721"/>
                      <a:pt x="637" y="1721"/>
                    </a:cubicBezTo>
                    <a:cubicBezTo>
                      <a:pt x="541" y="1756"/>
                      <a:pt x="443" y="1786"/>
                      <a:pt x="344" y="1809"/>
                    </a:cubicBezTo>
                    <a:cubicBezTo>
                      <a:pt x="312" y="1816"/>
                      <a:pt x="281" y="1796"/>
                      <a:pt x="274" y="1764"/>
                    </a:cubicBezTo>
                    <a:cubicBezTo>
                      <a:pt x="266" y="1745"/>
                      <a:pt x="263" y="1724"/>
                      <a:pt x="266" y="1703"/>
                    </a:cubicBezTo>
                    <a:cubicBezTo>
                      <a:pt x="266" y="1696"/>
                      <a:pt x="268" y="1689"/>
                      <a:pt x="270" y="1682"/>
                    </a:cubicBezTo>
                    <a:cubicBezTo>
                      <a:pt x="277" y="1658"/>
                      <a:pt x="278" y="1633"/>
                      <a:pt x="273" y="1609"/>
                    </a:cubicBezTo>
                    <a:cubicBezTo>
                      <a:pt x="263" y="1578"/>
                      <a:pt x="240" y="1552"/>
                      <a:pt x="209" y="1539"/>
                    </a:cubicBezTo>
                    <a:cubicBezTo>
                      <a:pt x="202" y="1535"/>
                      <a:pt x="202" y="1535"/>
                      <a:pt x="202" y="1535"/>
                    </a:cubicBezTo>
                    <a:cubicBezTo>
                      <a:pt x="206" y="1528"/>
                      <a:pt x="210" y="1521"/>
                      <a:pt x="215" y="1514"/>
                    </a:cubicBezTo>
                    <a:cubicBezTo>
                      <a:pt x="221" y="1507"/>
                      <a:pt x="224" y="1498"/>
                      <a:pt x="222" y="1488"/>
                    </a:cubicBezTo>
                    <a:cubicBezTo>
                      <a:pt x="221" y="1479"/>
                      <a:pt x="216" y="1471"/>
                      <a:pt x="209" y="1465"/>
                    </a:cubicBezTo>
                    <a:cubicBezTo>
                      <a:pt x="201" y="1459"/>
                      <a:pt x="181" y="1445"/>
                      <a:pt x="167" y="1434"/>
                    </a:cubicBezTo>
                    <a:cubicBezTo>
                      <a:pt x="169" y="1431"/>
                      <a:pt x="171" y="1427"/>
                      <a:pt x="172" y="1424"/>
                    </a:cubicBezTo>
                    <a:cubicBezTo>
                      <a:pt x="178" y="1415"/>
                      <a:pt x="184" y="1404"/>
                      <a:pt x="190" y="1391"/>
                    </a:cubicBezTo>
                    <a:cubicBezTo>
                      <a:pt x="201" y="1368"/>
                      <a:pt x="204" y="1341"/>
                      <a:pt x="199" y="1315"/>
                    </a:cubicBezTo>
                    <a:cubicBezTo>
                      <a:pt x="191" y="1273"/>
                      <a:pt x="151" y="1253"/>
                      <a:pt x="122" y="1238"/>
                    </a:cubicBezTo>
                    <a:cubicBezTo>
                      <a:pt x="112" y="1233"/>
                      <a:pt x="103" y="1228"/>
                      <a:pt x="94" y="1222"/>
                    </a:cubicBezTo>
                    <a:cubicBezTo>
                      <a:pt x="86" y="1217"/>
                      <a:pt x="80" y="1211"/>
                      <a:pt x="73" y="1205"/>
                    </a:cubicBezTo>
                    <a:cubicBezTo>
                      <a:pt x="73" y="1200"/>
                      <a:pt x="79" y="1188"/>
                      <a:pt x="105" y="1156"/>
                    </a:cubicBezTo>
                    <a:cubicBezTo>
                      <a:pt x="166" y="1077"/>
                      <a:pt x="218" y="992"/>
                      <a:pt x="261" y="902"/>
                    </a:cubicBezTo>
                    <a:cubicBezTo>
                      <a:pt x="269" y="888"/>
                      <a:pt x="274" y="872"/>
                      <a:pt x="274" y="856"/>
                    </a:cubicBezTo>
                    <a:cubicBezTo>
                      <a:pt x="271" y="822"/>
                      <a:pt x="253" y="790"/>
                      <a:pt x="224" y="771"/>
                    </a:cubicBezTo>
                    <a:cubicBezTo>
                      <a:pt x="211" y="758"/>
                      <a:pt x="198" y="746"/>
                      <a:pt x="196" y="735"/>
                    </a:cubicBezTo>
                    <a:cubicBezTo>
                      <a:pt x="196" y="727"/>
                      <a:pt x="198" y="719"/>
                      <a:pt x="201" y="711"/>
                    </a:cubicBezTo>
                    <a:cubicBezTo>
                      <a:pt x="207" y="697"/>
                      <a:pt x="213" y="682"/>
                      <a:pt x="220" y="668"/>
                    </a:cubicBezTo>
                    <a:cubicBezTo>
                      <a:pt x="234" y="639"/>
                      <a:pt x="245" y="609"/>
                      <a:pt x="253" y="578"/>
                    </a:cubicBezTo>
                    <a:cubicBezTo>
                      <a:pt x="257" y="564"/>
                      <a:pt x="257" y="564"/>
                      <a:pt x="257" y="564"/>
                    </a:cubicBezTo>
                    <a:cubicBezTo>
                      <a:pt x="264" y="529"/>
                      <a:pt x="273" y="496"/>
                      <a:pt x="284" y="463"/>
                    </a:cubicBezTo>
                    <a:cubicBezTo>
                      <a:pt x="311" y="389"/>
                      <a:pt x="353" y="320"/>
                      <a:pt x="407" y="263"/>
                    </a:cubicBezTo>
                    <a:cubicBezTo>
                      <a:pt x="472" y="194"/>
                      <a:pt x="575" y="145"/>
                      <a:pt x="713" y="117"/>
                    </a:cubicBezTo>
                    <a:cubicBezTo>
                      <a:pt x="818" y="94"/>
                      <a:pt x="925" y="79"/>
                      <a:pt x="1033" y="71"/>
                    </a:cubicBezTo>
                    <a:cubicBezTo>
                      <a:pt x="1087" y="68"/>
                      <a:pt x="1141" y="71"/>
                      <a:pt x="1194" y="80"/>
                    </a:cubicBezTo>
                    <a:cubicBezTo>
                      <a:pt x="1212" y="83"/>
                      <a:pt x="1229" y="71"/>
                      <a:pt x="1233" y="52"/>
                    </a:cubicBezTo>
                    <a:cubicBezTo>
                      <a:pt x="1236" y="34"/>
                      <a:pt x="1224" y="17"/>
                      <a:pt x="1206" y="13"/>
                    </a:cubicBezTo>
                    <a:cubicBezTo>
                      <a:pt x="1147" y="3"/>
                      <a:pt x="1088" y="0"/>
                      <a:pt x="1030" y="3"/>
                    </a:cubicBezTo>
                    <a:cubicBezTo>
                      <a:pt x="919" y="11"/>
                      <a:pt x="808" y="27"/>
                      <a:pt x="699" y="50"/>
                    </a:cubicBezTo>
                    <a:cubicBezTo>
                      <a:pt x="546" y="81"/>
                      <a:pt x="434" y="135"/>
                      <a:pt x="357" y="216"/>
                    </a:cubicBezTo>
                    <a:cubicBezTo>
                      <a:pt x="297" y="280"/>
                      <a:pt x="251" y="356"/>
                      <a:pt x="220" y="439"/>
                    </a:cubicBezTo>
                    <a:cubicBezTo>
                      <a:pt x="208" y="475"/>
                      <a:pt x="198" y="511"/>
                      <a:pt x="190" y="548"/>
                    </a:cubicBezTo>
                    <a:cubicBezTo>
                      <a:pt x="187" y="563"/>
                      <a:pt x="187" y="563"/>
                      <a:pt x="187" y="563"/>
                    </a:cubicBezTo>
                    <a:cubicBezTo>
                      <a:pt x="179" y="589"/>
                      <a:pt x="170" y="615"/>
                      <a:pt x="158" y="640"/>
                    </a:cubicBezTo>
                    <a:cubicBezTo>
                      <a:pt x="151" y="656"/>
                      <a:pt x="144" y="671"/>
                      <a:pt x="138" y="688"/>
                    </a:cubicBezTo>
                    <a:cubicBezTo>
                      <a:pt x="130" y="705"/>
                      <a:pt x="127" y="725"/>
                      <a:pt x="128" y="745"/>
                    </a:cubicBezTo>
                    <a:cubicBezTo>
                      <a:pt x="135" y="775"/>
                      <a:pt x="153" y="802"/>
                      <a:pt x="178" y="821"/>
                    </a:cubicBezTo>
                    <a:cubicBezTo>
                      <a:pt x="195" y="836"/>
                      <a:pt x="206" y="847"/>
                      <a:pt x="206" y="856"/>
                    </a:cubicBezTo>
                    <a:cubicBezTo>
                      <a:pt x="205" y="862"/>
                      <a:pt x="203" y="867"/>
                      <a:pt x="200" y="871"/>
                    </a:cubicBezTo>
                    <a:cubicBezTo>
                      <a:pt x="159" y="957"/>
                      <a:pt x="109" y="1039"/>
                      <a:pt x="51" y="1114"/>
                    </a:cubicBezTo>
                    <a:cubicBezTo>
                      <a:pt x="26" y="1144"/>
                      <a:pt x="0" y="1179"/>
                      <a:pt x="6" y="1214"/>
                    </a:cubicBezTo>
                    <a:cubicBezTo>
                      <a:pt x="13" y="1241"/>
                      <a:pt x="31" y="1265"/>
                      <a:pt x="55" y="1278"/>
                    </a:cubicBezTo>
                    <a:close/>
                    <a:moveTo>
                      <a:pt x="386" y="609"/>
                    </a:moveTo>
                    <a:cubicBezTo>
                      <a:pt x="390" y="594"/>
                      <a:pt x="390" y="594"/>
                      <a:pt x="390" y="594"/>
                    </a:cubicBezTo>
                    <a:cubicBezTo>
                      <a:pt x="396" y="566"/>
                      <a:pt x="403" y="538"/>
                      <a:pt x="412" y="510"/>
                    </a:cubicBezTo>
                    <a:cubicBezTo>
                      <a:pt x="433" y="453"/>
                      <a:pt x="465" y="401"/>
                      <a:pt x="506" y="357"/>
                    </a:cubicBezTo>
                    <a:cubicBezTo>
                      <a:pt x="550" y="315"/>
                      <a:pt x="604" y="285"/>
                      <a:pt x="663" y="270"/>
                    </a:cubicBezTo>
                    <a:cubicBezTo>
                      <a:pt x="675" y="267"/>
                      <a:pt x="684" y="257"/>
                      <a:pt x="687" y="245"/>
                    </a:cubicBezTo>
                    <a:cubicBezTo>
                      <a:pt x="690" y="233"/>
                      <a:pt x="686" y="221"/>
                      <a:pt x="677" y="212"/>
                    </a:cubicBezTo>
                    <a:cubicBezTo>
                      <a:pt x="668" y="204"/>
                      <a:pt x="655" y="201"/>
                      <a:pt x="643" y="205"/>
                    </a:cubicBezTo>
                    <a:cubicBezTo>
                      <a:pt x="573" y="223"/>
                      <a:pt x="509" y="259"/>
                      <a:pt x="456" y="310"/>
                    </a:cubicBezTo>
                    <a:cubicBezTo>
                      <a:pt x="409" y="361"/>
                      <a:pt x="372" y="421"/>
                      <a:pt x="348" y="487"/>
                    </a:cubicBezTo>
                    <a:cubicBezTo>
                      <a:pt x="338" y="517"/>
                      <a:pt x="330" y="548"/>
                      <a:pt x="323" y="579"/>
                    </a:cubicBezTo>
                    <a:cubicBezTo>
                      <a:pt x="320" y="594"/>
                      <a:pt x="320" y="594"/>
                      <a:pt x="320" y="594"/>
                    </a:cubicBezTo>
                    <a:cubicBezTo>
                      <a:pt x="315" y="612"/>
                      <a:pt x="327" y="631"/>
                      <a:pt x="345" y="635"/>
                    </a:cubicBezTo>
                    <a:cubicBezTo>
                      <a:pt x="348" y="635"/>
                      <a:pt x="350" y="636"/>
                      <a:pt x="353" y="636"/>
                    </a:cubicBezTo>
                    <a:cubicBezTo>
                      <a:pt x="369" y="636"/>
                      <a:pt x="383" y="625"/>
                      <a:pt x="386" y="609"/>
                    </a:cubicBezTo>
                    <a:close/>
                    <a:moveTo>
                      <a:pt x="312" y="685"/>
                    </a:moveTo>
                    <a:cubicBezTo>
                      <a:pt x="331" y="685"/>
                      <a:pt x="346" y="700"/>
                      <a:pt x="346" y="719"/>
                    </a:cubicBezTo>
                    <a:cubicBezTo>
                      <a:pt x="346" y="738"/>
                      <a:pt x="331" y="753"/>
                      <a:pt x="312" y="753"/>
                    </a:cubicBezTo>
                    <a:cubicBezTo>
                      <a:pt x="293" y="753"/>
                      <a:pt x="278" y="738"/>
                      <a:pt x="278" y="719"/>
                    </a:cubicBezTo>
                    <a:cubicBezTo>
                      <a:pt x="278" y="700"/>
                      <a:pt x="293" y="685"/>
                      <a:pt x="312" y="685"/>
                    </a:cubicBezTo>
                    <a:close/>
                    <a:moveTo>
                      <a:pt x="927" y="692"/>
                    </a:moveTo>
                    <a:cubicBezTo>
                      <a:pt x="924" y="808"/>
                      <a:pt x="965" y="921"/>
                      <a:pt x="1042" y="1009"/>
                    </a:cubicBezTo>
                    <a:cubicBezTo>
                      <a:pt x="1066" y="1034"/>
                      <a:pt x="1092" y="1057"/>
                      <a:pt x="1120" y="1077"/>
                    </a:cubicBezTo>
                    <a:cubicBezTo>
                      <a:pt x="1170" y="1116"/>
                      <a:pt x="1218" y="1153"/>
                      <a:pt x="1230" y="1204"/>
                    </a:cubicBezTo>
                    <a:cubicBezTo>
                      <a:pt x="1191" y="1219"/>
                      <a:pt x="1166" y="1257"/>
                      <a:pt x="1166" y="1299"/>
                    </a:cubicBezTo>
                    <a:cubicBezTo>
                      <a:pt x="1166" y="1367"/>
                      <a:pt x="1166" y="1367"/>
                      <a:pt x="1166" y="1367"/>
                    </a:cubicBezTo>
                    <a:cubicBezTo>
                      <a:pt x="1166" y="1411"/>
                      <a:pt x="1193" y="1449"/>
                      <a:pt x="1234" y="1463"/>
                    </a:cubicBezTo>
                    <a:cubicBezTo>
                      <a:pt x="1234" y="1470"/>
                      <a:pt x="1234" y="1470"/>
                      <a:pt x="1234" y="1470"/>
                    </a:cubicBezTo>
                    <a:cubicBezTo>
                      <a:pt x="1234" y="1545"/>
                      <a:pt x="1295" y="1606"/>
                      <a:pt x="1370" y="1606"/>
                    </a:cubicBezTo>
                    <a:cubicBezTo>
                      <a:pt x="1446" y="1606"/>
                      <a:pt x="1507" y="1545"/>
                      <a:pt x="1507" y="1470"/>
                    </a:cubicBezTo>
                    <a:cubicBezTo>
                      <a:pt x="1507" y="1463"/>
                      <a:pt x="1507" y="1463"/>
                      <a:pt x="1507" y="1463"/>
                    </a:cubicBezTo>
                    <a:cubicBezTo>
                      <a:pt x="1548" y="1449"/>
                      <a:pt x="1575" y="1411"/>
                      <a:pt x="1575" y="1367"/>
                    </a:cubicBezTo>
                    <a:cubicBezTo>
                      <a:pt x="1575" y="1299"/>
                      <a:pt x="1575" y="1299"/>
                      <a:pt x="1575" y="1299"/>
                    </a:cubicBezTo>
                    <a:cubicBezTo>
                      <a:pt x="1575" y="1257"/>
                      <a:pt x="1549" y="1219"/>
                      <a:pt x="1510" y="1204"/>
                    </a:cubicBezTo>
                    <a:cubicBezTo>
                      <a:pt x="1523" y="1153"/>
                      <a:pt x="1570" y="1116"/>
                      <a:pt x="1620" y="1077"/>
                    </a:cubicBezTo>
                    <a:cubicBezTo>
                      <a:pt x="1648" y="1057"/>
                      <a:pt x="1674" y="1034"/>
                      <a:pt x="1699" y="1009"/>
                    </a:cubicBezTo>
                    <a:cubicBezTo>
                      <a:pt x="1775" y="921"/>
                      <a:pt x="1816" y="808"/>
                      <a:pt x="1814" y="692"/>
                    </a:cubicBezTo>
                    <a:cubicBezTo>
                      <a:pt x="1813" y="446"/>
                      <a:pt x="1616" y="246"/>
                      <a:pt x="1370" y="241"/>
                    </a:cubicBezTo>
                    <a:cubicBezTo>
                      <a:pt x="1125" y="246"/>
                      <a:pt x="928" y="446"/>
                      <a:pt x="927" y="692"/>
                    </a:cubicBezTo>
                    <a:close/>
                    <a:moveTo>
                      <a:pt x="1268" y="753"/>
                    </a:moveTo>
                    <a:cubicBezTo>
                      <a:pt x="1234" y="753"/>
                      <a:pt x="1234" y="753"/>
                      <a:pt x="1234" y="753"/>
                    </a:cubicBezTo>
                    <a:cubicBezTo>
                      <a:pt x="1215" y="753"/>
                      <a:pt x="1200" y="738"/>
                      <a:pt x="1200" y="719"/>
                    </a:cubicBezTo>
                    <a:cubicBezTo>
                      <a:pt x="1200" y="700"/>
                      <a:pt x="1215" y="685"/>
                      <a:pt x="1234" y="685"/>
                    </a:cubicBezTo>
                    <a:cubicBezTo>
                      <a:pt x="1253" y="685"/>
                      <a:pt x="1268" y="700"/>
                      <a:pt x="1268" y="719"/>
                    </a:cubicBezTo>
                    <a:lnTo>
                      <a:pt x="1268" y="753"/>
                    </a:lnTo>
                    <a:close/>
                    <a:moveTo>
                      <a:pt x="1404" y="1197"/>
                    </a:moveTo>
                    <a:cubicBezTo>
                      <a:pt x="1336" y="1197"/>
                      <a:pt x="1336" y="1197"/>
                      <a:pt x="1336" y="1197"/>
                    </a:cubicBezTo>
                    <a:cubicBezTo>
                      <a:pt x="1336" y="821"/>
                      <a:pt x="1336" y="821"/>
                      <a:pt x="1336" y="821"/>
                    </a:cubicBezTo>
                    <a:cubicBezTo>
                      <a:pt x="1404" y="821"/>
                      <a:pt x="1404" y="821"/>
                      <a:pt x="1404" y="821"/>
                    </a:cubicBezTo>
                    <a:lnTo>
                      <a:pt x="1404" y="1197"/>
                    </a:lnTo>
                    <a:close/>
                    <a:moveTo>
                      <a:pt x="1370" y="1538"/>
                    </a:moveTo>
                    <a:cubicBezTo>
                      <a:pt x="1333" y="1538"/>
                      <a:pt x="1302" y="1507"/>
                      <a:pt x="1302" y="1470"/>
                    </a:cubicBezTo>
                    <a:cubicBezTo>
                      <a:pt x="1439" y="1470"/>
                      <a:pt x="1439" y="1470"/>
                      <a:pt x="1439" y="1470"/>
                    </a:cubicBezTo>
                    <a:cubicBezTo>
                      <a:pt x="1439" y="1507"/>
                      <a:pt x="1408" y="1538"/>
                      <a:pt x="1370" y="1538"/>
                    </a:cubicBezTo>
                    <a:close/>
                    <a:moveTo>
                      <a:pt x="1507" y="1367"/>
                    </a:moveTo>
                    <a:cubicBezTo>
                      <a:pt x="1507" y="1386"/>
                      <a:pt x="1492" y="1401"/>
                      <a:pt x="1473" y="1401"/>
                    </a:cubicBezTo>
                    <a:cubicBezTo>
                      <a:pt x="1268" y="1401"/>
                      <a:pt x="1268" y="1401"/>
                      <a:pt x="1268" y="1401"/>
                    </a:cubicBezTo>
                    <a:cubicBezTo>
                      <a:pt x="1249" y="1401"/>
                      <a:pt x="1234" y="1386"/>
                      <a:pt x="1234" y="1367"/>
                    </a:cubicBezTo>
                    <a:cubicBezTo>
                      <a:pt x="1234" y="1299"/>
                      <a:pt x="1234" y="1299"/>
                      <a:pt x="1234" y="1299"/>
                    </a:cubicBezTo>
                    <a:cubicBezTo>
                      <a:pt x="1234" y="1280"/>
                      <a:pt x="1249" y="1265"/>
                      <a:pt x="1268" y="1265"/>
                    </a:cubicBezTo>
                    <a:cubicBezTo>
                      <a:pt x="1473" y="1265"/>
                      <a:pt x="1473" y="1265"/>
                      <a:pt x="1473" y="1265"/>
                    </a:cubicBezTo>
                    <a:cubicBezTo>
                      <a:pt x="1492" y="1265"/>
                      <a:pt x="1507" y="1280"/>
                      <a:pt x="1507" y="1299"/>
                    </a:cubicBezTo>
                    <a:lnTo>
                      <a:pt x="1507" y="1367"/>
                    </a:lnTo>
                    <a:close/>
                    <a:moveTo>
                      <a:pt x="1746" y="693"/>
                    </a:moveTo>
                    <a:cubicBezTo>
                      <a:pt x="1748" y="792"/>
                      <a:pt x="1713" y="888"/>
                      <a:pt x="1648" y="963"/>
                    </a:cubicBezTo>
                    <a:cubicBezTo>
                      <a:pt x="1627" y="985"/>
                      <a:pt x="1603" y="1005"/>
                      <a:pt x="1579" y="1023"/>
                    </a:cubicBezTo>
                    <a:cubicBezTo>
                      <a:pt x="1538" y="1051"/>
                      <a:pt x="1503" y="1085"/>
                      <a:pt x="1473" y="1124"/>
                    </a:cubicBezTo>
                    <a:cubicBezTo>
                      <a:pt x="1473" y="821"/>
                      <a:pt x="1473" y="821"/>
                      <a:pt x="1473" y="821"/>
                    </a:cubicBezTo>
                    <a:cubicBezTo>
                      <a:pt x="1507" y="821"/>
                      <a:pt x="1507" y="821"/>
                      <a:pt x="1507" y="821"/>
                    </a:cubicBezTo>
                    <a:cubicBezTo>
                      <a:pt x="1563" y="821"/>
                      <a:pt x="1609" y="775"/>
                      <a:pt x="1609" y="719"/>
                    </a:cubicBezTo>
                    <a:cubicBezTo>
                      <a:pt x="1609" y="662"/>
                      <a:pt x="1563" y="616"/>
                      <a:pt x="1507" y="616"/>
                    </a:cubicBezTo>
                    <a:cubicBezTo>
                      <a:pt x="1450" y="616"/>
                      <a:pt x="1404" y="662"/>
                      <a:pt x="1404" y="719"/>
                    </a:cubicBezTo>
                    <a:cubicBezTo>
                      <a:pt x="1404" y="753"/>
                      <a:pt x="1404" y="753"/>
                      <a:pt x="1404" y="753"/>
                    </a:cubicBezTo>
                    <a:cubicBezTo>
                      <a:pt x="1336" y="753"/>
                      <a:pt x="1336" y="753"/>
                      <a:pt x="1336" y="753"/>
                    </a:cubicBezTo>
                    <a:cubicBezTo>
                      <a:pt x="1336" y="719"/>
                      <a:pt x="1336" y="719"/>
                      <a:pt x="1336" y="719"/>
                    </a:cubicBezTo>
                    <a:cubicBezTo>
                      <a:pt x="1336" y="662"/>
                      <a:pt x="1290" y="616"/>
                      <a:pt x="1234" y="616"/>
                    </a:cubicBezTo>
                    <a:cubicBezTo>
                      <a:pt x="1177" y="616"/>
                      <a:pt x="1131" y="662"/>
                      <a:pt x="1131" y="719"/>
                    </a:cubicBezTo>
                    <a:cubicBezTo>
                      <a:pt x="1131" y="775"/>
                      <a:pt x="1177" y="821"/>
                      <a:pt x="1234" y="821"/>
                    </a:cubicBezTo>
                    <a:cubicBezTo>
                      <a:pt x="1268" y="821"/>
                      <a:pt x="1268" y="821"/>
                      <a:pt x="1268" y="821"/>
                    </a:cubicBezTo>
                    <a:cubicBezTo>
                      <a:pt x="1268" y="1124"/>
                      <a:pt x="1268" y="1124"/>
                      <a:pt x="1268" y="1124"/>
                    </a:cubicBezTo>
                    <a:cubicBezTo>
                      <a:pt x="1238" y="1085"/>
                      <a:pt x="1202" y="1051"/>
                      <a:pt x="1162" y="1023"/>
                    </a:cubicBezTo>
                    <a:cubicBezTo>
                      <a:pt x="1137" y="1005"/>
                      <a:pt x="1114" y="985"/>
                      <a:pt x="1093" y="963"/>
                    </a:cubicBezTo>
                    <a:cubicBezTo>
                      <a:pt x="1028" y="888"/>
                      <a:pt x="993" y="792"/>
                      <a:pt x="995" y="693"/>
                    </a:cubicBezTo>
                    <a:cubicBezTo>
                      <a:pt x="998" y="485"/>
                      <a:pt x="1170" y="309"/>
                      <a:pt x="1370" y="309"/>
                    </a:cubicBezTo>
                    <a:cubicBezTo>
                      <a:pt x="1571" y="309"/>
                      <a:pt x="1743" y="485"/>
                      <a:pt x="1746" y="693"/>
                    </a:cubicBezTo>
                    <a:close/>
                    <a:moveTo>
                      <a:pt x="1473" y="753"/>
                    </a:moveTo>
                    <a:cubicBezTo>
                      <a:pt x="1473" y="719"/>
                      <a:pt x="1473" y="719"/>
                      <a:pt x="1473" y="719"/>
                    </a:cubicBezTo>
                    <a:cubicBezTo>
                      <a:pt x="1473" y="700"/>
                      <a:pt x="1488" y="685"/>
                      <a:pt x="1507" y="685"/>
                    </a:cubicBezTo>
                    <a:cubicBezTo>
                      <a:pt x="1526" y="685"/>
                      <a:pt x="1541" y="700"/>
                      <a:pt x="1541" y="719"/>
                    </a:cubicBezTo>
                    <a:cubicBezTo>
                      <a:pt x="1541" y="738"/>
                      <a:pt x="1526" y="753"/>
                      <a:pt x="1507" y="753"/>
                    </a:cubicBezTo>
                    <a:lnTo>
                      <a:pt x="1473" y="753"/>
                    </a:lnTo>
                    <a:close/>
                    <a:moveTo>
                      <a:pt x="1916" y="719"/>
                    </a:moveTo>
                    <a:cubicBezTo>
                      <a:pt x="2019" y="719"/>
                      <a:pt x="2019" y="719"/>
                      <a:pt x="2019" y="719"/>
                    </a:cubicBezTo>
                    <a:cubicBezTo>
                      <a:pt x="2038" y="719"/>
                      <a:pt x="2053" y="704"/>
                      <a:pt x="2053" y="685"/>
                    </a:cubicBezTo>
                    <a:cubicBezTo>
                      <a:pt x="2053" y="666"/>
                      <a:pt x="2038" y="651"/>
                      <a:pt x="2019" y="651"/>
                    </a:cubicBezTo>
                    <a:cubicBezTo>
                      <a:pt x="1916" y="651"/>
                      <a:pt x="1916" y="651"/>
                      <a:pt x="1916" y="651"/>
                    </a:cubicBezTo>
                    <a:cubicBezTo>
                      <a:pt x="1898" y="651"/>
                      <a:pt x="1882" y="666"/>
                      <a:pt x="1882" y="685"/>
                    </a:cubicBezTo>
                    <a:cubicBezTo>
                      <a:pt x="1882" y="704"/>
                      <a:pt x="1898" y="719"/>
                      <a:pt x="1916" y="719"/>
                    </a:cubicBezTo>
                    <a:close/>
                    <a:moveTo>
                      <a:pt x="1756" y="333"/>
                    </a:moveTo>
                    <a:cubicBezTo>
                      <a:pt x="1766" y="333"/>
                      <a:pt x="1774" y="329"/>
                      <a:pt x="1781" y="323"/>
                    </a:cubicBezTo>
                    <a:cubicBezTo>
                      <a:pt x="1853" y="250"/>
                      <a:pt x="1853" y="250"/>
                      <a:pt x="1853" y="250"/>
                    </a:cubicBezTo>
                    <a:cubicBezTo>
                      <a:pt x="1862" y="242"/>
                      <a:pt x="1865" y="229"/>
                      <a:pt x="1862" y="217"/>
                    </a:cubicBezTo>
                    <a:cubicBezTo>
                      <a:pt x="1859" y="205"/>
                      <a:pt x="1850" y="196"/>
                      <a:pt x="1838" y="193"/>
                    </a:cubicBezTo>
                    <a:cubicBezTo>
                      <a:pt x="1826" y="190"/>
                      <a:pt x="1813" y="193"/>
                      <a:pt x="1805" y="202"/>
                    </a:cubicBezTo>
                    <a:cubicBezTo>
                      <a:pt x="1732" y="274"/>
                      <a:pt x="1732" y="274"/>
                      <a:pt x="1732" y="274"/>
                    </a:cubicBezTo>
                    <a:cubicBezTo>
                      <a:pt x="1723" y="284"/>
                      <a:pt x="1720" y="299"/>
                      <a:pt x="1725" y="312"/>
                    </a:cubicBezTo>
                    <a:cubicBezTo>
                      <a:pt x="1730" y="324"/>
                      <a:pt x="1743" y="333"/>
                      <a:pt x="1756" y="333"/>
                    </a:cubicBezTo>
                    <a:close/>
                    <a:moveTo>
                      <a:pt x="1370" y="173"/>
                    </a:moveTo>
                    <a:cubicBezTo>
                      <a:pt x="1389" y="173"/>
                      <a:pt x="1404" y="157"/>
                      <a:pt x="1404" y="139"/>
                    </a:cubicBezTo>
                    <a:cubicBezTo>
                      <a:pt x="1404" y="36"/>
                      <a:pt x="1404" y="36"/>
                      <a:pt x="1404" y="36"/>
                    </a:cubicBezTo>
                    <a:cubicBezTo>
                      <a:pt x="1404" y="17"/>
                      <a:pt x="1389" y="2"/>
                      <a:pt x="1370" y="2"/>
                    </a:cubicBezTo>
                    <a:cubicBezTo>
                      <a:pt x="1351" y="2"/>
                      <a:pt x="1336" y="17"/>
                      <a:pt x="1336" y="36"/>
                    </a:cubicBezTo>
                    <a:cubicBezTo>
                      <a:pt x="1336" y="139"/>
                      <a:pt x="1336" y="139"/>
                      <a:pt x="1336" y="139"/>
                    </a:cubicBezTo>
                    <a:cubicBezTo>
                      <a:pt x="1336" y="157"/>
                      <a:pt x="1351" y="173"/>
                      <a:pt x="1370" y="173"/>
                    </a:cubicBezTo>
                    <a:close/>
                    <a:moveTo>
                      <a:pt x="1008" y="323"/>
                    </a:moveTo>
                    <a:cubicBezTo>
                      <a:pt x="1015" y="316"/>
                      <a:pt x="1018" y="308"/>
                      <a:pt x="1018" y="298"/>
                    </a:cubicBezTo>
                    <a:cubicBezTo>
                      <a:pt x="1018" y="289"/>
                      <a:pt x="1015" y="281"/>
                      <a:pt x="1008" y="274"/>
                    </a:cubicBezTo>
                    <a:cubicBezTo>
                      <a:pt x="936" y="202"/>
                      <a:pt x="936" y="202"/>
                      <a:pt x="936" y="202"/>
                    </a:cubicBezTo>
                    <a:cubicBezTo>
                      <a:pt x="927" y="193"/>
                      <a:pt x="915" y="190"/>
                      <a:pt x="903" y="193"/>
                    </a:cubicBezTo>
                    <a:cubicBezTo>
                      <a:pt x="891" y="196"/>
                      <a:pt x="881" y="205"/>
                      <a:pt x="878" y="217"/>
                    </a:cubicBezTo>
                    <a:cubicBezTo>
                      <a:pt x="875" y="229"/>
                      <a:pt x="879" y="242"/>
                      <a:pt x="888" y="250"/>
                    </a:cubicBezTo>
                    <a:cubicBezTo>
                      <a:pt x="960" y="323"/>
                      <a:pt x="960" y="323"/>
                      <a:pt x="960" y="323"/>
                    </a:cubicBezTo>
                    <a:cubicBezTo>
                      <a:pt x="966" y="329"/>
                      <a:pt x="975" y="333"/>
                      <a:pt x="984" y="333"/>
                    </a:cubicBezTo>
                    <a:cubicBezTo>
                      <a:pt x="993" y="333"/>
                      <a:pt x="1002" y="329"/>
                      <a:pt x="1008" y="323"/>
                    </a:cubicBezTo>
                    <a:close/>
                    <a:moveTo>
                      <a:pt x="722" y="651"/>
                    </a:moveTo>
                    <a:cubicBezTo>
                      <a:pt x="703" y="651"/>
                      <a:pt x="688" y="666"/>
                      <a:pt x="688" y="685"/>
                    </a:cubicBezTo>
                    <a:cubicBezTo>
                      <a:pt x="688" y="704"/>
                      <a:pt x="703" y="719"/>
                      <a:pt x="722" y="719"/>
                    </a:cubicBezTo>
                    <a:cubicBezTo>
                      <a:pt x="824" y="719"/>
                      <a:pt x="824" y="719"/>
                      <a:pt x="824" y="719"/>
                    </a:cubicBezTo>
                    <a:cubicBezTo>
                      <a:pt x="843" y="719"/>
                      <a:pt x="858" y="704"/>
                      <a:pt x="858" y="685"/>
                    </a:cubicBezTo>
                    <a:cubicBezTo>
                      <a:pt x="858" y="666"/>
                      <a:pt x="843" y="651"/>
                      <a:pt x="824" y="651"/>
                    </a:cubicBezTo>
                    <a:lnTo>
                      <a:pt x="722" y="651"/>
                    </a:lnTo>
                    <a:close/>
                  </a:path>
                </a:pathLst>
              </a:custGeom>
              <a:solidFill>
                <a:schemeClr val="bg1"/>
              </a:solidFill>
              <a:ln w="19050" cap="rnd" cmpd="sng" algn="ctr">
                <a:noFill/>
                <a:prstDash val="solid"/>
                <a:round/>
                <a:headEnd type="none" w="sm" len="sm"/>
                <a:tailEnd type="none" w="med" len="med"/>
              </a:ln>
              <a:effectLst>
                <a:glow rad="12700">
                  <a:schemeClr val="bg1">
                    <a:alpha val="25000"/>
                  </a:schemeClr>
                </a:glo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74" name="Group 573">
            <a:extLst>
              <a:ext uri="{FF2B5EF4-FFF2-40B4-BE49-F238E27FC236}">
                <a16:creationId xmlns:a16="http://schemas.microsoft.com/office/drawing/2014/main" id="{EE6A1879-C0B2-4416-D7B3-56409A75349D}"/>
              </a:ext>
            </a:extLst>
          </p:cNvPr>
          <p:cNvGrpSpPr/>
          <p:nvPr/>
        </p:nvGrpSpPr>
        <p:grpSpPr>
          <a:xfrm>
            <a:off x="8740823" y="100866"/>
            <a:ext cx="2642651" cy="2352797"/>
            <a:chOff x="8740823" y="100866"/>
            <a:chExt cx="2642651" cy="2352797"/>
          </a:xfrm>
        </p:grpSpPr>
        <p:cxnSp>
          <p:nvCxnSpPr>
            <p:cNvPr id="575" name="Straight Connector 574">
              <a:extLst>
                <a:ext uri="{FF2B5EF4-FFF2-40B4-BE49-F238E27FC236}">
                  <a16:creationId xmlns:a16="http://schemas.microsoft.com/office/drawing/2014/main" id="{B8A238D8-6426-A213-79A1-7E8A97861AF6}"/>
                </a:ext>
              </a:extLst>
            </p:cNvPr>
            <p:cNvCxnSpPr/>
            <p:nvPr/>
          </p:nvCxnSpPr>
          <p:spPr bwMode="auto">
            <a:xfrm>
              <a:off x="10219765" y="1446912"/>
              <a:ext cx="0" cy="872674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/>
                  </a:gs>
                  <a:gs pos="50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576" name="Picture 575">
              <a:extLst>
                <a:ext uri="{FF2B5EF4-FFF2-40B4-BE49-F238E27FC236}">
                  <a16:creationId xmlns:a16="http://schemas.microsoft.com/office/drawing/2014/main" id="{EAB7B7F9-4E3C-191B-1EC1-E528DBBFA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13765" y="993151"/>
              <a:ext cx="1590652" cy="1211257"/>
            </a:xfrm>
            <a:prstGeom prst="rect">
              <a:avLst/>
            </a:prstGeom>
          </p:spPr>
        </p:pic>
        <p:sp>
          <p:nvSpPr>
            <p:cNvPr id="577" name="Graphic 5186">
              <a:extLst>
                <a:ext uri="{FF2B5EF4-FFF2-40B4-BE49-F238E27FC236}">
                  <a16:creationId xmlns:a16="http://schemas.microsoft.com/office/drawing/2014/main" id="{7F3FC8B8-511B-4A68-6EDB-63BC37BA3010}"/>
                </a:ext>
              </a:extLst>
            </p:cNvPr>
            <p:cNvSpPr/>
            <p:nvPr/>
          </p:nvSpPr>
          <p:spPr>
            <a:xfrm>
              <a:off x="8740823" y="100866"/>
              <a:ext cx="2642651" cy="1472810"/>
            </a:xfrm>
            <a:custGeom>
              <a:avLst/>
              <a:gdLst>
                <a:gd name="connsiteX0" fmla="*/ 1473518 w 6773703"/>
                <a:gd name="connsiteY0" fmla="*/ 2848166 h 3775138"/>
                <a:gd name="connsiteX1" fmla="*/ 2706815 w 6773703"/>
                <a:gd name="connsiteY1" fmla="*/ 3286125 h 3775138"/>
                <a:gd name="connsiteX2" fmla="*/ 3215640 w 6773703"/>
                <a:gd name="connsiteY2" fmla="*/ 3775139 h 3775138"/>
                <a:gd name="connsiteX3" fmla="*/ 3753326 w 6773703"/>
                <a:gd name="connsiteY3" fmla="*/ 3294793 h 3775138"/>
                <a:gd name="connsiteX4" fmla="*/ 5509641 w 6773703"/>
                <a:gd name="connsiteY4" fmla="*/ 2829401 h 3775138"/>
                <a:gd name="connsiteX5" fmla="*/ 6773704 w 6773703"/>
                <a:gd name="connsiteY5" fmla="*/ 0 h 3775138"/>
                <a:gd name="connsiteX6" fmla="*/ 0 w 6773703"/>
                <a:gd name="connsiteY6" fmla="*/ 0 h 3775138"/>
                <a:gd name="connsiteX7" fmla="*/ 1473518 w 6773703"/>
                <a:gd name="connsiteY7" fmla="*/ 2848166 h 3775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73703" h="3775138">
                  <a:moveTo>
                    <a:pt x="1473518" y="2848166"/>
                  </a:moveTo>
                  <a:lnTo>
                    <a:pt x="2706815" y="3286125"/>
                  </a:lnTo>
                  <a:lnTo>
                    <a:pt x="3215640" y="3775139"/>
                  </a:lnTo>
                  <a:lnTo>
                    <a:pt x="3753326" y="3294793"/>
                  </a:lnTo>
                  <a:lnTo>
                    <a:pt x="5509641" y="2829401"/>
                  </a:lnTo>
                  <a:lnTo>
                    <a:pt x="6773704" y="0"/>
                  </a:lnTo>
                  <a:lnTo>
                    <a:pt x="0" y="0"/>
                  </a:lnTo>
                  <a:lnTo>
                    <a:pt x="1473518" y="2848166"/>
                  </a:lnTo>
                  <a:close/>
                </a:path>
              </a:pathLst>
            </a:cu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rgbClr val="B2E0FA"/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" name="Graphic 170">
              <a:extLst>
                <a:ext uri="{FF2B5EF4-FFF2-40B4-BE49-F238E27FC236}">
                  <a16:creationId xmlns:a16="http://schemas.microsoft.com/office/drawing/2014/main" id="{9E8DD912-6C10-282B-9F66-87878527B14E}"/>
                </a:ext>
              </a:extLst>
            </p:cNvPr>
            <p:cNvSpPr/>
            <p:nvPr/>
          </p:nvSpPr>
          <p:spPr>
            <a:xfrm>
              <a:off x="9999226" y="1392802"/>
              <a:ext cx="690073" cy="809347"/>
            </a:xfrm>
            <a:custGeom>
              <a:avLst/>
              <a:gdLst>
                <a:gd name="connsiteX0" fmla="*/ 0 w 1756314"/>
                <a:gd name="connsiteY0" fmla="*/ 465392 h 2065496"/>
                <a:gd name="connsiteX1" fmla="*/ 1756315 w 1756314"/>
                <a:gd name="connsiteY1" fmla="*/ 0 h 2065496"/>
                <a:gd name="connsiteX2" fmla="*/ 1756315 w 1756314"/>
                <a:gd name="connsiteY2" fmla="*/ 1600105 h 2065496"/>
                <a:gd name="connsiteX3" fmla="*/ 0 w 1756314"/>
                <a:gd name="connsiteY3" fmla="*/ 2065496 h 2065496"/>
                <a:gd name="connsiteX4" fmla="*/ 0 w 1756314"/>
                <a:gd name="connsiteY4" fmla="*/ 465392 h 206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6314" h="2065496">
                  <a:moveTo>
                    <a:pt x="0" y="465392"/>
                  </a:moveTo>
                  <a:lnTo>
                    <a:pt x="1756315" y="0"/>
                  </a:lnTo>
                  <a:lnTo>
                    <a:pt x="1756315" y="1600105"/>
                  </a:lnTo>
                  <a:lnTo>
                    <a:pt x="0" y="2065496"/>
                  </a:lnTo>
                  <a:lnTo>
                    <a:pt x="0" y="465392"/>
                  </a:lnTo>
                  <a:close/>
                </a:path>
              </a:pathLst>
            </a:custGeom>
            <a:gradFill>
              <a:gsLst>
                <a:gs pos="0">
                  <a:srgbClr val="459FED">
                    <a:alpha val="52000"/>
                  </a:srgbClr>
                </a:gs>
                <a:gs pos="100000">
                  <a:srgbClr val="459FED">
                    <a:alpha val="89000"/>
                  </a:srgbClr>
                </a:gs>
              </a:gsLst>
              <a:lin ang="5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" name="Graphic 176">
              <a:extLst>
                <a:ext uri="{FF2B5EF4-FFF2-40B4-BE49-F238E27FC236}">
                  <a16:creationId xmlns:a16="http://schemas.microsoft.com/office/drawing/2014/main" id="{15A23C4D-F86F-E417-D506-9B256A73FE51}"/>
                </a:ext>
              </a:extLst>
            </p:cNvPr>
            <p:cNvSpPr/>
            <p:nvPr/>
          </p:nvSpPr>
          <p:spPr>
            <a:xfrm>
              <a:off x="9513618" y="1406736"/>
              <a:ext cx="488077" cy="795413"/>
            </a:xfrm>
            <a:custGeom>
              <a:avLst/>
              <a:gdLst>
                <a:gd name="connsiteX0" fmla="*/ 1233297 w 1233296"/>
                <a:gd name="connsiteY0" fmla="*/ 437960 h 2038064"/>
                <a:gd name="connsiteX1" fmla="*/ 0 w 1233296"/>
                <a:gd name="connsiteY1" fmla="*/ 0 h 2038064"/>
                <a:gd name="connsiteX2" fmla="*/ 0 w 1233296"/>
                <a:gd name="connsiteY2" fmla="*/ 1600105 h 2038064"/>
                <a:gd name="connsiteX3" fmla="*/ 1233297 w 1233296"/>
                <a:gd name="connsiteY3" fmla="*/ 2038064 h 2038064"/>
                <a:gd name="connsiteX4" fmla="*/ 1233297 w 1233296"/>
                <a:gd name="connsiteY4" fmla="*/ 437960 h 2038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3296" h="2038064">
                  <a:moveTo>
                    <a:pt x="1233297" y="437960"/>
                  </a:moveTo>
                  <a:lnTo>
                    <a:pt x="0" y="0"/>
                  </a:lnTo>
                  <a:lnTo>
                    <a:pt x="0" y="1600105"/>
                  </a:lnTo>
                  <a:lnTo>
                    <a:pt x="1233297" y="2038064"/>
                  </a:lnTo>
                  <a:lnTo>
                    <a:pt x="1233297" y="437960"/>
                  </a:lnTo>
                  <a:close/>
                </a:path>
              </a:pathLst>
            </a:custGeom>
            <a:gradFill>
              <a:gsLst>
                <a:gs pos="0">
                  <a:srgbClr val="459FED">
                    <a:alpha val="52000"/>
                  </a:srgbClr>
                </a:gs>
                <a:gs pos="100000">
                  <a:srgbClr val="459FED">
                    <a:alpha val="89000"/>
                  </a:srgbClr>
                </a:gs>
              </a:gsLst>
              <a:lin ang="5400000" scaled="0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74C9395A-6AE0-EF70-BCB1-7992F03E2885}"/>
                </a:ext>
              </a:extLst>
            </p:cNvPr>
            <p:cNvGrpSpPr/>
            <p:nvPr/>
          </p:nvGrpSpPr>
          <p:grpSpPr>
            <a:xfrm>
              <a:off x="9569814" y="1431995"/>
              <a:ext cx="1042544" cy="761878"/>
              <a:chOff x="5548678" y="1792515"/>
              <a:chExt cx="869261" cy="565868"/>
            </a:xfrm>
          </p:grpSpPr>
          <p:grpSp>
            <p:nvGrpSpPr>
              <p:cNvPr id="611" name="Group 610">
                <a:extLst>
                  <a:ext uri="{FF2B5EF4-FFF2-40B4-BE49-F238E27FC236}">
                    <a16:creationId xmlns:a16="http://schemas.microsoft.com/office/drawing/2014/main" id="{01481AEF-F220-5221-8F68-19CE76879E52}"/>
                  </a:ext>
                </a:extLst>
              </p:cNvPr>
              <p:cNvGrpSpPr/>
              <p:nvPr/>
            </p:nvGrpSpPr>
            <p:grpSpPr>
              <a:xfrm>
                <a:off x="5548678" y="1797939"/>
                <a:ext cx="358036" cy="560444"/>
                <a:chOff x="5548678" y="1797939"/>
                <a:chExt cx="358036" cy="560444"/>
              </a:xfrm>
            </p:grpSpPr>
            <p:cxnSp>
              <p:nvCxnSpPr>
                <p:cNvPr id="619" name="Straight Connector 618">
                  <a:extLst>
                    <a:ext uri="{FF2B5EF4-FFF2-40B4-BE49-F238E27FC236}">
                      <a16:creationId xmlns:a16="http://schemas.microsoft.com/office/drawing/2014/main" id="{0D39DECE-0142-CF10-01A7-791A6313579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906714" y="1913850"/>
                  <a:ext cx="0" cy="444533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20" name="Straight Connector 619">
                  <a:extLst>
                    <a:ext uri="{FF2B5EF4-FFF2-40B4-BE49-F238E27FC236}">
                      <a16:creationId xmlns:a16="http://schemas.microsoft.com/office/drawing/2014/main" id="{A58BD4AD-DF14-4F30-0B74-63FCFC55E72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817914" y="1883249"/>
                  <a:ext cx="0" cy="444533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21" name="Straight Connector 620">
                  <a:extLst>
                    <a:ext uri="{FF2B5EF4-FFF2-40B4-BE49-F238E27FC236}">
                      <a16:creationId xmlns:a16="http://schemas.microsoft.com/office/drawing/2014/main" id="{773A6BC3-86BD-07F8-509A-597716EB31B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548678" y="1797939"/>
                  <a:ext cx="0" cy="444533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22" name="Straight Connector 621">
                  <a:extLst>
                    <a:ext uri="{FF2B5EF4-FFF2-40B4-BE49-F238E27FC236}">
                      <a16:creationId xmlns:a16="http://schemas.microsoft.com/office/drawing/2014/main" id="{F149EE19-E1E5-A112-D075-A31AAE7C1B6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10269" y="1816385"/>
                  <a:ext cx="0" cy="444533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23" name="Straight Connector 622">
                  <a:extLst>
                    <a:ext uri="{FF2B5EF4-FFF2-40B4-BE49-F238E27FC236}">
                      <a16:creationId xmlns:a16="http://schemas.microsoft.com/office/drawing/2014/main" id="{4421C762-D971-95DF-B71C-269AB4DF18B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82975" y="1838239"/>
                  <a:ext cx="0" cy="444533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24" name="Straight Connector 623">
                  <a:extLst>
                    <a:ext uri="{FF2B5EF4-FFF2-40B4-BE49-F238E27FC236}">
                      <a16:creationId xmlns:a16="http://schemas.microsoft.com/office/drawing/2014/main" id="{A8A009D8-FD49-2682-0D6E-23EB82A5FFA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49334" y="1862646"/>
                  <a:ext cx="0" cy="444533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612" name="Group 611">
                <a:extLst>
                  <a:ext uri="{FF2B5EF4-FFF2-40B4-BE49-F238E27FC236}">
                    <a16:creationId xmlns:a16="http://schemas.microsoft.com/office/drawing/2014/main" id="{2406D109-F416-314B-11B1-D0B1CAED773D}"/>
                  </a:ext>
                </a:extLst>
              </p:cNvPr>
              <p:cNvGrpSpPr/>
              <p:nvPr/>
            </p:nvGrpSpPr>
            <p:grpSpPr>
              <a:xfrm>
                <a:off x="6008765" y="1792515"/>
                <a:ext cx="409174" cy="550267"/>
                <a:chOff x="6008765" y="1792515"/>
                <a:chExt cx="409174" cy="550267"/>
              </a:xfrm>
            </p:grpSpPr>
            <p:cxnSp>
              <p:nvCxnSpPr>
                <p:cNvPr id="613" name="Straight Connector 612">
                  <a:extLst>
                    <a:ext uri="{FF2B5EF4-FFF2-40B4-BE49-F238E27FC236}">
                      <a16:creationId xmlns:a16="http://schemas.microsoft.com/office/drawing/2014/main" id="{75EBA60A-65CD-66D0-23D6-0603C5E3DF8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417939" y="1792515"/>
                  <a:ext cx="0" cy="444533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4" name="Straight Connector 613">
                  <a:extLst>
                    <a:ext uri="{FF2B5EF4-FFF2-40B4-BE49-F238E27FC236}">
                      <a16:creationId xmlns:a16="http://schemas.microsoft.com/office/drawing/2014/main" id="{9D414D47-313B-533F-8890-61103927BF8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336105" y="1797802"/>
                  <a:ext cx="0" cy="460632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5" name="Straight Connector 614">
                  <a:extLst>
                    <a:ext uri="{FF2B5EF4-FFF2-40B4-BE49-F238E27FC236}">
                      <a16:creationId xmlns:a16="http://schemas.microsoft.com/office/drawing/2014/main" id="{9AFE7981-FF3E-71FC-1D7D-C31C596A2CB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008765" y="1883249"/>
                  <a:ext cx="0" cy="459533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6" name="Straight Connector 615">
                  <a:extLst>
                    <a:ext uri="{FF2B5EF4-FFF2-40B4-BE49-F238E27FC236}">
                      <a16:creationId xmlns:a16="http://schemas.microsoft.com/office/drawing/2014/main" id="{81F1CC71-9D28-CA48-4AED-1672AEF780E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090600" y="1859431"/>
                  <a:ext cx="0" cy="468351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7" name="Straight Connector 616">
                  <a:extLst>
                    <a:ext uri="{FF2B5EF4-FFF2-40B4-BE49-F238E27FC236}">
                      <a16:creationId xmlns:a16="http://schemas.microsoft.com/office/drawing/2014/main" id="{E68D62A1-9E15-78FE-B9B5-A610868E80C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172435" y="1835392"/>
                  <a:ext cx="0" cy="471786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8" name="Straight Connector 617">
                  <a:extLst>
                    <a:ext uri="{FF2B5EF4-FFF2-40B4-BE49-F238E27FC236}">
                      <a16:creationId xmlns:a16="http://schemas.microsoft.com/office/drawing/2014/main" id="{0AAC7BAA-EC1B-89EA-A7BD-2FADCECF3E6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254270" y="1816231"/>
                  <a:ext cx="0" cy="466317"/>
                </a:xfrm>
                <a:prstGeom prst="line">
                  <a:avLst/>
                </a:prstGeom>
                <a:noFill/>
                <a:ln w="6350" cap="rnd" cmpd="sng" algn="ctr"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32000">
                        <a:schemeClr val="bg1"/>
                      </a:gs>
                    </a:gsLst>
                    <a:lin ang="5400000" scaled="0"/>
                  </a:gra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3D748F27-873C-05BC-010F-3D26663614ED}"/>
                </a:ext>
              </a:extLst>
            </p:cNvPr>
            <p:cNvCxnSpPr>
              <a:cxnSpLocks/>
              <a:stCxn id="578" idx="0"/>
              <a:endCxn id="578" idx="1"/>
            </p:cNvCxnSpPr>
            <p:nvPr/>
          </p:nvCxnSpPr>
          <p:spPr bwMode="auto">
            <a:xfrm flipV="1">
              <a:off x="9999226" y="1392802"/>
              <a:ext cx="690073" cy="182360"/>
            </a:xfrm>
            <a:prstGeom prst="line">
              <a:avLst/>
            </a:prstGeom>
            <a:noFill/>
            <a:ln w="6350" cap="rnd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32000">
                    <a:schemeClr val="bg1"/>
                  </a:gs>
                </a:gsLst>
                <a:lin ang="5400000" scaled="0"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82" name="Group 581">
              <a:extLst>
                <a:ext uri="{FF2B5EF4-FFF2-40B4-BE49-F238E27FC236}">
                  <a16:creationId xmlns:a16="http://schemas.microsoft.com/office/drawing/2014/main" id="{1C3E95AE-682F-5436-F64C-06768AE63907}"/>
                </a:ext>
              </a:extLst>
            </p:cNvPr>
            <p:cNvGrpSpPr/>
            <p:nvPr/>
          </p:nvGrpSpPr>
          <p:grpSpPr>
            <a:xfrm>
              <a:off x="10010273" y="1516354"/>
              <a:ext cx="679026" cy="575418"/>
              <a:chOff x="10010272" y="1516354"/>
              <a:chExt cx="690073" cy="575418"/>
            </a:xfrm>
          </p:grpSpPr>
          <p:cxnSp>
            <p:nvCxnSpPr>
              <p:cNvPr id="607" name="Straight Connector 606">
                <a:extLst>
                  <a:ext uri="{FF2B5EF4-FFF2-40B4-BE49-F238E27FC236}">
                    <a16:creationId xmlns:a16="http://schemas.microsoft.com/office/drawing/2014/main" id="{BAE0D68D-FD62-030D-3E12-F8FE4E5796F3}"/>
                  </a:ext>
                </a:extLst>
              </p:cNvPr>
              <p:cNvCxnSpPr/>
              <p:nvPr/>
            </p:nvCxnSpPr>
            <p:spPr bwMode="auto">
              <a:xfrm flipV="1">
                <a:off x="10010272" y="1516354"/>
                <a:ext cx="690073" cy="182360"/>
              </a:xfrm>
              <a:prstGeom prst="line">
                <a:avLst/>
              </a:prstGeom>
              <a:noFill/>
              <a:ln w="6350" cap="rnd" cmpd="sng" algn="ctr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32000">
                      <a:schemeClr val="bg1"/>
                    </a:gs>
                  </a:gsLst>
                  <a:lin ang="5400000" scaled="0"/>
                </a:gra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8" name="Straight Connector 607">
                <a:extLst>
                  <a:ext uri="{FF2B5EF4-FFF2-40B4-BE49-F238E27FC236}">
                    <a16:creationId xmlns:a16="http://schemas.microsoft.com/office/drawing/2014/main" id="{DE3743CE-251C-0383-3AC2-0A1FCEDBBF71}"/>
                  </a:ext>
                </a:extLst>
              </p:cNvPr>
              <p:cNvCxnSpPr/>
              <p:nvPr/>
            </p:nvCxnSpPr>
            <p:spPr bwMode="auto">
              <a:xfrm flipV="1">
                <a:off x="10010272" y="1650364"/>
                <a:ext cx="690073" cy="182360"/>
              </a:xfrm>
              <a:prstGeom prst="line">
                <a:avLst/>
              </a:prstGeom>
              <a:noFill/>
              <a:ln w="6350" cap="rnd" cmpd="sng" algn="ctr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32000">
                      <a:schemeClr val="bg1"/>
                    </a:gs>
                  </a:gsLst>
                  <a:lin ang="5400000" scaled="0"/>
                </a:gra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9" name="Straight Connector 608">
                <a:extLst>
                  <a:ext uri="{FF2B5EF4-FFF2-40B4-BE49-F238E27FC236}">
                    <a16:creationId xmlns:a16="http://schemas.microsoft.com/office/drawing/2014/main" id="{BE66007C-6AB6-567D-8350-E9379BBD6068}"/>
                  </a:ext>
                </a:extLst>
              </p:cNvPr>
              <p:cNvCxnSpPr/>
              <p:nvPr/>
            </p:nvCxnSpPr>
            <p:spPr bwMode="auto">
              <a:xfrm flipV="1">
                <a:off x="10010272" y="1792815"/>
                <a:ext cx="690073" cy="182360"/>
              </a:xfrm>
              <a:prstGeom prst="line">
                <a:avLst/>
              </a:prstGeom>
              <a:noFill/>
              <a:ln w="6350" cap="rnd" cmpd="sng" algn="ctr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32000">
                      <a:schemeClr val="bg1"/>
                    </a:gs>
                  </a:gsLst>
                  <a:lin ang="5400000" scaled="0"/>
                </a:gra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0" name="Straight Connector 609">
                <a:extLst>
                  <a:ext uri="{FF2B5EF4-FFF2-40B4-BE49-F238E27FC236}">
                    <a16:creationId xmlns:a16="http://schemas.microsoft.com/office/drawing/2014/main" id="{2F05627B-65EF-79E4-BFB2-6A3BE60BDD23}"/>
                  </a:ext>
                </a:extLst>
              </p:cNvPr>
              <p:cNvCxnSpPr/>
              <p:nvPr/>
            </p:nvCxnSpPr>
            <p:spPr bwMode="auto">
              <a:xfrm flipV="1">
                <a:off x="10010272" y="1909412"/>
                <a:ext cx="690073" cy="182360"/>
              </a:xfrm>
              <a:prstGeom prst="line">
                <a:avLst/>
              </a:prstGeom>
              <a:noFill/>
              <a:ln w="6350" cap="rnd" cmpd="sng" algn="ctr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32000">
                      <a:schemeClr val="bg1"/>
                    </a:gs>
                  </a:gsLst>
                  <a:lin ang="5400000" scaled="0"/>
                </a:gra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56D9A8EB-00FA-7420-B4E4-1BA0C28B1E3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4470" y="1407352"/>
              <a:ext cx="478830" cy="171311"/>
            </a:xfrm>
            <a:prstGeom prst="line">
              <a:avLst/>
            </a:prstGeom>
            <a:noFill/>
            <a:ln w="6350" cap="rnd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32000">
                    <a:schemeClr val="bg1"/>
                  </a:gs>
                </a:gsLst>
                <a:lin ang="5400000" scaled="0"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A054255B-42C3-BB7B-A602-BAED304620E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4470" y="1521434"/>
              <a:ext cx="478830" cy="171311"/>
            </a:xfrm>
            <a:prstGeom prst="line">
              <a:avLst/>
            </a:prstGeom>
            <a:noFill/>
            <a:ln w="6350" cap="rnd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32000">
                    <a:schemeClr val="bg1"/>
                  </a:gs>
                </a:gsLst>
                <a:lin ang="5400000" scaled="0"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CA84C43D-1412-1D5A-FD11-5540A4CB062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4470" y="1654275"/>
              <a:ext cx="478830" cy="171311"/>
            </a:xfrm>
            <a:prstGeom prst="line">
              <a:avLst/>
            </a:prstGeom>
            <a:noFill/>
            <a:ln w="6350" cap="rnd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32000">
                    <a:schemeClr val="bg1"/>
                  </a:gs>
                </a:gsLst>
                <a:lin ang="5400000" scaled="0"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672F8AC7-EBA9-BF75-3CA4-4F60114FB36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4470" y="1803949"/>
              <a:ext cx="478830" cy="171311"/>
            </a:xfrm>
            <a:prstGeom prst="line">
              <a:avLst/>
            </a:prstGeom>
            <a:noFill/>
            <a:ln w="6350" cap="rnd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32000">
                    <a:schemeClr val="bg1"/>
                  </a:gs>
                </a:gsLst>
                <a:lin ang="5400000" scaled="0"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768E9575-F809-F296-E8D1-A41F8BD4D3A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4470" y="1923444"/>
              <a:ext cx="478830" cy="171311"/>
            </a:xfrm>
            <a:prstGeom prst="line">
              <a:avLst/>
            </a:prstGeom>
            <a:noFill/>
            <a:ln w="6350" cap="rnd" cmpd="sng" algn="ctr">
              <a:gradFill>
                <a:gsLst>
                  <a:gs pos="0">
                    <a:schemeClr val="bg1">
                      <a:alpha val="0"/>
                    </a:schemeClr>
                  </a:gs>
                  <a:gs pos="32000">
                    <a:schemeClr val="bg1"/>
                  </a:gs>
                </a:gsLst>
                <a:lin ang="5400000" scaled="0"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8" name="Graphic 5221">
              <a:extLst>
                <a:ext uri="{FF2B5EF4-FFF2-40B4-BE49-F238E27FC236}">
                  <a16:creationId xmlns:a16="http://schemas.microsoft.com/office/drawing/2014/main" id="{1A426489-D475-25E9-0EA9-FA1A902AFA46}"/>
                </a:ext>
              </a:extLst>
            </p:cNvPr>
            <p:cNvSpPr/>
            <p:nvPr/>
          </p:nvSpPr>
          <p:spPr>
            <a:xfrm>
              <a:off x="9992802" y="1201604"/>
              <a:ext cx="905295" cy="373222"/>
            </a:xfrm>
            <a:custGeom>
              <a:avLst/>
              <a:gdLst>
                <a:gd name="connsiteX0" fmla="*/ 0 w 905295"/>
                <a:gd name="connsiteY0" fmla="*/ 373222 h 373222"/>
                <a:gd name="connsiteX1" fmla="*/ 693105 w 905295"/>
                <a:gd name="connsiteY1" fmla="*/ 189562 h 373222"/>
                <a:gd name="connsiteX2" fmla="*/ 905296 w 905295"/>
                <a:gd name="connsiteY2" fmla="*/ 0 h 373222"/>
                <a:gd name="connsiteX3" fmla="*/ 212190 w 905295"/>
                <a:gd name="connsiteY3" fmla="*/ 183660 h 373222"/>
                <a:gd name="connsiteX4" fmla="*/ 0 w 905295"/>
                <a:gd name="connsiteY4" fmla="*/ 373222 h 37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295" h="373222">
                  <a:moveTo>
                    <a:pt x="0" y="373222"/>
                  </a:moveTo>
                  <a:lnTo>
                    <a:pt x="693105" y="189562"/>
                  </a:lnTo>
                  <a:lnTo>
                    <a:pt x="905296" y="0"/>
                  </a:lnTo>
                  <a:lnTo>
                    <a:pt x="212190" y="183660"/>
                  </a:lnTo>
                  <a:lnTo>
                    <a:pt x="0" y="373222"/>
                  </a:lnTo>
                  <a:close/>
                </a:path>
              </a:pathLst>
            </a:custGeom>
            <a:gradFill>
              <a:gsLst>
                <a:gs pos="0">
                  <a:srgbClr val="459FED">
                    <a:alpha val="52000"/>
                  </a:srgbClr>
                </a:gs>
                <a:gs pos="100000">
                  <a:srgbClr val="459FED">
                    <a:alpha val="89000"/>
                  </a:srgbClr>
                </a:gs>
              </a:gsLst>
              <a:lin ang="5400000" scaled="0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9" name="Graphic 5225">
              <a:extLst>
                <a:ext uri="{FF2B5EF4-FFF2-40B4-BE49-F238E27FC236}">
                  <a16:creationId xmlns:a16="http://schemas.microsoft.com/office/drawing/2014/main" id="{E1C0F808-0898-FDAE-2793-6E614B4E4FE2}"/>
                </a:ext>
              </a:extLst>
            </p:cNvPr>
            <p:cNvSpPr/>
            <p:nvPr/>
          </p:nvSpPr>
          <p:spPr>
            <a:xfrm>
              <a:off x="9320397" y="1215107"/>
              <a:ext cx="673885" cy="358570"/>
            </a:xfrm>
            <a:custGeom>
              <a:avLst/>
              <a:gdLst>
                <a:gd name="connsiteX0" fmla="*/ 1742123 w 1742122"/>
                <a:gd name="connsiteY0" fmla="*/ 926973 h 926972"/>
                <a:gd name="connsiteX1" fmla="*/ 508825 w 1742122"/>
                <a:gd name="connsiteY1" fmla="*/ 489014 h 926972"/>
                <a:gd name="connsiteX2" fmla="*/ 0 w 1742122"/>
                <a:gd name="connsiteY2" fmla="*/ 0 h 926972"/>
                <a:gd name="connsiteX3" fmla="*/ 1233297 w 1742122"/>
                <a:gd name="connsiteY3" fmla="*/ 437960 h 926972"/>
                <a:gd name="connsiteX4" fmla="*/ 1742123 w 1742122"/>
                <a:gd name="connsiteY4" fmla="*/ 926973 h 92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2122" h="926972">
                  <a:moveTo>
                    <a:pt x="1742123" y="926973"/>
                  </a:moveTo>
                  <a:lnTo>
                    <a:pt x="508825" y="489014"/>
                  </a:lnTo>
                  <a:lnTo>
                    <a:pt x="0" y="0"/>
                  </a:lnTo>
                  <a:lnTo>
                    <a:pt x="1233297" y="437960"/>
                  </a:lnTo>
                  <a:lnTo>
                    <a:pt x="1742123" y="926973"/>
                  </a:lnTo>
                  <a:close/>
                </a:path>
              </a:pathLst>
            </a:custGeom>
            <a:gradFill>
              <a:gsLst>
                <a:gs pos="0">
                  <a:srgbClr val="459FED">
                    <a:alpha val="52000"/>
                  </a:srgbClr>
                </a:gs>
                <a:gs pos="100000">
                  <a:srgbClr val="459FED">
                    <a:alpha val="89000"/>
                  </a:srgbClr>
                </a:gs>
              </a:gsLst>
              <a:lin ang="5400000" scaled="0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590" name="Group 589">
              <a:extLst>
                <a:ext uri="{FF2B5EF4-FFF2-40B4-BE49-F238E27FC236}">
                  <a16:creationId xmlns:a16="http://schemas.microsoft.com/office/drawing/2014/main" id="{CD9237AD-B59F-2F7D-0A30-E8D9E5C45E0C}"/>
                </a:ext>
              </a:extLst>
            </p:cNvPr>
            <p:cNvGrpSpPr/>
            <p:nvPr/>
          </p:nvGrpSpPr>
          <p:grpSpPr>
            <a:xfrm>
              <a:off x="9393222" y="435820"/>
              <a:ext cx="1630409" cy="1356995"/>
              <a:chOff x="9393222" y="435820"/>
              <a:chExt cx="1630409" cy="1356995"/>
            </a:xfrm>
          </p:grpSpPr>
          <p:sp>
            <p:nvSpPr>
              <p:cNvPr id="597" name="Oval 596">
                <a:extLst>
                  <a:ext uri="{FF2B5EF4-FFF2-40B4-BE49-F238E27FC236}">
                    <a16:creationId xmlns:a16="http://schemas.microsoft.com/office/drawing/2014/main" id="{1ABBE61D-3DEA-DCC9-B870-5D6AB76BE847}"/>
                  </a:ext>
                </a:extLst>
              </p:cNvPr>
              <p:cNvSpPr/>
              <p:nvPr/>
            </p:nvSpPr>
            <p:spPr bwMode="auto">
              <a:xfrm>
                <a:off x="10781811" y="1678127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8" name="Oval 597">
                <a:extLst>
                  <a:ext uri="{FF2B5EF4-FFF2-40B4-BE49-F238E27FC236}">
                    <a16:creationId xmlns:a16="http://schemas.microsoft.com/office/drawing/2014/main" id="{3A76F694-9D90-9A17-9BCB-CEDD5012100F}"/>
                  </a:ext>
                </a:extLst>
              </p:cNvPr>
              <p:cNvSpPr/>
              <p:nvPr/>
            </p:nvSpPr>
            <p:spPr bwMode="auto">
              <a:xfrm>
                <a:off x="10942868" y="1438316"/>
                <a:ext cx="80763" cy="80763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9" name="Oval 598">
                <a:extLst>
                  <a:ext uri="{FF2B5EF4-FFF2-40B4-BE49-F238E27FC236}">
                    <a16:creationId xmlns:a16="http://schemas.microsoft.com/office/drawing/2014/main" id="{B6F96363-1E2A-D4D0-1B9D-8B086311E26A}"/>
                  </a:ext>
                </a:extLst>
              </p:cNvPr>
              <p:cNvSpPr/>
              <p:nvPr/>
            </p:nvSpPr>
            <p:spPr bwMode="auto">
              <a:xfrm>
                <a:off x="9981422" y="1474954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Oval 599">
                <a:extLst>
                  <a:ext uri="{FF2B5EF4-FFF2-40B4-BE49-F238E27FC236}">
                    <a16:creationId xmlns:a16="http://schemas.microsoft.com/office/drawing/2014/main" id="{AF9FBDE9-8E62-BAA2-C0FF-C3D42765E15D}"/>
                  </a:ext>
                </a:extLst>
              </p:cNvPr>
              <p:cNvSpPr/>
              <p:nvPr/>
            </p:nvSpPr>
            <p:spPr bwMode="auto">
              <a:xfrm>
                <a:off x="9439612" y="1731254"/>
                <a:ext cx="61561" cy="61561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1" name="Oval 600">
                <a:extLst>
                  <a:ext uri="{FF2B5EF4-FFF2-40B4-BE49-F238E27FC236}">
                    <a16:creationId xmlns:a16="http://schemas.microsoft.com/office/drawing/2014/main" id="{CE86F027-37C0-59BF-18CE-3DF171F6A8C9}"/>
                  </a:ext>
                </a:extLst>
              </p:cNvPr>
              <p:cNvSpPr/>
              <p:nvPr/>
            </p:nvSpPr>
            <p:spPr bwMode="auto">
              <a:xfrm>
                <a:off x="10241027" y="1047079"/>
                <a:ext cx="80763" cy="80763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2" name="Oval 601">
                <a:extLst>
                  <a:ext uri="{FF2B5EF4-FFF2-40B4-BE49-F238E27FC236}">
                    <a16:creationId xmlns:a16="http://schemas.microsoft.com/office/drawing/2014/main" id="{191F4114-1BB7-66AB-B8D5-260E4D5DA174}"/>
                  </a:ext>
                </a:extLst>
              </p:cNvPr>
              <p:cNvSpPr/>
              <p:nvPr/>
            </p:nvSpPr>
            <p:spPr bwMode="auto">
              <a:xfrm>
                <a:off x="9393222" y="674796"/>
                <a:ext cx="80763" cy="80763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3" name="Oval 602">
                <a:extLst>
                  <a:ext uri="{FF2B5EF4-FFF2-40B4-BE49-F238E27FC236}">
                    <a16:creationId xmlns:a16="http://schemas.microsoft.com/office/drawing/2014/main" id="{1E21700F-AEFF-8205-3D5A-340AF425E4D1}"/>
                  </a:ext>
                </a:extLst>
              </p:cNvPr>
              <p:cNvSpPr/>
              <p:nvPr/>
            </p:nvSpPr>
            <p:spPr bwMode="auto">
              <a:xfrm>
                <a:off x="10308627" y="435820"/>
                <a:ext cx="80763" cy="80763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4" name="Oval 603">
                <a:extLst>
                  <a:ext uri="{FF2B5EF4-FFF2-40B4-BE49-F238E27FC236}">
                    <a16:creationId xmlns:a16="http://schemas.microsoft.com/office/drawing/2014/main" id="{0E13196F-2DE8-97AF-8EA0-D4A112C29555}"/>
                  </a:ext>
                </a:extLst>
              </p:cNvPr>
              <p:cNvSpPr/>
              <p:nvPr/>
            </p:nvSpPr>
            <p:spPr bwMode="auto">
              <a:xfrm>
                <a:off x="10127287" y="1599328"/>
                <a:ext cx="54570" cy="5457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5" name="Oval 604">
                <a:extLst>
                  <a:ext uri="{FF2B5EF4-FFF2-40B4-BE49-F238E27FC236}">
                    <a16:creationId xmlns:a16="http://schemas.microsoft.com/office/drawing/2014/main" id="{92D3E4F0-7B0B-6A7B-1D40-CBE4EFA5D3B0}"/>
                  </a:ext>
                </a:extLst>
              </p:cNvPr>
              <p:cNvSpPr/>
              <p:nvPr/>
            </p:nvSpPr>
            <p:spPr bwMode="auto">
              <a:xfrm>
                <a:off x="9782685" y="1273579"/>
                <a:ext cx="62250" cy="6225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Oval 605">
                <a:extLst>
                  <a:ext uri="{FF2B5EF4-FFF2-40B4-BE49-F238E27FC236}">
                    <a16:creationId xmlns:a16="http://schemas.microsoft.com/office/drawing/2014/main" id="{C46D966F-FBA9-F3AE-F1D7-3F7D1935A9BB}"/>
                  </a:ext>
                </a:extLst>
              </p:cNvPr>
              <p:cNvSpPr/>
              <p:nvPr/>
            </p:nvSpPr>
            <p:spPr bwMode="auto">
              <a:xfrm>
                <a:off x="10102001" y="1279296"/>
                <a:ext cx="46158" cy="46158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E6B95DE7-7C66-6827-4125-FFFAA60FD2FA}"/>
                </a:ext>
              </a:extLst>
            </p:cNvPr>
            <p:cNvCxnSpPr/>
            <p:nvPr/>
          </p:nvCxnSpPr>
          <p:spPr bwMode="auto">
            <a:xfrm>
              <a:off x="9996751" y="1580989"/>
              <a:ext cx="0" cy="872674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/>
                  </a:gs>
                  <a:gs pos="50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74E32B3D-A7BD-5FED-EF6B-88B3BE689342}"/>
                </a:ext>
              </a:extLst>
            </p:cNvPr>
            <p:cNvCxnSpPr/>
            <p:nvPr/>
          </p:nvCxnSpPr>
          <p:spPr bwMode="auto">
            <a:xfrm>
              <a:off x="10689299" y="1386727"/>
              <a:ext cx="0" cy="872674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/>
                  </a:gs>
                  <a:gs pos="50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C3A2991F-5A83-3225-58EE-11F6387D3790}"/>
                </a:ext>
              </a:extLst>
            </p:cNvPr>
            <p:cNvCxnSpPr/>
            <p:nvPr/>
          </p:nvCxnSpPr>
          <p:spPr bwMode="auto">
            <a:xfrm>
              <a:off x="9513618" y="1399304"/>
              <a:ext cx="0" cy="872674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/>
                  </a:gs>
                  <a:gs pos="50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94" name="Group 593">
              <a:extLst>
                <a:ext uri="{FF2B5EF4-FFF2-40B4-BE49-F238E27FC236}">
                  <a16:creationId xmlns:a16="http://schemas.microsoft.com/office/drawing/2014/main" id="{76D02F82-B863-CE48-E5B1-2805E8A30FA6}"/>
                </a:ext>
              </a:extLst>
            </p:cNvPr>
            <p:cNvGrpSpPr/>
            <p:nvPr/>
          </p:nvGrpSpPr>
          <p:grpSpPr>
            <a:xfrm>
              <a:off x="9032096" y="861305"/>
              <a:ext cx="1963220" cy="1183138"/>
              <a:chOff x="9089231" y="1606993"/>
              <a:chExt cx="1774405" cy="564345"/>
            </a:xfrm>
          </p:grpSpPr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AD336C6E-6C10-845E-C21F-4AC8E9C3A31C}"/>
                  </a:ext>
                </a:extLst>
              </p:cNvPr>
              <p:cNvSpPr/>
              <p:nvPr/>
            </p:nvSpPr>
            <p:spPr>
              <a:xfrm>
                <a:off x="9089231" y="1606993"/>
                <a:ext cx="1737972" cy="523433"/>
              </a:xfrm>
              <a:custGeom>
                <a:avLst/>
                <a:gdLst>
                  <a:gd name="connsiteX0" fmla="*/ 396350 w 1393822"/>
                  <a:gd name="connsiteY0" fmla="*/ 2129 h 419784"/>
                  <a:gd name="connsiteX1" fmla="*/ 1376349 w 1393822"/>
                  <a:gd name="connsiteY1" fmla="*/ 212158 h 419784"/>
                  <a:gd name="connsiteX2" fmla="*/ 10272 w 1393822"/>
                  <a:gd name="connsiteY2" fmla="*/ 323127 h 419784"/>
                  <a:gd name="connsiteX3" fmla="*/ 348191 w 1393822"/>
                  <a:gd name="connsiteY3" fmla="*/ 244394 h 41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3822" h="419784">
                    <a:moveTo>
                      <a:pt x="396350" y="2129"/>
                    </a:moveTo>
                    <a:cubicBezTo>
                      <a:pt x="396350" y="2129"/>
                      <a:pt x="1548161" y="-36172"/>
                      <a:pt x="1376349" y="212158"/>
                    </a:cubicBezTo>
                    <a:cubicBezTo>
                      <a:pt x="1204537" y="460516"/>
                      <a:pt x="-129720" y="471067"/>
                      <a:pt x="10272" y="323127"/>
                    </a:cubicBezTo>
                    <a:cubicBezTo>
                      <a:pt x="49597" y="281559"/>
                      <a:pt x="179979" y="255222"/>
                      <a:pt x="348191" y="244394"/>
                    </a:cubicBezTo>
                  </a:path>
                </a:pathLst>
              </a:custGeom>
              <a:noFill/>
              <a:ln w="6350" cap="flat">
                <a:solidFill>
                  <a:schemeClr val="bg1"/>
                </a:solidFill>
                <a:prstDash val="solid"/>
                <a:miter/>
                <a:headEnd type="triangle" w="sm" len="sm"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9AF3BBEB-6744-3E25-0517-045AC3BFB7E5}"/>
                  </a:ext>
                </a:extLst>
              </p:cNvPr>
              <p:cNvSpPr/>
              <p:nvPr/>
            </p:nvSpPr>
            <p:spPr>
              <a:xfrm>
                <a:off x="9617838" y="1911108"/>
                <a:ext cx="1245798" cy="260230"/>
              </a:xfrm>
              <a:custGeom>
                <a:avLst/>
                <a:gdLst>
                  <a:gd name="connsiteX0" fmla="*/ 0 w 999107"/>
                  <a:gd name="connsiteY0" fmla="*/ 208700 h 208700"/>
                  <a:gd name="connsiteX1" fmla="*/ 999107 w 999107"/>
                  <a:gd name="connsiteY1" fmla="*/ 0 h 208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99107" h="208700">
                    <a:moveTo>
                      <a:pt x="0" y="208700"/>
                    </a:moveTo>
                    <a:cubicBezTo>
                      <a:pt x="0" y="208700"/>
                      <a:pt x="736072" y="210029"/>
                      <a:pt x="999107" y="0"/>
                    </a:cubicBezTo>
                  </a:path>
                </a:pathLst>
              </a:custGeom>
              <a:noFill/>
              <a:ln w="19050" cap="rnd">
                <a:solidFill>
                  <a:schemeClr val="bg1"/>
                </a:solidFill>
                <a:prstDash val="sysDot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4392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01E7D-7A2E-A9F5-2158-0F3E4B8B3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QUI SAC – Lec Tuspellentesqu?: </a:t>
            </a:r>
            <a:r>
              <a:rPr lang="en-US" b="0">
                <a:latin typeface="Arial"/>
                <a:cs typeface="Arial"/>
              </a:rPr>
              <a:t>Einip’s </a:t>
            </a:r>
            <a:r>
              <a:rPr lang="en-IN" sz="1800" b="0">
                <a:latin typeface="Arial" panose="020B0604020202020204" pitchFamily="34" charset="0"/>
              </a:rPr>
              <a:t>umidorcipor tadapibusviva</a:t>
            </a:r>
            <a:r>
              <a:rPr lang="en-IN" sz="1800" b="0" spc="-120">
                <a:latin typeface="Arial" panose="020B0604020202020204" pitchFamily="34" charset="0"/>
              </a:rPr>
              <a:t> </a:t>
            </a:r>
            <a:r>
              <a:rPr lang="en-IN" sz="1800" b="0">
                <a:latin typeface="Arial" panose="020B0604020202020204" pitchFamily="34" charset="0"/>
              </a:rPr>
              <a:t>mus suscipit </a:t>
            </a:r>
            <a:r>
              <a:rPr lang="en-IN" sz="1800" b="0" spc="-5">
                <a:latin typeface="Arial" panose="020B0604020202020204" pitchFamily="34" charset="0"/>
              </a:rPr>
              <a:t>tortor, ege ‘Tfel-is-Portt’ itorvolutpatc </a:t>
            </a:r>
            <a:r>
              <a:rPr lang="en-IN" sz="1800" b="0">
                <a:latin typeface="Arial" panose="020B0604020202020204" pitchFamily="34" charset="0"/>
              </a:rPr>
              <a:t>ras </a:t>
            </a:r>
            <a:r>
              <a:rPr lang="en-IN" sz="1800" b="0" spc="-5">
                <a:latin typeface="Arial" panose="020B0604020202020204" pitchFamily="34" charset="0"/>
              </a:rPr>
              <a:t>ultric iesligul</a:t>
            </a:r>
            <a:r>
              <a:rPr lang="en-IN" sz="1800" b="0" spc="-215">
                <a:latin typeface="Arial" panose="020B0604020202020204" pitchFamily="34" charset="0"/>
              </a:rPr>
              <a:t> </a:t>
            </a:r>
            <a:r>
              <a:rPr lang="en-IN" sz="1800" b="0">
                <a:latin typeface="Arial" panose="020B0604020202020204" pitchFamily="34" charset="0"/>
              </a:rPr>
              <a:t>asedmagnad</a:t>
            </a:r>
            <a:endParaRPr lang="en-GB"/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F981B817-FFC5-F702-A6D1-884D42330FA2}"/>
              </a:ext>
            </a:extLst>
          </p:cNvPr>
          <p:cNvSpPr/>
          <p:nvPr/>
        </p:nvSpPr>
        <p:spPr>
          <a:xfrm>
            <a:off x="112322" y="991684"/>
            <a:ext cx="11969496" cy="2359152"/>
          </a:xfrm>
          <a:custGeom>
            <a:avLst/>
            <a:gdLst>
              <a:gd name="connsiteX0" fmla="*/ 5943601 w 5985570"/>
              <a:gd name="connsiteY0" fmla="*/ 0 h 1193164"/>
              <a:gd name="connsiteX1" fmla="*/ 43180 w 5985570"/>
              <a:gd name="connsiteY1" fmla="*/ 0 h 1193164"/>
              <a:gd name="connsiteX2" fmla="*/ 0 w 5985570"/>
              <a:gd name="connsiteY2" fmla="*/ 43180 h 1193164"/>
              <a:gd name="connsiteX3" fmla="*/ 0 w 5985570"/>
              <a:gd name="connsiteY3" fmla="*/ 863600 h 1193164"/>
              <a:gd name="connsiteX4" fmla="*/ 0 w 5985570"/>
              <a:gd name="connsiteY4" fmla="*/ 1160145 h 1193164"/>
              <a:gd name="connsiteX5" fmla="*/ 0 w 5985570"/>
              <a:gd name="connsiteY5" fmla="*/ 1164590 h 1193164"/>
              <a:gd name="connsiteX6" fmla="*/ 28575 w 5985570"/>
              <a:gd name="connsiteY6" fmla="*/ 1193165 h 1193164"/>
              <a:gd name="connsiteX7" fmla="*/ 38735 w 5985570"/>
              <a:gd name="connsiteY7" fmla="*/ 1193165 h 1193164"/>
              <a:gd name="connsiteX8" fmla="*/ 353695 w 5985570"/>
              <a:gd name="connsiteY8" fmla="*/ 1193165 h 1193164"/>
              <a:gd name="connsiteX9" fmla="*/ 1316990 w 5985570"/>
              <a:gd name="connsiteY9" fmla="*/ 1193165 h 1193164"/>
              <a:gd name="connsiteX10" fmla="*/ 1607820 w 5985570"/>
              <a:gd name="connsiteY10" fmla="*/ 1193165 h 1193164"/>
              <a:gd name="connsiteX11" fmla="*/ 1642110 w 5985570"/>
              <a:gd name="connsiteY11" fmla="*/ 1193165 h 1193164"/>
              <a:gd name="connsiteX12" fmla="*/ 1670685 w 5985570"/>
              <a:gd name="connsiteY12" fmla="*/ 1164590 h 1193164"/>
              <a:gd name="connsiteX13" fmla="*/ 1670685 w 5985570"/>
              <a:gd name="connsiteY13" fmla="*/ 1152525 h 1193164"/>
              <a:gd name="connsiteX14" fmla="*/ 1784985 w 5985570"/>
              <a:gd name="connsiteY14" fmla="*/ 1054100 h 1193164"/>
              <a:gd name="connsiteX15" fmla="*/ 3051810 w 5985570"/>
              <a:gd name="connsiteY15" fmla="*/ 1054100 h 1193164"/>
              <a:gd name="connsiteX16" fmla="*/ 3311525 w 5985570"/>
              <a:gd name="connsiteY16" fmla="*/ 1054100 h 1193164"/>
              <a:gd name="connsiteX17" fmla="*/ 3374390 w 5985570"/>
              <a:gd name="connsiteY17" fmla="*/ 1054100 h 1193164"/>
              <a:gd name="connsiteX18" fmla="*/ 3402965 w 5985570"/>
              <a:gd name="connsiteY18" fmla="*/ 1025525 h 1193164"/>
              <a:gd name="connsiteX19" fmla="*/ 3402965 w 5985570"/>
              <a:gd name="connsiteY19" fmla="*/ 1006475 h 1193164"/>
              <a:gd name="connsiteX20" fmla="*/ 3506470 w 5985570"/>
              <a:gd name="connsiteY20" fmla="*/ 915035 h 1193164"/>
              <a:gd name="connsiteX21" fmla="*/ 5632451 w 5985570"/>
              <a:gd name="connsiteY21" fmla="*/ 915035 h 1193164"/>
              <a:gd name="connsiteX22" fmla="*/ 5928360 w 5985570"/>
              <a:gd name="connsiteY22" fmla="*/ 915035 h 1193164"/>
              <a:gd name="connsiteX23" fmla="*/ 5956935 w 5985570"/>
              <a:gd name="connsiteY23" fmla="*/ 915035 h 1193164"/>
              <a:gd name="connsiteX24" fmla="*/ 5985510 w 5985570"/>
              <a:gd name="connsiteY24" fmla="*/ 886460 h 1193164"/>
              <a:gd name="connsiteX25" fmla="*/ 5985510 w 5985570"/>
              <a:gd name="connsiteY25" fmla="*/ 875030 h 1193164"/>
              <a:gd name="connsiteX26" fmla="*/ 5985510 w 5985570"/>
              <a:gd name="connsiteY26" fmla="*/ 584835 h 1193164"/>
              <a:gd name="connsiteX27" fmla="*/ 5985510 w 5985570"/>
              <a:gd name="connsiteY27" fmla="*/ 43815 h 1193164"/>
              <a:gd name="connsiteX28" fmla="*/ 5943601 w 5985570"/>
              <a:gd name="connsiteY28" fmla="*/ 0 h 119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985570" h="1193164">
                <a:moveTo>
                  <a:pt x="5943601" y="0"/>
                </a:moveTo>
                <a:lnTo>
                  <a:pt x="43180" y="0"/>
                </a:lnTo>
                <a:cubicBezTo>
                  <a:pt x="19685" y="0"/>
                  <a:pt x="0" y="19050"/>
                  <a:pt x="0" y="43180"/>
                </a:cubicBezTo>
                <a:lnTo>
                  <a:pt x="0" y="863600"/>
                </a:lnTo>
                <a:lnTo>
                  <a:pt x="0" y="1160145"/>
                </a:lnTo>
                <a:lnTo>
                  <a:pt x="0" y="1164590"/>
                </a:lnTo>
                <a:cubicBezTo>
                  <a:pt x="0" y="1180465"/>
                  <a:pt x="12700" y="1193165"/>
                  <a:pt x="28575" y="1193165"/>
                </a:cubicBezTo>
                <a:lnTo>
                  <a:pt x="38735" y="1193165"/>
                </a:lnTo>
                <a:lnTo>
                  <a:pt x="353695" y="1193165"/>
                </a:lnTo>
                <a:lnTo>
                  <a:pt x="1316990" y="1193165"/>
                </a:lnTo>
                <a:lnTo>
                  <a:pt x="1607820" y="1193165"/>
                </a:lnTo>
                <a:lnTo>
                  <a:pt x="1642110" y="1193165"/>
                </a:lnTo>
                <a:cubicBezTo>
                  <a:pt x="1657985" y="1193165"/>
                  <a:pt x="1670685" y="1180465"/>
                  <a:pt x="1670685" y="1164590"/>
                </a:cubicBezTo>
                <a:lnTo>
                  <a:pt x="1670685" y="1152525"/>
                </a:lnTo>
                <a:cubicBezTo>
                  <a:pt x="1678940" y="1096645"/>
                  <a:pt x="1727200" y="1054100"/>
                  <a:pt x="1784985" y="1054100"/>
                </a:cubicBezTo>
                <a:lnTo>
                  <a:pt x="3051810" y="1054100"/>
                </a:lnTo>
                <a:lnTo>
                  <a:pt x="3311525" y="1054100"/>
                </a:lnTo>
                <a:lnTo>
                  <a:pt x="3374390" y="1054100"/>
                </a:lnTo>
                <a:cubicBezTo>
                  <a:pt x="3390265" y="1054100"/>
                  <a:pt x="3402965" y="1041400"/>
                  <a:pt x="3402965" y="1025525"/>
                </a:cubicBezTo>
                <a:lnTo>
                  <a:pt x="3402965" y="1006475"/>
                </a:lnTo>
                <a:cubicBezTo>
                  <a:pt x="3409315" y="955040"/>
                  <a:pt x="3453130" y="915035"/>
                  <a:pt x="3506470" y="915035"/>
                </a:cubicBezTo>
                <a:lnTo>
                  <a:pt x="5632451" y="915035"/>
                </a:lnTo>
                <a:lnTo>
                  <a:pt x="5928360" y="915035"/>
                </a:lnTo>
                <a:lnTo>
                  <a:pt x="5956935" y="915035"/>
                </a:lnTo>
                <a:cubicBezTo>
                  <a:pt x="5972810" y="915035"/>
                  <a:pt x="5985510" y="902335"/>
                  <a:pt x="5985510" y="886460"/>
                </a:cubicBezTo>
                <a:lnTo>
                  <a:pt x="5985510" y="875030"/>
                </a:lnTo>
                <a:lnTo>
                  <a:pt x="5985510" y="584835"/>
                </a:lnTo>
                <a:lnTo>
                  <a:pt x="5985510" y="43815"/>
                </a:lnTo>
                <a:cubicBezTo>
                  <a:pt x="5986780" y="19050"/>
                  <a:pt x="5967730" y="0"/>
                  <a:pt x="5943601" y="0"/>
                </a:cubicBezTo>
                <a:close/>
              </a:path>
            </a:pathLst>
          </a:custGeom>
          <a:gradFill>
            <a:gsLst>
              <a:gs pos="34000">
                <a:srgbClr val="CDE1F0"/>
              </a:gs>
              <a:gs pos="45000">
                <a:srgbClr val="C7D8E3"/>
              </a:gs>
            </a:gsLst>
            <a:lin ang="0" scaled="0"/>
          </a:gra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3993FC-670A-E840-4B22-C0665EDE0DF8}"/>
              </a:ext>
            </a:extLst>
          </p:cNvPr>
          <p:cNvSpPr/>
          <p:nvPr/>
        </p:nvSpPr>
        <p:spPr bwMode="auto">
          <a:xfrm>
            <a:off x="112322" y="991684"/>
            <a:ext cx="3291840" cy="2356194"/>
          </a:xfrm>
          <a:prstGeom prst="roundRect">
            <a:avLst>
              <a:gd name="adj" fmla="val 2626"/>
            </a:avLst>
          </a:prstGeom>
          <a:gradFill>
            <a:gsLst>
              <a:gs pos="100000">
                <a:srgbClr val="CDE1F0"/>
              </a:gs>
              <a:gs pos="49000">
                <a:srgbClr val="BFCDD7"/>
              </a:gs>
            </a:gsLst>
            <a:lin ang="0" scaled="0"/>
          </a:gradFill>
          <a:ln w="6350" cmpd="sng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solidFill>
                <a:srgbClr val="FFFFFF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2239F6-C59F-1C4B-9B3A-B9E050048461}"/>
              </a:ext>
            </a:extLst>
          </p:cNvPr>
          <p:cNvSpPr/>
          <p:nvPr/>
        </p:nvSpPr>
        <p:spPr bwMode="auto">
          <a:xfrm flipH="1">
            <a:off x="3566722" y="991685"/>
            <a:ext cx="3291840" cy="2076636"/>
          </a:xfrm>
          <a:prstGeom prst="roundRect">
            <a:avLst>
              <a:gd name="adj" fmla="val 2626"/>
            </a:avLst>
          </a:prstGeom>
          <a:gradFill>
            <a:gsLst>
              <a:gs pos="0">
                <a:srgbClr val="C7D7E2"/>
              </a:gs>
              <a:gs pos="23000">
                <a:srgbClr val="CDE2F1"/>
              </a:gs>
              <a:gs pos="100000">
                <a:srgbClr val="CDE1F0"/>
              </a:gs>
            </a:gsLst>
            <a:lin ang="0" scaled="0"/>
          </a:gradFill>
          <a:ln w="6350" cmpd="sng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solidFill>
                <a:srgbClr val="FFFFFF"/>
              </a:solidFill>
              <a:latin typeface="Arial" panose="020B0604020202020204" pitchFamily="34" charset="0"/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C99A3A3-B391-E7AD-DD74-1742FF895118}"/>
              </a:ext>
            </a:extLst>
          </p:cNvPr>
          <p:cNvGrpSpPr/>
          <p:nvPr/>
        </p:nvGrpSpPr>
        <p:grpSpPr>
          <a:xfrm>
            <a:off x="3787195" y="1792348"/>
            <a:ext cx="2704451" cy="1081029"/>
            <a:chOff x="3787195" y="1792348"/>
            <a:chExt cx="2704451" cy="108102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BD4BCE-AC63-EFDD-EFD8-C77FB16D5E55}"/>
                </a:ext>
              </a:extLst>
            </p:cNvPr>
            <p:cNvSpPr/>
            <p:nvPr/>
          </p:nvSpPr>
          <p:spPr>
            <a:xfrm>
              <a:off x="4023981" y="2246083"/>
              <a:ext cx="84299" cy="159922"/>
            </a:xfrm>
            <a:custGeom>
              <a:avLst/>
              <a:gdLst>
                <a:gd name="connsiteX0" fmla="*/ 55245 w 64769"/>
                <a:gd name="connsiteY0" fmla="*/ 122873 h 122872"/>
                <a:gd name="connsiteX1" fmla="*/ 48577 w 64769"/>
                <a:gd name="connsiteY1" fmla="*/ 120015 h 122872"/>
                <a:gd name="connsiteX2" fmla="*/ 13335 w 64769"/>
                <a:gd name="connsiteY2" fmla="*/ 84773 h 122872"/>
                <a:gd name="connsiteX3" fmla="*/ 9525 w 64769"/>
                <a:gd name="connsiteY3" fmla="*/ 63818 h 122872"/>
                <a:gd name="connsiteX4" fmla="*/ 27623 w 64769"/>
                <a:gd name="connsiteY4" fmla="*/ 52388 h 122872"/>
                <a:gd name="connsiteX5" fmla="*/ 37148 w 64769"/>
                <a:gd name="connsiteY5" fmla="*/ 52388 h 122872"/>
                <a:gd name="connsiteX6" fmla="*/ 38100 w 64769"/>
                <a:gd name="connsiteY6" fmla="*/ 52388 h 122872"/>
                <a:gd name="connsiteX7" fmla="*/ 38100 w 64769"/>
                <a:gd name="connsiteY7" fmla="*/ 51435 h 122872"/>
                <a:gd name="connsiteX8" fmla="*/ 2857 w 64769"/>
                <a:gd name="connsiteY8" fmla="*/ 16193 h 122872"/>
                <a:gd name="connsiteX9" fmla="*/ 2857 w 64769"/>
                <a:gd name="connsiteY9" fmla="*/ 2858 h 122872"/>
                <a:gd name="connsiteX10" fmla="*/ 16192 w 64769"/>
                <a:gd name="connsiteY10" fmla="*/ 2858 h 122872"/>
                <a:gd name="connsiteX11" fmla="*/ 51435 w 64769"/>
                <a:gd name="connsiteY11" fmla="*/ 38100 h 122872"/>
                <a:gd name="connsiteX12" fmla="*/ 55245 w 64769"/>
                <a:gd name="connsiteY12" fmla="*/ 59055 h 122872"/>
                <a:gd name="connsiteX13" fmla="*/ 37148 w 64769"/>
                <a:gd name="connsiteY13" fmla="*/ 70485 h 122872"/>
                <a:gd name="connsiteX14" fmla="*/ 27623 w 64769"/>
                <a:gd name="connsiteY14" fmla="*/ 70485 h 122872"/>
                <a:gd name="connsiteX15" fmla="*/ 26670 w 64769"/>
                <a:gd name="connsiteY15" fmla="*/ 70485 h 122872"/>
                <a:gd name="connsiteX16" fmla="*/ 26670 w 64769"/>
                <a:gd name="connsiteY16" fmla="*/ 71438 h 122872"/>
                <a:gd name="connsiteX17" fmla="*/ 61912 w 64769"/>
                <a:gd name="connsiteY17" fmla="*/ 106680 h 122872"/>
                <a:gd name="connsiteX18" fmla="*/ 61912 w 64769"/>
                <a:gd name="connsiteY18" fmla="*/ 120015 h 122872"/>
                <a:gd name="connsiteX19" fmla="*/ 55245 w 64769"/>
                <a:gd name="connsiteY19" fmla="*/ 122873 h 12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769" h="122872">
                  <a:moveTo>
                    <a:pt x="55245" y="122873"/>
                  </a:moveTo>
                  <a:cubicBezTo>
                    <a:pt x="52387" y="122873"/>
                    <a:pt x="50482" y="121920"/>
                    <a:pt x="48577" y="120015"/>
                  </a:cubicBezTo>
                  <a:lnTo>
                    <a:pt x="13335" y="84773"/>
                  </a:lnTo>
                  <a:cubicBezTo>
                    <a:pt x="7620" y="79058"/>
                    <a:pt x="5715" y="71438"/>
                    <a:pt x="9525" y="63818"/>
                  </a:cubicBezTo>
                  <a:cubicBezTo>
                    <a:pt x="12382" y="56197"/>
                    <a:pt x="19050" y="52388"/>
                    <a:pt x="27623" y="52388"/>
                  </a:cubicBezTo>
                  <a:lnTo>
                    <a:pt x="37148" y="52388"/>
                  </a:lnTo>
                  <a:cubicBezTo>
                    <a:pt x="37148" y="52388"/>
                    <a:pt x="37148" y="52388"/>
                    <a:pt x="38100" y="52388"/>
                  </a:cubicBezTo>
                  <a:cubicBezTo>
                    <a:pt x="38100" y="52388"/>
                    <a:pt x="38100" y="52388"/>
                    <a:pt x="38100" y="51435"/>
                  </a:cubicBezTo>
                  <a:lnTo>
                    <a:pt x="2857" y="16193"/>
                  </a:lnTo>
                  <a:cubicBezTo>
                    <a:pt x="-952" y="12383"/>
                    <a:pt x="-952" y="6668"/>
                    <a:pt x="2857" y="2858"/>
                  </a:cubicBezTo>
                  <a:cubicBezTo>
                    <a:pt x="6667" y="-953"/>
                    <a:pt x="12382" y="-953"/>
                    <a:pt x="16192" y="2858"/>
                  </a:cubicBezTo>
                  <a:lnTo>
                    <a:pt x="51435" y="38100"/>
                  </a:lnTo>
                  <a:cubicBezTo>
                    <a:pt x="57150" y="43815"/>
                    <a:pt x="59055" y="51435"/>
                    <a:pt x="55245" y="59055"/>
                  </a:cubicBezTo>
                  <a:cubicBezTo>
                    <a:pt x="52387" y="66675"/>
                    <a:pt x="45720" y="70485"/>
                    <a:pt x="37148" y="70485"/>
                  </a:cubicBezTo>
                  <a:lnTo>
                    <a:pt x="27623" y="70485"/>
                  </a:lnTo>
                  <a:cubicBezTo>
                    <a:pt x="27623" y="70485"/>
                    <a:pt x="27623" y="70485"/>
                    <a:pt x="26670" y="70485"/>
                  </a:cubicBezTo>
                  <a:cubicBezTo>
                    <a:pt x="26670" y="70485"/>
                    <a:pt x="26670" y="70485"/>
                    <a:pt x="26670" y="71438"/>
                  </a:cubicBezTo>
                  <a:lnTo>
                    <a:pt x="61912" y="106680"/>
                  </a:lnTo>
                  <a:cubicBezTo>
                    <a:pt x="65723" y="110490"/>
                    <a:pt x="65723" y="116205"/>
                    <a:pt x="61912" y="120015"/>
                  </a:cubicBezTo>
                  <a:cubicBezTo>
                    <a:pt x="60007" y="121920"/>
                    <a:pt x="57150" y="122873"/>
                    <a:pt x="55245" y="12287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305426E-E185-BFDE-B12B-6CBBAC39521B}"/>
                </a:ext>
              </a:extLst>
            </p:cNvPr>
            <p:cNvSpPr/>
            <p:nvPr/>
          </p:nvSpPr>
          <p:spPr>
            <a:xfrm>
              <a:off x="4104562" y="2257240"/>
              <a:ext cx="79340" cy="148764"/>
            </a:xfrm>
            <a:custGeom>
              <a:avLst/>
              <a:gdLst>
                <a:gd name="connsiteX0" fmla="*/ 51435 w 60959"/>
                <a:gd name="connsiteY0" fmla="*/ 114300 h 114299"/>
                <a:gd name="connsiteX1" fmla="*/ 44767 w 60959"/>
                <a:gd name="connsiteY1" fmla="*/ 111443 h 114299"/>
                <a:gd name="connsiteX2" fmla="*/ 12382 w 60959"/>
                <a:gd name="connsiteY2" fmla="*/ 79058 h 114299"/>
                <a:gd name="connsiteX3" fmla="*/ 8573 w 60959"/>
                <a:gd name="connsiteY3" fmla="*/ 59055 h 114299"/>
                <a:gd name="connsiteX4" fmla="*/ 25717 w 60959"/>
                <a:gd name="connsiteY4" fmla="*/ 47625 h 114299"/>
                <a:gd name="connsiteX5" fmla="*/ 34290 w 60959"/>
                <a:gd name="connsiteY5" fmla="*/ 47625 h 114299"/>
                <a:gd name="connsiteX6" fmla="*/ 2857 w 60959"/>
                <a:gd name="connsiteY6" fmla="*/ 16193 h 114299"/>
                <a:gd name="connsiteX7" fmla="*/ 2857 w 60959"/>
                <a:gd name="connsiteY7" fmla="*/ 2858 h 114299"/>
                <a:gd name="connsiteX8" fmla="*/ 16192 w 60959"/>
                <a:gd name="connsiteY8" fmla="*/ 2858 h 114299"/>
                <a:gd name="connsiteX9" fmla="*/ 48577 w 60959"/>
                <a:gd name="connsiteY9" fmla="*/ 35243 h 114299"/>
                <a:gd name="connsiteX10" fmla="*/ 52387 w 60959"/>
                <a:gd name="connsiteY10" fmla="*/ 55245 h 114299"/>
                <a:gd name="connsiteX11" fmla="*/ 35242 w 60959"/>
                <a:gd name="connsiteY11" fmla="*/ 66675 h 114299"/>
                <a:gd name="connsiteX12" fmla="*/ 25717 w 60959"/>
                <a:gd name="connsiteY12" fmla="*/ 66675 h 114299"/>
                <a:gd name="connsiteX13" fmla="*/ 58102 w 60959"/>
                <a:gd name="connsiteY13" fmla="*/ 99060 h 114299"/>
                <a:gd name="connsiteX14" fmla="*/ 58102 w 60959"/>
                <a:gd name="connsiteY14" fmla="*/ 112395 h 114299"/>
                <a:gd name="connsiteX15" fmla="*/ 51435 w 60959"/>
                <a:gd name="connsiteY15" fmla="*/ 114300 h 114299"/>
                <a:gd name="connsiteX16" fmla="*/ 33337 w 60959"/>
                <a:gd name="connsiteY16" fmla="*/ 47625 h 114299"/>
                <a:gd name="connsiteX17" fmla="*/ 33337 w 60959"/>
                <a:gd name="connsiteY17" fmla="*/ 47625 h 114299"/>
                <a:gd name="connsiteX18" fmla="*/ 33337 w 60959"/>
                <a:gd name="connsiteY18" fmla="*/ 47625 h 1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0959" h="114299">
                  <a:moveTo>
                    <a:pt x="51435" y="114300"/>
                  </a:moveTo>
                  <a:cubicBezTo>
                    <a:pt x="48577" y="114300"/>
                    <a:pt x="46673" y="113348"/>
                    <a:pt x="44767" y="111443"/>
                  </a:cubicBezTo>
                  <a:lnTo>
                    <a:pt x="12382" y="79058"/>
                  </a:lnTo>
                  <a:cubicBezTo>
                    <a:pt x="6667" y="73343"/>
                    <a:pt x="5715" y="65723"/>
                    <a:pt x="8573" y="59055"/>
                  </a:cubicBezTo>
                  <a:cubicBezTo>
                    <a:pt x="11430" y="52387"/>
                    <a:pt x="18098" y="47625"/>
                    <a:pt x="25717" y="47625"/>
                  </a:cubicBezTo>
                  <a:lnTo>
                    <a:pt x="34290" y="47625"/>
                  </a:lnTo>
                  <a:lnTo>
                    <a:pt x="2857" y="16193"/>
                  </a:lnTo>
                  <a:cubicBezTo>
                    <a:pt x="-952" y="12383"/>
                    <a:pt x="-952" y="6668"/>
                    <a:pt x="2857" y="2858"/>
                  </a:cubicBezTo>
                  <a:cubicBezTo>
                    <a:pt x="6667" y="-953"/>
                    <a:pt x="12382" y="-953"/>
                    <a:pt x="16192" y="2858"/>
                  </a:cubicBezTo>
                  <a:lnTo>
                    <a:pt x="48577" y="35243"/>
                  </a:lnTo>
                  <a:cubicBezTo>
                    <a:pt x="54292" y="40958"/>
                    <a:pt x="55245" y="48578"/>
                    <a:pt x="52387" y="55245"/>
                  </a:cubicBezTo>
                  <a:cubicBezTo>
                    <a:pt x="49530" y="61912"/>
                    <a:pt x="42862" y="66675"/>
                    <a:pt x="35242" y="66675"/>
                  </a:cubicBezTo>
                  <a:lnTo>
                    <a:pt x="25717" y="66675"/>
                  </a:lnTo>
                  <a:lnTo>
                    <a:pt x="58102" y="99060"/>
                  </a:lnTo>
                  <a:cubicBezTo>
                    <a:pt x="61912" y="102870"/>
                    <a:pt x="61912" y="108585"/>
                    <a:pt x="58102" y="112395"/>
                  </a:cubicBezTo>
                  <a:cubicBezTo>
                    <a:pt x="56198" y="113348"/>
                    <a:pt x="53340" y="114300"/>
                    <a:pt x="51435" y="114300"/>
                  </a:cubicBezTo>
                  <a:close/>
                  <a:moveTo>
                    <a:pt x="33337" y="47625"/>
                  </a:moveTo>
                  <a:lnTo>
                    <a:pt x="33337" y="47625"/>
                  </a:lnTo>
                  <a:lnTo>
                    <a:pt x="33337" y="4762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B79B75E-353F-8EC8-5BFE-5DB7134A1BA1}"/>
                </a:ext>
              </a:extLst>
            </p:cNvPr>
            <p:cNvGrpSpPr/>
            <p:nvPr/>
          </p:nvGrpSpPr>
          <p:grpSpPr>
            <a:xfrm>
              <a:off x="3878934" y="2487827"/>
              <a:ext cx="489687" cy="385550"/>
              <a:chOff x="3878934" y="2487827"/>
              <a:chExt cx="489687" cy="385550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1FD9521E-8AAA-509D-E51A-0F6726E54A50}"/>
                  </a:ext>
                </a:extLst>
              </p:cNvPr>
              <p:cNvSpPr/>
              <p:nvPr/>
            </p:nvSpPr>
            <p:spPr>
              <a:xfrm>
                <a:off x="3995467" y="2487827"/>
                <a:ext cx="316173" cy="348359"/>
              </a:xfrm>
              <a:custGeom>
                <a:avLst/>
                <a:gdLst>
                  <a:gd name="connsiteX0" fmla="*/ 204788 w 242923"/>
                  <a:gd name="connsiteY0" fmla="*/ 267652 h 267652"/>
                  <a:gd name="connsiteX1" fmla="*/ 39053 w 242923"/>
                  <a:gd name="connsiteY1" fmla="*/ 267652 h 267652"/>
                  <a:gd name="connsiteX2" fmla="*/ 0 w 242923"/>
                  <a:gd name="connsiteY2" fmla="*/ 228600 h 267652"/>
                  <a:gd name="connsiteX3" fmla="*/ 0 w 242923"/>
                  <a:gd name="connsiteY3" fmla="*/ 13335 h 267652"/>
                  <a:gd name="connsiteX4" fmla="*/ 13335 w 242923"/>
                  <a:gd name="connsiteY4" fmla="*/ 0 h 267652"/>
                  <a:gd name="connsiteX5" fmla="*/ 229553 w 242923"/>
                  <a:gd name="connsiteY5" fmla="*/ 0 h 267652"/>
                  <a:gd name="connsiteX6" fmla="*/ 242888 w 242923"/>
                  <a:gd name="connsiteY6" fmla="*/ 13335 h 267652"/>
                  <a:gd name="connsiteX7" fmla="*/ 242888 w 242923"/>
                  <a:gd name="connsiteY7" fmla="*/ 228600 h 267652"/>
                  <a:gd name="connsiteX8" fmla="*/ 204788 w 242923"/>
                  <a:gd name="connsiteY8" fmla="*/ 267652 h 267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2923" h="267652">
                    <a:moveTo>
                      <a:pt x="204788" y="267652"/>
                    </a:moveTo>
                    <a:lnTo>
                      <a:pt x="39053" y="267652"/>
                    </a:lnTo>
                    <a:cubicBezTo>
                      <a:pt x="18097" y="267652"/>
                      <a:pt x="0" y="250508"/>
                      <a:pt x="0" y="228600"/>
                    </a:cubicBezTo>
                    <a:lnTo>
                      <a:pt x="0" y="13335"/>
                    </a:lnTo>
                    <a:cubicBezTo>
                      <a:pt x="0" y="5715"/>
                      <a:pt x="5715" y="0"/>
                      <a:pt x="13335" y="0"/>
                    </a:cubicBezTo>
                    <a:lnTo>
                      <a:pt x="229553" y="0"/>
                    </a:lnTo>
                    <a:cubicBezTo>
                      <a:pt x="237172" y="0"/>
                      <a:pt x="242888" y="5715"/>
                      <a:pt x="242888" y="13335"/>
                    </a:cubicBezTo>
                    <a:lnTo>
                      <a:pt x="242888" y="228600"/>
                    </a:lnTo>
                    <a:cubicBezTo>
                      <a:pt x="243840" y="250508"/>
                      <a:pt x="225743" y="267652"/>
                      <a:pt x="204788" y="267652"/>
                    </a:cubicBezTo>
                    <a:close/>
                  </a:path>
                </a:pathLst>
              </a:custGeom>
              <a:solidFill>
                <a:srgbClr val="7B9EBB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70D3DF1-FC40-B79F-BE35-449D29144FC8}"/>
                  </a:ext>
                </a:extLst>
              </p:cNvPr>
              <p:cNvSpPr/>
              <p:nvPr/>
            </p:nvSpPr>
            <p:spPr>
              <a:xfrm>
                <a:off x="4187623" y="2512622"/>
                <a:ext cx="100416" cy="298770"/>
              </a:xfrm>
              <a:custGeom>
                <a:avLst/>
                <a:gdLst>
                  <a:gd name="connsiteX0" fmla="*/ 20003 w 77152"/>
                  <a:gd name="connsiteY0" fmla="*/ 0 h 229552"/>
                  <a:gd name="connsiteX1" fmla="*/ 20003 w 77152"/>
                  <a:gd name="connsiteY1" fmla="*/ 209550 h 229552"/>
                  <a:gd name="connsiteX2" fmla="*/ 0 w 77152"/>
                  <a:gd name="connsiteY2" fmla="*/ 229552 h 229552"/>
                  <a:gd name="connsiteX3" fmla="*/ 57150 w 77152"/>
                  <a:gd name="connsiteY3" fmla="*/ 229552 h 229552"/>
                  <a:gd name="connsiteX4" fmla="*/ 77153 w 77152"/>
                  <a:gd name="connsiteY4" fmla="*/ 209550 h 229552"/>
                  <a:gd name="connsiteX5" fmla="*/ 77153 w 77152"/>
                  <a:gd name="connsiteY5" fmla="*/ 0 h 229552"/>
                  <a:gd name="connsiteX6" fmla="*/ 20003 w 77152"/>
                  <a:gd name="connsiteY6" fmla="*/ 0 h 229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7152" h="229552">
                    <a:moveTo>
                      <a:pt x="20003" y="0"/>
                    </a:moveTo>
                    <a:lnTo>
                      <a:pt x="20003" y="209550"/>
                    </a:lnTo>
                    <a:cubicBezTo>
                      <a:pt x="20003" y="220980"/>
                      <a:pt x="11430" y="229552"/>
                      <a:pt x="0" y="229552"/>
                    </a:cubicBezTo>
                    <a:lnTo>
                      <a:pt x="57150" y="229552"/>
                    </a:lnTo>
                    <a:cubicBezTo>
                      <a:pt x="68580" y="229552"/>
                      <a:pt x="77153" y="220980"/>
                      <a:pt x="77153" y="209550"/>
                    </a:cubicBezTo>
                    <a:lnTo>
                      <a:pt x="77153" y="0"/>
                    </a:lnTo>
                    <a:lnTo>
                      <a:pt x="20003" y="0"/>
                    </a:lnTo>
                    <a:close/>
                  </a:path>
                </a:pathLst>
              </a:custGeom>
              <a:solidFill>
                <a:srgbClr val="C4CCD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6EB489F-62C1-C013-2EDD-9E7B75DFDCEA}"/>
                  </a:ext>
                </a:extLst>
              </p:cNvPr>
              <p:cNvSpPr/>
              <p:nvPr/>
            </p:nvSpPr>
            <p:spPr>
              <a:xfrm>
                <a:off x="3935961" y="2836186"/>
                <a:ext cx="432660" cy="37191"/>
              </a:xfrm>
              <a:custGeom>
                <a:avLst/>
                <a:gdLst>
                  <a:gd name="connsiteX0" fmla="*/ 318135 w 332422"/>
                  <a:gd name="connsiteY0" fmla="*/ 28575 h 28575"/>
                  <a:gd name="connsiteX1" fmla="*/ 14288 w 332422"/>
                  <a:gd name="connsiteY1" fmla="*/ 28575 h 28575"/>
                  <a:gd name="connsiteX2" fmla="*/ 0 w 332422"/>
                  <a:gd name="connsiteY2" fmla="*/ 14288 h 28575"/>
                  <a:gd name="connsiteX3" fmla="*/ 0 w 332422"/>
                  <a:gd name="connsiteY3" fmla="*/ 14288 h 28575"/>
                  <a:gd name="connsiteX4" fmla="*/ 14288 w 332422"/>
                  <a:gd name="connsiteY4" fmla="*/ 0 h 28575"/>
                  <a:gd name="connsiteX5" fmla="*/ 318135 w 332422"/>
                  <a:gd name="connsiteY5" fmla="*/ 0 h 28575"/>
                  <a:gd name="connsiteX6" fmla="*/ 332422 w 332422"/>
                  <a:gd name="connsiteY6" fmla="*/ 14288 h 28575"/>
                  <a:gd name="connsiteX7" fmla="*/ 332422 w 332422"/>
                  <a:gd name="connsiteY7" fmla="*/ 14288 h 28575"/>
                  <a:gd name="connsiteX8" fmla="*/ 318135 w 332422"/>
                  <a:gd name="connsiteY8" fmla="*/ 2857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2422" h="28575">
                    <a:moveTo>
                      <a:pt x="318135" y="28575"/>
                    </a:moveTo>
                    <a:lnTo>
                      <a:pt x="14288" y="28575"/>
                    </a:lnTo>
                    <a:cubicBezTo>
                      <a:pt x="6667" y="28575"/>
                      <a:pt x="0" y="21908"/>
                      <a:pt x="0" y="14288"/>
                    </a:cubicBezTo>
                    <a:lnTo>
                      <a:pt x="0" y="14288"/>
                    </a:lnTo>
                    <a:cubicBezTo>
                      <a:pt x="0" y="6668"/>
                      <a:pt x="6667" y="0"/>
                      <a:pt x="14288" y="0"/>
                    </a:cubicBezTo>
                    <a:lnTo>
                      <a:pt x="318135" y="0"/>
                    </a:lnTo>
                    <a:cubicBezTo>
                      <a:pt x="325755" y="0"/>
                      <a:pt x="332422" y="6668"/>
                      <a:pt x="332422" y="14288"/>
                    </a:cubicBezTo>
                    <a:lnTo>
                      <a:pt x="332422" y="14288"/>
                    </a:lnTo>
                    <a:cubicBezTo>
                      <a:pt x="331470" y="21908"/>
                      <a:pt x="325755" y="28575"/>
                      <a:pt x="318135" y="28575"/>
                    </a:cubicBezTo>
                    <a:close/>
                  </a:path>
                </a:pathLst>
              </a:custGeom>
              <a:solidFill>
                <a:srgbClr val="4D516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05C7D09E-E3B0-A42B-9F2F-8DA536DB60EF}"/>
                  </a:ext>
                </a:extLst>
              </p:cNvPr>
              <p:cNvSpPr/>
              <p:nvPr/>
            </p:nvSpPr>
            <p:spPr>
              <a:xfrm>
                <a:off x="3878934" y="2558490"/>
                <a:ext cx="116532" cy="179758"/>
              </a:xfrm>
              <a:custGeom>
                <a:avLst/>
                <a:gdLst>
                  <a:gd name="connsiteX0" fmla="*/ 89535 w 89534"/>
                  <a:gd name="connsiteY0" fmla="*/ 138113 h 138112"/>
                  <a:gd name="connsiteX1" fmla="*/ 37147 w 89534"/>
                  <a:gd name="connsiteY1" fmla="*/ 138113 h 138112"/>
                  <a:gd name="connsiteX2" fmla="*/ 0 w 89534"/>
                  <a:gd name="connsiteY2" fmla="*/ 100965 h 138112"/>
                  <a:gd name="connsiteX3" fmla="*/ 0 w 89534"/>
                  <a:gd name="connsiteY3" fmla="*/ 37147 h 138112"/>
                  <a:gd name="connsiteX4" fmla="*/ 37147 w 89534"/>
                  <a:gd name="connsiteY4" fmla="*/ 0 h 138112"/>
                  <a:gd name="connsiteX5" fmla="*/ 89535 w 89534"/>
                  <a:gd name="connsiteY5" fmla="*/ 0 h 138112"/>
                  <a:gd name="connsiteX6" fmla="*/ 89535 w 89534"/>
                  <a:gd name="connsiteY6" fmla="*/ 29528 h 138112"/>
                  <a:gd name="connsiteX7" fmla="*/ 37147 w 89534"/>
                  <a:gd name="connsiteY7" fmla="*/ 29528 h 138112"/>
                  <a:gd name="connsiteX8" fmla="*/ 29528 w 89534"/>
                  <a:gd name="connsiteY8" fmla="*/ 37147 h 138112"/>
                  <a:gd name="connsiteX9" fmla="*/ 29528 w 89534"/>
                  <a:gd name="connsiteY9" fmla="*/ 100965 h 138112"/>
                  <a:gd name="connsiteX10" fmla="*/ 37147 w 89534"/>
                  <a:gd name="connsiteY10" fmla="*/ 108585 h 138112"/>
                  <a:gd name="connsiteX11" fmla="*/ 89535 w 89534"/>
                  <a:gd name="connsiteY11" fmla="*/ 108585 h 138112"/>
                  <a:gd name="connsiteX12" fmla="*/ 89535 w 89534"/>
                  <a:gd name="connsiteY12" fmla="*/ 138113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534" h="138112">
                    <a:moveTo>
                      <a:pt x="89535" y="138113"/>
                    </a:moveTo>
                    <a:lnTo>
                      <a:pt x="37147" y="138113"/>
                    </a:lnTo>
                    <a:cubicBezTo>
                      <a:pt x="16192" y="138113"/>
                      <a:pt x="0" y="120967"/>
                      <a:pt x="0" y="100965"/>
                    </a:cubicBezTo>
                    <a:lnTo>
                      <a:pt x="0" y="37147"/>
                    </a:lnTo>
                    <a:cubicBezTo>
                      <a:pt x="0" y="16192"/>
                      <a:pt x="17145" y="0"/>
                      <a:pt x="37147" y="0"/>
                    </a:cubicBezTo>
                    <a:lnTo>
                      <a:pt x="89535" y="0"/>
                    </a:lnTo>
                    <a:lnTo>
                      <a:pt x="89535" y="29528"/>
                    </a:lnTo>
                    <a:lnTo>
                      <a:pt x="37147" y="29528"/>
                    </a:lnTo>
                    <a:cubicBezTo>
                      <a:pt x="32385" y="29528"/>
                      <a:pt x="29528" y="33338"/>
                      <a:pt x="29528" y="37147"/>
                    </a:cubicBezTo>
                    <a:lnTo>
                      <a:pt x="29528" y="100965"/>
                    </a:lnTo>
                    <a:cubicBezTo>
                      <a:pt x="29528" y="105728"/>
                      <a:pt x="33338" y="108585"/>
                      <a:pt x="37147" y="108585"/>
                    </a:cubicBezTo>
                    <a:lnTo>
                      <a:pt x="89535" y="108585"/>
                    </a:lnTo>
                    <a:lnTo>
                      <a:pt x="89535" y="138113"/>
                    </a:lnTo>
                    <a:close/>
                  </a:path>
                </a:pathLst>
              </a:custGeom>
              <a:solidFill>
                <a:srgbClr val="7B9EB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87D22C2-0523-F1AE-1564-20DAA56D891E}"/>
                  </a:ext>
                </a:extLst>
              </p:cNvPr>
              <p:cNvSpPr/>
              <p:nvPr/>
            </p:nvSpPr>
            <p:spPr>
              <a:xfrm>
                <a:off x="4009105" y="2502704"/>
                <a:ext cx="7438" cy="244223"/>
              </a:xfrm>
              <a:custGeom>
                <a:avLst/>
                <a:gdLst>
                  <a:gd name="connsiteX0" fmla="*/ 2857 w 5715"/>
                  <a:gd name="connsiteY0" fmla="*/ 187642 h 187642"/>
                  <a:gd name="connsiteX1" fmla="*/ 0 w 5715"/>
                  <a:gd name="connsiteY1" fmla="*/ 184785 h 187642"/>
                  <a:gd name="connsiteX2" fmla="*/ 0 w 5715"/>
                  <a:gd name="connsiteY2" fmla="*/ 2858 h 187642"/>
                  <a:gd name="connsiteX3" fmla="*/ 2857 w 5715"/>
                  <a:gd name="connsiteY3" fmla="*/ 0 h 187642"/>
                  <a:gd name="connsiteX4" fmla="*/ 5715 w 5715"/>
                  <a:gd name="connsiteY4" fmla="*/ 2858 h 187642"/>
                  <a:gd name="connsiteX5" fmla="*/ 5715 w 5715"/>
                  <a:gd name="connsiteY5" fmla="*/ 184785 h 187642"/>
                  <a:gd name="connsiteX6" fmla="*/ 2857 w 5715"/>
                  <a:gd name="connsiteY6" fmla="*/ 187642 h 187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15" h="187642">
                    <a:moveTo>
                      <a:pt x="2857" y="187642"/>
                    </a:moveTo>
                    <a:cubicBezTo>
                      <a:pt x="953" y="187642"/>
                      <a:pt x="0" y="186690"/>
                      <a:pt x="0" y="184785"/>
                    </a:cubicBezTo>
                    <a:lnTo>
                      <a:pt x="0" y="2858"/>
                    </a:lnTo>
                    <a:cubicBezTo>
                      <a:pt x="0" y="952"/>
                      <a:pt x="953" y="0"/>
                      <a:pt x="2857" y="0"/>
                    </a:cubicBezTo>
                    <a:cubicBezTo>
                      <a:pt x="4763" y="0"/>
                      <a:pt x="5715" y="952"/>
                      <a:pt x="5715" y="2858"/>
                    </a:cubicBezTo>
                    <a:lnTo>
                      <a:pt x="5715" y="184785"/>
                    </a:lnTo>
                    <a:cubicBezTo>
                      <a:pt x="5715" y="185738"/>
                      <a:pt x="3810" y="187642"/>
                      <a:pt x="2857" y="1876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E1A53DCA-C7B3-291A-A776-C0A62622443C}"/>
                  </a:ext>
                </a:extLst>
              </p:cNvPr>
              <p:cNvSpPr/>
              <p:nvPr/>
            </p:nvSpPr>
            <p:spPr>
              <a:xfrm>
                <a:off x="4009105" y="2756844"/>
                <a:ext cx="7438" cy="19835"/>
              </a:xfrm>
              <a:custGeom>
                <a:avLst/>
                <a:gdLst>
                  <a:gd name="connsiteX0" fmla="*/ 2857 w 5715"/>
                  <a:gd name="connsiteY0" fmla="*/ 15240 h 15240"/>
                  <a:gd name="connsiteX1" fmla="*/ 0 w 5715"/>
                  <a:gd name="connsiteY1" fmla="*/ 12383 h 15240"/>
                  <a:gd name="connsiteX2" fmla="*/ 0 w 5715"/>
                  <a:gd name="connsiteY2" fmla="*/ 2858 h 15240"/>
                  <a:gd name="connsiteX3" fmla="*/ 2857 w 5715"/>
                  <a:gd name="connsiteY3" fmla="*/ 0 h 15240"/>
                  <a:gd name="connsiteX4" fmla="*/ 5715 w 5715"/>
                  <a:gd name="connsiteY4" fmla="*/ 2858 h 15240"/>
                  <a:gd name="connsiteX5" fmla="*/ 5715 w 5715"/>
                  <a:gd name="connsiteY5" fmla="*/ 12383 h 15240"/>
                  <a:gd name="connsiteX6" fmla="*/ 2857 w 5715"/>
                  <a:gd name="connsiteY6" fmla="*/ 15240 h 15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15" h="15240">
                    <a:moveTo>
                      <a:pt x="2857" y="15240"/>
                    </a:moveTo>
                    <a:cubicBezTo>
                      <a:pt x="953" y="15240"/>
                      <a:pt x="0" y="14288"/>
                      <a:pt x="0" y="12383"/>
                    </a:cubicBezTo>
                    <a:lnTo>
                      <a:pt x="0" y="2858"/>
                    </a:lnTo>
                    <a:cubicBezTo>
                      <a:pt x="0" y="953"/>
                      <a:pt x="953" y="0"/>
                      <a:pt x="2857" y="0"/>
                    </a:cubicBezTo>
                    <a:cubicBezTo>
                      <a:pt x="4763" y="0"/>
                      <a:pt x="5715" y="953"/>
                      <a:pt x="5715" y="2858"/>
                    </a:cubicBezTo>
                    <a:lnTo>
                      <a:pt x="5715" y="12383"/>
                    </a:lnTo>
                    <a:cubicBezTo>
                      <a:pt x="5715" y="14288"/>
                      <a:pt x="3810" y="15240"/>
                      <a:pt x="2857" y="152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DECEA277-5C52-3B9F-3B77-131FC464AB7B}"/>
                  </a:ext>
                </a:extLst>
              </p:cNvPr>
              <p:cNvSpPr/>
              <p:nvPr/>
            </p:nvSpPr>
            <p:spPr>
              <a:xfrm>
                <a:off x="3921084" y="2563449"/>
                <a:ext cx="60745" cy="7437"/>
              </a:xfrm>
              <a:custGeom>
                <a:avLst/>
                <a:gdLst>
                  <a:gd name="connsiteX0" fmla="*/ 43815 w 46672"/>
                  <a:gd name="connsiteY0" fmla="*/ 5715 h 5714"/>
                  <a:gd name="connsiteX1" fmla="*/ 2857 w 46672"/>
                  <a:gd name="connsiteY1" fmla="*/ 5715 h 5714"/>
                  <a:gd name="connsiteX2" fmla="*/ 0 w 46672"/>
                  <a:gd name="connsiteY2" fmla="*/ 2857 h 5714"/>
                  <a:gd name="connsiteX3" fmla="*/ 2857 w 46672"/>
                  <a:gd name="connsiteY3" fmla="*/ 0 h 5714"/>
                  <a:gd name="connsiteX4" fmla="*/ 43815 w 46672"/>
                  <a:gd name="connsiteY4" fmla="*/ 0 h 5714"/>
                  <a:gd name="connsiteX5" fmla="*/ 46672 w 46672"/>
                  <a:gd name="connsiteY5" fmla="*/ 2857 h 5714"/>
                  <a:gd name="connsiteX6" fmla="*/ 43815 w 46672"/>
                  <a:gd name="connsiteY6" fmla="*/ 5715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672" h="5714">
                    <a:moveTo>
                      <a:pt x="43815" y="5715"/>
                    </a:moveTo>
                    <a:lnTo>
                      <a:pt x="2857" y="5715"/>
                    </a:lnTo>
                    <a:cubicBezTo>
                      <a:pt x="953" y="5715"/>
                      <a:pt x="0" y="4763"/>
                      <a:pt x="0" y="2857"/>
                    </a:cubicBezTo>
                    <a:cubicBezTo>
                      <a:pt x="0" y="952"/>
                      <a:pt x="953" y="0"/>
                      <a:pt x="2857" y="0"/>
                    </a:cubicBezTo>
                    <a:lnTo>
                      <a:pt x="43815" y="0"/>
                    </a:lnTo>
                    <a:cubicBezTo>
                      <a:pt x="45720" y="0"/>
                      <a:pt x="46672" y="952"/>
                      <a:pt x="46672" y="2857"/>
                    </a:cubicBezTo>
                    <a:cubicBezTo>
                      <a:pt x="46672" y="4763"/>
                      <a:pt x="45720" y="5715"/>
                      <a:pt x="43815" y="5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1D4A06A-686D-DEB2-D28A-059CF1A5CA97}"/>
                </a:ext>
              </a:extLst>
            </p:cNvPr>
            <p:cNvSpPr/>
            <p:nvPr/>
          </p:nvSpPr>
          <p:spPr>
            <a:xfrm>
              <a:off x="5962895" y="1820862"/>
              <a:ext cx="84299" cy="76861"/>
            </a:xfrm>
            <a:custGeom>
              <a:avLst/>
              <a:gdLst>
                <a:gd name="connsiteX0" fmla="*/ 60960 w 64769"/>
                <a:gd name="connsiteY0" fmla="*/ 59055 h 59054"/>
                <a:gd name="connsiteX1" fmla="*/ 3810 w 64769"/>
                <a:gd name="connsiteY1" fmla="*/ 59055 h 59054"/>
                <a:gd name="connsiteX2" fmla="*/ 0 w 64769"/>
                <a:gd name="connsiteY2" fmla="*/ 55245 h 59054"/>
                <a:gd name="connsiteX3" fmla="*/ 0 w 64769"/>
                <a:gd name="connsiteY3" fmla="*/ 3810 h 59054"/>
                <a:gd name="connsiteX4" fmla="*/ 3810 w 64769"/>
                <a:gd name="connsiteY4" fmla="*/ 0 h 59054"/>
                <a:gd name="connsiteX5" fmla="*/ 60960 w 64769"/>
                <a:gd name="connsiteY5" fmla="*/ 0 h 59054"/>
                <a:gd name="connsiteX6" fmla="*/ 64770 w 64769"/>
                <a:gd name="connsiteY6" fmla="*/ 3810 h 59054"/>
                <a:gd name="connsiteX7" fmla="*/ 64770 w 64769"/>
                <a:gd name="connsiteY7" fmla="*/ 55245 h 59054"/>
                <a:gd name="connsiteX8" fmla="*/ 60960 w 64769"/>
                <a:gd name="connsiteY8" fmla="*/ 59055 h 59054"/>
                <a:gd name="connsiteX9" fmla="*/ 7620 w 64769"/>
                <a:gd name="connsiteY9" fmla="*/ 51435 h 59054"/>
                <a:gd name="connsiteX10" fmla="*/ 57150 w 64769"/>
                <a:gd name="connsiteY10" fmla="*/ 51435 h 59054"/>
                <a:gd name="connsiteX11" fmla="*/ 57150 w 64769"/>
                <a:gd name="connsiteY11" fmla="*/ 7620 h 59054"/>
                <a:gd name="connsiteX12" fmla="*/ 7620 w 64769"/>
                <a:gd name="connsiteY12" fmla="*/ 7620 h 59054"/>
                <a:gd name="connsiteX13" fmla="*/ 7620 w 64769"/>
                <a:gd name="connsiteY13" fmla="*/ 51435 h 59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4769" h="59054">
                  <a:moveTo>
                    <a:pt x="60960" y="59055"/>
                  </a:moveTo>
                  <a:lnTo>
                    <a:pt x="3810" y="59055"/>
                  </a:lnTo>
                  <a:cubicBezTo>
                    <a:pt x="1905" y="59055"/>
                    <a:pt x="0" y="57150"/>
                    <a:pt x="0" y="55245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lnTo>
                    <a:pt x="60960" y="0"/>
                  </a:lnTo>
                  <a:cubicBezTo>
                    <a:pt x="62865" y="0"/>
                    <a:pt x="64770" y="1905"/>
                    <a:pt x="64770" y="3810"/>
                  </a:cubicBezTo>
                  <a:lnTo>
                    <a:pt x="64770" y="55245"/>
                  </a:lnTo>
                  <a:cubicBezTo>
                    <a:pt x="64770" y="57150"/>
                    <a:pt x="62865" y="59055"/>
                    <a:pt x="60960" y="59055"/>
                  </a:cubicBezTo>
                  <a:close/>
                  <a:moveTo>
                    <a:pt x="7620" y="51435"/>
                  </a:moveTo>
                  <a:lnTo>
                    <a:pt x="57150" y="51435"/>
                  </a:lnTo>
                  <a:lnTo>
                    <a:pt x="57150" y="7620"/>
                  </a:lnTo>
                  <a:lnTo>
                    <a:pt x="7620" y="7620"/>
                  </a:lnTo>
                  <a:lnTo>
                    <a:pt x="7620" y="5143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690C9D3-6D2B-332D-730A-116510405ECB}"/>
                </a:ext>
              </a:extLst>
            </p:cNvPr>
            <p:cNvSpPr/>
            <p:nvPr/>
          </p:nvSpPr>
          <p:spPr>
            <a:xfrm>
              <a:off x="3787195" y="1792348"/>
              <a:ext cx="84299" cy="76862"/>
            </a:xfrm>
            <a:custGeom>
              <a:avLst/>
              <a:gdLst>
                <a:gd name="connsiteX0" fmla="*/ 60960 w 64769"/>
                <a:gd name="connsiteY0" fmla="*/ 59055 h 59055"/>
                <a:gd name="connsiteX1" fmla="*/ 3810 w 64769"/>
                <a:gd name="connsiteY1" fmla="*/ 59055 h 59055"/>
                <a:gd name="connsiteX2" fmla="*/ 0 w 64769"/>
                <a:gd name="connsiteY2" fmla="*/ 55245 h 59055"/>
                <a:gd name="connsiteX3" fmla="*/ 0 w 64769"/>
                <a:gd name="connsiteY3" fmla="*/ 3810 h 59055"/>
                <a:gd name="connsiteX4" fmla="*/ 3810 w 64769"/>
                <a:gd name="connsiteY4" fmla="*/ 0 h 59055"/>
                <a:gd name="connsiteX5" fmla="*/ 60960 w 64769"/>
                <a:gd name="connsiteY5" fmla="*/ 0 h 59055"/>
                <a:gd name="connsiteX6" fmla="*/ 64770 w 64769"/>
                <a:gd name="connsiteY6" fmla="*/ 3810 h 59055"/>
                <a:gd name="connsiteX7" fmla="*/ 64770 w 64769"/>
                <a:gd name="connsiteY7" fmla="*/ 55245 h 59055"/>
                <a:gd name="connsiteX8" fmla="*/ 60960 w 64769"/>
                <a:gd name="connsiteY8" fmla="*/ 59055 h 59055"/>
                <a:gd name="connsiteX9" fmla="*/ 7620 w 64769"/>
                <a:gd name="connsiteY9" fmla="*/ 51435 h 59055"/>
                <a:gd name="connsiteX10" fmla="*/ 57150 w 64769"/>
                <a:gd name="connsiteY10" fmla="*/ 51435 h 59055"/>
                <a:gd name="connsiteX11" fmla="*/ 57150 w 64769"/>
                <a:gd name="connsiteY11" fmla="*/ 7620 h 59055"/>
                <a:gd name="connsiteX12" fmla="*/ 7620 w 64769"/>
                <a:gd name="connsiteY12" fmla="*/ 7620 h 59055"/>
                <a:gd name="connsiteX13" fmla="*/ 7620 w 64769"/>
                <a:gd name="connsiteY13" fmla="*/ 5143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4769" h="59055">
                  <a:moveTo>
                    <a:pt x="60960" y="59055"/>
                  </a:moveTo>
                  <a:lnTo>
                    <a:pt x="3810" y="59055"/>
                  </a:lnTo>
                  <a:cubicBezTo>
                    <a:pt x="1905" y="59055"/>
                    <a:pt x="0" y="57150"/>
                    <a:pt x="0" y="55245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lnTo>
                    <a:pt x="60960" y="0"/>
                  </a:lnTo>
                  <a:cubicBezTo>
                    <a:pt x="62865" y="0"/>
                    <a:pt x="64770" y="1905"/>
                    <a:pt x="64770" y="3810"/>
                  </a:cubicBezTo>
                  <a:lnTo>
                    <a:pt x="64770" y="55245"/>
                  </a:lnTo>
                  <a:cubicBezTo>
                    <a:pt x="64770" y="58103"/>
                    <a:pt x="62865" y="59055"/>
                    <a:pt x="60960" y="59055"/>
                  </a:cubicBezTo>
                  <a:close/>
                  <a:moveTo>
                    <a:pt x="7620" y="51435"/>
                  </a:moveTo>
                  <a:lnTo>
                    <a:pt x="57150" y="51435"/>
                  </a:lnTo>
                  <a:lnTo>
                    <a:pt x="57150" y="7620"/>
                  </a:lnTo>
                  <a:lnTo>
                    <a:pt x="7620" y="7620"/>
                  </a:lnTo>
                  <a:lnTo>
                    <a:pt x="7620" y="5143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538C93A-0270-041E-45B2-B23B691EEA65}"/>
                </a:ext>
              </a:extLst>
            </p:cNvPr>
            <p:cNvSpPr/>
            <p:nvPr/>
          </p:nvSpPr>
          <p:spPr>
            <a:xfrm>
              <a:off x="6023640" y="2595682"/>
              <a:ext cx="47108" cy="43389"/>
            </a:xfrm>
            <a:custGeom>
              <a:avLst/>
              <a:gdLst>
                <a:gd name="connsiteX0" fmla="*/ 32385 w 36194"/>
                <a:gd name="connsiteY0" fmla="*/ 33338 h 33337"/>
                <a:gd name="connsiteX1" fmla="*/ 3810 w 36194"/>
                <a:gd name="connsiteY1" fmla="*/ 33338 h 33337"/>
                <a:gd name="connsiteX2" fmla="*/ 0 w 36194"/>
                <a:gd name="connsiteY2" fmla="*/ 29528 h 33337"/>
                <a:gd name="connsiteX3" fmla="*/ 0 w 36194"/>
                <a:gd name="connsiteY3" fmla="*/ 3810 h 33337"/>
                <a:gd name="connsiteX4" fmla="*/ 3810 w 36194"/>
                <a:gd name="connsiteY4" fmla="*/ 0 h 33337"/>
                <a:gd name="connsiteX5" fmla="*/ 32385 w 36194"/>
                <a:gd name="connsiteY5" fmla="*/ 0 h 33337"/>
                <a:gd name="connsiteX6" fmla="*/ 36195 w 36194"/>
                <a:gd name="connsiteY6" fmla="*/ 3810 h 33337"/>
                <a:gd name="connsiteX7" fmla="*/ 36195 w 36194"/>
                <a:gd name="connsiteY7" fmla="*/ 29528 h 33337"/>
                <a:gd name="connsiteX8" fmla="*/ 32385 w 36194"/>
                <a:gd name="connsiteY8" fmla="*/ 33338 h 33337"/>
                <a:gd name="connsiteX9" fmla="*/ 7620 w 36194"/>
                <a:gd name="connsiteY9" fmla="*/ 25717 h 33337"/>
                <a:gd name="connsiteX10" fmla="*/ 28575 w 36194"/>
                <a:gd name="connsiteY10" fmla="*/ 25717 h 33337"/>
                <a:gd name="connsiteX11" fmla="*/ 28575 w 36194"/>
                <a:gd name="connsiteY11" fmla="*/ 7620 h 33337"/>
                <a:gd name="connsiteX12" fmla="*/ 7620 w 36194"/>
                <a:gd name="connsiteY12" fmla="*/ 7620 h 33337"/>
                <a:gd name="connsiteX13" fmla="*/ 7620 w 36194"/>
                <a:gd name="connsiteY13" fmla="*/ 25717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194" h="33337">
                  <a:moveTo>
                    <a:pt x="32385" y="33338"/>
                  </a:moveTo>
                  <a:lnTo>
                    <a:pt x="3810" y="33338"/>
                  </a:lnTo>
                  <a:cubicBezTo>
                    <a:pt x="1905" y="33338"/>
                    <a:pt x="0" y="31433"/>
                    <a:pt x="0" y="29528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lnTo>
                    <a:pt x="32385" y="0"/>
                  </a:lnTo>
                  <a:cubicBezTo>
                    <a:pt x="34290" y="0"/>
                    <a:pt x="36195" y="1905"/>
                    <a:pt x="36195" y="3810"/>
                  </a:cubicBezTo>
                  <a:lnTo>
                    <a:pt x="36195" y="29528"/>
                  </a:lnTo>
                  <a:cubicBezTo>
                    <a:pt x="36195" y="31433"/>
                    <a:pt x="34290" y="33338"/>
                    <a:pt x="32385" y="33338"/>
                  </a:cubicBezTo>
                  <a:close/>
                  <a:moveTo>
                    <a:pt x="7620" y="25717"/>
                  </a:moveTo>
                  <a:lnTo>
                    <a:pt x="28575" y="25717"/>
                  </a:lnTo>
                  <a:lnTo>
                    <a:pt x="28575" y="7620"/>
                  </a:lnTo>
                  <a:lnTo>
                    <a:pt x="7620" y="7620"/>
                  </a:lnTo>
                  <a:lnTo>
                    <a:pt x="7620" y="2571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CC98071-16E1-3D9A-EB22-B5FDB7DA4A97}"/>
                </a:ext>
              </a:extLst>
            </p:cNvPr>
            <p:cNvSpPr/>
            <p:nvPr/>
          </p:nvSpPr>
          <p:spPr>
            <a:xfrm>
              <a:off x="4439285" y="2616756"/>
              <a:ext cx="47109" cy="43389"/>
            </a:xfrm>
            <a:custGeom>
              <a:avLst/>
              <a:gdLst>
                <a:gd name="connsiteX0" fmla="*/ 32385 w 36195"/>
                <a:gd name="connsiteY0" fmla="*/ 33338 h 33337"/>
                <a:gd name="connsiteX1" fmla="*/ 3810 w 36195"/>
                <a:gd name="connsiteY1" fmla="*/ 33338 h 33337"/>
                <a:gd name="connsiteX2" fmla="*/ 0 w 36195"/>
                <a:gd name="connsiteY2" fmla="*/ 29528 h 33337"/>
                <a:gd name="connsiteX3" fmla="*/ 0 w 36195"/>
                <a:gd name="connsiteY3" fmla="*/ 3810 h 33337"/>
                <a:gd name="connsiteX4" fmla="*/ 3810 w 36195"/>
                <a:gd name="connsiteY4" fmla="*/ 0 h 33337"/>
                <a:gd name="connsiteX5" fmla="*/ 32385 w 36195"/>
                <a:gd name="connsiteY5" fmla="*/ 0 h 33337"/>
                <a:gd name="connsiteX6" fmla="*/ 36195 w 36195"/>
                <a:gd name="connsiteY6" fmla="*/ 3810 h 33337"/>
                <a:gd name="connsiteX7" fmla="*/ 36195 w 36195"/>
                <a:gd name="connsiteY7" fmla="*/ 29528 h 33337"/>
                <a:gd name="connsiteX8" fmla="*/ 32385 w 36195"/>
                <a:gd name="connsiteY8" fmla="*/ 33338 h 33337"/>
                <a:gd name="connsiteX9" fmla="*/ 7620 w 36195"/>
                <a:gd name="connsiteY9" fmla="*/ 25717 h 33337"/>
                <a:gd name="connsiteX10" fmla="*/ 28575 w 36195"/>
                <a:gd name="connsiteY10" fmla="*/ 25717 h 33337"/>
                <a:gd name="connsiteX11" fmla="*/ 28575 w 36195"/>
                <a:gd name="connsiteY11" fmla="*/ 7620 h 33337"/>
                <a:gd name="connsiteX12" fmla="*/ 7620 w 36195"/>
                <a:gd name="connsiteY12" fmla="*/ 7620 h 33337"/>
                <a:gd name="connsiteX13" fmla="*/ 7620 w 36195"/>
                <a:gd name="connsiteY13" fmla="*/ 25717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195" h="33337">
                  <a:moveTo>
                    <a:pt x="32385" y="33338"/>
                  </a:moveTo>
                  <a:lnTo>
                    <a:pt x="3810" y="33338"/>
                  </a:lnTo>
                  <a:cubicBezTo>
                    <a:pt x="1905" y="33338"/>
                    <a:pt x="0" y="31433"/>
                    <a:pt x="0" y="29528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lnTo>
                    <a:pt x="32385" y="0"/>
                  </a:lnTo>
                  <a:cubicBezTo>
                    <a:pt x="34290" y="0"/>
                    <a:pt x="36195" y="1905"/>
                    <a:pt x="36195" y="3810"/>
                  </a:cubicBezTo>
                  <a:lnTo>
                    <a:pt x="36195" y="29528"/>
                  </a:lnTo>
                  <a:cubicBezTo>
                    <a:pt x="36195" y="31433"/>
                    <a:pt x="34290" y="33338"/>
                    <a:pt x="32385" y="33338"/>
                  </a:cubicBezTo>
                  <a:close/>
                  <a:moveTo>
                    <a:pt x="7620" y="25717"/>
                  </a:moveTo>
                  <a:lnTo>
                    <a:pt x="28575" y="25717"/>
                  </a:lnTo>
                  <a:lnTo>
                    <a:pt x="28575" y="7620"/>
                  </a:lnTo>
                  <a:lnTo>
                    <a:pt x="7620" y="7620"/>
                  </a:lnTo>
                  <a:lnTo>
                    <a:pt x="7620" y="2571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698607E-5219-8C88-59E9-8E18A025B297}"/>
                </a:ext>
              </a:extLst>
            </p:cNvPr>
            <p:cNvSpPr/>
            <p:nvPr/>
          </p:nvSpPr>
          <p:spPr>
            <a:xfrm>
              <a:off x="4445483" y="2393608"/>
              <a:ext cx="120252" cy="109095"/>
            </a:xfrm>
            <a:custGeom>
              <a:avLst/>
              <a:gdLst>
                <a:gd name="connsiteX0" fmla="*/ 88583 w 92392"/>
                <a:gd name="connsiteY0" fmla="*/ 83820 h 83820"/>
                <a:gd name="connsiteX1" fmla="*/ 3810 w 92392"/>
                <a:gd name="connsiteY1" fmla="*/ 83820 h 83820"/>
                <a:gd name="connsiteX2" fmla="*/ 0 w 92392"/>
                <a:gd name="connsiteY2" fmla="*/ 80010 h 83820"/>
                <a:gd name="connsiteX3" fmla="*/ 0 w 92392"/>
                <a:gd name="connsiteY3" fmla="*/ 3810 h 83820"/>
                <a:gd name="connsiteX4" fmla="*/ 3810 w 92392"/>
                <a:gd name="connsiteY4" fmla="*/ 0 h 83820"/>
                <a:gd name="connsiteX5" fmla="*/ 88583 w 92392"/>
                <a:gd name="connsiteY5" fmla="*/ 0 h 83820"/>
                <a:gd name="connsiteX6" fmla="*/ 92393 w 92392"/>
                <a:gd name="connsiteY6" fmla="*/ 3810 h 83820"/>
                <a:gd name="connsiteX7" fmla="*/ 92393 w 92392"/>
                <a:gd name="connsiteY7" fmla="*/ 80010 h 83820"/>
                <a:gd name="connsiteX8" fmla="*/ 88583 w 92392"/>
                <a:gd name="connsiteY8" fmla="*/ 83820 h 83820"/>
                <a:gd name="connsiteX9" fmla="*/ 7620 w 92392"/>
                <a:gd name="connsiteY9" fmla="*/ 77153 h 83820"/>
                <a:gd name="connsiteX10" fmla="*/ 85725 w 92392"/>
                <a:gd name="connsiteY10" fmla="*/ 77153 h 83820"/>
                <a:gd name="connsiteX11" fmla="*/ 85725 w 92392"/>
                <a:gd name="connsiteY11" fmla="*/ 7620 h 83820"/>
                <a:gd name="connsiteX12" fmla="*/ 7620 w 92392"/>
                <a:gd name="connsiteY12" fmla="*/ 7620 h 83820"/>
                <a:gd name="connsiteX13" fmla="*/ 7620 w 92392"/>
                <a:gd name="connsiteY13" fmla="*/ 77153 h 83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2392" h="83820">
                  <a:moveTo>
                    <a:pt x="88583" y="83820"/>
                  </a:moveTo>
                  <a:lnTo>
                    <a:pt x="3810" y="83820"/>
                  </a:lnTo>
                  <a:cubicBezTo>
                    <a:pt x="1905" y="83820"/>
                    <a:pt x="0" y="81915"/>
                    <a:pt x="0" y="80010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lnTo>
                    <a:pt x="88583" y="0"/>
                  </a:lnTo>
                  <a:cubicBezTo>
                    <a:pt x="90488" y="0"/>
                    <a:pt x="92393" y="1905"/>
                    <a:pt x="92393" y="3810"/>
                  </a:cubicBezTo>
                  <a:lnTo>
                    <a:pt x="92393" y="80010"/>
                  </a:lnTo>
                  <a:cubicBezTo>
                    <a:pt x="92393" y="82868"/>
                    <a:pt x="90488" y="83820"/>
                    <a:pt x="88583" y="83820"/>
                  </a:cubicBezTo>
                  <a:close/>
                  <a:moveTo>
                    <a:pt x="7620" y="77153"/>
                  </a:moveTo>
                  <a:lnTo>
                    <a:pt x="85725" y="77153"/>
                  </a:lnTo>
                  <a:lnTo>
                    <a:pt x="85725" y="7620"/>
                  </a:lnTo>
                  <a:lnTo>
                    <a:pt x="7620" y="7620"/>
                  </a:lnTo>
                  <a:lnTo>
                    <a:pt x="7620" y="7715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E6EFC4-1EED-BC79-68E8-FA3B640C7895}"/>
                </a:ext>
              </a:extLst>
            </p:cNvPr>
            <p:cNvSpPr/>
            <p:nvPr/>
          </p:nvSpPr>
          <p:spPr>
            <a:xfrm>
              <a:off x="4617804" y="1896484"/>
              <a:ext cx="1345090" cy="931023"/>
            </a:xfrm>
            <a:custGeom>
              <a:avLst/>
              <a:gdLst>
                <a:gd name="connsiteX0" fmla="*/ 994410 w 1033462"/>
                <a:gd name="connsiteY0" fmla="*/ 715328 h 715327"/>
                <a:gd name="connsiteX1" fmla="*/ 39052 w 1033462"/>
                <a:gd name="connsiteY1" fmla="*/ 715328 h 715327"/>
                <a:gd name="connsiteX2" fmla="*/ 0 w 1033462"/>
                <a:gd name="connsiteY2" fmla="*/ 676275 h 715327"/>
                <a:gd name="connsiteX3" fmla="*/ 0 w 1033462"/>
                <a:gd name="connsiteY3" fmla="*/ 39052 h 715327"/>
                <a:gd name="connsiteX4" fmla="*/ 39052 w 1033462"/>
                <a:gd name="connsiteY4" fmla="*/ 0 h 715327"/>
                <a:gd name="connsiteX5" fmla="*/ 994410 w 1033462"/>
                <a:gd name="connsiteY5" fmla="*/ 0 h 715327"/>
                <a:gd name="connsiteX6" fmla="*/ 1033463 w 1033462"/>
                <a:gd name="connsiteY6" fmla="*/ 39052 h 715327"/>
                <a:gd name="connsiteX7" fmla="*/ 1033463 w 1033462"/>
                <a:gd name="connsiteY7" fmla="*/ 675323 h 715327"/>
                <a:gd name="connsiteX8" fmla="*/ 994410 w 1033462"/>
                <a:gd name="connsiteY8" fmla="*/ 715328 h 71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3462" h="715327">
                  <a:moveTo>
                    <a:pt x="994410" y="715328"/>
                  </a:moveTo>
                  <a:lnTo>
                    <a:pt x="39052" y="715328"/>
                  </a:lnTo>
                  <a:cubicBezTo>
                    <a:pt x="17145" y="715328"/>
                    <a:pt x="0" y="697230"/>
                    <a:pt x="0" y="676275"/>
                  </a:cubicBezTo>
                  <a:lnTo>
                    <a:pt x="0" y="39052"/>
                  </a:lnTo>
                  <a:cubicBezTo>
                    <a:pt x="0" y="17145"/>
                    <a:pt x="18097" y="0"/>
                    <a:pt x="39052" y="0"/>
                  </a:cubicBezTo>
                  <a:lnTo>
                    <a:pt x="994410" y="0"/>
                  </a:lnTo>
                  <a:cubicBezTo>
                    <a:pt x="1016317" y="0"/>
                    <a:pt x="1033463" y="18098"/>
                    <a:pt x="1033463" y="39052"/>
                  </a:cubicBezTo>
                  <a:lnTo>
                    <a:pt x="1033463" y="675323"/>
                  </a:lnTo>
                  <a:cubicBezTo>
                    <a:pt x="1033463" y="697230"/>
                    <a:pt x="1016317" y="715328"/>
                    <a:pt x="994410" y="715328"/>
                  </a:cubicBezTo>
                  <a:close/>
                </a:path>
              </a:pathLst>
            </a:custGeom>
            <a:solidFill>
              <a:srgbClr val="323535"/>
            </a:solidFill>
            <a:ln w="1276" cap="flat">
              <a:solidFill>
                <a:srgbClr val="01010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3B27581-FCE8-8185-52BE-B723506C696A}"/>
                </a:ext>
              </a:extLst>
            </p:cNvPr>
            <p:cNvSpPr/>
            <p:nvPr/>
          </p:nvSpPr>
          <p:spPr>
            <a:xfrm>
              <a:off x="4439285" y="2802713"/>
              <a:ext cx="1701374" cy="49588"/>
            </a:xfrm>
            <a:prstGeom prst="roundRect">
              <a:avLst>
                <a:gd name="adj" fmla="val 21189"/>
              </a:avLst>
            </a:prstGeom>
            <a:solidFill>
              <a:srgbClr val="A2ABB0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66737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2ECA8-7CEF-7BF8-085C-3B7A86C66B4F}"/>
                </a:ext>
              </a:extLst>
            </p:cNvPr>
            <p:cNvSpPr/>
            <p:nvPr/>
          </p:nvSpPr>
          <p:spPr>
            <a:xfrm>
              <a:off x="5170717" y="2801474"/>
              <a:ext cx="239264" cy="23554"/>
            </a:xfrm>
            <a:custGeom>
              <a:avLst/>
              <a:gdLst>
                <a:gd name="connsiteX0" fmla="*/ 94298 w 183832"/>
                <a:gd name="connsiteY0" fmla="*/ 0 h 18097"/>
                <a:gd name="connsiteX1" fmla="*/ 90488 w 183832"/>
                <a:gd name="connsiteY1" fmla="*/ 0 h 18097"/>
                <a:gd name="connsiteX2" fmla="*/ 0 w 183832"/>
                <a:gd name="connsiteY2" fmla="*/ 0 h 18097"/>
                <a:gd name="connsiteX3" fmla="*/ 8573 w 183832"/>
                <a:gd name="connsiteY3" fmla="*/ 18097 h 18097"/>
                <a:gd name="connsiteX4" fmla="*/ 90488 w 183832"/>
                <a:gd name="connsiteY4" fmla="*/ 18097 h 18097"/>
                <a:gd name="connsiteX5" fmla="*/ 94298 w 183832"/>
                <a:gd name="connsiteY5" fmla="*/ 18097 h 18097"/>
                <a:gd name="connsiteX6" fmla="*/ 175260 w 183832"/>
                <a:gd name="connsiteY6" fmla="*/ 18097 h 18097"/>
                <a:gd name="connsiteX7" fmla="*/ 183833 w 183832"/>
                <a:gd name="connsiteY7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3832" h="18097">
                  <a:moveTo>
                    <a:pt x="94298" y="0"/>
                  </a:moveTo>
                  <a:lnTo>
                    <a:pt x="90488" y="0"/>
                  </a:lnTo>
                  <a:lnTo>
                    <a:pt x="0" y="0"/>
                  </a:lnTo>
                  <a:lnTo>
                    <a:pt x="8573" y="18097"/>
                  </a:lnTo>
                  <a:lnTo>
                    <a:pt x="90488" y="18097"/>
                  </a:lnTo>
                  <a:lnTo>
                    <a:pt x="94298" y="18097"/>
                  </a:lnTo>
                  <a:lnTo>
                    <a:pt x="175260" y="18097"/>
                  </a:lnTo>
                  <a:lnTo>
                    <a:pt x="183833" y="0"/>
                  </a:lnTo>
                  <a:close/>
                </a:path>
              </a:pathLst>
            </a:custGeom>
            <a:solidFill>
              <a:srgbClr val="DFE3E6"/>
            </a:solidFill>
            <a:ln w="6350" cap="flat" cmpd="sng">
              <a:noFill/>
              <a:prstDash val="solid"/>
              <a:miter/>
            </a:ln>
            <a:effectLst>
              <a:outerShdw blurRad="254000" dist="38100" dir="5400000" rotWithShape="0">
                <a:srgbClr val="A2ABB0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099FE2F-B4B9-A7A8-FC0A-A7C7A5506881}"/>
                </a:ext>
              </a:extLst>
            </p:cNvPr>
            <p:cNvSpPr/>
            <p:nvPr/>
          </p:nvSpPr>
          <p:spPr>
            <a:xfrm>
              <a:off x="4504991" y="2852302"/>
              <a:ext cx="1570718" cy="21074"/>
            </a:xfrm>
            <a:custGeom>
              <a:avLst/>
              <a:gdLst>
                <a:gd name="connsiteX0" fmla="*/ 608647 w 1206817"/>
                <a:gd name="connsiteY0" fmla="*/ 0 h 16192"/>
                <a:gd name="connsiteX1" fmla="*/ 599122 w 1206817"/>
                <a:gd name="connsiteY1" fmla="*/ 0 h 16192"/>
                <a:gd name="connsiteX2" fmla="*/ 0 w 1206817"/>
                <a:gd name="connsiteY2" fmla="*/ 0 h 16192"/>
                <a:gd name="connsiteX3" fmla="*/ 23813 w 1206817"/>
                <a:gd name="connsiteY3" fmla="*/ 16192 h 16192"/>
                <a:gd name="connsiteX4" fmla="*/ 599122 w 1206817"/>
                <a:gd name="connsiteY4" fmla="*/ 16192 h 16192"/>
                <a:gd name="connsiteX5" fmla="*/ 608647 w 1206817"/>
                <a:gd name="connsiteY5" fmla="*/ 16192 h 16192"/>
                <a:gd name="connsiteX6" fmla="*/ 1183005 w 1206817"/>
                <a:gd name="connsiteY6" fmla="*/ 16192 h 16192"/>
                <a:gd name="connsiteX7" fmla="*/ 1206817 w 1206817"/>
                <a:gd name="connsiteY7" fmla="*/ 0 h 1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6817" h="16192">
                  <a:moveTo>
                    <a:pt x="608647" y="0"/>
                  </a:moveTo>
                  <a:lnTo>
                    <a:pt x="599122" y="0"/>
                  </a:lnTo>
                  <a:lnTo>
                    <a:pt x="0" y="0"/>
                  </a:lnTo>
                  <a:lnTo>
                    <a:pt x="23813" y="16192"/>
                  </a:lnTo>
                  <a:lnTo>
                    <a:pt x="599122" y="16192"/>
                  </a:lnTo>
                  <a:lnTo>
                    <a:pt x="608647" y="16192"/>
                  </a:lnTo>
                  <a:lnTo>
                    <a:pt x="1183005" y="16192"/>
                  </a:lnTo>
                  <a:lnTo>
                    <a:pt x="1206817" y="0"/>
                  </a:lnTo>
                  <a:close/>
                </a:path>
              </a:pathLst>
            </a:custGeom>
            <a:solidFill>
              <a:srgbClr val="66737C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19" name="Rectangle: Top Corners Rounded 18">
              <a:extLst>
                <a:ext uri="{FF2B5EF4-FFF2-40B4-BE49-F238E27FC236}">
                  <a16:creationId xmlns:a16="http://schemas.microsoft.com/office/drawing/2014/main" id="{E3C3F168-C5B9-FBDF-984C-4D17E19ADBFF}"/>
                </a:ext>
              </a:extLst>
            </p:cNvPr>
            <p:cNvSpPr/>
            <p:nvPr/>
          </p:nvSpPr>
          <p:spPr>
            <a:xfrm>
              <a:off x="4638243" y="1917560"/>
              <a:ext cx="1309755" cy="871517"/>
            </a:xfrm>
            <a:prstGeom prst="round2SameRect">
              <a:avLst>
                <a:gd name="adj1" fmla="val 5009"/>
                <a:gd name="adj2" fmla="val 0"/>
              </a:avLst>
            </a:prstGeom>
            <a:solidFill>
              <a:srgbClr val="8C8A8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E43EE72-0091-FB67-B4DE-5C8F2B1C0972}"/>
                </a:ext>
              </a:extLst>
            </p:cNvPr>
            <p:cNvSpPr/>
            <p:nvPr/>
          </p:nvSpPr>
          <p:spPr>
            <a:xfrm>
              <a:off x="4637456" y="1957231"/>
              <a:ext cx="1314141" cy="831846"/>
            </a:xfrm>
            <a:custGeom>
              <a:avLst/>
              <a:gdLst>
                <a:gd name="connsiteX0" fmla="*/ 0 w 1063942"/>
                <a:gd name="connsiteY0" fmla="*/ 0 h 639127"/>
                <a:gd name="connsiteX1" fmla="*/ 1063943 w 1063942"/>
                <a:gd name="connsiteY1" fmla="*/ 0 h 639127"/>
                <a:gd name="connsiteX2" fmla="*/ 1063943 w 1063942"/>
                <a:gd name="connsiteY2" fmla="*/ 639128 h 639127"/>
                <a:gd name="connsiteX3" fmla="*/ 0 w 1063942"/>
                <a:gd name="connsiteY3" fmla="*/ 639128 h 63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3942" h="639127">
                  <a:moveTo>
                    <a:pt x="0" y="0"/>
                  </a:moveTo>
                  <a:lnTo>
                    <a:pt x="1063943" y="0"/>
                  </a:lnTo>
                  <a:lnTo>
                    <a:pt x="1063943" y="639128"/>
                  </a:lnTo>
                  <a:lnTo>
                    <a:pt x="0" y="639128"/>
                  </a:lnTo>
                  <a:close/>
                </a:path>
              </a:pathLst>
            </a:custGeom>
            <a:solidFill>
              <a:srgbClr val="3E42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8B93DF6-BBBE-C678-1F1C-FA8B1FC0FB15}"/>
                </a:ext>
              </a:extLst>
            </p:cNvPr>
            <p:cNvSpPr/>
            <p:nvPr/>
          </p:nvSpPr>
          <p:spPr>
            <a:xfrm>
              <a:off x="4620283" y="2198974"/>
              <a:ext cx="632255" cy="44628"/>
            </a:xfrm>
            <a:custGeom>
              <a:avLst/>
              <a:gdLst>
                <a:gd name="connsiteX0" fmla="*/ 0 w 485775"/>
                <a:gd name="connsiteY0" fmla="*/ 0 h 34289"/>
                <a:gd name="connsiteX1" fmla="*/ 485775 w 485775"/>
                <a:gd name="connsiteY1" fmla="*/ 0 h 34289"/>
                <a:gd name="connsiteX2" fmla="*/ 485775 w 485775"/>
                <a:gd name="connsiteY2" fmla="*/ 34290 h 34289"/>
                <a:gd name="connsiteX3" fmla="*/ 0 w 485775"/>
                <a:gd name="connsiteY3" fmla="*/ 34290 h 3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4289">
                  <a:moveTo>
                    <a:pt x="0" y="0"/>
                  </a:moveTo>
                  <a:lnTo>
                    <a:pt x="485775" y="0"/>
                  </a:lnTo>
                  <a:lnTo>
                    <a:pt x="485775" y="34290"/>
                  </a:lnTo>
                  <a:lnTo>
                    <a:pt x="0" y="34290"/>
                  </a:lnTo>
                  <a:close/>
                </a:path>
              </a:pathLst>
            </a:custGeom>
            <a:solidFill>
              <a:srgbClr val="3993D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E5CB351-3251-826B-E237-C4215ED45FE2}"/>
                </a:ext>
              </a:extLst>
            </p:cNvPr>
            <p:cNvSpPr/>
            <p:nvPr/>
          </p:nvSpPr>
          <p:spPr>
            <a:xfrm>
              <a:off x="5252538" y="1957231"/>
              <a:ext cx="700259" cy="831846"/>
            </a:xfrm>
            <a:custGeom>
              <a:avLst/>
              <a:gdLst>
                <a:gd name="connsiteX0" fmla="*/ 0 w 578167"/>
                <a:gd name="connsiteY0" fmla="*/ 0 h 639127"/>
                <a:gd name="connsiteX1" fmla="*/ 578168 w 578167"/>
                <a:gd name="connsiteY1" fmla="*/ 0 h 639127"/>
                <a:gd name="connsiteX2" fmla="*/ 578168 w 578167"/>
                <a:gd name="connsiteY2" fmla="*/ 639128 h 639127"/>
                <a:gd name="connsiteX3" fmla="*/ 0 w 578167"/>
                <a:gd name="connsiteY3" fmla="*/ 639128 h 63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167" h="639127">
                  <a:moveTo>
                    <a:pt x="0" y="0"/>
                  </a:moveTo>
                  <a:lnTo>
                    <a:pt x="578168" y="0"/>
                  </a:lnTo>
                  <a:lnTo>
                    <a:pt x="578168" y="639128"/>
                  </a:lnTo>
                  <a:lnTo>
                    <a:pt x="0" y="639128"/>
                  </a:lnTo>
                  <a:close/>
                </a:path>
              </a:pathLst>
            </a:custGeom>
            <a:solidFill>
              <a:srgbClr val="4D51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grpSp>
          <p:nvGrpSpPr>
            <p:cNvPr id="23" name="Graphic 35">
              <a:extLst>
                <a:ext uri="{FF2B5EF4-FFF2-40B4-BE49-F238E27FC236}">
                  <a16:creationId xmlns:a16="http://schemas.microsoft.com/office/drawing/2014/main" id="{5A29D700-7E05-9BBF-D11A-D33A6B4DD60B}"/>
                </a:ext>
              </a:extLst>
            </p:cNvPr>
            <p:cNvGrpSpPr/>
            <p:nvPr/>
          </p:nvGrpSpPr>
          <p:grpSpPr>
            <a:xfrm>
              <a:off x="5279812" y="2041531"/>
              <a:ext cx="659776" cy="623575"/>
              <a:chOff x="5563552" y="3874294"/>
              <a:chExt cx="536257" cy="479107"/>
            </a:xfrm>
          </p:grpSpPr>
          <p:grpSp>
            <p:nvGrpSpPr>
              <p:cNvPr id="38" name="Graphic 35">
                <a:extLst>
                  <a:ext uri="{FF2B5EF4-FFF2-40B4-BE49-F238E27FC236}">
                    <a16:creationId xmlns:a16="http://schemas.microsoft.com/office/drawing/2014/main" id="{184DC82E-96AD-AD4D-6F10-61CCED991E69}"/>
                  </a:ext>
                </a:extLst>
              </p:cNvPr>
              <p:cNvGrpSpPr/>
              <p:nvPr/>
            </p:nvGrpSpPr>
            <p:grpSpPr>
              <a:xfrm>
                <a:off x="5563552" y="3874294"/>
                <a:ext cx="14287" cy="468630"/>
                <a:chOff x="5563552" y="3874294"/>
                <a:chExt cx="14287" cy="468630"/>
              </a:xfrm>
              <a:solidFill>
                <a:srgbClr val="94A4A4"/>
              </a:solidFill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2A569EE4-BDD3-CB20-18C4-093B7D9DACBF}"/>
                    </a:ext>
                  </a:extLst>
                </p:cNvPr>
                <p:cNvSpPr/>
                <p:nvPr/>
              </p:nvSpPr>
              <p:spPr>
                <a:xfrm>
                  <a:off x="5563552" y="4322921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9646870B-38B8-E157-5D89-5316A4E1DBA2}"/>
                    </a:ext>
                  </a:extLst>
                </p:cNvPr>
                <p:cNvSpPr/>
                <p:nvPr/>
              </p:nvSpPr>
              <p:spPr>
                <a:xfrm>
                  <a:off x="5563552" y="4288631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BD268708-A266-F437-1A34-91AE95F966D9}"/>
                    </a:ext>
                  </a:extLst>
                </p:cNvPr>
                <p:cNvSpPr/>
                <p:nvPr/>
              </p:nvSpPr>
              <p:spPr>
                <a:xfrm>
                  <a:off x="5563552" y="4254341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FDFB244F-A98B-77FC-22A7-24FB5608BE2F}"/>
                    </a:ext>
                  </a:extLst>
                </p:cNvPr>
                <p:cNvSpPr/>
                <p:nvPr/>
              </p:nvSpPr>
              <p:spPr>
                <a:xfrm>
                  <a:off x="5563552" y="4220051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14510860-1BFD-8E7D-6F89-74714E606546}"/>
                    </a:ext>
                  </a:extLst>
                </p:cNvPr>
                <p:cNvSpPr/>
                <p:nvPr/>
              </p:nvSpPr>
              <p:spPr>
                <a:xfrm>
                  <a:off x="5563552" y="4184809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E3663799-D63F-F1DD-64BB-CA443655FDB7}"/>
                    </a:ext>
                  </a:extLst>
                </p:cNvPr>
                <p:cNvSpPr/>
                <p:nvPr/>
              </p:nvSpPr>
              <p:spPr>
                <a:xfrm>
                  <a:off x="5563552" y="4150519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31F393A8-DA8F-A8AC-DA25-F8865F89CAA6}"/>
                    </a:ext>
                  </a:extLst>
                </p:cNvPr>
                <p:cNvSpPr/>
                <p:nvPr/>
              </p:nvSpPr>
              <p:spPr>
                <a:xfrm>
                  <a:off x="5563552" y="4116229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3EF31330-95BE-0916-1A09-00DCDBCDE3BE}"/>
                    </a:ext>
                  </a:extLst>
                </p:cNvPr>
                <p:cNvSpPr/>
                <p:nvPr/>
              </p:nvSpPr>
              <p:spPr>
                <a:xfrm>
                  <a:off x="5563552" y="4081939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0E065994-A97C-C487-FE11-7CEF8E57F819}"/>
                    </a:ext>
                  </a:extLst>
                </p:cNvPr>
                <p:cNvSpPr/>
                <p:nvPr/>
              </p:nvSpPr>
              <p:spPr>
                <a:xfrm>
                  <a:off x="5563552" y="4047649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726B2536-AE68-BE0B-7E11-FC6ECB823B3E}"/>
                    </a:ext>
                  </a:extLst>
                </p:cNvPr>
                <p:cNvSpPr/>
                <p:nvPr/>
              </p:nvSpPr>
              <p:spPr>
                <a:xfrm>
                  <a:off x="5563552" y="4012406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9D617A15-A73A-B2EA-46B6-133D546DE82E}"/>
                    </a:ext>
                  </a:extLst>
                </p:cNvPr>
                <p:cNvSpPr/>
                <p:nvPr/>
              </p:nvSpPr>
              <p:spPr>
                <a:xfrm>
                  <a:off x="5563552" y="3978116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7021D89F-B70F-47A7-B59F-848D8B8BC222}"/>
                    </a:ext>
                  </a:extLst>
                </p:cNvPr>
                <p:cNvSpPr/>
                <p:nvPr/>
              </p:nvSpPr>
              <p:spPr>
                <a:xfrm>
                  <a:off x="5563552" y="3943826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CBACB6FA-6595-948D-AD85-5D742AF7B013}"/>
                    </a:ext>
                  </a:extLst>
                </p:cNvPr>
                <p:cNvSpPr/>
                <p:nvPr/>
              </p:nvSpPr>
              <p:spPr>
                <a:xfrm>
                  <a:off x="5563552" y="3909536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2 h 20002"/>
                    <a:gd name="connsiteX3" fmla="*/ 0 w 14287"/>
                    <a:gd name="connsiteY3" fmla="*/ 20002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2"/>
                      </a:lnTo>
                      <a:lnTo>
                        <a:pt x="0" y="20002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2C20193B-F559-A2D1-84E9-B0D86E1423D2}"/>
                    </a:ext>
                  </a:extLst>
                </p:cNvPr>
                <p:cNvSpPr/>
                <p:nvPr/>
              </p:nvSpPr>
              <p:spPr>
                <a:xfrm>
                  <a:off x="5563552" y="3874294"/>
                  <a:ext cx="14287" cy="20002"/>
                </a:xfrm>
                <a:custGeom>
                  <a:avLst/>
                  <a:gdLst>
                    <a:gd name="connsiteX0" fmla="*/ 0 w 14287"/>
                    <a:gd name="connsiteY0" fmla="*/ 0 h 20002"/>
                    <a:gd name="connsiteX1" fmla="*/ 14288 w 14287"/>
                    <a:gd name="connsiteY1" fmla="*/ 0 h 20002"/>
                    <a:gd name="connsiteX2" fmla="*/ 14288 w 14287"/>
                    <a:gd name="connsiteY2" fmla="*/ 20003 h 20002"/>
                    <a:gd name="connsiteX3" fmla="*/ 0 w 14287"/>
                    <a:gd name="connsiteY3" fmla="*/ 20003 h 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" h="20002">
                      <a:moveTo>
                        <a:pt x="0" y="0"/>
                      </a:moveTo>
                      <a:lnTo>
                        <a:pt x="14288" y="0"/>
                      </a:lnTo>
                      <a:lnTo>
                        <a:pt x="14288" y="20003"/>
                      </a:lnTo>
                      <a:lnTo>
                        <a:pt x="0" y="20003"/>
                      </a:lnTo>
                      <a:close/>
                    </a:path>
                  </a:pathLst>
                </a:custGeom>
                <a:solidFill>
                  <a:srgbClr val="94A4A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</p:grp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91B7FC04-B1FD-BE48-9A13-9278A7440651}"/>
                  </a:ext>
                </a:extLst>
              </p:cNvPr>
              <p:cNvSpPr/>
              <p:nvPr/>
            </p:nvSpPr>
            <p:spPr>
              <a:xfrm>
                <a:off x="5650230" y="3876199"/>
                <a:ext cx="38100" cy="20002"/>
              </a:xfrm>
              <a:custGeom>
                <a:avLst/>
                <a:gdLst>
                  <a:gd name="connsiteX0" fmla="*/ 0 w 38100"/>
                  <a:gd name="connsiteY0" fmla="*/ 0 h 20002"/>
                  <a:gd name="connsiteX1" fmla="*/ 38100 w 38100"/>
                  <a:gd name="connsiteY1" fmla="*/ 0 h 20002"/>
                  <a:gd name="connsiteX2" fmla="*/ 38100 w 38100"/>
                  <a:gd name="connsiteY2" fmla="*/ 20002 h 20002"/>
                  <a:gd name="connsiteX3" fmla="*/ 0 w 38100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20002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7D03A05A-9A3E-487B-C6C2-451AFCF71A7F}"/>
                  </a:ext>
                </a:extLst>
              </p:cNvPr>
              <p:cNvSpPr/>
              <p:nvPr/>
            </p:nvSpPr>
            <p:spPr>
              <a:xfrm>
                <a:off x="5650230" y="3909536"/>
                <a:ext cx="38100" cy="20002"/>
              </a:xfrm>
              <a:custGeom>
                <a:avLst/>
                <a:gdLst>
                  <a:gd name="connsiteX0" fmla="*/ 0 w 38100"/>
                  <a:gd name="connsiteY0" fmla="*/ 0 h 20002"/>
                  <a:gd name="connsiteX1" fmla="*/ 38100 w 38100"/>
                  <a:gd name="connsiteY1" fmla="*/ 0 h 20002"/>
                  <a:gd name="connsiteX2" fmla="*/ 38100 w 38100"/>
                  <a:gd name="connsiteY2" fmla="*/ 20002 h 20002"/>
                  <a:gd name="connsiteX3" fmla="*/ 0 w 38100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20002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A9F0DAD-79C1-1D4D-0210-94FC28871510}"/>
                  </a:ext>
                </a:extLst>
              </p:cNvPr>
              <p:cNvSpPr/>
              <p:nvPr/>
            </p:nvSpPr>
            <p:spPr>
              <a:xfrm>
                <a:off x="5650230" y="4071461"/>
                <a:ext cx="38100" cy="20002"/>
              </a:xfrm>
              <a:custGeom>
                <a:avLst/>
                <a:gdLst>
                  <a:gd name="connsiteX0" fmla="*/ 0 w 38100"/>
                  <a:gd name="connsiteY0" fmla="*/ 0 h 20002"/>
                  <a:gd name="connsiteX1" fmla="*/ 38100 w 38100"/>
                  <a:gd name="connsiteY1" fmla="*/ 0 h 20002"/>
                  <a:gd name="connsiteX2" fmla="*/ 38100 w 38100"/>
                  <a:gd name="connsiteY2" fmla="*/ 20002 h 20002"/>
                  <a:gd name="connsiteX3" fmla="*/ 0 w 38100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20002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C72341B-8C64-69A5-B7A9-E08B7739FF7E}"/>
                  </a:ext>
                </a:extLst>
              </p:cNvPr>
              <p:cNvSpPr/>
              <p:nvPr/>
            </p:nvSpPr>
            <p:spPr>
              <a:xfrm>
                <a:off x="5650230" y="4136231"/>
                <a:ext cx="38100" cy="20002"/>
              </a:xfrm>
              <a:custGeom>
                <a:avLst/>
                <a:gdLst>
                  <a:gd name="connsiteX0" fmla="*/ 0 w 38100"/>
                  <a:gd name="connsiteY0" fmla="*/ 0 h 20002"/>
                  <a:gd name="connsiteX1" fmla="*/ 38100 w 38100"/>
                  <a:gd name="connsiteY1" fmla="*/ 0 h 20002"/>
                  <a:gd name="connsiteX2" fmla="*/ 38100 w 38100"/>
                  <a:gd name="connsiteY2" fmla="*/ 20003 h 20002"/>
                  <a:gd name="connsiteX3" fmla="*/ 0 w 38100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20002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E1A5329-5687-AF3D-1B6D-9A8BD5953B71}"/>
                  </a:ext>
                </a:extLst>
              </p:cNvPr>
              <p:cNvSpPr/>
              <p:nvPr/>
            </p:nvSpPr>
            <p:spPr>
              <a:xfrm>
                <a:off x="5650230" y="4333399"/>
                <a:ext cx="38100" cy="20002"/>
              </a:xfrm>
              <a:custGeom>
                <a:avLst/>
                <a:gdLst>
                  <a:gd name="connsiteX0" fmla="*/ 0 w 38100"/>
                  <a:gd name="connsiteY0" fmla="*/ 0 h 20002"/>
                  <a:gd name="connsiteX1" fmla="*/ 38100 w 38100"/>
                  <a:gd name="connsiteY1" fmla="*/ 0 h 20002"/>
                  <a:gd name="connsiteX2" fmla="*/ 38100 w 38100"/>
                  <a:gd name="connsiteY2" fmla="*/ 20003 h 20002"/>
                  <a:gd name="connsiteX3" fmla="*/ 0 w 38100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20002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40072B1-1F81-59A3-599F-FAD80E87FA95}"/>
                  </a:ext>
                </a:extLst>
              </p:cNvPr>
              <p:cNvSpPr/>
              <p:nvPr/>
            </p:nvSpPr>
            <p:spPr>
              <a:xfrm>
                <a:off x="5688330" y="3939064"/>
                <a:ext cx="183832" cy="20002"/>
              </a:xfrm>
              <a:custGeom>
                <a:avLst/>
                <a:gdLst>
                  <a:gd name="connsiteX0" fmla="*/ 0 w 183832"/>
                  <a:gd name="connsiteY0" fmla="*/ 0 h 20002"/>
                  <a:gd name="connsiteX1" fmla="*/ 183833 w 183832"/>
                  <a:gd name="connsiteY1" fmla="*/ 0 h 20002"/>
                  <a:gd name="connsiteX2" fmla="*/ 183833 w 183832"/>
                  <a:gd name="connsiteY2" fmla="*/ 20002 h 20002"/>
                  <a:gd name="connsiteX3" fmla="*/ 0 w 183832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832" h="20002">
                    <a:moveTo>
                      <a:pt x="0" y="0"/>
                    </a:moveTo>
                    <a:lnTo>
                      <a:pt x="183833" y="0"/>
                    </a:lnTo>
                    <a:lnTo>
                      <a:pt x="183833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F656F82-F749-1136-CB84-B4D18F6E2F52}"/>
                  </a:ext>
                </a:extLst>
              </p:cNvPr>
              <p:cNvSpPr/>
              <p:nvPr/>
            </p:nvSpPr>
            <p:spPr>
              <a:xfrm>
                <a:off x="5877877" y="3939064"/>
                <a:ext cx="96202" cy="20002"/>
              </a:xfrm>
              <a:custGeom>
                <a:avLst/>
                <a:gdLst>
                  <a:gd name="connsiteX0" fmla="*/ 0 w 96202"/>
                  <a:gd name="connsiteY0" fmla="*/ 0 h 20002"/>
                  <a:gd name="connsiteX1" fmla="*/ 96203 w 96202"/>
                  <a:gd name="connsiteY1" fmla="*/ 0 h 20002"/>
                  <a:gd name="connsiteX2" fmla="*/ 96203 w 96202"/>
                  <a:gd name="connsiteY2" fmla="*/ 20002 h 20002"/>
                  <a:gd name="connsiteX3" fmla="*/ 0 w 96202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202" h="20002">
                    <a:moveTo>
                      <a:pt x="0" y="0"/>
                    </a:moveTo>
                    <a:lnTo>
                      <a:pt x="96203" y="0"/>
                    </a:lnTo>
                    <a:lnTo>
                      <a:pt x="96203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6FBB8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0720C29-1CB5-ABFF-0135-71020A39EC9C}"/>
                  </a:ext>
                </a:extLst>
              </p:cNvPr>
              <p:cNvSpPr/>
              <p:nvPr/>
            </p:nvSpPr>
            <p:spPr>
              <a:xfrm>
                <a:off x="5846445" y="4266724"/>
                <a:ext cx="96202" cy="20002"/>
              </a:xfrm>
              <a:custGeom>
                <a:avLst/>
                <a:gdLst>
                  <a:gd name="connsiteX0" fmla="*/ 0 w 96202"/>
                  <a:gd name="connsiteY0" fmla="*/ 0 h 20002"/>
                  <a:gd name="connsiteX1" fmla="*/ 96202 w 96202"/>
                  <a:gd name="connsiteY1" fmla="*/ 0 h 20002"/>
                  <a:gd name="connsiteX2" fmla="*/ 96202 w 96202"/>
                  <a:gd name="connsiteY2" fmla="*/ 20002 h 20002"/>
                  <a:gd name="connsiteX3" fmla="*/ 0 w 96202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202" h="20002">
                    <a:moveTo>
                      <a:pt x="0" y="0"/>
                    </a:moveTo>
                    <a:lnTo>
                      <a:pt x="96202" y="0"/>
                    </a:lnTo>
                    <a:lnTo>
                      <a:pt x="96202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9B9B567B-A686-BF57-0433-62AB35A465D1}"/>
                  </a:ext>
                </a:extLst>
              </p:cNvPr>
              <p:cNvSpPr/>
              <p:nvPr/>
            </p:nvSpPr>
            <p:spPr>
              <a:xfrm>
                <a:off x="5884545" y="4234339"/>
                <a:ext cx="96202" cy="20002"/>
              </a:xfrm>
              <a:custGeom>
                <a:avLst/>
                <a:gdLst>
                  <a:gd name="connsiteX0" fmla="*/ 0 w 96202"/>
                  <a:gd name="connsiteY0" fmla="*/ 0 h 20002"/>
                  <a:gd name="connsiteX1" fmla="*/ 96202 w 96202"/>
                  <a:gd name="connsiteY1" fmla="*/ 0 h 20002"/>
                  <a:gd name="connsiteX2" fmla="*/ 96202 w 96202"/>
                  <a:gd name="connsiteY2" fmla="*/ 20002 h 20002"/>
                  <a:gd name="connsiteX3" fmla="*/ 0 w 96202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202" h="20002">
                    <a:moveTo>
                      <a:pt x="0" y="0"/>
                    </a:moveTo>
                    <a:lnTo>
                      <a:pt x="96202" y="0"/>
                    </a:lnTo>
                    <a:lnTo>
                      <a:pt x="96202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6FBB8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9C76EC7-4367-BD99-FE5C-D8DB43B0ADC3}"/>
                  </a:ext>
                </a:extLst>
              </p:cNvPr>
              <p:cNvSpPr/>
              <p:nvPr/>
            </p:nvSpPr>
            <p:spPr>
              <a:xfrm>
                <a:off x="5880735" y="4164806"/>
                <a:ext cx="96202" cy="20002"/>
              </a:xfrm>
              <a:custGeom>
                <a:avLst/>
                <a:gdLst>
                  <a:gd name="connsiteX0" fmla="*/ 0 w 96202"/>
                  <a:gd name="connsiteY0" fmla="*/ 0 h 20002"/>
                  <a:gd name="connsiteX1" fmla="*/ 96203 w 96202"/>
                  <a:gd name="connsiteY1" fmla="*/ 0 h 20002"/>
                  <a:gd name="connsiteX2" fmla="*/ 96203 w 96202"/>
                  <a:gd name="connsiteY2" fmla="*/ 20003 h 20002"/>
                  <a:gd name="connsiteX3" fmla="*/ 0 w 96202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202" h="20002">
                    <a:moveTo>
                      <a:pt x="0" y="0"/>
                    </a:moveTo>
                    <a:lnTo>
                      <a:pt x="96203" y="0"/>
                    </a:lnTo>
                    <a:lnTo>
                      <a:pt x="96203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B6A1FE4-49F1-0D43-A7C0-98F6780A6D8A}"/>
                  </a:ext>
                </a:extLst>
              </p:cNvPr>
              <p:cNvSpPr/>
              <p:nvPr/>
            </p:nvSpPr>
            <p:spPr>
              <a:xfrm>
                <a:off x="5688330" y="3972401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8 w 60007"/>
                  <a:gd name="connsiteY1" fmla="*/ 0 h 20002"/>
                  <a:gd name="connsiteX2" fmla="*/ 60008 w 60007"/>
                  <a:gd name="connsiteY2" fmla="*/ 20002 h 20002"/>
                  <a:gd name="connsiteX3" fmla="*/ 0 w 6000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8" y="0"/>
                    </a:lnTo>
                    <a:lnTo>
                      <a:pt x="60008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0A4CAEE-604B-E899-6400-B8A1E95FBB65}"/>
                  </a:ext>
                </a:extLst>
              </p:cNvPr>
              <p:cNvSpPr/>
              <p:nvPr/>
            </p:nvSpPr>
            <p:spPr>
              <a:xfrm>
                <a:off x="5688330" y="4199096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8 w 60007"/>
                  <a:gd name="connsiteY1" fmla="*/ 0 h 20002"/>
                  <a:gd name="connsiteX2" fmla="*/ 60008 w 60007"/>
                  <a:gd name="connsiteY2" fmla="*/ 20003 h 20002"/>
                  <a:gd name="connsiteX3" fmla="*/ 0 w 60007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8" y="0"/>
                    </a:lnTo>
                    <a:lnTo>
                      <a:pt x="60008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AACD21E-287D-C1F8-9A9E-D0F23AA947A7}"/>
                  </a:ext>
                </a:extLst>
              </p:cNvPr>
              <p:cNvSpPr/>
              <p:nvPr/>
            </p:nvSpPr>
            <p:spPr>
              <a:xfrm>
                <a:off x="5760720" y="4266724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7 w 60007"/>
                  <a:gd name="connsiteY1" fmla="*/ 0 h 20002"/>
                  <a:gd name="connsiteX2" fmla="*/ 60007 w 60007"/>
                  <a:gd name="connsiteY2" fmla="*/ 20002 h 20002"/>
                  <a:gd name="connsiteX3" fmla="*/ 0 w 6000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7" y="0"/>
                    </a:lnTo>
                    <a:lnTo>
                      <a:pt x="60007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3993D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F2D3ACEA-BD9C-982B-DE9B-D2E254D5507B}"/>
                  </a:ext>
                </a:extLst>
              </p:cNvPr>
              <p:cNvSpPr/>
              <p:nvPr/>
            </p:nvSpPr>
            <p:spPr>
              <a:xfrm>
                <a:off x="5760720" y="3972401"/>
                <a:ext cx="143827" cy="20002"/>
              </a:xfrm>
              <a:custGeom>
                <a:avLst/>
                <a:gdLst>
                  <a:gd name="connsiteX0" fmla="*/ 0 w 143827"/>
                  <a:gd name="connsiteY0" fmla="*/ 0 h 20002"/>
                  <a:gd name="connsiteX1" fmla="*/ 143827 w 143827"/>
                  <a:gd name="connsiteY1" fmla="*/ 0 h 20002"/>
                  <a:gd name="connsiteX2" fmla="*/ 143827 w 143827"/>
                  <a:gd name="connsiteY2" fmla="*/ 20002 h 20002"/>
                  <a:gd name="connsiteX3" fmla="*/ 0 w 14382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27" h="20002">
                    <a:moveTo>
                      <a:pt x="0" y="0"/>
                    </a:moveTo>
                    <a:lnTo>
                      <a:pt x="143827" y="0"/>
                    </a:lnTo>
                    <a:lnTo>
                      <a:pt x="143827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DFF4A8F-4600-AA60-002A-FE752275A380}"/>
                  </a:ext>
                </a:extLst>
              </p:cNvPr>
              <p:cNvSpPr/>
              <p:nvPr/>
            </p:nvSpPr>
            <p:spPr>
              <a:xfrm>
                <a:off x="5955982" y="4266724"/>
                <a:ext cx="143827" cy="20002"/>
              </a:xfrm>
              <a:custGeom>
                <a:avLst/>
                <a:gdLst>
                  <a:gd name="connsiteX0" fmla="*/ 0 w 143827"/>
                  <a:gd name="connsiteY0" fmla="*/ 0 h 20002"/>
                  <a:gd name="connsiteX1" fmla="*/ 143827 w 143827"/>
                  <a:gd name="connsiteY1" fmla="*/ 0 h 20002"/>
                  <a:gd name="connsiteX2" fmla="*/ 143827 w 143827"/>
                  <a:gd name="connsiteY2" fmla="*/ 20002 h 20002"/>
                  <a:gd name="connsiteX3" fmla="*/ 0 w 14382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27" h="20002">
                    <a:moveTo>
                      <a:pt x="0" y="0"/>
                    </a:moveTo>
                    <a:lnTo>
                      <a:pt x="143827" y="0"/>
                    </a:lnTo>
                    <a:lnTo>
                      <a:pt x="143827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48320DCD-49BA-C079-135A-DA27E8FB82FB}"/>
                  </a:ext>
                </a:extLst>
              </p:cNvPr>
              <p:cNvSpPr/>
              <p:nvPr/>
            </p:nvSpPr>
            <p:spPr>
              <a:xfrm>
                <a:off x="5688330" y="4006691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8 w 60007"/>
                  <a:gd name="connsiteY1" fmla="*/ 0 h 20002"/>
                  <a:gd name="connsiteX2" fmla="*/ 60008 w 60007"/>
                  <a:gd name="connsiteY2" fmla="*/ 20002 h 20002"/>
                  <a:gd name="connsiteX3" fmla="*/ 0 w 6000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8" y="0"/>
                    </a:lnTo>
                    <a:lnTo>
                      <a:pt x="60008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008315A-6B58-2CFB-E90D-EB737A9AB9B1}"/>
                  </a:ext>
                </a:extLst>
              </p:cNvPr>
              <p:cNvSpPr/>
              <p:nvPr/>
            </p:nvSpPr>
            <p:spPr>
              <a:xfrm>
                <a:off x="5688330" y="4298156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8 w 60007"/>
                  <a:gd name="connsiteY1" fmla="*/ 0 h 20002"/>
                  <a:gd name="connsiteX2" fmla="*/ 60008 w 60007"/>
                  <a:gd name="connsiteY2" fmla="*/ 20003 h 20002"/>
                  <a:gd name="connsiteX3" fmla="*/ 0 w 60007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8" y="0"/>
                    </a:lnTo>
                    <a:lnTo>
                      <a:pt x="60008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6FBB8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B522B29-6248-B289-42A6-2E3F0C3BC9B8}"/>
                  </a:ext>
                </a:extLst>
              </p:cNvPr>
              <p:cNvSpPr/>
              <p:nvPr/>
            </p:nvSpPr>
            <p:spPr>
              <a:xfrm>
                <a:off x="5688330" y="4266724"/>
                <a:ext cx="60007" cy="20002"/>
              </a:xfrm>
              <a:custGeom>
                <a:avLst/>
                <a:gdLst>
                  <a:gd name="connsiteX0" fmla="*/ 0 w 60007"/>
                  <a:gd name="connsiteY0" fmla="*/ 0 h 20002"/>
                  <a:gd name="connsiteX1" fmla="*/ 60008 w 60007"/>
                  <a:gd name="connsiteY1" fmla="*/ 0 h 20002"/>
                  <a:gd name="connsiteX2" fmla="*/ 60008 w 60007"/>
                  <a:gd name="connsiteY2" fmla="*/ 20002 h 20002"/>
                  <a:gd name="connsiteX3" fmla="*/ 0 w 60007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07" h="20002">
                    <a:moveTo>
                      <a:pt x="0" y="0"/>
                    </a:moveTo>
                    <a:lnTo>
                      <a:pt x="60008" y="0"/>
                    </a:lnTo>
                    <a:lnTo>
                      <a:pt x="60008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E57B2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26747F0-8FE8-8D44-77B4-2FE44E580195}"/>
                  </a:ext>
                </a:extLst>
              </p:cNvPr>
              <p:cNvSpPr/>
              <p:nvPr/>
            </p:nvSpPr>
            <p:spPr>
              <a:xfrm>
                <a:off x="5688330" y="4037171"/>
                <a:ext cx="96202" cy="20002"/>
              </a:xfrm>
              <a:custGeom>
                <a:avLst/>
                <a:gdLst>
                  <a:gd name="connsiteX0" fmla="*/ 0 w 96202"/>
                  <a:gd name="connsiteY0" fmla="*/ 0 h 20002"/>
                  <a:gd name="connsiteX1" fmla="*/ 96203 w 96202"/>
                  <a:gd name="connsiteY1" fmla="*/ 0 h 20002"/>
                  <a:gd name="connsiteX2" fmla="*/ 96203 w 96202"/>
                  <a:gd name="connsiteY2" fmla="*/ 20003 h 20002"/>
                  <a:gd name="connsiteX3" fmla="*/ 0 w 96202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202" h="20002">
                    <a:moveTo>
                      <a:pt x="0" y="0"/>
                    </a:moveTo>
                    <a:lnTo>
                      <a:pt x="96203" y="0"/>
                    </a:lnTo>
                    <a:lnTo>
                      <a:pt x="96203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6FBB8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65C4B30F-05AA-9B76-9D03-9B0BF4B81C37}"/>
                  </a:ext>
                </a:extLst>
              </p:cNvPr>
              <p:cNvSpPr/>
              <p:nvPr/>
            </p:nvSpPr>
            <p:spPr>
              <a:xfrm>
                <a:off x="5801677" y="4037171"/>
                <a:ext cx="183832" cy="20002"/>
              </a:xfrm>
              <a:custGeom>
                <a:avLst/>
                <a:gdLst>
                  <a:gd name="connsiteX0" fmla="*/ 0 w 183832"/>
                  <a:gd name="connsiteY0" fmla="*/ 0 h 20002"/>
                  <a:gd name="connsiteX1" fmla="*/ 183832 w 183832"/>
                  <a:gd name="connsiteY1" fmla="*/ 0 h 20002"/>
                  <a:gd name="connsiteX2" fmla="*/ 183832 w 183832"/>
                  <a:gd name="connsiteY2" fmla="*/ 20003 h 20002"/>
                  <a:gd name="connsiteX3" fmla="*/ 0 w 183832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832" h="20002">
                    <a:moveTo>
                      <a:pt x="0" y="0"/>
                    </a:moveTo>
                    <a:lnTo>
                      <a:pt x="183832" y="0"/>
                    </a:lnTo>
                    <a:lnTo>
                      <a:pt x="183832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5FFD3CB1-3653-63A4-ABF9-6A7766C7BCB1}"/>
                  </a:ext>
                </a:extLst>
              </p:cNvPr>
              <p:cNvSpPr/>
              <p:nvPr/>
            </p:nvSpPr>
            <p:spPr>
              <a:xfrm>
                <a:off x="5688330" y="4164806"/>
                <a:ext cx="183832" cy="20002"/>
              </a:xfrm>
              <a:custGeom>
                <a:avLst/>
                <a:gdLst>
                  <a:gd name="connsiteX0" fmla="*/ 0 w 183832"/>
                  <a:gd name="connsiteY0" fmla="*/ 0 h 20002"/>
                  <a:gd name="connsiteX1" fmla="*/ 183833 w 183832"/>
                  <a:gd name="connsiteY1" fmla="*/ 0 h 20002"/>
                  <a:gd name="connsiteX2" fmla="*/ 183833 w 183832"/>
                  <a:gd name="connsiteY2" fmla="*/ 20003 h 20002"/>
                  <a:gd name="connsiteX3" fmla="*/ 0 w 183832"/>
                  <a:gd name="connsiteY3" fmla="*/ 20003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832" h="20002">
                    <a:moveTo>
                      <a:pt x="0" y="0"/>
                    </a:moveTo>
                    <a:lnTo>
                      <a:pt x="183833" y="0"/>
                    </a:lnTo>
                    <a:lnTo>
                      <a:pt x="183833" y="20003"/>
                    </a:lnTo>
                    <a:lnTo>
                      <a:pt x="0" y="20003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72B1E11-B265-2F4F-5025-08439010950D}"/>
                  </a:ext>
                </a:extLst>
              </p:cNvPr>
              <p:cNvSpPr/>
              <p:nvPr/>
            </p:nvSpPr>
            <p:spPr>
              <a:xfrm>
                <a:off x="5688330" y="4234339"/>
                <a:ext cx="183832" cy="20002"/>
              </a:xfrm>
              <a:custGeom>
                <a:avLst/>
                <a:gdLst>
                  <a:gd name="connsiteX0" fmla="*/ 0 w 183832"/>
                  <a:gd name="connsiteY0" fmla="*/ 0 h 20002"/>
                  <a:gd name="connsiteX1" fmla="*/ 183833 w 183832"/>
                  <a:gd name="connsiteY1" fmla="*/ 0 h 20002"/>
                  <a:gd name="connsiteX2" fmla="*/ 183833 w 183832"/>
                  <a:gd name="connsiteY2" fmla="*/ 20002 h 20002"/>
                  <a:gd name="connsiteX3" fmla="*/ 0 w 183832"/>
                  <a:gd name="connsiteY3" fmla="*/ 20002 h 2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832" h="20002">
                    <a:moveTo>
                      <a:pt x="0" y="0"/>
                    </a:moveTo>
                    <a:lnTo>
                      <a:pt x="183833" y="0"/>
                    </a:lnTo>
                    <a:lnTo>
                      <a:pt x="183833" y="20002"/>
                    </a:lnTo>
                    <a:lnTo>
                      <a:pt x="0" y="20002"/>
                    </a:lnTo>
                    <a:close/>
                  </a:path>
                </a:pathLst>
              </a:custGeom>
              <a:solidFill>
                <a:srgbClr val="894D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grpSp>
          <p:nvGrpSpPr>
            <p:cNvPr id="24" name="Graphic 35">
              <a:extLst>
                <a:ext uri="{FF2B5EF4-FFF2-40B4-BE49-F238E27FC236}">
                  <a16:creationId xmlns:a16="http://schemas.microsoft.com/office/drawing/2014/main" id="{E1900A18-8629-C729-8BC1-6028D29BE7E4}"/>
                </a:ext>
              </a:extLst>
            </p:cNvPr>
            <p:cNvGrpSpPr/>
            <p:nvPr/>
          </p:nvGrpSpPr>
          <p:grpSpPr>
            <a:xfrm>
              <a:off x="5810409" y="1927478"/>
              <a:ext cx="85540" cy="24794"/>
              <a:chOff x="5971222" y="3786664"/>
              <a:chExt cx="65722" cy="19050"/>
            </a:xfrm>
            <a:solidFill>
              <a:schemeClr val="bg1"/>
            </a:solidFill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82404E53-81E0-94EF-FC5F-C7FEA052B553}"/>
                  </a:ext>
                </a:extLst>
              </p:cNvPr>
              <p:cNvSpPr/>
              <p:nvPr/>
            </p:nvSpPr>
            <p:spPr>
              <a:xfrm>
                <a:off x="5971222" y="3786664"/>
                <a:ext cx="19050" cy="19050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5"/>
                      <a:pt x="14785" y="19050"/>
                      <a:pt x="9525" y="19050"/>
                    </a:cubicBezTo>
                    <a:cubicBezTo>
                      <a:pt x="4265" y="19050"/>
                      <a:pt x="0" y="14785"/>
                      <a:pt x="0" y="9525"/>
                    </a:cubicBezTo>
                    <a:cubicBezTo>
                      <a:pt x="0" y="4264"/>
                      <a:pt x="4265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E0544B1-8F57-F097-BF9A-70CFB4F05C2F}"/>
                  </a:ext>
                </a:extLst>
              </p:cNvPr>
              <p:cNvSpPr/>
              <p:nvPr/>
            </p:nvSpPr>
            <p:spPr>
              <a:xfrm>
                <a:off x="5995035" y="3786664"/>
                <a:ext cx="19050" cy="19050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5"/>
                      <a:pt x="14785" y="19050"/>
                      <a:pt x="9525" y="19050"/>
                    </a:cubicBezTo>
                    <a:cubicBezTo>
                      <a:pt x="4265" y="19050"/>
                      <a:pt x="0" y="14785"/>
                      <a:pt x="0" y="9525"/>
                    </a:cubicBezTo>
                    <a:cubicBezTo>
                      <a:pt x="0" y="4264"/>
                      <a:pt x="4265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D5F8699-B77C-8D18-58FB-FE01C9645322}"/>
                  </a:ext>
                </a:extLst>
              </p:cNvPr>
              <p:cNvSpPr/>
              <p:nvPr/>
            </p:nvSpPr>
            <p:spPr>
              <a:xfrm>
                <a:off x="6017895" y="3786664"/>
                <a:ext cx="19050" cy="19050"/>
              </a:xfrm>
              <a:custGeom>
                <a:avLst/>
                <a:gdLst>
                  <a:gd name="connsiteX0" fmla="*/ 19050 w 19050"/>
                  <a:gd name="connsiteY0" fmla="*/ 9525 h 19050"/>
                  <a:gd name="connsiteX1" fmla="*/ 9525 w 19050"/>
                  <a:gd name="connsiteY1" fmla="*/ 19050 h 19050"/>
                  <a:gd name="connsiteX2" fmla="*/ 0 w 19050"/>
                  <a:gd name="connsiteY2" fmla="*/ 9525 h 19050"/>
                  <a:gd name="connsiteX3" fmla="*/ 9525 w 19050"/>
                  <a:gd name="connsiteY3" fmla="*/ 0 h 19050"/>
                  <a:gd name="connsiteX4" fmla="*/ 19050 w 19050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9050" y="9525"/>
                    </a:moveTo>
                    <a:cubicBezTo>
                      <a:pt x="19050" y="14785"/>
                      <a:pt x="14785" y="19050"/>
                      <a:pt x="9525" y="19050"/>
                    </a:cubicBezTo>
                    <a:cubicBezTo>
                      <a:pt x="4264" y="19050"/>
                      <a:pt x="0" y="14785"/>
                      <a:pt x="0" y="9525"/>
                    </a:cubicBezTo>
                    <a:cubicBezTo>
                      <a:pt x="0" y="4264"/>
                      <a:pt x="4264" y="0"/>
                      <a:pt x="9525" y="0"/>
                    </a:cubicBezTo>
                    <a:cubicBezTo>
                      <a:pt x="14785" y="0"/>
                      <a:pt x="19050" y="4264"/>
                      <a:pt x="19050" y="95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grpSp>
          <p:nvGrpSpPr>
            <p:cNvPr id="25" name="Graphic 35">
              <a:extLst>
                <a:ext uri="{FF2B5EF4-FFF2-40B4-BE49-F238E27FC236}">
                  <a16:creationId xmlns:a16="http://schemas.microsoft.com/office/drawing/2014/main" id="{2FA80416-DE19-E781-D089-AAA820288E96}"/>
                </a:ext>
              </a:extLst>
            </p:cNvPr>
            <p:cNvGrpSpPr/>
            <p:nvPr/>
          </p:nvGrpSpPr>
          <p:grpSpPr>
            <a:xfrm>
              <a:off x="4643838" y="2030373"/>
              <a:ext cx="591343" cy="291332"/>
              <a:chOff x="5074920" y="3865721"/>
              <a:chExt cx="454342" cy="223837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A37C494-F1B4-0B7B-A621-DFF8A76B0D53}"/>
                  </a:ext>
                </a:extLst>
              </p:cNvPr>
              <p:cNvSpPr/>
              <p:nvPr/>
            </p:nvSpPr>
            <p:spPr>
              <a:xfrm>
                <a:off x="5074920" y="3865721"/>
                <a:ext cx="143827" cy="20955"/>
              </a:xfrm>
              <a:custGeom>
                <a:avLst/>
                <a:gdLst>
                  <a:gd name="connsiteX0" fmla="*/ 0 w 143827"/>
                  <a:gd name="connsiteY0" fmla="*/ 0 h 20955"/>
                  <a:gd name="connsiteX1" fmla="*/ 143827 w 143827"/>
                  <a:gd name="connsiteY1" fmla="*/ 0 h 20955"/>
                  <a:gd name="connsiteX2" fmla="*/ 143827 w 143827"/>
                  <a:gd name="connsiteY2" fmla="*/ 20955 h 20955"/>
                  <a:gd name="connsiteX3" fmla="*/ 0 w 143827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27" h="20955">
                    <a:moveTo>
                      <a:pt x="0" y="0"/>
                    </a:moveTo>
                    <a:lnTo>
                      <a:pt x="143827" y="0"/>
                    </a:lnTo>
                    <a:lnTo>
                      <a:pt x="143827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6991AFC-1704-9470-7DD9-28B7BF13E87E}"/>
                  </a:ext>
                </a:extLst>
              </p:cNvPr>
              <p:cNvSpPr/>
              <p:nvPr/>
            </p:nvSpPr>
            <p:spPr>
              <a:xfrm>
                <a:off x="5155882" y="3898106"/>
                <a:ext cx="143827" cy="20955"/>
              </a:xfrm>
              <a:custGeom>
                <a:avLst/>
                <a:gdLst>
                  <a:gd name="connsiteX0" fmla="*/ 0 w 143827"/>
                  <a:gd name="connsiteY0" fmla="*/ 0 h 20955"/>
                  <a:gd name="connsiteX1" fmla="*/ 143827 w 143827"/>
                  <a:gd name="connsiteY1" fmla="*/ 0 h 20955"/>
                  <a:gd name="connsiteX2" fmla="*/ 143827 w 143827"/>
                  <a:gd name="connsiteY2" fmla="*/ 20955 h 20955"/>
                  <a:gd name="connsiteX3" fmla="*/ 0 w 143827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27" h="20955">
                    <a:moveTo>
                      <a:pt x="0" y="0"/>
                    </a:moveTo>
                    <a:lnTo>
                      <a:pt x="143827" y="0"/>
                    </a:lnTo>
                    <a:lnTo>
                      <a:pt x="143827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67953AA-594C-14D8-684B-A8E48589894E}"/>
                  </a:ext>
                </a:extLst>
              </p:cNvPr>
              <p:cNvSpPr/>
              <p:nvPr/>
            </p:nvSpPr>
            <p:spPr>
              <a:xfrm>
                <a:off x="5251132" y="4004786"/>
                <a:ext cx="179070" cy="16192"/>
              </a:xfrm>
              <a:custGeom>
                <a:avLst/>
                <a:gdLst>
                  <a:gd name="connsiteX0" fmla="*/ 0 w 179070"/>
                  <a:gd name="connsiteY0" fmla="*/ 0 h 16192"/>
                  <a:gd name="connsiteX1" fmla="*/ 179070 w 179070"/>
                  <a:gd name="connsiteY1" fmla="*/ 0 h 16192"/>
                  <a:gd name="connsiteX2" fmla="*/ 179070 w 179070"/>
                  <a:gd name="connsiteY2" fmla="*/ 16192 h 16192"/>
                  <a:gd name="connsiteX3" fmla="*/ 0 w 179070"/>
                  <a:gd name="connsiteY3" fmla="*/ 16192 h 1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70" h="16192">
                    <a:moveTo>
                      <a:pt x="0" y="0"/>
                    </a:moveTo>
                    <a:lnTo>
                      <a:pt x="179070" y="0"/>
                    </a:lnTo>
                    <a:lnTo>
                      <a:pt x="179070" y="16192"/>
                    </a:lnTo>
                    <a:lnTo>
                      <a:pt x="0" y="16192"/>
                    </a:lnTo>
                    <a:close/>
                  </a:path>
                </a:pathLst>
              </a:custGeom>
              <a:solidFill>
                <a:srgbClr val="D5D7D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10D8C5B8-DF9E-5BA5-5221-B11907A31D6F}"/>
                  </a:ext>
                </a:extLst>
              </p:cNvPr>
              <p:cNvSpPr/>
              <p:nvPr/>
            </p:nvSpPr>
            <p:spPr>
              <a:xfrm>
                <a:off x="5233987" y="4040981"/>
                <a:ext cx="177165" cy="20955"/>
              </a:xfrm>
              <a:custGeom>
                <a:avLst/>
                <a:gdLst>
                  <a:gd name="connsiteX0" fmla="*/ 0 w 177165"/>
                  <a:gd name="connsiteY0" fmla="*/ 0 h 20955"/>
                  <a:gd name="connsiteX1" fmla="*/ 177165 w 177165"/>
                  <a:gd name="connsiteY1" fmla="*/ 0 h 20955"/>
                  <a:gd name="connsiteX2" fmla="*/ 177165 w 177165"/>
                  <a:gd name="connsiteY2" fmla="*/ 20955 h 20955"/>
                  <a:gd name="connsiteX3" fmla="*/ 0 w 177165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165" h="20955">
                    <a:moveTo>
                      <a:pt x="0" y="0"/>
                    </a:moveTo>
                    <a:lnTo>
                      <a:pt x="177165" y="0"/>
                    </a:lnTo>
                    <a:lnTo>
                      <a:pt x="177165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03C9A07-A404-6885-B252-1D272C7DCDCD}"/>
                  </a:ext>
                </a:extLst>
              </p:cNvPr>
              <p:cNvSpPr/>
              <p:nvPr/>
            </p:nvSpPr>
            <p:spPr>
              <a:xfrm>
                <a:off x="5233987" y="4068604"/>
                <a:ext cx="177165" cy="20955"/>
              </a:xfrm>
              <a:custGeom>
                <a:avLst/>
                <a:gdLst>
                  <a:gd name="connsiteX0" fmla="*/ 0 w 177165"/>
                  <a:gd name="connsiteY0" fmla="*/ 0 h 20955"/>
                  <a:gd name="connsiteX1" fmla="*/ 177165 w 177165"/>
                  <a:gd name="connsiteY1" fmla="*/ 0 h 20955"/>
                  <a:gd name="connsiteX2" fmla="*/ 177165 w 177165"/>
                  <a:gd name="connsiteY2" fmla="*/ 20955 h 20955"/>
                  <a:gd name="connsiteX3" fmla="*/ 0 w 177165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165" h="20955">
                    <a:moveTo>
                      <a:pt x="0" y="0"/>
                    </a:moveTo>
                    <a:lnTo>
                      <a:pt x="177165" y="0"/>
                    </a:lnTo>
                    <a:lnTo>
                      <a:pt x="177165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B23B415-93E7-3D2C-9928-D56B61F2C547}"/>
                  </a:ext>
                </a:extLst>
              </p:cNvPr>
              <p:cNvSpPr/>
              <p:nvPr/>
            </p:nvSpPr>
            <p:spPr>
              <a:xfrm>
                <a:off x="5207317" y="3929539"/>
                <a:ext cx="321945" cy="20955"/>
              </a:xfrm>
              <a:custGeom>
                <a:avLst/>
                <a:gdLst>
                  <a:gd name="connsiteX0" fmla="*/ 0 w 321945"/>
                  <a:gd name="connsiteY0" fmla="*/ 0 h 20955"/>
                  <a:gd name="connsiteX1" fmla="*/ 321945 w 321945"/>
                  <a:gd name="connsiteY1" fmla="*/ 0 h 20955"/>
                  <a:gd name="connsiteX2" fmla="*/ 321945 w 321945"/>
                  <a:gd name="connsiteY2" fmla="*/ 20955 h 20955"/>
                  <a:gd name="connsiteX3" fmla="*/ 0 w 321945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45" h="20955">
                    <a:moveTo>
                      <a:pt x="0" y="0"/>
                    </a:moveTo>
                    <a:lnTo>
                      <a:pt x="321945" y="0"/>
                    </a:lnTo>
                    <a:lnTo>
                      <a:pt x="321945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879F4663-3FBF-16A2-420B-B6B672DE3796}"/>
                  </a:ext>
                </a:extLst>
              </p:cNvPr>
              <p:cNvSpPr/>
              <p:nvPr/>
            </p:nvSpPr>
            <p:spPr>
              <a:xfrm>
                <a:off x="5207317" y="3961924"/>
                <a:ext cx="321945" cy="20955"/>
              </a:xfrm>
              <a:custGeom>
                <a:avLst/>
                <a:gdLst>
                  <a:gd name="connsiteX0" fmla="*/ 0 w 321945"/>
                  <a:gd name="connsiteY0" fmla="*/ 0 h 20955"/>
                  <a:gd name="connsiteX1" fmla="*/ 321945 w 321945"/>
                  <a:gd name="connsiteY1" fmla="*/ 0 h 20955"/>
                  <a:gd name="connsiteX2" fmla="*/ 321945 w 321945"/>
                  <a:gd name="connsiteY2" fmla="*/ 20955 h 20955"/>
                  <a:gd name="connsiteX3" fmla="*/ 0 w 321945"/>
                  <a:gd name="connsiteY3" fmla="*/ 20955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45" h="20955">
                    <a:moveTo>
                      <a:pt x="0" y="0"/>
                    </a:moveTo>
                    <a:lnTo>
                      <a:pt x="321945" y="0"/>
                    </a:lnTo>
                    <a:lnTo>
                      <a:pt x="321945" y="20955"/>
                    </a:lnTo>
                    <a:lnTo>
                      <a:pt x="0" y="20955"/>
                    </a:lnTo>
                    <a:close/>
                  </a:path>
                </a:pathLst>
              </a:custGeom>
              <a:solidFill>
                <a:srgbClr val="94A4A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1460869-B46C-A601-4F15-9B76237E2800}"/>
                </a:ext>
              </a:extLst>
            </p:cNvPr>
            <p:cNvSpPr/>
            <p:nvPr/>
          </p:nvSpPr>
          <p:spPr>
            <a:xfrm>
              <a:off x="5904023" y="1950589"/>
              <a:ext cx="587623" cy="587624"/>
            </a:xfrm>
            <a:custGeom>
              <a:avLst/>
              <a:gdLst>
                <a:gd name="connsiteX0" fmla="*/ 225742 w 451484"/>
                <a:gd name="connsiteY0" fmla="*/ 0 h 451485"/>
                <a:gd name="connsiteX1" fmla="*/ 225742 w 451484"/>
                <a:gd name="connsiteY1" fmla="*/ 0 h 451485"/>
                <a:gd name="connsiteX2" fmla="*/ 451485 w 451484"/>
                <a:gd name="connsiteY2" fmla="*/ 225743 h 451485"/>
                <a:gd name="connsiteX3" fmla="*/ 451485 w 451484"/>
                <a:gd name="connsiteY3" fmla="*/ 225743 h 451485"/>
                <a:gd name="connsiteX4" fmla="*/ 225742 w 451484"/>
                <a:gd name="connsiteY4" fmla="*/ 451485 h 451485"/>
                <a:gd name="connsiteX5" fmla="*/ 225742 w 451484"/>
                <a:gd name="connsiteY5" fmla="*/ 451485 h 451485"/>
                <a:gd name="connsiteX6" fmla="*/ 0 w 451484"/>
                <a:gd name="connsiteY6" fmla="*/ 225743 h 451485"/>
                <a:gd name="connsiteX7" fmla="*/ 0 w 451484"/>
                <a:gd name="connsiteY7" fmla="*/ 225743 h 451485"/>
                <a:gd name="connsiteX8" fmla="*/ 225742 w 451484"/>
                <a:gd name="connsiteY8" fmla="*/ 0 h 45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484" h="451485">
                  <a:moveTo>
                    <a:pt x="225742" y="0"/>
                  </a:moveTo>
                  <a:lnTo>
                    <a:pt x="225742" y="0"/>
                  </a:lnTo>
                  <a:cubicBezTo>
                    <a:pt x="350520" y="0"/>
                    <a:pt x="451485" y="100965"/>
                    <a:pt x="451485" y="225743"/>
                  </a:cubicBezTo>
                  <a:lnTo>
                    <a:pt x="451485" y="225743"/>
                  </a:lnTo>
                  <a:cubicBezTo>
                    <a:pt x="451485" y="350520"/>
                    <a:pt x="350520" y="451485"/>
                    <a:pt x="225742" y="451485"/>
                  </a:cubicBezTo>
                  <a:lnTo>
                    <a:pt x="225742" y="451485"/>
                  </a:lnTo>
                  <a:cubicBezTo>
                    <a:pt x="100965" y="451485"/>
                    <a:pt x="0" y="350520"/>
                    <a:pt x="0" y="225743"/>
                  </a:cubicBezTo>
                  <a:lnTo>
                    <a:pt x="0" y="225743"/>
                  </a:lnTo>
                  <a:cubicBezTo>
                    <a:pt x="0" y="100965"/>
                    <a:pt x="100965" y="0"/>
                    <a:pt x="225742" y="0"/>
                  </a:cubicBezTo>
                  <a:close/>
                </a:path>
              </a:pathLst>
            </a:custGeom>
            <a:solidFill>
              <a:srgbClr val="7ECAF8"/>
            </a:solidFill>
            <a:ln w="9525" cap="flat">
              <a:noFill/>
              <a:prstDash val="solid"/>
              <a:miter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US" baseline="-250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68705A-1BD6-3FC4-050A-3CFA12C76523}"/>
                </a:ext>
              </a:extLst>
            </p:cNvPr>
            <p:cNvSpPr/>
            <p:nvPr/>
          </p:nvSpPr>
          <p:spPr>
            <a:xfrm>
              <a:off x="6025514" y="2091916"/>
              <a:ext cx="345879" cy="270257"/>
            </a:xfrm>
            <a:custGeom>
              <a:avLst/>
              <a:gdLst>
                <a:gd name="connsiteX0" fmla="*/ 243840 w 265747"/>
                <a:gd name="connsiteY0" fmla="*/ 156210 h 207645"/>
                <a:gd name="connsiteX1" fmla="*/ 253365 w 265747"/>
                <a:gd name="connsiteY1" fmla="*/ 133350 h 207645"/>
                <a:gd name="connsiteX2" fmla="*/ 219075 w 265747"/>
                <a:gd name="connsiteY2" fmla="*/ 99060 h 207645"/>
                <a:gd name="connsiteX3" fmla="*/ 218122 w 265747"/>
                <a:gd name="connsiteY3" fmla="*/ 99060 h 207645"/>
                <a:gd name="connsiteX4" fmla="*/ 219075 w 265747"/>
                <a:gd name="connsiteY4" fmla="*/ 87630 h 207645"/>
                <a:gd name="connsiteX5" fmla="*/ 131445 w 265747"/>
                <a:gd name="connsiteY5" fmla="*/ 0 h 207645"/>
                <a:gd name="connsiteX6" fmla="*/ 43815 w 265747"/>
                <a:gd name="connsiteY6" fmla="*/ 87630 h 207645"/>
                <a:gd name="connsiteX7" fmla="*/ 47625 w 265747"/>
                <a:gd name="connsiteY7" fmla="*/ 114300 h 207645"/>
                <a:gd name="connsiteX8" fmla="*/ 46672 w 265747"/>
                <a:gd name="connsiteY8" fmla="*/ 114300 h 207645"/>
                <a:gd name="connsiteX9" fmla="*/ 0 w 265747"/>
                <a:gd name="connsiteY9" fmla="*/ 160973 h 207645"/>
                <a:gd name="connsiteX10" fmla="*/ 46672 w 265747"/>
                <a:gd name="connsiteY10" fmla="*/ 207645 h 207645"/>
                <a:gd name="connsiteX11" fmla="*/ 240030 w 265747"/>
                <a:gd name="connsiteY11" fmla="*/ 207645 h 207645"/>
                <a:gd name="connsiteX12" fmla="*/ 265747 w 265747"/>
                <a:gd name="connsiteY12" fmla="*/ 181927 h 207645"/>
                <a:gd name="connsiteX13" fmla="*/ 243840 w 265747"/>
                <a:gd name="connsiteY13" fmla="*/ 156210 h 20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5747" h="207645">
                  <a:moveTo>
                    <a:pt x="243840" y="156210"/>
                  </a:moveTo>
                  <a:cubicBezTo>
                    <a:pt x="249555" y="150495"/>
                    <a:pt x="253365" y="141923"/>
                    <a:pt x="253365" y="133350"/>
                  </a:cubicBezTo>
                  <a:cubicBezTo>
                    <a:pt x="253365" y="114300"/>
                    <a:pt x="238125" y="99060"/>
                    <a:pt x="219075" y="99060"/>
                  </a:cubicBezTo>
                  <a:cubicBezTo>
                    <a:pt x="219075" y="99060"/>
                    <a:pt x="218122" y="99060"/>
                    <a:pt x="218122" y="99060"/>
                  </a:cubicBezTo>
                  <a:cubicBezTo>
                    <a:pt x="219075" y="95250"/>
                    <a:pt x="219075" y="91440"/>
                    <a:pt x="219075" y="87630"/>
                  </a:cubicBezTo>
                  <a:cubicBezTo>
                    <a:pt x="219075" y="39052"/>
                    <a:pt x="180022" y="0"/>
                    <a:pt x="131445" y="0"/>
                  </a:cubicBezTo>
                  <a:cubicBezTo>
                    <a:pt x="82868" y="0"/>
                    <a:pt x="43815" y="39052"/>
                    <a:pt x="43815" y="87630"/>
                  </a:cubicBezTo>
                  <a:cubicBezTo>
                    <a:pt x="43815" y="97155"/>
                    <a:pt x="45720" y="105727"/>
                    <a:pt x="47625" y="114300"/>
                  </a:cubicBezTo>
                  <a:cubicBezTo>
                    <a:pt x="47625" y="114300"/>
                    <a:pt x="46672" y="114300"/>
                    <a:pt x="46672" y="114300"/>
                  </a:cubicBezTo>
                  <a:cubicBezTo>
                    <a:pt x="20955" y="114300"/>
                    <a:pt x="0" y="135255"/>
                    <a:pt x="0" y="160973"/>
                  </a:cubicBezTo>
                  <a:cubicBezTo>
                    <a:pt x="0" y="186690"/>
                    <a:pt x="20955" y="207645"/>
                    <a:pt x="46672" y="207645"/>
                  </a:cubicBezTo>
                  <a:lnTo>
                    <a:pt x="240030" y="207645"/>
                  </a:lnTo>
                  <a:cubicBezTo>
                    <a:pt x="254317" y="207645"/>
                    <a:pt x="265747" y="196215"/>
                    <a:pt x="265747" y="181927"/>
                  </a:cubicBezTo>
                  <a:cubicBezTo>
                    <a:pt x="265747" y="168593"/>
                    <a:pt x="256222" y="158115"/>
                    <a:pt x="243840" y="15621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82" name="Graphic 35">
            <a:extLst>
              <a:ext uri="{FF2B5EF4-FFF2-40B4-BE49-F238E27FC236}">
                <a16:creationId xmlns:a16="http://schemas.microsoft.com/office/drawing/2014/main" id="{1BAA5ED9-26FE-015E-E688-0928E7A3D33C}"/>
              </a:ext>
            </a:extLst>
          </p:cNvPr>
          <p:cNvGrpSpPr/>
          <p:nvPr/>
        </p:nvGrpSpPr>
        <p:grpSpPr>
          <a:xfrm>
            <a:off x="1643921" y="1757408"/>
            <a:ext cx="47696" cy="46791"/>
            <a:chOff x="2870120" y="3597354"/>
            <a:chExt cx="37623" cy="36909"/>
          </a:xfrm>
          <a:solidFill>
            <a:srgbClr val="FFFFFF"/>
          </a:solidFill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C2F876AE-5B7B-0753-8B59-28D2A2256A08}"/>
                </a:ext>
              </a:extLst>
            </p:cNvPr>
            <p:cNvSpPr/>
            <p:nvPr/>
          </p:nvSpPr>
          <p:spPr>
            <a:xfrm>
              <a:off x="2871073" y="3597354"/>
              <a:ext cx="36671" cy="36909"/>
            </a:xfrm>
            <a:custGeom>
              <a:avLst/>
              <a:gdLst>
                <a:gd name="connsiteX0" fmla="*/ 34052 w 36671"/>
                <a:gd name="connsiteY0" fmla="*/ 36909 h 36909"/>
                <a:gd name="connsiteX1" fmla="*/ 31194 w 36671"/>
                <a:gd name="connsiteY1" fmla="*/ 35957 h 36909"/>
                <a:gd name="connsiteX2" fmla="*/ 714 w 36671"/>
                <a:gd name="connsiteY2" fmla="*/ 5477 h 36909"/>
                <a:gd name="connsiteX3" fmla="*/ 714 w 36671"/>
                <a:gd name="connsiteY3" fmla="*/ 714 h 36909"/>
                <a:gd name="connsiteX4" fmla="*/ 5477 w 36671"/>
                <a:gd name="connsiteY4" fmla="*/ 714 h 36909"/>
                <a:gd name="connsiteX5" fmla="*/ 35957 w 36671"/>
                <a:gd name="connsiteY5" fmla="*/ 31194 h 36909"/>
                <a:gd name="connsiteX6" fmla="*/ 35957 w 36671"/>
                <a:gd name="connsiteY6" fmla="*/ 35957 h 36909"/>
                <a:gd name="connsiteX7" fmla="*/ 34052 w 36671"/>
                <a:gd name="connsiteY7" fmla="*/ 36909 h 36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671" h="36909">
                  <a:moveTo>
                    <a:pt x="34052" y="36909"/>
                  </a:moveTo>
                  <a:cubicBezTo>
                    <a:pt x="33099" y="36909"/>
                    <a:pt x="32147" y="36909"/>
                    <a:pt x="31194" y="35957"/>
                  </a:cubicBezTo>
                  <a:lnTo>
                    <a:pt x="714" y="5477"/>
                  </a:lnTo>
                  <a:cubicBezTo>
                    <a:pt x="-238" y="4524"/>
                    <a:pt x="-238" y="1667"/>
                    <a:pt x="714" y="714"/>
                  </a:cubicBezTo>
                  <a:cubicBezTo>
                    <a:pt x="1667" y="-238"/>
                    <a:pt x="4524" y="-238"/>
                    <a:pt x="5477" y="714"/>
                  </a:cubicBezTo>
                  <a:lnTo>
                    <a:pt x="35957" y="31194"/>
                  </a:lnTo>
                  <a:cubicBezTo>
                    <a:pt x="36909" y="32147"/>
                    <a:pt x="36909" y="35004"/>
                    <a:pt x="35957" y="35957"/>
                  </a:cubicBezTo>
                  <a:cubicBezTo>
                    <a:pt x="35957" y="36909"/>
                    <a:pt x="35004" y="36909"/>
                    <a:pt x="34052" y="369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99A6B55-4F28-DB24-637F-E55E9EA5D6A0}"/>
                </a:ext>
              </a:extLst>
            </p:cNvPr>
            <p:cNvSpPr/>
            <p:nvPr/>
          </p:nvSpPr>
          <p:spPr>
            <a:xfrm>
              <a:off x="2870120" y="3597354"/>
              <a:ext cx="36671" cy="36909"/>
            </a:xfrm>
            <a:custGeom>
              <a:avLst/>
              <a:gdLst>
                <a:gd name="connsiteX0" fmla="*/ 3572 w 36671"/>
                <a:gd name="connsiteY0" fmla="*/ 36909 h 36909"/>
                <a:gd name="connsiteX1" fmla="*/ 714 w 36671"/>
                <a:gd name="connsiteY1" fmla="*/ 35957 h 36909"/>
                <a:gd name="connsiteX2" fmla="*/ 714 w 36671"/>
                <a:gd name="connsiteY2" fmla="*/ 31194 h 36909"/>
                <a:gd name="connsiteX3" fmla="*/ 31194 w 36671"/>
                <a:gd name="connsiteY3" fmla="*/ 714 h 36909"/>
                <a:gd name="connsiteX4" fmla="*/ 35957 w 36671"/>
                <a:gd name="connsiteY4" fmla="*/ 714 h 36909"/>
                <a:gd name="connsiteX5" fmla="*/ 35957 w 36671"/>
                <a:gd name="connsiteY5" fmla="*/ 5477 h 36909"/>
                <a:gd name="connsiteX6" fmla="*/ 5477 w 36671"/>
                <a:gd name="connsiteY6" fmla="*/ 35957 h 36909"/>
                <a:gd name="connsiteX7" fmla="*/ 3572 w 36671"/>
                <a:gd name="connsiteY7" fmla="*/ 36909 h 36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671" h="36909">
                  <a:moveTo>
                    <a:pt x="3572" y="36909"/>
                  </a:moveTo>
                  <a:cubicBezTo>
                    <a:pt x="2619" y="36909"/>
                    <a:pt x="1667" y="36909"/>
                    <a:pt x="714" y="35957"/>
                  </a:cubicBezTo>
                  <a:cubicBezTo>
                    <a:pt x="-238" y="35004"/>
                    <a:pt x="-238" y="32147"/>
                    <a:pt x="714" y="31194"/>
                  </a:cubicBezTo>
                  <a:lnTo>
                    <a:pt x="31194" y="714"/>
                  </a:lnTo>
                  <a:cubicBezTo>
                    <a:pt x="32147" y="-238"/>
                    <a:pt x="35004" y="-238"/>
                    <a:pt x="35957" y="714"/>
                  </a:cubicBezTo>
                  <a:cubicBezTo>
                    <a:pt x="36909" y="1667"/>
                    <a:pt x="36909" y="4524"/>
                    <a:pt x="35957" y="5477"/>
                  </a:cubicBezTo>
                  <a:lnTo>
                    <a:pt x="5477" y="35957"/>
                  </a:lnTo>
                  <a:cubicBezTo>
                    <a:pt x="5477" y="36909"/>
                    <a:pt x="4524" y="36909"/>
                    <a:pt x="3572" y="369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C076BCF-E342-2D31-2BC0-A879832AB054}"/>
              </a:ext>
            </a:extLst>
          </p:cNvPr>
          <p:cNvGrpSpPr/>
          <p:nvPr/>
        </p:nvGrpSpPr>
        <p:grpSpPr>
          <a:xfrm>
            <a:off x="418018" y="1945163"/>
            <a:ext cx="2407732" cy="1345160"/>
            <a:chOff x="338285" y="1846012"/>
            <a:chExt cx="2567198" cy="143425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5A0E5F5F-C3D9-43EB-9884-E87C87CB41E3}"/>
                </a:ext>
              </a:extLst>
            </p:cNvPr>
            <p:cNvGrpSpPr/>
            <p:nvPr/>
          </p:nvGrpSpPr>
          <p:grpSpPr>
            <a:xfrm>
              <a:off x="910651" y="1846012"/>
              <a:ext cx="1994832" cy="1427293"/>
              <a:chOff x="910651" y="1846012"/>
              <a:chExt cx="1994832" cy="1427293"/>
            </a:xfrm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674EAB61-D0DD-5830-7E4F-A1F51AD92ED6}"/>
                  </a:ext>
                </a:extLst>
              </p:cNvPr>
              <p:cNvSpPr/>
              <p:nvPr/>
            </p:nvSpPr>
            <p:spPr>
              <a:xfrm>
                <a:off x="1057970" y="1846012"/>
                <a:ext cx="1165261" cy="769192"/>
              </a:xfrm>
              <a:custGeom>
                <a:avLst/>
                <a:gdLst>
                  <a:gd name="connsiteX0" fmla="*/ 919163 w 919162"/>
                  <a:gd name="connsiteY0" fmla="*/ 606743 h 606742"/>
                  <a:gd name="connsiteX1" fmla="*/ 0 w 919162"/>
                  <a:gd name="connsiteY1" fmla="*/ 606743 h 606742"/>
                  <a:gd name="connsiteX2" fmla="*/ 0 w 919162"/>
                  <a:gd name="connsiteY2" fmla="*/ 28575 h 606742"/>
                  <a:gd name="connsiteX3" fmla="*/ 28575 w 919162"/>
                  <a:gd name="connsiteY3" fmla="*/ 0 h 606742"/>
                  <a:gd name="connsiteX4" fmla="*/ 889635 w 919162"/>
                  <a:gd name="connsiteY4" fmla="*/ 0 h 606742"/>
                  <a:gd name="connsiteX5" fmla="*/ 918210 w 919162"/>
                  <a:gd name="connsiteY5" fmla="*/ 28575 h 606742"/>
                  <a:gd name="connsiteX6" fmla="*/ 918210 w 919162"/>
                  <a:gd name="connsiteY6" fmla="*/ 606743 h 606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19162" h="606742">
                    <a:moveTo>
                      <a:pt x="919163" y="606743"/>
                    </a:moveTo>
                    <a:lnTo>
                      <a:pt x="0" y="606743"/>
                    </a:lnTo>
                    <a:lnTo>
                      <a:pt x="0" y="28575"/>
                    </a:lnTo>
                    <a:cubicBezTo>
                      <a:pt x="0" y="12382"/>
                      <a:pt x="13335" y="0"/>
                      <a:pt x="28575" y="0"/>
                    </a:cubicBezTo>
                    <a:lnTo>
                      <a:pt x="889635" y="0"/>
                    </a:lnTo>
                    <a:cubicBezTo>
                      <a:pt x="905827" y="0"/>
                      <a:pt x="918210" y="13335"/>
                      <a:pt x="918210" y="28575"/>
                    </a:cubicBezTo>
                    <a:lnTo>
                      <a:pt x="918210" y="606743"/>
                    </a:lnTo>
                    <a:close/>
                  </a:path>
                </a:pathLst>
              </a:custGeom>
              <a:solidFill>
                <a:srgbClr val="F2F2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B9B2E699-2C15-17C6-9501-8C751FA7E9AF}"/>
                  </a:ext>
                </a:extLst>
              </p:cNvPr>
              <p:cNvSpPr/>
              <p:nvPr/>
            </p:nvSpPr>
            <p:spPr>
              <a:xfrm>
                <a:off x="1101441" y="1889483"/>
                <a:ext cx="1077112" cy="681043"/>
              </a:xfrm>
              <a:custGeom>
                <a:avLst/>
                <a:gdLst>
                  <a:gd name="connsiteX0" fmla="*/ 783907 w 849630"/>
                  <a:gd name="connsiteY0" fmla="*/ 537210 h 537210"/>
                  <a:gd name="connsiteX1" fmla="*/ 65723 w 849630"/>
                  <a:gd name="connsiteY1" fmla="*/ 537210 h 537210"/>
                  <a:gd name="connsiteX2" fmla="*/ 0 w 849630"/>
                  <a:gd name="connsiteY2" fmla="*/ 471488 h 537210"/>
                  <a:gd name="connsiteX3" fmla="*/ 0 w 849630"/>
                  <a:gd name="connsiteY3" fmla="*/ 65723 h 537210"/>
                  <a:gd name="connsiteX4" fmla="*/ 65723 w 849630"/>
                  <a:gd name="connsiteY4" fmla="*/ 0 h 537210"/>
                  <a:gd name="connsiteX5" fmla="*/ 783907 w 849630"/>
                  <a:gd name="connsiteY5" fmla="*/ 0 h 537210"/>
                  <a:gd name="connsiteX6" fmla="*/ 849630 w 849630"/>
                  <a:gd name="connsiteY6" fmla="*/ 65723 h 537210"/>
                  <a:gd name="connsiteX7" fmla="*/ 849630 w 849630"/>
                  <a:gd name="connsiteY7" fmla="*/ 472440 h 537210"/>
                  <a:gd name="connsiteX8" fmla="*/ 783907 w 849630"/>
                  <a:gd name="connsiteY8" fmla="*/ 537210 h 537210"/>
                  <a:gd name="connsiteX9" fmla="*/ 65723 w 849630"/>
                  <a:gd name="connsiteY9" fmla="*/ 3810 h 537210"/>
                  <a:gd name="connsiteX10" fmla="*/ 3810 w 849630"/>
                  <a:gd name="connsiteY10" fmla="*/ 65723 h 537210"/>
                  <a:gd name="connsiteX11" fmla="*/ 3810 w 849630"/>
                  <a:gd name="connsiteY11" fmla="*/ 472440 h 537210"/>
                  <a:gd name="connsiteX12" fmla="*/ 65723 w 849630"/>
                  <a:gd name="connsiteY12" fmla="*/ 534353 h 537210"/>
                  <a:gd name="connsiteX13" fmla="*/ 783907 w 849630"/>
                  <a:gd name="connsiteY13" fmla="*/ 534353 h 537210"/>
                  <a:gd name="connsiteX14" fmla="*/ 845820 w 849630"/>
                  <a:gd name="connsiteY14" fmla="*/ 472440 h 537210"/>
                  <a:gd name="connsiteX15" fmla="*/ 845820 w 849630"/>
                  <a:gd name="connsiteY15" fmla="*/ 65723 h 537210"/>
                  <a:gd name="connsiteX16" fmla="*/ 783907 w 849630"/>
                  <a:gd name="connsiteY16" fmla="*/ 3810 h 537210"/>
                  <a:gd name="connsiteX17" fmla="*/ 65723 w 849630"/>
                  <a:gd name="connsiteY17" fmla="*/ 3810 h 53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49630" h="537210">
                    <a:moveTo>
                      <a:pt x="783907" y="537210"/>
                    </a:moveTo>
                    <a:lnTo>
                      <a:pt x="65723" y="537210"/>
                    </a:lnTo>
                    <a:cubicBezTo>
                      <a:pt x="29527" y="537210"/>
                      <a:pt x="0" y="507683"/>
                      <a:pt x="0" y="471488"/>
                    </a:cubicBezTo>
                    <a:lnTo>
                      <a:pt x="0" y="65723"/>
                    </a:lnTo>
                    <a:cubicBezTo>
                      <a:pt x="0" y="29527"/>
                      <a:pt x="29527" y="0"/>
                      <a:pt x="65723" y="0"/>
                    </a:cubicBezTo>
                    <a:lnTo>
                      <a:pt x="783907" y="0"/>
                    </a:lnTo>
                    <a:cubicBezTo>
                      <a:pt x="820103" y="0"/>
                      <a:pt x="849630" y="29527"/>
                      <a:pt x="849630" y="65723"/>
                    </a:cubicBezTo>
                    <a:lnTo>
                      <a:pt x="849630" y="472440"/>
                    </a:lnTo>
                    <a:cubicBezTo>
                      <a:pt x="848678" y="507683"/>
                      <a:pt x="820103" y="537210"/>
                      <a:pt x="783907" y="537210"/>
                    </a:cubicBezTo>
                    <a:close/>
                    <a:moveTo>
                      <a:pt x="65723" y="3810"/>
                    </a:moveTo>
                    <a:cubicBezTo>
                      <a:pt x="31432" y="3810"/>
                      <a:pt x="3810" y="31433"/>
                      <a:pt x="3810" y="65723"/>
                    </a:cubicBezTo>
                    <a:lnTo>
                      <a:pt x="3810" y="472440"/>
                    </a:lnTo>
                    <a:cubicBezTo>
                      <a:pt x="3810" y="506730"/>
                      <a:pt x="31432" y="534353"/>
                      <a:pt x="65723" y="534353"/>
                    </a:cubicBezTo>
                    <a:lnTo>
                      <a:pt x="783907" y="534353"/>
                    </a:lnTo>
                    <a:cubicBezTo>
                      <a:pt x="818198" y="534353"/>
                      <a:pt x="845820" y="506730"/>
                      <a:pt x="845820" y="472440"/>
                    </a:cubicBezTo>
                    <a:lnTo>
                      <a:pt x="845820" y="65723"/>
                    </a:lnTo>
                    <a:cubicBezTo>
                      <a:pt x="845820" y="31433"/>
                      <a:pt x="818198" y="3810"/>
                      <a:pt x="783907" y="3810"/>
                    </a:cubicBezTo>
                    <a:lnTo>
                      <a:pt x="65723" y="381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8EE81E86-9FBB-D435-96B4-DA81281DB992}"/>
                  </a:ext>
                </a:extLst>
              </p:cNvPr>
              <p:cNvSpPr/>
              <p:nvPr/>
            </p:nvSpPr>
            <p:spPr>
              <a:xfrm>
                <a:off x="1135250" y="1923294"/>
                <a:ext cx="1009491" cy="614629"/>
              </a:xfrm>
              <a:custGeom>
                <a:avLst/>
                <a:gdLst>
                  <a:gd name="connsiteX0" fmla="*/ 0 w 796290"/>
                  <a:gd name="connsiteY0" fmla="*/ 445770 h 484822"/>
                  <a:gd name="connsiteX1" fmla="*/ 0 w 796290"/>
                  <a:gd name="connsiteY1" fmla="*/ 39052 h 484822"/>
                  <a:gd name="connsiteX2" fmla="*/ 39053 w 796290"/>
                  <a:gd name="connsiteY2" fmla="*/ 0 h 484822"/>
                  <a:gd name="connsiteX3" fmla="*/ 757238 w 796290"/>
                  <a:gd name="connsiteY3" fmla="*/ 0 h 484822"/>
                  <a:gd name="connsiteX4" fmla="*/ 796290 w 796290"/>
                  <a:gd name="connsiteY4" fmla="*/ 39052 h 484822"/>
                  <a:gd name="connsiteX5" fmla="*/ 796290 w 796290"/>
                  <a:gd name="connsiteY5" fmla="*/ 445770 h 484822"/>
                  <a:gd name="connsiteX6" fmla="*/ 757238 w 796290"/>
                  <a:gd name="connsiteY6" fmla="*/ 484822 h 484822"/>
                  <a:gd name="connsiteX7" fmla="*/ 39053 w 796290"/>
                  <a:gd name="connsiteY7" fmla="*/ 484822 h 484822"/>
                  <a:gd name="connsiteX8" fmla="*/ 0 w 796290"/>
                  <a:gd name="connsiteY8" fmla="*/ 445770 h 48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6290" h="484822">
                    <a:moveTo>
                      <a:pt x="0" y="445770"/>
                    </a:moveTo>
                    <a:lnTo>
                      <a:pt x="0" y="39052"/>
                    </a:lnTo>
                    <a:cubicBezTo>
                      <a:pt x="0" y="18097"/>
                      <a:pt x="17145" y="0"/>
                      <a:pt x="39053" y="0"/>
                    </a:cubicBezTo>
                    <a:lnTo>
                      <a:pt x="757238" y="0"/>
                    </a:lnTo>
                    <a:cubicBezTo>
                      <a:pt x="778193" y="0"/>
                      <a:pt x="796290" y="17145"/>
                      <a:pt x="796290" y="39052"/>
                    </a:cubicBezTo>
                    <a:lnTo>
                      <a:pt x="796290" y="445770"/>
                    </a:lnTo>
                    <a:cubicBezTo>
                      <a:pt x="796290" y="466725"/>
                      <a:pt x="779145" y="484822"/>
                      <a:pt x="757238" y="484822"/>
                    </a:cubicBezTo>
                    <a:lnTo>
                      <a:pt x="39053" y="484822"/>
                    </a:lnTo>
                    <a:cubicBezTo>
                      <a:pt x="18098" y="483870"/>
                      <a:pt x="0" y="466725"/>
                      <a:pt x="0" y="445770"/>
                    </a:cubicBezTo>
                    <a:close/>
                  </a:path>
                </a:pathLst>
              </a:custGeom>
              <a:solidFill>
                <a:srgbClr val="D3CFC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439D6967-9870-A765-19D9-84BCEC2E6241}"/>
                  </a:ext>
                </a:extLst>
              </p:cNvPr>
              <p:cNvSpPr/>
              <p:nvPr/>
            </p:nvSpPr>
            <p:spPr>
              <a:xfrm>
                <a:off x="1204080" y="1993330"/>
                <a:ext cx="869417" cy="474556"/>
              </a:xfrm>
              <a:custGeom>
                <a:avLst/>
                <a:gdLst>
                  <a:gd name="connsiteX0" fmla="*/ 0 w 685799"/>
                  <a:gd name="connsiteY0" fmla="*/ 349568 h 374332"/>
                  <a:gd name="connsiteX1" fmla="*/ 0 w 685799"/>
                  <a:gd name="connsiteY1" fmla="*/ 24765 h 374332"/>
                  <a:gd name="connsiteX2" fmla="*/ 24765 w 685799"/>
                  <a:gd name="connsiteY2" fmla="*/ 0 h 374332"/>
                  <a:gd name="connsiteX3" fmla="*/ 661035 w 685799"/>
                  <a:gd name="connsiteY3" fmla="*/ 0 h 374332"/>
                  <a:gd name="connsiteX4" fmla="*/ 685800 w 685799"/>
                  <a:gd name="connsiteY4" fmla="*/ 24765 h 374332"/>
                  <a:gd name="connsiteX5" fmla="*/ 685800 w 685799"/>
                  <a:gd name="connsiteY5" fmla="*/ 349568 h 374332"/>
                  <a:gd name="connsiteX6" fmla="*/ 661035 w 685799"/>
                  <a:gd name="connsiteY6" fmla="*/ 374333 h 374332"/>
                  <a:gd name="connsiteX7" fmla="*/ 24765 w 685799"/>
                  <a:gd name="connsiteY7" fmla="*/ 374333 h 374332"/>
                  <a:gd name="connsiteX8" fmla="*/ 0 w 685799"/>
                  <a:gd name="connsiteY8" fmla="*/ 349568 h 374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85799" h="374332">
                    <a:moveTo>
                      <a:pt x="0" y="349568"/>
                    </a:moveTo>
                    <a:lnTo>
                      <a:pt x="0" y="24765"/>
                    </a:lnTo>
                    <a:cubicBezTo>
                      <a:pt x="0" y="10477"/>
                      <a:pt x="11430" y="0"/>
                      <a:pt x="24765" y="0"/>
                    </a:cubicBezTo>
                    <a:lnTo>
                      <a:pt x="661035" y="0"/>
                    </a:lnTo>
                    <a:cubicBezTo>
                      <a:pt x="675323" y="0"/>
                      <a:pt x="685800" y="11430"/>
                      <a:pt x="685800" y="24765"/>
                    </a:cubicBezTo>
                    <a:lnTo>
                      <a:pt x="685800" y="349568"/>
                    </a:lnTo>
                    <a:cubicBezTo>
                      <a:pt x="685800" y="363855"/>
                      <a:pt x="674370" y="374333"/>
                      <a:pt x="661035" y="374333"/>
                    </a:cubicBezTo>
                    <a:lnTo>
                      <a:pt x="24765" y="374333"/>
                    </a:lnTo>
                    <a:cubicBezTo>
                      <a:pt x="11430" y="374333"/>
                      <a:pt x="0" y="363855"/>
                      <a:pt x="0" y="349568"/>
                    </a:cubicBezTo>
                    <a:close/>
                  </a:path>
                </a:pathLst>
              </a:custGeom>
              <a:solidFill>
                <a:srgbClr val="43515C"/>
              </a:solidFill>
              <a:ln w="9525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20303D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136D9EE0-B384-A725-A577-3766C3406D27}"/>
                  </a:ext>
                </a:extLst>
              </p:cNvPr>
              <p:cNvSpPr/>
              <p:nvPr/>
            </p:nvSpPr>
            <p:spPr>
              <a:xfrm>
                <a:off x="1057970" y="2615205"/>
                <a:ext cx="1165261" cy="159392"/>
              </a:xfrm>
              <a:custGeom>
                <a:avLst/>
                <a:gdLst>
                  <a:gd name="connsiteX0" fmla="*/ 889635 w 919162"/>
                  <a:gd name="connsiteY0" fmla="*/ 125730 h 125729"/>
                  <a:gd name="connsiteX1" fmla="*/ 28575 w 919162"/>
                  <a:gd name="connsiteY1" fmla="*/ 125730 h 125729"/>
                  <a:gd name="connsiteX2" fmla="*/ 0 w 919162"/>
                  <a:gd name="connsiteY2" fmla="*/ 97155 h 125729"/>
                  <a:gd name="connsiteX3" fmla="*/ 0 w 919162"/>
                  <a:gd name="connsiteY3" fmla="*/ 0 h 125729"/>
                  <a:gd name="connsiteX4" fmla="*/ 919163 w 919162"/>
                  <a:gd name="connsiteY4" fmla="*/ 0 h 125729"/>
                  <a:gd name="connsiteX5" fmla="*/ 919163 w 919162"/>
                  <a:gd name="connsiteY5" fmla="*/ 97155 h 125729"/>
                  <a:gd name="connsiteX6" fmla="*/ 889635 w 919162"/>
                  <a:gd name="connsiteY6" fmla="*/ 125730 h 125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19162" h="125729">
                    <a:moveTo>
                      <a:pt x="889635" y="125730"/>
                    </a:moveTo>
                    <a:lnTo>
                      <a:pt x="28575" y="125730"/>
                    </a:lnTo>
                    <a:cubicBezTo>
                      <a:pt x="12382" y="125730"/>
                      <a:pt x="0" y="112395"/>
                      <a:pt x="0" y="97155"/>
                    </a:cubicBezTo>
                    <a:lnTo>
                      <a:pt x="0" y="0"/>
                    </a:lnTo>
                    <a:lnTo>
                      <a:pt x="919163" y="0"/>
                    </a:lnTo>
                    <a:lnTo>
                      <a:pt x="919163" y="97155"/>
                    </a:lnTo>
                    <a:cubicBezTo>
                      <a:pt x="919163" y="113347"/>
                      <a:pt x="905827" y="125730"/>
                      <a:pt x="889635" y="125730"/>
                    </a:cubicBezTo>
                    <a:close/>
                  </a:path>
                </a:pathLst>
              </a:custGeom>
              <a:solidFill>
                <a:srgbClr val="F2F1E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5E69C8F8-708C-72F9-FB88-E0F84C316724}"/>
                  </a:ext>
                </a:extLst>
              </p:cNvPr>
              <p:cNvSpPr/>
              <p:nvPr/>
            </p:nvSpPr>
            <p:spPr>
              <a:xfrm>
                <a:off x="1091781" y="2774598"/>
                <a:ext cx="1096431" cy="42263"/>
              </a:xfrm>
              <a:custGeom>
                <a:avLst/>
                <a:gdLst>
                  <a:gd name="connsiteX0" fmla="*/ 0 w 864869"/>
                  <a:gd name="connsiteY0" fmla="*/ 0 h 33337"/>
                  <a:gd name="connsiteX1" fmla="*/ 864870 w 864869"/>
                  <a:gd name="connsiteY1" fmla="*/ 0 h 33337"/>
                  <a:gd name="connsiteX2" fmla="*/ 864870 w 864869"/>
                  <a:gd name="connsiteY2" fmla="*/ 33338 h 33337"/>
                  <a:gd name="connsiteX3" fmla="*/ 0 w 864869"/>
                  <a:gd name="connsiteY3" fmla="*/ 33338 h 3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4869" h="33337">
                    <a:moveTo>
                      <a:pt x="0" y="0"/>
                    </a:moveTo>
                    <a:lnTo>
                      <a:pt x="864870" y="0"/>
                    </a:lnTo>
                    <a:lnTo>
                      <a:pt x="864870" y="33338"/>
                    </a:lnTo>
                    <a:lnTo>
                      <a:pt x="0" y="33338"/>
                    </a:lnTo>
                    <a:close/>
                  </a:path>
                </a:pathLst>
              </a:custGeom>
              <a:solidFill>
                <a:srgbClr val="D3CFC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147F26A3-F290-57F4-9C11-034D42608897}"/>
                  </a:ext>
                </a:extLst>
              </p:cNvPr>
              <p:cNvSpPr/>
              <p:nvPr/>
            </p:nvSpPr>
            <p:spPr>
              <a:xfrm>
                <a:off x="910651" y="2816861"/>
                <a:ext cx="1457482" cy="423840"/>
              </a:xfrm>
              <a:custGeom>
                <a:avLst/>
                <a:gdLst>
                  <a:gd name="connsiteX0" fmla="*/ 1149668 w 1149667"/>
                  <a:gd name="connsiteY0" fmla="*/ 334327 h 334327"/>
                  <a:gd name="connsiteX1" fmla="*/ 0 w 1149667"/>
                  <a:gd name="connsiteY1" fmla="*/ 334327 h 334327"/>
                  <a:gd name="connsiteX2" fmla="*/ 0 w 1149667"/>
                  <a:gd name="connsiteY2" fmla="*/ 26670 h 334327"/>
                  <a:gd name="connsiteX3" fmla="*/ 26670 w 1149667"/>
                  <a:gd name="connsiteY3" fmla="*/ 0 h 334327"/>
                  <a:gd name="connsiteX4" fmla="*/ 1122045 w 1149667"/>
                  <a:gd name="connsiteY4" fmla="*/ 0 h 334327"/>
                  <a:gd name="connsiteX5" fmla="*/ 1148715 w 1149667"/>
                  <a:gd name="connsiteY5" fmla="*/ 26670 h 334327"/>
                  <a:gd name="connsiteX6" fmla="*/ 1148715 w 1149667"/>
                  <a:gd name="connsiteY6" fmla="*/ 334327 h 334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9667" h="334327">
                    <a:moveTo>
                      <a:pt x="1149668" y="334327"/>
                    </a:moveTo>
                    <a:lnTo>
                      <a:pt x="0" y="334327"/>
                    </a:lnTo>
                    <a:lnTo>
                      <a:pt x="0" y="26670"/>
                    </a:lnTo>
                    <a:cubicBezTo>
                      <a:pt x="0" y="11430"/>
                      <a:pt x="12383" y="0"/>
                      <a:pt x="26670" y="0"/>
                    </a:cubicBezTo>
                    <a:lnTo>
                      <a:pt x="1122045" y="0"/>
                    </a:lnTo>
                    <a:cubicBezTo>
                      <a:pt x="1137285" y="0"/>
                      <a:pt x="1148715" y="12383"/>
                      <a:pt x="1148715" y="26670"/>
                    </a:cubicBezTo>
                    <a:lnTo>
                      <a:pt x="1148715" y="334327"/>
                    </a:lnTo>
                    <a:close/>
                  </a:path>
                </a:pathLst>
              </a:custGeom>
              <a:solidFill>
                <a:srgbClr val="F2F1E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971F057C-1E84-3160-B960-4EC9381C528B}"/>
                  </a:ext>
                </a:extLst>
              </p:cNvPr>
              <p:cNvSpPr/>
              <p:nvPr/>
            </p:nvSpPr>
            <p:spPr>
              <a:xfrm>
                <a:off x="911859" y="3241909"/>
                <a:ext cx="1457482" cy="31396"/>
              </a:xfrm>
              <a:custGeom>
                <a:avLst/>
                <a:gdLst>
                  <a:gd name="connsiteX0" fmla="*/ 1123950 w 1149667"/>
                  <a:gd name="connsiteY0" fmla="*/ 24765 h 24765"/>
                  <a:gd name="connsiteX1" fmla="*/ 24765 w 1149667"/>
                  <a:gd name="connsiteY1" fmla="*/ 24765 h 24765"/>
                  <a:gd name="connsiteX2" fmla="*/ 0 w 1149667"/>
                  <a:gd name="connsiteY2" fmla="*/ 0 h 24765"/>
                  <a:gd name="connsiteX3" fmla="*/ 0 w 1149667"/>
                  <a:gd name="connsiteY3" fmla="*/ 0 h 24765"/>
                  <a:gd name="connsiteX4" fmla="*/ 1149668 w 1149667"/>
                  <a:gd name="connsiteY4" fmla="*/ 0 h 24765"/>
                  <a:gd name="connsiteX5" fmla="*/ 1149668 w 1149667"/>
                  <a:gd name="connsiteY5" fmla="*/ 0 h 24765"/>
                  <a:gd name="connsiteX6" fmla="*/ 1123950 w 1149667"/>
                  <a:gd name="connsiteY6" fmla="*/ 24765 h 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9667" h="24765">
                    <a:moveTo>
                      <a:pt x="1123950" y="24765"/>
                    </a:moveTo>
                    <a:lnTo>
                      <a:pt x="24765" y="24765"/>
                    </a:lnTo>
                    <a:cubicBezTo>
                      <a:pt x="10478" y="24765"/>
                      <a:pt x="0" y="13335"/>
                      <a:pt x="0" y="0"/>
                    </a:cubicBezTo>
                    <a:lnTo>
                      <a:pt x="0" y="0"/>
                    </a:lnTo>
                    <a:lnTo>
                      <a:pt x="1149668" y="0"/>
                    </a:lnTo>
                    <a:lnTo>
                      <a:pt x="1149668" y="0"/>
                    </a:lnTo>
                    <a:cubicBezTo>
                      <a:pt x="1148715" y="13335"/>
                      <a:pt x="1138238" y="24765"/>
                      <a:pt x="1123950" y="24765"/>
                    </a:cubicBezTo>
                    <a:close/>
                  </a:path>
                </a:pathLst>
              </a:custGeom>
              <a:solidFill>
                <a:srgbClr val="D3CFC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7A04A359-AD50-DDB5-4341-3661C813CD0B}"/>
                  </a:ext>
                </a:extLst>
              </p:cNvPr>
              <p:cNvSpPr/>
              <p:nvPr/>
            </p:nvSpPr>
            <p:spPr>
              <a:xfrm>
                <a:off x="2507000" y="3100630"/>
                <a:ext cx="398483" cy="172675"/>
              </a:xfrm>
              <a:custGeom>
                <a:avLst/>
                <a:gdLst>
                  <a:gd name="connsiteX0" fmla="*/ 29527 w 314325"/>
                  <a:gd name="connsiteY0" fmla="*/ 136208 h 136207"/>
                  <a:gd name="connsiteX1" fmla="*/ 283845 w 314325"/>
                  <a:gd name="connsiteY1" fmla="*/ 136208 h 136207"/>
                  <a:gd name="connsiteX2" fmla="*/ 314325 w 314325"/>
                  <a:gd name="connsiteY2" fmla="*/ 105727 h 136207"/>
                  <a:gd name="connsiteX3" fmla="*/ 314325 w 314325"/>
                  <a:gd name="connsiteY3" fmla="*/ 88583 h 136207"/>
                  <a:gd name="connsiteX4" fmla="*/ 225742 w 314325"/>
                  <a:gd name="connsiteY4" fmla="*/ 0 h 136207"/>
                  <a:gd name="connsiteX5" fmla="*/ 105727 w 314325"/>
                  <a:gd name="connsiteY5" fmla="*/ 0 h 136207"/>
                  <a:gd name="connsiteX6" fmla="*/ 0 w 314325"/>
                  <a:gd name="connsiteY6" fmla="*/ 105727 h 136207"/>
                  <a:gd name="connsiteX7" fmla="*/ 0 w 314325"/>
                  <a:gd name="connsiteY7" fmla="*/ 105727 h 136207"/>
                  <a:gd name="connsiteX8" fmla="*/ 29527 w 314325"/>
                  <a:gd name="connsiteY8" fmla="*/ 136208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4325" h="136207">
                    <a:moveTo>
                      <a:pt x="29527" y="136208"/>
                    </a:moveTo>
                    <a:lnTo>
                      <a:pt x="283845" y="136208"/>
                    </a:lnTo>
                    <a:cubicBezTo>
                      <a:pt x="300990" y="136208"/>
                      <a:pt x="314325" y="122872"/>
                      <a:pt x="314325" y="105727"/>
                    </a:cubicBezTo>
                    <a:lnTo>
                      <a:pt x="314325" y="88583"/>
                    </a:lnTo>
                    <a:cubicBezTo>
                      <a:pt x="314325" y="40005"/>
                      <a:pt x="274320" y="0"/>
                      <a:pt x="225742" y="0"/>
                    </a:cubicBezTo>
                    <a:lnTo>
                      <a:pt x="105727" y="0"/>
                    </a:lnTo>
                    <a:cubicBezTo>
                      <a:pt x="47625" y="0"/>
                      <a:pt x="0" y="47625"/>
                      <a:pt x="0" y="105727"/>
                    </a:cubicBezTo>
                    <a:lnTo>
                      <a:pt x="0" y="105727"/>
                    </a:lnTo>
                    <a:cubicBezTo>
                      <a:pt x="0" y="122872"/>
                      <a:pt x="13335" y="136208"/>
                      <a:pt x="29527" y="136208"/>
                    </a:cubicBezTo>
                    <a:close/>
                  </a:path>
                </a:pathLst>
              </a:custGeom>
              <a:solidFill>
                <a:srgbClr val="F2F2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32AC446-F616-EC52-C1D8-34EDA9B0E49E}"/>
                  </a:ext>
                </a:extLst>
              </p:cNvPr>
              <p:cNvSpPr/>
              <p:nvPr/>
            </p:nvSpPr>
            <p:spPr>
              <a:xfrm>
                <a:off x="2672373" y="3100630"/>
                <a:ext cx="233109" cy="172675"/>
              </a:xfrm>
              <a:custGeom>
                <a:avLst/>
                <a:gdLst>
                  <a:gd name="connsiteX0" fmla="*/ 30525 w 183877"/>
                  <a:gd name="connsiteY0" fmla="*/ 136208 h 136207"/>
                  <a:gd name="connsiteX1" fmla="*/ 153398 w 183877"/>
                  <a:gd name="connsiteY1" fmla="*/ 136208 h 136207"/>
                  <a:gd name="connsiteX2" fmla="*/ 183878 w 183877"/>
                  <a:gd name="connsiteY2" fmla="*/ 105727 h 136207"/>
                  <a:gd name="connsiteX3" fmla="*/ 183878 w 183877"/>
                  <a:gd name="connsiteY3" fmla="*/ 88583 h 136207"/>
                  <a:gd name="connsiteX4" fmla="*/ 95295 w 183877"/>
                  <a:gd name="connsiteY4" fmla="*/ 0 h 136207"/>
                  <a:gd name="connsiteX5" fmla="*/ 88628 w 183877"/>
                  <a:gd name="connsiteY5" fmla="*/ 0 h 136207"/>
                  <a:gd name="connsiteX6" fmla="*/ 45 w 183877"/>
                  <a:gd name="connsiteY6" fmla="*/ 88583 h 136207"/>
                  <a:gd name="connsiteX7" fmla="*/ 45 w 183877"/>
                  <a:gd name="connsiteY7" fmla="*/ 105727 h 136207"/>
                  <a:gd name="connsiteX8" fmla="*/ 30525 w 183877"/>
                  <a:gd name="connsiteY8" fmla="*/ 136208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3877" h="136207">
                    <a:moveTo>
                      <a:pt x="30525" y="136208"/>
                    </a:moveTo>
                    <a:lnTo>
                      <a:pt x="153398" y="136208"/>
                    </a:lnTo>
                    <a:cubicBezTo>
                      <a:pt x="170542" y="136208"/>
                      <a:pt x="183878" y="122872"/>
                      <a:pt x="183878" y="105727"/>
                    </a:cubicBezTo>
                    <a:lnTo>
                      <a:pt x="183878" y="88583"/>
                    </a:lnTo>
                    <a:cubicBezTo>
                      <a:pt x="183878" y="40005"/>
                      <a:pt x="143873" y="0"/>
                      <a:pt x="95295" y="0"/>
                    </a:cubicBezTo>
                    <a:lnTo>
                      <a:pt x="88628" y="0"/>
                    </a:lnTo>
                    <a:cubicBezTo>
                      <a:pt x="40050" y="0"/>
                      <a:pt x="45" y="40005"/>
                      <a:pt x="45" y="88583"/>
                    </a:cubicBezTo>
                    <a:lnTo>
                      <a:pt x="45" y="105727"/>
                    </a:lnTo>
                    <a:cubicBezTo>
                      <a:pt x="-908" y="121920"/>
                      <a:pt x="13380" y="136208"/>
                      <a:pt x="30525" y="136208"/>
                    </a:cubicBezTo>
                    <a:close/>
                  </a:path>
                </a:pathLst>
              </a:custGeom>
              <a:solidFill>
                <a:srgbClr val="D3CFC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E5691C29-62F5-9F9D-9DBC-7D0DE1B12BAF}"/>
                  </a:ext>
                </a:extLst>
              </p:cNvPr>
              <p:cNvSpPr/>
              <p:nvPr/>
            </p:nvSpPr>
            <p:spPr>
              <a:xfrm>
                <a:off x="2172515" y="1938991"/>
                <a:ext cx="538555" cy="538554"/>
              </a:xfrm>
              <a:custGeom>
                <a:avLst/>
                <a:gdLst>
                  <a:gd name="connsiteX0" fmla="*/ 212407 w 424814"/>
                  <a:gd name="connsiteY0" fmla="*/ 0 h 424814"/>
                  <a:gd name="connsiteX1" fmla="*/ 212407 w 424814"/>
                  <a:gd name="connsiteY1" fmla="*/ 0 h 424814"/>
                  <a:gd name="connsiteX2" fmla="*/ 424815 w 424814"/>
                  <a:gd name="connsiteY2" fmla="*/ 212408 h 424814"/>
                  <a:gd name="connsiteX3" fmla="*/ 424815 w 424814"/>
                  <a:gd name="connsiteY3" fmla="*/ 212408 h 424814"/>
                  <a:gd name="connsiteX4" fmla="*/ 212407 w 424814"/>
                  <a:gd name="connsiteY4" fmla="*/ 424815 h 424814"/>
                  <a:gd name="connsiteX5" fmla="*/ 212407 w 424814"/>
                  <a:gd name="connsiteY5" fmla="*/ 424815 h 424814"/>
                  <a:gd name="connsiteX6" fmla="*/ 0 w 424814"/>
                  <a:gd name="connsiteY6" fmla="*/ 212408 h 424814"/>
                  <a:gd name="connsiteX7" fmla="*/ 0 w 424814"/>
                  <a:gd name="connsiteY7" fmla="*/ 212408 h 424814"/>
                  <a:gd name="connsiteX8" fmla="*/ 212407 w 424814"/>
                  <a:gd name="connsiteY8" fmla="*/ 0 h 424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4814" h="424814">
                    <a:moveTo>
                      <a:pt x="212407" y="0"/>
                    </a:moveTo>
                    <a:lnTo>
                      <a:pt x="212407" y="0"/>
                    </a:lnTo>
                    <a:cubicBezTo>
                      <a:pt x="329565" y="0"/>
                      <a:pt x="424815" y="95250"/>
                      <a:pt x="424815" y="212408"/>
                    </a:cubicBezTo>
                    <a:lnTo>
                      <a:pt x="424815" y="212408"/>
                    </a:lnTo>
                    <a:cubicBezTo>
                      <a:pt x="424815" y="329565"/>
                      <a:pt x="329565" y="424815"/>
                      <a:pt x="212407" y="424815"/>
                    </a:cubicBezTo>
                    <a:lnTo>
                      <a:pt x="212407" y="424815"/>
                    </a:lnTo>
                    <a:cubicBezTo>
                      <a:pt x="95250" y="424815"/>
                      <a:pt x="0" y="329565"/>
                      <a:pt x="0" y="212408"/>
                    </a:cubicBezTo>
                    <a:lnTo>
                      <a:pt x="0" y="212408"/>
                    </a:lnTo>
                    <a:cubicBezTo>
                      <a:pt x="0" y="95250"/>
                      <a:pt x="95250" y="0"/>
                      <a:pt x="212407" y="0"/>
                    </a:cubicBezTo>
                    <a:close/>
                  </a:path>
                </a:pathLst>
              </a:custGeom>
              <a:solidFill>
                <a:srgbClr val="A2ABB0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66737C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3AEE83F7-768E-244D-7B34-E87A856BD700}"/>
                  </a:ext>
                </a:extLst>
              </p:cNvPr>
              <p:cNvSpPr/>
              <p:nvPr/>
            </p:nvSpPr>
            <p:spPr>
              <a:xfrm>
                <a:off x="2305343" y="2088725"/>
                <a:ext cx="293428" cy="252372"/>
              </a:xfrm>
              <a:custGeom>
                <a:avLst/>
                <a:gdLst>
                  <a:gd name="connsiteX0" fmla="*/ 0 w 231457"/>
                  <a:gd name="connsiteY0" fmla="*/ 18098 h 199072"/>
                  <a:gd name="connsiteX1" fmla="*/ 0 w 231457"/>
                  <a:gd name="connsiteY1" fmla="*/ 181927 h 199072"/>
                  <a:gd name="connsiteX2" fmla="*/ 17145 w 231457"/>
                  <a:gd name="connsiteY2" fmla="*/ 199073 h 199072"/>
                  <a:gd name="connsiteX3" fmla="*/ 214313 w 231457"/>
                  <a:gd name="connsiteY3" fmla="*/ 199073 h 199072"/>
                  <a:gd name="connsiteX4" fmla="*/ 231457 w 231457"/>
                  <a:gd name="connsiteY4" fmla="*/ 181927 h 199072"/>
                  <a:gd name="connsiteX5" fmla="*/ 231457 w 231457"/>
                  <a:gd name="connsiteY5" fmla="*/ 54292 h 199072"/>
                  <a:gd name="connsiteX6" fmla="*/ 226695 w 231457"/>
                  <a:gd name="connsiteY6" fmla="*/ 41910 h 199072"/>
                  <a:gd name="connsiteX7" fmla="*/ 192405 w 231457"/>
                  <a:gd name="connsiteY7" fmla="*/ 5715 h 199072"/>
                  <a:gd name="connsiteX8" fmla="*/ 180022 w 231457"/>
                  <a:gd name="connsiteY8" fmla="*/ 0 h 199072"/>
                  <a:gd name="connsiteX9" fmla="*/ 16192 w 231457"/>
                  <a:gd name="connsiteY9" fmla="*/ 0 h 199072"/>
                  <a:gd name="connsiteX10" fmla="*/ 0 w 231457"/>
                  <a:gd name="connsiteY10" fmla="*/ 18098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1457" h="199072">
                    <a:moveTo>
                      <a:pt x="0" y="18098"/>
                    </a:moveTo>
                    <a:lnTo>
                      <a:pt x="0" y="181927"/>
                    </a:lnTo>
                    <a:cubicBezTo>
                      <a:pt x="0" y="191452"/>
                      <a:pt x="7620" y="199073"/>
                      <a:pt x="17145" y="199073"/>
                    </a:cubicBezTo>
                    <a:lnTo>
                      <a:pt x="214313" y="199073"/>
                    </a:lnTo>
                    <a:cubicBezTo>
                      <a:pt x="223838" y="199073"/>
                      <a:pt x="231457" y="191452"/>
                      <a:pt x="231457" y="181927"/>
                    </a:cubicBezTo>
                    <a:lnTo>
                      <a:pt x="231457" y="54292"/>
                    </a:lnTo>
                    <a:cubicBezTo>
                      <a:pt x="231457" y="49530"/>
                      <a:pt x="229552" y="45720"/>
                      <a:pt x="226695" y="41910"/>
                    </a:cubicBezTo>
                    <a:lnTo>
                      <a:pt x="192405" y="5715"/>
                    </a:lnTo>
                    <a:cubicBezTo>
                      <a:pt x="189547" y="1905"/>
                      <a:pt x="184785" y="0"/>
                      <a:pt x="180022" y="0"/>
                    </a:cubicBezTo>
                    <a:lnTo>
                      <a:pt x="16192" y="0"/>
                    </a:lnTo>
                    <a:cubicBezTo>
                      <a:pt x="7620" y="952"/>
                      <a:pt x="0" y="8573"/>
                      <a:pt x="0" y="18098"/>
                    </a:cubicBezTo>
                    <a:close/>
                  </a:path>
                </a:pathLst>
              </a:custGeom>
              <a:solidFill>
                <a:srgbClr val="4D516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CDB1D50D-6A31-8599-D1EA-1D386F13A7EF}"/>
                  </a:ext>
                </a:extLst>
              </p:cNvPr>
              <p:cNvSpPr/>
              <p:nvPr/>
            </p:nvSpPr>
            <p:spPr>
              <a:xfrm>
                <a:off x="2356059" y="2089932"/>
                <a:ext cx="171467" cy="100224"/>
              </a:xfrm>
              <a:custGeom>
                <a:avLst/>
                <a:gdLst>
                  <a:gd name="connsiteX0" fmla="*/ 0 w 135254"/>
                  <a:gd name="connsiteY0" fmla="*/ 0 h 79057"/>
                  <a:gd name="connsiteX1" fmla="*/ 135255 w 135254"/>
                  <a:gd name="connsiteY1" fmla="*/ 0 h 79057"/>
                  <a:gd name="connsiteX2" fmla="*/ 135255 w 135254"/>
                  <a:gd name="connsiteY2" fmla="*/ 79058 h 79057"/>
                  <a:gd name="connsiteX3" fmla="*/ 0 w 135254"/>
                  <a:gd name="connsiteY3" fmla="*/ 79058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254" h="79057">
                    <a:moveTo>
                      <a:pt x="0" y="0"/>
                    </a:moveTo>
                    <a:lnTo>
                      <a:pt x="135255" y="0"/>
                    </a:lnTo>
                    <a:lnTo>
                      <a:pt x="135255" y="79058"/>
                    </a:lnTo>
                    <a:lnTo>
                      <a:pt x="0" y="79058"/>
                    </a:lnTo>
                    <a:close/>
                  </a:path>
                </a:pathLst>
              </a:custGeom>
              <a:solidFill>
                <a:srgbClr val="F2F2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1372B803-3BF4-E416-2DF1-87B8F075FB21}"/>
                  </a:ext>
                </a:extLst>
              </p:cNvPr>
              <p:cNvSpPr/>
              <p:nvPr/>
            </p:nvSpPr>
            <p:spPr>
              <a:xfrm>
                <a:off x="2470774" y="2106837"/>
                <a:ext cx="37433" cy="66413"/>
              </a:xfrm>
              <a:custGeom>
                <a:avLst/>
                <a:gdLst>
                  <a:gd name="connsiteX0" fmla="*/ 0 w 29527"/>
                  <a:gd name="connsiteY0" fmla="*/ 0 h 52387"/>
                  <a:gd name="connsiteX1" fmla="*/ 29528 w 29527"/>
                  <a:gd name="connsiteY1" fmla="*/ 0 h 52387"/>
                  <a:gd name="connsiteX2" fmla="*/ 29528 w 29527"/>
                  <a:gd name="connsiteY2" fmla="*/ 52388 h 52387"/>
                  <a:gd name="connsiteX3" fmla="*/ 0 w 29527"/>
                  <a:gd name="connsiteY3" fmla="*/ 52388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27" h="52387">
                    <a:moveTo>
                      <a:pt x="0" y="0"/>
                    </a:moveTo>
                    <a:lnTo>
                      <a:pt x="29528" y="0"/>
                    </a:lnTo>
                    <a:lnTo>
                      <a:pt x="29528" y="52388"/>
                    </a:lnTo>
                    <a:lnTo>
                      <a:pt x="0" y="52388"/>
                    </a:lnTo>
                    <a:close/>
                  </a:path>
                </a:pathLst>
              </a:custGeom>
              <a:solidFill>
                <a:srgbClr val="4D516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82B2B31B-C0AD-73B9-DA33-6A313313C601}"/>
                  </a:ext>
                </a:extLst>
              </p:cNvPr>
              <p:cNvSpPr/>
              <p:nvPr/>
            </p:nvSpPr>
            <p:spPr>
              <a:xfrm>
                <a:off x="2356059" y="2208269"/>
                <a:ext cx="171467" cy="105054"/>
              </a:xfrm>
              <a:custGeom>
                <a:avLst/>
                <a:gdLst>
                  <a:gd name="connsiteX0" fmla="*/ 0 w 135254"/>
                  <a:gd name="connsiteY0" fmla="*/ 0 h 82867"/>
                  <a:gd name="connsiteX1" fmla="*/ 135255 w 135254"/>
                  <a:gd name="connsiteY1" fmla="*/ 0 h 82867"/>
                  <a:gd name="connsiteX2" fmla="*/ 135255 w 135254"/>
                  <a:gd name="connsiteY2" fmla="*/ 82867 h 82867"/>
                  <a:gd name="connsiteX3" fmla="*/ 0 w 135254"/>
                  <a:gd name="connsiteY3" fmla="*/ 82867 h 82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254" h="82867">
                    <a:moveTo>
                      <a:pt x="0" y="0"/>
                    </a:moveTo>
                    <a:lnTo>
                      <a:pt x="135255" y="0"/>
                    </a:lnTo>
                    <a:lnTo>
                      <a:pt x="135255" y="82867"/>
                    </a:lnTo>
                    <a:lnTo>
                      <a:pt x="0" y="82867"/>
                    </a:lnTo>
                    <a:close/>
                  </a:path>
                </a:pathLst>
              </a:custGeom>
              <a:solidFill>
                <a:srgbClr val="C7D8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ECB78906-22A5-CFD3-BB3C-A34A6F7E6F8B}"/>
                  </a:ext>
                </a:extLst>
              </p:cNvPr>
              <p:cNvSpPr/>
              <p:nvPr/>
            </p:nvSpPr>
            <p:spPr>
              <a:xfrm>
                <a:off x="1639997" y="2816861"/>
                <a:ext cx="729344" cy="212523"/>
              </a:xfrm>
              <a:custGeom>
                <a:avLst/>
                <a:gdLst>
                  <a:gd name="connsiteX0" fmla="*/ 574358 w 575309"/>
                  <a:gd name="connsiteY0" fmla="*/ 167640 h 167639"/>
                  <a:gd name="connsiteX1" fmla="*/ 0 w 575309"/>
                  <a:gd name="connsiteY1" fmla="*/ 167640 h 167639"/>
                  <a:gd name="connsiteX2" fmla="*/ 0 w 575309"/>
                  <a:gd name="connsiteY2" fmla="*/ 0 h 167639"/>
                  <a:gd name="connsiteX3" fmla="*/ 548640 w 575309"/>
                  <a:gd name="connsiteY3" fmla="*/ 0 h 167639"/>
                  <a:gd name="connsiteX4" fmla="*/ 575310 w 575309"/>
                  <a:gd name="connsiteY4" fmla="*/ 26670 h 167639"/>
                  <a:gd name="connsiteX5" fmla="*/ 575310 w 575309"/>
                  <a:gd name="connsiteY5" fmla="*/ 167640 h 167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5309" h="167639">
                    <a:moveTo>
                      <a:pt x="574358" y="167640"/>
                    </a:moveTo>
                    <a:lnTo>
                      <a:pt x="0" y="167640"/>
                    </a:lnTo>
                    <a:lnTo>
                      <a:pt x="0" y="0"/>
                    </a:lnTo>
                    <a:lnTo>
                      <a:pt x="548640" y="0"/>
                    </a:lnTo>
                    <a:cubicBezTo>
                      <a:pt x="562928" y="0"/>
                      <a:pt x="575310" y="11430"/>
                      <a:pt x="575310" y="26670"/>
                    </a:cubicBezTo>
                    <a:lnTo>
                      <a:pt x="575310" y="167640"/>
                    </a:lnTo>
                    <a:close/>
                  </a:path>
                </a:pathLst>
              </a:custGeom>
              <a:solidFill>
                <a:srgbClr val="A2ABB0"/>
              </a:solidFill>
              <a:ln w="6350" cap="flat" cmpd="sng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66737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6A977A0-80A4-D54B-1ABF-ECEAE92DDBB5}"/>
                  </a:ext>
                </a:extLst>
              </p:cNvPr>
              <p:cNvSpPr/>
              <p:nvPr/>
            </p:nvSpPr>
            <p:spPr>
              <a:xfrm>
                <a:off x="1650864" y="2827728"/>
                <a:ext cx="706401" cy="189581"/>
              </a:xfrm>
              <a:custGeom>
                <a:avLst/>
                <a:gdLst>
                  <a:gd name="connsiteX0" fmla="*/ 557213 w 557212"/>
                  <a:gd name="connsiteY0" fmla="*/ 149542 h 149542"/>
                  <a:gd name="connsiteX1" fmla="*/ 0 w 557212"/>
                  <a:gd name="connsiteY1" fmla="*/ 149542 h 149542"/>
                  <a:gd name="connsiteX2" fmla="*/ 0 w 557212"/>
                  <a:gd name="connsiteY2" fmla="*/ 0 h 149542"/>
                  <a:gd name="connsiteX3" fmla="*/ 539115 w 557212"/>
                  <a:gd name="connsiteY3" fmla="*/ 0 h 149542"/>
                  <a:gd name="connsiteX4" fmla="*/ 557213 w 557212"/>
                  <a:gd name="connsiteY4" fmla="*/ 18098 h 149542"/>
                  <a:gd name="connsiteX5" fmla="*/ 557213 w 557212"/>
                  <a:gd name="connsiteY5" fmla="*/ 149542 h 149542"/>
                  <a:gd name="connsiteX6" fmla="*/ 3810 w 557212"/>
                  <a:gd name="connsiteY6" fmla="*/ 146685 h 149542"/>
                  <a:gd name="connsiteX7" fmla="*/ 553403 w 557212"/>
                  <a:gd name="connsiteY7" fmla="*/ 146685 h 149542"/>
                  <a:gd name="connsiteX8" fmla="*/ 553403 w 557212"/>
                  <a:gd name="connsiteY8" fmla="*/ 18098 h 149542"/>
                  <a:gd name="connsiteX9" fmla="*/ 539115 w 557212"/>
                  <a:gd name="connsiteY9" fmla="*/ 3810 h 149542"/>
                  <a:gd name="connsiteX10" fmla="*/ 2858 w 557212"/>
                  <a:gd name="connsiteY10" fmla="*/ 3810 h 149542"/>
                  <a:gd name="connsiteX11" fmla="*/ 2858 w 557212"/>
                  <a:gd name="connsiteY11" fmla="*/ 146685 h 149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7212" h="149542">
                    <a:moveTo>
                      <a:pt x="557213" y="149542"/>
                    </a:moveTo>
                    <a:lnTo>
                      <a:pt x="0" y="149542"/>
                    </a:lnTo>
                    <a:lnTo>
                      <a:pt x="0" y="0"/>
                    </a:lnTo>
                    <a:lnTo>
                      <a:pt x="539115" y="0"/>
                    </a:lnTo>
                    <a:cubicBezTo>
                      <a:pt x="548640" y="0"/>
                      <a:pt x="557213" y="7620"/>
                      <a:pt x="557213" y="18098"/>
                    </a:cubicBezTo>
                    <a:lnTo>
                      <a:pt x="557213" y="149542"/>
                    </a:lnTo>
                    <a:close/>
                    <a:moveTo>
                      <a:pt x="3810" y="146685"/>
                    </a:moveTo>
                    <a:lnTo>
                      <a:pt x="553403" y="146685"/>
                    </a:lnTo>
                    <a:lnTo>
                      <a:pt x="553403" y="18098"/>
                    </a:lnTo>
                    <a:cubicBezTo>
                      <a:pt x="553403" y="10478"/>
                      <a:pt x="546735" y="3810"/>
                      <a:pt x="539115" y="3810"/>
                    </a:cubicBezTo>
                    <a:lnTo>
                      <a:pt x="2858" y="3810"/>
                    </a:lnTo>
                    <a:lnTo>
                      <a:pt x="2858" y="14668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ED6D063A-B17B-48AD-9F13-C81281EB1C85}"/>
                  </a:ext>
                </a:extLst>
              </p:cNvPr>
              <p:cNvSpPr/>
              <p:nvPr/>
            </p:nvSpPr>
            <p:spPr>
              <a:xfrm>
                <a:off x="1719694" y="2913463"/>
                <a:ext cx="573574" cy="28979"/>
              </a:xfrm>
              <a:custGeom>
                <a:avLst/>
                <a:gdLst>
                  <a:gd name="connsiteX0" fmla="*/ 441007 w 452437"/>
                  <a:gd name="connsiteY0" fmla="*/ 22860 h 22859"/>
                  <a:gd name="connsiteX1" fmla="*/ 11430 w 452437"/>
                  <a:gd name="connsiteY1" fmla="*/ 22860 h 22859"/>
                  <a:gd name="connsiteX2" fmla="*/ 0 w 452437"/>
                  <a:gd name="connsiteY2" fmla="*/ 11430 h 22859"/>
                  <a:gd name="connsiteX3" fmla="*/ 0 w 452437"/>
                  <a:gd name="connsiteY3" fmla="*/ 11430 h 22859"/>
                  <a:gd name="connsiteX4" fmla="*/ 11430 w 452437"/>
                  <a:gd name="connsiteY4" fmla="*/ 0 h 22859"/>
                  <a:gd name="connsiteX5" fmla="*/ 441007 w 452437"/>
                  <a:gd name="connsiteY5" fmla="*/ 0 h 22859"/>
                  <a:gd name="connsiteX6" fmla="*/ 452438 w 452437"/>
                  <a:gd name="connsiteY6" fmla="*/ 11430 h 22859"/>
                  <a:gd name="connsiteX7" fmla="*/ 452438 w 452437"/>
                  <a:gd name="connsiteY7" fmla="*/ 11430 h 22859"/>
                  <a:gd name="connsiteX8" fmla="*/ 441007 w 452437"/>
                  <a:gd name="connsiteY8" fmla="*/ 2286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2437" h="22859">
                    <a:moveTo>
                      <a:pt x="441007" y="22860"/>
                    </a:moveTo>
                    <a:lnTo>
                      <a:pt x="11430" y="22860"/>
                    </a:lnTo>
                    <a:cubicBezTo>
                      <a:pt x="5715" y="22860"/>
                      <a:pt x="0" y="18097"/>
                      <a:pt x="0" y="11430"/>
                    </a:cubicBezTo>
                    <a:lnTo>
                      <a:pt x="0" y="11430"/>
                    </a:lnTo>
                    <a:cubicBezTo>
                      <a:pt x="0" y="5715"/>
                      <a:pt x="4763" y="0"/>
                      <a:pt x="11430" y="0"/>
                    </a:cubicBezTo>
                    <a:lnTo>
                      <a:pt x="441007" y="0"/>
                    </a:lnTo>
                    <a:cubicBezTo>
                      <a:pt x="446722" y="0"/>
                      <a:pt x="452438" y="4763"/>
                      <a:pt x="452438" y="11430"/>
                    </a:cubicBezTo>
                    <a:lnTo>
                      <a:pt x="452438" y="11430"/>
                    </a:lnTo>
                    <a:cubicBezTo>
                      <a:pt x="452438" y="18097"/>
                      <a:pt x="447675" y="22860"/>
                      <a:pt x="441007" y="22860"/>
                    </a:cubicBezTo>
                    <a:close/>
                  </a:path>
                </a:pathLst>
              </a:custGeom>
              <a:solidFill>
                <a:srgbClr val="66737C"/>
              </a:solidFill>
              <a:ln w="9525" cap="flat">
                <a:noFill/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41828E6A-2799-EED7-BAB9-C6C57914EEAF}"/>
                  </a:ext>
                </a:extLst>
              </p:cNvPr>
              <p:cNvSpPr/>
              <p:nvPr/>
            </p:nvSpPr>
            <p:spPr>
              <a:xfrm>
                <a:off x="1452830" y="2816861"/>
                <a:ext cx="4830" cy="425047"/>
              </a:xfrm>
              <a:custGeom>
                <a:avLst/>
                <a:gdLst>
                  <a:gd name="connsiteX0" fmla="*/ 0 w 3810"/>
                  <a:gd name="connsiteY0" fmla="*/ 0 h 335279"/>
                  <a:gd name="connsiteX1" fmla="*/ 3810 w 3810"/>
                  <a:gd name="connsiteY1" fmla="*/ 0 h 335279"/>
                  <a:gd name="connsiteX2" fmla="*/ 3810 w 3810"/>
                  <a:gd name="connsiteY2" fmla="*/ 335280 h 335279"/>
                  <a:gd name="connsiteX3" fmla="*/ 0 w 3810"/>
                  <a:gd name="connsiteY3" fmla="*/ 335280 h 335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" h="335279">
                    <a:moveTo>
                      <a:pt x="0" y="0"/>
                    </a:moveTo>
                    <a:lnTo>
                      <a:pt x="3810" y="0"/>
                    </a:lnTo>
                    <a:lnTo>
                      <a:pt x="3810" y="335280"/>
                    </a:lnTo>
                    <a:lnTo>
                      <a:pt x="0" y="335280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9B408E64-1DF3-5E3E-3DD2-234C657793A1}"/>
                  </a:ext>
                </a:extLst>
              </p:cNvPr>
              <p:cNvSpPr/>
              <p:nvPr/>
            </p:nvSpPr>
            <p:spPr>
              <a:xfrm>
                <a:off x="1056762" y="2598300"/>
                <a:ext cx="1165261" cy="4830"/>
              </a:xfrm>
              <a:custGeom>
                <a:avLst/>
                <a:gdLst>
                  <a:gd name="connsiteX0" fmla="*/ 0 w 919162"/>
                  <a:gd name="connsiteY0" fmla="*/ 0 h 3810"/>
                  <a:gd name="connsiteX1" fmla="*/ 919163 w 919162"/>
                  <a:gd name="connsiteY1" fmla="*/ 0 h 3810"/>
                  <a:gd name="connsiteX2" fmla="*/ 919163 w 919162"/>
                  <a:gd name="connsiteY2" fmla="*/ 3810 h 3810"/>
                  <a:gd name="connsiteX3" fmla="*/ 0 w 919162"/>
                  <a:gd name="connsiteY3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9162" h="3810">
                    <a:moveTo>
                      <a:pt x="0" y="0"/>
                    </a:moveTo>
                    <a:lnTo>
                      <a:pt x="919163" y="0"/>
                    </a:lnTo>
                    <a:lnTo>
                      <a:pt x="919163" y="381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B92F0166-02F5-FE43-6421-397979B0816A}"/>
                  </a:ext>
                </a:extLst>
              </p:cNvPr>
              <p:cNvSpPr/>
              <p:nvPr/>
            </p:nvSpPr>
            <p:spPr>
              <a:xfrm>
                <a:off x="1056762" y="2613997"/>
                <a:ext cx="1165261" cy="4830"/>
              </a:xfrm>
              <a:custGeom>
                <a:avLst/>
                <a:gdLst>
                  <a:gd name="connsiteX0" fmla="*/ 0 w 919162"/>
                  <a:gd name="connsiteY0" fmla="*/ 0 h 3810"/>
                  <a:gd name="connsiteX1" fmla="*/ 919163 w 919162"/>
                  <a:gd name="connsiteY1" fmla="*/ 0 h 3810"/>
                  <a:gd name="connsiteX2" fmla="*/ 919163 w 919162"/>
                  <a:gd name="connsiteY2" fmla="*/ 3810 h 3810"/>
                  <a:gd name="connsiteX3" fmla="*/ 0 w 919162"/>
                  <a:gd name="connsiteY3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9162" h="3810">
                    <a:moveTo>
                      <a:pt x="0" y="0"/>
                    </a:moveTo>
                    <a:lnTo>
                      <a:pt x="919163" y="0"/>
                    </a:lnTo>
                    <a:lnTo>
                      <a:pt x="919163" y="381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34BC6CB6-0693-F774-3A25-CE19E6CFA99B}"/>
                  </a:ext>
                </a:extLst>
              </p:cNvPr>
              <p:cNvSpPr/>
              <p:nvPr/>
            </p:nvSpPr>
            <p:spPr>
              <a:xfrm>
                <a:off x="1181137" y="2692487"/>
                <a:ext cx="917719" cy="82112"/>
              </a:xfrm>
              <a:custGeom>
                <a:avLst/>
                <a:gdLst>
                  <a:gd name="connsiteX0" fmla="*/ 722947 w 723900"/>
                  <a:gd name="connsiteY0" fmla="*/ 64770 h 64770"/>
                  <a:gd name="connsiteX1" fmla="*/ 719138 w 723900"/>
                  <a:gd name="connsiteY1" fmla="*/ 64770 h 64770"/>
                  <a:gd name="connsiteX2" fmla="*/ 719138 w 723900"/>
                  <a:gd name="connsiteY2" fmla="*/ 19050 h 64770"/>
                  <a:gd name="connsiteX3" fmla="*/ 703897 w 723900"/>
                  <a:gd name="connsiteY3" fmla="*/ 3810 h 64770"/>
                  <a:gd name="connsiteX4" fmla="*/ 19050 w 723900"/>
                  <a:gd name="connsiteY4" fmla="*/ 3810 h 64770"/>
                  <a:gd name="connsiteX5" fmla="*/ 3810 w 723900"/>
                  <a:gd name="connsiteY5" fmla="*/ 19050 h 64770"/>
                  <a:gd name="connsiteX6" fmla="*/ 3810 w 723900"/>
                  <a:gd name="connsiteY6" fmla="*/ 64770 h 64770"/>
                  <a:gd name="connsiteX7" fmla="*/ 0 w 723900"/>
                  <a:gd name="connsiteY7" fmla="*/ 64770 h 64770"/>
                  <a:gd name="connsiteX8" fmla="*/ 0 w 723900"/>
                  <a:gd name="connsiteY8" fmla="*/ 19050 h 64770"/>
                  <a:gd name="connsiteX9" fmla="*/ 19050 w 723900"/>
                  <a:gd name="connsiteY9" fmla="*/ 0 h 64770"/>
                  <a:gd name="connsiteX10" fmla="*/ 704850 w 723900"/>
                  <a:gd name="connsiteY10" fmla="*/ 0 h 64770"/>
                  <a:gd name="connsiteX11" fmla="*/ 723900 w 723900"/>
                  <a:gd name="connsiteY11" fmla="*/ 19050 h 64770"/>
                  <a:gd name="connsiteX12" fmla="*/ 723900 w 723900"/>
                  <a:gd name="connsiteY12" fmla="*/ 64770 h 64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23900" h="64770">
                    <a:moveTo>
                      <a:pt x="722947" y="64770"/>
                    </a:moveTo>
                    <a:lnTo>
                      <a:pt x="719138" y="64770"/>
                    </a:lnTo>
                    <a:lnTo>
                      <a:pt x="719138" y="19050"/>
                    </a:lnTo>
                    <a:cubicBezTo>
                      <a:pt x="719138" y="10478"/>
                      <a:pt x="712470" y="3810"/>
                      <a:pt x="703897" y="3810"/>
                    </a:cubicBezTo>
                    <a:lnTo>
                      <a:pt x="19050" y="3810"/>
                    </a:lnTo>
                    <a:cubicBezTo>
                      <a:pt x="10477" y="3810"/>
                      <a:pt x="3810" y="10478"/>
                      <a:pt x="3810" y="19050"/>
                    </a:cubicBezTo>
                    <a:lnTo>
                      <a:pt x="3810" y="64770"/>
                    </a:lnTo>
                    <a:lnTo>
                      <a:pt x="0" y="64770"/>
                    </a:lnTo>
                    <a:lnTo>
                      <a:pt x="0" y="19050"/>
                    </a:lnTo>
                    <a:cubicBezTo>
                      <a:pt x="0" y="8572"/>
                      <a:pt x="8573" y="0"/>
                      <a:pt x="19050" y="0"/>
                    </a:cubicBezTo>
                    <a:lnTo>
                      <a:pt x="704850" y="0"/>
                    </a:lnTo>
                    <a:cubicBezTo>
                      <a:pt x="715328" y="0"/>
                      <a:pt x="723900" y="8572"/>
                      <a:pt x="723900" y="19050"/>
                    </a:cubicBezTo>
                    <a:lnTo>
                      <a:pt x="723900" y="64770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BD15EB49-46E1-FB77-4842-AD7960EAC109}"/>
                  </a:ext>
                </a:extLst>
              </p:cNvPr>
              <p:cNvSpPr/>
              <p:nvPr/>
            </p:nvSpPr>
            <p:spPr>
              <a:xfrm>
                <a:off x="973443" y="3077686"/>
                <a:ext cx="421426" cy="45886"/>
              </a:xfrm>
              <a:custGeom>
                <a:avLst/>
                <a:gdLst>
                  <a:gd name="connsiteX0" fmla="*/ 323850 w 332422"/>
                  <a:gd name="connsiteY0" fmla="*/ 36195 h 36195"/>
                  <a:gd name="connsiteX1" fmla="*/ 8572 w 332422"/>
                  <a:gd name="connsiteY1" fmla="*/ 36195 h 36195"/>
                  <a:gd name="connsiteX2" fmla="*/ 0 w 332422"/>
                  <a:gd name="connsiteY2" fmla="*/ 27623 h 36195"/>
                  <a:gd name="connsiteX3" fmla="*/ 0 w 332422"/>
                  <a:gd name="connsiteY3" fmla="*/ 8573 h 36195"/>
                  <a:gd name="connsiteX4" fmla="*/ 8572 w 332422"/>
                  <a:gd name="connsiteY4" fmla="*/ 0 h 36195"/>
                  <a:gd name="connsiteX5" fmla="*/ 323850 w 332422"/>
                  <a:gd name="connsiteY5" fmla="*/ 0 h 36195"/>
                  <a:gd name="connsiteX6" fmla="*/ 332422 w 332422"/>
                  <a:gd name="connsiteY6" fmla="*/ 8573 h 36195"/>
                  <a:gd name="connsiteX7" fmla="*/ 332422 w 332422"/>
                  <a:gd name="connsiteY7" fmla="*/ 27623 h 36195"/>
                  <a:gd name="connsiteX8" fmla="*/ 323850 w 332422"/>
                  <a:gd name="connsiteY8" fmla="*/ 36195 h 36195"/>
                  <a:gd name="connsiteX9" fmla="*/ 8572 w 332422"/>
                  <a:gd name="connsiteY9" fmla="*/ 2858 h 36195"/>
                  <a:gd name="connsiteX10" fmla="*/ 2857 w 332422"/>
                  <a:gd name="connsiteY10" fmla="*/ 8573 h 36195"/>
                  <a:gd name="connsiteX11" fmla="*/ 2857 w 332422"/>
                  <a:gd name="connsiteY11" fmla="*/ 27623 h 36195"/>
                  <a:gd name="connsiteX12" fmla="*/ 8572 w 332422"/>
                  <a:gd name="connsiteY12" fmla="*/ 33338 h 36195"/>
                  <a:gd name="connsiteX13" fmla="*/ 323850 w 332422"/>
                  <a:gd name="connsiteY13" fmla="*/ 33338 h 36195"/>
                  <a:gd name="connsiteX14" fmla="*/ 329565 w 332422"/>
                  <a:gd name="connsiteY14" fmla="*/ 27623 h 36195"/>
                  <a:gd name="connsiteX15" fmla="*/ 329565 w 332422"/>
                  <a:gd name="connsiteY15" fmla="*/ 8573 h 36195"/>
                  <a:gd name="connsiteX16" fmla="*/ 323850 w 332422"/>
                  <a:gd name="connsiteY16" fmla="*/ 2858 h 36195"/>
                  <a:gd name="connsiteX17" fmla="*/ 8572 w 332422"/>
                  <a:gd name="connsiteY17" fmla="*/ 2858 h 36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32422" h="36195">
                    <a:moveTo>
                      <a:pt x="323850" y="36195"/>
                    </a:moveTo>
                    <a:lnTo>
                      <a:pt x="8572" y="36195"/>
                    </a:lnTo>
                    <a:cubicBezTo>
                      <a:pt x="3810" y="36195"/>
                      <a:pt x="0" y="32385"/>
                      <a:pt x="0" y="27623"/>
                    </a:cubicBezTo>
                    <a:lnTo>
                      <a:pt x="0" y="8573"/>
                    </a:lnTo>
                    <a:cubicBezTo>
                      <a:pt x="0" y="3810"/>
                      <a:pt x="3810" y="0"/>
                      <a:pt x="8572" y="0"/>
                    </a:cubicBezTo>
                    <a:lnTo>
                      <a:pt x="323850" y="0"/>
                    </a:lnTo>
                    <a:cubicBezTo>
                      <a:pt x="328613" y="0"/>
                      <a:pt x="332422" y="3810"/>
                      <a:pt x="332422" y="8573"/>
                    </a:cubicBezTo>
                    <a:lnTo>
                      <a:pt x="332422" y="27623"/>
                    </a:lnTo>
                    <a:cubicBezTo>
                      <a:pt x="332422" y="32385"/>
                      <a:pt x="328613" y="36195"/>
                      <a:pt x="323850" y="36195"/>
                    </a:cubicBezTo>
                    <a:close/>
                    <a:moveTo>
                      <a:pt x="8572" y="2858"/>
                    </a:moveTo>
                    <a:cubicBezTo>
                      <a:pt x="5715" y="2858"/>
                      <a:pt x="2857" y="5715"/>
                      <a:pt x="2857" y="8573"/>
                    </a:cubicBezTo>
                    <a:lnTo>
                      <a:pt x="2857" y="27623"/>
                    </a:lnTo>
                    <a:cubicBezTo>
                      <a:pt x="2857" y="30480"/>
                      <a:pt x="5715" y="33338"/>
                      <a:pt x="8572" y="33338"/>
                    </a:cubicBezTo>
                    <a:lnTo>
                      <a:pt x="323850" y="33338"/>
                    </a:lnTo>
                    <a:cubicBezTo>
                      <a:pt x="326708" y="33338"/>
                      <a:pt x="329565" y="30480"/>
                      <a:pt x="329565" y="27623"/>
                    </a:cubicBezTo>
                    <a:lnTo>
                      <a:pt x="329565" y="8573"/>
                    </a:lnTo>
                    <a:cubicBezTo>
                      <a:pt x="329565" y="5715"/>
                      <a:pt x="326708" y="2858"/>
                      <a:pt x="323850" y="2858"/>
                    </a:cubicBezTo>
                    <a:lnTo>
                      <a:pt x="8572" y="2858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92249CAE-059F-12D0-B15D-0C60BD49C1DD}"/>
                  </a:ext>
                </a:extLst>
              </p:cNvPr>
              <p:cNvSpPr/>
              <p:nvPr/>
            </p:nvSpPr>
            <p:spPr>
              <a:xfrm>
                <a:off x="973443" y="3142892"/>
                <a:ext cx="421426" cy="21735"/>
              </a:xfrm>
              <a:custGeom>
                <a:avLst/>
                <a:gdLst>
                  <a:gd name="connsiteX0" fmla="*/ 323850 w 332422"/>
                  <a:gd name="connsiteY0" fmla="*/ 17145 h 17145"/>
                  <a:gd name="connsiteX1" fmla="*/ 8572 w 332422"/>
                  <a:gd name="connsiteY1" fmla="*/ 17145 h 17145"/>
                  <a:gd name="connsiteX2" fmla="*/ 0 w 332422"/>
                  <a:gd name="connsiteY2" fmla="*/ 8572 h 17145"/>
                  <a:gd name="connsiteX3" fmla="*/ 8572 w 332422"/>
                  <a:gd name="connsiteY3" fmla="*/ 0 h 17145"/>
                  <a:gd name="connsiteX4" fmla="*/ 323850 w 332422"/>
                  <a:gd name="connsiteY4" fmla="*/ 0 h 17145"/>
                  <a:gd name="connsiteX5" fmla="*/ 332422 w 332422"/>
                  <a:gd name="connsiteY5" fmla="*/ 8572 h 17145"/>
                  <a:gd name="connsiteX6" fmla="*/ 323850 w 332422"/>
                  <a:gd name="connsiteY6" fmla="*/ 17145 h 17145"/>
                  <a:gd name="connsiteX7" fmla="*/ 8572 w 332422"/>
                  <a:gd name="connsiteY7" fmla="*/ 2858 h 17145"/>
                  <a:gd name="connsiteX8" fmla="*/ 2857 w 332422"/>
                  <a:gd name="connsiteY8" fmla="*/ 8572 h 17145"/>
                  <a:gd name="connsiteX9" fmla="*/ 8572 w 332422"/>
                  <a:gd name="connsiteY9" fmla="*/ 14288 h 17145"/>
                  <a:gd name="connsiteX10" fmla="*/ 323850 w 332422"/>
                  <a:gd name="connsiteY10" fmla="*/ 14288 h 17145"/>
                  <a:gd name="connsiteX11" fmla="*/ 329565 w 332422"/>
                  <a:gd name="connsiteY11" fmla="*/ 8572 h 17145"/>
                  <a:gd name="connsiteX12" fmla="*/ 323850 w 332422"/>
                  <a:gd name="connsiteY12" fmla="*/ 2858 h 17145"/>
                  <a:gd name="connsiteX13" fmla="*/ 8572 w 332422"/>
                  <a:gd name="connsiteY13" fmla="*/ 2858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2422" h="17145">
                    <a:moveTo>
                      <a:pt x="323850" y="17145"/>
                    </a:moveTo>
                    <a:lnTo>
                      <a:pt x="8572" y="17145"/>
                    </a:lnTo>
                    <a:cubicBezTo>
                      <a:pt x="3810" y="17145"/>
                      <a:pt x="0" y="13335"/>
                      <a:pt x="0" y="8572"/>
                    </a:cubicBezTo>
                    <a:cubicBezTo>
                      <a:pt x="0" y="3810"/>
                      <a:pt x="3810" y="0"/>
                      <a:pt x="8572" y="0"/>
                    </a:cubicBezTo>
                    <a:lnTo>
                      <a:pt x="323850" y="0"/>
                    </a:lnTo>
                    <a:cubicBezTo>
                      <a:pt x="328613" y="0"/>
                      <a:pt x="332422" y="3810"/>
                      <a:pt x="332422" y="8572"/>
                    </a:cubicBezTo>
                    <a:cubicBezTo>
                      <a:pt x="332422" y="12383"/>
                      <a:pt x="328613" y="17145"/>
                      <a:pt x="323850" y="17145"/>
                    </a:cubicBezTo>
                    <a:close/>
                    <a:moveTo>
                      <a:pt x="8572" y="2858"/>
                    </a:moveTo>
                    <a:cubicBezTo>
                      <a:pt x="5715" y="2858"/>
                      <a:pt x="2857" y="5715"/>
                      <a:pt x="2857" y="8572"/>
                    </a:cubicBezTo>
                    <a:cubicBezTo>
                      <a:pt x="2857" y="11430"/>
                      <a:pt x="5715" y="14288"/>
                      <a:pt x="8572" y="14288"/>
                    </a:cubicBezTo>
                    <a:lnTo>
                      <a:pt x="323850" y="14288"/>
                    </a:lnTo>
                    <a:cubicBezTo>
                      <a:pt x="326708" y="14288"/>
                      <a:pt x="329565" y="11430"/>
                      <a:pt x="329565" y="8572"/>
                    </a:cubicBezTo>
                    <a:cubicBezTo>
                      <a:pt x="329565" y="5715"/>
                      <a:pt x="326708" y="2858"/>
                      <a:pt x="323850" y="2858"/>
                    </a:cubicBezTo>
                    <a:lnTo>
                      <a:pt x="8572" y="2858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136919DD-1B16-16D8-8674-ADA2A495E096}"/>
                  </a:ext>
                </a:extLst>
              </p:cNvPr>
              <p:cNvSpPr/>
              <p:nvPr/>
            </p:nvSpPr>
            <p:spPr>
              <a:xfrm>
                <a:off x="972235" y="2868785"/>
                <a:ext cx="56753" cy="56753"/>
              </a:xfrm>
              <a:custGeom>
                <a:avLst/>
                <a:gdLst>
                  <a:gd name="connsiteX0" fmla="*/ 30480 w 44767"/>
                  <a:gd name="connsiteY0" fmla="*/ 44767 h 44767"/>
                  <a:gd name="connsiteX1" fmla="*/ 14288 w 44767"/>
                  <a:gd name="connsiteY1" fmla="*/ 44767 h 44767"/>
                  <a:gd name="connsiteX2" fmla="*/ 0 w 44767"/>
                  <a:gd name="connsiteY2" fmla="*/ 30480 h 44767"/>
                  <a:gd name="connsiteX3" fmla="*/ 0 w 44767"/>
                  <a:gd name="connsiteY3" fmla="*/ 14288 h 44767"/>
                  <a:gd name="connsiteX4" fmla="*/ 14288 w 44767"/>
                  <a:gd name="connsiteY4" fmla="*/ 0 h 44767"/>
                  <a:gd name="connsiteX5" fmla="*/ 30480 w 44767"/>
                  <a:gd name="connsiteY5" fmla="*/ 0 h 44767"/>
                  <a:gd name="connsiteX6" fmla="*/ 44768 w 44767"/>
                  <a:gd name="connsiteY6" fmla="*/ 14288 h 44767"/>
                  <a:gd name="connsiteX7" fmla="*/ 44768 w 44767"/>
                  <a:gd name="connsiteY7" fmla="*/ 30480 h 44767"/>
                  <a:gd name="connsiteX8" fmla="*/ 30480 w 44767"/>
                  <a:gd name="connsiteY8" fmla="*/ 44767 h 44767"/>
                  <a:gd name="connsiteX9" fmla="*/ 14288 w 44767"/>
                  <a:gd name="connsiteY9" fmla="*/ 3810 h 44767"/>
                  <a:gd name="connsiteX10" fmla="*/ 3810 w 44767"/>
                  <a:gd name="connsiteY10" fmla="*/ 14288 h 44767"/>
                  <a:gd name="connsiteX11" fmla="*/ 3810 w 44767"/>
                  <a:gd name="connsiteY11" fmla="*/ 30480 h 44767"/>
                  <a:gd name="connsiteX12" fmla="*/ 14288 w 44767"/>
                  <a:gd name="connsiteY12" fmla="*/ 40957 h 44767"/>
                  <a:gd name="connsiteX13" fmla="*/ 30480 w 44767"/>
                  <a:gd name="connsiteY13" fmla="*/ 40957 h 44767"/>
                  <a:gd name="connsiteX14" fmla="*/ 40958 w 44767"/>
                  <a:gd name="connsiteY14" fmla="*/ 30480 h 44767"/>
                  <a:gd name="connsiteX15" fmla="*/ 40958 w 44767"/>
                  <a:gd name="connsiteY15" fmla="*/ 14288 h 44767"/>
                  <a:gd name="connsiteX16" fmla="*/ 30480 w 44767"/>
                  <a:gd name="connsiteY16" fmla="*/ 3810 h 44767"/>
                  <a:gd name="connsiteX17" fmla="*/ 14288 w 44767"/>
                  <a:gd name="connsiteY17" fmla="*/ 3810 h 44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4767" h="44767">
                    <a:moveTo>
                      <a:pt x="30480" y="44767"/>
                    </a:moveTo>
                    <a:lnTo>
                      <a:pt x="14288" y="44767"/>
                    </a:lnTo>
                    <a:cubicBezTo>
                      <a:pt x="6668" y="44767"/>
                      <a:pt x="0" y="38100"/>
                      <a:pt x="0" y="30480"/>
                    </a:cubicBezTo>
                    <a:lnTo>
                      <a:pt x="0" y="14288"/>
                    </a:lnTo>
                    <a:cubicBezTo>
                      <a:pt x="0" y="6667"/>
                      <a:pt x="6668" y="0"/>
                      <a:pt x="14288" y="0"/>
                    </a:cubicBezTo>
                    <a:lnTo>
                      <a:pt x="30480" y="0"/>
                    </a:lnTo>
                    <a:cubicBezTo>
                      <a:pt x="38100" y="0"/>
                      <a:pt x="44768" y="6667"/>
                      <a:pt x="44768" y="14288"/>
                    </a:cubicBezTo>
                    <a:lnTo>
                      <a:pt x="44768" y="30480"/>
                    </a:lnTo>
                    <a:cubicBezTo>
                      <a:pt x="44768" y="38100"/>
                      <a:pt x="38100" y="44767"/>
                      <a:pt x="30480" y="44767"/>
                    </a:cubicBezTo>
                    <a:close/>
                    <a:moveTo>
                      <a:pt x="14288" y="3810"/>
                    </a:moveTo>
                    <a:cubicBezTo>
                      <a:pt x="8573" y="3810"/>
                      <a:pt x="3810" y="8572"/>
                      <a:pt x="3810" y="14288"/>
                    </a:cubicBezTo>
                    <a:lnTo>
                      <a:pt x="3810" y="30480"/>
                    </a:lnTo>
                    <a:cubicBezTo>
                      <a:pt x="3810" y="36195"/>
                      <a:pt x="8573" y="40957"/>
                      <a:pt x="14288" y="40957"/>
                    </a:cubicBezTo>
                    <a:lnTo>
                      <a:pt x="30480" y="40957"/>
                    </a:lnTo>
                    <a:cubicBezTo>
                      <a:pt x="36195" y="40957"/>
                      <a:pt x="40958" y="36195"/>
                      <a:pt x="40958" y="30480"/>
                    </a:cubicBezTo>
                    <a:lnTo>
                      <a:pt x="40958" y="14288"/>
                    </a:lnTo>
                    <a:cubicBezTo>
                      <a:pt x="40958" y="8572"/>
                      <a:pt x="36195" y="3810"/>
                      <a:pt x="30480" y="3810"/>
                    </a:cubicBezTo>
                    <a:lnTo>
                      <a:pt x="14288" y="3810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04FFA812-D048-66A6-0BD9-8A23662984FC}"/>
                  </a:ext>
                </a:extLst>
              </p:cNvPr>
              <p:cNvSpPr/>
              <p:nvPr/>
            </p:nvSpPr>
            <p:spPr>
              <a:xfrm>
                <a:off x="1048310" y="2872407"/>
                <a:ext cx="21735" cy="50716"/>
              </a:xfrm>
              <a:custGeom>
                <a:avLst/>
                <a:gdLst>
                  <a:gd name="connsiteX0" fmla="*/ 8573 w 17145"/>
                  <a:gd name="connsiteY0" fmla="*/ 40005 h 40005"/>
                  <a:gd name="connsiteX1" fmla="*/ 8573 w 17145"/>
                  <a:gd name="connsiteY1" fmla="*/ 40005 h 40005"/>
                  <a:gd name="connsiteX2" fmla="*/ 0 w 17145"/>
                  <a:gd name="connsiteY2" fmla="*/ 31433 h 40005"/>
                  <a:gd name="connsiteX3" fmla="*/ 0 w 17145"/>
                  <a:gd name="connsiteY3" fmla="*/ 8573 h 40005"/>
                  <a:gd name="connsiteX4" fmla="*/ 8573 w 17145"/>
                  <a:gd name="connsiteY4" fmla="*/ 0 h 40005"/>
                  <a:gd name="connsiteX5" fmla="*/ 8573 w 17145"/>
                  <a:gd name="connsiteY5" fmla="*/ 0 h 40005"/>
                  <a:gd name="connsiteX6" fmla="*/ 17145 w 17145"/>
                  <a:gd name="connsiteY6" fmla="*/ 8573 h 40005"/>
                  <a:gd name="connsiteX7" fmla="*/ 17145 w 17145"/>
                  <a:gd name="connsiteY7" fmla="*/ 31433 h 40005"/>
                  <a:gd name="connsiteX8" fmla="*/ 8573 w 17145"/>
                  <a:gd name="connsiteY8" fmla="*/ 40005 h 40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45" h="40005">
                    <a:moveTo>
                      <a:pt x="8573" y="40005"/>
                    </a:moveTo>
                    <a:lnTo>
                      <a:pt x="8573" y="40005"/>
                    </a:lnTo>
                    <a:cubicBezTo>
                      <a:pt x="3810" y="40005"/>
                      <a:pt x="0" y="36195"/>
                      <a:pt x="0" y="31433"/>
                    </a:cubicBezTo>
                    <a:lnTo>
                      <a:pt x="0" y="8573"/>
                    </a:lnTo>
                    <a:cubicBezTo>
                      <a:pt x="0" y="3810"/>
                      <a:pt x="3810" y="0"/>
                      <a:pt x="8573" y="0"/>
                    </a:cubicBezTo>
                    <a:lnTo>
                      <a:pt x="8573" y="0"/>
                    </a:lnTo>
                    <a:cubicBezTo>
                      <a:pt x="13335" y="0"/>
                      <a:pt x="17145" y="3810"/>
                      <a:pt x="17145" y="8573"/>
                    </a:cubicBezTo>
                    <a:lnTo>
                      <a:pt x="17145" y="31433"/>
                    </a:lnTo>
                    <a:cubicBezTo>
                      <a:pt x="17145" y="36195"/>
                      <a:pt x="13335" y="40005"/>
                      <a:pt x="8573" y="40005"/>
                    </a:cubicBezTo>
                    <a:close/>
                  </a:path>
                </a:pathLst>
              </a:custGeom>
              <a:solidFill>
                <a:srgbClr val="849AA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458BF2DD-5982-17C3-C52A-8E1EB7F50BDD}"/>
                  </a:ext>
                </a:extLst>
              </p:cNvPr>
              <p:cNvSpPr/>
              <p:nvPr/>
            </p:nvSpPr>
            <p:spPr>
              <a:xfrm>
                <a:off x="2224438" y="3076479"/>
                <a:ext cx="61583" cy="88149"/>
              </a:xfrm>
              <a:custGeom>
                <a:avLst/>
                <a:gdLst>
                  <a:gd name="connsiteX0" fmla="*/ 37148 w 48577"/>
                  <a:gd name="connsiteY0" fmla="*/ 69533 h 69532"/>
                  <a:gd name="connsiteX1" fmla="*/ 11430 w 48577"/>
                  <a:gd name="connsiteY1" fmla="*/ 69533 h 69532"/>
                  <a:gd name="connsiteX2" fmla="*/ 0 w 48577"/>
                  <a:gd name="connsiteY2" fmla="*/ 58102 h 69532"/>
                  <a:gd name="connsiteX3" fmla="*/ 0 w 48577"/>
                  <a:gd name="connsiteY3" fmla="*/ 11430 h 69532"/>
                  <a:gd name="connsiteX4" fmla="*/ 11430 w 48577"/>
                  <a:gd name="connsiteY4" fmla="*/ 0 h 69532"/>
                  <a:gd name="connsiteX5" fmla="*/ 37148 w 48577"/>
                  <a:gd name="connsiteY5" fmla="*/ 0 h 69532"/>
                  <a:gd name="connsiteX6" fmla="*/ 48578 w 48577"/>
                  <a:gd name="connsiteY6" fmla="*/ 11430 h 69532"/>
                  <a:gd name="connsiteX7" fmla="*/ 48578 w 48577"/>
                  <a:gd name="connsiteY7" fmla="*/ 58102 h 69532"/>
                  <a:gd name="connsiteX8" fmla="*/ 37148 w 48577"/>
                  <a:gd name="connsiteY8" fmla="*/ 69533 h 69532"/>
                  <a:gd name="connsiteX9" fmla="*/ 11430 w 48577"/>
                  <a:gd name="connsiteY9" fmla="*/ 3810 h 69532"/>
                  <a:gd name="connsiteX10" fmla="*/ 3810 w 48577"/>
                  <a:gd name="connsiteY10" fmla="*/ 11430 h 69532"/>
                  <a:gd name="connsiteX11" fmla="*/ 3810 w 48577"/>
                  <a:gd name="connsiteY11" fmla="*/ 58102 h 69532"/>
                  <a:gd name="connsiteX12" fmla="*/ 11430 w 48577"/>
                  <a:gd name="connsiteY12" fmla="*/ 65722 h 69532"/>
                  <a:gd name="connsiteX13" fmla="*/ 37148 w 48577"/>
                  <a:gd name="connsiteY13" fmla="*/ 65722 h 69532"/>
                  <a:gd name="connsiteX14" fmla="*/ 44768 w 48577"/>
                  <a:gd name="connsiteY14" fmla="*/ 58102 h 69532"/>
                  <a:gd name="connsiteX15" fmla="*/ 44768 w 48577"/>
                  <a:gd name="connsiteY15" fmla="*/ 11430 h 69532"/>
                  <a:gd name="connsiteX16" fmla="*/ 37148 w 48577"/>
                  <a:gd name="connsiteY16" fmla="*/ 3810 h 69532"/>
                  <a:gd name="connsiteX17" fmla="*/ 11430 w 48577"/>
                  <a:gd name="connsiteY17" fmla="*/ 3810 h 69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8577" h="69532">
                    <a:moveTo>
                      <a:pt x="37148" y="69533"/>
                    </a:moveTo>
                    <a:lnTo>
                      <a:pt x="11430" y="69533"/>
                    </a:lnTo>
                    <a:cubicBezTo>
                      <a:pt x="5715" y="69533"/>
                      <a:pt x="0" y="64770"/>
                      <a:pt x="0" y="58102"/>
                    </a:cubicBezTo>
                    <a:lnTo>
                      <a:pt x="0" y="11430"/>
                    </a:lnTo>
                    <a:cubicBezTo>
                      <a:pt x="0" y="5715"/>
                      <a:pt x="4763" y="0"/>
                      <a:pt x="11430" y="0"/>
                    </a:cubicBezTo>
                    <a:lnTo>
                      <a:pt x="37148" y="0"/>
                    </a:lnTo>
                    <a:cubicBezTo>
                      <a:pt x="42863" y="0"/>
                      <a:pt x="48578" y="4763"/>
                      <a:pt x="48578" y="11430"/>
                    </a:cubicBezTo>
                    <a:lnTo>
                      <a:pt x="48578" y="58102"/>
                    </a:lnTo>
                    <a:cubicBezTo>
                      <a:pt x="48578" y="63817"/>
                      <a:pt x="42863" y="69533"/>
                      <a:pt x="37148" y="69533"/>
                    </a:cubicBezTo>
                    <a:close/>
                    <a:moveTo>
                      <a:pt x="11430" y="3810"/>
                    </a:moveTo>
                    <a:cubicBezTo>
                      <a:pt x="7620" y="3810"/>
                      <a:pt x="3810" y="7620"/>
                      <a:pt x="3810" y="11430"/>
                    </a:cubicBezTo>
                    <a:lnTo>
                      <a:pt x="3810" y="58102"/>
                    </a:lnTo>
                    <a:cubicBezTo>
                      <a:pt x="3810" y="61913"/>
                      <a:pt x="7620" y="65722"/>
                      <a:pt x="11430" y="65722"/>
                    </a:cubicBezTo>
                    <a:lnTo>
                      <a:pt x="37148" y="65722"/>
                    </a:lnTo>
                    <a:cubicBezTo>
                      <a:pt x="40958" y="65722"/>
                      <a:pt x="44768" y="61913"/>
                      <a:pt x="44768" y="58102"/>
                    </a:cubicBezTo>
                    <a:lnTo>
                      <a:pt x="44768" y="11430"/>
                    </a:lnTo>
                    <a:cubicBezTo>
                      <a:pt x="44768" y="7620"/>
                      <a:pt x="40958" y="3810"/>
                      <a:pt x="37148" y="3810"/>
                    </a:cubicBezTo>
                    <a:lnTo>
                      <a:pt x="11430" y="3810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433A38B2-E7D6-D310-DC6F-0965FFAB8C1B}"/>
                  </a:ext>
                </a:extLst>
              </p:cNvPr>
              <p:cNvSpPr/>
              <p:nvPr/>
            </p:nvSpPr>
            <p:spPr>
              <a:xfrm>
                <a:off x="2236513" y="3088555"/>
                <a:ext cx="37433" cy="63998"/>
              </a:xfrm>
              <a:custGeom>
                <a:avLst/>
                <a:gdLst>
                  <a:gd name="connsiteX0" fmla="*/ 1905 w 29527"/>
                  <a:gd name="connsiteY0" fmla="*/ 50483 h 50482"/>
                  <a:gd name="connsiteX1" fmla="*/ 0 w 29527"/>
                  <a:gd name="connsiteY1" fmla="*/ 48577 h 50482"/>
                  <a:gd name="connsiteX2" fmla="*/ 0 w 29527"/>
                  <a:gd name="connsiteY2" fmla="*/ 1905 h 50482"/>
                  <a:gd name="connsiteX3" fmla="*/ 1905 w 29527"/>
                  <a:gd name="connsiteY3" fmla="*/ 0 h 50482"/>
                  <a:gd name="connsiteX4" fmla="*/ 27623 w 29527"/>
                  <a:gd name="connsiteY4" fmla="*/ 0 h 50482"/>
                  <a:gd name="connsiteX5" fmla="*/ 29528 w 29527"/>
                  <a:gd name="connsiteY5" fmla="*/ 1905 h 50482"/>
                  <a:gd name="connsiteX6" fmla="*/ 29528 w 29527"/>
                  <a:gd name="connsiteY6" fmla="*/ 48577 h 50482"/>
                  <a:gd name="connsiteX7" fmla="*/ 27623 w 29527"/>
                  <a:gd name="connsiteY7" fmla="*/ 50483 h 50482"/>
                  <a:gd name="connsiteX8" fmla="*/ 1905 w 29527"/>
                  <a:gd name="connsiteY8" fmla="*/ 50483 h 50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27" h="50482">
                    <a:moveTo>
                      <a:pt x="1905" y="50483"/>
                    </a:moveTo>
                    <a:cubicBezTo>
                      <a:pt x="953" y="50483"/>
                      <a:pt x="0" y="49530"/>
                      <a:pt x="0" y="48577"/>
                    </a:cubicBezTo>
                    <a:lnTo>
                      <a:pt x="0" y="1905"/>
                    </a:lnTo>
                    <a:cubicBezTo>
                      <a:pt x="0" y="952"/>
                      <a:pt x="953" y="0"/>
                      <a:pt x="1905" y="0"/>
                    </a:cubicBezTo>
                    <a:lnTo>
                      <a:pt x="27623" y="0"/>
                    </a:lnTo>
                    <a:cubicBezTo>
                      <a:pt x="28575" y="0"/>
                      <a:pt x="29528" y="952"/>
                      <a:pt x="29528" y="1905"/>
                    </a:cubicBezTo>
                    <a:lnTo>
                      <a:pt x="29528" y="48577"/>
                    </a:lnTo>
                    <a:cubicBezTo>
                      <a:pt x="29528" y="49530"/>
                      <a:pt x="28575" y="50483"/>
                      <a:pt x="27623" y="50483"/>
                    </a:cubicBezTo>
                    <a:lnTo>
                      <a:pt x="1905" y="50483"/>
                    </a:lnTo>
                    <a:close/>
                  </a:path>
                </a:pathLst>
              </a:custGeom>
              <a:solidFill>
                <a:srgbClr val="D3CFC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3141DA26-7D16-DC19-401D-19DA0969E0B2}"/>
                  </a:ext>
                </a:extLst>
              </p:cNvPr>
              <p:cNvSpPr/>
              <p:nvPr/>
            </p:nvSpPr>
            <p:spPr>
              <a:xfrm>
                <a:off x="2107308" y="3076479"/>
                <a:ext cx="103847" cy="88149"/>
              </a:xfrm>
              <a:custGeom>
                <a:avLst/>
                <a:gdLst>
                  <a:gd name="connsiteX0" fmla="*/ 70485 w 81915"/>
                  <a:gd name="connsiteY0" fmla="*/ 69533 h 69532"/>
                  <a:gd name="connsiteX1" fmla="*/ 11430 w 81915"/>
                  <a:gd name="connsiteY1" fmla="*/ 69533 h 69532"/>
                  <a:gd name="connsiteX2" fmla="*/ 0 w 81915"/>
                  <a:gd name="connsiteY2" fmla="*/ 58102 h 69532"/>
                  <a:gd name="connsiteX3" fmla="*/ 0 w 81915"/>
                  <a:gd name="connsiteY3" fmla="*/ 11430 h 69532"/>
                  <a:gd name="connsiteX4" fmla="*/ 11430 w 81915"/>
                  <a:gd name="connsiteY4" fmla="*/ 0 h 69532"/>
                  <a:gd name="connsiteX5" fmla="*/ 70485 w 81915"/>
                  <a:gd name="connsiteY5" fmla="*/ 0 h 69532"/>
                  <a:gd name="connsiteX6" fmla="*/ 81915 w 81915"/>
                  <a:gd name="connsiteY6" fmla="*/ 11430 h 69532"/>
                  <a:gd name="connsiteX7" fmla="*/ 81915 w 81915"/>
                  <a:gd name="connsiteY7" fmla="*/ 58102 h 69532"/>
                  <a:gd name="connsiteX8" fmla="*/ 70485 w 81915"/>
                  <a:gd name="connsiteY8" fmla="*/ 69533 h 69532"/>
                  <a:gd name="connsiteX9" fmla="*/ 10478 w 81915"/>
                  <a:gd name="connsiteY9" fmla="*/ 3810 h 69532"/>
                  <a:gd name="connsiteX10" fmla="*/ 2858 w 81915"/>
                  <a:gd name="connsiteY10" fmla="*/ 11430 h 69532"/>
                  <a:gd name="connsiteX11" fmla="*/ 2858 w 81915"/>
                  <a:gd name="connsiteY11" fmla="*/ 58102 h 69532"/>
                  <a:gd name="connsiteX12" fmla="*/ 10478 w 81915"/>
                  <a:gd name="connsiteY12" fmla="*/ 65722 h 69532"/>
                  <a:gd name="connsiteX13" fmla="*/ 69533 w 81915"/>
                  <a:gd name="connsiteY13" fmla="*/ 65722 h 69532"/>
                  <a:gd name="connsiteX14" fmla="*/ 77153 w 81915"/>
                  <a:gd name="connsiteY14" fmla="*/ 58102 h 69532"/>
                  <a:gd name="connsiteX15" fmla="*/ 77153 w 81915"/>
                  <a:gd name="connsiteY15" fmla="*/ 11430 h 69532"/>
                  <a:gd name="connsiteX16" fmla="*/ 69533 w 81915"/>
                  <a:gd name="connsiteY16" fmla="*/ 3810 h 69532"/>
                  <a:gd name="connsiteX17" fmla="*/ 10478 w 81915"/>
                  <a:gd name="connsiteY17" fmla="*/ 3810 h 69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1915" h="69532">
                    <a:moveTo>
                      <a:pt x="70485" y="69533"/>
                    </a:moveTo>
                    <a:lnTo>
                      <a:pt x="11430" y="69533"/>
                    </a:lnTo>
                    <a:cubicBezTo>
                      <a:pt x="5715" y="69533"/>
                      <a:pt x="0" y="64770"/>
                      <a:pt x="0" y="58102"/>
                    </a:cubicBezTo>
                    <a:lnTo>
                      <a:pt x="0" y="11430"/>
                    </a:lnTo>
                    <a:cubicBezTo>
                      <a:pt x="0" y="5715"/>
                      <a:pt x="4763" y="0"/>
                      <a:pt x="11430" y="0"/>
                    </a:cubicBezTo>
                    <a:lnTo>
                      <a:pt x="70485" y="0"/>
                    </a:lnTo>
                    <a:cubicBezTo>
                      <a:pt x="76200" y="0"/>
                      <a:pt x="81915" y="4763"/>
                      <a:pt x="81915" y="11430"/>
                    </a:cubicBezTo>
                    <a:lnTo>
                      <a:pt x="81915" y="58102"/>
                    </a:lnTo>
                    <a:cubicBezTo>
                      <a:pt x="80963" y="63817"/>
                      <a:pt x="76200" y="69533"/>
                      <a:pt x="70485" y="69533"/>
                    </a:cubicBezTo>
                    <a:close/>
                    <a:moveTo>
                      <a:pt x="10478" y="3810"/>
                    </a:moveTo>
                    <a:cubicBezTo>
                      <a:pt x="6667" y="3810"/>
                      <a:pt x="2858" y="7620"/>
                      <a:pt x="2858" y="11430"/>
                    </a:cubicBezTo>
                    <a:lnTo>
                      <a:pt x="2858" y="58102"/>
                    </a:lnTo>
                    <a:cubicBezTo>
                      <a:pt x="2858" y="61913"/>
                      <a:pt x="6667" y="65722"/>
                      <a:pt x="10478" y="65722"/>
                    </a:cubicBezTo>
                    <a:lnTo>
                      <a:pt x="69533" y="65722"/>
                    </a:lnTo>
                    <a:cubicBezTo>
                      <a:pt x="73342" y="65722"/>
                      <a:pt x="77153" y="61913"/>
                      <a:pt x="77153" y="58102"/>
                    </a:cubicBezTo>
                    <a:lnTo>
                      <a:pt x="77153" y="11430"/>
                    </a:lnTo>
                    <a:cubicBezTo>
                      <a:pt x="77153" y="7620"/>
                      <a:pt x="73342" y="3810"/>
                      <a:pt x="69533" y="3810"/>
                    </a:cubicBezTo>
                    <a:lnTo>
                      <a:pt x="10478" y="3810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B252BF0-50D2-AC89-D818-7F9CC725E8CC}"/>
                  </a:ext>
                </a:extLst>
              </p:cNvPr>
              <p:cNvSpPr/>
              <p:nvPr/>
            </p:nvSpPr>
            <p:spPr>
              <a:xfrm>
                <a:off x="2118177" y="3088555"/>
                <a:ext cx="79695" cy="63998"/>
              </a:xfrm>
              <a:custGeom>
                <a:avLst/>
                <a:gdLst>
                  <a:gd name="connsiteX0" fmla="*/ 1905 w 62864"/>
                  <a:gd name="connsiteY0" fmla="*/ 50483 h 50482"/>
                  <a:gd name="connsiteX1" fmla="*/ 0 w 62864"/>
                  <a:gd name="connsiteY1" fmla="*/ 48577 h 50482"/>
                  <a:gd name="connsiteX2" fmla="*/ 0 w 62864"/>
                  <a:gd name="connsiteY2" fmla="*/ 1905 h 50482"/>
                  <a:gd name="connsiteX3" fmla="*/ 1905 w 62864"/>
                  <a:gd name="connsiteY3" fmla="*/ 0 h 50482"/>
                  <a:gd name="connsiteX4" fmla="*/ 60960 w 62864"/>
                  <a:gd name="connsiteY4" fmla="*/ 0 h 50482"/>
                  <a:gd name="connsiteX5" fmla="*/ 62865 w 62864"/>
                  <a:gd name="connsiteY5" fmla="*/ 1905 h 50482"/>
                  <a:gd name="connsiteX6" fmla="*/ 62865 w 62864"/>
                  <a:gd name="connsiteY6" fmla="*/ 48577 h 50482"/>
                  <a:gd name="connsiteX7" fmla="*/ 60960 w 62864"/>
                  <a:gd name="connsiteY7" fmla="*/ 50483 h 50482"/>
                  <a:gd name="connsiteX8" fmla="*/ 1905 w 62864"/>
                  <a:gd name="connsiteY8" fmla="*/ 50483 h 50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864" h="50482">
                    <a:moveTo>
                      <a:pt x="1905" y="50483"/>
                    </a:moveTo>
                    <a:cubicBezTo>
                      <a:pt x="952" y="50483"/>
                      <a:pt x="0" y="49530"/>
                      <a:pt x="0" y="48577"/>
                    </a:cubicBezTo>
                    <a:lnTo>
                      <a:pt x="0" y="1905"/>
                    </a:lnTo>
                    <a:cubicBezTo>
                      <a:pt x="0" y="952"/>
                      <a:pt x="952" y="0"/>
                      <a:pt x="1905" y="0"/>
                    </a:cubicBezTo>
                    <a:lnTo>
                      <a:pt x="60960" y="0"/>
                    </a:lnTo>
                    <a:cubicBezTo>
                      <a:pt x="61913" y="0"/>
                      <a:pt x="62865" y="952"/>
                      <a:pt x="62865" y="1905"/>
                    </a:cubicBezTo>
                    <a:lnTo>
                      <a:pt x="62865" y="48577"/>
                    </a:lnTo>
                    <a:cubicBezTo>
                      <a:pt x="62865" y="49530"/>
                      <a:pt x="61913" y="50483"/>
                      <a:pt x="60960" y="50483"/>
                    </a:cubicBezTo>
                    <a:lnTo>
                      <a:pt x="1905" y="5048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CB094858-53DE-FD15-4592-E24A5CE42FDA}"/>
                  </a:ext>
                </a:extLst>
              </p:cNvPr>
              <p:cNvSpPr/>
              <p:nvPr/>
            </p:nvSpPr>
            <p:spPr>
              <a:xfrm>
                <a:off x="1720900" y="2972631"/>
                <a:ext cx="55546" cy="18112"/>
              </a:xfrm>
              <a:custGeom>
                <a:avLst/>
                <a:gdLst>
                  <a:gd name="connsiteX0" fmla="*/ 0 w 43815"/>
                  <a:gd name="connsiteY0" fmla="*/ 13335 h 14287"/>
                  <a:gd name="connsiteX1" fmla="*/ 0 w 43815"/>
                  <a:gd name="connsiteY1" fmla="*/ 953 h 14287"/>
                  <a:gd name="connsiteX2" fmla="*/ 953 w 43815"/>
                  <a:gd name="connsiteY2" fmla="*/ 0 h 14287"/>
                  <a:gd name="connsiteX3" fmla="*/ 42863 w 43815"/>
                  <a:gd name="connsiteY3" fmla="*/ 0 h 14287"/>
                  <a:gd name="connsiteX4" fmla="*/ 43815 w 43815"/>
                  <a:gd name="connsiteY4" fmla="*/ 953 h 14287"/>
                  <a:gd name="connsiteX5" fmla="*/ 43815 w 43815"/>
                  <a:gd name="connsiteY5" fmla="*/ 13335 h 14287"/>
                  <a:gd name="connsiteX6" fmla="*/ 42863 w 43815"/>
                  <a:gd name="connsiteY6" fmla="*/ 14288 h 14287"/>
                  <a:gd name="connsiteX7" fmla="*/ 953 w 43815"/>
                  <a:gd name="connsiteY7" fmla="*/ 14288 h 14287"/>
                  <a:gd name="connsiteX8" fmla="*/ 0 w 43815"/>
                  <a:gd name="connsiteY8" fmla="*/ 13335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15" h="14287">
                    <a:moveTo>
                      <a:pt x="0" y="13335"/>
                    </a:moveTo>
                    <a:lnTo>
                      <a:pt x="0" y="953"/>
                    </a:lnTo>
                    <a:cubicBezTo>
                      <a:pt x="0" y="0"/>
                      <a:pt x="0" y="0"/>
                      <a:pt x="953" y="0"/>
                    </a:cubicBezTo>
                    <a:lnTo>
                      <a:pt x="42863" y="0"/>
                    </a:lnTo>
                    <a:cubicBezTo>
                      <a:pt x="43815" y="0"/>
                      <a:pt x="43815" y="0"/>
                      <a:pt x="43815" y="953"/>
                    </a:cubicBezTo>
                    <a:lnTo>
                      <a:pt x="43815" y="13335"/>
                    </a:lnTo>
                    <a:cubicBezTo>
                      <a:pt x="43815" y="14288"/>
                      <a:pt x="43815" y="14288"/>
                      <a:pt x="42863" y="14288"/>
                    </a:cubicBezTo>
                    <a:lnTo>
                      <a:pt x="953" y="14288"/>
                    </a:lnTo>
                    <a:cubicBezTo>
                      <a:pt x="953" y="14288"/>
                      <a:pt x="0" y="13335"/>
                      <a:pt x="0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A17537A2-D7BD-7A84-B524-31BE595B5E86}"/>
                  </a:ext>
                </a:extLst>
              </p:cNvPr>
              <p:cNvSpPr/>
              <p:nvPr/>
            </p:nvSpPr>
            <p:spPr>
              <a:xfrm>
                <a:off x="1790937" y="2969009"/>
                <a:ext cx="60376" cy="22942"/>
              </a:xfrm>
              <a:custGeom>
                <a:avLst/>
                <a:gdLst>
                  <a:gd name="connsiteX0" fmla="*/ 44767 w 47625"/>
                  <a:gd name="connsiteY0" fmla="*/ 18098 h 18097"/>
                  <a:gd name="connsiteX1" fmla="*/ 2858 w 47625"/>
                  <a:gd name="connsiteY1" fmla="*/ 18098 h 18097"/>
                  <a:gd name="connsiteX2" fmla="*/ 0 w 47625"/>
                  <a:gd name="connsiteY2" fmla="*/ 15240 h 18097"/>
                  <a:gd name="connsiteX3" fmla="*/ 0 w 47625"/>
                  <a:gd name="connsiteY3" fmla="*/ 2858 h 18097"/>
                  <a:gd name="connsiteX4" fmla="*/ 2858 w 47625"/>
                  <a:gd name="connsiteY4" fmla="*/ 0 h 18097"/>
                  <a:gd name="connsiteX5" fmla="*/ 44767 w 47625"/>
                  <a:gd name="connsiteY5" fmla="*/ 0 h 18097"/>
                  <a:gd name="connsiteX6" fmla="*/ 47625 w 47625"/>
                  <a:gd name="connsiteY6" fmla="*/ 2858 h 18097"/>
                  <a:gd name="connsiteX7" fmla="*/ 47625 w 47625"/>
                  <a:gd name="connsiteY7" fmla="*/ 15240 h 18097"/>
                  <a:gd name="connsiteX8" fmla="*/ 44767 w 47625"/>
                  <a:gd name="connsiteY8" fmla="*/ 18098 h 18097"/>
                  <a:gd name="connsiteX9" fmla="*/ 3810 w 47625"/>
                  <a:gd name="connsiteY9" fmla="*/ 15240 h 18097"/>
                  <a:gd name="connsiteX10" fmla="*/ 44767 w 47625"/>
                  <a:gd name="connsiteY10" fmla="*/ 15240 h 18097"/>
                  <a:gd name="connsiteX11" fmla="*/ 44767 w 47625"/>
                  <a:gd name="connsiteY11" fmla="*/ 4763 h 18097"/>
                  <a:gd name="connsiteX12" fmla="*/ 3810 w 47625"/>
                  <a:gd name="connsiteY12" fmla="*/ 4763 h 18097"/>
                  <a:gd name="connsiteX13" fmla="*/ 3810 w 47625"/>
                  <a:gd name="connsiteY13" fmla="*/ 15240 h 18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7625" h="18097">
                    <a:moveTo>
                      <a:pt x="44767" y="18098"/>
                    </a:moveTo>
                    <a:lnTo>
                      <a:pt x="2858" y="18098"/>
                    </a:lnTo>
                    <a:cubicBezTo>
                      <a:pt x="953" y="18098"/>
                      <a:pt x="0" y="17145"/>
                      <a:pt x="0" y="15240"/>
                    </a:cubicBezTo>
                    <a:lnTo>
                      <a:pt x="0" y="2858"/>
                    </a:lnTo>
                    <a:cubicBezTo>
                      <a:pt x="0" y="953"/>
                      <a:pt x="953" y="0"/>
                      <a:pt x="2858" y="0"/>
                    </a:cubicBezTo>
                    <a:lnTo>
                      <a:pt x="44767" y="0"/>
                    </a:lnTo>
                    <a:cubicBezTo>
                      <a:pt x="46672" y="0"/>
                      <a:pt x="47625" y="953"/>
                      <a:pt x="47625" y="2858"/>
                    </a:cubicBezTo>
                    <a:lnTo>
                      <a:pt x="47625" y="15240"/>
                    </a:lnTo>
                    <a:cubicBezTo>
                      <a:pt x="47625" y="17145"/>
                      <a:pt x="46672" y="18098"/>
                      <a:pt x="44767" y="18098"/>
                    </a:cubicBezTo>
                    <a:close/>
                    <a:moveTo>
                      <a:pt x="3810" y="15240"/>
                    </a:moveTo>
                    <a:lnTo>
                      <a:pt x="44767" y="15240"/>
                    </a:lnTo>
                    <a:lnTo>
                      <a:pt x="44767" y="4763"/>
                    </a:lnTo>
                    <a:lnTo>
                      <a:pt x="3810" y="4763"/>
                    </a:lnTo>
                    <a:lnTo>
                      <a:pt x="3810" y="152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E6C2769D-A2CD-7E71-83E3-F3CBDC9024C6}"/>
                  </a:ext>
                </a:extLst>
              </p:cNvPr>
              <p:cNvSpPr/>
              <p:nvPr/>
            </p:nvSpPr>
            <p:spPr>
              <a:xfrm>
                <a:off x="1501131" y="3212929"/>
                <a:ext cx="867003" cy="27772"/>
              </a:xfrm>
              <a:custGeom>
                <a:avLst/>
                <a:gdLst>
                  <a:gd name="connsiteX0" fmla="*/ 3810 w 683895"/>
                  <a:gd name="connsiteY0" fmla="*/ 21907 h 21907"/>
                  <a:gd name="connsiteX1" fmla="*/ 0 w 683895"/>
                  <a:gd name="connsiteY1" fmla="*/ 21907 h 21907"/>
                  <a:gd name="connsiteX2" fmla="*/ 0 w 683895"/>
                  <a:gd name="connsiteY2" fmla="*/ 17145 h 21907"/>
                  <a:gd name="connsiteX3" fmla="*/ 17145 w 683895"/>
                  <a:gd name="connsiteY3" fmla="*/ 0 h 21907"/>
                  <a:gd name="connsiteX4" fmla="*/ 683895 w 683895"/>
                  <a:gd name="connsiteY4" fmla="*/ 0 h 21907"/>
                  <a:gd name="connsiteX5" fmla="*/ 683895 w 683895"/>
                  <a:gd name="connsiteY5" fmla="*/ 3810 h 21907"/>
                  <a:gd name="connsiteX6" fmla="*/ 17145 w 683895"/>
                  <a:gd name="connsiteY6" fmla="*/ 3810 h 21907"/>
                  <a:gd name="connsiteX7" fmla="*/ 3810 w 683895"/>
                  <a:gd name="connsiteY7" fmla="*/ 17145 h 21907"/>
                  <a:gd name="connsiteX8" fmla="*/ 3810 w 683895"/>
                  <a:gd name="connsiteY8" fmla="*/ 21907 h 21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83895" h="21907">
                    <a:moveTo>
                      <a:pt x="3810" y="21907"/>
                    </a:moveTo>
                    <a:lnTo>
                      <a:pt x="0" y="21907"/>
                    </a:lnTo>
                    <a:lnTo>
                      <a:pt x="0" y="17145"/>
                    </a:lnTo>
                    <a:cubicBezTo>
                      <a:pt x="0" y="7620"/>
                      <a:pt x="7620" y="0"/>
                      <a:pt x="17145" y="0"/>
                    </a:cubicBezTo>
                    <a:lnTo>
                      <a:pt x="683895" y="0"/>
                    </a:lnTo>
                    <a:lnTo>
                      <a:pt x="683895" y="3810"/>
                    </a:lnTo>
                    <a:lnTo>
                      <a:pt x="17145" y="3810"/>
                    </a:lnTo>
                    <a:cubicBezTo>
                      <a:pt x="9525" y="3810"/>
                      <a:pt x="3810" y="9525"/>
                      <a:pt x="3810" y="17145"/>
                    </a:cubicBezTo>
                    <a:lnTo>
                      <a:pt x="3810" y="21907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A4A436A6-013F-D095-99EB-C8578AE4CBD9}"/>
                  </a:ext>
                </a:extLst>
              </p:cNvPr>
              <p:cNvSpPr/>
              <p:nvPr/>
            </p:nvSpPr>
            <p:spPr>
              <a:xfrm>
                <a:off x="1497508" y="2849465"/>
                <a:ext cx="101432" cy="9660"/>
              </a:xfrm>
              <a:custGeom>
                <a:avLst/>
                <a:gdLst>
                  <a:gd name="connsiteX0" fmla="*/ 76200 w 80010"/>
                  <a:gd name="connsiteY0" fmla="*/ 7620 h 7620"/>
                  <a:gd name="connsiteX1" fmla="*/ 3810 w 80010"/>
                  <a:gd name="connsiteY1" fmla="*/ 7620 h 7620"/>
                  <a:gd name="connsiteX2" fmla="*/ 0 w 80010"/>
                  <a:gd name="connsiteY2" fmla="*/ 3810 h 7620"/>
                  <a:gd name="connsiteX3" fmla="*/ 3810 w 80010"/>
                  <a:gd name="connsiteY3" fmla="*/ 0 h 7620"/>
                  <a:gd name="connsiteX4" fmla="*/ 76200 w 80010"/>
                  <a:gd name="connsiteY4" fmla="*/ 0 h 7620"/>
                  <a:gd name="connsiteX5" fmla="*/ 80010 w 80010"/>
                  <a:gd name="connsiteY5" fmla="*/ 3810 h 7620"/>
                  <a:gd name="connsiteX6" fmla="*/ 76200 w 80010"/>
                  <a:gd name="connsiteY6" fmla="*/ 7620 h 7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010" h="7620">
                    <a:moveTo>
                      <a:pt x="76200" y="7620"/>
                    </a:moveTo>
                    <a:lnTo>
                      <a:pt x="3810" y="7620"/>
                    </a:lnTo>
                    <a:cubicBezTo>
                      <a:pt x="1905" y="7620"/>
                      <a:pt x="0" y="5715"/>
                      <a:pt x="0" y="3810"/>
                    </a:cubicBezTo>
                    <a:cubicBezTo>
                      <a:pt x="0" y="1905"/>
                      <a:pt x="1905" y="0"/>
                      <a:pt x="3810" y="0"/>
                    </a:cubicBezTo>
                    <a:lnTo>
                      <a:pt x="76200" y="0"/>
                    </a:lnTo>
                    <a:cubicBezTo>
                      <a:pt x="78105" y="0"/>
                      <a:pt x="80010" y="1905"/>
                      <a:pt x="80010" y="3810"/>
                    </a:cubicBezTo>
                    <a:cubicBezTo>
                      <a:pt x="79058" y="6667"/>
                      <a:pt x="78105" y="7620"/>
                      <a:pt x="76200" y="7620"/>
                    </a:cubicBez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56696E6A-7B4B-852A-1A59-5ED90DF3B0D3}"/>
                  </a:ext>
                </a:extLst>
              </p:cNvPr>
              <p:cNvSpPr/>
              <p:nvPr/>
            </p:nvSpPr>
            <p:spPr>
              <a:xfrm>
                <a:off x="1497508" y="2878444"/>
                <a:ext cx="101432" cy="9660"/>
              </a:xfrm>
              <a:custGeom>
                <a:avLst/>
                <a:gdLst>
                  <a:gd name="connsiteX0" fmla="*/ 76200 w 80010"/>
                  <a:gd name="connsiteY0" fmla="*/ 7620 h 7620"/>
                  <a:gd name="connsiteX1" fmla="*/ 3810 w 80010"/>
                  <a:gd name="connsiteY1" fmla="*/ 7620 h 7620"/>
                  <a:gd name="connsiteX2" fmla="*/ 0 w 80010"/>
                  <a:gd name="connsiteY2" fmla="*/ 3810 h 7620"/>
                  <a:gd name="connsiteX3" fmla="*/ 3810 w 80010"/>
                  <a:gd name="connsiteY3" fmla="*/ 0 h 7620"/>
                  <a:gd name="connsiteX4" fmla="*/ 76200 w 80010"/>
                  <a:gd name="connsiteY4" fmla="*/ 0 h 7620"/>
                  <a:gd name="connsiteX5" fmla="*/ 80010 w 80010"/>
                  <a:gd name="connsiteY5" fmla="*/ 3810 h 7620"/>
                  <a:gd name="connsiteX6" fmla="*/ 76200 w 80010"/>
                  <a:gd name="connsiteY6" fmla="*/ 7620 h 7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010" h="7620">
                    <a:moveTo>
                      <a:pt x="76200" y="7620"/>
                    </a:moveTo>
                    <a:lnTo>
                      <a:pt x="3810" y="7620"/>
                    </a:lnTo>
                    <a:cubicBezTo>
                      <a:pt x="1905" y="7620"/>
                      <a:pt x="0" y="5715"/>
                      <a:pt x="0" y="3810"/>
                    </a:cubicBezTo>
                    <a:cubicBezTo>
                      <a:pt x="0" y="1905"/>
                      <a:pt x="1905" y="0"/>
                      <a:pt x="3810" y="0"/>
                    </a:cubicBezTo>
                    <a:lnTo>
                      <a:pt x="76200" y="0"/>
                    </a:lnTo>
                    <a:cubicBezTo>
                      <a:pt x="78105" y="0"/>
                      <a:pt x="80010" y="1905"/>
                      <a:pt x="80010" y="3810"/>
                    </a:cubicBezTo>
                    <a:cubicBezTo>
                      <a:pt x="79058" y="5715"/>
                      <a:pt x="78105" y="7620"/>
                      <a:pt x="76200" y="7620"/>
                    </a:cubicBez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B91EFF81-C3C3-B72C-8BB0-A348672CF574}"/>
                  </a:ext>
                </a:extLst>
              </p:cNvPr>
              <p:cNvSpPr/>
              <p:nvPr/>
            </p:nvSpPr>
            <p:spPr>
              <a:xfrm>
                <a:off x="1497508" y="2969009"/>
                <a:ext cx="101432" cy="9660"/>
              </a:xfrm>
              <a:custGeom>
                <a:avLst/>
                <a:gdLst>
                  <a:gd name="connsiteX0" fmla="*/ 76200 w 80010"/>
                  <a:gd name="connsiteY0" fmla="*/ 7620 h 7620"/>
                  <a:gd name="connsiteX1" fmla="*/ 3810 w 80010"/>
                  <a:gd name="connsiteY1" fmla="*/ 7620 h 7620"/>
                  <a:gd name="connsiteX2" fmla="*/ 0 w 80010"/>
                  <a:gd name="connsiteY2" fmla="*/ 3810 h 7620"/>
                  <a:gd name="connsiteX3" fmla="*/ 3810 w 80010"/>
                  <a:gd name="connsiteY3" fmla="*/ 0 h 7620"/>
                  <a:gd name="connsiteX4" fmla="*/ 76200 w 80010"/>
                  <a:gd name="connsiteY4" fmla="*/ 0 h 7620"/>
                  <a:gd name="connsiteX5" fmla="*/ 80010 w 80010"/>
                  <a:gd name="connsiteY5" fmla="*/ 3810 h 7620"/>
                  <a:gd name="connsiteX6" fmla="*/ 76200 w 80010"/>
                  <a:gd name="connsiteY6" fmla="*/ 7620 h 7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010" h="7620">
                    <a:moveTo>
                      <a:pt x="76200" y="7620"/>
                    </a:moveTo>
                    <a:lnTo>
                      <a:pt x="3810" y="7620"/>
                    </a:lnTo>
                    <a:cubicBezTo>
                      <a:pt x="1905" y="7620"/>
                      <a:pt x="0" y="5715"/>
                      <a:pt x="0" y="3810"/>
                    </a:cubicBezTo>
                    <a:cubicBezTo>
                      <a:pt x="0" y="1905"/>
                      <a:pt x="1905" y="0"/>
                      <a:pt x="3810" y="0"/>
                    </a:cubicBezTo>
                    <a:lnTo>
                      <a:pt x="76200" y="0"/>
                    </a:lnTo>
                    <a:cubicBezTo>
                      <a:pt x="78105" y="0"/>
                      <a:pt x="80010" y="1905"/>
                      <a:pt x="80010" y="3810"/>
                    </a:cubicBezTo>
                    <a:cubicBezTo>
                      <a:pt x="79058" y="5715"/>
                      <a:pt x="78105" y="7620"/>
                      <a:pt x="76200" y="7620"/>
                    </a:cubicBez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1E1548AA-D303-A4E5-2FC5-8FA662CEA685}"/>
                  </a:ext>
                </a:extLst>
              </p:cNvPr>
              <p:cNvSpPr/>
              <p:nvPr/>
            </p:nvSpPr>
            <p:spPr>
              <a:xfrm>
                <a:off x="1497508" y="2997990"/>
                <a:ext cx="101432" cy="9660"/>
              </a:xfrm>
              <a:custGeom>
                <a:avLst/>
                <a:gdLst>
                  <a:gd name="connsiteX0" fmla="*/ 76200 w 80010"/>
                  <a:gd name="connsiteY0" fmla="*/ 7620 h 7620"/>
                  <a:gd name="connsiteX1" fmla="*/ 3810 w 80010"/>
                  <a:gd name="connsiteY1" fmla="*/ 7620 h 7620"/>
                  <a:gd name="connsiteX2" fmla="*/ 0 w 80010"/>
                  <a:gd name="connsiteY2" fmla="*/ 3810 h 7620"/>
                  <a:gd name="connsiteX3" fmla="*/ 3810 w 80010"/>
                  <a:gd name="connsiteY3" fmla="*/ 0 h 7620"/>
                  <a:gd name="connsiteX4" fmla="*/ 76200 w 80010"/>
                  <a:gd name="connsiteY4" fmla="*/ 0 h 7620"/>
                  <a:gd name="connsiteX5" fmla="*/ 80010 w 80010"/>
                  <a:gd name="connsiteY5" fmla="*/ 3810 h 7620"/>
                  <a:gd name="connsiteX6" fmla="*/ 76200 w 80010"/>
                  <a:gd name="connsiteY6" fmla="*/ 7620 h 7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010" h="7620">
                    <a:moveTo>
                      <a:pt x="76200" y="7620"/>
                    </a:moveTo>
                    <a:lnTo>
                      <a:pt x="3810" y="7620"/>
                    </a:lnTo>
                    <a:cubicBezTo>
                      <a:pt x="1905" y="7620"/>
                      <a:pt x="0" y="5715"/>
                      <a:pt x="0" y="3810"/>
                    </a:cubicBezTo>
                    <a:cubicBezTo>
                      <a:pt x="0" y="1905"/>
                      <a:pt x="1905" y="0"/>
                      <a:pt x="3810" y="0"/>
                    </a:cubicBezTo>
                    <a:lnTo>
                      <a:pt x="76200" y="0"/>
                    </a:lnTo>
                    <a:cubicBezTo>
                      <a:pt x="78105" y="0"/>
                      <a:pt x="80010" y="1905"/>
                      <a:pt x="80010" y="3810"/>
                    </a:cubicBezTo>
                    <a:cubicBezTo>
                      <a:pt x="79058" y="5715"/>
                      <a:pt x="78105" y="7620"/>
                      <a:pt x="76200" y="7620"/>
                    </a:cubicBez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7A50F945-12E5-C076-DCB2-62E8FB2043EE}"/>
                  </a:ext>
                </a:extLst>
              </p:cNvPr>
              <p:cNvSpPr/>
              <p:nvPr/>
            </p:nvSpPr>
            <p:spPr>
              <a:xfrm>
                <a:off x="1988971" y="2714222"/>
                <a:ext cx="70190" cy="39848"/>
              </a:xfrm>
              <a:custGeom>
                <a:avLst/>
                <a:gdLst>
                  <a:gd name="connsiteX0" fmla="*/ 44768 w 55366"/>
                  <a:gd name="connsiteY0" fmla="*/ 31433 h 31432"/>
                  <a:gd name="connsiteX1" fmla="*/ 10478 w 55366"/>
                  <a:gd name="connsiteY1" fmla="*/ 31433 h 31432"/>
                  <a:gd name="connsiteX2" fmla="*/ 0 w 55366"/>
                  <a:gd name="connsiteY2" fmla="*/ 20955 h 31432"/>
                  <a:gd name="connsiteX3" fmla="*/ 0 w 55366"/>
                  <a:gd name="connsiteY3" fmla="*/ 10477 h 31432"/>
                  <a:gd name="connsiteX4" fmla="*/ 10478 w 55366"/>
                  <a:gd name="connsiteY4" fmla="*/ 0 h 31432"/>
                  <a:gd name="connsiteX5" fmla="*/ 44768 w 55366"/>
                  <a:gd name="connsiteY5" fmla="*/ 0 h 31432"/>
                  <a:gd name="connsiteX6" fmla="*/ 55245 w 55366"/>
                  <a:gd name="connsiteY6" fmla="*/ 10477 h 31432"/>
                  <a:gd name="connsiteX7" fmla="*/ 55245 w 55366"/>
                  <a:gd name="connsiteY7" fmla="*/ 20955 h 31432"/>
                  <a:gd name="connsiteX8" fmla="*/ 44768 w 55366"/>
                  <a:gd name="connsiteY8" fmla="*/ 31433 h 31432"/>
                  <a:gd name="connsiteX9" fmla="*/ 10478 w 55366"/>
                  <a:gd name="connsiteY9" fmla="*/ 2858 h 31432"/>
                  <a:gd name="connsiteX10" fmla="*/ 2858 w 55366"/>
                  <a:gd name="connsiteY10" fmla="*/ 10477 h 31432"/>
                  <a:gd name="connsiteX11" fmla="*/ 2858 w 55366"/>
                  <a:gd name="connsiteY11" fmla="*/ 20955 h 31432"/>
                  <a:gd name="connsiteX12" fmla="*/ 10478 w 55366"/>
                  <a:gd name="connsiteY12" fmla="*/ 28575 h 31432"/>
                  <a:gd name="connsiteX13" fmla="*/ 44768 w 55366"/>
                  <a:gd name="connsiteY13" fmla="*/ 28575 h 31432"/>
                  <a:gd name="connsiteX14" fmla="*/ 52388 w 55366"/>
                  <a:gd name="connsiteY14" fmla="*/ 20955 h 31432"/>
                  <a:gd name="connsiteX15" fmla="*/ 52388 w 55366"/>
                  <a:gd name="connsiteY15" fmla="*/ 10477 h 31432"/>
                  <a:gd name="connsiteX16" fmla="*/ 44768 w 55366"/>
                  <a:gd name="connsiteY16" fmla="*/ 2858 h 31432"/>
                  <a:gd name="connsiteX17" fmla="*/ 10478 w 55366"/>
                  <a:gd name="connsiteY17" fmla="*/ 2858 h 3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366" h="31432">
                    <a:moveTo>
                      <a:pt x="44768" y="31433"/>
                    </a:moveTo>
                    <a:lnTo>
                      <a:pt x="10478" y="31433"/>
                    </a:lnTo>
                    <a:cubicBezTo>
                      <a:pt x="4763" y="31433"/>
                      <a:pt x="0" y="26670"/>
                      <a:pt x="0" y="20955"/>
                    </a:cubicBezTo>
                    <a:lnTo>
                      <a:pt x="0" y="10477"/>
                    </a:lnTo>
                    <a:cubicBezTo>
                      <a:pt x="0" y="4763"/>
                      <a:pt x="4763" y="0"/>
                      <a:pt x="10478" y="0"/>
                    </a:cubicBezTo>
                    <a:lnTo>
                      <a:pt x="44768" y="0"/>
                    </a:lnTo>
                    <a:cubicBezTo>
                      <a:pt x="50483" y="0"/>
                      <a:pt x="55245" y="4763"/>
                      <a:pt x="55245" y="10477"/>
                    </a:cubicBezTo>
                    <a:lnTo>
                      <a:pt x="55245" y="20955"/>
                    </a:lnTo>
                    <a:cubicBezTo>
                      <a:pt x="56198" y="26670"/>
                      <a:pt x="51435" y="31433"/>
                      <a:pt x="44768" y="31433"/>
                    </a:cubicBezTo>
                    <a:close/>
                    <a:moveTo>
                      <a:pt x="10478" y="2858"/>
                    </a:moveTo>
                    <a:cubicBezTo>
                      <a:pt x="6668" y="2858"/>
                      <a:pt x="2858" y="5715"/>
                      <a:pt x="2858" y="10477"/>
                    </a:cubicBezTo>
                    <a:lnTo>
                      <a:pt x="2858" y="20955"/>
                    </a:lnTo>
                    <a:cubicBezTo>
                      <a:pt x="2858" y="24765"/>
                      <a:pt x="5715" y="28575"/>
                      <a:pt x="10478" y="28575"/>
                    </a:cubicBezTo>
                    <a:lnTo>
                      <a:pt x="44768" y="28575"/>
                    </a:lnTo>
                    <a:cubicBezTo>
                      <a:pt x="48578" y="28575"/>
                      <a:pt x="52388" y="25717"/>
                      <a:pt x="52388" y="20955"/>
                    </a:cubicBezTo>
                    <a:lnTo>
                      <a:pt x="52388" y="10477"/>
                    </a:lnTo>
                    <a:cubicBezTo>
                      <a:pt x="52388" y="6667"/>
                      <a:pt x="49530" y="2858"/>
                      <a:pt x="44768" y="2858"/>
                    </a:cubicBezTo>
                    <a:lnTo>
                      <a:pt x="10478" y="2858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879C3A76-FF72-CD59-1EF7-4963F78A0AFE}"/>
                  </a:ext>
                </a:extLst>
              </p:cNvPr>
              <p:cNvSpPr/>
              <p:nvPr/>
            </p:nvSpPr>
            <p:spPr>
              <a:xfrm>
                <a:off x="1220985" y="2728713"/>
                <a:ext cx="18112" cy="18112"/>
              </a:xfrm>
              <a:custGeom>
                <a:avLst/>
                <a:gdLst>
                  <a:gd name="connsiteX0" fmla="*/ 14288 w 14287"/>
                  <a:gd name="connsiteY0" fmla="*/ 14288 h 14287"/>
                  <a:gd name="connsiteX1" fmla="*/ 0 w 14287"/>
                  <a:gd name="connsiteY1" fmla="*/ 14288 h 14287"/>
                  <a:gd name="connsiteX2" fmla="*/ 0 w 14287"/>
                  <a:gd name="connsiteY2" fmla="*/ 0 h 14287"/>
                  <a:gd name="connsiteX3" fmla="*/ 14288 w 14287"/>
                  <a:gd name="connsiteY3" fmla="*/ 0 h 14287"/>
                  <a:gd name="connsiteX4" fmla="*/ 14288 w 14287"/>
                  <a:gd name="connsiteY4" fmla="*/ 14288 h 14287"/>
                  <a:gd name="connsiteX5" fmla="*/ 3810 w 14287"/>
                  <a:gd name="connsiteY5" fmla="*/ 10478 h 14287"/>
                  <a:gd name="connsiteX6" fmla="*/ 10477 w 14287"/>
                  <a:gd name="connsiteY6" fmla="*/ 10478 h 14287"/>
                  <a:gd name="connsiteX7" fmla="*/ 10477 w 14287"/>
                  <a:gd name="connsiteY7" fmla="*/ 3810 h 14287"/>
                  <a:gd name="connsiteX8" fmla="*/ 3810 w 14287"/>
                  <a:gd name="connsiteY8" fmla="*/ 3810 h 14287"/>
                  <a:gd name="connsiteX9" fmla="*/ 3810 w 14287"/>
                  <a:gd name="connsiteY9" fmla="*/ 1047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287" h="14287">
                    <a:moveTo>
                      <a:pt x="14288" y="14288"/>
                    </a:moveTo>
                    <a:lnTo>
                      <a:pt x="0" y="14288"/>
                    </a:lnTo>
                    <a:lnTo>
                      <a:pt x="0" y="0"/>
                    </a:lnTo>
                    <a:lnTo>
                      <a:pt x="14288" y="0"/>
                    </a:lnTo>
                    <a:lnTo>
                      <a:pt x="14288" y="14288"/>
                    </a:lnTo>
                    <a:close/>
                    <a:moveTo>
                      <a:pt x="3810" y="10478"/>
                    </a:moveTo>
                    <a:lnTo>
                      <a:pt x="10477" y="10478"/>
                    </a:lnTo>
                    <a:lnTo>
                      <a:pt x="10477" y="3810"/>
                    </a:lnTo>
                    <a:lnTo>
                      <a:pt x="3810" y="3810"/>
                    </a:lnTo>
                    <a:lnTo>
                      <a:pt x="3810" y="10478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768B13D4-528D-C0D1-0748-358EE84BC971}"/>
                  </a:ext>
                </a:extLst>
              </p:cNvPr>
              <p:cNvSpPr/>
              <p:nvPr/>
            </p:nvSpPr>
            <p:spPr>
              <a:xfrm>
                <a:off x="1246344" y="2728713"/>
                <a:ext cx="18112" cy="18112"/>
              </a:xfrm>
              <a:custGeom>
                <a:avLst/>
                <a:gdLst>
                  <a:gd name="connsiteX0" fmla="*/ 14288 w 14287"/>
                  <a:gd name="connsiteY0" fmla="*/ 14288 h 14287"/>
                  <a:gd name="connsiteX1" fmla="*/ 0 w 14287"/>
                  <a:gd name="connsiteY1" fmla="*/ 14288 h 14287"/>
                  <a:gd name="connsiteX2" fmla="*/ 0 w 14287"/>
                  <a:gd name="connsiteY2" fmla="*/ 0 h 14287"/>
                  <a:gd name="connsiteX3" fmla="*/ 14288 w 14287"/>
                  <a:gd name="connsiteY3" fmla="*/ 0 h 14287"/>
                  <a:gd name="connsiteX4" fmla="*/ 14288 w 14287"/>
                  <a:gd name="connsiteY4" fmla="*/ 14288 h 14287"/>
                  <a:gd name="connsiteX5" fmla="*/ 3810 w 14287"/>
                  <a:gd name="connsiteY5" fmla="*/ 10478 h 14287"/>
                  <a:gd name="connsiteX6" fmla="*/ 10477 w 14287"/>
                  <a:gd name="connsiteY6" fmla="*/ 10478 h 14287"/>
                  <a:gd name="connsiteX7" fmla="*/ 10477 w 14287"/>
                  <a:gd name="connsiteY7" fmla="*/ 3810 h 14287"/>
                  <a:gd name="connsiteX8" fmla="*/ 3810 w 14287"/>
                  <a:gd name="connsiteY8" fmla="*/ 3810 h 14287"/>
                  <a:gd name="connsiteX9" fmla="*/ 3810 w 14287"/>
                  <a:gd name="connsiteY9" fmla="*/ 1047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287" h="14287">
                    <a:moveTo>
                      <a:pt x="14288" y="14288"/>
                    </a:moveTo>
                    <a:lnTo>
                      <a:pt x="0" y="14288"/>
                    </a:lnTo>
                    <a:lnTo>
                      <a:pt x="0" y="0"/>
                    </a:lnTo>
                    <a:lnTo>
                      <a:pt x="14288" y="0"/>
                    </a:lnTo>
                    <a:lnTo>
                      <a:pt x="14288" y="14288"/>
                    </a:lnTo>
                    <a:close/>
                    <a:moveTo>
                      <a:pt x="3810" y="10478"/>
                    </a:moveTo>
                    <a:lnTo>
                      <a:pt x="10477" y="10478"/>
                    </a:lnTo>
                    <a:lnTo>
                      <a:pt x="10477" y="3810"/>
                    </a:lnTo>
                    <a:lnTo>
                      <a:pt x="3810" y="3810"/>
                    </a:lnTo>
                    <a:lnTo>
                      <a:pt x="3810" y="10478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221EED8C-1CDE-FD4B-9BEA-ADA0565CF0F4}"/>
                  </a:ext>
                </a:extLst>
              </p:cNvPr>
              <p:cNvSpPr/>
              <p:nvPr/>
            </p:nvSpPr>
            <p:spPr>
              <a:xfrm>
                <a:off x="1380378" y="2728713"/>
                <a:ext cx="18112" cy="18112"/>
              </a:xfrm>
              <a:custGeom>
                <a:avLst/>
                <a:gdLst>
                  <a:gd name="connsiteX0" fmla="*/ 14288 w 14287"/>
                  <a:gd name="connsiteY0" fmla="*/ 14288 h 14287"/>
                  <a:gd name="connsiteX1" fmla="*/ 0 w 14287"/>
                  <a:gd name="connsiteY1" fmla="*/ 14288 h 14287"/>
                  <a:gd name="connsiteX2" fmla="*/ 0 w 14287"/>
                  <a:gd name="connsiteY2" fmla="*/ 0 h 14287"/>
                  <a:gd name="connsiteX3" fmla="*/ 14288 w 14287"/>
                  <a:gd name="connsiteY3" fmla="*/ 0 h 14287"/>
                  <a:gd name="connsiteX4" fmla="*/ 14288 w 14287"/>
                  <a:gd name="connsiteY4" fmla="*/ 14288 h 14287"/>
                  <a:gd name="connsiteX5" fmla="*/ 3810 w 14287"/>
                  <a:gd name="connsiteY5" fmla="*/ 10478 h 14287"/>
                  <a:gd name="connsiteX6" fmla="*/ 10478 w 14287"/>
                  <a:gd name="connsiteY6" fmla="*/ 10478 h 14287"/>
                  <a:gd name="connsiteX7" fmla="*/ 10478 w 14287"/>
                  <a:gd name="connsiteY7" fmla="*/ 3810 h 14287"/>
                  <a:gd name="connsiteX8" fmla="*/ 3810 w 14287"/>
                  <a:gd name="connsiteY8" fmla="*/ 3810 h 14287"/>
                  <a:gd name="connsiteX9" fmla="*/ 3810 w 14287"/>
                  <a:gd name="connsiteY9" fmla="*/ 1047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287" h="14287">
                    <a:moveTo>
                      <a:pt x="14288" y="14288"/>
                    </a:moveTo>
                    <a:lnTo>
                      <a:pt x="0" y="14288"/>
                    </a:lnTo>
                    <a:lnTo>
                      <a:pt x="0" y="0"/>
                    </a:lnTo>
                    <a:lnTo>
                      <a:pt x="14288" y="0"/>
                    </a:lnTo>
                    <a:lnTo>
                      <a:pt x="14288" y="14288"/>
                    </a:lnTo>
                    <a:close/>
                    <a:moveTo>
                      <a:pt x="3810" y="10478"/>
                    </a:moveTo>
                    <a:lnTo>
                      <a:pt x="10478" y="10478"/>
                    </a:lnTo>
                    <a:lnTo>
                      <a:pt x="10478" y="3810"/>
                    </a:lnTo>
                    <a:lnTo>
                      <a:pt x="3810" y="3810"/>
                    </a:lnTo>
                    <a:lnTo>
                      <a:pt x="3810" y="10478"/>
                    </a:lnTo>
                    <a:close/>
                  </a:path>
                </a:pathLst>
              </a:custGeom>
              <a:solidFill>
                <a:srgbClr val="B2B4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5A2D40C0-0A29-A74D-2AD2-6A411BED3234}"/>
                  </a:ext>
                </a:extLst>
              </p:cNvPr>
              <p:cNvSpPr/>
              <p:nvPr/>
            </p:nvSpPr>
            <p:spPr>
              <a:xfrm>
                <a:off x="939632" y="2834975"/>
                <a:ext cx="227015" cy="9660"/>
              </a:xfrm>
              <a:custGeom>
                <a:avLst/>
                <a:gdLst>
                  <a:gd name="connsiteX0" fmla="*/ 175260 w 179070"/>
                  <a:gd name="connsiteY0" fmla="*/ 7620 h 7620"/>
                  <a:gd name="connsiteX1" fmla="*/ 3810 w 179070"/>
                  <a:gd name="connsiteY1" fmla="*/ 7620 h 7620"/>
                  <a:gd name="connsiteX2" fmla="*/ 0 w 179070"/>
                  <a:gd name="connsiteY2" fmla="*/ 3810 h 7620"/>
                  <a:gd name="connsiteX3" fmla="*/ 3810 w 179070"/>
                  <a:gd name="connsiteY3" fmla="*/ 0 h 7620"/>
                  <a:gd name="connsiteX4" fmla="*/ 175260 w 179070"/>
                  <a:gd name="connsiteY4" fmla="*/ 0 h 7620"/>
                  <a:gd name="connsiteX5" fmla="*/ 179070 w 179070"/>
                  <a:gd name="connsiteY5" fmla="*/ 3810 h 7620"/>
                  <a:gd name="connsiteX6" fmla="*/ 175260 w 179070"/>
                  <a:gd name="connsiteY6" fmla="*/ 7620 h 7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070" h="7620">
                    <a:moveTo>
                      <a:pt x="175260" y="7620"/>
                    </a:moveTo>
                    <a:lnTo>
                      <a:pt x="3810" y="7620"/>
                    </a:lnTo>
                    <a:cubicBezTo>
                      <a:pt x="1905" y="7620"/>
                      <a:pt x="0" y="5715"/>
                      <a:pt x="0" y="3810"/>
                    </a:cubicBezTo>
                    <a:cubicBezTo>
                      <a:pt x="0" y="1905"/>
                      <a:pt x="1905" y="0"/>
                      <a:pt x="3810" y="0"/>
                    </a:cubicBezTo>
                    <a:lnTo>
                      <a:pt x="175260" y="0"/>
                    </a:lnTo>
                    <a:cubicBezTo>
                      <a:pt x="177165" y="0"/>
                      <a:pt x="179070" y="1905"/>
                      <a:pt x="179070" y="3810"/>
                    </a:cubicBezTo>
                    <a:cubicBezTo>
                      <a:pt x="179070" y="5715"/>
                      <a:pt x="177165" y="7620"/>
                      <a:pt x="175260" y="76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E1BCF96-C92F-B416-C366-0BFFFB44AF91}"/>
                  </a:ext>
                </a:extLst>
              </p:cNvPr>
              <p:cNvSpPr/>
              <p:nvPr/>
            </p:nvSpPr>
            <p:spPr>
              <a:xfrm>
                <a:off x="1179929" y="2834975"/>
                <a:ext cx="22942" cy="9660"/>
              </a:xfrm>
              <a:custGeom>
                <a:avLst/>
                <a:gdLst>
                  <a:gd name="connsiteX0" fmla="*/ 14288 w 18097"/>
                  <a:gd name="connsiteY0" fmla="*/ 7620 h 7620"/>
                  <a:gd name="connsiteX1" fmla="*/ 3810 w 18097"/>
                  <a:gd name="connsiteY1" fmla="*/ 7620 h 7620"/>
                  <a:gd name="connsiteX2" fmla="*/ 0 w 18097"/>
                  <a:gd name="connsiteY2" fmla="*/ 3810 h 7620"/>
                  <a:gd name="connsiteX3" fmla="*/ 3810 w 18097"/>
                  <a:gd name="connsiteY3" fmla="*/ 0 h 7620"/>
                  <a:gd name="connsiteX4" fmla="*/ 14288 w 18097"/>
                  <a:gd name="connsiteY4" fmla="*/ 0 h 7620"/>
                  <a:gd name="connsiteX5" fmla="*/ 18098 w 18097"/>
                  <a:gd name="connsiteY5" fmla="*/ 3810 h 7620"/>
                  <a:gd name="connsiteX6" fmla="*/ 14288 w 18097"/>
                  <a:gd name="connsiteY6" fmla="*/ 7620 h 7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097" h="7620">
                    <a:moveTo>
                      <a:pt x="14288" y="7620"/>
                    </a:moveTo>
                    <a:lnTo>
                      <a:pt x="3810" y="7620"/>
                    </a:lnTo>
                    <a:cubicBezTo>
                      <a:pt x="1905" y="7620"/>
                      <a:pt x="0" y="5715"/>
                      <a:pt x="0" y="3810"/>
                    </a:cubicBezTo>
                    <a:cubicBezTo>
                      <a:pt x="0" y="1905"/>
                      <a:pt x="1905" y="0"/>
                      <a:pt x="3810" y="0"/>
                    </a:cubicBezTo>
                    <a:lnTo>
                      <a:pt x="14288" y="0"/>
                    </a:lnTo>
                    <a:cubicBezTo>
                      <a:pt x="16192" y="0"/>
                      <a:pt x="18098" y="1905"/>
                      <a:pt x="18098" y="3810"/>
                    </a:cubicBezTo>
                    <a:cubicBezTo>
                      <a:pt x="17145" y="5715"/>
                      <a:pt x="16192" y="7620"/>
                      <a:pt x="14288" y="76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103167C0-A8C4-57B0-B305-F163CB6178E8}"/>
                  </a:ext>
                </a:extLst>
              </p:cNvPr>
              <p:cNvGrpSpPr/>
              <p:nvPr/>
            </p:nvGrpSpPr>
            <p:grpSpPr>
              <a:xfrm>
                <a:off x="1369510" y="1854464"/>
                <a:ext cx="306712" cy="9660"/>
                <a:chOff x="1369510" y="1854464"/>
                <a:chExt cx="306712" cy="9660"/>
              </a:xfrm>
            </p:grpSpPr>
            <p:sp>
              <p:nvSpPr>
                <p:cNvPr id="174" name="Freeform: Shape 173">
                  <a:extLst>
                    <a:ext uri="{FF2B5EF4-FFF2-40B4-BE49-F238E27FC236}">
                      <a16:creationId xmlns:a16="http://schemas.microsoft.com/office/drawing/2014/main" id="{44479910-EF14-132C-60CB-FEA0411950AF}"/>
                    </a:ext>
                  </a:extLst>
                </p:cNvPr>
                <p:cNvSpPr/>
                <p:nvPr/>
              </p:nvSpPr>
              <p:spPr>
                <a:xfrm>
                  <a:off x="1369510" y="1854464"/>
                  <a:ext cx="248749" cy="9660"/>
                </a:xfrm>
                <a:custGeom>
                  <a:avLst/>
                  <a:gdLst>
                    <a:gd name="connsiteX0" fmla="*/ 193357 w 196214"/>
                    <a:gd name="connsiteY0" fmla="*/ 7620 h 7620"/>
                    <a:gd name="connsiteX1" fmla="*/ 3810 w 196214"/>
                    <a:gd name="connsiteY1" fmla="*/ 7620 h 7620"/>
                    <a:gd name="connsiteX2" fmla="*/ 0 w 196214"/>
                    <a:gd name="connsiteY2" fmla="*/ 3810 h 7620"/>
                    <a:gd name="connsiteX3" fmla="*/ 3810 w 196214"/>
                    <a:gd name="connsiteY3" fmla="*/ 0 h 7620"/>
                    <a:gd name="connsiteX4" fmla="*/ 192405 w 196214"/>
                    <a:gd name="connsiteY4" fmla="*/ 0 h 7620"/>
                    <a:gd name="connsiteX5" fmla="*/ 196215 w 196214"/>
                    <a:gd name="connsiteY5" fmla="*/ 3810 h 7620"/>
                    <a:gd name="connsiteX6" fmla="*/ 193357 w 196214"/>
                    <a:gd name="connsiteY6" fmla="*/ 7620 h 7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6214" h="7620">
                      <a:moveTo>
                        <a:pt x="193357" y="7620"/>
                      </a:moveTo>
                      <a:lnTo>
                        <a:pt x="3810" y="7620"/>
                      </a:lnTo>
                      <a:cubicBezTo>
                        <a:pt x="1905" y="7620"/>
                        <a:pt x="0" y="5715"/>
                        <a:pt x="0" y="3810"/>
                      </a:cubicBezTo>
                      <a:cubicBezTo>
                        <a:pt x="0" y="1905"/>
                        <a:pt x="1905" y="0"/>
                        <a:pt x="3810" y="0"/>
                      </a:cubicBezTo>
                      <a:lnTo>
                        <a:pt x="192405" y="0"/>
                      </a:lnTo>
                      <a:cubicBezTo>
                        <a:pt x="194310" y="0"/>
                        <a:pt x="196215" y="1905"/>
                        <a:pt x="196215" y="3810"/>
                      </a:cubicBezTo>
                      <a:cubicBezTo>
                        <a:pt x="196215" y="5715"/>
                        <a:pt x="195263" y="7620"/>
                        <a:pt x="193357" y="76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350" cap="flat" cmpd="sng">
                  <a:noFill/>
                  <a:prstDash val="solid"/>
                  <a:miter/>
                </a:ln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F98164F7-5395-62ED-C4A7-6D019965D408}"/>
                    </a:ext>
                  </a:extLst>
                </p:cNvPr>
                <p:cNvSpPr/>
                <p:nvPr/>
              </p:nvSpPr>
              <p:spPr>
                <a:xfrm>
                  <a:off x="1642411" y="1854464"/>
                  <a:ext cx="33811" cy="9660"/>
                </a:xfrm>
                <a:custGeom>
                  <a:avLst/>
                  <a:gdLst>
                    <a:gd name="connsiteX0" fmla="*/ 22860 w 26670"/>
                    <a:gd name="connsiteY0" fmla="*/ 7620 h 7620"/>
                    <a:gd name="connsiteX1" fmla="*/ 3810 w 26670"/>
                    <a:gd name="connsiteY1" fmla="*/ 7620 h 7620"/>
                    <a:gd name="connsiteX2" fmla="*/ 0 w 26670"/>
                    <a:gd name="connsiteY2" fmla="*/ 3810 h 7620"/>
                    <a:gd name="connsiteX3" fmla="*/ 3810 w 26670"/>
                    <a:gd name="connsiteY3" fmla="*/ 0 h 7620"/>
                    <a:gd name="connsiteX4" fmla="*/ 22860 w 26670"/>
                    <a:gd name="connsiteY4" fmla="*/ 0 h 7620"/>
                    <a:gd name="connsiteX5" fmla="*/ 26670 w 26670"/>
                    <a:gd name="connsiteY5" fmla="*/ 3810 h 7620"/>
                    <a:gd name="connsiteX6" fmla="*/ 22860 w 26670"/>
                    <a:gd name="connsiteY6" fmla="*/ 7620 h 7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670" h="7620">
                      <a:moveTo>
                        <a:pt x="22860" y="7620"/>
                      </a:moveTo>
                      <a:lnTo>
                        <a:pt x="3810" y="7620"/>
                      </a:lnTo>
                      <a:cubicBezTo>
                        <a:pt x="1905" y="7620"/>
                        <a:pt x="0" y="5715"/>
                        <a:pt x="0" y="3810"/>
                      </a:cubicBezTo>
                      <a:cubicBezTo>
                        <a:pt x="0" y="1905"/>
                        <a:pt x="1905" y="0"/>
                        <a:pt x="3810" y="0"/>
                      </a:cubicBezTo>
                      <a:lnTo>
                        <a:pt x="22860" y="0"/>
                      </a:lnTo>
                      <a:cubicBezTo>
                        <a:pt x="24765" y="0"/>
                        <a:pt x="26670" y="1905"/>
                        <a:pt x="26670" y="3810"/>
                      </a:cubicBezTo>
                      <a:cubicBezTo>
                        <a:pt x="25717" y="5715"/>
                        <a:pt x="24765" y="7620"/>
                        <a:pt x="22860" y="76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350" cap="flat" cmpd="sng">
                  <a:noFill/>
                  <a:prstDash val="solid"/>
                  <a:miter/>
                </a:ln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C43D597E-A49C-0DE1-4133-E4D3449EEC14}"/>
                  </a:ext>
                </a:extLst>
              </p:cNvPr>
              <p:cNvGrpSpPr/>
              <p:nvPr/>
            </p:nvGrpSpPr>
            <p:grpSpPr>
              <a:xfrm>
                <a:off x="1258419" y="2066989"/>
                <a:ext cx="612214" cy="348974"/>
                <a:chOff x="1258419" y="2066989"/>
                <a:chExt cx="612214" cy="348974"/>
              </a:xfrm>
            </p:grpSpPr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8C898E9E-61F7-FF49-5236-230E803C79CD}"/>
                    </a:ext>
                  </a:extLst>
                </p:cNvPr>
                <p:cNvSpPr/>
                <p:nvPr/>
              </p:nvSpPr>
              <p:spPr>
                <a:xfrm>
                  <a:off x="1258419" y="2066989"/>
                  <a:ext cx="105242" cy="16905"/>
                </a:xfrm>
                <a:custGeom>
                  <a:avLst/>
                  <a:gdLst>
                    <a:gd name="connsiteX0" fmla="*/ 76200 w 83015"/>
                    <a:gd name="connsiteY0" fmla="*/ 13335 h 13335"/>
                    <a:gd name="connsiteX1" fmla="*/ 6667 w 83015"/>
                    <a:gd name="connsiteY1" fmla="*/ 13335 h 13335"/>
                    <a:gd name="connsiteX2" fmla="*/ 0 w 83015"/>
                    <a:gd name="connsiteY2" fmla="*/ 6668 h 13335"/>
                    <a:gd name="connsiteX3" fmla="*/ 6667 w 83015"/>
                    <a:gd name="connsiteY3" fmla="*/ 0 h 13335"/>
                    <a:gd name="connsiteX4" fmla="*/ 76200 w 83015"/>
                    <a:gd name="connsiteY4" fmla="*/ 0 h 13335"/>
                    <a:gd name="connsiteX5" fmla="*/ 82867 w 83015"/>
                    <a:gd name="connsiteY5" fmla="*/ 6668 h 13335"/>
                    <a:gd name="connsiteX6" fmla="*/ 76200 w 83015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3015" h="13335">
                      <a:moveTo>
                        <a:pt x="76200" y="13335"/>
                      </a:moveTo>
                      <a:lnTo>
                        <a:pt x="6667" y="13335"/>
                      </a:lnTo>
                      <a:cubicBezTo>
                        <a:pt x="2857" y="13335"/>
                        <a:pt x="0" y="10478"/>
                        <a:pt x="0" y="6668"/>
                      </a:cubicBezTo>
                      <a:cubicBezTo>
                        <a:pt x="0" y="2858"/>
                        <a:pt x="2857" y="0"/>
                        <a:pt x="6667" y="0"/>
                      </a:cubicBezTo>
                      <a:lnTo>
                        <a:pt x="76200" y="0"/>
                      </a:lnTo>
                      <a:cubicBezTo>
                        <a:pt x="80010" y="0"/>
                        <a:pt x="82867" y="2858"/>
                        <a:pt x="82867" y="6668"/>
                      </a:cubicBezTo>
                      <a:cubicBezTo>
                        <a:pt x="83820" y="10478"/>
                        <a:pt x="80010" y="13335"/>
                        <a:pt x="76200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FCD76220-50C5-062A-6358-46F4926A2E0B}"/>
                    </a:ext>
                  </a:extLst>
                </p:cNvPr>
                <p:cNvSpPr/>
                <p:nvPr/>
              </p:nvSpPr>
              <p:spPr>
                <a:xfrm>
                  <a:off x="1396077" y="2066989"/>
                  <a:ext cx="49696" cy="16905"/>
                </a:xfrm>
                <a:custGeom>
                  <a:avLst/>
                  <a:gdLst>
                    <a:gd name="connsiteX0" fmla="*/ 32385 w 39200"/>
                    <a:gd name="connsiteY0" fmla="*/ 13335 h 13335"/>
                    <a:gd name="connsiteX1" fmla="*/ 6667 w 39200"/>
                    <a:gd name="connsiteY1" fmla="*/ 13335 h 13335"/>
                    <a:gd name="connsiteX2" fmla="*/ 0 w 39200"/>
                    <a:gd name="connsiteY2" fmla="*/ 6668 h 13335"/>
                    <a:gd name="connsiteX3" fmla="*/ 6667 w 39200"/>
                    <a:gd name="connsiteY3" fmla="*/ 0 h 13335"/>
                    <a:gd name="connsiteX4" fmla="*/ 32385 w 39200"/>
                    <a:gd name="connsiteY4" fmla="*/ 0 h 13335"/>
                    <a:gd name="connsiteX5" fmla="*/ 39052 w 39200"/>
                    <a:gd name="connsiteY5" fmla="*/ 6668 h 13335"/>
                    <a:gd name="connsiteX6" fmla="*/ 32385 w 39200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9200" h="13335">
                      <a:moveTo>
                        <a:pt x="32385" y="13335"/>
                      </a:moveTo>
                      <a:lnTo>
                        <a:pt x="6667" y="13335"/>
                      </a:lnTo>
                      <a:cubicBezTo>
                        <a:pt x="2858" y="13335"/>
                        <a:pt x="0" y="10478"/>
                        <a:pt x="0" y="6668"/>
                      </a:cubicBezTo>
                      <a:cubicBezTo>
                        <a:pt x="0" y="2858"/>
                        <a:pt x="2858" y="0"/>
                        <a:pt x="6667" y="0"/>
                      </a:cubicBezTo>
                      <a:lnTo>
                        <a:pt x="32385" y="0"/>
                      </a:lnTo>
                      <a:cubicBezTo>
                        <a:pt x="36195" y="0"/>
                        <a:pt x="39052" y="2858"/>
                        <a:pt x="39052" y="6668"/>
                      </a:cubicBezTo>
                      <a:cubicBezTo>
                        <a:pt x="40005" y="10478"/>
                        <a:pt x="36195" y="13335"/>
                        <a:pt x="32385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368F7129-9916-61AB-42B8-003E8359B5D1}"/>
                    </a:ext>
                  </a:extLst>
                </p:cNvPr>
                <p:cNvSpPr/>
                <p:nvPr/>
              </p:nvSpPr>
              <p:spPr>
                <a:xfrm>
                  <a:off x="1481810" y="2066989"/>
                  <a:ext cx="151128" cy="16905"/>
                </a:xfrm>
                <a:custGeom>
                  <a:avLst/>
                  <a:gdLst>
                    <a:gd name="connsiteX0" fmla="*/ 112395 w 119210"/>
                    <a:gd name="connsiteY0" fmla="*/ 13335 h 13335"/>
                    <a:gd name="connsiteX1" fmla="*/ 6668 w 119210"/>
                    <a:gd name="connsiteY1" fmla="*/ 13335 h 13335"/>
                    <a:gd name="connsiteX2" fmla="*/ 0 w 119210"/>
                    <a:gd name="connsiteY2" fmla="*/ 6668 h 13335"/>
                    <a:gd name="connsiteX3" fmla="*/ 6668 w 119210"/>
                    <a:gd name="connsiteY3" fmla="*/ 0 h 13335"/>
                    <a:gd name="connsiteX4" fmla="*/ 112395 w 119210"/>
                    <a:gd name="connsiteY4" fmla="*/ 0 h 13335"/>
                    <a:gd name="connsiteX5" fmla="*/ 119063 w 119210"/>
                    <a:gd name="connsiteY5" fmla="*/ 6668 h 13335"/>
                    <a:gd name="connsiteX6" fmla="*/ 112395 w 119210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9210" h="13335">
                      <a:moveTo>
                        <a:pt x="112395" y="13335"/>
                      </a:moveTo>
                      <a:lnTo>
                        <a:pt x="6668" y="13335"/>
                      </a:lnTo>
                      <a:cubicBezTo>
                        <a:pt x="2858" y="13335"/>
                        <a:pt x="0" y="10478"/>
                        <a:pt x="0" y="6668"/>
                      </a:cubicBezTo>
                      <a:cubicBezTo>
                        <a:pt x="0" y="2858"/>
                        <a:pt x="2858" y="0"/>
                        <a:pt x="6668" y="0"/>
                      </a:cubicBezTo>
                      <a:lnTo>
                        <a:pt x="112395" y="0"/>
                      </a:lnTo>
                      <a:cubicBezTo>
                        <a:pt x="116205" y="0"/>
                        <a:pt x="119063" y="2858"/>
                        <a:pt x="119063" y="6668"/>
                      </a:cubicBezTo>
                      <a:cubicBezTo>
                        <a:pt x="120015" y="10478"/>
                        <a:pt x="116205" y="13335"/>
                        <a:pt x="112395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03C23ECC-B61A-F59A-4CFA-C61B35A7646F}"/>
                    </a:ext>
                  </a:extLst>
                </p:cNvPr>
                <p:cNvSpPr/>
                <p:nvPr/>
              </p:nvSpPr>
              <p:spPr>
                <a:xfrm>
                  <a:off x="1656901" y="2066989"/>
                  <a:ext cx="38641" cy="16905"/>
                </a:xfrm>
                <a:custGeom>
                  <a:avLst/>
                  <a:gdLst>
                    <a:gd name="connsiteX0" fmla="*/ 23813 w 30480"/>
                    <a:gd name="connsiteY0" fmla="*/ 13335 h 13335"/>
                    <a:gd name="connsiteX1" fmla="*/ 6668 w 30480"/>
                    <a:gd name="connsiteY1" fmla="*/ 13335 h 13335"/>
                    <a:gd name="connsiteX2" fmla="*/ 0 w 30480"/>
                    <a:gd name="connsiteY2" fmla="*/ 6668 h 13335"/>
                    <a:gd name="connsiteX3" fmla="*/ 6668 w 30480"/>
                    <a:gd name="connsiteY3" fmla="*/ 0 h 13335"/>
                    <a:gd name="connsiteX4" fmla="*/ 23813 w 30480"/>
                    <a:gd name="connsiteY4" fmla="*/ 0 h 13335"/>
                    <a:gd name="connsiteX5" fmla="*/ 30480 w 30480"/>
                    <a:gd name="connsiteY5" fmla="*/ 6668 h 13335"/>
                    <a:gd name="connsiteX6" fmla="*/ 23813 w 30480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0480" h="13335">
                      <a:moveTo>
                        <a:pt x="23813" y="13335"/>
                      </a:moveTo>
                      <a:lnTo>
                        <a:pt x="6668" y="13335"/>
                      </a:lnTo>
                      <a:cubicBezTo>
                        <a:pt x="2858" y="13335"/>
                        <a:pt x="0" y="10478"/>
                        <a:pt x="0" y="6668"/>
                      </a:cubicBezTo>
                      <a:cubicBezTo>
                        <a:pt x="0" y="2858"/>
                        <a:pt x="2858" y="0"/>
                        <a:pt x="6668" y="0"/>
                      </a:cubicBezTo>
                      <a:lnTo>
                        <a:pt x="23813" y="0"/>
                      </a:lnTo>
                      <a:cubicBezTo>
                        <a:pt x="27623" y="0"/>
                        <a:pt x="30480" y="2858"/>
                        <a:pt x="30480" y="6668"/>
                      </a:cubicBezTo>
                      <a:cubicBezTo>
                        <a:pt x="30480" y="10478"/>
                        <a:pt x="27623" y="13335"/>
                        <a:pt x="23813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1EE2D7B5-92B0-D40B-6A09-34E75301D884}"/>
                    </a:ext>
                  </a:extLst>
                </p:cNvPr>
                <p:cNvSpPr/>
                <p:nvPr/>
              </p:nvSpPr>
              <p:spPr>
                <a:xfrm>
                  <a:off x="1718485" y="2066989"/>
                  <a:ext cx="35018" cy="16905"/>
                </a:xfrm>
                <a:custGeom>
                  <a:avLst/>
                  <a:gdLst>
                    <a:gd name="connsiteX0" fmla="*/ 20955 w 27622"/>
                    <a:gd name="connsiteY0" fmla="*/ 13335 h 13335"/>
                    <a:gd name="connsiteX1" fmla="*/ 6667 w 27622"/>
                    <a:gd name="connsiteY1" fmla="*/ 13335 h 13335"/>
                    <a:gd name="connsiteX2" fmla="*/ 0 w 27622"/>
                    <a:gd name="connsiteY2" fmla="*/ 6668 h 13335"/>
                    <a:gd name="connsiteX3" fmla="*/ 6667 w 27622"/>
                    <a:gd name="connsiteY3" fmla="*/ 0 h 13335"/>
                    <a:gd name="connsiteX4" fmla="*/ 20955 w 27622"/>
                    <a:gd name="connsiteY4" fmla="*/ 0 h 13335"/>
                    <a:gd name="connsiteX5" fmla="*/ 27622 w 27622"/>
                    <a:gd name="connsiteY5" fmla="*/ 6668 h 13335"/>
                    <a:gd name="connsiteX6" fmla="*/ 20955 w 27622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622" h="13335">
                      <a:moveTo>
                        <a:pt x="20955" y="13335"/>
                      </a:moveTo>
                      <a:lnTo>
                        <a:pt x="6667" y="13335"/>
                      </a:lnTo>
                      <a:cubicBezTo>
                        <a:pt x="2858" y="13335"/>
                        <a:pt x="0" y="10478"/>
                        <a:pt x="0" y="6668"/>
                      </a:cubicBezTo>
                      <a:cubicBezTo>
                        <a:pt x="0" y="2858"/>
                        <a:pt x="2858" y="0"/>
                        <a:pt x="6667" y="0"/>
                      </a:cubicBezTo>
                      <a:lnTo>
                        <a:pt x="20955" y="0"/>
                      </a:lnTo>
                      <a:cubicBezTo>
                        <a:pt x="24765" y="0"/>
                        <a:pt x="27622" y="2858"/>
                        <a:pt x="27622" y="6668"/>
                      </a:cubicBezTo>
                      <a:cubicBezTo>
                        <a:pt x="27622" y="10478"/>
                        <a:pt x="24765" y="13335"/>
                        <a:pt x="20955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A97B1761-3333-3668-51D8-8D2B2333B5FF}"/>
                    </a:ext>
                  </a:extLst>
                </p:cNvPr>
                <p:cNvSpPr/>
                <p:nvPr/>
              </p:nvSpPr>
              <p:spPr>
                <a:xfrm>
                  <a:off x="1310342" y="2111668"/>
                  <a:ext cx="109884" cy="16905"/>
                </a:xfrm>
                <a:custGeom>
                  <a:avLst/>
                  <a:gdLst>
                    <a:gd name="connsiteX0" fmla="*/ 80010 w 86677"/>
                    <a:gd name="connsiteY0" fmla="*/ 13335 h 13335"/>
                    <a:gd name="connsiteX1" fmla="*/ 6668 w 86677"/>
                    <a:gd name="connsiteY1" fmla="*/ 13335 h 13335"/>
                    <a:gd name="connsiteX2" fmla="*/ 0 w 86677"/>
                    <a:gd name="connsiteY2" fmla="*/ 6667 h 13335"/>
                    <a:gd name="connsiteX3" fmla="*/ 6668 w 86677"/>
                    <a:gd name="connsiteY3" fmla="*/ 0 h 13335"/>
                    <a:gd name="connsiteX4" fmla="*/ 80010 w 86677"/>
                    <a:gd name="connsiteY4" fmla="*/ 0 h 13335"/>
                    <a:gd name="connsiteX5" fmla="*/ 86678 w 86677"/>
                    <a:gd name="connsiteY5" fmla="*/ 6667 h 13335"/>
                    <a:gd name="connsiteX6" fmla="*/ 80010 w 86677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6677" h="13335">
                      <a:moveTo>
                        <a:pt x="80010" y="13335"/>
                      </a:moveTo>
                      <a:lnTo>
                        <a:pt x="6668" y="13335"/>
                      </a:ln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0" y="2857"/>
                        <a:pt x="2858" y="0"/>
                        <a:pt x="6668" y="0"/>
                      </a:cubicBezTo>
                      <a:lnTo>
                        <a:pt x="80010" y="0"/>
                      </a:lnTo>
                      <a:cubicBezTo>
                        <a:pt x="83820" y="0"/>
                        <a:pt x="86678" y="2857"/>
                        <a:pt x="86678" y="6667"/>
                      </a:cubicBezTo>
                      <a:cubicBezTo>
                        <a:pt x="86678" y="9525"/>
                        <a:pt x="83820" y="13335"/>
                        <a:pt x="80010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0FB50F37-BC03-2624-21CC-46E57D76C754}"/>
                    </a:ext>
                  </a:extLst>
                </p:cNvPr>
                <p:cNvSpPr/>
                <p:nvPr/>
              </p:nvSpPr>
              <p:spPr>
                <a:xfrm>
                  <a:off x="1440755" y="2111668"/>
                  <a:ext cx="44678" cy="16905"/>
                </a:xfrm>
                <a:custGeom>
                  <a:avLst/>
                  <a:gdLst>
                    <a:gd name="connsiteX0" fmla="*/ 28575 w 35242"/>
                    <a:gd name="connsiteY0" fmla="*/ 13335 h 13335"/>
                    <a:gd name="connsiteX1" fmla="*/ 6667 w 35242"/>
                    <a:gd name="connsiteY1" fmla="*/ 13335 h 13335"/>
                    <a:gd name="connsiteX2" fmla="*/ 0 w 35242"/>
                    <a:gd name="connsiteY2" fmla="*/ 6667 h 13335"/>
                    <a:gd name="connsiteX3" fmla="*/ 6667 w 35242"/>
                    <a:gd name="connsiteY3" fmla="*/ 0 h 13335"/>
                    <a:gd name="connsiteX4" fmla="*/ 28575 w 35242"/>
                    <a:gd name="connsiteY4" fmla="*/ 0 h 13335"/>
                    <a:gd name="connsiteX5" fmla="*/ 35242 w 35242"/>
                    <a:gd name="connsiteY5" fmla="*/ 6667 h 13335"/>
                    <a:gd name="connsiteX6" fmla="*/ 28575 w 35242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5242" h="13335">
                      <a:moveTo>
                        <a:pt x="28575" y="13335"/>
                      </a:moveTo>
                      <a:lnTo>
                        <a:pt x="6667" y="13335"/>
                      </a:ln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0" y="2857"/>
                        <a:pt x="2858" y="0"/>
                        <a:pt x="6667" y="0"/>
                      </a:cubicBezTo>
                      <a:lnTo>
                        <a:pt x="28575" y="0"/>
                      </a:lnTo>
                      <a:cubicBezTo>
                        <a:pt x="32385" y="0"/>
                        <a:pt x="35242" y="2857"/>
                        <a:pt x="35242" y="6667"/>
                      </a:cubicBezTo>
                      <a:cubicBezTo>
                        <a:pt x="35242" y="9525"/>
                        <a:pt x="32385" y="13335"/>
                        <a:pt x="28575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89871EEE-1AC0-3F7F-E39E-AF829919D25C}"/>
                    </a:ext>
                  </a:extLst>
                </p:cNvPr>
                <p:cNvSpPr/>
                <p:nvPr/>
              </p:nvSpPr>
              <p:spPr>
                <a:xfrm>
                  <a:off x="1519244" y="2111668"/>
                  <a:ext cx="39848" cy="16905"/>
                </a:xfrm>
                <a:custGeom>
                  <a:avLst/>
                  <a:gdLst>
                    <a:gd name="connsiteX0" fmla="*/ 24765 w 31432"/>
                    <a:gd name="connsiteY0" fmla="*/ 13335 h 13335"/>
                    <a:gd name="connsiteX1" fmla="*/ 6667 w 31432"/>
                    <a:gd name="connsiteY1" fmla="*/ 13335 h 13335"/>
                    <a:gd name="connsiteX2" fmla="*/ 0 w 31432"/>
                    <a:gd name="connsiteY2" fmla="*/ 6667 h 13335"/>
                    <a:gd name="connsiteX3" fmla="*/ 6667 w 31432"/>
                    <a:gd name="connsiteY3" fmla="*/ 0 h 13335"/>
                    <a:gd name="connsiteX4" fmla="*/ 24765 w 31432"/>
                    <a:gd name="connsiteY4" fmla="*/ 0 h 13335"/>
                    <a:gd name="connsiteX5" fmla="*/ 31433 w 31432"/>
                    <a:gd name="connsiteY5" fmla="*/ 6667 h 13335"/>
                    <a:gd name="connsiteX6" fmla="*/ 24765 w 31432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432" h="13335">
                      <a:moveTo>
                        <a:pt x="24765" y="13335"/>
                      </a:moveTo>
                      <a:lnTo>
                        <a:pt x="6667" y="13335"/>
                      </a:ln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0" y="2857"/>
                        <a:pt x="2858" y="0"/>
                        <a:pt x="6667" y="0"/>
                      </a:cubicBezTo>
                      <a:lnTo>
                        <a:pt x="24765" y="0"/>
                      </a:lnTo>
                      <a:cubicBezTo>
                        <a:pt x="28575" y="0"/>
                        <a:pt x="31433" y="2857"/>
                        <a:pt x="31433" y="6667"/>
                      </a:cubicBezTo>
                      <a:cubicBezTo>
                        <a:pt x="31433" y="9525"/>
                        <a:pt x="28575" y="13335"/>
                        <a:pt x="24765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60" name="Freeform: Shape 159">
                  <a:extLst>
                    <a:ext uri="{FF2B5EF4-FFF2-40B4-BE49-F238E27FC236}">
                      <a16:creationId xmlns:a16="http://schemas.microsoft.com/office/drawing/2014/main" id="{F1157701-D0C5-B524-B753-D93DEFCD035F}"/>
                    </a:ext>
                  </a:extLst>
                </p:cNvPr>
                <p:cNvSpPr/>
                <p:nvPr/>
              </p:nvSpPr>
              <p:spPr>
                <a:xfrm>
                  <a:off x="1590488" y="2111668"/>
                  <a:ext cx="230824" cy="16905"/>
                </a:xfrm>
                <a:custGeom>
                  <a:avLst/>
                  <a:gdLst>
                    <a:gd name="connsiteX0" fmla="*/ 175260 w 182075"/>
                    <a:gd name="connsiteY0" fmla="*/ 13335 h 13335"/>
                    <a:gd name="connsiteX1" fmla="*/ 6668 w 182075"/>
                    <a:gd name="connsiteY1" fmla="*/ 13335 h 13335"/>
                    <a:gd name="connsiteX2" fmla="*/ 0 w 182075"/>
                    <a:gd name="connsiteY2" fmla="*/ 6667 h 13335"/>
                    <a:gd name="connsiteX3" fmla="*/ 6668 w 182075"/>
                    <a:gd name="connsiteY3" fmla="*/ 0 h 13335"/>
                    <a:gd name="connsiteX4" fmla="*/ 175260 w 182075"/>
                    <a:gd name="connsiteY4" fmla="*/ 0 h 13335"/>
                    <a:gd name="connsiteX5" fmla="*/ 181928 w 182075"/>
                    <a:gd name="connsiteY5" fmla="*/ 6667 h 13335"/>
                    <a:gd name="connsiteX6" fmla="*/ 175260 w 182075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2075" h="13335">
                      <a:moveTo>
                        <a:pt x="175260" y="13335"/>
                      </a:moveTo>
                      <a:lnTo>
                        <a:pt x="6668" y="13335"/>
                      </a:ln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0" y="2857"/>
                        <a:pt x="2858" y="0"/>
                        <a:pt x="6668" y="0"/>
                      </a:cubicBezTo>
                      <a:lnTo>
                        <a:pt x="175260" y="0"/>
                      </a:lnTo>
                      <a:cubicBezTo>
                        <a:pt x="179070" y="0"/>
                        <a:pt x="181928" y="2857"/>
                        <a:pt x="181928" y="6667"/>
                      </a:cubicBezTo>
                      <a:cubicBezTo>
                        <a:pt x="182880" y="9525"/>
                        <a:pt x="179070" y="13335"/>
                        <a:pt x="175260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61" name="Freeform: Shape 160">
                  <a:extLst>
                    <a:ext uri="{FF2B5EF4-FFF2-40B4-BE49-F238E27FC236}">
                      <a16:creationId xmlns:a16="http://schemas.microsoft.com/office/drawing/2014/main" id="{8DF227E2-C50E-5C7F-737E-7F22DDEDE085}"/>
                    </a:ext>
                  </a:extLst>
                </p:cNvPr>
                <p:cNvSpPr/>
                <p:nvPr/>
              </p:nvSpPr>
              <p:spPr>
                <a:xfrm>
                  <a:off x="1840446" y="2111668"/>
                  <a:ext cx="30187" cy="16905"/>
                </a:xfrm>
                <a:custGeom>
                  <a:avLst/>
                  <a:gdLst>
                    <a:gd name="connsiteX0" fmla="*/ 17145 w 23812"/>
                    <a:gd name="connsiteY0" fmla="*/ 13335 h 13335"/>
                    <a:gd name="connsiteX1" fmla="*/ 6667 w 23812"/>
                    <a:gd name="connsiteY1" fmla="*/ 13335 h 13335"/>
                    <a:gd name="connsiteX2" fmla="*/ 0 w 23812"/>
                    <a:gd name="connsiteY2" fmla="*/ 6667 h 13335"/>
                    <a:gd name="connsiteX3" fmla="*/ 6667 w 23812"/>
                    <a:gd name="connsiteY3" fmla="*/ 0 h 13335"/>
                    <a:gd name="connsiteX4" fmla="*/ 17145 w 23812"/>
                    <a:gd name="connsiteY4" fmla="*/ 0 h 13335"/>
                    <a:gd name="connsiteX5" fmla="*/ 23813 w 23812"/>
                    <a:gd name="connsiteY5" fmla="*/ 6667 h 13335"/>
                    <a:gd name="connsiteX6" fmla="*/ 17145 w 23812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812" h="13335">
                      <a:moveTo>
                        <a:pt x="17145" y="13335"/>
                      </a:moveTo>
                      <a:lnTo>
                        <a:pt x="6667" y="13335"/>
                      </a:lnTo>
                      <a:cubicBezTo>
                        <a:pt x="2857" y="13335"/>
                        <a:pt x="0" y="10477"/>
                        <a:pt x="0" y="6667"/>
                      </a:cubicBezTo>
                      <a:cubicBezTo>
                        <a:pt x="0" y="2857"/>
                        <a:pt x="2857" y="0"/>
                        <a:pt x="6667" y="0"/>
                      </a:cubicBezTo>
                      <a:lnTo>
                        <a:pt x="17145" y="0"/>
                      </a:lnTo>
                      <a:cubicBezTo>
                        <a:pt x="20955" y="0"/>
                        <a:pt x="23813" y="2857"/>
                        <a:pt x="23813" y="6667"/>
                      </a:cubicBezTo>
                      <a:cubicBezTo>
                        <a:pt x="23813" y="9525"/>
                        <a:pt x="20955" y="13335"/>
                        <a:pt x="17145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62" name="Freeform: Shape 161">
                  <a:extLst>
                    <a:ext uri="{FF2B5EF4-FFF2-40B4-BE49-F238E27FC236}">
                      <a16:creationId xmlns:a16="http://schemas.microsoft.com/office/drawing/2014/main" id="{2F2A38BE-AEF7-4022-FE84-03CFF3E472DF}"/>
                    </a:ext>
                  </a:extLst>
                </p:cNvPr>
                <p:cNvSpPr/>
                <p:nvPr/>
              </p:nvSpPr>
              <p:spPr>
                <a:xfrm>
                  <a:off x="1356228" y="2176874"/>
                  <a:ext cx="101431" cy="16904"/>
                </a:xfrm>
                <a:custGeom>
                  <a:avLst/>
                  <a:gdLst>
                    <a:gd name="connsiteX0" fmla="*/ 73342 w 80009"/>
                    <a:gd name="connsiteY0" fmla="*/ 13335 h 13334"/>
                    <a:gd name="connsiteX1" fmla="*/ 6667 w 80009"/>
                    <a:gd name="connsiteY1" fmla="*/ 13335 h 13334"/>
                    <a:gd name="connsiteX2" fmla="*/ 0 w 80009"/>
                    <a:gd name="connsiteY2" fmla="*/ 6667 h 13334"/>
                    <a:gd name="connsiteX3" fmla="*/ 6667 w 80009"/>
                    <a:gd name="connsiteY3" fmla="*/ 0 h 13334"/>
                    <a:gd name="connsiteX4" fmla="*/ 73342 w 80009"/>
                    <a:gd name="connsiteY4" fmla="*/ 0 h 13334"/>
                    <a:gd name="connsiteX5" fmla="*/ 80010 w 80009"/>
                    <a:gd name="connsiteY5" fmla="*/ 6667 h 13334"/>
                    <a:gd name="connsiteX6" fmla="*/ 73342 w 80009"/>
                    <a:gd name="connsiteY6" fmla="*/ 13335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009" h="13334">
                      <a:moveTo>
                        <a:pt x="73342" y="13335"/>
                      </a:moveTo>
                      <a:lnTo>
                        <a:pt x="6667" y="13335"/>
                      </a:ln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0" y="2857"/>
                        <a:pt x="2858" y="0"/>
                        <a:pt x="6667" y="0"/>
                      </a:cubicBezTo>
                      <a:lnTo>
                        <a:pt x="73342" y="0"/>
                      </a:lnTo>
                      <a:cubicBezTo>
                        <a:pt x="77153" y="0"/>
                        <a:pt x="80010" y="2857"/>
                        <a:pt x="80010" y="6667"/>
                      </a:cubicBezTo>
                      <a:cubicBezTo>
                        <a:pt x="80010" y="9525"/>
                        <a:pt x="77153" y="13335"/>
                        <a:pt x="73342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A7FCB00F-0634-FB7E-39C4-C3A5923E92F0}"/>
                    </a:ext>
                  </a:extLst>
                </p:cNvPr>
                <p:cNvSpPr/>
                <p:nvPr/>
              </p:nvSpPr>
              <p:spPr>
                <a:xfrm>
                  <a:off x="1467320" y="2176874"/>
                  <a:ext cx="49696" cy="16904"/>
                </a:xfrm>
                <a:custGeom>
                  <a:avLst/>
                  <a:gdLst>
                    <a:gd name="connsiteX0" fmla="*/ 32385 w 39200"/>
                    <a:gd name="connsiteY0" fmla="*/ 13335 h 13334"/>
                    <a:gd name="connsiteX1" fmla="*/ 6667 w 39200"/>
                    <a:gd name="connsiteY1" fmla="*/ 13335 h 13334"/>
                    <a:gd name="connsiteX2" fmla="*/ 0 w 39200"/>
                    <a:gd name="connsiteY2" fmla="*/ 6667 h 13334"/>
                    <a:gd name="connsiteX3" fmla="*/ 6667 w 39200"/>
                    <a:gd name="connsiteY3" fmla="*/ 0 h 13334"/>
                    <a:gd name="connsiteX4" fmla="*/ 32385 w 39200"/>
                    <a:gd name="connsiteY4" fmla="*/ 0 h 13334"/>
                    <a:gd name="connsiteX5" fmla="*/ 39053 w 39200"/>
                    <a:gd name="connsiteY5" fmla="*/ 6667 h 13334"/>
                    <a:gd name="connsiteX6" fmla="*/ 32385 w 39200"/>
                    <a:gd name="connsiteY6" fmla="*/ 13335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9200" h="13334">
                      <a:moveTo>
                        <a:pt x="32385" y="13335"/>
                      </a:moveTo>
                      <a:lnTo>
                        <a:pt x="6667" y="13335"/>
                      </a:ln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0" y="2857"/>
                        <a:pt x="2858" y="0"/>
                        <a:pt x="6667" y="0"/>
                      </a:cubicBezTo>
                      <a:lnTo>
                        <a:pt x="32385" y="0"/>
                      </a:lnTo>
                      <a:cubicBezTo>
                        <a:pt x="36195" y="0"/>
                        <a:pt x="39053" y="2857"/>
                        <a:pt x="39053" y="6667"/>
                      </a:cubicBezTo>
                      <a:cubicBezTo>
                        <a:pt x="40005" y="9525"/>
                        <a:pt x="36195" y="13335"/>
                        <a:pt x="32385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D6E61FAD-5C63-EDD3-B290-6875D0DE9DEF}"/>
                    </a:ext>
                  </a:extLst>
                </p:cNvPr>
                <p:cNvSpPr/>
                <p:nvPr/>
              </p:nvSpPr>
              <p:spPr>
                <a:xfrm>
                  <a:off x="1556677" y="2176874"/>
                  <a:ext cx="31394" cy="16904"/>
                </a:xfrm>
                <a:custGeom>
                  <a:avLst/>
                  <a:gdLst>
                    <a:gd name="connsiteX0" fmla="*/ 18097 w 24764"/>
                    <a:gd name="connsiteY0" fmla="*/ 13335 h 13334"/>
                    <a:gd name="connsiteX1" fmla="*/ 6667 w 24764"/>
                    <a:gd name="connsiteY1" fmla="*/ 13335 h 13334"/>
                    <a:gd name="connsiteX2" fmla="*/ 0 w 24764"/>
                    <a:gd name="connsiteY2" fmla="*/ 6667 h 13334"/>
                    <a:gd name="connsiteX3" fmla="*/ 6667 w 24764"/>
                    <a:gd name="connsiteY3" fmla="*/ 0 h 13334"/>
                    <a:gd name="connsiteX4" fmla="*/ 18097 w 24764"/>
                    <a:gd name="connsiteY4" fmla="*/ 0 h 13334"/>
                    <a:gd name="connsiteX5" fmla="*/ 24765 w 24764"/>
                    <a:gd name="connsiteY5" fmla="*/ 6667 h 13334"/>
                    <a:gd name="connsiteX6" fmla="*/ 18097 w 24764"/>
                    <a:gd name="connsiteY6" fmla="*/ 13335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4764" h="13334">
                      <a:moveTo>
                        <a:pt x="18097" y="13335"/>
                      </a:moveTo>
                      <a:lnTo>
                        <a:pt x="6667" y="13335"/>
                      </a:lnTo>
                      <a:cubicBezTo>
                        <a:pt x="2857" y="13335"/>
                        <a:pt x="0" y="10477"/>
                        <a:pt x="0" y="6667"/>
                      </a:cubicBezTo>
                      <a:cubicBezTo>
                        <a:pt x="0" y="2857"/>
                        <a:pt x="2857" y="0"/>
                        <a:pt x="6667" y="0"/>
                      </a:cubicBezTo>
                      <a:lnTo>
                        <a:pt x="18097" y="0"/>
                      </a:lnTo>
                      <a:cubicBezTo>
                        <a:pt x="21907" y="0"/>
                        <a:pt x="24765" y="2857"/>
                        <a:pt x="24765" y="6667"/>
                      </a:cubicBezTo>
                      <a:cubicBezTo>
                        <a:pt x="24765" y="9525"/>
                        <a:pt x="21907" y="13335"/>
                        <a:pt x="18097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FC595B07-CA46-E92A-2DF4-8A1AB0426F9F}"/>
                    </a:ext>
                  </a:extLst>
                </p:cNvPr>
                <p:cNvSpPr/>
                <p:nvPr/>
              </p:nvSpPr>
              <p:spPr>
                <a:xfrm>
                  <a:off x="1405737" y="2228797"/>
                  <a:ext cx="130599" cy="16905"/>
                </a:xfrm>
                <a:custGeom>
                  <a:avLst/>
                  <a:gdLst>
                    <a:gd name="connsiteX0" fmla="*/ 96202 w 103017"/>
                    <a:gd name="connsiteY0" fmla="*/ 13335 h 13335"/>
                    <a:gd name="connsiteX1" fmla="*/ 6667 w 103017"/>
                    <a:gd name="connsiteY1" fmla="*/ 13335 h 13335"/>
                    <a:gd name="connsiteX2" fmla="*/ 0 w 103017"/>
                    <a:gd name="connsiteY2" fmla="*/ 6668 h 13335"/>
                    <a:gd name="connsiteX3" fmla="*/ 6667 w 103017"/>
                    <a:gd name="connsiteY3" fmla="*/ 0 h 13335"/>
                    <a:gd name="connsiteX4" fmla="*/ 96202 w 103017"/>
                    <a:gd name="connsiteY4" fmla="*/ 0 h 13335"/>
                    <a:gd name="connsiteX5" fmla="*/ 102870 w 103017"/>
                    <a:gd name="connsiteY5" fmla="*/ 6668 h 13335"/>
                    <a:gd name="connsiteX6" fmla="*/ 96202 w 103017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017" h="13335">
                      <a:moveTo>
                        <a:pt x="96202" y="13335"/>
                      </a:moveTo>
                      <a:lnTo>
                        <a:pt x="6667" y="13335"/>
                      </a:lnTo>
                      <a:cubicBezTo>
                        <a:pt x="2857" y="13335"/>
                        <a:pt x="0" y="10477"/>
                        <a:pt x="0" y="6668"/>
                      </a:cubicBezTo>
                      <a:cubicBezTo>
                        <a:pt x="0" y="2858"/>
                        <a:pt x="2857" y="0"/>
                        <a:pt x="6667" y="0"/>
                      </a:cubicBezTo>
                      <a:lnTo>
                        <a:pt x="96202" y="0"/>
                      </a:lnTo>
                      <a:cubicBezTo>
                        <a:pt x="100013" y="0"/>
                        <a:pt x="102870" y="2858"/>
                        <a:pt x="102870" y="6668"/>
                      </a:cubicBezTo>
                      <a:cubicBezTo>
                        <a:pt x="103822" y="10477"/>
                        <a:pt x="100013" y="13335"/>
                        <a:pt x="96202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7F9144C7-1B3E-39DB-65B3-FE12C141C53F}"/>
                    </a:ext>
                  </a:extLst>
                </p:cNvPr>
                <p:cNvSpPr/>
                <p:nvPr/>
              </p:nvSpPr>
              <p:spPr>
                <a:xfrm>
                  <a:off x="1560299" y="2228797"/>
                  <a:ext cx="47280" cy="16905"/>
                </a:xfrm>
                <a:custGeom>
                  <a:avLst/>
                  <a:gdLst>
                    <a:gd name="connsiteX0" fmla="*/ 30480 w 37295"/>
                    <a:gd name="connsiteY0" fmla="*/ 13335 h 13335"/>
                    <a:gd name="connsiteX1" fmla="*/ 6668 w 37295"/>
                    <a:gd name="connsiteY1" fmla="*/ 13335 h 13335"/>
                    <a:gd name="connsiteX2" fmla="*/ 0 w 37295"/>
                    <a:gd name="connsiteY2" fmla="*/ 6668 h 13335"/>
                    <a:gd name="connsiteX3" fmla="*/ 6668 w 37295"/>
                    <a:gd name="connsiteY3" fmla="*/ 0 h 13335"/>
                    <a:gd name="connsiteX4" fmla="*/ 30480 w 37295"/>
                    <a:gd name="connsiteY4" fmla="*/ 0 h 13335"/>
                    <a:gd name="connsiteX5" fmla="*/ 37148 w 37295"/>
                    <a:gd name="connsiteY5" fmla="*/ 6668 h 13335"/>
                    <a:gd name="connsiteX6" fmla="*/ 30480 w 37295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295" h="13335">
                      <a:moveTo>
                        <a:pt x="30480" y="13335"/>
                      </a:moveTo>
                      <a:lnTo>
                        <a:pt x="6668" y="13335"/>
                      </a:lnTo>
                      <a:cubicBezTo>
                        <a:pt x="2858" y="13335"/>
                        <a:pt x="0" y="10477"/>
                        <a:pt x="0" y="6668"/>
                      </a:cubicBezTo>
                      <a:cubicBezTo>
                        <a:pt x="0" y="2858"/>
                        <a:pt x="2858" y="0"/>
                        <a:pt x="6668" y="0"/>
                      </a:cubicBezTo>
                      <a:lnTo>
                        <a:pt x="30480" y="0"/>
                      </a:lnTo>
                      <a:cubicBezTo>
                        <a:pt x="34290" y="0"/>
                        <a:pt x="37148" y="2858"/>
                        <a:pt x="37148" y="6668"/>
                      </a:cubicBezTo>
                      <a:cubicBezTo>
                        <a:pt x="38100" y="10477"/>
                        <a:pt x="34290" y="13335"/>
                        <a:pt x="30480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42792EBB-024A-6C31-83E0-B884B4D93EE2}"/>
                    </a:ext>
                  </a:extLst>
                </p:cNvPr>
                <p:cNvSpPr/>
                <p:nvPr/>
              </p:nvSpPr>
              <p:spPr>
                <a:xfrm>
                  <a:off x="1626713" y="2228797"/>
                  <a:ext cx="84527" cy="16905"/>
                </a:xfrm>
                <a:custGeom>
                  <a:avLst/>
                  <a:gdLst>
                    <a:gd name="connsiteX0" fmla="*/ 60008 w 66675"/>
                    <a:gd name="connsiteY0" fmla="*/ 13335 h 13335"/>
                    <a:gd name="connsiteX1" fmla="*/ 6668 w 66675"/>
                    <a:gd name="connsiteY1" fmla="*/ 13335 h 13335"/>
                    <a:gd name="connsiteX2" fmla="*/ 0 w 66675"/>
                    <a:gd name="connsiteY2" fmla="*/ 6668 h 13335"/>
                    <a:gd name="connsiteX3" fmla="*/ 6668 w 66675"/>
                    <a:gd name="connsiteY3" fmla="*/ 0 h 13335"/>
                    <a:gd name="connsiteX4" fmla="*/ 60008 w 66675"/>
                    <a:gd name="connsiteY4" fmla="*/ 0 h 13335"/>
                    <a:gd name="connsiteX5" fmla="*/ 66675 w 66675"/>
                    <a:gd name="connsiteY5" fmla="*/ 6668 h 13335"/>
                    <a:gd name="connsiteX6" fmla="*/ 60008 w 66675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6675" h="13335">
                      <a:moveTo>
                        <a:pt x="60008" y="13335"/>
                      </a:moveTo>
                      <a:lnTo>
                        <a:pt x="6668" y="13335"/>
                      </a:lnTo>
                      <a:cubicBezTo>
                        <a:pt x="2858" y="13335"/>
                        <a:pt x="0" y="10477"/>
                        <a:pt x="0" y="6668"/>
                      </a:cubicBezTo>
                      <a:cubicBezTo>
                        <a:pt x="0" y="2858"/>
                        <a:pt x="2858" y="0"/>
                        <a:pt x="6668" y="0"/>
                      </a:cubicBezTo>
                      <a:lnTo>
                        <a:pt x="60008" y="0"/>
                      </a:lnTo>
                      <a:cubicBezTo>
                        <a:pt x="63818" y="0"/>
                        <a:pt x="66675" y="2858"/>
                        <a:pt x="66675" y="6668"/>
                      </a:cubicBezTo>
                      <a:cubicBezTo>
                        <a:pt x="66675" y="10477"/>
                        <a:pt x="63818" y="13335"/>
                        <a:pt x="60008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E5C3BC54-6DE4-F971-AF10-C0768D5103CC}"/>
                    </a:ext>
                  </a:extLst>
                </p:cNvPr>
                <p:cNvSpPr/>
                <p:nvPr/>
              </p:nvSpPr>
              <p:spPr>
                <a:xfrm>
                  <a:off x="1804220" y="2228797"/>
                  <a:ext cx="48489" cy="16905"/>
                </a:xfrm>
                <a:custGeom>
                  <a:avLst/>
                  <a:gdLst>
                    <a:gd name="connsiteX0" fmla="*/ 31432 w 38248"/>
                    <a:gd name="connsiteY0" fmla="*/ 13335 h 13335"/>
                    <a:gd name="connsiteX1" fmla="*/ 6667 w 38248"/>
                    <a:gd name="connsiteY1" fmla="*/ 13335 h 13335"/>
                    <a:gd name="connsiteX2" fmla="*/ 0 w 38248"/>
                    <a:gd name="connsiteY2" fmla="*/ 6668 h 13335"/>
                    <a:gd name="connsiteX3" fmla="*/ 6667 w 38248"/>
                    <a:gd name="connsiteY3" fmla="*/ 0 h 13335"/>
                    <a:gd name="connsiteX4" fmla="*/ 31432 w 38248"/>
                    <a:gd name="connsiteY4" fmla="*/ 0 h 13335"/>
                    <a:gd name="connsiteX5" fmla="*/ 38100 w 38248"/>
                    <a:gd name="connsiteY5" fmla="*/ 6668 h 13335"/>
                    <a:gd name="connsiteX6" fmla="*/ 31432 w 38248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248" h="13335">
                      <a:moveTo>
                        <a:pt x="31432" y="13335"/>
                      </a:moveTo>
                      <a:lnTo>
                        <a:pt x="6667" y="13335"/>
                      </a:lnTo>
                      <a:cubicBezTo>
                        <a:pt x="2857" y="13335"/>
                        <a:pt x="0" y="10477"/>
                        <a:pt x="0" y="6668"/>
                      </a:cubicBezTo>
                      <a:cubicBezTo>
                        <a:pt x="0" y="2858"/>
                        <a:pt x="2857" y="0"/>
                        <a:pt x="6667" y="0"/>
                      </a:cubicBezTo>
                      <a:lnTo>
                        <a:pt x="31432" y="0"/>
                      </a:lnTo>
                      <a:cubicBezTo>
                        <a:pt x="35242" y="0"/>
                        <a:pt x="38100" y="2858"/>
                        <a:pt x="38100" y="6668"/>
                      </a:cubicBezTo>
                      <a:cubicBezTo>
                        <a:pt x="39052" y="10477"/>
                        <a:pt x="35242" y="13335"/>
                        <a:pt x="31432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69" name="Freeform: Shape 168">
                  <a:extLst>
                    <a:ext uri="{FF2B5EF4-FFF2-40B4-BE49-F238E27FC236}">
                      <a16:creationId xmlns:a16="http://schemas.microsoft.com/office/drawing/2014/main" id="{8164BD46-926F-FDB0-9D13-9CF83103B496}"/>
                    </a:ext>
                  </a:extLst>
                </p:cNvPr>
                <p:cNvSpPr/>
                <p:nvPr/>
              </p:nvSpPr>
              <p:spPr>
                <a:xfrm>
                  <a:off x="1462490" y="2353172"/>
                  <a:ext cx="121959" cy="16905"/>
                </a:xfrm>
                <a:custGeom>
                  <a:avLst/>
                  <a:gdLst>
                    <a:gd name="connsiteX0" fmla="*/ 89535 w 96202"/>
                    <a:gd name="connsiteY0" fmla="*/ 13335 h 13335"/>
                    <a:gd name="connsiteX1" fmla="*/ 6667 w 96202"/>
                    <a:gd name="connsiteY1" fmla="*/ 13335 h 13335"/>
                    <a:gd name="connsiteX2" fmla="*/ 0 w 96202"/>
                    <a:gd name="connsiteY2" fmla="*/ 6667 h 13335"/>
                    <a:gd name="connsiteX3" fmla="*/ 6667 w 96202"/>
                    <a:gd name="connsiteY3" fmla="*/ 0 h 13335"/>
                    <a:gd name="connsiteX4" fmla="*/ 89535 w 96202"/>
                    <a:gd name="connsiteY4" fmla="*/ 0 h 13335"/>
                    <a:gd name="connsiteX5" fmla="*/ 96202 w 96202"/>
                    <a:gd name="connsiteY5" fmla="*/ 6667 h 13335"/>
                    <a:gd name="connsiteX6" fmla="*/ 89535 w 96202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202" h="13335">
                      <a:moveTo>
                        <a:pt x="89535" y="13335"/>
                      </a:moveTo>
                      <a:lnTo>
                        <a:pt x="6667" y="13335"/>
                      </a:lnTo>
                      <a:cubicBezTo>
                        <a:pt x="2858" y="13335"/>
                        <a:pt x="0" y="10477"/>
                        <a:pt x="0" y="6667"/>
                      </a:cubicBezTo>
                      <a:cubicBezTo>
                        <a:pt x="0" y="2857"/>
                        <a:pt x="2858" y="0"/>
                        <a:pt x="6667" y="0"/>
                      </a:cubicBezTo>
                      <a:lnTo>
                        <a:pt x="89535" y="0"/>
                      </a:lnTo>
                      <a:cubicBezTo>
                        <a:pt x="93345" y="0"/>
                        <a:pt x="96202" y="2857"/>
                        <a:pt x="96202" y="6667"/>
                      </a:cubicBezTo>
                      <a:cubicBezTo>
                        <a:pt x="96202" y="10477"/>
                        <a:pt x="93345" y="13335"/>
                        <a:pt x="89535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70" name="Freeform: Shape 169">
                  <a:extLst>
                    <a:ext uri="{FF2B5EF4-FFF2-40B4-BE49-F238E27FC236}">
                      <a16:creationId xmlns:a16="http://schemas.microsoft.com/office/drawing/2014/main" id="{1539C0F1-E28D-47CF-9629-80CDD057FFEB}"/>
                    </a:ext>
                  </a:extLst>
                </p:cNvPr>
                <p:cNvSpPr/>
                <p:nvPr/>
              </p:nvSpPr>
              <p:spPr>
                <a:xfrm>
                  <a:off x="1604978" y="2353172"/>
                  <a:ext cx="37620" cy="16905"/>
                </a:xfrm>
                <a:custGeom>
                  <a:avLst/>
                  <a:gdLst>
                    <a:gd name="connsiteX0" fmla="*/ 22860 w 29675"/>
                    <a:gd name="connsiteY0" fmla="*/ 13335 h 13335"/>
                    <a:gd name="connsiteX1" fmla="*/ 6667 w 29675"/>
                    <a:gd name="connsiteY1" fmla="*/ 13335 h 13335"/>
                    <a:gd name="connsiteX2" fmla="*/ 0 w 29675"/>
                    <a:gd name="connsiteY2" fmla="*/ 6667 h 13335"/>
                    <a:gd name="connsiteX3" fmla="*/ 6667 w 29675"/>
                    <a:gd name="connsiteY3" fmla="*/ 0 h 13335"/>
                    <a:gd name="connsiteX4" fmla="*/ 22860 w 29675"/>
                    <a:gd name="connsiteY4" fmla="*/ 0 h 13335"/>
                    <a:gd name="connsiteX5" fmla="*/ 29527 w 29675"/>
                    <a:gd name="connsiteY5" fmla="*/ 6667 h 13335"/>
                    <a:gd name="connsiteX6" fmla="*/ 22860 w 29675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675" h="13335">
                      <a:moveTo>
                        <a:pt x="22860" y="13335"/>
                      </a:moveTo>
                      <a:lnTo>
                        <a:pt x="6667" y="13335"/>
                      </a:lnTo>
                      <a:cubicBezTo>
                        <a:pt x="2857" y="13335"/>
                        <a:pt x="0" y="10477"/>
                        <a:pt x="0" y="6667"/>
                      </a:cubicBezTo>
                      <a:cubicBezTo>
                        <a:pt x="0" y="2857"/>
                        <a:pt x="2857" y="0"/>
                        <a:pt x="6667" y="0"/>
                      </a:cubicBezTo>
                      <a:lnTo>
                        <a:pt x="22860" y="0"/>
                      </a:lnTo>
                      <a:cubicBezTo>
                        <a:pt x="26670" y="0"/>
                        <a:pt x="29527" y="2857"/>
                        <a:pt x="29527" y="6667"/>
                      </a:cubicBezTo>
                      <a:cubicBezTo>
                        <a:pt x="30480" y="10477"/>
                        <a:pt x="26670" y="13335"/>
                        <a:pt x="22860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71" name="Freeform: Shape 170">
                  <a:extLst>
                    <a:ext uri="{FF2B5EF4-FFF2-40B4-BE49-F238E27FC236}">
                      <a16:creationId xmlns:a16="http://schemas.microsoft.com/office/drawing/2014/main" id="{F69A368D-09AE-BFEA-0B7A-BA2CBE07811A}"/>
                    </a:ext>
                  </a:extLst>
                </p:cNvPr>
                <p:cNvSpPr/>
                <p:nvPr/>
              </p:nvSpPr>
              <p:spPr>
                <a:xfrm>
                  <a:off x="1671393" y="2353172"/>
                  <a:ext cx="68828" cy="16905"/>
                </a:xfrm>
                <a:custGeom>
                  <a:avLst/>
                  <a:gdLst>
                    <a:gd name="connsiteX0" fmla="*/ 47625 w 54292"/>
                    <a:gd name="connsiteY0" fmla="*/ 13335 h 13335"/>
                    <a:gd name="connsiteX1" fmla="*/ 6667 w 54292"/>
                    <a:gd name="connsiteY1" fmla="*/ 13335 h 13335"/>
                    <a:gd name="connsiteX2" fmla="*/ 0 w 54292"/>
                    <a:gd name="connsiteY2" fmla="*/ 6667 h 13335"/>
                    <a:gd name="connsiteX3" fmla="*/ 6667 w 54292"/>
                    <a:gd name="connsiteY3" fmla="*/ 0 h 13335"/>
                    <a:gd name="connsiteX4" fmla="*/ 47625 w 54292"/>
                    <a:gd name="connsiteY4" fmla="*/ 0 h 13335"/>
                    <a:gd name="connsiteX5" fmla="*/ 54292 w 54292"/>
                    <a:gd name="connsiteY5" fmla="*/ 6667 h 13335"/>
                    <a:gd name="connsiteX6" fmla="*/ 47625 w 54292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4292" h="13335">
                      <a:moveTo>
                        <a:pt x="47625" y="13335"/>
                      </a:moveTo>
                      <a:lnTo>
                        <a:pt x="6667" y="13335"/>
                      </a:lnTo>
                      <a:cubicBezTo>
                        <a:pt x="2857" y="13335"/>
                        <a:pt x="0" y="10477"/>
                        <a:pt x="0" y="6667"/>
                      </a:cubicBezTo>
                      <a:cubicBezTo>
                        <a:pt x="0" y="2857"/>
                        <a:pt x="2857" y="0"/>
                        <a:pt x="6667" y="0"/>
                      </a:cubicBezTo>
                      <a:lnTo>
                        <a:pt x="47625" y="0"/>
                      </a:lnTo>
                      <a:cubicBezTo>
                        <a:pt x="51435" y="0"/>
                        <a:pt x="54292" y="2857"/>
                        <a:pt x="54292" y="6667"/>
                      </a:cubicBezTo>
                      <a:cubicBezTo>
                        <a:pt x="54292" y="10477"/>
                        <a:pt x="51435" y="13335"/>
                        <a:pt x="47625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72" name="Freeform: Shape 171">
                  <a:extLst>
                    <a:ext uri="{FF2B5EF4-FFF2-40B4-BE49-F238E27FC236}">
                      <a16:creationId xmlns:a16="http://schemas.microsoft.com/office/drawing/2014/main" id="{B721E720-61DE-0D14-5DD9-EF749CDC27FF}"/>
                    </a:ext>
                  </a:extLst>
                </p:cNvPr>
                <p:cNvSpPr/>
                <p:nvPr/>
              </p:nvSpPr>
              <p:spPr>
                <a:xfrm>
                  <a:off x="1591696" y="2399058"/>
                  <a:ext cx="103847" cy="16905"/>
                </a:xfrm>
                <a:custGeom>
                  <a:avLst/>
                  <a:gdLst>
                    <a:gd name="connsiteX0" fmla="*/ 75247 w 81915"/>
                    <a:gd name="connsiteY0" fmla="*/ 13335 h 13335"/>
                    <a:gd name="connsiteX1" fmla="*/ 6667 w 81915"/>
                    <a:gd name="connsiteY1" fmla="*/ 13335 h 13335"/>
                    <a:gd name="connsiteX2" fmla="*/ 0 w 81915"/>
                    <a:gd name="connsiteY2" fmla="*/ 6668 h 13335"/>
                    <a:gd name="connsiteX3" fmla="*/ 6667 w 81915"/>
                    <a:gd name="connsiteY3" fmla="*/ 0 h 13335"/>
                    <a:gd name="connsiteX4" fmla="*/ 75247 w 81915"/>
                    <a:gd name="connsiteY4" fmla="*/ 0 h 13335"/>
                    <a:gd name="connsiteX5" fmla="*/ 81915 w 81915"/>
                    <a:gd name="connsiteY5" fmla="*/ 6668 h 13335"/>
                    <a:gd name="connsiteX6" fmla="*/ 75247 w 81915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915" h="13335">
                      <a:moveTo>
                        <a:pt x="75247" y="13335"/>
                      </a:moveTo>
                      <a:lnTo>
                        <a:pt x="6667" y="13335"/>
                      </a:lnTo>
                      <a:cubicBezTo>
                        <a:pt x="2858" y="13335"/>
                        <a:pt x="0" y="10478"/>
                        <a:pt x="0" y="6668"/>
                      </a:cubicBezTo>
                      <a:cubicBezTo>
                        <a:pt x="0" y="2858"/>
                        <a:pt x="2858" y="0"/>
                        <a:pt x="6667" y="0"/>
                      </a:cubicBezTo>
                      <a:lnTo>
                        <a:pt x="75247" y="0"/>
                      </a:lnTo>
                      <a:cubicBezTo>
                        <a:pt x="79058" y="0"/>
                        <a:pt x="81915" y="2858"/>
                        <a:pt x="81915" y="6668"/>
                      </a:cubicBezTo>
                      <a:cubicBezTo>
                        <a:pt x="81915" y="9525"/>
                        <a:pt x="79058" y="13335"/>
                        <a:pt x="75247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  <p:sp>
              <p:nvSpPr>
                <p:cNvPr id="173" name="Freeform: Shape 172">
                  <a:extLst>
                    <a:ext uri="{FF2B5EF4-FFF2-40B4-BE49-F238E27FC236}">
                      <a16:creationId xmlns:a16="http://schemas.microsoft.com/office/drawing/2014/main" id="{63654892-D7BB-87A6-6671-C7AEC9314873}"/>
                    </a:ext>
                  </a:extLst>
                </p:cNvPr>
                <p:cNvSpPr/>
                <p:nvPr/>
              </p:nvSpPr>
              <p:spPr>
                <a:xfrm>
                  <a:off x="1705202" y="2399058"/>
                  <a:ext cx="35018" cy="16905"/>
                </a:xfrm>
                <a:custGeom>
                  <a:avLst/>
                  <a:gdLst>
                    <a:gd name="connsiteX0" fmla="*/ 20955 w 27622"/>
                    <a:gd name="connsiteY0" fmla="*/ 13335 h 13335"/>
                    <a:gd name="connsiteX1" fmla="*/ 6668 w 27622"/>
                    <a:gd name="connsiteY1" fmla="*/ 13335 h 13335"/>
                    <a:gd name="connsiteX2" fmla="*/ 0 w 27622"/>
                    <a:gd name="connsiteY2" fmla="*/ 6668 h 13335"/>
                    <a:gd name="connsiteX3" fmla="*/ 6668 w 27622"/>
                    <a:gd name="connsiteY3" fmla="*/ 0 h 13335"/>
                    <a:gd name="connsiteX4" fmla="*/ 20955 w 27622"/>
                    <a:gd name="connsiteY4" fmla="*/ 0 h 13335"/>
                    <a:gd name="connsiteX5" fmla="*/ 27623 w 27622"/>
                    <a:gd name="connsiteY5" fmla="*/ 6668 h 13335"/>
                    <a:gd name="connsiteX6" fmla="*/ 20955 w 27622"/>
                    <a:gd name="connsiteY6" fmla="*/ 13335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622" h="13335">
                      <a:moveTo>
                        <a:pt x="20955" y="13335"/>
                      </a:moveTo>
                      <a:lnTo>
                        <a:pt x="6668" y="13335"/>
                      </a:lnTo>
                      <a:cubicBezTo>
                        <a:pt x="2858" y="13335"/>
                        <a:pt x="0" y="10478"/>
                        <a:pt x="0" y="6668"/>
                      </a:cubicBezTo>
                      <a:cubicBezTo>
                        <a:pt x="0" y="2858"/>
                        <a:pt x="2858" y="0"/>
                        <a:pt x="6668" y="0"/>
                      </a:cubicBezTo>
                      <a:lnTo>
                        <a:pt x="20955" y="0"/>
                      </a:lnTo>
                      <a:cubicBezTo>
                        <a:pt x="24765" y="0"/>
                        <a:pt x="27623" y="2858"/>
                        <a:pt x="27623" y="6668"/>
                      </a:cubicBezTo>
                      <a:cubicBezTo>
                        <a:pt x="27623" y="9525"/>
                        <a:pt x="24765" y="13335"/>
                        <a:pt x="20955" y="13335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 w="6350" cap="flat" cmpd="sng">
                  <a:noFill/>
                  <a:prstDash val="solid"/>
                  <a:miter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190500" dist="38100" dir="5400000" rotWithShape="0">
                          <a:srgbClr val="66737C">
                            <a:alpha val="2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grpSp>
            <p:nvGrpSpPr>
              <p:cNvPr id="146" name="Graphic 35">
                <a:extLst>
                  <a:ext uri="{FF2B5EF4-FFF2-40B4-BE49-F238E27FC236}">
                    <a16:creationId xmlns:a16="http://schemas.microsoft.com/office/drawing/2014/main" id="{B8C4905E-4D51-681F-ACC9-481280920824}"/>
                  </a:ext>
                </a:extLst>
              </p:cNvPr>
              <p:cNvGrpSpPr/>
              <p:nvPr/>
            </p:nvGrpSpPr>
            <p:grpSpPr>
              <a:xfrm>
                <a:off x="2490396" y="2668638"/>
                <a:ext cx="46489" cy="46791"/>
                <a:chOff x="3537823" y="4371737"/>
                <a:chExt cx="36671" cy="36909"/>
              </a:xfrm>
              <a:solidFill>
                <a:srgbClr val="FFFFFF"/>
              </a:solidFill>
            </p:grpSpPr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B439B359-04E9-4909-C611-D523412C0BDA}"/>
                    </a:ext>
                  </a:extLst>
                </p:cNvPr>
                <p:cNvSpPr/>
                <p:nvPr/>
              </p:nvSpPr>
              <p:spPr>
                <a:xfrm>
                  <a:off x="3537823" y="4371737"/>
                  <a:ext cx="36671" cy="36909"/>
                </a:xfrm>
                <a:custGeom>
                  <a:avLst/>
                  <a:gdLst>
                    <a:gd name="connsiteX0" fmla="*/ 34052 w 36671"/>
                    <a:gd name="connsiteY0" fmla="*/ 36909 h 36909"/>
                    <a:gd name="connsiteX1" fmla="*/ 31194 w 36671"/>
                    <a:gd name="connsiteY1" fmla="*/ 35957 h 36909"/>
                    <a:gd name="connsiteX2" fmla="*/ 714 w 36671"/>
                    <a:gd name="connsiteY2" fmla="*/ 5477 h 36909"/>
                    <a:gd name="connsiteX3" fmla="*/ 714 w 36671"/>
                    <a:gd name="connsiteY3" fmla="*/ 714 h 36909"/>
                    <a:gd name="connsiteX4" fmla="*/ 5477 w 36671"/>
                    <a:gd name="connsiteY4" fmla="*/ 714 h 36909"/>
                    <a:gd name="connsiteX5" fmla="*/ 35957 w 36671"/>
                    <a:gd name="connsiteY5" fmla="*/ 31194 h 36909"/>
                    <a:gd name="connsiteX6" fmla="*/ 35957 w 36671"/>
                    <a:gd name="connsiteY6" fmla="*/ 35957 h 36909"/>
                    <a:gd name="connsiteX7" fmla="*/ 34052 w 36671"/>
                    <a:gd name="connsiteY7" fmla="*/ 36909 h 36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6671" h="36909">
                      <a:moveTo>
                        <a:pt x="34052" y="36909"/>
                      </a:moveTo>
                      <a:cubicBezTo>
                        <a:pt x="33099" y="36909"/>
                        <a:pt x="32147" y="36909"/>
                        <a:pt x="31194" y="35957"/>
                      </a:cubicBezTo>
                      <a:lnTo>
                        <a:pt x="714" y="5477"/>
                      </a:lnTo>
                      <a:cubicBezTo>
                        <a:pt x="-238" y="4524"/>
                        <a:pt x="-238" y="1667"/>
                        <a:pt x="714" y="714"/>
                      </a:cubicBezTo>
                      <a:cubicBezTo>
                        <a:pt x="1667" y="-238"/>
                        <a:pt x="4524" y="-238"/>
                        <a:pt x="5477" y="714"/>
                      </a:cubicBezTo>
                      <a:lnTo>
                        <a:pt x="35957" y="31194"/>
                      </a:lnTo>
                      <a:cubicBezTo>
                        <a:pt x="36909" y="32147"/>
                        <a:pt x="36909" y="35004"/>
                        <a:pt x="35957" y="35957"/>
                      </a:cubicBezTo>
                      <a:cubicBezTo>
                        <a:pt x="35957" y="35957"/>
                        <a:pt x="35004" y="36909"/>
                        <a:pt x="34052" y="369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59E0679B-1461-B23A-BA0F-046F0388E8C7}"/>
                    </a:ext>
                  </a:extLst>
                </p:cNvPr>
                <p:cNvSpPr/>
                <p:nvPr/>
              </p:nvSpPr>
              <p:spPr>
                <a:xfrm>
                  <a:off x="3537823" y="4371737"/>
                  <a:ext cx="36671" cy="36909"/>
                </a:xfrm>
                <a:custGeom>
                  <a:avLst/>
                  <a:gdLst>
                    <a:gd name="connsiteX0" fmla="*/ 3572 w 36671"/>
                    <a:gd name="connsiteY0" fmla="*/ 36909 h 36909"/>
                    <a:gd name="connsiteX1" fmla="*/ 714 w 36671"/>
                    <a:gd name="connsiteY1" fmla="*/ 35957 h 36909"/>
                    <a:gd name="connsiteX2" fmla="*/ 714 w 36671"/>
                    <a:gd name="connsiteY2" fmla="*/ 31194 h 36909"/>
                    <a:gd name="connsiteX3" fmla="*/ 31194 w 36671"/>
                    <a:gd name="connsiteY3" fmla="*/ 714 h 36909"/>
                    <a:gd name="connsiteX4" fmla="*/ 35957 w 36671"/>
                    <a:gd name="connsiteY4" fmla="*/ 714 h 36909"/>
                    <a:gd name="connsiteX5" fmla="*/ 35957 w 36671"/>
                    <a:gd name="connsiteY5" fmla="*/ 5477 h 36909"/>
                    <a:gd name="connsiteX6" fmla="*/ 5477 w 36671"/>
                    <a:gd name="connsiteY6" fmla="*/ 35957 h 36909"/>
                    <a:gd name="connsiteX7" fmla="*/ 3572 w 36671"/>
                    <a:gd name="connsiteY7" fmla="*/ 36909 h 36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6671" h="36909">
                      <a:moveTo>
                        <a:pt x="3572" y="36909"/>
                      </a:moveTo>
                      <a:cubicBezTo>
                        <a:pt x="2619" y="36909"/>
                        <a:pt x="1667" y="36909"/>
                        <a:pt x="714" y="35957"/>
                      </a:cubicBezTo>
                      <a:cubicBezTo>
                        <a:pt x="-238" y="35004"/>
                        <a:pt x="-238" y="32147"/>
                        <a:pt x="714" y="31194"/>
                      </a:cubicBezTo>
                      <a:lnTo>
                        <a:pt x="31194" y="714"/>
                      </a:lnTo>
                      <a:cubicBezTo>
                        <a:pt x="32147" y="-238"/>
                        <a:pt x="35004" y="-238"/>
                        <a:pt x="35957" y="714"/>
                      </a:cubicBezTo>
                      <a:cubicBezTo>
                        <a:pt x="36909" y="1667"/>
                        <a:pt x="36909" y="4524"/>
                        <a:pt x="35957" y="5477"/>
                      </a:cubicBezTo>
                      <a:lnTo>
                        <a:pt x="5477" y="35957"/>
                      </a:lnTo>
                      <a:cubicBezTo>
                        <a:pt x="5477" y="35957"/>
                        <a:pt x="4524" y="36909"/>
                        <a:pt x="3572" y="369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</p:grpSp>
          <p:grpSp>
            <p:nvGrpSpPr>
              <p:cNvPr id="147" name="Graphic 35">
                <a:extLst>
                  <a:ext uri="{FF2B5EF4-FFF2-40B4-BE49-F238E27FC236}">
                    <a16:creationId xmlns:a16="http://schemas.microsoft.com/office/drawing/2014/main" id="{33058D6A-A57C-4CEF-DC78-326D08021403}"/>
                  </a:ext>
                </a:extLst>
              </p:cNvPr>
              <p:cNvGrpSpPr/>
              <p:nvPr/>
            </p:nvGrpSpPr>
            <p:grpSpPr>
              <a:xfrm>
                <a:off x="2284967" y="1863371"/>
                <a:ext cx="46489" cy="46791"/>
                <a:chOff x="3377803" y="3920252"/>
                <a:chExt cx="36671" cy="36909"/>
              </a:xfrm>
              <a:solidFill>
                <a:srgbClr val="FFFFFF"/>
              </a:solidFill>
            </p:grpSpPr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C5CB1900-85C4-AE14-14D8-2F9F274AE157}"/>
                    </a:ext>
                  </a:extLst>
                </p:cNvPr>
                <p:cNvSpPr/>
                <p:nvPr/>
              </p:nvSpPr>
              <p:spPr>
                <a:xfrm>
                  <a:off x="3377803" y="3920252"/>
                  <a:ext cx="36671" cy="36909"/>
                </a:xfrm>
                <a:custGeom>
                  <a:avLst/>
                  <a:gdLst>
                    <a:gd name="connsiteX0" fmla="*/ 34052 w 36671"/>
                    <a:gd name="connsiteY0" fmla="*/ 36909 h 36909"/>
                    <a:gd name="connsiteX1" fmla="*/ 31194 w 36671"/>
                    <a:gd name="connsiteY1" fmla="*/ 35957 h 36909"/>
                    <a:gd name="connsiteX2" fmla="*/ 714 w 36671"/>
                    <a:gd name="connsiteY2" fmla="*/ 5477 h 36909"/>
                    <a:gd name="connsiteX3" fmla="*/ 714 w 36671"/>
                    <a:gd name="connsiteY3" fmla="*/ 714 h 36909"/>
                    <a:gd name="connsiteX4" fmla="*/ 5477 w 36671"/>
                    <a:gd name="connsiteY4" fmla="*/ 714 h 36909"/>
                    <a:gd name="connsiteX5" fmla="*/ 35957 w 36671"/>
                    <a:gd name="connsiteY5" fmla="*/ 31194 h 36909"/>
                    <a:gd name="connsiteX6" fmla="*/ 35957 w 36671"/>
                    <a:gd name="connsiteY6" fmla="*/ 35957 h 36909"/>
                    <a:gd name="connsiteX7" fmla="*/ 34052 w 36671"/>
                    <a:gd name="connsiteY7" fmla="*/ 36909 h 36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6671" h="36909">
                      <a:moveTo>
                        <a:pt x="34052" y="36909"/>
                      </a:moveTo>
                      <a:cubicBezTo>
                        <a:pt x="33099" y="36909"/>
                        <a:pt x="32147" y="36909"/>
                        <a:pt x="31194" y="35957"/>
                      </a:cubicBezTo>
                      <a:lnTo>
                        <a:pt x="714" y="5477"/>
                      </a:lnTo>
                      <a:cubicBezTo>
                        <a:pt x="-238" y="4524"/>
                        <a:pt x="-238" y="1667"/>
                        <a:pt x="714" y="714"/>
                      </a:cubicBezTo>
                      <a:cubicBezTo>
                        <a:pt x="1667" y="-238"/>
                        <a:pt x="4524" y="-238"/>
                        <a:pt x="5477" y="714"/>
                      </a:cubicBezTo>
                      <a:lnTo>
                        <a:pt x="35957" y="31194"/>
                      </a:lnTo>
                      <a:cubicBezTo>
                        <a:pt x="36909" y="32147"/>
                        <a:pt x="36909" y="35004"/>
                        <a:pt x="35957" y="35957"/>
                      </a:cubicBezTo>
                      <a:cubicBezTo>
                        <a:pt x="35957" y="36909"/>
                        <a:pt x="35004" y="36909"/>
                        <a:pt x="34052" y="369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D01BDFB4-F4DD-93AB-9A4F-80E61A8D2F27}"/>
                    </a:ext>
                  </a:extLst>
                </p:cNvPr>
                <p:cNvSpPr/>
                <p:nvPr/>
              </p:nvSpPr>
              <p:spPr>
                <a:xfrm>
                  <a:off x="3377803" y="3920252"/>
                  <a:ext cx="36671" cy="36909"/>
                </a:xfrm>
                <a:custGeom>
                  <a:avLst/>
                  <a:gdLst>
                    <a:gd name="connsiteX0" fmla="*/ 3572 w 36671"/>
                    <a:gd name="connsiteY0" fmla="*/ 36909 h 36909"/>
                    <a:gd name="connsiteX1" fmla="*/ 714 w 36671"/>
                    <a:gd name="connsiteY1" fmla="*/ 35957 h 36909"/>
                    <a:gd name="connsiteX2" fmla="*/ 714 w 36671"/>
                    <a:gd name="connsiteY2" fmla="*/ 31194 h 36909"/>
                    <a:gd name="connsiteX3" fmla="*/ 31194 w 36671"/>
                    <a:gd name="connsiteY3" fmla="*/ 714 h 36909"/>
                    <a:gd name="connsiteX4" fmla="*/ 35957 w 36671"/>
                    <a:gd name="connsiteY4" fmla="*/ 714 h 36909"/>
                    <a:gd name="connsiteX5" fmla="*/ 35957 w 36671"/>
                    <a:gd name="connsiteY5" fmla="*/ 5477 h 36909"/>
                    <a:gd name="connsiteX6" fmla="*/ 5477 w 36671"/>
                    <a:gd name="connsiteY6" fmla="*/ 35957 h 36909"/>
                    <a:gd name="connsiteX7" fmla="*/ 3572 w 36671"/>
                    <a:gd name="connsiteY7" fmla="*/ 36909 h 36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6671" h="36909">
                      <a:moveTo>
                        <a:pt x="3572" y="36909"/>
                      </a:moveTo>
                      <a:cubicBezTo>
                        <a:pt x="2619" y="36909"/>
                        <a:pt x="1667" y="36909"/>
                        <a:pt x="714" y="35957"/>
                      </a:cubicBezTo>
                      <a:cubicBezTo>
                        <a:pt x="-238" y="35004"/>
                        <a:pt x="-238" y="32147"/>
                        <a:pt x="714" y="31194"/>
                      </a:cubicBezTo>
                      <a:lnTo>
                        <a:pt x="31194" y="714"/>
                      </a:lnTo>
                      <a:cubicBezTo>
                        <a:pt x="32147" y="-238"/>
                        <a:pt x="35004" y="-238"/>
                        <a:pt x="35957" y="714"/>
                      </a:cubicBezTo>
                      <a:cubicBezTo>
                        <a:pt x="36909" y="1667"/>
                        <a:pt x="36909" y="4524"/>
                        <a:pt x="35957" y="5477"/>
                      </a:cubicBezTo>
                      <a:lnTo>
                        <a:pt x="5477" y="35957"/>
                      </a:lnTo>
                      <a:cubicBezTo>
                        <a:pt x="5477" y="36909"/>
                        <a:pt x="4524" y="36909"/>
                        <a:pt x="3572" y="369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baseline="-25000"/>
                </a:p>
              </p:txBody>
            </p:sp>
          </p:grp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05FA8047-5824-F42B-D27E-6DBDF685D94F}"/>
                </a:ext>
              </a:extLst>
            </p:cNvPr>
            <p:cNvGrpSpPr/>
            <p:nvPr/>
          </p:nvGrpSpPr>
          <p:grpSpPr>
            <a:xfrm>
              <a:off x="338285" y="2825028"/>
              <a:ext cx="485424" cy="455236"/>
              <a:chOff x="338285" y="2810823"/>
              <a:chExt cx="485424" cy="455236"/>
            </a:xfrm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24E5C958-8B63-6579-97DE-E64662321313}"/>
                  </a:ext>
                </a:extLst>
              </p:cNvPr>
              <p:cNvSpPr/>
              <p:nvPr/>
            </p:nvSpPr>
            <p:spPr>
              <a:xfrm>
                <a:off x="403490" y="3029386"/>
                <a:ext cx="412974" cy="181129"/>
              </a:xfrm>
              <a:custGeom>
                <a:avLst/>
                <a:gdLst>
                  <a:gd name="connsiteX0" fmla="*/ 162877 w 325755"/>
                  <a:gd name="connsiteY0" fmla="*/ 0 h 142875"/>
                  <a:gd name="connsiteX1" fmla="*/ 0 w 325755"/>
                  <a:gd name="connsiteY1" fmla="*/ 0 h 142875"/>
                  <a:gd name="connsiteX2" fmla="*/ 118110 w 325755"/>
                  <a:gd name="connsiteY2" fmla="*/ 142875 h 142875"/>
                  <a:gd name="connsiteX3" fmla="*/ 162877 w 325755"/>
                  <a:gd name="connsiteY3" fmla="*/ 142875 h 142875"/>
                  <a:gd name="connsiteX4" fmla="*/ 207645 w 325755"/>
                  <a:gd name="connsiteY4" fmla="*/ 142875 h 142875"/>
                  <a:gd name="connsiteX5" fmla="*/ 325755 w 325755"/>
                  <a:gd name="connsiteY5" fmla="*/ 0 h 142875"/>
                  <a:gd name="connsiteX6" fmla="*/ 162877 w 325755"/>
                  <a:gd name="connsiteY6" fmla="*/ 0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5755" h="142875">
                    <a:moveTo>
                      <a:pt x="162877" y="0"/>
                    </a:moveTo>
                    <a:lnTo>
                      <a:pt x="0" y="0"/>
                    </a:lnTo>
                    <a:cubicBezTo>
                      <a:pt x="0" y="124778"/>
                      <a:pt x="118110" y="142875"/>
                      <a:pt x="118110" y="142875"/>
                    </a:cubicBezTo>
                    <a:lnTo>
                      <a:pt x="162877" y="142875"/>
                    </a:lnTo>
                    <a:lnTo>
                      <a:pt x="207645" y="142875"/>
                    </a:lnTo>
                    <a:cubicBezTo>
                      <a:pt x="207645" y="142875"/>
                      <a:pt x="325755" y="124778"/>
                      <a:pt x="325755" y="0"/>
                    </a:cubicBezTo>
                    <a:lnTo>
                      <a:pt x="1628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03E23F4D-3647-B774-2F54-563D3D30911B}"/>
                  </a:ext>
                </a:extLst>
              </p:cNvPr>
              <p:cNvSpPr/>
              <p:nvPr/>
            </p:nvSpPr>
            <p:spPr>
              <a:xfrm>
                <a:off x="599109" y="3046291"/>
                <a:ext cx="199241" cy="147317"/>
              </a:xfrm>
              <a:custGeom>
                <a:avLst/>
                <a:gdLst>
                  <a:gd name="connsiteX0" fmla="*/ 104775 w 157162"/>
                  <a:gd name="connsiteY0" fmla="*/ 0 h 116204"/>
                  <a:gd name="connsiteX1" fmla="*/ 52388 w 157162"/>
                  <a:gd name="connsiteY1" fmla="*/ 94297 h 116204"/>
                  <a:gd name="connsiteX2" fmla="*/ 0 w 157162"/>
                  <a:gd name="connsiteY2" fmla="*/ 116205 h 116204"/>
                  <a:gd name="connsiteX3" fmla="*/ 52388 w 157162"/>
                  <a:gd name="connsiteY3" fmla="*/ 116205 h 116204"/>
                  <a:gd name="connsiteX4" fmla="*/ 104775 w 157162"/>
                  <a:gd name="connsiteY4" fmla="*/ 94297 h 116204"/>
                  <a:gd name="connsiteX5" fmla="*/ 157163 w 157162"/>
                  <a:gd name="connsiteY5" fmla="*/ 0 h 116204"/>
                  <a:gd name="connsiteX6" fmla="*/ 104775 w 157162"/>
                  <a:gd name="connsiteY6" fmla="*/ 0 h 116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7162" h="116204">
                    <a:moveTo>
                      <a:pt x="104775" y="0"/>
                    </a:moveTo>
                    <a:cubicBezTo>
                      <a:pt x="101918" y="40958"/>
                      <a:pt x="83820" y="72390"/>
                      <a:pt x="52388" y="94297"/>
                    </a:cubicBezTo>
                    <a:cubicBezTo>
                      <a:pt x="28575" y="110490"/>
                      <a:pt x="4763" y="116205"/>
                      <a:pt x="0" y="116205"/>
                    </a:cubicBezTo>
                    <a:lnTo>
                      <a:pt x="52388" y="116205"/>
                    </a:lnTo>
                    <a:cubicBezTo>
                      <a:pt x="57150" y="115252"/>
                      <a:pt x="80963" y="110490"/>
                      <a:pt x="104775" y="94297"/>
                    </a:cubicBezTo>
                    <a:cubicBezTo>
                      <a:pt x="136208" y="72390"/>
                      <a:pt x="154305" y="40958"/>
                      <a:pt x="157163" y="0"/>
                    </a:cubicBez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DFE3E6"/>
              </a:solidFill>
              <a:ln w="6350" cap="flat" cmpd="sng">
                <a:noFill/>
                <a:prstDash val="solid"/>
                <a:miter/>
              </a:ln>
              <a:effectLst>
                <a:outerShdw blurRad="254000" dist="38100" dir="5400000" rotWithShape="0">
                  <a:srgbClr val="A2ABB0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844D9C8-61B2-EECF-CA29-E3D38A6ACABA}"/>
                  </a:ext>
                </a:extLst>
              </p:cNvPr>
              <p:cNvSpPr/>
              <p:nvPr/>
            </p:nvSpPr>
            <p:spPr>
              <a:xfrm>
                <a:off x="521829" y="3210514"/>
                <a:ext cx="175090" cy="48301"/>
              </a:xfrm>
              <a:custGeom>
                <a:avLst/>
                <a:gdLst>
                  <a:gd name="connsiteX0" fmla="*/ 114300 w 138112"/>
                  <a:gd name="connsiteY0" fmla="*/ 0 h 38100"/>
                  <a:gd name="connsiteX1" fmla="*/ 69532 w 138112"/>
                  <a:gd name="connsiteY1" fmla="*/ 0 h 38100"/>
                  <a:gd name="connsiteX2" fmla="*/ 23813 w 138112"/>
                  <a:gd name="connsiteY2" fmla="*/ 0 h 38100"/>
                  <a:gd name="connsiteX3" fmla="*/ 0 w 138112"/>
                  <a:gd name="connsiteY3" fmla="*/ 38100 h 38100"/>
                  <a:gd name="connsiteX4" fmla="*/ 69532 w 138112"/>
                  <a:gd name="connsiteY4" fmla="*/ 38100 h 38100"/>
                  <a:gd name="connsiteX5" fmla="*/ 138113 w 138112"/>
                  <a:gd name="connsiteY5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8112" h="38100">
                    <a:moveTo>
                      <a:pt x="114300" y="0"/>
                    </a:moveTo>
                    <a:lnTo>
                      <a:pt x="69532" y="0"/>
                    </a:lnTo>
                    <a:lnTo>
                      <a:pt x="23813" y="0"/>
                    </a:lnTo>
                    <a:lnTo>
                      <a:pt x="0" y="38100"/>
                    </a:lnTo>
                    <a:lnTo>
                      <a:pt x="69532" y="38100"/>
                    </a:lnTo>
                    <a:lnTo>
                      <a:pt x="138113" y="38100"/>
                    </a:lnTo>
                    <a:close/>
                  </a:path>
                </a:pathLst>
              </a:custGeom>
              <a:solidFill>
                <a:srgbClr val="A2ABB0"/>
              </a:solidFill>
              <a:ln w="6350" cap="flat" cmpd="sng">
                <a:noFill/>
                <a:prstDash val="solid"/>
                <a:miter/>
              </a:ln>
              <a:effectLst>
                <a:outerShdw blurRad="190500" dist="38100" dir="5400000" rotWithShape="0">
                  <a:srgbClr val="66737C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4E8A1076-D867-CA77-F9DC-F6183BF24DA2}"/>
                  </a:ext>
                </a:extLst>
              </p:cNvPr>
              <p:cNvSpPr/>
              <p:nvPr/>
            </p:nvSpPr>
            <p:spPr>
              <a:xfrm>
                <a:off x="393830" y="3011272"/>
                <a:ext cx="429879" cy="21735"/>
              </a:xfrm>
              <a:custGeom>
                <a:avLst/>
                <a:gdLst>
                  <a:gd name="connsiteX0" fmla="*/ 331470 w 339090"/>
                  <a:gd name="connsiteY0" fmla="*/ 17145 h 17145"/>
                  <a:gd name="connsiteX1" fmla="*/ 8573 w 339090"/>
                  <a:gd name="connsiteY1" fmla="*/ 17145 h 17145"/>
                  <a:gd name="connsiteX2" fmla="*/ 0 w 339090"/>
                  <a:gd name="connsiteY2" fmla="*/ 8573 h 17145"/>
                  <a:gd name="connsiteX3" fmla="*/ 0 w 339090"/>
                  <a:gd name="connsiteY3" fmla="*/ 8573 h 17145"/>
                  <a:gd name="connsiteX4" fmla="*/ 8573 w 339090"/>
                  <a:gd name="connsiteY4" fmla="*/ 0 h 17145"/>
                  <a:gd name="connsiteX5" fmla="*/ 330518 w 339090"/>
                  <a:gd name="connsiteY5" fmla="*/ 0 h 17145"/>
                  <a:gd name="connsiteX6" fmla="*/ 339090 w 339090"/>
                  <a:gd name="connsiteY6" fmla="*/ 8573 h 17145"/>
                  <a:gd name="connsiteX7" fmla="*/ 339090 w 339090"/>
                  <a:gd name="connsiteY7" fmla="*/ 8573 h 17145"/>
                  <a:gd name="connsiteX8" fmla="*/ 331470 w 339090"/>
                  <a:gd name="connsiteY8" fmla="*/ 17145 h 1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9090" h="17145">
                    <a:moveTo>
                      <a:pt x="331470" y="17145"/>
                    </a:moveTo>
                    <a:lnTo>
                      <a:pt x="8573" y="17145"/>
                    </a:lnTo>
                    <a:cubicBezTo>
                      <a:pt x="3810" y="17145"/>
                      <a:pt x="0" y="13335"/>
                      <a:pt x="0" y="8573"/>
                    </a:cubicBezTo>
                    <a:lnTo>
                      <a:pt x="0" y="8573"/>
                    </a:lnTo>
                    <a:cubicBezTo>
                      <a:pt x="0" y="3810"/>
                      <a:pt x="3810" y="0"/>
                      <a:pt x="8573" y="0"/>
                    </a:cubicBezTo>
                    <a:lnTo>
                      <a:pt x="330518" y="0"/>
                    </a:lnTo>
                    <a:cubicBezTo>
                      <a:pt x="335280" y="0"/>
                      <a:pt x="339090" y="3810"/>
                      <a:pt x="339090" y="8573"/>
                    </a:cubicBezTo>
                    <a:lnTo>
                      <a:pt x="339090" y="8573"/>
                    </a:lnTo>
                    <a:cubicBezTo>
                      <a:pt x="339090" y="13335"/>
                      <a:pt x="335280" y="17145"/>
                      <a:pt x="331470" y="17145"/>
                    </a:cubicBezTo>
                    <a:close/>
                  </a:path>
                </a:pathLst>
              </a:custGeom>
              <a:solidFill>
                <a:srgbClr val="7ECAF8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003E58EA-6FCD-B4F2-C67C-F78E96EC1AAC}"/>
                  </a:ext>
                </a:extLst>
              </p:cNvPr>
              <p:cNvSpPr/>
              <p:nvPr/>
            </p:nvSpPr>
            <p:spPr>
              <a:xfrm>
                <a:off x="508545" y="3249155"/>
                <a:ext cx="201656" cy="16904"/>
              </a:xfrm>
              <a:custGeom>
                <a:avLst/>
                <a:gdLst>
                  <a:gd name="connsiteX0" fmla="*/ 152400 w 159067"/>
                  <a:gd name="connsiteY0" fmla="*/ 13335 h 13334"/>
                  <a:gd name="connsiteX1" fmla="*/ 6668 w 159067"/>
                  <a:gd name="connsiteY1" fmla="*/ 13335 h 13334"/>
                  <a:gd name="connsiteX2" fmla="*/ 0 w 159067"/>
                  <a:gd name="connsiteY2" fmla="*/ 6667 h 13334"/>
                  <a:gd name="connsiteX3" fmla="*/ 0 w 159067"/>
                  <a:gd name="connsiteY3" fmla="*/ 6667 h 13334"/>
                  <a:gd name="connsiteX4" fmla="*/ 6668 w 159067"/>
                  <a:gd name="connsiteY4" fmla="*/ 0 h 13334"/>
                  <a:gd name="connsiteX5" fmla="*/ 152400 w 159067"/>
                  <a:gd name="connsiteY5" fmla="*/ 0 h 13334"/>
                  <a:gd name="connsiteX6" fmla="*/ 159068 w 159067"/>
                  <a:gd name="connsiteY6" fmla="*/ 6667 h 13334"/>
                  <a:gd name="connsiteX7" fmla="*/ 159068 w 159067"/>
                  <a:gd name="connsiteY7" fmla="*/ 6667 h 13334"/>
                  <a:gd name="connsiteX8" fmla="*/ 152400 w 159067"/>
                  <a:gd name="connsiteY8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067" h="13334">
                    <a:moveTo>
                      <a:pt x="152400" y="13335"/>
                    </a:moveTo>
                    <a:lnTo>
                      <a:pt x="6668" y="13335"/>
                    </a:lnTo>
                    <a:cubicBezTo>
                      <a:pt x="2857" y="13335"/>
                      <a:pt x="0" y="10477"/>
                      <a:pt x="0" y="6667"/>
                    </a:cubicBezTo>
                    <a:lnTo>
                      <a:pt x="0" y="6667"/>
                    </a:lnTo>
                    <a:cubicBezTo>
                      <a:pt x="0" y="2857"/>
                      <a:pt x="2857" y="0"/>
                      <a:pt x="6668" y="0"/>
                    </a:cubicBezTo>
                    <a:lnTo>
                      <a:pt x="152400" y="0"/>
                    </a:lnTo>
                    <a:cubicBezTo>
                      <a:pt x="156210" y="0"/>
                      <a:pt x="159068" y="2857"/>
                      <a:pt x="159068" y="6667"/>
                    </a:cubicBezTo>
                    <a:lnTo>
                      <a:pt x="159068" y="6667"/>
                    </a:lnTo>
                    <a:cubicBezTo>
                      <a:pt x="159068" y="9525"/>
                      <a:pt x="156210" y="13335"/>
                      <a:pt x="152400" y="13335"/>
                    </a:cubicBezTo>
                    <a:close/>
                  </a:path>
                </a:pathLst>
              </a:custGeom>
              <a:solidFill>
                <a:srgbClr val="7ECAF8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289D3BC4-23BB-B81B-F2CC-D911573D7DFB}"/>
                  </a:ext>
                </a:extLst>
              </p:cNvPr>
              <p:cNvSpPr/>
              <p:nvPr/>
            </p:nvSpPr>
            <p:spPr>
              <a:xfrm>
                <a:off x="338285" y="3051121"/>
                <a:ext cx="125581" cy="111091"/>
              </a:xfrm>
              <a:custGeom>
                <a:avLst/>
                <a:gdLst>
                  <a:gd name="connsiteX0" fmla="*/ 88582 w 99059"/>
                  <a:gd name="connsiteY0" fmla="*/ 87630 h 87629"/>
                  <a:gd name="connsiteX1" fmla="*/ 50482 w 99059"/>
                  <a:gd name="connsiteY1" fmla="*/ 87630 h 87629"/>
                  <a:gd name="connsiteX2" fmla="*/ 0 w 99059"/>
                  <a:gd name="connsiteY2" fmla="*/ 37148 h 87629"/>
                  <a:gd name="connsiteX3" fmla="*/ 0 w 99059"/>
                  <a:gd name="connsiteY3" fmla="*/ 25717 h 87629"/>
                  <a:gd name="connsiteX4" fmla="*/ 25718 w 99059"/>
                  <a:gd name="connsiteY4" fmla="*/ 0 h 87629"/>
                  <a:gd name="connsiteX5" fmla="*/ 59055 w 99059"/>
                  <a:gd name="connsiteY5" fmla="*/ 0 h 87629"/>
                  <a:gd name="connsiteX6" fmla="*/ 68580 w 99059"/>
                  <a:gd name="connsiteY6" fmla="*/ 9525 h 87629"/>
                  <a:gd name="connsiteX7" fmla="*/ 59055 w 99059"/>
                  <a:gd name="connsiteY7" fmla="*/ 19050 h 87629"/>
                  <a:gd name="connsiteX8" fmla="*/ 26670 w 99059"/>
                  <a:gd name="connsiteY8" fmla="*/ 19050 h 87629"/>
                  <a:gd name="connsiteX9" fmla="*/ 19050 w 99059"/>
                  <a:gd name="connsiteY9" fmla="*/ 26670 h 87629"/>
                  <a:gd name="connsiteX10" fmla="*/ 19050 w 99059"/>
                  <a:gd name="connsiteY10" fmla="*/ 38100 h 87629"/>
                  <a:gd name="connsiteX11" fmla="*/ 51435 w 99059"/>
                  <a:gd name="connsiteY11" fmla="*/ 70485 h 87629"/>
                  <a:gd name="connsiteX12" fmla="*/ 89535 w 99059"/>
                  <a:gd name="connsiteY12" fmla="*/ 70485 h 87629"/>
                  <a:gd name="connsiteX13" fmla="*/ 99060 w 99059"/>
                  <a:gd name="connsiteY13" fmla="*/ 80010 h 87629"/>
                  <a:gd name="connsiteX14" fmla="*/ 88582 w 99059"/>
                  <a:gd name="connsiteY14" fmla="*/ 87630 h 8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9059" h="87629">
                    <a:moveTo>
                      <a:pt x="88582" y="87630"/>
                    </a:moveTo>
                    <a:lnTo>
                      <a:pt x="50482" y="87630"/>
                    </a:lnTo>
                    <a:cubicBezTo>
                      <a:pt x="22860" y="87630"/>
                      <a:pt x="0" y="64770"/>
                      <a:pt x="0" y="37148"/>
                    </a:cubicBezTo>
                    <a:lnTo>
                      <a:pt x="0" y="25717"/>
                    </a:lnTo>
                    <a:cubicBezTo>
                      <a:pt x="0" y="11430"/>
                      <a:pt x="11430" y="0"/>
                      <a:pt x="25718" y="0"/>
                    </a:cubicBezTo>
                    <a:lnTo>
                      <a:pt x="59055" y="0"/>
                    </a:lnTo>
                    <a:cubicBezTo>
                      <a:pt x="63818" y="0"/>
                      <a:pt x="68580" y="3810"/>
                      <a:pt x="68580" y="9525"/>
                    </a:cubicBezTo>
                    <a:cubicBezTo>
                      <a:pt x="68580" y="14288"/>
                      <a:pt x="64770" y="19050"/>
                      <a:pt x="59055" y="19050"/>
                    </a:cubicBezTo>
                    <a:lnTo>
                      <a:pt x="26670" y="19050"/>
                    </a:lnTo>
                    <a:cubicBezTo>
                      <a:pt x="22860" y="19050"/>
                      <a:pt x="19050" y="22860"/>
                      <a:pt x="19050" y="26670"/>
                    </a:cubicBezTo>
                    <a:lnTo>
                      <a:pt x="19050" y="38100"/>
                    </a:lnTo>
                    <a:cubicBezTo>
                      <a:pt x="19050" y="56198"/>
                      <a:pt x="33338" y="70485"/>
                      <a:pt x="51435" y="70485"/>
                    </a:cubicBezTo>
                    <a:lnTo>
                      <a:pt x="89535" y="70485"/>
                    </a:lnTo>
                    <a:cubicBezTo>
                      <a:pt x="94297" y="70485"/>
                      <a:pt x="99060" y="74295"/>
                      <a:pt x="99060" y="80010"/>
                    </a:cubicBezTo>
                    <a:cubicBezTo>
                      <a:pt x="98107" y="83820"/>
                      <a:pt x="94297" y="87630"/>
                      <a:pt x="88582" y="87630"/>
                    </a:cubicBezTo>
                    <a:close/>
                  </a:path>
                </a:pathLst>
              </a:custGeom>
              <a:solidFill>
                <a:srgbClr val="92C4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83A25DBA-E1EC-560F-1F1A-053E8FA00C69}"/>
                  </a:ext>
                </a:extLst>
              </p:cNvPr>
              <p:cNvSpPr/>
              <p:nvPr/>
            </p:nvSpPr>
            <p:spPr>
              <a:xfrm>
                <a:off x="515791" y="2810823"/>
                <a:ext cx="83319" cy="154563"/>
              </a:xfrm>
              <a:custGeom>
                <a:avLst/>
                <a:gdLst>
                  <a:gd name="connsiteX0" fmla="*/ 56197 w 65722"/>
                  <a:gd name="connsiteY0" fmla="*/ 121920 h 121920"/>
                  <a:gd name="connsiteX1" fmla="*/ 49530 w 65722"/>
                  <a:gd name="connsiteY1" fmla="*/ 119063 h 121920"/>
                  <a:gd name="connsiteX2" fmla="*/ 14288 w 65722"/>
                  <a:gd name="connsiteY2" fmla="*/ 83820 h 121920"/>
                  <a:gd name="connsiteX3" fmla="*/ 10478 w 65722"/>
                  <a:gd name="connsiteY3" fmla="*/ 62865 h 121920"/>
                  <a:gd name="connsiteX4" fmla="*/ 27622 w 65722"/>
                  <a:gd name="connsiteY4" fmla="*/ 51435 h 121920"/>
                  <a:gd name="connsiteX5" fmla="*/ 37147 w 65722"/>
                  <a:gd name="connsiteY5" fmla="*/ 51435 h 121920"/>
                  <a:gd name="connsiteX6" fmla="*/ 37147 w 65722"/>
                  <a:gd name="connsiteY6" fmla="*/ 51435 h 121920"/>
                  <a:gd name="connsiteX7" fmla="*/ 37147 w 65722"/>
                  <a:gd name="connsiteY7" fmla="*/ 50483 h 121920"/>
                  <a:gd name="connsiteX8" fmla="*/ 2858 w 65722"/>
                  <a:gd name="connsiteY8" fmla="*/ 16193 h 121920"/>
                  <a:gd name="connsiteX9" fmla="*/ 2858 w 65722"/>
                  <a:gd name="connsiteY9" fmla="*/ 2858 h 121920"/>
                  <a:gd name="connsiteX10" fmla="*/ 16192 w 65722"/>
                  <a:gd name="connsiteY10" fmla="*/ 2858 h 121920"/>
                  <a:gd name="connsiteX11" fmla="*/ 50483 w 65722"/>
                  <a:gd name="connsiteY11" fmla="*/ 37147 h 121920"/>
                  <a:gd name="connsiteX12" fmla="*/ 54292 w 65722"/>
                  <a:gd name="connsiteY12" fmla="*/ 58102 h 121920"/>
                  <a:gd name="connsiteX13" fmla="*/ 37147 w 65722"/>
                  <a:gd name="connsiteY13" fmla="*/ 69533 h 121920"/>
                  <a:gd name="connsiteX14" fmla="*/ 27622 w 65722"/>
                  <a:gd name="connsiteY14" fmla="*/ 69533 h 121920"/>
                  <a:gd name="connsiteX15" fmla="*/ 27622 w 65722"/>
                  <a:gd name="connsiteY15" fmla="*/ 69533 h 121920"/>
                  <a:gd name="connsiteX16" fmla="*/ 27622 w 65722"/>
                  <a:gd name="connsiteY16" fmla="*/ 70485 h 121920"/>
                  <a:gd name="connsiteX17" fmla="*/ 62865 w 65722"/>
                  <a:gd name="connsiteY17" fmla="*/ 105727 h 121920"/>
                  <a:gd name="connsiteX18" fmla="*/ 62865 w 65722"/>
                  <a:gd name="connsiteY18" fmla="*/ 119063 h 121920"/>
                  <a:gd name="connsiteX19" fmla="*/ 56197 w 65722"/>
                  <a:gd name="connsiteY19" fmla="*/ 121920 h 121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722" h="121920">
                    <a:moveTo>
                      <a:pt x="56197" y="121920"/>
                    </a:moveTo>
                    <a:cubicBezTo>
                      <a:pt x="54292" y="121920"/>
                      <a:pt x="51435" y="120968"/>
                      <a:pt x="49530" y="119063"/>
                    </a:cubicBezTo>
                    <a:lnTo>
                      <a:pt x="14288" y="83820"/>
                    </a:lnTo>
                    <a:cubicBezTo>
                      <a:pt x="8572" y="78105"/>
                      <a:pt x="7620" y="70485"/>
                      <a:pt x="10478" y="62865"/>
                    </a:cubicBezTo>
                    <a:cubicBezTo>
                      <a:pt x="13335" y="56197"/>
                      <a:pt x="20003" y="51435"/>
                      <a:pt x="27622" y="51435"/>
                    </a:cubicBezTo>
                    <a:lnTo>
                      <a:pt x="37147" y="51435"/>
                    </a:lnTo>
                    <a:cubicBezTo>
                      <a:pt x="37147" y="51435"/>
                      <a:pt x="37147" y="51435"/>
                      <a:pt x="37147" y="51435"/>
                    </a:cubicBezTo>
                    <a:cubicBezTo>
                      <a:pt x="37147" y="51435"/>
                      <a:pt x="37147" y="51435"/>
                      <a:pt x="37147" y="50483"/>
                    </a:cubicBezTo>
                    <a:lnTo>
                      <a:pt x="2858" y="16193"/>
                    </a:lnTo>
                    <a:cubicBezTo>
                      <a:pt x="-953" y="12383"/>
                      <a:pt x="-953" y="6668"/>
                      <a:pt x="2858" y="2858"/>
                    </a:cubicBezTo>
                    <a:cubicBezTo>
                      <a:pt x="6667" y="-953"/>
                      <a:pt x="12383" y="-953"/>
                      <a:pt x="16192" y="2858"/>
                    </a:cubicBezTo>
                    <a:lnTo>
                      <a:pt x="50483" y="37147"/>
                    </a:lnTo>
                    <a:cubicBezTo>
                      <a:pt x="56197" y="42863"/>
                      <a:pt x="57150" y="50483"/>
                      <a:pt x="54292" y="58102"/>
                    </a:cubicBezTo>
                    <a:cubicBezTo>
                      <a:pt x="51435" y="64770"/>
                      <a:pt x="44767" y="69533"/>
                      <a:pt x="37147" y="69533"/>
                    </a:cubicBezTo>
                    <a:lnTo>
                      <a:pt x="27622" y="69533"/>
                    </a:lnTo>
                    <a:cubicBezTo>
                      <a:pt x="27622" y="69533"/>
                      <a:pt x="27622" y="69533"/>
                      <a:pt x="27622" y="69533"/>
                    </a:cubicBezTo>
                    <a:cubicBezTo>
                      <a:pt x="27622" y="69533"/>
                      <a:pt x="27622" y="69533"/>
                      <a:pt x="27622" y="70485"/>
                    </a:cubicBezTo>
                    <a:lnTo>
                      <a:pt x="62865" y="105727"/>
                    </a:lnTo>
                    <a:cubicBezTo>
                      <a:pt x="66675" y="109538"/>
                      <a:pt x="66675" y="115252"/>
                      <a:pt x="62865" y="119063"/>
                    </a:cubicBezTo>
                    <a:cubicBezTo>
                      <a:pt x="60960" y="120968"/>
                      <a:pt x="59055" y="121920"/>
                      <a:pt x="56197" y="1219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41895B1A-4FBA-30EF-7F97-6D32750EB707}"/>
                  </a:ext>
                </a:extLst>
              </p:cNvPr>
              <p:cNvSpPr/>
              <p:nvPr/>
            </p:nvSpPr>
            <p:spPr>
              <a:xfrm>
                <a:off x="593072" y="2820483"/>
                <a:ext cx="77282" cy="144903"/>
              </a:xfrm>
              <a:custGeom>
                <a:avLst/>
                <a:gdLst>
                  <a:gd name="connsiteX0" fmla="*/ 52388 w 60960"/>
                  <a:gd name="connsiteY0" fmla="*/ 114300 h 114300"/>
                  <a:gd name="connsiteX1" fmla="*/ 45720 w 60960"/>
                  <a:gd name="connsiteY1" fmla="*/ 111443 h 114300"/>
                  <a:gd name="connsiteX2" fmla="*/ 13335 w 60960"/>
                  <a:gd name="connsiteY2" fmla="*/ 79057 h 114300"/>
                  <a:gd name="connsiteX3" fmla="*/ 9525 w 60960"/>
                  <a:gd name="connsiteY3" fmla="*/ 59055 h 114300"/>
                  <a:gd name="connsiteX4" fmla="*/ 26670 w 60960"/>
                  <a:gd name="connsiteY4" fmla="*/ 47625 h 114300"/>
                  <a:gd name="connsiteX5" fmla="*/ 34290 w 60960"/>
                  <a:gd name="connsiteY5" fmla="*/ 47625 h 114300"/>
                  <a:gd name="connsiteX6" fmla="*/ 2857 w 60960"/>
                  <a:gd name="connsiteY6" fmla="*/ 16193 h 114300"/>
                  <a:gd name="connsiteX7" fmla="*/ 2857 w 60960"/>
                  <a:gd name="connsiteY7" fmla="*/ 2857 h 114300"/>
                  <a:gd name="connsiteX8" fmla="*/ 16192 w 60960"/>
                  <a:gd name="connsiteY8" fmla="*/ 2857 h 114300"/>
                  <a:gd name="connsiteX9" fmla="*/ 47625 w 60960"/>
                  <a:gd name="connsiteY9" fmla="*/ 34290 h 114300"/>
                  <a:gd name="connsiteX10" fmla="*/ 51435 w 60960"/>
                  <a:gd name="connsiteY10" fmla="*/ 54293 h 114300"/>
                  <a:gd name="connsiteX11" fmla="*/ 34290 w 60960"/>
                  <a:gd name="connsiteY11" fmla="*/ 65723 h 114300"/>
                  <a:gd name="connsiteX12" fmla="*/ 26670 w 60960"/>
                  <a:gd name="connsiteY12" fmla="*/ 65723 h 114300"/>
                  <a:gd name="connsiteX13" fmla="*/ 58103 w 60960"/>
                  <a:gd name="connsiteY13" fmla="*/ 97155 h 114300"/>
                  <a:gd name="connsiteX14" fmla="*/ 58103 w 60960"/>
                  <a:gd name="connsiteY14" fmla="*/ 110490 h 114300"/>
                  <a:gd name="connsiteX15" fmla="*/ 52388 w 60960"/>
                  <a:gd name="connsiteY15" fmla="*/ 114300 h 114300"/>
                  <a:gd name="connsiteX16" fmla="*/ 35243 w 60960"/>
                  <a:gd name="connsiteY16" fmla="*/ 48577 h 114300"/>
                  <a:gd name="connsiteX17" fmla="*/ 35243 w 60960"/>
                  <a:gd name="connsiteY17" fmla="*/ 48577 h 114300"/>
                  <a:gd name="connsiteX18" fmla="*/ 35243 w 60960"/>
                  <a:gd name="connsiteY18" fmla="*/ 48577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0960" h="114300">
                    <a:moveTo>
                      <a:pt x="52388" y="114300"/>
                    </a:moveTo>
                    <a:cubicBezTo>
                      <a:pt x="50482" y="114300"/>
                      <a:pt x="47625" y="113348"/>
                      <a:pt x="45720" y="111443"/>
                    </a:cubicBezTo>
                    <a:lnTo>
                      <a:pt x="13335" y="79057"/>
                    </a:lnTo>
                    <a:cubicBezTo>
                      <a:pt x="7620" y="73343"/>
                      <a:pt x="6667" y="65723"/>
                      <a:pt x="9525" y="59055"/>
                    </a:cubicBezTo>
                    <a:cubicBezTo>
                      <a:pt x="12382" y="52388"/>
                      <a:pt x="19050" y="47625"/>
                      <a:pt x="26670" y="47625"/>
                    </a:cubicBezTo>
                    <a:lnTo>
                      <a:pt x="34290" y="47625"/>
                    </a:lnTo>
                    <a:lnTo>
                      <a:pt x="2857" y="16193"/>
                    </a:lnTo>
                    <a:cubicBezTo>
                      <a:pt x="-952" y="12382"/>
                      <a:pt x="-952" y="6668"/>
                      <a:pt x="2857" y="2857"/>
                    </a:cubicBezTo>
                    <a:cubicBezTo>
                      <a:pt x="6667" y="-952"/>
                      <a:pt x="12382" y="-952"/>
                      <a:pt x="16192" y="2857"/>
                    </a:cubicBezTo>
                    <a:lnTo>
                      <a:pt x="47625" y="34290"/>
                    </a:lnTo>
                    <a:cubicBezTo>
                      <a:pt x="53340" y="40005"/>
                      <a:pt x="54293" y="47625"/>
                      <a:pt x="51435" y="54293"/>
                    </a:cubicBezTo>
                    <a:cubicBezTo>
                      <a:pt x="48578" y="60960"/>
                      <a:pt x="41910" y="65723"/>
                      <a:pt x="34290" y="65723"/>
                    </a:cubicBezTo>
                    <a:lnTo>
                      <a:pt x="26670" y="65723"/>
                    </a:lnTo>
                    <a:lnTo>
                      <a:pt x="58103" y="97155"/>
                    </a:lnTo>
                    <a:cubicBezTo>
                      <a:pt x="61913" y="100965"/>
                      <a:pt x="61913" y="106680"/>
                      <a:pt x="58103" y="110490"/>
                    </a:cubicBezTo>
                    <a:cubicBezTo>
                      <a:pt x="57150" y="113348"/>
                      <a:pt x="55245" y="114300"/>
                      <a:pt x="52388" y="114300"/>
                    </a:cubicBezTo>
                    <a:close/>
                    <a:moveTo>
                      <a:pt x="35243" y="48577"/>
                    </a:moveTo>
                    <a:lnTo>
                      <a:pt x="35243" y="48577"/>
                    </a:lnTo>
                    <a:lnTo>
                      <a:pt x="35243" y="4857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7611D31E-C506-FBA0-227A-A0AB3A75C9C1}"/>
                  </a:ext>
                </a:extLst>
              </p:cNvPr>
              <p:cNvSpPr/>
              <p:nvPr/>
            </p:nvSpPr>
            <p:spPr>
              <a:xfrm>
                <a:off x="403490" y="3016103"/>
                <a:ext cx="147318" cy="7244"/>
              </a:xfrm>
              <a:custGeom>
                <a:avLst/>
                <a:gdLst>
                  <a:gd name="connsiteX0" fmla="*/ 113348 w 116205"/>
                  <a:gd name="connsiteY0" fmla="*/ 5715 h 5714"/>
                  <a:gd name="connsiteX1" fmla="*/ 2858 w 116205"/>
                  <a:gd name="connsiteY1" fmla="*/ 5715 h 5714"/>
                  <a:gd name="connsiteX2" fmla="*/ 0 w 116205"/>
                  <a:gd name="connsiteY2" fmla="*/ 2858 h 5714"/>
                  <a:gd name="connsiteX3" fmla="*/ 2858 w 116205"/>
                  <a:gd name="connsiteY3" fmla="*/ 0 h 5714"/>
                  <a:gd name="connsiteX4" fmla="*/ 113348 w 116205"/>
                  <a:gd name="connsiteY4" fmla="*/ 0 h 5714"/>
                  <a:gd name="connsiteX5" fmla="*/ 116205 w 116205"/>
                  <a:gd name="connsiteY5" fmla="*/ 2858 h 5714"/>
                  <a:gd name="connsiteX6" fmla="*/ 113348 w 116205"/>
                  <a:gd name="connsiteY6" fmla="*/ 5715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6205" h="5714">
                    <a:moveTo>
                      <a:pt x="113348" y="5715"/>
                    </a:moveTo>
                    <a:lnTo>
                      <a:pt x="2858" y="5715"/>
                    </a:lnTo>
                    <a:cubicBezTo>
                      <a:pt x="953" y="5715"/>
                      <a:pt x="0" y="4763"/>
                      <a:pt x="0" y="2858"/>
                    </a:cubicBezTo>
                    <a:cubicBezTo>
                      <a:pt x="0" y="952"/>
                      <a:pt x="953" y="0"/>
                      <a:pt x="2858" y="0"/>
                    </a:cubicBezTo>
                    <a:lnTo>
                      <a:pt x="113348" y="0"/>
                    </a:lnTo>
                    <a:cubicBezTo>
                      <a:pt x="115253" y="0"/>
                      <a:pt x="116205" y="952"/>
                      <a:pt x="116205" y="2858"/>
                    </a:cubicBezTo>
                    <a:cubicBezTo>
                      <a:pt x="116205" y="3810"/>
                      <a:pt x="115253" y="5715"/>
                      <a:pt x="113348" y="5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50B49886-45A3-CEAC-697E-8623510786B5}"/>
                  </a:ext>
                </a:extLst>
              </p:cNvPr>
              <p:cNvSpPr/>
              <p:nvPr/>
            </p:nvSpPr>
            <p:spPr>
              <a:xfrm>
                <a:off x="559261" y="3016103"/>
                <a:ext cx="20527" cy="7244"/>
              </a:xfrm>
              <a:custGeom>
                <a:avLst/>
                <a:gdLst>
                  <a:gd name="connsiteX0" fmla="*/ 13335 w 16192"/>
                  <a:gd name="connsiteY0" fmla="*/ 5715 h 5714"/>
                  <a:gd name="connsiteX1" fmla="*/ 2857 w 16192"/>
                  <a:gd name="connsiteY1" fmla="*/ 5715 h 5714"/>
                  <a:gd name="connsiteX2" fmla="*/ 0 w 16192"/>
                  <a:gd name="connsiteY2" fmla="*/ 2858 h 5714"/>
                  <a:gd name="connsiteX3" fmla="*/ 2857 w 16192"/>
                  <a:gd name="connsiteY3" fmla="*/ 0 h 5714"/>
                  <a:gd name="connsiteX4" fmla="*/ 13335 w 16192"/>
                  <a:gd name="connsiteY4" fmla="*/ 0 h 5714"/>
                  <a:gd name="connsiteX5" fmla="*/ 16193 w 16192"/>
                  <a:gd name="connsiteY5" fmla="*/ 2858 h 5714"/>
                  <a:gd name="connsiteX6" fmla="*/ 13335 w 16192"/>
                  <a:gd name="connsiteY6" fmla="*/ 5715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92" h="5714">
                    <a:moveTo>
                      <a:pt x="13335" y="5715"/>
                    </a:moveTo>
                    <a:lnTo>
                      <a:pt x="2857" y="5715"/>
                    </a:lnTo>
                    <a:cubicBezTo>
                      <a:pt x="952" y="5715"/>
                      <a:pt x="0" y="4763"/>
                      <a:pt x="0" y="2858"/>
                    </a:cubicBezTo>
                    <a:cubicBezTo>
                      <a:pt x="0" y="952"/>
                      <a:pt x="952" y="0"/>
                      <a:pt x="2857" y="0"/>
                    </a:cubicBezTo>
                    <a:lnTo>
                      <a:pt x="13335" y="0"/>
                    </a:lnTo>
                    <a:cubicBezTo>
                      <a:pt x="15240" y="0"/>
                      <a:pt x="16193" y="952"/>
                      <a:pt x="16193" y="2858"/>
                    </a:cubicBezTo>
                    <a:cubicBezTo>
                      <a:pt x="16193" y="3810"/>
                      <a:pt x="15240" y="5715"/>
                      <a:pt x="13335" y="5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875E3A2B-84C2-816C-FFD2-DDABF7C483D6}"/>
                  </a:ext>
                </a:extLst>
              </p:cNvPr>
              <p:cNvSpPr/>
              <p:nvPr/>
            </p:nvSpPr>
            <p:spPr>
              <a:xfrm>
                <a:off x="364851" y="3054744"/>
                <a:ext cx="50715" cy="7245"/>
              </a:xfrm>
              <a:custGeom>
                <a:avLst/>
                <a:gdLst>
                  <a:gd name="connsiteX0" fmla="*/ 37147 w 40004"/>
                  <a:gd name="connsiteY0" fmla="*/ 5715 h 5715"/>
                  <a:gd name="connsiteX1" fmla="*/ 2857 w 40004"/>
                  <a:gd name="connsiteY1" fmla="*/ 5715 h 5715"/>
                  <a:gd name="connsiteX2" fmla="*/ 0 w 40004"/>
                  <a:gd name="connsiteY2" fmla="*/ 2858 h 5715"/>
                  <a:gd name="connsiteX3" fmla="*/ 2857 w 40004"/>
                  <a:gd name="connsiteY3" fmla="*/ 0 h 5715"/>
                  <a:gd name="connsiteX4" fmla="*/ 37147 w 40004"/>
                  <a:gd name="connsiteY4" fmla="*/ 0 h 5715"/>
                  <a:gd name="connsiteX5" fmla="*/ 40005 w 40004"/>
                  <a:gd name="connsiteY5" fmla="*/ 2858 h 5715"/>
                  <a:gd name="connsiteX6" fmla="*/ 37147 w 40004"/>
                  <a:gd name="connsiteY6" fmla="*/ 5715 h 5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004" h="5715">
                    <a:moveTo>
                      <a:pt x="37147" y="5715"/>
                    </a:moveTo>
                    <a:lnTo>
                      <a:pt x="2857" y="5715"/>
                    </a:lnTo>
                    <a:cubicBezTo>
                      <a:pt x="952" y="5715"/>
                      <a:pt x="0" y="4763"/>
                      <a:pt x="0" y="2858"/>
                    </a:cubicBezTo>
                    <a:cubicBezTo>
                      <a:pt x="0" y="953"/>
                      <a:pt x="952" y="0"/>
                      <a:pt x="2857" y="0"/>
                    </a:cubicBezTo>
                    <a:lnTo>
                      <a:pt x="37147" y="0"/>
                    </a:lnTo>
                    <a:cubicBezTo>
                      <a:pt x="39052" y="0"/>
                      <a:pt x="40005" y="953"/>
                      <a:pt x="40005" y="2858"/>
                    </a:cubicBezTo>
                    <a:cubicBezTo>
                      <a:pt x="40005" y="4763"/>
                      <a:pt x="39052" y="5715"/>
                      <a:pt x="37147" y="5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D7E6F135-23DE-CF87-DF13-C0188E8F5B19}"/>
                  </a:ext>
                </a:extLst>
              </p:cNvPr>
              <p:cNvSpPr/>
              <p:nvPr/>
            </p:nvSpPr>
            <p:spPr>
              <a:xfrm>
                <a:off x="514582" y="3251570"/>
                <a:ext cx="72451" cy="7244"/>
              </a:xfrm>
              <a:custGeom>
                <a:avLst/>
                <a:gdLst>
                  <a:gd name="connsiteX0" fmla="*/ 54293 w 57150"/>
                  <a:gd name="connsiteY0" fmla="*/ 5715 h 5714"/>
                  <a:gd name="connsiteX1" fmla="*/ 2857 w 57150"/>
                  <a:gd name="connsiteY1" fmla="*/ 5715 h 5714"/>
                  <a:gd name="connsiteX2" fmla="*/ 0 w 57150"/>
                  <a:gd name="connsiteY2" fmla="*/ 2858 h 5714"/>
                  <a:gd name="connsiteX3" fmla="*/ 2857 w 57150"/>
                  <a:gd name="connsiteY3" fmla="*/ 0 h 5714"/>
                  <a:gd name="connsiteX4" fmla="*/ 54293 w 57150"/>
                  <a:gd name="connsiteY4" fmla="*/ 0 h 5714"/>
                  <a:gd name="connsiteX5" fmla="*/ 57150 w 57150"/>
                  <a:gd name="connsiteY5" fmla="*/ 2858 h 5714"/>
                  <a:gd name="connsiteX6" fmla="*/ 54293 w 57150"/>
                  <a:gd name="connsiteY6" fmla="*/ 5715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150" h="5714">
                    <a:moveTo>
                      <a:pt x="54293" y="5715"/>
                    </a:moveTo>
                    <a:lnTo>
                      <a:pt x="2857" y="5715"/>
                    </a:lnTo>
                    <a:cubicBezTo>
                      <a:pt x="953" y="5715"/>
                      <a:pt x="0" y="4763"/>
                      <a:pt x="0" y="2858"/>
                    </a:cubicBezTo>
                    <a:cubicBezTo>
                      <a:pt x="0" y="952"/>
                      <a:pt x="953" y="0"/>
                      <a:pt x="2857" y="0"/>
                    </a:cubicBezTo>
                    <a:lnTo>
                      <a:pt x="54293" y="0"/>
                    </a:lnTo>
                    <a:cubicBezTo>
                      <a:pt x="56198" y="0"/>
                      <a:pt x="57150" y="952"/>
                      <a:pt x="57150" y="2858"/>
                    </a:cubicBezTo>
                    <a:cubicBezTo>
                      <a:pt x="57150" y="3810"/>
                      <a:pt x="55245" y="5715"/>
                      <a:pt x="54293" y="5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0B95D96C-8E37-5CBA-DE67-2221E74C2B7A}"/>
                  </a:ext>
                </a:extLst>
              </p:cNvPr>
              <p:cNvSpPr/>
              <p:nvPr/>
            </p:nvSpPr>
            <p:spPr>
              <a:xfrm>
                <a:off x="595487" y="3251570"/>
                <a:ext cx="14489" cy="7244"/>
              </a:xfrm>
              <a:custGeom>
                <a:avLst/>
                <a:gdLst>
                  <a:gd name="connsiteX0" fmla="*/ 8573 w 11429"/>
                  <a:gd name="connsiteY0" fmla="*/ 5715 h 5714"/>
                  <a:gd name="connsiteX1" fmla="*/ 2857 w 11429"/>
                  <a:gd name="connsiteY1" fmla="*/ 5715 h 5714"/>
                  <a:gd name="connsiteX2" fmla="*/ 0 w 11429"/>
                  <a:gd name="connsiteY2" fmla="*/ 2858 h 5714"/>
                  <a:gd name="connsiteX3" fmla="*/ 2857 w 11429"/>
                  <a:gd name="connsiteY3" fmla="*/ 0 h 5714"/>
                  <a:gd name="connsiteX4" fmla="*/ 8573 w 11429"/>
                  <a:gd name="connsiteY4" fmla="*/ 0 h 5714"/>
                  <a:gd name="connsiteX5" fmla="*/ 11430 w 11429"/>
                  <a:gd name="connsiteY5" fmla="*/ 2858 h 5714"/>
                  <a:gd name="connsiteX6" fmla="*/ 8573 w 11429"/>
                  <a:gd name="connsiteY6" fmla="*/ 5715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29" h="5714">
                    <a:moveTo>
                      <a:pt x="8573" y="5715"/>
                    </a:moveTo>
                    <a:lnTo>
                      <a:pt x="2857" y="5715"/>
                    </a:lnTo>
                    <a:cubicBezTo>
                      <a:pt x="952" y="5715"/>
                      <a:pt x="0" y="4763"/>
                      <a:pt x="0" y="2858"/>
                    </a:cubicBezTo>
                    <a:cubicBezTo>
                      <a:pt x="0" y="952"/>
                      <a:pt x="952" y="0"/>
                      <a:pt x="2857" y="0"/>
                    </a:cubicBezTo>
                    <a:lnTo>
                      <a:pt x="8573" y="0"/>
                    </a:lnTo>
                    <a:cubicBezTo>
                      <a:pt x="10477" y="0"/>
                      <a:pt x="11430" y="952"/>
                      <a:pt x="11430" y="2858"/>
                    </a:cubicBezTo>
                    <a:cubicBezTo>
                      <a:pt x="11430" y="3810"/>
                      <a:pt x="10477" y="5715"/>
                      <a:pt x="8573" y="5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D5CAF15-467B-860E-5899-8DE907B2796A}"/>
              </a:ext>
            </a:extLst>
          </p:cNvPr>
          <p:cNvGrpSpPr/>
          <p:nvPr/>
        </p:nvGrpSpPr>
        <p:grpSpPr>
          <a:xfrm>
            <a:off x="6985871" y="991683"/>
            <a:ext cx="5093807" cy="1824383"/>
            <a:chOff x="6972300" y="3243687"/>
            <a:chExt cx="5093807" cy="1792645"/>
          </a:xfrm>
        </p:grpSpPr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C0315376-33FC-5FAA-0C01-596C64864993}"/>
                </a:ext>
              </a:extLst>
            </p:cNvPr>
            <p:cNvSpPr/>
            <p:nvPr/>
          </p:nvSpPr>
          <p:spPr bwMode="auto">
            <a:xfrm>
              <a:off x="6972300" y="3243687"/>
              <a:ext cx="5093807" cy="1792645"/>
            </a:xfrm>
            <a:prstGeom prst="roundRect">
              <a:avLst>
                <a:gd name="adj" fmla="val 3467"/>
              </a:avLst>
            </a:prstGeom>
            <a:pattFill prst="dotGrid">
              <a:fgClr>
                <a:srgbClr val="95A3BD"/>
              </a:fgClr>
              <a:bgClr>
                <a:srgbClr val="A4AFC4"/>
              </a:bgClr>
            </a:patt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>
                <a:solidFill>
                  <a:srgbClr val="FFFFFF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178" name="Rectangle: Rounded Corners 177">
              <a:extLst>
                <a:ext uri="{FF2B5EF4-FFF2-40B4-BE49-F238E27FC236}">
                  <a16:creationId xmlns:a16="http://schemas.microsoft.com/office/drawing/2014/main" id="{D9E1E7A1-9B32-0AC7-5542-60062EA4205C}"/>
                </a:ext>
              </a:extLst>
            </p:cNvPr>
            <p:cNvSpPr/>
            <p:nvPr/>
          </p:nvSpPr>
          <p:spPr bwMode="auto">
            <a:xfrm>
              <a:off x="6972301" y="3243687"/>
              <a:ext cx="5093806" cy="1792645"/>
            </a:xfrm>
            <a:prstGeom prst="roundRect">
              <a:avLst>
                <a:gd name="adj" fmla="val 3467"/>
              </a:avLst>
            </a:prstGeom>
            <a:gradFill>
              <a:gsLst>
                <a:gs pos="0">
                  <a:srgbClr val="C7D8E3"/>
                </a:gs>
                <a:gs pos="50000">
                  <a:srgbClr val="A4AFC4">
                    <a:alpha val="19000"/>
                  </a:srgbClr>
                </a:gs>
                <a:gs pos="100000">
                  <a:srgbClr val="A4AFC4">
                    <a:alpha val="0"/>
                  </a:srgb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b="1">
                  <a:solidFill>
                    <a:srgbClr val="FFFFFF"/>
                  </a:solidFill>
                  <a:latin typeface="Arial" panose="020B0604020202020204" pitchFamily="34" charset="0"/>
                  <a:cs typeface="Arial"/>
                </a:rPr>
                <a:t> </a:t>
              </a:r>
              <a:endParaRPr lang="en-US" sz="1100" b="1">
                <a:solidFill>
                  <a:srgbClr val="FFFFFF"/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31A0CF17-F474-8F13-46C9-2B70AB080F91}"/>
              </a:ext>
            </a:extLst>
          </p:cNvPr>
          <p:cNvSpPr/>
          <p:nvPr/>
        </p:nvSpPr>
        <p:spPr>
          <a:xfrm rot="5400000">
            <a:off x="7060923" y="1288448"/>
            <a:ext cx="149736" cy="100744"/>
          </a:xfrm>
          <a:custGeom>
            <a:avLst/>
            <a:gdLst>
              <a:gd name="connsiteX0" fmla="*/ 54716 w 57335"/>
              <a:gd name="connsiteY0" fmla="*/ 38576 h 38576"/>
              <a:gd name="connsiteX1" fmla="*/ 3281 w 57335"/>
              <a:gd name="connsiteY1" fmla="*/ 38576 h 38576"/>
              <a:gd name="connsiteX2" fmla="*/ 423 w 57335"/>
              <a:gd name="connsiteY2" fmla="*/ 36671 h 38576"/>
              <a:gd name="connsiteX3" fmla="*/ 423 w 57335"/>
              <a:gd name="connsiteY3" fmla="*/ 32861 h 38576"/>
              <a:gd name="connsiteX4" fmla="*/ 26141 w 57335"/>
              <a:gd name="connsiteY4" fmla="*/ 1429 h 38576"/>
              <a:gd name="connsiteX5" fmla="*/ 30903 w 57335"/>
              <a:gd name="connsiteY5" fmla="*/ 1429 h 38576"/>
              <a:gd name="connsiteX6" fmla="*/ 56621 w 57335"/>
              <a:gd name="connsiteY6" fmla="*/ 32861 h 38576"/>
              <a:gd name="connsiteX7" fmla="*/ 56621 w 57335"/>
              <a:gd name="connsiteY7" fmla="*/ 36671 h 38576"/>
              <a:gd name="connsiteX8" fmla="*/ 54716 w 57335"/>
              <a:gd name="connsiteY8" fmla="*/ 38576 h 38576"/>
              <a:gd name="connsiteX9" fmla="*/ 10901 w 57335"/>
              <a:gd name="connsiteY9" fmla="*/ 30956 h 38576"/>
              <a:gd name="connsiteX10" fmla="*/ 48048 w 57335"/>
              <a:gd name="connsiteY10" fmla="*/ 30956 h 38576"/>
              <a:gd name="connsiteX11" fmla="*/ 29951 w 57335"/>
              <a:gd name="connsiteY11" fmla="*/ 8096 h 38576"/>
              <a:gd name="connsiteX12" fmla="*/ 10901 w 57335"/>
              <a:gd name="connsiteY12" fmla="*/ 30956 h 3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335" h="38576">
                <a:moveTo>
                  <a:pt x="54716" y="38576"/>
                </a:moveTo>
                <a:lnTo>
                  <a:pt x="3281" y="38576"/>
                </a:lnTo>
                <a:cubicBezTo>
                  <a:pt x="2328" y="38576"/>
                  <a:pt x="423" y="37624"/>
                  <a:pt x="423" y="36671"/>
                </a:cubicBezTo>
                <a:cubicBezTo>
                  <a:pt x="-529" y="35719"/>
                  <a:pt x="423" y="33814"/>
                  <a:pt x="423" y="32861"/>
                </a:cubicBezTo>
                <a:lnTo>
                  <a:pt x="26141" y="1429"/>
                </a:lnTo>
                <a:cubicBezTo>
                  <a:pt x="27093" y="-476"/>
                  <a:pt x="29951" y="-476"/>
                  <a:pt x="30903" y="1429"/>
                </a:cubicBezTo>
                <a:lnTo>
                  <a:pt x="56621" y="32861"/>
                </a:lnTo>
                <a:cubicBezTo>
                  <a:pt x="57573" y="33814"/>
                  <a:pt x="57573" y="35719"/>
                  <a:pt x="56621" y="36671"/>
                </a:cubicBezTo>
                <a:cubicBezTo>
                  <a:pt x="57573" y="37624"/>
                  <a:pt x="56621" y="38576"/>
                  <a:pt x="54716" y="38576"/>
                </a:cubicBezTo>
                <a:close/>
                <a:moveTo>
                  <a:pt x="10901" y="30956"/>
                </a:moveTo>
                <a:lnTo>
                  <a:pt x="48048" y="30956"/>
                </a:lnTo>
                <a:lnTo>
                  <a:pt x="29951" y="8096"/>
                </a:lnTo>
                <a:lnTo>
                  <a:pt x="10901" y="30956"/>
                </a:lnTo>
                <a:close/>
              </a:path>
            </a:pathLst>
          </a:custGeom>
          <a:solidFill>
            <a:srgbClr val="95A3B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C870D7B-A469-2B31-1B98-EBC03B73D3A5}"/>
              </a:ext>
            </a:extLst>
          </p:cNvPr>
          <p:cNvSpPr txBox="1"/>
          <p:nvPr/>
        </p:nvSpPr>
        <p:spPr>
          <a:xfrm>
            <a:off x="7202867" y="1113908"/>
            <a:ext cx="1443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1" i="0" u="none" strike="noStrike" kern="1200" cap="none" spc="60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ICTUMP ORTAL</a:t>
            </a: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2E1B0981-E595-B6F6-1E0F-E8A3797149DE}"/>
              </a:ext>
            </a:extLst>
          </p:cNvPr>
          <p:cNvGrpSpPr/>
          <p:nvPr/>
        </p:nvGrpSpPr>
        <p:grpSpPr>
          <a:xfrm>
            <a:off x="3622638" y="1505428"/>
            <a:ext cx="3103172" cy="195576"/>
            <a:chOff x="3625083" y="1505428"/>
            <a:chExt cx="3103172" cy="195576"/>
          </a:xfrm>
        </p:grpSpPr>
        <p:sp>
          <p:nvSpPr>
            <p:cNvPr id="182" name="Rounded Rectangle 15">
              <a:extLst>
                <a:ext uri="{FF2B5EF4-FFF2-40B4-BE49-F238E27FC236}">
                  <a16:creationId xmlns:a16="http://schemas.microsoft.com/office/drawing/2014/main" id="{71727B51-0295-07A9-A17E-A591C5A54E0C}"/>
                </a:ext>
              </a:extLst>
            </p:cNvPr>
            <p:cNvSpPr/>
            <p:nvPr/>
          </p:nvSpPr>
          <p:spPr bwMode="auto">
            <a:xfrm>
              <a:off x="3625083" y="1505428"/>
              <a:ext cx="1519031" cy="195576"/>
            </a:xfrm>
            <a:prstGeom prst="roundRect">
              <a:avLst>
                <a:gd name="adj" fmla="val 3246820"/>
              </a:avLst>
            </a:pr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r>
                <a:rPr lang="en-US" sz="1050" b="1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Oremipsum</a:t>
              </a:r>
            </a:p>
          </p:txBody>
        </p:sp>
        <p:sp>
          <p:nvSpPr>
            <p:cNvPr id="183" name="Rounded Rectangle 24">
              <a:extLst>
                <a:ext uri="{FF2B5EF4-FFF2-40B4-BE49-F238E27FC236}">
                  <a16:creationId xmlns:a16="http://schemas.microsoft.com/office/drawing/2014/main" id="{3315CE11-E1A9-C6CD-59D3-53D03B61CB4F}"/>
                </a:ext>
              </a:extLst>
            </p:cNvPr>
            <p:cNvSpPr/>
            <p:nvPr/>
          </p:nvSpPr>
          <p:spPr bwMode="auto">
            <a:xfrm>
              <a:off x="5208237" y="1505428"/>
              <a:ext cx="1520018" cy="195576"/>
            </a:xfrm>
            <a:prstGeom prst="roundRect">
              <a:avLst>
                <a:gd name="adj" fmla="val 3246820"/>
              </a:avLst>
            </a:pr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r>
                <a:rPr lang="en-US" sz="1050" b="1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Dolorsita Metco-Nse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9EEE103-B8FE-0948-9BC4-99C6EE3FF9B1}"/>
              </a:ext>
            </a:extLst>
          </p:cNvPr>
          <p:cNvGrpSpPr/>
          <p:nvPr/>
        </p:nvGrpSpPr>
        <p:grpSpPr>
          <a:xfrm>
            <a:off x="215133" y="1640900"/>
            <a:ext cx="3103172" cy="195576"/>
            <a:chOff x="215133" y="1505428"/>
            <a:chExt cx="3103172" cy="195576"/>
          </a:xfrm>
        </p:grpSpPr>
        <p:sp>
          <p:nvSpPr>
            <p:cNvPr id="185" name="Rounded Rectangle 15">
              <a:extLst>
                <a:ext uri="{FF2B5EF4-FFF2-40B4-BE49-F238E27FC236}">
                  <a16:creationId xmlns:a16="http://schemas.microsoft.com/office/drawing/2014/main" id="{4E79954E-12BB-4693-2D0A-5E0AE73024D6}"/>
                </a:ext>
              </a:extLst>
            </p:cNvPr>
            <p:cNvSpPr/>
            <p:nvPr/>
          </p:nvSpPr>
          <p:spPr bwMode="auto">
            <a:xfrm>
              <a:off x="215133" y="1505428"/>
              <a:ext cx="1519031" cy="195576"/>
            </a:xfrm>
            <a:prstGeom prst="roundRect">
              <a:avLst>
                <a:gd name="adj" fmla="val 3246820"/>
              </a:avLst>
            </a:prstGeom>
            <a:solidFill>
              <a:srgbClr val="66737C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r>
                <a:rPr lang="en-US" sz="105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Cteturadi</a:t>
              </a:r>
            </a:p>
          </p:txBody>
        </p:sp>
        <p:sp>
          <p:nvSpPr>
            <p:cNvPr id="186" name="Rounded Rectangle 24">
              <a:extLst>
                <a:ext uri="{FF2B5EF4-FFF2-40B4-BE49-F238E27FC236}">
                  <a16:creationId xmlns:a16="http://schemas.microsoft.com/office/drawing/2014/main" id="{5E215F3C-1B2D-ECD3-7ACF-93E2612AED82}"/>
                </a:ext>
              </a:extLst>
            </p:cNvPr>
            <p:cNvSpPr/>
            <p:nvPr/>
          </p:nvSpPr>
          <p:spPr bwMode="auto">
            <a:xfrm>
              <a:off x="1798287" y="1505428"/>
              <a:ext cx="1520018" cy="195576"/>
            </a:xfrm>
            <a:prstGeom prst="roundRect">
              <a:avLst>
                <a:gd name="adj" fmla="val 3246820"/>
              </a:avLst>
            </a:prstGeom>
            <a:solidFill>
              <a:srgbClr val="66737C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r>
                <a:rPr lang="en-US" sz="105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Piscinge</a:t>
              </a:r>
            </a:p>
          </p:txBody>
        </p:sp>
      </p:grp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74F833AA-C3DB-20C0-368E-4A398C0758DA}"/>
              </a:ext>
            </a:extLst>
          </p:cNvPr>
          <p:cNvSpPr/>
          <p:nvPr/>
        </p:nvSpPr>
        <p:spPr bwMode="auto">
          <a:xfrm>
            <a:off x="112321" y="3679704"/>
            <a:ext cx="3287565" cy="2746496"/>
          </a:xfrm>
          <a:prstGeom prst="roundRect">
            <a:avLst>
              <a:gd name="adj" fmla="val 2179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114169">
                <a:alpha val="25000"/>
              </a:srgbClr>
            </a:outerShdw>
          </a:effectLst>
        </p:spPr>
        <p:txBody>
          <a:bodyPr wrap="square" lIns="91440" tIns="91440" rIns="91440" bIns="91440" rtlCol="0" anchor="t"/>
          <a:lstStyle/>
          <a:p>
            <a:pPr marL="174625" marR="0" lvl="0" indent="-17462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C9D380E-091E-0160-214C-1E4DA51CA276}"/>
              </a:ext>
            </a:extLst>
          </p:cNvPr>
          <p:cNvSpPr txBox="1"/>
          <p:nvPr/>
        </p:nvSpPr>
        <p:spPr>
          <a:xfrm>
            <a:off x="167364" y="4206503"/>
            <a:ext cx="3197010" cy="1942599"/>
          </a:xfrm>
          <a:prstGeom prst="rect">
            <a:avLst/>
          </a:prstGeom>
          <a:noFill/>
          <a:ln>
            <a:noFill/>
          </a:ln>
        </p:spPr>
        <p:txBody>
          <a:bodyPr wrap="square" lIns="121920" tIns="0" rIns="121920" bIns="121920" rtlCol="0" anchor="t"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IN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Litseddoeiu smodtem po rinci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IN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Didu ntutlabo re etdolorem ag naaliq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IN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Uautenim adminimveni amqu isnostr udexe rc itati onullamcolab &amp; orisnisi utaliq uipexeaco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Mmo docon sequa tduisautei rur edol orinr eprehender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IN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Itinvol upt at evelite sseci llu mdoloreeu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Fugiatn ullapariat ur excepteur</a:t>
            </a:r>
          </a:p>
        </p:txBody>
      </p:sp>
      <p:sp>
        <p:nvSpPr>
          <p:cNvPr id="190" name="Rectangle: Top Corners Rounded 189">
            <a:extLst>
              <a:ext uri="{FF2B5EF4-FFF2-40B4-BE49-F238E27FC236}">
                <a16:creationId xmlns:a16="http://schemas.microsoft.com/office/drawing/2014/main" id="{164BBFFB-81D7-45CD-27C3-20FCEC057EC9}"/>
              </a:ext>
            </a:extLst>
          </p:cNvPr>
          <p:cNvSpPr/>
          <p:nvPr/>
        </p:nvSpPr>
        <p:spPr bwMode="auto">
          <a:xfrm>
            <a:off x="112322" y="3440079"/>
            <a:ext cx="3291840" cy="594360"/>
          </a:xfrm>
          <a:prstGeom prst="round2SameRect">
            <a:avLst>
              <a:gd name="adj1" fmla="val 17829"/>
              <a:gd name="adj2" fmla="val 0"/>
            </a:avLst>
          </a:prstGeom>
          <a:solidFill>
            <a:srgbClr val="66737C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Sin-toccaec atcupidata tno nproidentsu ntincu lpaquioffic iad eserun tmoll</a:t>
            </a:r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50458A59-017F-6BAC-2C3B-6F5053D56AE0}"/>
              </a:ext>
            </a:extLst>
          </p:cNvPr>
          <p:cNvSpPr/>
          <p:nvPr/>
        </p:nvSpPr>
        <p:spPr bwMode="auto">
          <a:xfrm>
            <a:off x="7015886" y="3078998"/>
            <a:ext cx="5050222" cy="3347202"/>
          </a:xfrm>
          <a:prstGeom prst="roundRect">
            <a:avLst>
              <a:gd name="adj" fmla="val 1897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114169">
                <a:alpha val="25000"/>
              </a:srgbClr>
            </a:outerShdw>
          </a:effectLst>
        </p:spPr>
        <p:txBody>
          <a:bodyPr wrap="square" lIns="91440" tIns="91440" rIns="91440" bIns="91440" rtlCol="0" anchor="t"/>
          <a:lstStyle/>
          <a:p>
            <a:pPr marL="174625" marR="0" lvl="0" indent="-17462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37BA8CE-F3E8-4313-3C5A-2D40923950E4}"/>
              </a:ext>
            </a:extLst>
          </p:cNvPr>
          <p:cNvSpPr txBox="1"/>
          <p:nvPr/>
        </p:nvSpPr>
        <p:spPr>
          <a:xfrm>
            <a:off x="6979923" y="3616992"/>
            <a:ext cx="2038263" cy="2621206"/>
          </a:xfrm>
          <a:prstGeom prst="rect">
            <a:avLst/>
          </a:prstGeom>
          <a:noFill/>
          <a:ln>
            <a:noFill/>
          </a:ln>
        </p:spPr>
        <p:txBody>
          <a:bodyPr wrap="square" lIns="121920" tIns="0" rIns="121920" bIns="121920" rtlCol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1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Itani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 midestlab &amp; </a:t>
            </a:r>
            <a:r>
              <a:rPr lang="en-US" sz="1100" b="1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oru-mcu-rabitur nonnulla sitametnis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lt empus co nvallis quisaclect usp ellentes queinipsumi</a:t>
            </a:r>
            <a:endParaRPr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b="1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Dorcip ortadapi</a:t>
            </a:r>
            <a:r>
              <a:rPr lang="en-US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, </a:t>
            </a:r>
            <a:r>
              <a:rPr lang="en-US" sz="1100" b="1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busviv amussusci </a:t>
            </a:r>
            <a:r>
              <a:rPr lang="en-US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pit </a:t>
            </a:r>
            <a:r>
              <a:rPr lang="en-US" sz="1100" b="1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tortor egetf</a:t>
            </a:r>
            <a:r>
              <a:rPr lang="en-US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elisportt 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Itorvolut pat crasultrici</a:t>
            </a:r>
            <a:r>
              <a:rPr kumimoji="0" lang="en-US" sz="110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 eslig ulasedm</a:t>
            </a:r>
            <a:r>
              <a:rPr lang="en-US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 </a:t>
            </a:r>
            <a:endParaRPr lang="en-US" sz="110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b="1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Agnadictum portalorem</a:t>
            </a:r>
            <a:r>
              <a:rPr lang="en-US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ips </a:t>
            </a:r>
            <a:r>
              <a:rPr lang="en-US" sz="1100" b="1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umdo 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lorsitam</a:t>
            </a:r>
            <a:r>
              <a:rPr lang="en-US" sz="1100" b="1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 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b="1" ker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Etconse Cteturadi &amp; PIS cinge </a:t>
            </a:r>
          </a:p>
        </p:txBody>
      </p:sp>
      <p:sp>
        <p:nvSpPr>
          <p:cNvPr id="194" name="Rectangle: Top Corners Rounded 193">
            <a:extLst>
              <a:ext uri="{FF2B5EF4-FFF2-40B4-BE49-F238E27FC236}">
                <a16:creationId xmlns:a16="http://schemas.microsoft.com/office/drawing/2014/main" id="{3992F1F4-1346-8DDA-78F0-2F35F363719B}"/>
              </a:ext>
            </a:extLst>
          </p:cNvPr>
          <p:cNvSpPr/>
          <p:nvPr/>
        </p:nvSpPr>
        <p:spPr bwMode="auto">
          <a:xfrm flipH="1">
            <a:off x="7015887" y="2898540"/>
            <a:ext cx="5050222" cy="596485"/>
          </a:xfrm>
          <a:prstGeom prst="round2SameRect">
            <a:avLst>
              <a:gd name="adj1" fmla="val 20018"/>
              <a:gd name="adj2" fmla="val 0"/>
            </a:avLst>
          </a:prstGeom>
          <a:solidFill>
            <a:srgbClr val="FED05D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FBBE26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US" sz="11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Litse ddo eiusmodte mporincidid untutlabore etdoloremagn aaliquaute nima-dm-inimv eniamqu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A0C94FC-1D3D-D866-9AA1-CEF18A6CF521}"/>
              </a:ext>
            </a:extLst>
          </p:cNvPr>
          <p:cNvSpPr txBox="1"/>
          <p:nvPr/>
        </p:nvSpPr>
        <p:spPr>
          <a:xfrm>
            <a:off x="8988790" y="4718555"/>
            <a:ext cx="2999531" cy="486670"/>
          </a:xfrm>
          <a:prstGeom prst="roundRect">
            <a:avLst>
              <a:gd name="adj" fmla="val 7565"/>
            </a:avLst>
          </a:prstGeom>
          <a:solidFill>
            <a:srgbClr val="FFF4D9"/>
          </a:solidFill>
          <a:ln w="6350" cmpd="sng">
            <a:noFill/>
            <a:miter lim="800000"/>
            <a:headEnd/>
            <a:tailEnd/>
          </a:ln>
          <a:effectLst>
            <a:outerShdw blurRad="254000" dist="38100" dir="5400000" rotWithShape="0">
              <a:srgbClr val="DA9C00">
                <a:alpha val="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 algn="ctr">
              <a:defRPr sz="1400">
                <a:solidFill>
                  <a:srgbClr val="26303D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0F24289F-FA5E-ADD2-7508-3764382ED02E}"/>
              </a:ext>
            </a:extLst>
          </p:cNvPr>
          <p:cNvSpPr txBox="1"/>
          <p:nvPr/>
        </p:nvSpPr>
        <p:spPr>
          <a:xfrm>
            <a:off x="9466231" y="4826025"/>
            <a:ext cx="2510624" cy="271730"/>
          </a:xfrm>
          <a:prstGeom prst="roundRect">
            <a:avLst>
              <a:gd name="adj" fmla="val 7565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3526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Isnostru Dexercita &amp; Tionul Lamco</a:t>
            </a:r>
          </a:p>
        </p:txBody>
      </p:sp>
      <p:sp>
        <p:nvSpPr>
          <p:cNvPr id="199" name="Freeform 28">
            <a:extLst>
              <a:ext uri="{FF2B5EF4-FFF2-40B4-BE49-F238E27FC236}">
                <a16:creationId xmlns:a16="http://schemas.microsoft.com/office/drawing/2014/main" id="{251ED016-5243-9CF8-C018-6D362B110D2F}"/>
              </a:ext>
            </a:extLst>
          </p:cNvPr>
          <p:cNvSpPr>
            <a:spLocks noEditPoints="1"/>
          </p:cNvSpPr>
          <p:nvPr/>
        </p:nvSpPr>
        <p:spPr bwMode="auto">
          <a:xfrm>
            <a:off x="9067228" y="4803223"/>
            <a:ext cx="346166" cy="317336"/>
          </a:xfrm>
          <a:custGeom>
            <a:avLst/>
            <a:gdLst>
              <a:gd name="T0" fmla="*/ 104 w 200"/>
              <a:gd name="T1" fmla="*/ 1 h 202"/>
              <a:gd name="T2" fmla="*/ 107 w 200"/>
              <a:gd name="T3" fmla="*/ 32 h 202"/>
              <a:gd name="T4" fmla="*/ 93 w 200"/>
              <a:gd name="T5" fmla="*/ 32 h 202"/>
              <a:gd name="T6" fmla="*/ 92 w 200"/>
              <a:gd name="T7" fmla="*/ 11 h 202"/>
              <a:gd name="T8" fmla="*/ 101 w 200"/>
              <a:gd name="T9" fmla="*/ 0 h 202"/>
              <a:gd name="T10" fmla="*/ 10 w 200"/>
              <a:gd name="T11" fmla="*/ 108 h 202"/>
              <a:gd name="T12" fmla="*/ 32 w 200"/>
              <a:gd name="T13" fmla="*/ 108 h 202"/>
              <a:gd name="T14" fmla="*/ 32 w 200"/>
              <a:gd name="T15" fmla="*/ 93 h 202"/>
              <a:gd name="T16" fmla="*/ 1 w 200"/>
              <a:gd name="T17" fmla="*/ 96 h 202"/>
              <a:gd name="T18" fmla="*/ 0 w 200"/>
              <a:gd name="T19" fmla="*/ 101 h 202"/>
              <a:gd name="T20" fmla="*/ 190 w 200"/>
              <a:gd name="T21" fmla="*/ 92 h 202"/>
              <a:gd name="T22" fmla="*/ 168 w 200"/>
              <a:gd name="T23" fmla="*/ 93 h 202"/>
              <a:gd name="T24" fmla="*/ 168 w 200"/>
              <a:gd name="T25" fmla="*/ 108 h 202"/>
              <a:gd name="T26" fmla="*/ 199 w 200"/>
              <a:gd name="T27" fmla="*/ 104 h 202"/>
              <a:gd name="T28" fmla="*/ 200 w 200"/>
              <a:gd name="T29" fmla="*/ 99 h 202"/>
              <a:gd name="T30" fmla="*/ 123 w 200"/>
              <a:gd name="T31" fmla="*/ 155 h 202"/>
              <a:gd name="T32" fmla="*/ 132 w 200"/>
              <a:gd name="T33" fmla="*/ 134 h 202"/>
              <a:gd name="T34" fmla="*/ 141 w 200"/>
              <a:gd name="T35" fmla="*/ 81 h 202"/>
              <a:gd name="T36" fmla="*/ 59 w 200"/>
              <a:gd name="T37" fmla="*/ 83 h 202"/>
              <a:gd name="T38" fmla="*/ 73 w 200"/>
              <a:gd name="T39" fmla="*/ 141 h 202"/>
              <a:gd name="T40" fmla="*/ 84 w 200"/>
              <a:gd name="T41" fmla="*/ 162 h 202"/>
              <a:gd name="T42" fmla="*/ 116 w 200"/>
              <a:gd name="T43" fmla="*/ 162 h 202"/>
              <a:gd name="T44" fmla="*/ 114 w 200"/>
              <a:gd name="T45" fmla="*/ 74 h 202"/>
              <a:gd name="T46" fmla="*/ 79 w 200"/>
              <a:gd name="T47" fmla="*/ 79 h 202"/>
              <a:gd name="T48" fmla="*/ 77 w 200"/>
              <a:gd name="T49" fmla="*/ 175 h 202"/>
              <a:gd name="T50" fmla="*/ 83 w 200"/>
              <a:gd name="T51" fmla="*/ 192 h 202"/>
              <a:gd name="T52" fmla="*/ 88 w 200"/>
              <a:gd name="T53" fmla="*/ 194 h 202"/>
              <a:gd name="T54" fmla="*/ 116 w 200"/>
              <a:gd name="T55" fmla="*/ 192 h 202"/>
              <a:gd name="T56" fmla="*/ 123 w 200"/>
              <a:gd name="T57" fmla="*/ 186 h 202"/>
              <a:gd name="T58" fmla="*/ 116 w 200"/>
              <a:gd name="T59" fmla="*/ 169 h 202"/>
              <a:gd name="T60" fmla="*/ 83 w 200"/>
              <a:gd name="T61" fmla="*/ 169 h 202"/>
              <a:gd name="T62" fmla="*/ 40 w 200"/>
              <a:gd name="T63" fmla="*/ 30 h 202"/>
              <a:gd name="T64" fmla="*/ 30 w 200"/>
              <a:gd name="T65" fmla="*/ 40 h 202"/>
              <a:gd name="T66" fmla="*/ 47 w 200"/>
              <a:gd name="T67" fmla="*/ 57 h 202"/>
              <a:gd name="T68" fmla="*/ 59 w 200"/>
              <a:gd name="T69" fmla="*/ 50 h 202"/>
              <a:gd name="T70" fmla="*/ 160 w 200"/>
              <a:gd name="T71" fmla="*/ 30 h 202"/>
              <a:gd name="T72" fmla="*/ 142 w 200"/>
              <a:gd name="T73" fmla="*/ 54 h 202"/>
              <a:gd name="T74" fmla="*/ 171 w 200"/>
              <a:gd name="T75" fmla="*/ 40 h 202"/>
              <a:gd name="T76" fmla="*/ 172 w 200"/>
              <a:gd name="T77" fmla="*/ 32 h 202"/>
              <a:gd name="T78" fmla="*/ 160 w 200"/>
              <a:gd name="T79" fmla="*/ 30 h 202"/>
              <a:gd name="T80" fmla="*/ 56 w 200"/>
              <a:gd name="T81" fmla="*/ 155 h 202"/>
              <a:gd name="T82" fmla="*/ 45 w 200"/>
              <a:gd name="T83" fmla="*/ 144 h 202"/>
              <a:gd name="T84" fmla="*/ 29 w 200"/>
              <a:gd name="T85" fmla="*/ 161 h 202"/>
              <a:gd name="T86" fmla="*/ 35 w 200"/>
              <a:gd name="T87" fmla="*/ 173 h 202"/>
              <a:gd name="T88" fmla="*/ 173 w 200"/>
              <a:gd name="T89" fmla="*/ 165 h 202"/>
              <a:gd name="T90" fmla="*/ 154 w 200"/>
              <a:gd name="T91" fmla="*/ 144 h 202"/>
              <a:gd name="T92" fmla="*/ 144 w 200"/>
              <a:gd name="T93" fmla="*/ 155 h 202"/>
              <a:gd name="T94" fmla="*/ 161 w 200"/>
              <a:gd name="T95" fmla="*/ 172 h 202"/>
              <a:gd name="T96" fmla="*/ 173 w 200"/>
              <a:gd name="T97" fmla="*/ 166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0" h="202">
                <a:moveTo>
                  <a:pt x="101" y="0"/>
                </a:moveTo>
                <a:cubicBezTo>
                  <a:pt x="102" y="1"/>
                  <a:pt x="103" y="1"/>
                  <a:pt x="104" y="1"/>
                </a:cubicBezTo>
                <a:cubicBezTo>
                  <a:pt x="106" y="3"/>
                  <a:pt x="108" y="5"/>
                  <a:pt x="108" y="8"/>
                </a:cubicBezTo>
                <a:cubicBezTo>
                  <a:pt x="108" y="16"/>
                  <a:pt x="108" y="24"/>
                  <a:pt x="107" y="32"/>
                </a:cubicBezTo>
                <a:cubicBezTo>
                  <a:pt x="107" y="36"/>
                  <a:pt x="104" y="38"/>
                  <a:pt x="100" y="38"/>
                </a:cubicBezTo>
                <a:cubicBezTo>
                  <a:pt x="96" y="38"/>
                  <a:pt x="93" y="36"/>
                  <a:pt x="93" y="32"/>
                </a:cubicBezTo>
                <a:cubicBezTo>
                  <a:pt x="92" y="31"/>
                  <a:pt x="92" y="30"/>
                  <a:pt x="92" y="29"/>
                </a:cubicBezTo>
                <a:cubicBezTo>
                  <a:pt x="92" y="23"/>
                  <a:pt x="93" y="17"/>
                  <a:pt x="92" y="11"/>
                </a:cubicBezTo>
                <a:cubicBezTo>
                  <a:pt x="92" y="5"/>
                  <a:pt x="94" y="2"/>
                  <a:pt x="99" y="0"/>
                </a:cubicBezTo>
                <a:cubicBezTo>
                  <a:pt x="100" y="0"/>
                  <a:pt x="100" y="0"/>
                  <a:pt x="101" y="0"/>
                </a:cubicBezTo>
                <a:close/>
                <a:moveTo>
                  <a:pt x="0" y="101"/>
                </a:moveTo>
                <a:cubicBezTo>
                  <a:pt x="2" y="106"/>
                  <a:pt x="5" y="108"/>
                  <a:pt x="10" y="108"/>
                </a:cubicBezTo>
                <a:cubicBezTo>
                  <a:pt x="15" y="108"/>
                  <a:pt x="20" y="108"/>
                  <a:pt x="25" y="108"/>
                </a:cubicBezTo>
                <a:cubicBezTo>
                  <a:pt x="27" y="108"/>
                  <a:pt x="30" y="108"/>
                  <a:pt x="32" y="108"/>
                </a:cubicBezTo>
                <a:cubicBezTo>
                  <a:pt x="36" y="107"/>
                  <a:pt x="38" y="104"/>
                  <a:pt x="38" y="100"/>
                </a:cubicBezTo>
                <a:cubicBezTo>
                  <a:pt x="38" y="96"/>
                  <a:pt x="36" y="93"/>
                  <a:pt x="32" y="93"/>
                </a:cubicBezTo>
                <a:cubicBezTo>
                  <a:pt x="24" y="93"/>
                  <a:pt x="16" y="93"/>
                  <a:pt x="7" y="93"/>
                </a:cubicBezTo>
                <a:cubicBezTo>
                  <a:pt x="5" y="93"/>
                  <a:pt x="3" y="94"/>
                  <a:pt x="1" y="96"/>
                </a:cubicBezTo>
                <a:cubicBezTo>
                  <a:pt x="1" y="97"/>
                  <a:pt x="0" y="98"/>
                  <a:pt x="0" y="99"/>
                </a:cubicBezTo>
                <a:cubicBezTo>
                  <a:pt x="0" y="100"/>
                  <a:pt x="0" y="101"/>
                  <a:pt x="0" y="101"/>
                </a:cubicBezTo>
                <a:close/>
                <a:moveTo>
                  <a:pt x="200" y="99"/>
                </a:moveTo>
                <a:cubicBezTo>
                  <a:pt x="198" y="94"/>
                  <a:pt x="195" y="92"/>
                  <a:pt x="190" y="92"/>
                </a:cubicBezTo>
                <a:cubicBezTo>
                  <a:pt x="185" y="93"/>
                  <a:pt x="180" y="92"/>
                  <a:pt x="175" y="93"/>
                </a:cubicBezTo>
                <a:cubicBezTo>
                  <a:pt x="173" y="93"/>
                  <a:pt x="170" y="93"/>
                  <a:pt x="168" y="93"/>
                </a:cubicBezTo>
                <a:cubicBezTo>
                  <a:pt x="164" y="93"/>
                  <a:pt x="162" y="96"/>
                  <a:pt x="162" y="100"/>
                </a:cubicBezTo>
                <a:cubicBezTo>
                  <a:pt x="162" y="104"/>
                  <a:pt x="164" y="107"/>
                  <a:pt x="168" y="108"/>
                </a:cubicBezTo>
                <a:cubicBezTo>
                  <a:pt x="176" y="108"/>
                  <a:pt x="184" y="108"/>
                  <a:pt x="193" y="108"/>
                </a:cubicBezTo>
                <a:cubicBezTo>
                  <a:pt x="195" y="108"/>
                  <a:pt x="197" y="106"/>
                  <a:pt x="199" y="104"/>
                </a:cubicBezTo>
                <a:cubicBezTo>
                  <a:pt x="199" y="103"/>
                  <a:pt x="200" y="102"/>
                  <a:pt x="200" y="101"/>
                </a:cubicBezTo>
                <a:cubicBezTo>
                  <a:pt x="200" y="101"/>
                  <a:pt x="200" y="100"/>
                  <a:pt x="200" y="99"/>
                </a:cubicBezTo>
                <a:close/>
                <a:moveTo>
                  <a:pt x="116" y="162"/>
                </a:moveTo>
                <a:cubicBezTo>
                  <a:pt x="121" y="162"/>
                  <a:pt x="123" y="160"/>
                  <a:pt x="123" y="155"/>
                </a:cubicBezTo>
                <a:cubicBezTo>
                  <a:pt x="123" y="151"/>
                  <a:pt x="124" y="147"/>
                  <a:pt x="126" y="144"/>
                </a:cubicBezTo>
                <a:cubicBezTo>
                  <a:pt x="128" y="140"/>
                  <a:pt x="130" y="137"/>
                  <a:pt x="132" y="134"/>
                </a:cubicBezTo>
                <a:cubicBezTo>
                  <a:pt x="135" y="128"/>
                  <a:pt x="138" y="123"/>
                  <a:pt x="141" y="118"/>
                </a:cubicBezTo>
                <a:cubicBezTo>
                  <a:pt x="146" y="106"/>
                  <a:pt x="146" y="94"/>
                  <a:pt x="141" y="81"/>
                </a:cubicBezTo>
                <a:cubicBezTo>
                  <a:pt x="133" y="63"/>
                  <a:pt x="113" y="52"/>
                  <a:pt x="93" y="56"/>
                </a:cubicBezTo>
                <a:cubicBezTo>
                  <a:pt x="76" y="58"/>
                  <a:pt x="65" y="68"/>
                  <a:pt x="59" y="83"/>
                </a:cubicBezTo>
                <a:cubicBezTo>
                  <a:pt x="53" y="96"/>
                  <a:pt x="54" y="109"/>
                  <a:pt x="61" y="121"/>
                </a:cubicBezTo>
                <a:cubicBezTo>
                  <a:pt x="64" y="128"/>
                  <a:pt x="69" y="135"/>
                  <a:pt x="73" y="141"/>
                </a:cubicBezTo>
                <a:cubicBezTo>
                  <a:pt x="76" y="145"/>
                  <a:pt x="77" y="150"/>
                  <a:pt x="77" y="155"/>
                </a:cubicBezTo>
                <a:cubicBezTo>
                  <a:pt x="77" y="159"/>
                  <a:pt x="79" y="162"/>
                  <a:pt x="84" y="162"/>
                </a:cubicBezTo>
                <a:cubicBezTo>
                  <a:pt x="89" y="162"/>
                  <a:pt x="94" y="162"/>
                  <a:pt x="100" y="162"/>
                </a:cubicBezTo>
                <a:cubicBezTo>
                  <a:pt x="105" y="162"/>
                  <a:pt x="111" y="162"/>
                  <a:pt x="116" y="162"/>
                </a:cubicBezTo>
                <a:close/>
                <a:moveTo>
                  <a:pt x="79" y="79"/>
                </a:moveTo>
                <a:cubicBezTo>
                  <a:pt x="89" y="68"/>
                  <a:pt x="104" y="67"/>
                  <a:pt x="114" y="74"/>
                </a:cubicBezTo>
                <a:cubicBezTo>
                  <a:pt x="90" y="76"/>
                  <a:pt x="76" y="90"/>
                  <a:pt x="75" y="115"/>
                </a:cubicBezTo>
                <a:cubicBezTo>
                  <a:pt x="68" y="104"/>
                  <a:pt x="69" y="88"/>
                  <a:pt x="79" y="79"/>
                </a:cubicBezTo>
                <a:close/>
                <a:moveTo>
                  <a:pt x="83" y="169"/>
                </a:moveTo>
                <a:cubicBezTo>
                  <a:pt x="80" y="169"/>
                  <a:pt x="77" y="172"/>
                  <a:pt x="77" y="175"/>
                </a:cubicBezTo>
                <a:cubicBezTo>
                  <a:pt x="77" y="179"/>
                  <a:pt x="77" y="183"/>
                  <a:pt x="77" y="187"/>
                </a:cubicBezTo>
                <a:cubicBezTo>
                  <a:pt x="77" y="190"/>
                  <a:pt x="79" y="192"/>
                  <a:pt x="83" y="192"/>
                </a:cubicBezTo>
                <a:cubicBezTo>
                  <a:pt x="83" y="192"/>
                  <a:pt x="84" y="192"/>
                  <a:pt x="85" y="192"/>
                </a:cubicBezTo>
                <a:cubicBezTo>
                  <a:pt x="87" y="192"/>
                  <a:pt x="88" y="193"/>
                  <a:pt x="88" y="194"/>
                </a:cubicBezTo>
                <a:cubicBezTo>
                  <a:pt x="94" y="202"/>
                  <a:pt x="105" y="202"/>
                  <a:pt x="111" y="195"/>
                </a:cubicBezTo>
                <a:cubicBezTo>
                  <a:pt x="112" y="193"/>
                  <a:pt x="114" y="192"/>
                  <a:pt x="116" y="192"/>
                </a:cubicBezTo>
                <a:cubicBezTo>
                  <a:pt x="116" y="192"/>
                  <a:pt x="116" y="192"/>
                  <a:pt x="116" y="192"/>
                </a:cubicBezTo>
                <a:cubicBezTo>
                  <a:pt x="121" y="192"/>
                  <a:pt x="123" y="190"/>
                  <a:pt x="123" y="186"/>
                </a:cubicBezTo>
                <a:cubicBezTo>
                  <a:pt x="123" y="183"/>
                  <a:pt x="123" y="179"/>
                  <a:pt x="123" y="176"/>
                </a:cubicBezTo>
                <a:cubicBezTo>
                  <a:pt x="123" y="172"/>
                  <a:pt x="121" y="169"/>
                  <a:pt x="116" y="169"/>
                </a:cubicBezTo>
                <a:cubicBezTo>
                  <a:pt x="111" y="169"/>
                  <a:pt x="105" y="169"/>
                  <a:pt x="100" y="169"/>
                </a:cubicBezTo>
                <a:cubicBezTo>
                  <a:pt x="94" y="169"/>
                  <a:pt x="89" y="169"/>
                  <a:pt x="83" y="169"/>
                </a:cubicBezTo>
                <a:close/>
                <a:moveTo>
                  <a:pt x="57" y="46"/>
                </a:moveTo>
                <a:cubicBezTo>
                  <a:pt x="51" y="40"/>
                  <a:pt x="46" y="35"/>
                  <a:pt x="40" y="30"/>
                </a:cubicBezTo>
                <a:cubicBezTo>
                  <a:pt x="37" y="26"/>
                  <a:pt x="32" y="27"/>
                  <a:pt x="29" y="30"/>
                </a:cubicBezTo>
                <a:cubicBezTo>
                  <a:pt x="26" y="33"/>
                  <a:pt x="27" y="37"/>
                  <a:pt x="30" y="40"/>
                </a:cubicBezTo>
                <a:cubicBezTo>
                  <a:pt x="35" y="46"/>
                  <a:pt x="40" y="51"/>
                  <a:pt x="45" y="56"/>
                </a:cubicBezTo>
                <a:cubicBezTo>
                  <a:pt x="46" y="57"/>
                  <a:pt x="46" y="57"/>
                  <a:pt x="47" y="57"/>
                </a:cubicBezTo>
                <a:cubicBezTo>
                  <a:pt x="49" y="59"/>
                  <a:pt x="52" y="59"/>
                  <a:pt x="55" y="58"/>
                </a:cubicBezTo>
                <a:cubicBezTo>
                  <a:pt x="57" y="56"/>
                  <a:pt x="58" y="54"/>
                  <a:pt x="59" y="50"/>
                </a:cubicBezTo>
                <a:cubicBezTo>
                  <a:pt x="58" y="49"/>
                  <a:pt x="58" y="47"/>
                  <a:pt x="57" y="46"/>
                </a:cubicBezTo>
                <a:close/>
                <a:moveTo>
                  <a:pt x="160" y="30"/>
                </a:moveTo>
                <a:cubicBezTo>
                  <a:pt x="154" y="35"/>
                  <a:pt x="149" y="40"/>
                  <a:pt x="144" y="46"/>
                </a:cubicBezTo>
                <a:cubicBezTo>
                  <a:pt x="142" y="48"/>
                  <a:pt x="141" y="51"/>
                  <a:pt x="142" y="54"/>
                </a:cubicBezTo>
                <a:cubicBezTo>
                  <a:pt x="144" y="59"/>
                  <a:pt x="150" y="61"/>
                  <a:pt x="154" y="57"/>
                </a:cubicBezTo>
                <a:cubicBezTo>
                  <a:pt x="160" y="51"/>
                  <a:pt x="165" y="46"/>
                  <a:pt x="171" y="40"/>
                </a:cubicBezTo>
                <a:cubicBezTo>
                  <a:pt x="171" y="40"/>
                  <a:pt x="171" y="40"/>
                  <a:pt x="171" y="39"/>
                </a:cubicBezTo>
                <a:cubicBezTo>
                  <a:pt x="173" y="37"/>
                  <a:pt x="173" y="34"/>
                  <a:pt x="172" y="32"/>
                </a:cubicBezTo>
                <a:cubicBezTo>
                  <a:pt x="171" y="29"/>
                  <a:pt x="168" y="28"/>
                  <a:pt x="165" y="27"/>
                </a:cubicBezTo>
                <a:cubicBezTo>
                  <a:pt x="163" y="27"/>
                  <a:pt x="161" y="28"/>
                  <a:pt x="160" y="30"/>
                </a:cubicBezTo>
                <a:close/>
                <a:moveTo>
                  <a:pt x="40" y="171"/>
                </a:moveTo>
                <a:cubicBezTo>
                  <a:pt x="46" y="165"/>
                  <a:pt x="51" y="160"/>
                  <a:pt x="56" y="155"/>
                </a:cubicBezTo>
                <a:cubicBezTo>
                  <a:pt x="58" y="152"/>
                  <a:pt x="59" y="150"/>
                  <a:pt x="58" y="146"/>
                </a:cubicBezTo>
                <a:cubicBezTo>
                  <a:pt x="56" y="141"/>
                  <a:pt x="50" y="140"/>
                  <a:pt x="45" y="144"/>
                </a:cubicBezTo>
                <a:cubicBezTo>
                  <a:pt x="40" y="149"/>
                  <a:pt x="35" y="154"/>
                  <a:pt x="30" y="160"/>
                </a:cubicBezTo>
                <a:cubicBezTo>
                  <a:pt x="29" y="160"/>
                  <a:pt x="29" y="160"/>
                  <a:pt x="29" y="161"/>
                </a:cubicBezTo>
                <a:cubicBezTo>
                  <a:pt x="27" y="163"/>
                  <a:pt x="27" y="166"/>
                  <a:pt x="28" y="169"/>
                </a:cubicBezTo>
                <a:cubicBezTo>
                  <a:pt x="29" y="172"/>
                  <a:pt x="32" y="173"/>
                  <a:pt x="35" y="173"/>
                </a:cubicBezTo>
                <a:cubicBezTo>
                  <a:pt x="37" y="173"/>
                  <a:pt x="39" y="172"/>
                  <a:pt x="40" y="171"/>
                </a:cubicBezTo>
                <a:close/>
                <a:moveTo>
                  <a:pt x="173" y="165"/>
                </a:moveTo>
                <a:cubicBezTo>
                  <a:pt x="172" y="164"/>
                  <a:pt x="172" y="162"/>
                  <a:pt x="171" y="160"/>
                </a:cubicBezTo>
                <a:cubicBezTo>
                  <a:pt x="165" y="155"/>
                  <a:pt x="160" y="149"/>
                  <a:pt x="154" y="144"/>
                </a:cubicBezTo>
                <a:cubicBezTo>
                  <a:pt x="151" y="141"/>
                  <a:pt x="146" y="141"/>
                  <a:pt x="143" y="144"/>
                </a:cubicBezTo>
                <a:cubicBezTo>
                  <a:pt x="141" y="147"/>
                  <a:pt x="141" y="152"/>
                  <a:pt x="144" y="155"/>
                </a:cubicBezTo>
                <a:cubicBezTo>
                  <a:pt x="149" y="160"/>
                  <a:pt x="154" y="165"/>
                  <a:pt x="159" y="170"/>
                </a:cubicBezTo>
                <a:cubicBezTo>
                  <a:pt x="160" y="171"/>
                  <a:pt x="160" y="171"/>
                  <a:pt x="161" y="172"/>
                </a:cubicBezTo>
                <a:cubicBezTo>
                  <a:pt x="163" y="173"/>
                  <a:pt x="166" y="173"/>
                  <a:pt x="169" y="172"/>
                </a:cubicBezTo>
                <a:cubicBezTo>
                  <a:pt x="171" y="171"/>
                  <a:pt x="173" y="169"/>
                  <a:pt x="173" y="166"/>
                </a:cubicBezTo>
                <a:cubicBezTo>
                  <a:pt x="173" y="166"/>
                  <a:pt x="173" y="165"/>
                  <a:pt x="173" y="165"/>
                </a:cubicBezTo>
                <a:close/>
              </a:path>
            </a:pathLst>
          </a:custGeom>
          <a:solidFill>
            <a:srgbClr val="5B6F9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A2C33DD-EBE0-77F4-EC68-42FAAF7B180B}"/>
              </a:ext>
            </a:extLst>
          </p:cNvPr>
          <p:cNvSpPr txBox="1"/>
          <p:nvPr/>
        </p:nvSpPr>
        <p:spPr>
          <a:xfrm>
            <a:off x="8987558" y="3567707"/>
            <a:ext cx="3001566" cy="486670"/>
          </a:xfrm>
          <a:prstGeom prst="roundRect">
            <a:avLst>
              <a:gd name="adj" fmla="val 7565"/>
            </a:avLst>
          </a:prstGeom>
          <a:solidFill>
            <a:srgbClr val="FFF4D9"/>
          </a:solidFill>
          <a:ln w="6350" cmpd="sng">
            <a:noFill/>
            <a:miter lim="800000"/>
            <a:headEnd/>
            <a:tailEnd/>
          </a:ln>
          <a:effectLst>
            <a:outerShdw blurRad="254000" dist="38100" dir="5400000" rotWithShape="0">
              <a:srgbClr val="DA9C00">
                <a:alpha val="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 algn="ctr">
              <a:defRPr sz="1400">
                <a:solidFill>
                  <a:srgbClr val="26303D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F0F3C44-974F-7FE0-3946-701812C1282C}"/>
              </a:ext>
            </a:extLst>
          </p:cNvPr>
          <p:cNvSpPr txBox="1"/>
          <p:nvPr/>
        </p:nvSpPr>
        <p:spPr>
          <a:xfrm>
            <a:off x="9466231" y="3675177"/>
            <a:ext cx="1601721" cy="271730"/>
          </a:xfrm>
          <a:prstGeom prst="roundRect">
            <a:avLst>
              <a:gd name="adj" fmla="val 7565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3526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Labor Isnisiuta Liqui</a:t>
            </a:r>
          </a:p>
        </p:txBody>
      </p:sp>
      <p:sp>
        <p:nvSpPr>
          <p:cNvPr id="202" name="Freeform 32">
            <a:extLst>
              <a:ext uri="{FF2B5EF4-FFF2-40B4-BE49-F238E27FC236}">
                <a16:creationId xmlns:a16="http://schemas.microsoft.com/office/drawing/2014/main" id="{DE8FD84D-A232-1E70-DBC2-F24AE643FDDA}"/>
              </a:ext>
            </a:extLst>
          </p:cNvPr>
          <p:cNvSpPr>
            <a:spLocks noEditPoints="1"/>
          </p:cNvSpPr>
          <p:nvPr/>
        </p:nvSpPr>
        <p:spPr bwMode="auto">
          <a:xfrm>
            <a:off x="9079849" y="3643945"/>
            <a:ext cx="308302" cy="334195"/>
          </a:xfrm>
          <a:custGeom>
            <a:avLst/>
            <a:gdLst>
              <a:gd name="T0" fmla="*/ 63 w 200"/>
              <a:gd name="T1" fmla="*/ 89 h 230"/>
              <a:gd name="T2" fmla="*/ 45 w 200"/>
              <a:gd name="T3" fmla="*/ 87 h 230"/>
              <a:gd name="T4" fmla="*/ 140 w 200"/>
              <a:gd name="T5" fmla="*/ 140 h 230"/>
              <a:gd name="T6" fmla="*/ 155 w 200"/>
              <a:gd name="T7" fmla="*/ 144 h 230"/>
              <a:gd name="T8" fmla="*/ 137 w 200"/>
              <a:gd name="T9" fmla="*/ 91 h 230"/>
              <a:gd name="T10" fmla="*/ 100 w 200"/>
              <a:gd name="T11" fmla="*/ 71 h 230"/>
              <a:gd name="T12" fmla="*/ 64 w 200"/>
              <a:gd name="T13" fmla="*/ 91 h 230"/>
              <a:gd name="T14" fmla="*/ 66 w 200"/>
              <a:gd name="T15" fmla="*/ 139 h 230"/>
              <a:gd name="T16" fmla="*/ 103 w 200"/>
              <a:gd name="T17" fmla="*/ 158 h 230"/>
              <a:gd name="T18" fmla="*/ 139 w 200"/>
              <a:gd name="T19" fmla="*/ 134 h 230"/>
              <a:gd name="T20" fmla="*/ 45 w 200"/>
              <a:gd name="T21" fmla="*/ 143 h 230"/>
              <a:gd name="T22" fmla="*/ 63 w 200"/>
              <a:gd name="T23" fmla="*/ 141 h 230"/>
              <a:gd name="T24" fmla="*/ 142 w 200"/>
              <a:gd name="T25" fmla="*/ 95 h 230"/>
              <a:gd name="T26" fmla="*/ 153 w 200"/>
              <a:gd name="T27" fmla="*/ 81 h 230"/>
              <a:gd name="T28" fmla="*/ 198 w 200"/>
              <a:gd name="T29" fmla="*/ 56 h 230"/>
              <a:gd name="T30" fmla="*/ 178 w 200"/>
              <a:gd name="T31" fmla="*/ 45 h 230"/>
              <a:gd name="T32" fmla="*/ 158 w 200"/>
              <a:gd name="T33" fmla="*/ 56 h 230"/>
              <a:gd name="T34" fmla="*/ 160 w 200"/>
              <a:gd name="T35" fmla="*/ 85 h 230"/>
              <a:gd name="T36" fmla="*/ 181 w 200"/>
              <a:gd name="T37" fmla="*/ 95 h 230"/>
              <a:gd name="T38" fmla="*/ 200 w 200"/>
              <a:gd name="T39" fmla="*/ 80 h 230"/>
              <a:gd name="T40" fmla="*/ 100 w 200"/>
              <a:gd name="T41" fmla="*/ 54 h 230"/>
              <a:gd name="T42" fmla="*/ 98 w 200"/>
              <a:gd name="T43" fmla="*/ 68 h 230"/>
              <a:gd name="T44" fmla="*/ 104 w 200"/>
              <a:gd name="T45" fmla="*/ 52 h 230"/>
              <a:gd name="T46" fmla="*/ 103 w 200"/>
              <a:gd name="T47" fmla="*/ 177 h 230"/>
              <a:gd name="T48" fmla="*/ 100 w 200"/>
              <a:gd name="T49" fmla="*/ 162 h 230"/>
              <a:gd name="T50" fmla="*/ 98 w 200"/>
              <a:gd name="T51" fmla="*/ 177 h 230"/>
              <a:gd name="T52" fmla="*/ 103 w 200"/>
              <a:gd name="T53" fmla="*/ 180 h 230"/>
              <a:gd name="T54" fmla="*/ 82 w 200"/>
              <a:gd name="T55" fmla="*/ 190 h 230"/>
              <a:gd name="T56" fmla="*/ 81 w 200"/>
              <a:gd name="T57" fmla="*/ 219 h 230"/>
              <a:gd name="T58" fmla="*/ 100 w 200"/>
              <a:gd name="T59" fmla="*/ 230 h 230"/>
              <a:gd name="T60" fmla="*/ 120 w 200"/>
              <a:gd name="T61" fmla="*/ 219 h 230"/>
              <a:gd name="T62" fmla="*/ 198 w 200"/>
              <a:gd name="T63" fmla="*/ 146 h 230"/>
              <a:gd name="T64" fmla="*/ 178 w 200"/>
              <a:gd name="T65" fmla="*/ 135 h 230"/>
              <a:gd name="T66" fmla="*/ 158 w 200"/>
              <a:gd name="T67" fmla="*/ 146 h 230"/>
              <a:gd name="T68" fmla="*/ 159 w 200"/>
              <a:gd name="T69" fmla="*/ 175 h 230"/>
              <a:gd name="T70" fmla="*/ 181 w 200"/>
              <a:gd name="T71" fmla="*/ 185 h 230"/>
              <a:gd name="T72" fmla="*/ 200 w 200"/>
              <a:gd name="T73" fmla="*/ 170 h 230"/>
              <a:gd name="T74" fmla="*/ 42 w 200"/>
              <a:gd name="T75" fmla="*/ 145 h 230"/>
              <a:gd name="T76" fmla="*/ 21 w 200"/>
              <a:gd name="T77" fmla="*/ 135 h 230"/>
              <a:gd name="T78" fmla="*/ 1 w 200"/>
              <a:gd name="T79" fmla="*/ 150 h 230"/>
              <a:gd name="T80" fmla="*/ 19 w 200"/>
              <a:gd name="T81" fmla="*/ 184 h 230"/>
              <a:gd name="T82" fmla="*/ 26 w 200"/>
              <a:gd name="T83" fmla="*/ 184 h 230"/>
              <a:gd name="T84" fmla="*/ 45 w 200"/>
              <a:gd name="T85" fmla="*/ 149 h 230"/>
              <a:gd name="T86" fmla="*/ 97 w 200"/>
              <a:gd name="T87" fmla="*/ 49 h 230"/>
              <a:gd name="T88" fmla="*/ 104 w 200"/>
              <a:gd name="T89" fmla="*/ 49 h 230"/>
              <a:gd name="T90" fmla="*/ 123 w 200"/>
              <a:gd name="T91" fmla="*/ 15 h 230"/>
              <a:gd name="T92" fmla="*/ 103 w 200"/>
              <a:gd name="T93" fmla="*/ 1 h 230"/>
              <a:gd name="T94" fmla="*/ 82 w 200"/>
              <a:gd name="T95" fmla="*/ 11 h 230"/>
              <a:gd name="T96" fmla="*/ 81 w 200"/>
              <a:gd name="T97" fmla="*/ 40 h 230"/>
              <a:gd name="T98" fmla="*/ 20 w 200"/>
              <a:gd name="T99" fmla="*/ 95 h 230"/>
              <a:gd name="T100" fmla="*/ 41 w 200"/>
              <a:gd name="T101" fmla="*/ 85 h 230"/>
              <a:gd name="T102" fmla="*/ 43 w 200"/>
              <a:gd name="T103" fmla="*/ 56 h 230"/>
              <a:gd name="T104" fmla="*/ 23 w 200"/>
              <a:gd name="T105" fmla="*/ 45 h 230"/>
              <a:gd name="T106" fmla="*/ 3 w 200"/>
              <a:gd name="T107" fmla="*/ 56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0" h="230">
                <a:moveTo>
                  <a:pt x="59" y="95"/>
                </a:moveTo>
                <a:cubicBezTo>
                  <a:pt x="59" y="94"/>
                  <a:pt x="59" y="94"/>
                  <a:pt x="59" y="94"/>
                </a:cubicBezTo>
                <a:cubicBezTo>
                  <a:pt x="59" y="92"/>
                  <a:pt x="60" y="90"/>
                  <a:pt x="61" y="90"/>
                </a:cubicBezTo>
                <a:cubicBezTo>
                  <a:pt x="63" y="89"/>
                  <a:pt x="63" y="89"/>
                  <a:pt x="63" y="89"/>
                </a:cubicBezTo>
                <a:cubicBezTo>
                  <a:pt x="48" y="80"/>
                  <a:pt x="48" y="80"/>
                  <a:pt x="48" y="80"/>
                </a:cubicBezTo>
                <a:cubicBezTo>
                  <a:pt x="48" y="82"/>
                  <a:pt x="48" y="82"/>
                  <a:pt x="48" y="82"/>
                </a:cubicBezTo>
                <a:cubicBezTo>
                  <a:pt x="48" y="84"/>
                  <a:pt x="47" y="85"/>
                  <a:pt x="46" y="86"/>
                </a:cubicBezTo>
                <a:cubicBezTo>
                  <a:pt x="45" y="87"/>
                  <a:pt x="45" y="87"/>
                  <a:pt x="45" y="87"/>
                </a:cubicBezTo>
                <a:lnTo>
                  <a:pt x="59" y="95"/>
                </a:lnTo>
                <a:close/>
                <a:moveTo>
                  <a:pt x="142" y="135"/>
                </a:moveTo>
                <a:cubicBezTo>
                  <a:pt x="142" y="136"/>
                  <a:pt x="142" y="136"/>
                  <a:pt x="142" y="136"/>
                </a:cubicBezTo>
                <a:cubicBezTo>
                  <a:pt x="142" y="138"/>
                  <a:pt x="141" y="140"/>
                  <a:pt x="140" y="140"/>
                </a:cubicBezTo>
                <a:cubicBezTo>
                  <a:pt x="139" y="141"/>
                  <a:pt x="139" y="141"/>
                  <a:pt x="139" y="141"/>
                </a:cubicBezTo>
                <a:cubicBezTo>
                  <a:pt x="153" y="150"/>
                  <a:pt x="153" y="150"/>
                  <a:pt x="153" y="150"/>
                </a:cubicBezTo>
                <a:cubicBezTo>
                  <a:pt x="153" y="148"/>
                  <a:pt x="153" y="148"/>
                  <a:pt x="153" y="148"/>
                </a:cubicBezTo>
                <a:cubicBezTo>
                  <a:pt x="153" y="146"/>
                  <a:pt x="154" y="145"/>
                  <a:pt x="155" y="144"/>
                </a:cubicBezTo>
                <a:cubicBezTo>
                  <a:pt x="157" y="143"/>
                  <a:pt x="157" y="143"/>
                  <a:pt x="157" y="143"/>
                </a:cubicBezTo>
                <a:lnTo>
                  <a:pt x="142" y="135"/>
                </a:lnTo>
                <a:close/>
                <a:moveTo>
                  <a:pt x="139" y="95"/>
                </a:moveTo>
                <a:cubicBezTo>
                  <a:pt x="139" y="94"/>
                  <a:pt x="138" y="92"/>
                  <a:pt x="137" y="91"/>
                </a:cubicBezTo>
                <a:cubicBezTo>
                  <a:pt x="135" y="90"/>
                  <a:pt x="135" y="90"/>
                  <a:pt x="135" y="90"/>
                </a:cubicBezTo>
                <a:cubicBezTo>
                  <a:pt x="104" y="72"/>
                  <a:pt x="104" y="72"/>
                  <a:pt x="104" y="72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2" y="71"/>
                  <a:pt x="101" y="71"/>
                  <a:pt x="100" y="71"/>
                </a:cubicBezTo>
                <a:cubicBezTo>
                  <a:pt x="100" y="71"/>
                  <a:pt x="99" y="71"/>
                  <a:pt x="98" y="72"/>
                </a:cubicBezTo>
                <a:cubicBezTo>
                  <a:pt x="97" y="73"/>
                  <a:pt x="97" y="73"/>
                  <a:pt x="97" y="73"/>
                </a:cubicBezTo>
                <a:cubicBezTo>
                  <a:pt x="66" y="90"/>
                  <a:pt x="66" y="90"/>
                  <a:pt x="66" y="90"/>
                </a:cubicBezTo>
                <a:cubicBezTo>
                  <a:pt x="64" y="91"/>
                  <a:pt x="64" y="91"/>
                  <a:pt x="64" y="91"/>
                </a:cubicBezTo>
                <a:cubicBezTo>
                  <a:pt x="63" y="92"/>
                  <a:pt x="62" y="93"/>
                  <a:pt x="62" y="95"/>
                </a:cubicBezTo>
                <a:cubicBezTo>
                  <a:pt x="62" y="134"/>
                  <a:pt x="62" y="134"/>
                  <a:pt x="62" y="134"/>
                </a:cubicBezTo>
                <a:cubicBezTo>
                  <a:pt x="62" y="136"/>
                  <a:pt x="63" y="137"/>
                  <a:pt x="64" y="138"/>
                </a:cubicBezTo>
                <a:cubicBezTo>
                  <a:pt x="66" y="139"/>
                  <a:pt x="66" y="139"/>
                  <a:pt x="66" y="139"/>
                </a:cubicBezTo>
                <a:cubicBezTo>
                  <a:pt x="97" y="157"/>
                  <a:pt x="97" y="157"/>
                  <a:pt x="97" y="157"/>
                </a:cubicBezTo>
                <a:cubicBezTo>
                  <a:pt x="98" y="158"/>
                  <a:pt x="98" y="158"/>
                  <a:pt x="98" y="158"/>
                </a:cubicBezTo>
                <a:cubicBezTo>
                  <a:pt x="99" y="158"/>
                  <a:pt x="100" y="158"/>
                  <a:pt x="100" y="158"/>
                </a:cubicBezTo>
                <a:cubicBezTo>
                  <a:pt x="101" y="158"/>
                  <a:pt x="102" y="158"/>
                  <a:pt x="103" y="158"/>
                </a:cubicBezTo>
                <a:cubicBezTo>
                  <a:pt x="104" y="157"/>
                  <a:pt x="104" y="157"/>
                  <a:pt x="104" y="157"/>
                </a:cubicBezTo>
                <a:cubicBezTo>
                  <a:pt x="135" y="139"/>
                  <a:pt x="135" y="139"/>
                  <a:pt x="135" y="139"/>
                </a:cubicBezTo>
                <a:cubicBezTo>
                  <a:pt x="136" y="138"/>
                  <a:pt x="136" y="138"/>
                  <a:pt x="136" y="138"/>
                </a:cubicBezTo>
                <a:cubicBezTo>
                  <a:pt x="138" y="137"/>
                  <a:pt x="139" y="136"/>
                  <a:pt x="139" y="134"/>
                </a:cubicBezTo>
                <a:cubicBezTo>
                  <a:pt x="139" y="95"/>
                  <a:pt x="139" y="95"/>
                  <a:pt x="139" y="95"/>
                </a:cubicBezTo>
                <a:close/>
                <a:moveTo>
                  <a:pt x="59" y="136"/>
                </a:moveTo>
                <a:cubicBezTo>
                  <a:pt x="59" y="135"/>
                  <a:pt x="59" y="135"/>
                  <a:pt x="59" y="135"/>
                </a:cubicBezTo>
                <a:cubicBezTo>
                  <a:pt x="45" y="143"/>
                  <a:pt x="45" y="143"/>
                  <a:pt x="45" y="143"/>
                </a:cubicBezTo>
                <a:cubicBezTo>
                  <a:pt x="46" y="144"/>
                  <a:pt x="46" y="144"/>
                  <a:pt x="46" y="144"/>
                </a:cubicBezTo>
                <a:cubicBezTo>
                  <a:pt x="47" y="145"/>
                  <a:pt x="48" y="146"/>
                  <a:pt x="48" y="148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63" y="141"/>
                  <a:pt x="63" y="141"/>
                  <a:pt x="63" y="141"/>
                </a:cubicBezTo>
                <a:cubicBezTo>
                  <a:pt x="61" y="140"/>
                  <a:pt x="61" y="140"/>
                  <a:pt x="61" y="140"/>
                </a:cubicBezTo>
                <a:cubicBezTo>
                  <a:pt x="60" y="140"/>
                  <a:pt x="59" y="138"/>
                  <a:pt x="59" y="136"/>
                </a:cubicBezTo>
                <a:close/>
                <a:moveTo>
                  <a:pt x="142" y="94"/>
                </a:moveTo>
                <a:cubicBezTo>
                  <a:pt x="142" y="95"/>
                  <a:pt x="142" y="95"/>
                  <a:pt x="142" y="95"/>
                </a:cubicBezTo>
                <a:cubicBezTo>
                  <a:pt x="157" y="87"/>
                  <a:pt x="157" y="87"/>
                  <a:pt x="157" y="87"/>
                </a:cubicBezTo>
                <a:cubicBezTo>
                  <a:pt x="155" y="86"/>
                  <a:pt x="155" y="86"/>
                  <a:pt x="155" y="86"/>
                </a:cubicBezTo>
                <a:cubicBezTo>
                  <a:pt x="154" y="85"/>
                  <a:pt x="153" y="84"/>
                  <a:pt x="153" y="82"/>
                </a:cubicBezTo>
                <a:cubicBezTo>
                  <a:pt x="153" y="81"/>
                  <a:pt x="153" y="81"/>
                  <a:pt x="153" y="81"/>
                </a:cubicBezTo>
                <a:cubicBezTo>
                  <a:pt x="139" y="89"/>
                  <a:pt x="139" y="89"/>
                  <a:pt x="139" y="89"/>
                </a:cubicBezTo>
                <a:cubicBezTo>
                  <a:pt x="140" y="90"/>
                  <a:pt x="140" y="90"/>
                  <a:pt x="140" y="90"/>
                </a:cubicBezTo>
                <a:cubicBezTo>
                  <a:pt x="141" y="90"/>
                  <a:pt x="142" y="92"/>
                  <a:pt x="142" y="94"/>
                </a:cubicBezTo>
                <a:close/>
                <a:moveTo>
                  <a:pt x="198" y="56"/>
                </a:moveTo>
                <a:cubicBezTo>
                  <a:pt x="197" y="55"/>
                  <a:pt x="197" y="55"/>
                  <a:pt x="197" y="55"/>
                </a:cubicBezTo>
                <a:cubicBezTo>
                  <a:pt x="182" y="46"/>
                  <a:pt x="182" y="46"/>
                  <a:pt x="182" y="46"/>
                </a:cubicBezTo>
                <a:cubicBezTo>
                  <a:pt x="181" y="46"/>
                  <a:pt x="181" y="46"/>
                  <a:pt x="181" y="46"/>
                </a:cubicBezTo>
                <a:cubicBezTo>
                  <a:pt x="180" y="45"/>
                  <a:pt x="179" y="45"/>
                  <a:pt x="178" y="45"/>
                </a:cubicBezTo>
                <a:cubicBezTo>
                  <a:pt x="177" y="45"/>
                  <a:pt x="177" y="45"/>
                  <a:pt x="176" y="46"/>
                </a:cubicBezTo>
                <a:cubicBezTo>
                  <a:pt x="175" y="46"/>
                  <a:pt x="175" y="46"/>
                  <a:pt x="175" y="46"/>
                </a:cubicBezTo>
                <a:cubicBezTo>
                  <a:pt x="159" y="55"/>
                  <a:pt x="159" y="55"/>
                  <a:pt x="159" y="55"/>
                </a:cubicBezTo>
                <a:cubicBezTo>
                  <a:pt x="158" y="56"/>
                  <a:pt x="158" y="56"/>
                  <a:pt x="158" y="56"/>
                </a:cubicBezTo>
                <a:cubicBezTo>
                  <a:pt x="157" y="57"/>
                  <a:pt x="156" y="58"/>
                  <a:pt x="156" y="60"/>
                </a:cubicBezTo>
                <a:cubicBezTo>
                  <a:pt x="156" y="81"/>
                  <a:pt x="156" y="81"/>
                  <a:pt x="156" y="81"/>
                </a:cubicBezTo>
                <a:cubicBezTo>
                  <a:pt x="156" y="82"/>
                  <a:pt x="157" y="84"/>
                  <a:pt x="158" y="85"/>
                </a:cubicBezTo>
                <a:cubicBezTo>
                  <a:pt x="160" y="85"/>
                  <a:pt x="160" y="85"/>
                  <a:pt x="160" y="85"/>
                </a:cubicBezTo>
                <a:cubicBezTo>
                  <a:pt x="175" y="94"/>
                  <a:pt x="175" y="94"/>
                  <a:pt x="175" y="94"/>
                </a:cubicBezTo>
                <a:cubicBezTo>
                  <a:pt x="176" y="95"/>
                  <a:pt x="176" y="95"/>
                  <a:pt x="176" y="95"/>
                </a:cubicBezTo>
                <a:cubicBezTo>
                  <a:pt x="177" y="95"/>
                  <a:pt x="178" y="96"/>
                  <a:pt x="178" y="96"/>
                </a:cubicBezTo>
                <a:cubicBezTo>
                  <a:pt x="179" y="96"/>
                  <a:pt x="180" y="95"/>
                  <a:pt x="181" y="95"/>
                </a:cubicBezTo>
                <a:cubicBezTo>
                  <a:pt x="182" y="94"/>
                  <a:pt x="182" y="94"/>
                  <a:pt x="182" y="94"/>
                </a:cubicBezTo>
                <a:cubicBezTo>
                  <a:pt x="197" y="85"/>
                  <a:pt x="197" y="85"/>
                  <a:pt x="197" y="85"/>
                </a:cubicBezTo>
                <a:cubicBezTo>
                  <a:pt x="198" y="85"/>
                  <a:pt x="198" y="85"/>
                  <a:pt x="198" y="85"/>
                </a:cubicBezTo>
                <a:cubicBezTo>
                  <a:pt x="200" y="84"/>
                  <a:pt x="200" y="82"/>
                  <a:pt x="200" y="80"/>
                </a:cubicBezTo>
                <a:cubicBezTo>
                  <a:pt x="200" y="60"/>
                  <a:pt x="200" y="60"/>
                  <a:pt x="200" y="60"/>
                </a:cubicBezTo>
                <a:cubicBezTo>
                  <a:pt x="200" y="58"/>
                  <a:pt x="200" y="57"/>
                  <a:pt x="198" y="56"/>
                </a:cubicBezTo>
                <a:close/>
                <a:moveTo>
                  <a:pt x="103" y="53"/>
                </a:moveTo>
                <a:cubicBezTo>
                  <a:pt x="102" y="54"/>
                  <a:pt x="101" y="54"/>
                  <a:pt x="100" y="54"/>
                </a:cubicBezTo>
                <a:cubicBezTo>
                  <a:pt x="100" y="54"/>
                  <a:pt x="99" y="54"/>
                  <a:pt x="98" y="53"/>
                </a:cubicBezTo>
                <a:cubicBezTo>
                  <a:pt x="97" y="52"/>
                  <a:pt x="97" y="52"/>
                  <a:pt x="97" y="52"/>
                </a:cubicBezTo>
                <a:cubicBezTo>
                  <a:pt x="97" y="69"/>
                  <a:pt x="97" y="69"/>
                  <a:pt x="97" y="69"/>
                </a:cubicBezTo>
                <a:cubicBezTo>
                  <a:pt x="98" y="68"/>
                  <a:pt x="98" y="68"/>
                  <a:pt x="98" y="68"/>
                </a:cubicBezTo>
                <a:cubicBezTo>
                  <a:pt x="99" y="68"/>
                  <a:pt x="100" y="68"/>
                  <a:pt x="100" y="68"/>
                </a:cubicBezTo>
                <a:cubicBezTo>
                  <a:pt x="101" y="68"/>
                  <a:pt x="102" y="68"/>
                  <a:pt x="103" y="68"/>
                </a:cubicBezTo>
                <a:cubicBezTo>
                  <a:pt x="104" y="69"/>
                  <a:pt x="104" y="69"/>
                  <a:pt x="104" y="69"/>
                </a:cubicBezTo>
                <a:cubicBezTo>
                  <a:pt x="104" y="52"/>
                  <a:pt x="104" y="52"/>
                  <a:pt x="104" y="52"/>
                </a:cubicBezTo>
                <a:lnTo>
                  <a:pt x="103" y="53"/>
                </a:lnTo>
                <a:close/>
                <a:moveTo>
                  <a:pt x="98" y="177"/>
                </a:moveTo>
                <a:cubicBezTo>
                  <a:pt x="99" y="176"/>
                  <a:pt x="100" y="176"/>
                  <a:pt x="100" y="176"/>
                </a:cubicBezTo>
                <a:cubicBezTo>
                  <a:pt x="101" y="176"/>
                  <a:pt x="102" y="176"/>
                  <a:pt x="103" y="177"/>
                </a:cubicBezTo>
                <a:cubicBezTo>
                  <a:pt x="104" y="177"/>
                  <a:pt x="104" y="177"/>
                  <a:pt x="104" y="177"/>
                </a:cubicBezTo>
                <a:cubicBezTo>
                  <a:pt x="104" y="161"/>
                  <a:pt x="104" y="161"/>
                  <a:pt x="104" y="161"/>
                </a:cubicBezTo>
                <a:cubicBezTo>
                  <a:pt x="103" y="162"/>
                  <a:pt x="103" y="162"/>
                  <a:pt x="103" y="162"/>
                </a:cubicBezTo>
                <a:cubicBezTo>
                  <a:pt x="102" y="162"/>
                  <a:pt x="101" y="162"/>
                  <a:pt x="100" y="162"/>
                </a:cubicBezTo>
                <a:cubicBezTo>
                  <a:pt x="100" y="162"/>
                  <a:pt x="99" y="162"/>
                  <a:pt x="98" y="162"/>
                </a:cubicBezTo>
                <a:cubicBezTo>
                  <a:pt x="97" y="161"/>
                  <a:pt x="97" y="161"/>
                  <a:pt x="97" y="161"/>
                </a:cubicBezTo>
                <a:cubicBezTo>
                  <a:pt x="97" y="178"/>
                  <a:pt x="97" y="178"/>
                  <a:pt x="97" y="178"/>
                </a:cubicBezTo>
                <a:lnTo>
                  <a:pt x="98" y="177"/>
                </a:lnTo>
                <a:close/>
                <a:moveTo>
                  <a:pt x="120" y="190"/>
                </a:moveTo>
                <a:cubicBezTo>
                  <a:pt x="119" y="190"/>
                  <a:pt x="119" y="190"/>
                  <a:pt x="119" y="190"/>
                </a:cubicBezTo>
                <a:cubicBezTo>
                  <a:pt x="104" y="181"/>
                  <a:pt x="104" y="181"/>
                  <a:pt x="104" y="181"/>
                </a:cubicBezTo>
                <a:cubicBezTo>
                  <a:pt x="103" y="180"/>
                  <a:pt x="103" y="180"/>
                  <a:pt x="103" y="180"/>
                </a:cubicBezTo>
                <a:cubicBezTo>
                  <a:pt x="102" y="180"/>
                  <a:pt x="101" y="179"/>
                  <a:pt x="100" y="179"/>
                </a:cubicBezTo>
                <a:cubicBezTo>
                  <a:pt x="100" y="179"/>
                  <a:pt x="99" y="180"/>
                  <a:pt x="98" y="180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82" y="190"/>
                  <a:pt x="82" y="190"/>
                  <a:pt x="82" y="190"/>
                </a:cubicBezTo>
                <a:cubicBezTo>
                  <a:pt x="81" y="190"/>
                  <a:pt x="81" y="190"/>
                  <a:pt x="81" y="190"/>
                </a:cubicBezTo>
                <a:cubicBezTo>
                  <a:pt x="79" y="191"/>
                  <a:pt x="78" y="193"/>
                  <a:pt x="78" y="194"/>
                </a:cubicBezTo>
                <a:cubicBezTo>
                  <a:pt x="78" y="215"/>
                  <a:pt x="78" y="215"/>
                  <a:pt x="78" y="215"/>
                </a:cubicBezTo>
                <a:cubicBezTo>
                  <a:pt x="78" y="216"/>
                  <a:pt x="79" y="218"/>
                  <a:pt x="81" y="219"/>
                </a:cubicBezTo>
                <a:cubicBezTo>
                  <a:pt x="82" y="220"/>
                  <a:pt x="82" y="220"/>
                  <a:pt x="82" y="220"/>
                </a:cubicBezTo>
                <a:cubicBezTo>
                  <a:pt x="97" y="228"/>
                  <a:pt x="97" y="228"/>
                  <a:pt x="97" y="228"/>
                </a:cubicBezTo>
                <a:cubicBezTo>
                  <a:pt x="98" y="229"/>
                  <a:pt x="98" y="229"/>
                  <a:pt x="98" y="229"/>
                </a:cubicBezTo>
                <a:cubicBezTo>
                  <a:pt x="99" y="229"/>
                  <a:pt x="100" y="230"/>
                  <a:pt x="100" y="230"/>
                </a:cubicBezTo>
                <a:cubicBezTo>
                  <a:pt x="101" y="230"/>
                  <a:pt x="102" y="229"/>
                  <a:pt x="103" y="229"/>
                </a:cubicBezTo>
                <a:cubicBezTo>
                  <a:pt x="104" y="228"/>
                  <a:pt x="104" y="228"/>
                  <a:pt x="104" y="228"/>
                </a:cubicBezTo>
                <a:cubicBezTo>
                  <a:pt x="119" y="220"/>
                  <a:pt x="119" y="220"/>
                  <a:pt x="119" y="220"/>
                </a:cubicBezTo>
                <a:cubicBezTo>
                  <a:pt x="120" y="219"/>
                  <a:pt x="120" y="219"/>
                  <a:pt x="120" y="219"/>
                </a:cubicBezTo>
                <a:cubicBezTo>
                  <a:pt x="122" y="218"/>
                  <a:pt x="123" y="217"/>
                  <a:pt x="123" y="215"/>
                </a:cubicBezTo>
                <a:cubicBezTo>
                  <a:pt x="123" y="194"/>
                  <a:pt x="123" y="194"/>
                  <a:pt x="123" y="194"/>
                </a:cubicBezTo>
                <a:cubicBezTo>
                  <a:pt x="123" y="193"/>
                  <a:pt x="122" y="191"/>
                  <a:pt x="120" y="190"/>
                </a:cubicBezTo>
                <a:close/>
                <a:moveTo>
                  <a:pt x="198" y="146"/>
                </a:moveTo>
                <a:cubicBezTo>
                  <a:pt x="197" y="145"/>
                  <a:pt x="197" y="145"/>
                  <a:pt x="197" y="145"/>
                </a:cubicBezTo>
                <a:cubicBezTo>
                  <a:pt x="182" y="136"/>
                  <a:pt x="182" y="136"/>
                  <a:pt x="182" y="136"/>
                </a:cubicBezTo>
                <a:cubicBezTo>
                  <a:pt x="181" y="135"/>
                  <a:pt x="181" y="135"/>
                  <a:pt x="181" y="135"/>
                </a:cubicBezTo>
                <a:cubicBezTo>
                  <a:pt x="180" y="135"/>
                  <a:pt x="179" y="135"/>
                  <a:pt x="178" y="135"/>
                </a:cubicBezTo>
                <a:cubicBezTo>
                  <a:pt x="178" y="135"/>
                  <a:pt x="177" y="135"/>
                  <a:pt x="176" y="135"/>
                </a:cubicBezTo>
                <a:cubicBezTo>
                  <a:pt x="175" y="136"/>
                  <a:pt x="175" y="136"/>
                  <a:pt x="175" y="136"/>
                </a:cubicBezTo>
                <a:cubicBezTo>
                  <a:pt x="160" y="145"/>
                  <a:pt x="160" y="145"/>
                  <a:pt x="160" y="145"/>
                </a:cubicBezTo>
                <a:cubicBezTo>
                  <a:pt x="158" y="146"/>
                  <a:pt x="158" y="146"/>
                  <a:pt x="158" y="146"/>
                </a:cubicBezTo>
                <a:cubicBezTo>
                  <a:pt x="157" y="146"/>
                  <a:pt x="156" y="148"/>
                  <a:pt x="156" y="150"/>
                </a:cubicBezTo>
                <a:cubicBezTo>
                  <a:pt x="156" y="170"/>
                  <a:pt x="156" y="170"/>
                  <a:pt x="156" y="170"/>
                </a:cubicBezTo>
                <a:cubicBezTo>
                  <a:pt x="156" y="172"/>
                  <a:pt x="157" y="173"/>
                  <a:pt x="158" y="174"/>
                </a:cubicBezTo>
                <a:cubicBezTo>
                  <a:pt x="159" y="175"/>
                  <a:pt x="159" y="175"/>
                  <a:pt x="159" y="175"/>
                </a:cubicBezTo>
                <a:cubicBezTo>
                  <a:pt x="175" y="184"/>
                  <a:pt x="175" y="184"/>
                  <a:pt x="175" y="184"/>
                </a:cubicBezTo>
                <a:cubicBezTo>
                  <a:pt x="176" y="185"/>
                  <a:pt x="176" y="185"/>
                  <a:pt x="176" y="185"/>
                </a:cubicBezTo>
                <a:cubicBezTo>
                  <a:pt x="177" y="185"/>
                  <a:pt x="178" y="185"/>
                  <a:pt x="178" y="185"/>
                </a:cubicBezTo>
                <a:cubicBezTo>
                  <a:pt x="179" y="185"/>
                  <a:pt x="180" y="185"/>
                  <a:pt x="181" y="185"/>
                </a:cubicBezTo>
                <a:cubicBezTo>
                  <a:pt x="182" y="184"/>
                  <a:pt x="182" y="184"/>
                  <a:pt x="182" y="184"/>
                </a:cubicBezTo>
                <a:cubicBezTo>
                  <a:pt x="197" y="175"/>
                  <a:pt x="197" y="175"/>
                  <a:pt x="197" y="175"/>
                </a:cubicBezTo>
                <a:cubicBezTo>
                  <a:pt x="198" y="174"/>
                  <a:pt x="198" y="174"/>
                  <a:pt x="198" y="174"/>
                </a:cubicBezTo>
                <a:cubicBezTo>
                  <a:pt x="200" y="174"/>
                  <a:pt x="200" y="172"/>
                  <a:pt x="200" y="170"/>
                </a:cubicBezTo>
                <a:cubicBezTo>
                  <a:pt x="200" y="150"/>
                  <a:pt x="200" y="150"/>
                  <a:pt x="200" y="150"/>
                </a:cubicBezTo>
                <a:cubicBezTo>
                  <a:pt x="200" y="148"/>
                  <a:pt x="200" y="146"/>
                  <a:pt x="198" y="146"/>
                </a:cubicBezTo>
                <a:close/>
                <a:moveTo>
                  <a:pt x="43" y="146"/>
                </a:moveTo>
                <a:cubicBezTo>
                  <a:pt x="42" y="145"/>
                  <a:pt x="42" y="145"/>
                  <a:pt x="42" y="145"/>
                </a:cubicBezTo>
                <a:cubicBezTo>
                  <a:pt x="26" y="136"/>
                  <a:pt x="26" y="136"/>
                  <a:pt x="26" y="136"/>
                </a:cubicBezTo>
                <a:cubicBezTo>
                  <a:pt x="25" y="135"/>
                  <a:pt x="25" y="135"/>
                  <a:pt x="25" y="135"/>
                </a:cubicBezTo>
                <a:cubicBezTo>
                  <a:pt x="25" y="135"/>
                  <a:pt x="24" y="135"/>
                  <a:pt x="23" y="135"/>
                </a:cubicBezTo>
                <a:cubicBezTo>
                  <a:pt x="23" y="135"/>
                  <a:pt x="22" y="135"/>
                  <a:pt x="21" y="135"/>
                </a:cubicBezTo>
                <a:cubicBezTo>
                  <a:pt x="20" y="136"/>
                  <a:pt x="20" y="136"/>
                  <a:pt x="20" y="136"/>
                </a:cubicBezTo>
                <a:cubicBezTo>
                  <a:pt x="4" y="145"/>
                  <a:pt x="4" y="145"/>
                  <a:pt x="4" y="145"/>
                </a:cubicBezTo>
                <a:cubicBezTo>
                  <a:pt x="3" y="146"/>
                  <a:pt x="3" y="146"/>
                  <a:pt x="3" y="146"/>
                </a:cubicBezTo>
                <a:cubicBezTo>
                  <a:pt x="2" y="146"/>
                  <a:pt x="1" y="148"/>
                  <a:pt x="1" y="150"/>
                </a:cubicBezTo>
                <a:cubicBezTo>
                  <a:pt x="1" y="170"/>
                  <a:pt x="1" y="170"/>
                  <a:pt x="1" y="170"/>
                </a:cubicBezTo>
                <a:cubicBezTo>
                  <a:pt x="1" y="172"/>
                  <a:pt x="2" y="173"/>
                  <a:pt x="3" y="174"/>
                </a:cubicBezTo>
                <a:cubicBezTo>
                  <a:pt x="4" y="175"/>
                  <a:pt x="4" y="175"/>
                  <a:pt x="4" y="175"/>
                </a:cubicBezTo>
                <a:cubicBezTo>
                  <a:pt x="19" y="184"/>
                  <a:pt x="19" y="184"/>
                  <a:pt x="19" y="184"/>
                </a:cubicBezTo>
                <a:cubicBezTo>
                  <a:pt x="21" y="184"/>
                  <a:pt x="21" y="184"/>
                  <a:pt x="21" y="184"/>
                </a:cubicBezTo>
                <a:cubicBezTo>
                  <a:pt x="21" y="185"/>
                  <a:pt x="22" y="185"/>
                  <a:pt x="23" y="185"/>
                </a:cubicBezTo>
                <a:cubicBezTo>
                  <a:pt x="24" y="185"/>
                  <a:pt x="25" y="185"/>
                  <a:pt x="25" y="184"/>
                </a:cubicBezTo>
                <a:cubicBezTo>
                  <a:pt x="26" y="184"/>
                  <a:pt x="26" y="184"/>
                  <a:pt x="26" y="184"/>
                </a:cubicBezTo>
                <a:cubicBezTo>
                  <a:pt x="42" y="175"/>
                  <a:pt x="42" y="175"/>
                  <a:pt x="42" y="175"/>
                </a:cubicBezTo>
                <a:cubicBezTo>
                  <a:pt x="43" y="174"/>
                  <a:pt x="43" y="174"/>
                  <a:pt x="43" y="174"/>
                </a:cubicBezTo>
                <a:cubicBezTo>
                  <a:pt x="44" y="173"/>
                  <a:pt x="45" y="172"/>
                  <a:pt x="45" y="170"/>
                </a:cubicBezTo>
                <a:cubicBezTo>
                  <a:pt x="45" y="149"/>
                  <a:pt x="45" y="149"/>
                  <a:pt x="45" y="149"/>
                </a:cubicBezTo>
                <a:cubicBezTo>
                  <a:pt x="45" y="148"/>
                  <a:pt x="44" y="146"/>
                  <a:pt x="43" y="146"/>
                </a:cubicBezTo>
                <a:close/>
                <a:moveTo>
                  <a:pt x="81" y="40"/>
                </a:moveTo>
                <a:cubicBezTo>
                  <a:pt x="82" y="40"/>
                  <a:pt x="82" y="40"/>
                  <a:pt x="82" y="40"/>
                </a:cubicBezTo>
                <a:cubicBezTo>
                  <a:pt x="97" y="49"/>
                  <a:pt x="97" y="49"/>
                  <a:pt x="97" y="49"/>
                </a:cubicBezTo>
                <a:cubicBezTo>
                  <a:pt x="98" y="50"/>
                  <a:pt x="98" y="50"/>
                  <a:pt x="98" y="50"/>
                </a:cubicBezTo>
                <a:cubicBezTo>
                  <a:pt x="99" y="50"/>
                  <a:pt x="100" y="51"/>
                  <a:pt x="100" y="51"/>
                </a:cubicBezTo>
                <a:cubicBezTo>
                  <a:pt x="101" y="51"/>
                  <a:pt x="102" y="50"/>
                  <a:pt x="103" y="50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19" y="40"/>
                  <a:pt x="119" y="40"/>
                  <a:pt x="119" y="40"/>
                </a:cubicBezTo>
                <a:cubicBezTo>
                  <a:pt x="120" y="40"/>
                  <a:pt x="120" y="40"/>
                  <a:pt x="120" y="40"/>
                </a:cubicBezTo>
                <a:cubicBezTo>
                  <a:pt x="122" y="39"/>
                  <a:pt x="123" y="37"/>
                  <a:pt x="123" y="36"/>
                </a:cubicBezTo>
                <a:cubicBezTo>
                  <a:pt x="123" y="15"/>
                  <a:pt x="123" y="15"/>
                  <a:pt x="123" y="15"/>
                </a:cubicBezTo>
                <a:cubicBezTo>
                  <a:pt x="123" y="14"/>
                  <a:pt x="122" y="12"/>
                  <a:pt x="120" y="11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04" y="2"/>
                  <a:pt x="104" y="2"/>
                  <a:pt x="104" y="2"/>
                </a:cubicBezTo>
                <a:cubicBezTo>
                  <a:pt x="103" y="1"/>
                  <a:pt x="103" y="1"/>
                  <a:pt x="103" y="1"/>
                </a:cubicBezTo>
                <a:cubicBezTo>
                  <a:pt x="102" y="1"/>
                  <a:pt x="101" y="0"/>
                  <a:pt x="100" y="0"/>
                </a:cubicBezTo>
                <a:cubicBezTo>
                  <a:pt x="100" y="0"/>
                  <a:pt x="99" y="1"/>
                  <a:pt x="98" y="1"/>
                </a:cubicBezTo>
                <a:cubicBezTo>
                  <a:pt x="97" y="2"/>
                  <a:pt x="97" y="2"/>
                  <a:pt x="97" y="2"/>
                </a:cubicBezTo>
                <a:cubicBezTo>
                  <a:pt x="82" y="11"/>
                  <a:pt x="82" y="11"/>
                  <a:pt x="82" y="11"/>
                </a:cubicBezTo>
                <a:cubicBezTo>
                  <a:pt x="81" y="11"/>
                  <a:pt x="81" y="11"/>
                  <a:pt x="81" y="11"/>
                </a:cubicBezTo>
                <a:cubicBezTo>
                  <a:pt x="79" y="12"/>
                  <a:pt x="78" y="14"/>
                  <a:pt x="78" y="15"/>
                </a:cubicBezTo>
                <a:cubicBezTo>
                  <a:pt x="78" y="36"/>
                  <a:pt x="78" y="36"/>
                  <a:pt x="78" y="36"/>
                </a:cubicBezTo>
                <a:cubicBezTo>
                  <a:pt x="78" y="37"/>
                  <a:pt x="79" y="39"/>
                  <a:pt x="81" y="40"/>
                </a:cubicBezTo>
                <a:close/>
                <a:moveTo>
                  <a:pt x="3" y="84"/>
                </a:moveTo>
                <a:cubicBezTo>
                  <a:pt x="4" y="85"/>
                  <a:pt x="4" y="85"/>
                  <a:pt x="4" y="85"/>
                </a:cubicBezTo>
                <a:cubicBezTo>
                  <a:pt x="19" y="94"/>
                  <a:pt x="19" y="94"/>
                  <a:pt x="19" y="94"/>
                </a:cubicBezTo>
                <a:cubicBezTo>
                  <a:pt x="20" y="95"/>
                  <a:pt x="20" y="95"/>
                  <a:pt x="20" y="95"/>
                </a:cubicBezTo>
                <a:cubicBezTo>
                  <a:pt x="21" y="95"/>
                  <a:pt x="22" y="95"/>
                  <a:pt x="23" y="95"/>
                </a:cubicBezTo>
                <a:cubicBezTo>
                  <a:pt x="24" y="95"/>
                  <a:pt x="24" y="95"/>
                  <a:pt x="25" y="95"/>
                </a:cubicBezTo>
                <a:cubicBezTo>
                  <a:pt x="26" y="94"/>
                  <a:pt x="26" y="94"/>
                  <a:pt x="26" y="94"/>
                </a:cubicBezTo>
                <a:cubicBezTo>
                  <a:pt x="41" y="85"/>
                  <a:pt x="41" y="85"/>
                  <a:pt x="41" y="85"/>
                </a:cubicBezTo>
                <a:cubicBezTo>
                  <a:pt x="43" y="85"/>
                  <a:pt x="43" y="85"/>
                  <a:pt x="43" y="85"/>
                </a:cubicBezTo>
                <a:cubicBezTo>
                  <a:pt x="44" y="84"/>
                  <a:pt x="45" y="82"/>
                  <a:pt x="45" y="8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8"/>
                  <a:pt x="44" y="57"/>
                  <a:pt x="43" y="56"/>
                </a:cubicBezTo>
                <a:cubicBezTo>
                  <a:pt x="42" y="55"/>
                  <a:pt x="42" y="55"/>
                  <a:pt x="42" y="55"/>
                </a:cubicBezTo>
                <a:cubicBezTo>
                  <a:pt x="26" y="46"/>
                  <a:pt x="26" y="46"/>
                  <a:pt x="26" y="46"/>
                </a:cubicBezTo>
                <a:cubicBezTo>
                  <a:pt x="25" y="46"/>
                  <a:pt x="25" y="46"/>
                  <a:pt x="25" y="46"/>
                </a:cubicBezTo>
                <a:cubicBezTo>
                  <a:pt x="24" y="45"/>
                  <a:pt x="23" y="45"/>
                  <a:pt x="23" y="45"/>
                </a:cubicBezTo>
                <a:cubicBezTo>
                  <a:pt x="22" y="45"/>
                  <a:pt x="21" y="45"/>
                  <a:pt x="20" y="46"/>
                </a:cubicBezTo>
                <a:cubicBezTo>
                  <a:pt x="19" y="46"/>
                  <a:pt x="19" y="46"/>
                  <a:pt x="19" y="46"/>
                </a:cubicBezTo>
                <a:cubicBezTo>
                  <a:pt x="4" y="55"/>
                  <a:pt x="4" y="55"/>
                  <a:pt x="4" y="55"/>
                </a:cubicBezTo>
                <a:cubicBezTo>
                  <a:pt x="3" y="56"/>
                  <a:pt x="3" y="56"/>
                  <a:pt x="3" y="56"/>
                </a:cubicBezTo>
                <a:cubicBezTo>
                  <a:pt x="1" y="57"/>
                  <a:pt x="0" y="58"/>
                  <a:pt x="0" y="6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2"/>
                  <a:pt x="1" y="84"/>
                  <a:pt x="3" y="84"/>
                </a:cubicBezTo>
                <a:close/>
              </a:path>
            </a:pathLst>
          </a:custGeom>
          <a:solidFill>
            <a:srgbClr val="5B6F9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3CE390C2-AB68-1F20-9688-D8864F41392C}"/>
              </a:ext>
            </a:extLst>
          </p:cNvPr>
          <p:cNvSpPr txBox="1"/>
          <p:nvPr/>
        </p:nvSpPr>
        <p:spPr>
          <a:xfrm>
            <a:off x="8988790" y="5293979"/>
            <a:ext cx="2999531" cy="486670"/>
          </a:xfrm>
          <a:prstGeom prst="roundRect">
            <a:avLst>
              <a:gd name="adj" fmla="val 7565"/>
            </a:avLst>
          </a:prstGeom>
          <a:solidFill>
            <a:srgbClr val="FFF4D9"/>
          </a:solidFill>
          <a:ln w="6350" cmpd="sng">
            <a:noFill/>
            <a:miter lim="800000"/>
            <a:headEnd/>
            <a:tailEnd/>
          </a:ln>
          <a:effectLst>
            <a:outerShdw blurRad="254000" dist="38100" dir="5400000" rotWithShape="0">
              <a:srgbClr val="DA9C00">
                <a:alpha val="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 algn="ctr">
              <a:defRPr sz="1400">
                <a:solidFill>
                  <a:srgbClr val="26303D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5A64958-3CCF-08CF-2892-0D19AE2D43FF}"/>
              </a:ext>
            </a:extLst>
          </p:cNvPr>
          <p:cNvSpPr txBox="1"/>
          <p:nvPr/>
        </p:nvSpPr>
        <p:spPr>
          <a:xfrm>
            <a:off x="9466231" y="5401449"/>
            <a:ext cx="2451312" cy="271730"/>
          </a:xfrm>
          <a:prstGeom prst="roundRect">
            <a:avLst>
              <a:gd name="adj" fmla="val 7565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3526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Pexeacomm Odocons Equatduis</a:t>
            </a:r>
          </a:p>
        </p:txBody>
      </p:sp>
      <p:sp>
        <p:nvSpPr>
          <p:cNvPr id="205" name="Freeform 40">
            <a:extLst>
              <a:ext uri="{FF2B5EF4-FFF2-40B4-BE49-F238E27FC236}">
                <a16:creationId xmlns:a16="http://schemas.microsoft.com/office/drawing/2014/main" id="{7E743408-B849-29CB-3ADA-9FB37AADF359}"/>
              </a:ext>
            </a:extLst>
          </p:cNvPr>
          <p:cNvSpPr>
            <a:spLocks noEditPoints="1"/>
          </p:cNvSpPr>
          <p:nvPr/>
        </p:nvSpPr>
        <p:spPr bwMode="auto">
          <a:xfrm>
            <a:off x="9097496" y="5388837"/>
            <a:ext cx="285630" cy="296952"/>
          </a:xfrm>
          <a:custGeom>
            <a:avLst/>
            <a:gdLst>
              <a:gd name="T0" fmla="*/ 194 w 200"/>
              <a:gd name="T1" fmla="*/ 118 h 218"/>
              <a:gd name="T2" fmla="*/ 139 w 200"/>
              <a:gd name="T3" fmla="*/ 28 h 218"/>
              <a:gd name="T4" fmla="*/ 127 w 200"/>
              <a:gd name="T5" fmla="*/ 33 h 218"/>
              <a:gd name="T6" fmla="*/ 162 w 200"/>
              <a:gd name="T7" fmla="*/ 71 h 218"/>
              <a:gd name="T8" fmla="*/ 171 w 200"/>
              <a:gd name="T9" fmla="*/ 149 h 218"/>
              <a:gd name="T10" fmla="*/ 159 w 200"/>
              <a:gd name="T11" fmla="*/ 183 h 218"/>
              <a:gd name="T12" fmla="*/ 186 w 200"/>
              <a:gd name="T13" fmla="*/ 159 h 218"/>
              <a:gd name="T14" fmla="*/ 97 w 200"/>
              <a:gd name="T15" fmla="*/ 200 h 218"/>
              <a:gd name="T16" fmla="*/ 36 w 200"/>
              <a:gd name="T17" fmla="*/ 171 h 218"/>
              <a:gd name="T18" fmla="*/ 11 w 200"/>
              <a:gd name="T19" fmla="*/ 145 h 218"/>
              <a:gd name="T20" fmla="*/ 21 w 200"/>
              <a:gd name="T21" fmla="*/ 180 h 218"/>
              <a:gd name="T22" fmla="*/ 97 w 200"/>
              <a:gd name="T23" fmla="*/ 218 h 218"/>
              <a:gd name="T24" fmla="*/ 149 w 200"/>
              <a:gd name="T25" fmla="*/ 191 h 218"/>
              <a:gd name="T26" fmla="*/ 138 w 200"/>
              <a:gd name="T27" fmla="*/ 188 h 218"/>
              <a:gd name="T28" fmla="*/ 18 w 200"/>
              <a:gd name="T29" fmla="*/ 118 h 218"/>
              <a:gd name="T30" fmla="*/ 81 w 200"/>
              <a:gd name="T31" fmla="*/ 37 h 218"/>
              <a:gd name="T32" fmla="*/ 116 w 200"/>
              <a:gd name="T33" fmla="*/ 28 h 218"/>
              <a:gd name="T34" fmla="*/ 81 w 200"/>
              <a:gd name="T35" fmla="*/ 19 h 218"/>
              <a:gd name="T36" fmla="*/ 0 w 200"/>
              <a:gd name="T37" fmla="*/ 118 h 218"/>
              <a:gd name="T38" fmla="*/ 10 w 200"/>
              <a:gd name="T39" fmla="*/ 131 h 218"/>
              <a:gd name="T40" fmla="*/ 18 w 200"/>
              <a:gd name="T41" fmla="*/ 122 h 218"/>
              <a:gd name="T42" fmla="*/ 126 w 200"/>
              <a:gd name="T43" fmla="*/ 151 h 218"/>
              <a:gd name="T44" fmla="*/ 130 w 200"/>
              <a:gd name="T45" fmla="*/ 140 h 218"/>
              <a:gd name="T46" fmla="*/ 130 w 200"/>
              <a:gd name="T47" fmla="*/ 127 h 218"/>
              <a:gd name="T48" fmla="*/ 140 w 200"/>
              <a:gd name="T49" fmla="*/ 121 h 218"/>
              <a:gd name="T50" fmla="*/ 136 w 200"/>
              <a:gd name="T51" fmla="*/ 110 h 218"/>
              <a:gd name="T52" fmla="*/ 126 w 200"/>
              <a:gd name="T53" fmla="*/ 101 h 218"/>
              <a:gd name="T54" fmla="*/ 129 w 200"/>
              <a:gd name="T55" fmla="*/ 89 h 218"/>
              <a:gd name="T56" fmla="*/ 119 w 200"/>
              <a:gd name="T57" fmla="*/ 85 h 218"/>
              <a:gd name="T58" fmla="*/ 107 w 200"/>
              <a:gd name="T59" fmla="*/ 85 h 218"/>
              <a:gd name="T60" fmla="*/ 100 w 200"/>
              <a:gd name="T61" fmla="*/ 74 h 218"/>
              <a:gd name="T62" fmla="*/ 90 w 200"/>
              <a:gd name="T63" fmla="*/ 78 h 218"/>
              <a:gd name="T64" fmla="*/ 81 w 200"/>
              <a:gd name="T65" fmla="*/ 88 h 218"/>
              <a:gd name="T66" fmla="*/ 70 w 200"/>
              <a:gd name="T67" fmla="*/ 85 h 218"/>
              <a:gd name="T68" fmla="*/ 65 w 200"/>
              <a:gd name="T69" fmla="*/ 95 h 218"/>
              <a:gd name="T70" fmla="*/ 65 w 200"/>
              <a:gd name="T71" fmla="*/ 109 h 218"/>
              <a:gd name="T72" fmla="*/ 55 w 200"/>
              <a:gd name="T73" fmla="*/ 115 h 218"/>
              <a:gd name="T74" fmla="*/ 59 w 200"/>
              <a:gd name="T75" fmla="*/ 126 h 218"/>
              <a:gd name="T76" fmla="*/ 69 w 200"/>
              <a:gd name="T77" fmla="*/ 135 h 218"/>
              <a:gd name="T78" fmla="*/ 66 w 200"/>
              <a:gd name="T79" fmla="*/ 147 h 218"/>
              <a:gd name="T80" fmla="*/ 76 w 200"/>
              <a:gd name="T81" fmla="*/ 152 h 218"/>
              <a:gd name="T82" fmla="*/ 89 w 200"/>
              <a:gd name="T83" fmla="*/ 151 h 218"/>
              <a:gd name="T84" fmla="*/ 95 w 200"/>
              <a:gd name="T85" fmla="*/ 162 h 218"/>
              <a:gd name="T86" fmla="*/ 105 w 200"/>
              <a:gd name="T87" fmla="*/ 157 h 218"/>
              <a:gd name="T88" fmla="*/ 115 w 200"/>
              <a:gd name="T89" fmla="*/ 147 h 218"/>
              <a:gd name="T90" fmla="*/ 126 w 200"/>
              <a:gd name="T91" fmla="*/ 151 h 218"/>
              <a:gd name="T92" fmla="*/ 83 w 200"/>
              <a:gd name="T93" fmla="*/ 118 h 218"/>
              <a:gd name="T94" fmla="*/ 112 w 200"/>
              <a:gd name="T95" fmla="*/ 118 h 218"/>
              <a:gd name="T96" fmla="*/ 97 w 200"/>
              <a:gd name="T97" fmla="*/ 133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0" h="218">
                <a:moveTo>
                  <a:pt x="186" y="159"/>
                </a:moveTo>
                <a:cubicBezTo>
                  <a:pt x="191" y="146"/>
                  <a:pt x="194" y="132"/>
                  <a:pt x="194" y="118"/>
                </a:cubicBezTo>
                <a:cubicBezTo>
                  <a:pt x="194" y="97"/>
                  <a:pt x="188" y="76"/>
                  <a:pt x="176" y="60"/>
                </a:cubicBezTo>
                <a:cubicBezTo>
                  <a:pt x="167" y="47"/>
                  <a:pt x="154" y="35"/>
                  <a:pt x="139" y="28"/>
                </a:cubicBezTo>
                <a:cubicBezTo>
                  <a:pt x="135" y="26"/>
                  <a:pt x="129" y="28"/>
                  <a:pt x="127" y="33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6" y="37"/>
                  <a:pt x="128" y="42"/>
                  <a:pt x="132" y="44"/>
                </a:cubicBezTo>
                <a:cubicBezTo>
                  <a:pt x="144" y="50"/>
                  <a:pt x="154" y="59"/>
                  <a:pt x="162" y="71"/>
                </a:cubicBezTo>
                <a:cubicBezTo>
                  <a:pt x="172" y="84"/>
                  <a:pt x="177" y="100"/>
                  <a:pt x="177" y="118"/>
                </a:cubicBezTo>
                <a:cubicBezTo>
                  <a:pt x="177" y="129"/>
                  <a:pt x="175" y="139"/>
                  <a:pt x="171" y="149"/>
                </a:cubicBezTo>
                <a:cubicBezTo>
                  <a:pt x="155" y="138"/>
                  <a:pt x="155" y="138"/>
                  <a:pt x="155" y="138"/>
                </a:cubicBezTo>
                <a:cubicBezTo>
                  <a:pt x="159" y="183"/>
                  <a:pt x="159" y="183"/>
                  <a:pt x="159" y="183"/>
                </a:cubicBezTo>
                <a:cubicBezTo>
                  <a:pt x="200" y="168"/>
                  <a:pt x="200" y="168"/>
                  <a:pt x="200" y="168"/>
                </a:cubicBezTo>
                <a:cubicBezTo>
                  <a:pt x="186" y="159"/>
                  <a:pt x="186" y="159"/>
                  <a:pt x="186" y="159"/>
                </a:cubicBezTo>
                <a:cubicBezTo>
                  <a:pt x="186" y="159"/>
                  <a:pt x="186" y="159"/>
                  <a:pt x="186" y="159"/>
                </a:cubicBezTo>
                <a:close/>
                <a:moveTo>
                  <a:pt x="97" y="200"/>
                </a:moveTo>
                <a:cubicBezTo>
                  <a:pt x="83" y="200"/>
                  <a:pt x="69" y="196"/>
                  <a:pt x="57" y="190"/>
                </a:cubicBezTo>
                <a:cubicBezTo>
                  <a:pt x="49" y="185"/>
                  <a:pt x="42" y="178"/>
                  <a:pt x="36" y="171"/>
                </a:cubicBezTo>
                <a:cubicBezTo>
                  <a:pt x="51" y="162"/>
                  <a:pt x="51" y="162"/>
                  <a:pt x="51" y="162"/>
                </a:cubicBezTo>
                <a:cubicBezTo>
                  <a:pt x="11" y="145"/>
                  <a:pt x="11" y="145"/>
                  <a:pt x="11" y="145"/>
                </a:cubicBezTo>
                <a:cubicBezTo>
                  <a:pt x="5" y="189"/>
                  <a:pt x="5" y="189"/>
                  <a:pt x="5" y="189"/>
                </a:cubicBezTo>
                <a:cubicBezTo>
                  <a:pt x="21" y="180"/>
                  <a:pt x="21" y="180"/>
                  <a:pt x="21" y="180"/>
                </a:cubicBezTo>
                <a:cubicBezTo>
                  <a:pt x="29" y="190"/>
                  <a:pt x="38" y="199"/>
                  <a:pt x="49" y="205"/>
                </a:cubicBezTo>
                <a:cubicBezTo>
                  <a:pt x="63" y="213"/>
                  <a:pt x="80" y="218"/>
                  <a:pt x="97" y="218"/>
                </a:cubicBezTo>
                <a:cubicBezTo>
                  <a:pt x="115" y="218"/>
                  <a:pt x="132" y="213"/>
                  <a:pt x="146" y="204"/>
                </a:cubicBezTo>
                <a:cubicBezTo>
                  <a:pt x="151" y="201"/>
                  <a:pt x="152" y="195"/>
                  <a:pt x="149" y="191"/>
                </a:cubicBezTo>
                <a:cubicBezTo>
                  <a:pt x="149" y="191"/>
                  <a:pt x="149" y="191"/>
                  <a:pt x="149" y="191"/>
                </a:cubicBezTo>
                <a:cubicBezTo>
                  <a:pt x="146" y="188"/>
                  <a:pt x="142" y="187"/>
                  <a:pt x="138" y="188"/>
                </a:cubicBezTo>
                <a:cubicBezTo>
                  <a:pt x="126" y="196"/>
                  <a:pt x="112" y="200"/>
                  <a:pt x="97" y="200"/>
                </a:cubicBezTo>
                <a:close/>
                <a:moveTo>
                  <a:pt x="18" y="118"/>
                </a:moveTo>
                <a:cubicBezTo>
                  <a:pt x="18" y="95"/>
                  <a:pt x="26" y="75"/>
                  <a:pt x="41" y="60"/>
                </a:cubicBezTo>
                <a:cubicBezTo>
                  <a:pt x="51" y="49"/>
                  <a:pt x="65" y="40"/>
                  <a:pt x="81" y="37"/>
                </a:cubicBezTo>
                <a:cubicBezTo>
                  <a:pt x="81" y="56"/>
                  <a:pt x="81" y="56"/>
                  <a:pt x="81" y="56"/>
                </a:cubicBezTo>
                <a:cubicBezTo>
                  <a:pt x="116" y="28"/>
                  <a:pt x="116" y="28"/>
                  <a:pt x="116" y="28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19"/>
                  <a:pt x="81" y="19"/>
                  <a:pt x="81" y="19"/>
                </a:cubicBezTo>
                <a:cubicBezTo>
                  <a:pt x="61" y="23"/>
                  <a:pt x="43" y="33"/>
                  <a:pt x="29" y="47"/>
                </a:cubicBezTo>
                <a:cubicBezTo>
                  <a:pt x="11" y="65"/>
                  <a:pt x="0" y="90"/>
                  <a:pt x="0" y="118"/>
                </a:cubicBezTo>
                <a:cubicBezTo>
                  <a:pt x="0" y="119"/>
                  <a:pt x="0" y="121"/>
                  <a:pt x="0" y="123"/>
                </a:cubicBezTo>
                <a:cubicBezTo>
                  <a:pt x="0" y="128"/>
                  <a:pt x="5" y="131"/>
                  <a:pt x="10" y="131"/>
                </a:cubicBezTo>
                <a:cubicBezTo>
                  <a:pt x="10" y="131"/>
                  <a:pt x="10" y="131"/>
                  <a:pt x="10" y="131"/>
                </a:cubicBezTo>
                <a:cubicBezTo>
                  <a:pt x="15" y="130"/>
                  <a:pt x="18" y="126"/>
                  <a:pt x="18" y="122"/>
                </a:cubicBezTo>
                <a:cubicBezTo>
                  <a:pt x="18" y="121"/>
                  <a:pt x="18" y="119"/>
                  <a:pt x="18" y="118"/>
                </a:cubicBezTo>
                <a:close/>
                <a:moveTo>
                  <a:pt x="126" y="151"/>
                </a:moveTo>
                <a:cubicBezTo>
                  <a:pt x="129" y="147"/>
                  <a:pt x="129" y="147"/>
                  <a:pt x="129" y="147"/>
                </a:cubicBezTo>
                <a:cubicBezTo>
                  <a:pt x="131" y="145"/>
                  <a:pt x="132" y="142"/>
                  <a:pt x="130" y="140"/>
                </a:cubicBezTo>
                <a:cubicBezTo>
                  <a:pt x="126" y="135"/>
                  <a:pt x="126" y="135"/>
                  <a:pt x="126" y="135"/>
                </a:cubicBezTo>
                <a:cubicBezTo>
                  <a:pt x="128" y="133"/>
                  <a:pt x="129" y="130"/>
                  <a:pt x="130" y="127"/>
                </a:cubicBezTo>
                <a:cubicBezTo>
                  <a:pt x="136" y="126"/>
                  <a:pt x="136" y="126"/>
                  <a:pt x="136" y="126"/>
                </a:cubicBezTo>
                <a:cubicBezTo>
                  <a:pt x="138" y="125"/>
                  <a:pt x="140" y="123"/>
                  <a:pt x="140" y="121"/>
                </a:cubicBezTo>
                <a:cubicBezTo>
                  <a:pt x="140" y="115"/>
                  <a:pt x="140" y="115"/>
                  <a:pt x="140" y="115"/>
                </a:cubicBezTo>
                <a:cubicBezTo>
                  <a:pt x="140" y="113"/>
                  <a:pt x="138" y="111"/>
                  <a:pt x="136" y="110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29" y="106"/>
                  <a:pt x="128" y="104"/>
                  <a:pt x="126" y="101"/>
                </a:cubicBezTo>
                <a:cubicBezTo>
                  <a:pt x="130" y="95"/>
                  <a:pt x="130" y="95"/>
                  <a:pt x="130" y="95"/>
                </a:cubicBezTo>
                <a:cubicBezTo>
                  <a:pt x="132" y="94"/>
                  <a:pt x="131" y="91"/>
                  <a:pt x="129" y="89"/>
                </a:cubicBezTo>
                <a:cubicBezTo>
                  <a:pt x="126" y="85"/>
                  <a:pt x="126" y="85"/>
                  <a:pt x="126" y="85"/>
                </a:cubicBezTo>
                <a:cubicBezTo>
                  <a:pt x="124" y="83"/>
                  <a:pt x="121" y="83"/>
                  <a:pt x="119" y="85"/>
                </a:cubicBezTo>
                <a:cubicBezTo>
                  <a:pt x="114" y="88"/>
                  <a:pt x="114" y="88"/>
                  <a:pt x="114" y="88"/>
                </a:cubicBezTo>
                <a:cubicBezTo>
                  <a:pt x="111" y="87"/>
                  <a:pt x="109" y="86"/>
                  <a:pt x="107" y="85"/>
                </a:cubicBezTo>
                <a:cubicBezTo>
                  <a:pt x="105" y="78"/>
                  <a:pt x="105" y="78"/>
                  <a:pt x="105" y="78"/>
                </a:cubicBezTo>
                <a:cubicBezTo>
                  <a:pt x="105" y="76"/>
                  <a:pt x="103" y="74"/>
                  <a:pt x="100" y="74"/>
                </a:cubicBezTo>
                <a:cubicBezTo>
                  <a:pt x="95" y="74"/>
                  <a:pt x="95" y="74"/>
                  <a:pt x="95" y="74"/>
                </a:cubicBezTo>
                <a:cubicBezTo>
                  <a:pt x="92" y="74"/>
                  <a:pt x="91" y="76"/>
                  <a:pt x="90" y="78"/>
                </a:cubicBezTo>
                <a:cubicBezTo>
                  <a:pt x="89" y="85"/>
                  <a:pt x="89" y="85"/>
                  <a:pt x="89" y="85"/>
                </a:cubicBezTo>
                <a:cubicBezTo>
                  <a:pt x="86" y="86"/>
                  <a:pt x="83" y="87"/>
                  <a:pt x="81" y="88"/>
                </a:cubicBezTo>
                <a:cubicBezTo>
                  <a:pt x="76" y="85"/>
                  <a:pt x="76" y="85"/>
                  <a:pt x="76" y="85"/>
                </a:cubicBezTo>
                <a:cubicBezTo>
                  <a:pt x="74" y="83"/>
                  <a:pt x="71" y="83"/>
                  <a:pt x="70" y="85"/>
                </a:cubicBezTo>
                <a:cubicBezTo>
                  <a:pt x="65" y="89"/>
                  <a:pt x="65" y="89"/>
                  <a:pt x="65" y="89"/>
                </a:cubicBezTo>
                <a:cubicBezTo>
                  <a:pt x="64" y="91"/>
                  <a:pt x="64" y="94"/>
                  <a:pt x="65" y="95"/>
                </a:cubicBezTo>
                <a:cubicBezTo>
                  <a:pt x="69" y="101"/>
                  <a:pt x="69" y="101"/>
                  <a:pt x="69" y="101"/>
                </a:cubicBezTo>
                <a:cubicBezTo>
                  <a:pt x="67" y="104"/>
                  <a:pt x="67" y="106"/>
                  <a:pt x="65" y="109"/>
                </a:cubicBezTo>
                <a:cubicBezTo>
                  <a:pt x="59" y="110"/>
                  <a:pt x="59" y="110"/>
                  <a:pt x="59" y="110"/>
                </a:cubicBezTo>
                <a:cubicBezTo>
                  <a:pt x="57" y="111"/>
                  <a:pt x="55" y="113"/>
                  <a:pt x="55" y="115"/>
                </a:cubicBezTo>
                <a:cubicBezTo>
                  <a:pt x="55" y="121"/>
                  <a:pt x="55" y="121"/>
                  <a:pt x="55" y="121"/>
                </a:cubicBezTo>
                <a:cubicBezTo>
                  <a:pt x="55" y="123"/>
                  <a:pt x="57" y="125"/>
                  <a:pt x="59" y="126"/>
                </a:cubicBezTo>
                <a:cubicBezTo>
                  <a:pt x="65" y="127"/>
                  <a:pt x="65" y="127"/>
                  <a:pt x="65" y="127"/>
                </a:cubicBezTo>
                <a:cubicBezTo>
                  <a:pt x="67" y="130"/>
                  <a:pt x="67" y="133"/>
                  <a:pt x="69" y="135"/>
                </a:cubicBezTo>
                <a:cubicBezTo>
                  <a:pt x="65" y="140"/>
                  <a:pt x="65" y="140"/>
                  <a:pt x="65" y="140"/>
                </a:cubicBezTo>
                <a:cubicBezTo>
                  <a:pt x="64" y="142"/>
                  <a:pt x="64" y="145"/>
                  <a:pt x="66" y="147"/>
                </a:cubicBezTo>
                <a:cubicBezTo>
                  <a:pt x="70" y="151"/>
                  <a:pt x="70" y="151"/>
                  <a:pt x="70" y="151"/>
                </a:cubicBezTo>
                <a:cubicBezTo>
                  <a:pt x="71" y="152"/>
                  <a:pt x="74" y="153"/>
                  <a:pt x="76" y="152"/>
                </a:cubicBezTo>
                <a:cubicBezTo>
                  <a:pt x="81" y="147"/>
                  <a:pt x="81" y="147"/>
                  <a:pt x="81" y="147"/>
                </a:cubicBezTo>
                <a:cubicBezTo>
                  <a:pt x="84" y="149"/>
                  <a:pt x="86" y="150"/>
                  <a:pt x="89" y="151"/>
                </a:cubicBezTo>
                <a:cubicBezTo>
                  <a:pt x="90" y="157"/>
                  <a:pt x="90" y="157"/>
                  <a:pt x="90" y="157"/>
                </a:cubicBezTo>
                <a:cubicBezTo>
                  <a:pt x="91" y="160"/>
                  <a:pt x="92" y="162"/>
                  <a:pt x="95" y="162"/>
                </a:cubicBezTo>
                <a:cubicBezTo>
                  <a:pt x="100" y="162"/>
                  <a:pt x="100" y="162"/>
                  <a:pt x="100" y="162"/>
                </a:cubicBezTo>
                <a:cubicBezTo>
                  <a:pt x="103" y="162"/>
                  <a:pt x="105" y="160"/>
                  <a:pt x="105" y="157"/>
                </a:cubicBezTo>
                <a:cubicBezTo>
                  <a:pt x="107" y="151"/>
                  <a:pt x="107" y="151"/>
                  <a:pt x="107" y="151"/>
                </a:cubicBezTo>
                <a:cubicBezTo>
                  <a:pt x="109" y="150"/>
                  <a:pt x="112" y="149"/>
                  <a:pt x="115" y="147"/>
                </a:cubicBezTo>
                <a:cubicBezTo>
                  <a:pt x="119" y="151"/>
                  <a:pt x="119" y="151"/>
                  <a:pt x="119" y="151"/>
                </a:cubicBezTo>
                <a:cubicBezTo>
                  <a:pt x="121" y="153"/>
                  <a:pt x="124" y="152"/>
                  <a:pt x="126" y="151"/>
                </a:cubicBezTo>
                <a:close/>
                <a:moveTo>
                  <a:pt x="97" y="133"/>
                </a:moveTo>
                <a:cubicBezTo>
                  <a:pt x="89" y="133"/>
                  <a:pt x="83" y="126"/>
                  <a:pt x="83" y="118"/>
                </a:cubicBezTo>
                <a:cubicBezTo>
                  <a:pt x="83" y="110"/>
                  <a:pt x="89" y="103"/>
                  <a:pt x="97" y="103"/>
                </a:cubicBezTo>
                <a:cubicBezTo>
                  <a:pt x="106" y="103"/>
                  <a:pt x="112" y="110"/>
                  <a:pt x="112" y="118"/>
                </a:cubicBezTo>
                <a:cubicBezTo>
                  <a:pt x="112" y="118"/>
                  <a:pt x="112" y="118"/>
                  <a:pt x="112" y="118"/>
                </a:cubicBezTo>
                <a:cubicBezTo>
                  <a:pt x="112" y="126"/>
                  <a:pt x="106" y="133"/>
                  <a:pt x="97" y="133"/>
                </a:cubicBezTo>
                <a:close/>
              </a:path>
            </a:pathLst>
          </a:custGeom>
          <a:solidFill>
            <a:srgbClr val="5B6F9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EC3E91D-29E7-880A-9406-84B5871CDD06}"/>
              </a:ext>
            </a:extLst>
          </p:cNvPr>
          <p:cNvSpPr txBox="1"/>
          <p:nvPr/>
        </p:nvSpPr>
        <p:spPr>
          <a:xfrm>
            <a:off x="8988790" y="4143131"/>
            <a:ext cx="2999531" cy="486670"/>
          </a:xfrm>
          <a:prstGeom prst="roundRect">
            <a:avLst>
              <a:gd name="adj" fmla="val 7565"/>
            </a:avLst>
          </a:prstGeom>
          <a:solidFill>
            <a:srgbClr val="FFF4D9"/>
          </a:solidFill>
          <a:ln w="6350" cmpd="sng">
            <a:noFill/>
            <a:miter lim="800000"/>
            <a:headEnd/>
            <a:tailEnd/>
          </a:ln>
          <a:effectLst>
            <a:outerShdw blurRad="254000" dist="38100" dir="5400000" rotWithShape="0">
              <a:srgbClr val="DA9C00">
                <a:alpha val="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 algn="ctr">
              <a:defRPr sz="1400">
                <a:solidFill>
                  <a:srgbClr val="26303D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7EFC4C70-EB05-09F5-3830-4F6C2A658593}"/>
              </a:ext>
            </a:extLst>
          </p:cNvPr>
          <p:cNvSpPr txBox="1"/>
          <p:nvPr/>
        </p:nvSpPr>
        <p:spPr>
          <a:xfrm>
            <a:off x="9466231" y="4250600"/>
            <a:ext cx="2425664" cy="271730"/>
          </a:xfrm>
          <a:prstGeom prst="roundRect">
            <a:avLst>
              <a:gd name="adj" fmla="val 7565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3526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Auteir ure Dolorinre Prehenderit</a:t>
            </a:r>
          </a:p>
        </p:txBody>
      </p:sp>
      <p:sp>
        <p:nvSpPr>
          <p:cNvPr id="208" name="Freeform 44">
            <a:extLst>
              <a:ext uri="{FF2B5EF4-FFF2-40B4-BE49-F238E27FC236}">
                <a16:creationId xmlns:a16="http://schemas.microsoft.com/office/drawing/2014/main" id="{FA9469BA-DD51-9E31-9C72-1A42813A79B8}"/>
              </a:ext>
            </a:extLst>
          </p:cNvPr>
          <p:cNvSpPr>
            <a:spLocks noEditPoints="1"/>
          </p:cNvSpPr>
          <p:nvPr/>
        </p:nvSpPr>
        <p:spPr bwMode="auto">
          <a:xfrm>
            <a:off x="9060754" y="4219711"/>
            <a:ext cx="359115" cy="333510"/>
          </a:xfrm>
          <a:custGeom>
            <a:avLst/>
            <a:gdLst>
              <a:gd name="T0" fmla="*/ 179 w 200"/>
              <a:gd name="T1" fmla="*/ 54 h 207"/>
              <a:gd name="T2" fmla="*/ 72 w 200"/>
              <a:gd name="T3" fmla="*/ 200 h 207"/>
              <a:gd name="T4" fmla="*/ 70 w 200"/>
              <a:gd name="T5" fmla="*/ 114 h 207"/>
              <a:gd name="T6" fmla="*/ 75 w 200"/>
              <a:gd name="T7" fmla="*/ 115 h 207"/>
              <a:gd name="T8" fmla="*/ 184 w 200"/>
              <a:gd name="T9" fmla="*/ 52 h 207"/>
              <a:gd name="T10" fmla="*/ 129 w 200"/>
              <a:gd name="T11" fmla="*/ 15 h 207"/>
              <a:gd name="T12" fmla="*/ 129 w 200"/>
              <a:gd name="T13" fmla="*/ 12 h 207"/>
              <a:gd name="T14" fmla="*/ 81 w 200"/>
              <a:gd name="T15" fmla="*/ 77 h 207"/>
              <a:gd name="T16" fmla="*/ 60 w 200"/>
              <a:gd name="T17" fmla="*/ 107 h 207"/>
              <a:gd name="T18" fmla="*/ 132 w 200"/>
              <a:gd name="T19" fmla="*/ 22 h 207"/>
              <a:gd name="T20" fmla="*/ 5 w 200"/>
              <a:gd name="T21" fmla="*/ 69 h 207"/>
              <a:gd name="T22" fmla="*/ 43 w 200"/>
              <a:gd name="T23" fmla="*/ 198 h 207"/>
              <a:gd name="T24" fmla="*/ 7 w 200"/>
              <a:gd name="T25" fmla="*/ 71 h 207"/>
              <a:gd name="T26" fmla="*/ 38 w 200"/>
              <a:gd name="T27" fmla="*/ 196 h 207"/>
              <a:gd name="T28" fmla="*/ 29 w 200"/>
              <a:gd name="T29" fmla="*/ 89 h 207"/>
              <a:gd name="T30" fmla="*/ 161 w 200"/>
              <a:gd name="T31" fmla="*/ 33 h 207"/>
              <a:gd name="T32" fmla="*/ 134 w 200"/>
              <a:gd name="T33" fmla="*/ 78 h 207"/>
              <a:gd name="T34" fmla="*/ 161 w 200"/>
              <a:gd name="T35" fmla="*/ 26 h 207"/>
              <a:gd name="T36" fmla="*/ 132 w 200"/>
              <a:gd name="T37" fmla="*/ 75 h 207"/>
              <a:gd name="T38" fmla="*/ 151 w 200"/>
              <a:gd name="T39" fmla="*/ 45 h 207"/>
              <a:gd name="T40" fmla="*/ 197 w 200"/>
              <a:gd name="T41" fmla="*/ 73 h 207"/>
              <a:gd name="T42" fmla="*/ 180 w 200"/>
              <a:gd name="T43" fmla="*/ 109 h 207"/>
              <a:gd name="T44" fmla="*/ 190 w 200"/>
              <a:gd name="T45" fmla="*/ 73 h 207"/>
              <a:gd name="T46" fmla="*/ 178 w 200"/>
              <a:gd name="T47" fmla="*/ 115 h 207"/>
              <a:gd name="T48" fmla="*/ 32 w 200"/>
              <a:gd name="T49" fmla="*/ 25 h 207"/>
              <a:gd name="T50" fmla="*/ 43 w 200"/>
              <a:gd name="T51" fmla="*/ 112 h 207"/>
              <a:gd name="T52" fmla="*/ 30 w 200"/>
              <a:gd name="T53" fmla="*/ 32 h 207"/>
              <a:gd name="T54" fmla="*/ 47 w 200"/>
              <a:gd name="T55" fmla="*/ 114 h 207"/>
              <a:gd name="T56" fmla="*/ 32 w 200"/>
              <a:gd name="T57" fmla="*/ 22 h 207"/>
              <a:gd name="T58" fmla="*/ 23 w 200"/>
              <a:gd name="T59" fmla="*/ 63 h 207"/>
              <a:gd name="T60" fmla="*/ 23 w 200"/>
              <a:gd name="T61" fmla="*/ 63 h 207"/>
              <a:gd name="T62" fmla="*/ 23 w 200"/>
              <a:gd name="T63" fmla="*/ 70 h 207"/>
              <a:gd name="T64" fmla="*/ 17 w 200"/>
              <a:gd name="T65" fmla="*/ 43 h 207"/>
              <a:gd name="T66" fmla="*/ 52 w 200"/>
              <a:gd name="T67" fmla="*/ 15 h 207"/>
              <a:gd name="T68" fmla="*/ 52 w 200"/>
              <a:gd name="T69" fmla="*/ 12 h 207"/>
              <a:gd name="T70" fmla="*/ 103 w 200"/>
              <a:gd name="T71" fmla="*/ 63 h 207"/>
              <a:gd name="T72" fmla="*/ 55 w 200"/>
              <a:gd name="T73" fmla="*/ 22 h 207"/>
              <a:gd name="T74" fmla="*/ 89 w 200"/>
              <a:gd name="T75" fmla="*/ 7 h 207"/>
              <a:gd name="T76" fmla="*/ 107 w 200"/>
              <a:gd name="T77" fmla="*/ 38 h 207"/>
              <a:gd name="T78" fmla="*/ 71 w 200"/>
              <a:gd name="T79" fmla="*/ 23 h 207"/>
              <a:gd name="T80" fmla="*/ 91 w 200"/>
              <a:gd name="T81" fmla="*/ 35 h 207"/>
              <a:gd name="T82" fmla="*/ 89 w 200"/>
              <a:gd name="T83" fmla="*/ 0 h 207"/>
              <a:gd name="T84" fmla="*/ 114 w 200"/>
              <a:gd name="T85" fmla="*/ 4 h 207"/>
              <a:gd name="T86" fmla="*/ 100 w 200"/>
              <a:gd name="T87" fmla="*/ 20 h 207"/>
              <a:gd name="T88" fmla="*/ 102 w 200"/>
              <a:gd name="T89" fmla="*/ 14 h 207"/>
              <a:gd name="T90" fmla="*/ 119 w 200"/>
              <a:gd name="T91" fmla="*/ 9 h 207"/>
              <a:gd name="T92" fmla="*/ 56 w 200"/>
              <a:gd name="T93" fmla="*/ 58 h 207"/>
              <a:gd name="T94" fmla="*/ 57 w 200"/>
              <a:gd name="T95" fmla="*/ 81 h 207"/>
              <a:gd name="T96" fmla="*/ 56 w 200"/>
              <a:gd name="T97" fmla="*/ 62 h 207"/>
              <a:gd name="T98" fmla="*/ 56 w 200"/>
              <a:gd name="T99" fmla="*/ 85 h 207"/>
              <a:gd name="T100" fmla="*/ 176 w 200"/>
              <a:gd name="T101" fmla="*/ 85 h 207"/>
              <a:gd name="T102" fmla="*/ 176 w 200"/>
              <a:gd name="T103" fmla="*/ 85 h 207"/>
              <a:gd name="T104" fmla="*/ 176 w 200"/>
              <a:gd name="T105" fmla="*/ 82 h 207"/>
              <a:gd name="T106" fmla="*/ 103 w 200"/>
              <a:gd name="T107" fmla="*/ 119 h 207"/>
              <a:gd name="T108" fmla="*/ 176 w 200"/>
              <a:gd name="T109" fmla="*/ 82 h 207"/>
              <a:gd name="T110" fmla="*/ 4 w 200"/>
              <a:gd name="T111" fmla="*/ 91 h 207"/>
              <a:gd name="T112" fmla="*/ 12 w 200"/>
              <a:gd name="T113" fmla="*/ 112 h 207"/>
              <a:gd name="T114" fmla="*/ 7 w 200"/>
              <a:gd name="T115" fmla="*/ 114 h 207"/>
              <a:gd name="T116" fmla="*/ 5 w 200"/>
              <a:gd name="T117" fmla="*/ 87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00" h="207">
                <a:moveTo>
                  <a:pt x="180" y="53"/>
                </a:moveTo>
                <a:cubicBezTo>
                  <a:pt x="181" y="53"/>
                  <a:pt x="181" y="53"/>
                  <a:pt x="182" y="54"/>
                </a:cubicBezTo>
                <a:cubicBezTo>
                  <a:pt x="183" y="55"/>
                  <a:pt x="183" y="56"/>
                  <a:pt x="182" y="57"/>
                </a:cubicBezTo>
                <a:cubicBezTo>
                  <a:pt x="181" y="57"/>
                  <a:pt x="181" y="57"/>
                  <a:pt x="180" y="57"/>
                </a:cubicBezTo>
                <a:cubicBezTo>
                  <a:pt x="180" y="57"/>
                  <a:pt x="180" y="57"/>
                  <a:pt x="180" y="57"/>
                </a:cubicBezTo>
                <a:cubicBezTo>
                  <a:pt x="179" y="57"/>
                  <a:pt x="179" y="57"/>
                  <a:pt x="179" y="57"/>
                </a:cubicBezTo>
                <a:cubicBezTo>
                  <a:pt x="179" y="56"/>
                  <a:pt x="179" y="56"/>
                  <a:pt x="179" y="56"/>
                </a:cubicBezTo>
                <a:cubicBezTo>
                  <a:pt x="178" y="55"/>
                  <a:pt x="178" y="54"/>
                  <a:pt x="179" y="54"/>
                </a:cubicBezTo>
                <a:cubicBezTo>
                  <a:pt x="179" y="53"/>
                  <a:pt x="180" y="53"/>
                  <a:pt x="180" y="53"/>
                </a:cubicBezTo>
                <a:moveTo>
                  <a:pt x="72" y="200"/>
                </a:moveTo>
                <a:cubicBezTo>
                  <a:pt x="72" y="200"/>
                  <a:pt x="72" y="200"/>
                  <a:pt x="72" y="200"/>
                </a:cubicBezTo>
                <a:cubicBezTo>
                  <a:pt x="73" y="201"/>
                  <a:pt x="74" y="201"/>
                  <a:pt x="74" y="202"/>
                </a:cubicBezTo>
                <a:cubicBezTo>
                  <a:pt x="74" y="203"/>
                  <a:pt x="73" y="204"/>
                  <a:pt x="72" y="204"/>
                </a:cubicBezTo>
                <a:cubicBezTo>
                  <a:pt x="70" y="204"/>
                  <a:pt x="70" y="203"/>
                  <a:pt x="70" y="202"/>
                </a:cubicBezTo>
                <a:cubicBezTo>
                  <a:pt x="70" y="201"/>
                  <a:pt x="70" y="201"/>
                  <a:pt x="71" y="200"/>
                </a:cubicBezTo>
                <a:cubicBezTo>
                  <a:pt x="72" y="200"/>
                  <a:pt x="72" y="200"/>
                  <a:pt x="72" y="200"/>
                </a:cubicBezTo>
                <a:moveTo>
                  <a:pt x="180" y="50"/>
                </a:moveTo>
                <a:cubicBezTo>
                  <a:pt x="179" y="50"/>
                  <a:pt x="178" y="51"/>
                  <a:pt x="177" y="52"/>
                </a:cubicBezTo>
                <a:cubicBezTo>
                  <a:pt x="175" y="53"/>
                  <a:pt x="175" y="55"/>
                  <a:pt x="176" y="57"/>
                </a:cubicBezTo>
                <a:cubicBezTo>
                  <a:pt x="140" y="93"/>
                  <a:pt x="140" y="93"/>
                  <a:pt x="140" y="93"/>
                </a:cubicBezTo>
                <a:cubicBezTo>
                  <a:pt x="139" y="93"/>
                  <a:pt x="138" y="94"/>
                  <a:pt x="137" y="94"/>
                </a:cubicBezTo>
                <a:cubicBezTo>
                  <a:pt x="92" y="94"/>
                  <a:pt x="92" y="94"/>
                  <a:pt x="92" y="94"/>
                </a:cubicBezTo>
                <a:cubicBezTo>
                  <a:pt x="91" y="94"/>
                  <a:pt x="90" y="94"/>
                  <a:pt x="89" y="95"/>
                </a:cubicBezTo>
                <a:cubicBezTo>
                  <a:pt x="70" y="114"/>
                  <a:pt x="70" y="114"/>
                  <a:pt x="70" y="114"/>
                </a:cubicBezTo>
                <a:cubicBezTo>
                  <a:pt x="70" y="114"/>
                  <a:pt x="69" y="115"/>
                  <a:pt x="69" y="116"/>
                </a:cubicBezTo>
                <a:cubicBezTo>
                  <a:pt x="69" y="198"/>
                  <a:pt x="69" y="198"/>
                  <a:pt x="69" y="198"/>
                </a:cubicBezTo>
                <a:cubicBezTo>
                  <a:pt x="68" y="199"/>
                  <a:pt x="66" y="200"/>
                  <a:pt x="66" y="202"/>
                </a:cubicBezTo>
                <a:cubicBezTo>
                  <a:pt x="66" y="205"/>
                  <a:pt x="69" y="207"/>
                  <a:pt x="72" y="207"/>
                </a:cubicBezTo>
                <a:cubicBezTo>
                  <a:pt x="74" y="207"/>
                  <a:pt x="77" y="205"/>
                  <a:pt x="77" y="202"/>
                </a:cubicBezTo>
                <a:cubicBezTo>
                  <a:pt x="77" y="200"/>
                  <a:pt x="75" y="199"/>
                  <a:pt x="74" y="198"/>
                </a:cubicBezTo>
                <a:cubicBezTo>
                  <a:pt x="74" y="118"/>
                  <a:pt x="74" y="118"/>
                  <a:pt x="74" y="118"/>
                </a:cubicBezTo>
                <a:cubicBezTo>
                  <a:pt x="74" y="117"/>
                  <a:pt x="74" y="116"/>
                  <a:pt x="75" y="115"/>
                </a:cubicBezTo>
                <a:cubicBezTo>
                  <a:pt x="91" y="100"/>
                  <a:pt x="91" y="100"/>
                  <a:pt x="91" y="100"/>
                </a:cubicBezTo>
                <a:cubicBezTo>
                  <a:pt x="92" y="99"/>
                  <a:pt x="93" y="98"/>
                  <a:pt x="94" y="98"/>
                </a:cubicBezTo>
                <a:cubicBezTo>
                  <a:pt x="139" y="98"/>
                  <a:pt x="139" y="98"/>
                  <a:pt x="139" y="98"/>
                </a:cubicBezTo>
                <a:cubicBezTo>
                  <a:pt x="140" y="98"/>
                  <a:pt x="141" y="98"/>
                  <a:pt x="142" y="97"/>
                </a:cubicBezTo>
                <a:cubicBezTo>
                  <a:pt x="179" y="60"/>
                  <a:pt x="179" y="60"/>
                  <a:pt x="179" y="60"/>
                </a:cubicBezTo>
                <a:cubicBezTo>
                  <a:pt x="179" y="60"/>
                  <a:pt x="180" y="60"/>
                  <a:pt x="180" y="60"/>
                </a:cubicBezTo>
                <a:cubicBezTo>
                  <a:pt x="182" y="60"/>
                  <a:pt x="183" y="60"/>
                  <a:pt x="184" y="59"/>
                </a:cubicBezTo>
                <a:cubicBezTo>
                  <a:pt x="186" y="57"/>
                  <a:pt x="186" y="54"/>
                  <a:pt x="184" y="52"/>
                </a:cubicBezTo>
                <a:cubicBezTo>
                  <a:pt x="183" y="51"/>
                  <a:pt x="182" y="50"/>
                  <a:pt x="180" y="50"/>
                </a:cubicBezTo>
                <a:close/>
                <a:moveTo>
                  <a:pt x="129" y="15"/>
                </a:moveTo>
                <a:cubicBezTo>
                  <a:pt x="130" y="15"/>
                  <a:pt x="131" y="16"/>
                  <a:pt x="131" y="17"/>
                </a:cubicBezTo>
                <a:cubicBezTo>
                  <a:pt x="131" y="18"/>
                  <a:pt x="131" y="19"/>
                  <a:pt x="130" y="19"/>
                </a:cubicBezTo>
                <a:cubicBezTo>
                  <a:pt x="129" y="19"/>
                  <a:pt x="129" y="19"/>
                  <a:pt x="129" y="19"/>
                </a:cubicBezTo>
                <a:cubicBezTo>
                  <a:pt x="128" y="19"/>
                  <a:pt x="128" y="19"/>
                  <a:pt x="128" y="19"/>
                </a:cubicBezTo>
                <a:cubicBezTo>
                  <a:pt x="128" y="19"/>
                  <a:pt x="127" y="18"/>
                  <a:pt x="127" y="17"/>
                </a:cubicBezTo>
                <a:cubicBezTo>
                  <a:pt x="127" y="16"/>
                  <a:pt x="128" y="15"/>
                  <a:pt x="129" y="15"/>
                </a:cubicBezTo>
                <a:moveTo>
                  <a:pt x="57" y="168"/>
                </a:moveTo>
                <a:cubicBezTo>
                  <a:pt x="58" y="169"/>
                  <a:pt x="58" y="169"/>
                  <a:pt x="58" y="169"/>
                </a:cubicBezTo>
                <a:cubicBezTo>
                  <a:pt x="59" y="169"/>
                  <a:pt x="59" y="170"/>
                  <a:pt x="59" y="170"/>
                </a:cubicBezTo>
                <a:cubicBezTo>
                  <a:pt x="59" y="172"/>
                  <a:pt x="59" y="172"/>
                  <a:pt x="57" y="172"/>
                </a:cubicBezTo>
                <a:cubicBezTo>
                  <a:pt x="56" y="172"/>
                  <a:pt x="55" y="172"/>
                  <a:pt x="55" y="170"/>
                </a:cubicBezTo>
                <a:cubicBezTo>
                  <a:pt x="55" y="170"/>
                  <a:pt x="56" y="169"/>
                  <a:pt x="57" y="169"/>
                </a:cubicBezTo>
                <a:cubicBezTo>
                  <a:pt x="57" y="168"/>
                  <a:pt x="57" y="168"/>
                  <a:pt x="57" y="168"/>
                </a:cubicBezTo>
                <a:moveTo>
                  <a:pt x="129" y="12"/>
                </a:moveTo>
                <a:cubicBezTo>
                  <a:pt x="126" y="12"/>
                  <a:pt x="124" y="14"/>
                  <a:pt x="124" y="17"/>
                </a:cubicBezTo>
                <a:cubicBezTo>
                  <a:pt x="124" y="19"/>
                  <a:pt x="125" y="21"/>
                  <a:pt x="127" y="22"/>
                </a:cubicBezTo>
                <a:cubicBezTo>
                  <a:pt x="127" y="60"/>
                  <a:pt x="127" y="60"/>
                  <a:pt x="127" y="60"/>
                </a:cubicBezTo>
                <a:cubicBezTo>
                  <a:pt x="127" y="61"/>
                  <a:pt x="127" y="63"/>
                  <a:pt x="126" y="63"/>
                </a:cubicBezTo>
                <a:cubicBezTo>
                  <a:pt x="114" y="75"/>
                  <a:pt x="114" y="75"/>
                  <a:pt x="114" y="75"/>
                </a:cubicBezTo>
                <a:cubicBezTo>
                  <a:pt x="113" y="76"/>
                  <a:pt x="112" y="76"/>
                  <a:pt x="111" y="76"/>
                </a:cubicBezTo>
                <a:cubicBezTo>
                  <a:pt x="84" y="76"/>
                  <a:pt x="84" y="76"/>
                  <a:pt x="84" y="76"/>
                </a:cubicBezTo>
                <a:cubicBezTo>
                  <a:pt x="83" y="76"/>
                  <a:pt x="82" y="76"/>
                  <a:pt x="81" y="77"/>
                </a:cubicBezTo>
                <a:cubicBezTo>
                  <a:pt x="56" y="102"/>
                  <a:pt x="56" y="102"/>
                  <a:pt x="56" y="102"/>
                </a:cubicBezTo>
                <a:cubicBezTo>
                  <a:pt x="56" y="103"/>
                  <a:pt x="55" y="104"/>
                  <a:pt x="55" y="105"/>
                </a:cubicBezTo>
                <a:cubicBezTo>
                  <a:pt x="55" y="166"/>
                  <a:pt x="55" y="166"/>
                  <a:pt x="55" y="166"/>
                </a:cubicBezTo>
                <a:cubicBezTo>
                  <a:pt x="54" y="167"/>
                  <a:pt x="52" y="168"/>
                  <a:pt x="52" y="170"/>
                </a:cubicBezTo>
                <a:cubicBezTo>
                  <a:pt x="52" y="173"/>
                  <a:pt x="55" y="176"/>
                  <a:pt x="57" y="176"/>
                </a:cubicBezTo>
                <a:cubicBezTo>
                  <a:pt x="60" y="176"/>
                  <a:pt x="63" y="173"/>
                  <a:pt x="63" y="170"/>
                </a:cubicBezTo>
                <a:cubicBezTo>
                  <a:pt x="63" y="168"/>
                  <a:pt x="61" y="167"/>
                  <a:pt x="60" y="166"/>
                </a:cubicBezTo>
                <a:cubicBezTo>
                  <a:pt x="60" y="107"/>
                  <a:pt x="60" y="107"/>
                  <a:pt x="60" y="107"/>
                </a:cubicBezTo>
                <a:cubicBezTo>
                  <a:pt x="60" y="106"/>
                  <a:pt x="60" y="105"/>
                  <a:pt x="61" y="104"/>
                </a:cubicBezTo>
                <a:cubicBezTo>
                  <a:pt x="83" y="82"/>
                  <a:pt x="83" y="82"/>
                  <a:pt x="83" y="82"/>
                </a:cubicBezTo>
                <a:cubicBezTo>
                  <a:pt x="84" y="81"/>
                  <a:pt x="85" y="81"/>
                  <a:pt x="86" y="81"/>
                </a:cubicBezTo>
                <a:cubicBezTo>
                  <a:pt x="113" y="81"/>
                  <a:pt x="113" y="81"/>
                  <a:pt x="113" y="81"/>
                </a:cubicBezTo>
                <a:cubicBezTo>
                  <a:pt x="114" y="81"/>
                  <a:pt x="115" y="80"/>
                  <a:pt x="116" y="79"/>
                </a:cubicBezTo>
                <a:cubicBezTo>
                  <a:pt x="130" y="65"/>
                  <a:pt x="130" y="65"/>
                  <a:pt x="130" y="65"/>
                </a:cubicBezTo>
                <a:cubicBezTo>
                  <a:pt x="131" y="64"/>
                  <a:pt x="132" y="63"/>
                  <a:pt x="132" y="62"/>
                </a:cubicBezTo>
                <a:cubicBezTo>
                  <a:pt x="132" y="22"/>
                  <a:pt x="132" y="22"/>
                  <a:pt x="132" y="22"/>
                </a:cubicBezTo>
                <a:cubicBezTo>
                  <a:pt x="133" y="21"/>
                  <a:pt x="134" y="19"/>
                  <a:pt x="134" y="17"/>
                </a:cubicBezTo>
                <a:cubicBezTo>
                  <a:pt x="134" y="14"/>
                  <a:pt x="132" y="12"/>
                  <a:pt x="129" y="12"/>
                </a:cubicBezTo>
                <a:close/>
                <a:moveTo>
                  <a:pt x="5" y="65"/>
                </a:moveTo>
                <a:cubicBezTo>
                  <a:pt x="6" y="65"/>
                  <a:pt x="6" y="65"/>
                  <a:pt x="7" y="65"/>
                </a:cubicBezTo>
                <a:cubicBezTo>
                  <a:pt x="7" y="66"/>
                  <a:pt x="7" y="67"/>
                  <a:pt x="7" y="67"/>
                </a:cubicBezTo>
                <a:cubicBezTo>
                  <a:pt x="7" y="68"/>
                  <a:pt x="7" y="68"/>
                  <a:pt x="7" y="68"/>
                </a:cubicBezTo>
                <a:cubicBezTo>
                  <a:pt x="6" y="69"/>
                  <a:pt x="6" y="69"/>
                  <a:pt x="6" y="69"/>
                </a:cubicBezTo>
                <a:cubicBezTo>
                  <a:pt x="6" y="69"/>
                  <a:pt x="5" y="69"/>
                  <a:pt x="5" y="69"/>
                </a:cubicBezTo>
                <a:cubicBezTo>
                  <a:pt x="5" y="69"/>
                  <a:pt x="4" y="68"/>
                  <a:pt x="4" y="68"/>
                </a:cubicBezTo>
                <a:cubicBezTo>
                  <a:pt x="3" y="68"/>
                  <a:pt x="3" y="67"/>
                  <a:pt x="3" y="67"/>
                </a:cubicBezTo>
                <a:cubicBezTo>
                  <a:pt x="3" y="66"/>
                  <a:pt x="3" y="66"/>
                  <a:pt x="4" y="65"/>
                </a:cubicBezTo>
                <a:cubicBezTo>
                  <a:pt x="4" y="65"/>
                  <a:pt x="5" y="65"/>
                  <a:pt x="5" y="65"/>
                </a:cubicBezTo>
                <a:moveTo>
                  <a:pt x="43" y="194"/>
                </a:moveTo>
                <a:cubicBezTo>
                  <a:pt x="44" y="194"/>
                  <a:pt x="44" y="194"/>
                  <a:pt x="44" y="194"/>
                </a:cubicBezTo>
                <a:cubicBezTo>
                  <a:pt x="45" y="195"/>
                  <a:pt x="45" y="195"/>
                  <a:pt x="45" y="196"/>
                </a:cubicBezTo>
                <a:cubicBezTo>
                  <a:pt x="45" y="197"/>
                  <a:pt x="44" y="198"/>
                  <a:pt x="43" y="198"/>
                </a:cubicBezTo>
                <a:cubicBezTo>
                  <a:pt x="42" y="198"/>
                  <a:pt x="41" y="197"/>
                  <a:pt x="41" y="196"/>
                </a:cubicBezTo>
                <a:cubicBezTo>
                  <a:pt x="41" y="195"/>
                  <a:pt x="41" y="195"/>
                  <a:pt x="42" y="194"/>
                </a:cubicBezTo>
                <a:cubicBezTo>
                  <a:pt x="43" y="194"/>
                  <a:pt x="43" y="194"/>
                  <a:pt x="43" y="194"/>
                </a:cubicBezTo>
                <a:moveTo>
                  <a:pt x="5" y="62"/>
                </a:moveTo>
                <a:cubicBezTo>
                  <a:pt x="4" y="62"/>
                  <a:pt x="2" y="62"/>
                  <a:pt x="1" y="63"/>
                </a:cubicBezTo>
                <a:cubicBezTo>
                  <a:pt x="0" y="65"/>
                  <a:pt x="0" y="68"/>
                  <a:pt x="1" y="70"/>
                </a:cubicBezTo>
                <a:cubicBezTo>
                  <a:pt x="2" y="71"/>
                  <a:pt x="4" y="72"/>
                  <a:pt x="5" y="72"/>
                </a:cubicBezTo>
                <a:cubicBezTo>
                  <a:pt x="6" y="72"/>
                  <a:pt x="6" y="72"/>
                  <a:pt x="7" y="71"/>
                </a:cubicBezTo>
                <a:cubicBezTo>
                  <a:pt x="23" y="88"/>
                  <a:pt x="23" y="88"/>
                  <a:pt x="23" y="88"/>
                </a:cubicBezTo>
                <a:cubicBezTo>
                  <a:pt x="24" y="89"/>
                  <a:pt x="24" y="90"/>
                  <a:pt x="24" y="91"/>
                </a:cubicBezTo>
                <a:cubicBezTo>
                  <a:pt x="24" y="118"/>
                  <a:pt x="24" y="118"/>
                  <a:pt x="24" y="118"/>
                </a:cubicBezTo>
                <a:cubicBezTo>
                  <a:pt x="24" y="119"/>
                  <a:pt x="25" y="120"/>
                  <a:pt x="26" y="121"/>
                </a:cubicBezTo>
                <a:cubicBezTo>
                  <a:pt x="40" y="135"/>
                  <a:pt x="40" y="135"/>
                  <a:pt x="40" y="135"/>
                </a:cubicBezTo>
                <a:cubicBezTo>
                  <a:pt x="40" y="136"/>
                  <a:pt x="41" y="137"/>
                  <a:pt x="41" y="138"/>
                </a:cubicBezTo>
                <a:cubicBezTo>
                  <a:pt x="41" y="192"/>
                  <a:pt x="41" y="192"/>
                  <a:pt x="41" y="192"/>
                </a:cubicBezTo>
                <a:cubicBezTo>
                  <a:pt x="39" y="192"/>
                  <a:pt x="38" y="194"/>
                  <a:pt x="38" y="196"/>
                </a:cubicBezTo>
                <a:cubicBezTo>
                  <a:pt x="38" y="199"/>
                  <a:pt x="40" y="201"/>
                  <a:pt x="43" y="201"/>
                </a:cubicBezTo>
                <a:cubicBezTo>
                  <a:pt x="46" y="201"/>
                  <a:pt x="48" y="199"/>
                  <a:pt x="48" y="196"/>
                </a:cubicBezTo>
                <a:cubicBezTo>
                  <a:pt x="48" y="194"/>
                  <a:pt x="47" y="192"/>
                  <a:pt x="45" y="192"/>
                </a:cubicBezTo>
                <a:cubicBezTo>
                  <a:pt x="45" y="136"/>
                  <a:pt x="45" y="136"/>
                  <a:pt x="45" y="136"/>
                </a:cubicBezTo>
                <a:cubicBezTo>
                  <a:pt x="45" y="135"/>
                  <a:pt x="45" y="134"/>
                  <a:pt x="44" y="133"/>
                </a:cubicBezTo>
                <a:cubicBezTo>
                  <a:pt x="30" y="119"/>
                  <a:pt x="30" y="119"/>
                  <a:pt x="30" y="119"/>
                </a:cubicBezTo>
                <a:cubicBezTo>
                  <a:pt x="29" y="118"/>
                  <a:pt x="29" y="117"/>
                  <a:pt x="29" y="116"/>
                </a:cubicBezTo>
                <a:cubicBezTo>
                  <a:pt x="29" y="89"/>
                  <a:pt x="29" y="89"/>
                  <a:pt x="29" y="89"/>
                </a:cubicBezTo>
                <a:cubicBezTo>
                  <a:pt x="29" y="88"/>
                  <a:pt x="29" y="87"/>
                  <a:pt x="28" y="86"/>
                </a:cubicBezTo>
                <a:cubicBezTo>
                  <a:pt x="10" y="68"/>
                  <a:pt x="10" y="68"/>
                  <a:pt x="10" y="68"/>
                </a:cubicBezTo>
                <a:cubicBezTo>
                  <a:pt x="11" y="67"/>
                  <a:pt x="10" y="64"/>
                  <a:pt x="9" y="63"/>
                </a:cubicBezTo>
                <a:cubicBezTo>
                  <a:pt x="8" y="62"/>
                  <a:pt x="6" y="62"/>
                  <a:pt x="5" y="62"/>
                </a:cubicBezTo>
                <a:close/>
                <a:moveTo>
                  <a:pt x="161" y="29"/>
                </a:moveTo>
                <a:cubicBezTo>
                  <a:pt x="161" y="29"/>
                  <a:pt x="162" y="29"/>
                  <a:pt x="162" y="30"/>
                </a:cubicBezTo>
                <a:cubicBezTo>
                  <a:pt x="163" y="30"/>
                  <a:pt x="163" y="32"/>
                  <a:pt x="162" y="32"/>
                </a:cubicBezTo>
                <a:cubicBezTo>
                  <a:pt x="162" y="33"/>
                  <a:pt x="161" y="33"/>
                  <a:pt x="161" y="33"/>
                </a:cubicBezTo>
                <a:cubicBezTo>
                  <a:pt x="161" y="33"/>
                  <a:pt x="160" y="33"/>
                  <a:pt x="160" y="33"/>
                </a:cubicBezTo>
                <a:cubicBezTo>
                  <a:pt x="159" y="33"/>
                  <a:pt x="159" y="33"/>
                  <a:pt x="159" y="33"/>
                </a:cubicBezTo>
                <a:cubicBezTo>
                  <a:pt x="159" y="32"/>
                  <a:pt x="159" y="32"/>
                  <a:pt x="159" y="32"/>
                </a:cubicBezTo>
                <a:cubicBezTo>
                  <a:pt x="159" y="31"/>
                  <a:pt x="159" y="30"/>
                  <a:pt x="159" y="30"/>
                </a:cubicBezTo>
                <a:cubicBezTo>
                  <a:pt x="160" y="29"/>
                  <a:pt x="160" y="29"/>
                  <a:pt x="161" y="29"/>
                </a:cubicBezTo>
                <a:moveTo>
                  <a:pt x="132" y="78"/>
                </a:moveTo>
                <a:cubicBezTo>
                  <a:pt x="133" y="78"/>
                  <a:pt x="133" y="78"/>
                  <a:pt x="133" y="78"/>
                </a:cubicBezTo>
                <a:cubicBezTo>
                  <a:pt x="134" y="78"/>
                  <a:pt x="134" y="78"/>
                  <a:pt x="134" y="78"/>
                </a:cubicBezTo>
                <a:cubicBezTo>
                  <a:pt x="134" y="79"/>
                  <a:pt x="134" y="79"/>
                  <a:pt x="134" y="79"/>
                </a:cubicBezTo>
                <a:cubicBezTo>
                  <a:pt x="134" y="80"/>
                  <a:pt x="134" y="81"/>
                  <a:pt x="134" y="81"/>
                </a:cubicBezTo>
                <a:cubicBezTo>
                  <a:pt x="133" y="82"/>
                  <a:pt x="133" y="82"/>
                  <a:pt x="132" y="82"/>
                </a:cubicBezTo>
                <a:cubicBezTo>
                  <a:pt x="132" y="82"/>
                  <a:pt x="131" y="82"/>
                  <a:pt x="131" y="81"/>
                </a:cubicBezTo>
                <a:cubicBezTo>
                  <a:pt x="131" y="81"/>
                  <a:pt x="130" y="80"/>
                  <a:pt x="130" y="80"/>
                </a:cubicBezTo>
                <a:cubicBezTo>
                  <a:pt x="130" y="79"/>
                  <a:pt x="131" y="79"/>
                  <a:pt x="131" y="78"/>
                </a:cubicBezTo>
                <a:cubicBezTo>
                  <a:pt x="131" y="78"/>
                  <a:pt x="132" y="78"/>
                  <a:pt x="132" y="78"/>
                </a:cubicBezTo>
                <a:moveTo>
                  <a:pt x="161" y="26"/>
                </a:moveTo>
                <a:cubicBezTo>
                  <a:pt x="159" y="26"/>
                  <a:pt x="158" y="26"/>
                  <a:pt x="157" y="27"/>
                </a:cubicBezTo>
                <a:cubicBezTo>
                  <a:pt x="156" y="29"/>
                  <a:pt x="155" y="31"/>
                  <a:pt x="156" y="33"/>
                </a:cubicBezTo>
                <a:cubicBezTo>
                  <a:pt x="148" y="41"/>
                  <a:pt x="148" y="41"/>
                  <a:pt x="148" y="41"/>
                </a:cubicBezTo>
                <a:cubicBezTo>
                  <a:pt x="147" y="41"/>
                  <a:pt x="147" y="42"/>
                  <a:pt x="147" y="43"/>
                </a:cubicBezTo>
                <a:cubicBezTo>
                  <a:pt x="147" y="60"/>
                  <a:pt x="147" y="60"/>
                  <a:pt x="147" y="60"/>
                </a:cubicBezTo>
                <a:cubicBezTo>
                  <a:pt x="147" y="62"/>
                  <a:pt x="146" y="63"/>
                  <a:pt x="146" y="63"/>
                </a:cubicBezTo>
                <a:cubicBezTo>
                  <a:pt x="134" y="75"/>
                  <a:pt x="134" y="75"/>
                  <a:pt x="134" y="75"/>
                </a:cubicBezTo>
                <a:cubicBezTo>
                  <a:pt x="133" y="75"/>
                  <a:pt x="133" y="75"/>
                  <a:pt x="132" y="75"/>
                </a:cubicBezTo>
                <a:cubicBezTo>
                  <a:pt x="131" y="75"/>
                  <a:pt x="130" y="75"/>
                  <a:pt x="129" y="76"/>
                </a:cubicBezTo>
                <a:cubicBezTo>
                  <a:pt x="127" y="78"/>
                  <a:pt x="127" y="81"/>
                  <a:pt x="129" y="83"/>
                </a:cubicBezTo>
                <a:cubicBezTo>
                  <a:pt x="130" y="84"/>
                  <a:pt x="131" y="85"/>
                  <a:pt x="132" y="85"/>
                </a:cubicBezTo>
                <a:cubicBezTo>
                  <a:pt x="134" y="85"/>
                  <a:pt x="135" y="84"/>
                  <a:pt x="136" y="83"/>
                </a:cubicBezTo>
                <a:cubicBezTo>
                  <a:pt x="137" y="82"/>
                  <a:pt x="138" y="80"/>
                  <a:pt x="137" y="78"/>
                </a:cubicBezTo>
                <a:cubicBezTo>
                  <a:pt x="150" y="65"/>
                  <a:pt x="150" y="65"/>
                  <a:pt x="150" y="65"/>
                </a:cubicBezTo>
                <a:cubicBezTo>
                  <a:pt x="151" y="64"/>
                  <a:pt x="151" y="63"/>
                  <a:pt x="151" y="62"/>
                </a:cubicBezTo>
                <a:cubicBezTo>
                  <a:pt x="151" y="45"/>
                  <a:pt x="151" y="45"/>
                  <a:pt x="151" y="45"/>
                </a:cubicBezTo>
                <a:cubicBezTo>
                  <a:pt x="151" y="44"/>
                  <a:pt x="152" y="43"/>
                  <a:pt x="153" y="42"/>
                </a:cubicBezTo>
                <a:cubicBezTo>
                  <a:pt x="159" y="36"/>
                  <a:pt x="159" y="36"/>
                  <a:pt x="159" y="36"/>
                </a:cubicBezTo>
                <a:cubicBezTo>
                  <a:pt x="160" y="36"/>
                  <a:pt x="160" y="36"/>
                  <a:pt x="161" y="36"/>
                </a:cubicBezTo>
                <a:cubicBezTo>
                  <a:pt x="162" y="36"/>
                  <a:pt x="163" y="36"/>
                  <a:pt x="164" y="35"/>
                </a:cubicBezTo>
                <a:cubicBezTo>
                  <a:pt x="166" y="33"/>
                  <a:pt x="166" y="29"/>
                  <a:pt x="164" y="27"/>
                </a:cubicBezTo>
                <a:cubicBezTo>
                  <a:pt x="163" y="26"/>
                  <a:pt x="162" y="26"/>
                  <a:pt x="161" y="26"/>
                </a:cubicBezTo>
                <a:close/>
                <a:moveTo>
                  <a:pt x="195" y="71"/>
                </a:moveTo>
                <a:cubicBezTo>
                  <a:pt x="196" y="71"/>
                  <a:pt x="197" y="72"/>
                  <a:pt x="197" y="73"/>
                </a:cubicBezTo>
                <a:cubicBezTo>
                  <a:pt x="197" y="74"/>
                  <a:pt x="196" y="75"/>
                  <a:pt x="196" y="75"/>
                </a:cubicBezTo>
                <a:cubicBezTo>
                  <a:pt x="195" y="75"/>
                  <a:pt x="195" y="75"/>
                  <a:pt x="195" y="75"/>
                </a:cubicBezTo>
                <a:cubicBezTo>
                  <a:pt x="194" y="75"/>
                  <a:pt x="194" y="75"/>
                  <a:pt x="194" y="75"/>
                </a:cubicBezTo>
                <a:cubicBezTo>
                  <a:pt x="193" y="75"/>
                  <a:pt x="193" y="74"/>
                  <a:pt x="193" y="73"/>
                </a:cubicBezTo>
                <a:cubicBezTo>
                  <a:pt x="193" y="72"/>
                  <a:pt x="194" y="71"/>
                  <a:pt x="195" y="71"/>
                </a:cubicBezTo>
                <a:moveTo>
                  <a:pt x="178" y="108"/>
                </a:moveTo>
                <a:cubicBezTo>
                  <a:pt x="178" y="108"/>
                  <a:pt x="179" y="108"/>
                  <a:pt x="179" y="108"/>
                </a:cubicBezTo>
                <a:cubicBezTo>
                  <a:pt x="180" y="109"/>
                  <a:pt x="180" y="109"/>
                  <a:pt x="180" y="109"/>
                </a:cubicBezTo>
                <a:cubicBezTo>
                  <a:pt x="180" y="110"/>
                  <a:pt x="180" y="110"/>
                  <a:pt x="180" y="110"/>
                </a:cubicBezTo>
                <a:cubicBezTo>
                  <a:pt x="180" y="110"/>
                  <a:pt x="180" y="111"/>
                  <a:pt x="180" y="112"/>
                </a:cubicBezTo>
                <a:cubicBezTo>
                  <a:pt x="179" y="112"/>
                  <a:pt x="179" y="112"/>
                  <a:pt x="178" y="112"/>
                </a:cubicBezTo>
                <a:cubicBezTo>
                  <a:pt x="178" y="112"/>
                  <a:pt x="177" y="112"/>
                  <a:pt x="177" y="112"/>
                </a:cubicBezTo>
                <a:cubicBezTo>
                  <a:pt x="176" y="111"/>
                  <a:pt x="176" y="110"/>
                  <a:pt x="177" y="109"/>
                </a:cubicBezTo>
                <a:cubicBezTo>
                  <a:pt x="177" y="109"/>
                  <a:pt x="178" y="108"/>
                  <a:pt x="178" y="108"/>
                </a:cubicBezTo>
                <a:moveTo>
                  <a:pt x="195" y="68"/>
                </a:moveTo>
                <a:cubicBezTo>
                  <a:pt x="192" y="68"/>
                  <a:pt x="190" y="70"/>
                  <a:pt x="190" y="73"/>
                </a:cubicBezTo>
                <a:cubicBezTo>
                  <a:pt x="190" y="75"/>
                  <a:pt x="191" y="77"/>
                  <a:pt x="193" y="78"/>
                </a:cubicBezTo>
                <a:cubicBezTo>
                  <a:pt x="193" y="91"/>
                  <a:pt x="193" y="91"/>
                  <a:pt x="193" y="91"/>
                </a:cubicBezTo>
                <a:cubicBezTo>
                  <a:pt x="193" y="92"/>
                  <a:pt x="192" y="93"/>
                  <a:pt x="191" y="94"/>
                </a:cubicBezTo>
                <a:cubicBezTo>
                  <a:pt x="180" y="105"/>
                  <a:pt x="180" y="105"/>
                  <a:pt x="180" y="105"/>
                </a:cubicBezTo>
                <a:cubicBezTo>
                  <a:pt x="179" y="105"/>
                  <a:pt x="179" y="105"/>
                  <a:pt x="178" y="105"/>
                </a:cubicBezTo>
                <a:cubicBezTo>
                  <a:pt x="177" y="105"/>
                  <a:pt x="176" y="106"/>
                  <a:pt x="175" y="107"/>
                </a:cubicBezTo>
                <a:cubicBezTo>
                  <a:pt x="173" y="109"/>
                  <a:pt x="173" y="112"/>
                  <a:pt x="175" y="114"/>
                </a:cubicBezTo>
                <a:cubicBezTo>
                  <a:pt x="176" y="115"/>
                  <a:pt x="177" y="115"/>
                  <a:pt x="178" y="115"/>
                </a:cubicBezTo>
                <a:cubicBezTo>
                  <a:pt x="179" y="115"/>
                  <a:pt x="181" y="115"/>
                  <a:pt x="182" y="114"/>
                </a:cubicBezTo>
                <a:cubicBezTo>
                  <a:pt x="183" y="113"/>
                  <a:pt x="184" y="110"/>
                  <a:pt x="183" y="109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5"/>
                  <a:pt x="197" y="94"/>
                  <a:pt x="197" y="93"/>
                </a:cubicBezTo>
                <a:cubicBezTo>
                  <a:pt x="197" y="78"/>
                  <a:pt x="197" y="78"/>
                  <a:pt x="197" y="78"/>
                </a:cubicBezTo>
                <a:cubicBezTo>
                  <a:pt x="199" y="77"/>
                  <a:pt x="200" y="75"/>
                  <a:pt x="200" y="73"/>
                </a:cubicBezTo>
                <a:cubicBezTo>
                  <a:pt x="200" y="70"/>
                  <a:pt x="198" y="68"/>
                  <a:pt x="195" y="68"/>
                </a:cubicBezTo>
                <a:close/>
                <a:moveTo>
                  <a:pt x="32" y="25"/>
                </a:moveTo>
                <a:cubicBezTo>
                  <a:pt x="33" y="25"/>
                  <a:pt x="34" y="26"/>
                  <a:pt x="34" y="27"/>
                </a:cubicBezTo>
                <a:cubicBezTo>
                  <a:pt x="34" y="28"/>
                  <a:pt x="34" y="29"/>
                  <a:pt x="33" y="29"/>
                </a:cubicBezTo>
                <a:cubicBezTo>
                  <a:pt x="32" y="30"/>
                  <a:pt x="32" y="30"/>
                  <a:pt x="32" y="30"/>
                </a:cubicBezTo>
                <a:cubicBezTo>
                  <a:pt x="31" y="29"/>
                  <a:pt x="31" y="29"/>
                  <a:pt x="31" y="29"/>
                </a:cubicBezTo>
                <a:cubicBezTo>
                  <a:pt x="30" y="29"/>
                  <a:pt x="30" y="28"/>
                  <a:pt x="30" y="27"/>
                </a:cubicBezTo>
                <a:cubicBezTo>
                  <a:pt x="30" y="26"/>
                  <a:pt x="31" y="25"/>
                  <a:pt x="32" y="25"/>
                </a:cubicBezTo>
                <a:moveTo>
                  <a:pt x="42" y="112"/>
                </a:moveTo>
                <a:cubicBezTo>
                  <a:pt x="43" y="112"/>
                  <a:pt x="43" y="112"/>
                  <a:pt x="43" y="112"/>
                </a:cubicBezTo>
                <a:cubicBezTo>
                  <a:pt x="44" y="112"/>
                  <a:pt x="44" y="113"/>
                  <a:pt x="44" y="114"/>
                </a:cubicBezTo>
                <a:cubicBezTo>
                  <a:pt x="44" y="115"/>
                  <a:pt x="43" y="116"/>
                  <a:pt x="42" y="116"/>
                </a:cubicBezTo>
                <a:cubicBezTo>
                  <a:pt x="41" y="116"/>
                  <a:pt x="40" y="115"/>
                  <a:pt x="40" y="114"/>
                </a:cubicBezTo>
                <a:cubicBezTo>
                  <a:pt x="40" y="113"/>
                  <a:pt x="41" y="112"/>
                  <a:pt x="41" y="112"/>
                </a:cubicBezTo>
                <a:cubicBezTo>
                  <a:pt x="42" y="112"/>
                  <a:pt x="42" y="112"/>
                  <a:pt x="42" y="112"/>
                </a:cubicBezTo>
                <a:moveTo>
                  <a:pt x="32" y="22"/>
                </a:moveTo>
                <a:cubicBezTo>
                  <a:pt x="29" y="22"/>
                  <a:pt x="27" y="25"/>
                  <a:pt x="27" y="27"/>
                </a:cubicBezTo>
                <a:cubicBezTo>
                  <a:pt x="27" y="29"/>
                  <a:pt x="28" y="31"/>
                  <a:pt x="30" y="32"/>
                </a:cubicBezTo>
                <a:cubicBezTo>
                  <a:pt x="30" y="52"/>
                  <a:pt x="30" y="52"/>
                  <a:pt x="30" y="52"/>
                </a:cubicBezTo>
                <a:cubicBezTo>
                  <a:pt x="30" y="53"/>
                  <a:pt x="30" y="54"/>
                  <a:pt x="31" y="55"/>
                </a:cubicBezTo>
                <a:cubicBezTo>
                  <a:pt x="39" y="63"/>
                  <a:pt x="39" y="63"/>
                  <a:pt x="39" y="63"/>
                </a:cubicBezTo>
                <a:cubicBezTo>
                  <a:pt x="40" y="64"/>
                  <a:pt x="40" y="65"/>
                  <a:pt x="40" y="66"/>
                </a:cubicBezTo>
                <a:cubicBezTo>
                  <a:pt x="40" y="109"/>
                  <a:pt x="40" y="109"/>
                  <a:pt x="40" y="109"/>
                </a:cubicBezTo>
                <a:cubicBezTo>
                  <a:pt x="38" y="110"/>
                  <a:pt x="37" y="112"/>
                  <a:pt x="37" y="114"/>
                </a:cubicBezTo>
                <a:cubicBezTo>
                  <a:pt x="37" y="117"/>
                  <a:pt x="39" y="119"/>
                  <a:pt x="42" y="119"/>
                </a:cubicBezTo>
                <a:cubicBezTo>
                  <a:pt x="45" y="119"/>
                  <a:pt x="47" y="117"/>
                  <a:pt x="47" y="114"/>
                </a:cubicBezTo>
                <a:cubicBezTo>
                  <a:pt x="47" y="112"/>
                  <a:pt x="46" y="110"/>
                  <a:pt x="44" y="109"/>
                </a:cubicBezTo>
                <a:cubicBezTo>
                  <a:pt x="44" y="64"/>
                  <a:pt x="44" y="64"/>
                  <a:pt x="44" y="64"/>
                </a:cubicBezTo>
                <a:cubicBezTo>
                  <a:pt x="44" y="63"/>
                  <a:pt x="44" y="62"/>
                  <a:pt x="43" y="61"/>
                </a:cubicBezTo>
                <a:cubicBezTo>
                  <a:pt x="35" y="53"/>
                  <a:pt x="35" y="53"/>
                  <a:pt x="35" y="53"/>
                </a:cubicBezTo>
                <a:cubicBezTo>
                  <a:pt x="35" y="52"/>
                  <a:pt x="34" y="51"/>
                  <a:pt x="34" y="50"/>
                </a:cubicBezTo>
                <a:cubicBezTo>
                  <a:pt x="34" y="32"/>
                  <a:pt x="34" y="32"/>
                  <a:pt x="34" y="32"/>
                </a:cubicBezTo>
                <a:cubicBezTo>
                  <a:pt x="36" y="31"/>
                  <a:pt x="37" y="29"/>
                  <a:pt x="37" y="27"/>
                </a:cubicBezTo>
                <a:cubicBezTo>
                  <a:pt x="37" y="25"/>
                  <a:pt x="35" y="22"/>
                  <a:pt x="32" y="22"/>
                </a:cubicBezTo>
                <a:close/>
                <a:moveTo>
                  <a:pt x="12" y="41"/>
                </a:moveTo>
                <a:cubicBezTo>
                  <a:pt x="13" y="41"/>
                  <a:pt x="14" y="42"/>
                  <a:pt x="14" y="43"/>
                </a:cubicBezTo>
                <a:cubicBezTo>
                  <a:pt x="14" y="43"/>
                  <a:pt x="13" y="44"/>
                  <a:pt x="13" y="44"/>
                </a:cubicBezTo>
                <a:cubicBezTo>
                  <a:pt x="12" y="45"/>
                  <a:pt x="12" y="45"/>
                  <a:pt x="12" y="45"/>
                </a:cubicBezTo>
                <a:cubicBezTo>
                  <a:pt x="11" y="44"/>
                  <a:pt x="11" y="44"/>
                  <a:pt x="11" y="44"/>
                </a:cubicBezTo>
                <a:cubicBezTo>
                  <a:pt x="10" y="44"/>
                  <a:pt x="10" y="43"/>
                  <a:pt x="10" y="43"/>
                </a:cubicBezTo>
                <a:cubicBezTo>
                  <a:pt x="10" y="42"/>
                  <a:pt x="11" y="41"/>
                  <a:pt x="12" y="41"/>
                </a:cubicBezTo>
                <a:moveTo>
                  <a:pt x="23" y="63"/>
                </a:moveTo>
                <a:cubicBezTo>
                  <a:pt x="24" y="63"/>
                  <a:pt x="24" y="63"/>
                  <a:pt x="25" y="63"/>
                </a:cubicBezTo>
                <a:cubicBezTo>
                  <a:pt x="26" y="64"/>
                  <a:pt x="26" y="65"/>
                  <a:pt x="25" y="66"/>
                </a:cubicBezTo>
                <a:cubicBezTo>
                  <a:pt x="24" y="66"/>
                  <a:pt x="24" y="67"/>
                  <a:pt x="23" y="67"/>
                </a:cubicBezTo>
                <a:cubicBezTo>
                  <a:pt x="23" y="67"/>
                  <a:pt x="22" y="66"/>
                  <a:pt x="22" y="66"/>
                </a:cubicBezTo>
                <a:cubicBezTo>
                  <a:pt x="21" y="65"/>
                  <a:pt x="21" y="65"/>
                  <a:pt x="21" y="64"/>
                </a:cubicBezTo>
                <a:cubicBezTo>
                  <a:pt x="22" y="63"/>
                  <a:pt x="22" y="63"/>
                  <a:pt x="22" y="63"/>
                </a:cubicBezTo>
                <a:cubicBezTo>
                  <a:pt x="23" y="63"/>
                  <a:pt x="23" y="63"/>
                  <a:pt x="23" y="63"/>
                </a:cubicBezTo>
                <a:cubicBezTo>
                  <a:pt x="23" y="63"/>
                  <a:pt x="23" y="63"/>
                  <a:pt x="23" y="63"/>
                </a:cubicBezTo>
                <a:moveTo>
                  <a:pt x="12" y="38"/>
                </a:moveTo>
                <a:cubicBezTo>
                  <a:pt x="9" y="38"/>
                  <a:pt x="7" y="40"/>
                  <a:pt x="7" y="43"/>
                </a:cubicBezTo>
                <a:cubicBezTo>
                  <a:pt x="7" y="45"/>
                  <a:pt x="8" y="46"/>
                  <a:pt x="9" y="47"/>
                </a:cubicBezTo>
                <a:cubicBezTo>
                  <a:pt x="9" y="52"/>
                  <a:pt x="9" y="52"/>
                  <a:pt x="9" y="52"/>
                </a:cubicBezTo>
                <a:cubicBezTo>
                  <a:pt x="9" y="53"/>
                  <a:pt x="10" y="54"/>
                  <a:pt x="11" y="55"/>
                </a:cubicBezTo>
                <a:cubicBezTo>
                  <a:pt x="19" y="63"/>
                  <a:pt x="19" y="63"/>
                  <a:pt x="19" y="63"/>
                </a:cubicBezTo>
                <a:cubicBezTo>
                  <a:pt x="18" y="65"/>
                  <a:pt x="18" y="67"/>
                  <a:pt x="20" y="68"/>
                </a:cubicBezTo>
                <a:cubicBezTo>
                  <a:pt x="21" y="69"/>
                  <a:pt x="22" y="70"/>
                  <a:pt x="23" y="70"/>
                </a:cubicBezTo>
                <a:cubicBezTo>
                  <a:pt x="25" y="70"/>
                  <a:pt x="26" y="69"/>
                  <a:pt x="27" y="68"/>
                </a:cubicBezTo>
                <a:cubicBezTo>
                  <a:pt x="29" y="66"/>
                  <a:pt x="29" y="63"/>
                  <a:pt x="27" y="61"/>
                </a:cubicBezTo>
                <a:cubicBezTo>
                  <a:pt x="26" y="60"/>
                  <a:pt x="25" y="59"/>
                  <a:pt x="23" y="59"/>
                </a:cubicBezTo>
                <a:cubicBezTo>
                  <a:pt x="23" y="59"/>
                  <a:pt x="22" y="60"/>
                  <a:pt x="22" y="60"/>
                </a:cubicBezTo>
                <a:cubicBezTo>
                  <a:pt x="15" y="53"/>
                  <a:pt x="15" y="53"/>
                  <a:pt x="15" y="53"/>
                </a:cubicBezTo>
                <a:cubicBezTo>
                  <a:pt x="14" y="52"/>
                  <a:pt x="14" y="51"/>
                  <a:pt x="14" y="50"/>
                </a:cubicBezTo>
                <a:cubicBezTo>
                  <a:pt x="14" y="47"/>
                  <a:pt x="14" y="47"/>
                  <a:pt x="14" y="47"/>
                </a:cubicBezTo>
                <a:cubicBezTo>
                  <a:pt x="16" y="46"/>
                  <a:pt x="17" y="45"/>
                  <a:pt x="17" y="43"/>
                </a:cubicBezTo>
                <a:cubicBezTo>
                  <a:pt x="17" y="40"/>
                  <a:pt x="14" y="38"/>
                  <a:pt x="12" y="38"/>
                </a:cubicBezTo>
                <a:close/>
                <a:moveTo>
                  <a:pt x="52" y="15"/>
                </a:moveTo>
                <a:cubicBezTo>
                  <a:pt x="53" y="15"/>
                  <a:pt x="54" y="16"/>
                  <a:pt x="54" y="17"/>
                </a:cubicBezTo>
                <a:cubicBezTo>
                  <a:pt x="54" y="18"/>
                  <a:pt x="54" y="19"/>
                  <a:pt x="53" y="19"/>
                </a:cubicBezTo>
                <a:cubicBezTo>
                  <a:pt x="52" y="19"/>
                  <a:pt x="52" y="19"/>
                  <a:pt x="52" y="19"/>
                </a:cubicBezTo>
                <a:cubicBezTo>
                  <a:pt x="52" y="19"/>
                  <a:pt x="52" y="19"/>
                  <a:pt x="52" y="19"/>
                </a:cubicBezTo>
                <a:cubicBezTo>
                  <a:pt x="51" y="19"/>
                  <a:pt x="50" y="18"/>
                  <a:pt x="50" y="17"/>
                </a:cubicBezTo>
                <a:cubicBezTo>
                  <a:pt x="50" y="16"/>
                  <a:pt x="51" y="15"/>
                  <a:pt x="52" y="15"/>
                </a:cubicBezTo>
                <a:moveTo>
                  <a:pt x="103" y="56"/>
                </a:moveTo>
                <a:cubicBezTo>
                  <a:pt x="104" y="56"/>
                  <a:pt x="105" y="57"/>
                  <a:pt x="105" y="58"/>
                </a:cubicBezTo>
                <a:cubicBezTo>
                  <a:pt x="105" y="59"/>
                  <a:pt x="104" y="60"/>
                  <a:pt x="103" y="60"/>
                </a:cubicBezTo>
                <a:cubicBezTo>
                  <a:pt x="103" y="60"/>
                  <a:pt x="102" y="60"/>
                  <a:pt x="101" y="59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1" y="57"/>
                  <a:pt x="101" y="57"/>
                  <a:pt x="101" y="57"/>
                </a:cubicBezTo>
                <a:cubicBezTo>
                  <a:pt x="102" y="56"/>
                  <a:pt x="103" y="56"/>
                  <a:pt x="103" y="56"/>
                </a:cubicBezTo>
                <a:moveTo>
                  <a:pt x="52" y="12"/>
                </a:moveTo>
                <a:cubicBezTo>
                  <a:pt x="50" y="12"/>
                  <a:pt x="47" y="14"/>
                  <a:pt x="47" y="17"/>
                </a:cubicBezTo>
                <a:cubicBezTo>
                  <a:pt x="47" y="19"/>
                  <a:pt x="48" y="21"/>
                  <a:pt x="50" y="22"/>
                </a:cubicBezTo>
                <a:cubicBezTo>
                  <a:pt x="50" y="32"/>
                  <a:pt x="50" y="32"/>
                  <a:pt x="50" y="32"/>
                </a:cubicBezTo>
                <a:cubicBezTo>
                  <a:pt x="50" y="33"/>
                  <a:pt x="51" y="34"/>
                  <a:pt x="51" y="35"/>
                </a:cubicBezTo>
                <a:cubicBezTo>
                  <a:pt x="76" y="59"/>
                  <a:pt x="76" y="59"/>
                  <a:pt x="76" y="59"/>
                </a:cubicBezTo>
                <a:cubicBezTo>
                  <a:pt x="76" y="60"/>
                  <a:pt x="77" y="60"/>
                  <a:pt x="79" y="60"/>
                </a:cubicBezTo>
                <a:cubicBezTo>
                  <a:pt x="99" y="60"/>
                  <a:pt x="99" y="60"/>
                  <a:pt x="99" y="60"/>
                </a:cubicBezTo>
                <a:cubicBezTo>
                  <a:pt x="100" y="62"/>
                  <a:pt x="101" y="63"/>
                  <a:pt x="103" y="63"/>
                </a:cubicBezTo>
                <a:cubicBezTo>
                  <a:pt x="106" y="63"/>
                  <a:pt x="108" y="61"/>
                  <a:pt x="108" y="58"/>
                </a:cubicBezTo>
                <a:cubicBezTo>
                  <a:pt x="108" y="55"/>
                  <a:pt x="106" y="53"/>
                  <a:pt x="103" y="53"/>
                </a:cubicBezTo>
                <a:cubicBezTo>
                  <a:pt x="101" y="53"/>
                  <a:pt x="100" y="54"/>
                  <a:pt x="99" y="56"/>
                </a:cubicBezTo>
                <a:cubicBezTo>
                  <a:pt x="80" y="56"/>
                  <a:pt x="80" y="56"/>
                  <a:pt x="80" y="56"/>
                </a:cubicBezTo>
                <a:cubicBezTo>
                  <a:pt x="79" y="56"/>
                  <a:pt x="78" y="55"/>
                  <a:pt x="78" y="55"/>
                </a:cubicBezTo>
                <a:cubicBezTo>
                  <a:pt x="56" y="33"/>
                  <a:pt x="56" y="33"/>
                  <a:pt x="56" y="33"/>
                </a:cubicBezTo>
                <a:cubicBezTo>
                  <a:pt x="55" y="32"/>
                  <a:pt x="55" y="31"/>
                  <a:pt x="55" y="30"/>
                </a:cubicBezTo>
                <a:cubicBezTo>
                  <a:pt x="55" y="22"/>
                  <a:pt x="55" y="22"/>
                  <a:pt x="55" y="22"/>
                </a:cubicBezTo>
                <a:cubicBezTo>
                  <a:pt x="56" y="21"/>
                  <a:pt x="57" y="19"/>
                  <a:pt x="57" y="17"/>
                </a:cubicBezTo>
                <a:cubicBezTo>
                  <a:pt x="57" y="14"/>
                  <a:pt x="55" y="12"/>
                  <a:pt x="52" y="12"/>
                </a:cubicBezTo>
                <a:close/>
                <a:moveTo>
                  <a:pt x="89" y="4"/>
                </a:moveTo>
                <a:cubicBezTo>
                  <a:pt x="90" y="4"/>
                  <a:pt x="91" y="4"/>
                  <a:pt x="91" y="4"/>
                </a:cubicBezTo>
                <a:cubicBezTo>
                  <a:pt x="91" y="5"/>
                  <a:pt x="91" y="5"/>
                  <a:pt x="91" y="6"/>
                </a:cubicBezTo>
                <a:cubicBezTo>
                  <a:pt x="91" y="6"/>
                  <a:pt x="91" y="7"/>
                  <a:pt x="91" y="7"/>
                </a:cubicBezTo>
                <a:cubicBezTo>
                  <a:pt x="91" y="7"/>
                  <a:pt x="90" y="8"/>
                  <a:pt x="90" y="8"/>
                </a:cubicBezTo>
                <a:cubicBezTo>
                  <a:pt x="89" y="8"/>
                  <a:pt x="89" y="8"/>
                  <a:pt x="89" y="7"/>
                </a:cubicBezTo>
                <a:cubicBezTo>
                  <a:pt x="88" y="7"/>
                  <a:pt x="88" y="7"/>
                  <a:pt x="88" y="7"/>
                </a:cubicBezTo>
                <a:cubicBezTo>
                  <a:pt x="88" y="6"/>
                  <a:pt x="88" y="6"/>
                  <a:pt x="88" y="6"/>
                </a:cubicBezTo>
                <a:cubicBezTo>
                  <a:pt x="87" y="5"/>
                  <a:pt x="88" y="5"/>
                  <a:pt x="88" y="4"/>
                </a:cubicBezTo>
                <a:cubicBezTo>
                  <a:pt x="88" y="4"/>
                  <a:pt x="89" y="4"/>
                  <a:pt x="89" y="4"/>
                </a:cubicBezTo>
                <a:moveTo>
                  <a:pt x="108" y="36"/>
                </a:moveTo>
                <a:cubicBezTo>
                  <a:pt x="109" y="36"/>
                  <a:pt x="110" y="36"/>
                  <a:pt x="110" y="38"/>
                </a:cubicBezTo>
                <a:cubicBezTo>
                  <a:pt x="110" y="39"/>
                  <a:pt x="109" y="40"/>
                  <a:pt x="108" y="40"/>
                </a:cubicBezTo>
                <a:cubicBezTo>
                  <a:pt x="108" y="40"/>
                  <a:pt x="107" y="39"/>
                  <a:pt x="107" y="38"/>
                </a:cubicBezTo>
                <a:cubicBezTo>
                  <a:pt x="106" y="38"/>
                  <a:pt x="106" y="38"/>
                  <a:pt x="106" y="38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7" y="36"/>
                  <a:pt x="108" y="36"/>
                  <a:pt x="108" y="36"/>
                </a:cubicBezTo>
                <a:moveTo>
                  <a:pt x="89" y="0"/>
                </a:moveTo>
                <a:cubicBezTo>
                  <a:pt x="88" y="0"/>
                  <a:pt x="87" y="1"/>
                  <a:pt x="86" y="2"/>
                </a:cubicBezTo>
                <a:cubicBezTo>
                  <a:pt x="84" y="3"/>
                  <a:pt x="84" y="5"/>
                  <a:pt x="85" y="7"/>
                </a:cubicBezTo>
                <a:cubicBezTo>
                  <a:pt x="71" y="21"/>
                  <a:pt x="71" y="21"/>
                  <a:pt x="71" y="21"/>
                </a:cubicBezTo>
                <a:cubicBezTo>
                  <a:pt x="70" y="22"/>
                  <a:pt x="70" y="23"/>
                  <a:pt x="71" y="23"/>
                </a:cubicBezTo>
                <a:cubicBezTo>
                  <a:pt x="86" y="39"/>
                  <a:pt x="86" y="39"/>
                  <a:pt x="86" y="39"/>
                </a:cubicBezTo>
                <a:cubicBezTo>
                  <a:pt x="87" y="39"/>
                  <a:pt x="88" y="40"/>
                  <a:pt x="89" y="40"/>
                </a:cubicBezTo>
                <a:cubicBezTo>
                  <a:pt x="104" y="40"/>
                  <a:pt x="104" y="40"/>
                  <a:pt x="104" y="40"/>
                </a:cubicBezTo>
                <a:cubicBezTo>
                  <a:pt x="105" y="42"/>
                  <a:pt x="106" y="43"/>
                  <a:pt x="108" y="43"/>
                </a:cubicBezTo>
                <a:cubicBezTo>
                  <a:pt x="111" y="43"/>
                  <a:pt x="113" y="40"/>
                  <a:pt x="113" y="38"/>
                </a:cubicBezTo>
                <a:cubicBezTo>
                  <a:pt x="113" y="35"/>
                  <a:pt x="111" y="32"/>
                  <a:pt x="108" y="32"/>
                </a:cubicBezTo>
                <a:cubicBezTo>
                  <a:pt x="106" y="32"/>
                  <a:pt x="105" y="34"/>
                  <a:pt x="104" y="35"/>
                </a:cubicBezTo>
                <a:cubicBezTo>
                  <a:pt x="91" y="35"/>
                  <a:pt x="91" y="35"/>
                  <a:pt x="91" y="35"/>
                </a:cubicBezTo>
                <a:cubicBezTo>
                  <a:pt x="90" y="35"/>
                  <a:pt x="89" y="35"/>
                  <a:pt x="88" y="34"/>
                </a:cubicBezTo>
                <a:cubicBezTo>
                  <a:pt x="77" y="23"/>
                  <a:pt x="77" y="23"/>
                  <a:pt x="77" y="23"/>
                </a:cubicBezTo>
                <a:cubicBezTo>
                  <a:pt x="76" y="23"/>
                  <a:pt x="76" y="22"/>
                  <a:pt x="77" y="21"/>
                </a:cubicBezTo>
                <a:cubicBezTo>
                  <a:pt x="88" y="10"/>
                  <a:pt x="88" y="10"/>
                  <a:pt x="88" y="10"/>
                </a:cubicBezTo>
                <a:cubicBezTo>
                  <a:pt x="88" y="11"/>
                  <a:pt x="89" y="11"/>
                  <a:pt x="90" y="11"/>
                </a:cubicBezTo>
                <a:cubicBezTo>
                  <a:pt x="91" y="11"/>
                  <a:pt x="92" y="10"/>
                  <a:pt x="93" y="9"/>
                </a:cubicBezTo>
                <a:cubicBezTo>
                  <a:pt x="95" y="7"/>
                  <a:pt x="95" y="4"/>
                  <a:pt x="93" y="2"/>
                </a:cubicBezTo>
                <a:cubicBezTo>
                  <a:pt x="92" y="1"/>
                  <a:pt x="91" y="0"/>
                  <a:pt x="89" y="0"/>
                </a:cubicBezTo>
                <a:close/>
                <a:moveTo>
                  <a:pt x="115" y="4"/>
                </a:moveTo>
                <a:cubicBezTo>
                  <a:pt x="115" y="4"/>
                  <a:pt x="116" y="4"/>
                  <a:pt x="116" y="4"/>
                </a:cubicBezTo>
                <a:cubicBezTo>
                  <a:pt x="117" y="5"/>
                  <a:pt x="117" y="6"/>
                  <a:pt x="116" y="7"/>
                </a:cubicBezTo>
                <a:cubicBezTo>
                  <a:pt x="116" y="7"/>
                  <a:pt x="115" y="8"/>
                  <a:pt x="115" y="8"/>
                </a:cubicBezTo>
                <a:cubicBezTo>
                  <a:pt x="115" y="8"/>
                  <a:pt x="115" y="8"/>
                  <a:pt x="114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6"/>
                  <a:pt x="113" y="6"/>
                  <a:pt x="113" y="6"/>
                </a:cubicBezTo>
                <a:cubicBezTo>
                  <a:pt x="113" y="5"/>
                  <a:pt x="113" y="5"/>
                  <a:pt x="114" y="4"/>
                </a:cubicBezTo>
                <a:cubicBezTo>
                  <a:pt x="114" y="4"/>
                  <a:pt x="114" y="4"/>
                  <a:pt x="115" y="4"/>
                </a:cubicBezTo>
                <a:moveTo>
                  <a:pt x="102" y="17"/>
                </a:moveTo>
                <a:cubicBezTo>
                  <a:pt x="102" y="17"/>
                  <a:pt x="102" y="17"/>
                  <a:pt x="102" y="17"/>
                </a:cubicBezTo>
                <a:cubicBezTo>
                  <a:pt x="103" y="17"/>
                  <a:pt x="103" y="17"/>
                  <a:pt x="103" y="17"/>
                </a:cubicBezTo>
                <a:cubicBezTo>
                  <a:pt x="104" y="18"/>
                  <a:pt x="104" y="18"/>
                  <a:pt x="104" y="18"/>
                </a:cubicBezTo>
                <a:cubicBezTo>
                  <a:pt x="104" y="19"/>
                  <a:pt x="104" y="20"/>
                  <a:pt x="103" y="20"/>
                </a:cubicBezTo>
                <a:cubicBezTo>
                  <a:pt x="103" y="21"/>
                  <a:pt x="102" y="21"/>
                  <a:pt x="102" y="21"/>
                </a:cubicBezTo>
                <a:cubicBezTo>
                  <a:pt x="101" y="21"/>
                  <a:pt x="101" y="21"/>
                  <a:pt x="100" y="20"/>
                </a:cubicBezTo>
                <a:cubicBezTo>
                  <a:pt x="100" y="20"/>
                  <a:pt x="100" y="19"/>
                  <a:pt x="100" y="19"/>
                </a:cubicBezTo>
                <a:cubicBezTo>
                  <a:pt x="100" y="18"/>
                  <a:pt x="100" y="18"/>
                  <a:pt x="100" y="17"/>
                </a:cubicBezTo>
                <a:cubicBezTo>
                  <a:pt x="101" y="17"/>
                  <a:pt x="101" y="17"/>
                  <a:pt x="102" y="17"/>
                </a:cubicBezTo>
                <a:moveTo>
                  <a:pt x="115" y="0"/>
                </a:moveTo>
                <a:cubicBezTo>
                  <a:pt x="114" y="0"/>
                  <a:pt x="112" y="1"/>
                  <a:pt x="111" y="2"/>
                </a:cubicBezTo>
                <a:cubicBezTo>
                  <a:pt x="110" y="3"/>
                  <a:pt x="110" y="5"/>
                  <a:pt x="110" y="7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14"/>
                  <a:pt x="102" y="14"/>
                  <a:pt x="102" y="14"/>
                </a:cubicBezTo>
                <a:cubicBezTo>
                  <a:pt x="100" y="14"/>
                  <a:pt x="99" y="14"/>
                  <a:pt x="98" y="15"/>
                </a:cubicBezTo>
                <a:cubicBezTo>
                  <a:pt x="96" y="17"/>
                  <a:pt x="96" y="20"/>
                  <a:pt x="98" y="22"/>
                </a:cubicBezTo>
                <a:cubicBezTo>
                  <a:pt x="99" y="23"/>
                  <a:pt x="100" y="24"/>
                  <a:pt x="102" y="24"/>
                </a:cubicBezTo>
                <a:cubicBezTo>
                  <a:pt x="103" y="24"/>
                  <a:pt x="104" y="23"/>
                  <a:pt x="105" y="22"/>
                </a:cubicBezTo>
                <a:cubicBezTo>
                  <a:pt x="107" y="21"/>
                  <a:pt x="107" y="19"/>
                  <a:pt x="107" y="17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4" y="11"/>
                  <a:pt x="114" y="11"/>
                  <a:pt x="115" y="11"/>
                </a:cubicBezTo>
                <a:cubicBezTo>
                  <a:pt x="116" y="11"/>
                  <a:pt x="118" y="10"/>
                  <a:pt x="119" y="9"/>
                </a:cubicBezTo>
                <a:cubicBezTo>
                  <a:pt x="121" y="7"/>
                  <a:pt x="121" y="4"/>
                  <a:pt x="119" y="2"/>
                </a:cubicBezTo>
                <a:cubicBezTo>
                  <a:pt x="118" y="1"/>
                  <a:pt x="116" y="0"/>
                  <a:pt x="115" y="0"/>
                </a:cubicBezTo>
                <a:close/>
                <a:moveTo>
                  <a:pt x="56" y="54"/>
                </a:moveTo>
                <a:cubicBezTo>
                  <a:pt x="57" y="54"/>
                  <a:pt x="57" y="55"/>
                  <a:pt x="57" y="55"/>
                </a:cubicBezTo>
                <a:cubicBezTo>
                  <a:pt x="58" y="56"/>
                  <a:pt x="58" y="56"/>
                  <a:pt x="58" y="57"/>
                </a:cubicBezTo>
                <a:cubicBezTo>
                  <a:pt x="58" y="58"/>
                  <a:pt x="58" y="58"/>
                  <a:pt x="58" y="58"/>
                </a:cubicBezTo>
                <a:cubicBezTo>
                  <a:pt x="57" y="58"/>
                  <a:pt x="57" y="58"/>
                  <a:pt x="57" y="58"/>
                </a:cubicBezTo>
                <a:cubicBezTo>
                  <a:pt x="56" y="58"/>
                  <a:pt x="56" y="58"/>
                  <a:pt x="56" y="58"/>
                </a:cubicBezTo>
                <a:cubicBezTo>
                  <a:pt x="55" y="58"/>
                  <a:pt x="55" y="58"/>
                  <a:pt x="55" y="58"/>
                </a:cubicBezTo>
                <a:cubicBezTo>
                  <a:pt x="54" y="57"/>
                  <a:pt x="54" y="56"/>
                  <a:pt x="55" y="55"/>
                </a:cubicBezTo>
                <a:cubicBezTo>
                  <a:pt x="55" y="55"/>
                  <a:pt x="55" y="54"/>
                  <a:pt x="56" y="54"/>
                </a:cubicBezTo>
                <a:moveTo>
                  <a:pt x="56" y="78"/>
                </a:moveTo>
                <a:cubicBezTo>
                  <a:pt x="56" y="78"/>
                  <a:pt x="56" y="78"/>
                  <a:pt x="57" y="78"/>
                </a:cubicBezTo>
                <a:cubicBezTo>
                  <a:pt x="58" y="78"/>
                  <a:pt x="58" y="78"/>
                  <a:pt x="58" y="78"/>
                </a:cubicBezTo>
                <a:cubicBezTo>
                  <a:pt x="58" y="79"/>
                  <a:pt x="58" y="79"/>
                  <a:pt x="58" y="79"/>
                </a:cubicBezTo>
                <a:cubicBezTo>
                  <a:pt x="58" y="80"/>
                  <a:pt x="58" y="81"/>
                  <a:pt x="57" y="81"/>
                </a:cubicBezTo>
                <a:cubicBezTo>
                  <a:pt x="57" y="82"/>
                  <a:pt x="57" y="82"/>
                  <a:pt x="56" y="82"/>
                </a:cubicBezTo>
                <a:cubicBezTo>
                  <a:pt x="55" y="82"/>
                  <a:pt x="55" y="82"/>
                  <a:pt x="55" y="81"/>
                </a:cubicBezTo>
                <a:cubicBezTo>
                  <a:pt x="54" y="80"/>
                  <a:pt x="54" y="79"/>
                  <a:pt x="55" y="78"/>
                </a:cubicBezTo>
                <a:cubicBezTo>
                  <a:pt x="55" y="78"/>
                  <a:pt x="55" y="78"/>
                  <a:pt x="56" y="78"/>
                </a:cubicBezTo>
                <a:moveTo>
                  <a:pt x="56" y="51"/>
                </a:moveTo>
                <a:cubicBezTo>
                  <a:pt x="55" y="51"/>
                  <a:pt x="53" y="52"/>
                  <a:pt x="52" y="53"/>
                </a:cubicBezTo>
                <a:cubicBezTo>
                  <a:pt x="50" y="55"/>
                  <a:pt x="50" y="58"/>
                  <a:pt x="52" y="60"/>
                </a:cubicBezTo>
                <a:cubicBezTo>
                  <a:pt x="53" y="61"/>
                  <a:pt x="55" y="62"/>
                  <a:pt x="56" y="62"/>
                </a:cubicBezTo>
                <a:cubicBezTo>
                  <a:pt x="57" y="62"/>
                  <a:pt x="57" y="61"/>
                  <a:pt x="58" y="61"/>
                </a:cubicBezTo>
                <a:cubicBezTo>
                  <a:pt x="60" y="64"/>
                  <a:pt x="60" y="64"/>
                  <a:pt x="60" y="64"/>
                </a:cubicBezTo>
                <a:cubicBezTo>
                  <a:pt x="60" y="72"/>
                  <a:pt x="60" y="72"/>
                  <a:pt x="60" y="72"/>
                </a:cubicBezTo>
                <a:cubicBezTo>
                  <a:pt x="58" y="75"/>
                  <a:pt x="58" y="75"/>
                  <a:pt x="58" y="75"/>
                </a:cubicBezTo>
                <a:cubicBezTo>
                  <a:pt x="57" y="75"/>
                  <a:pt x="57" y="75"/>
                  <a:pt x="56" y="75"/>
                </a:cubicBezTo>
                <a:cubicBezTo>
                  <a:pt x="55" y="75"/>
                  <a:pt x="53" y="75"/>
                  <a:pt x="52" y="76"/>
                </a:cubicBezTo>
                <a:cubicBezTo>
                  <a:pt x="50" y="78"/>
                  <a:pt x="50" y="81"/>
                  <a:pt x="52" y="83"/>
                </a:cubicBezTo>
                <a:cubicBezTo>
                  <a:pt x="53" y="84"/>
                  <a:pt x="55" y="85"/>
                  <a:pt x="56" y="85"/>
                </a:cubicBezTo>
                <a:cubicBezTo>
                  <a:pt x="57" y="85"/>
                  <a:pt x="59" y="84"/>
                  <a:pt x="60" y="83"/>
                </a:cubicBezTo>
                <a:cubicBezTo>
                  <a:pt x="61" y="82"/>
                  <a:pt x="61" y="80"/>
                  <a:pt x="61" y="78"/>
                </a:cubicBezTo>
                <a:cubicBezTo>
                  <a:pt x="65" y="74"/>
                  <a:pt x="65" y="74"/>
                  <a:pt x="65" y="74"/>
                </a:cubicBezTo>
                <a:cubicBezTo>
                  <a:pt x="65" y="62"/>
                  <a:pt x="65" y="62"/>
                  <a:pt x="65" y="62"/>
                </a:cubicBezTo>
                <a:cubicBezTo>
                  <a:pt x="61" y="58"/>
                  <a:pt x="61" y="58"/>
                  <a:pt x="61" y="58"/>
                </a:cubicBezTo>
                <a:cubicBezTo>
                  <a:pt x="61" y="56"/>
                  <a:pt x="61" y="54"/>
                  <a:pt x="60" y="53"/>
                </a:cubicBezTo>
                <a:cubicBezTo>
                  <a:pt x="59" y="52"/>
                  <a:pt x="57" y="51"/>
                  <a:pt x="56" y="51"/>
                </a:cubicBezTo>
                <a:close/>
                <a:moveTo>
                  <a:pt x="176" y="85"/>
                </a:moveTo>
                <a:cubicBezTo>
                  <a:pt x="177" y="85"/>
                  <a:pt x="177" y="85"/>
                  <a:pt x="177" y="86"/>
                </a:cubicBezTo>
                <a:cubicBezTo>
                  <a:pt x="178" y="86"/>
                  <a:pt x="178" y="88"/>
                  <a:pt x="177" y="88"/>
                </a:cubicBezTo>
                <a:cubicBezTo>
                  <a:pt x="177" y="89"/>
                  <a:pt x="177" y="89"/>
                  <a:pt x="176" y="89"/>
                </a:cubicBezTo>
                <a:cubicBezTo>
                  <a:pt x="176" y="89"/>
                  <a:pt x="176" y="89"/>
                  <a:pt x="175" y="89"/>
                </a:cubicBezTo>
                <a:cubicBezTo>
                  <a:pt x="174" y="89"/>
                  <a:pt x="174" y="89"/>
                  <a:pt x="174" y="89"/>
                </a:cubicBezTo>
                <a:cubicBezTo>
                  <a:pt x="174" y="88"/>
                  <a:pt x="174" y="88"/>
                  <a:pt x="174" y="88"/>
                </a:cubicBezTo>
                <a:cubicBezTo>
                  <a:pt x="174" y="87"/>
                  <a:pt x="174" y="86"/>
                  <a:pt x="175" y="86"/>
                </a:cubicBezTo>
                <a:cubicBezTo>
                  <a:pt x="175" y="85"/>
                  <a:pt x="175" y="85"/>
                  <a:pt x="176" y="85"/>
                </a:cubicBezTo>
                <a:moveTo>
                  <a:pt x="103" y="112"/>
                </a:moveTo>
                <a:cubicBezTo>
                  <a:pt x="104" y="112"/>
                  <a:pt x="105" y="112"/>
                  <a:pt x="105" y="113"/>
                </a:cubicBezTo>
                <a:cubicBezTo>
                  <a:pt x="105" y="113"/>
                  <a:pt x="105" y="114"/>
                  <a:pt x="105" y="114"/>
                </a:cubicBezTo>
                <a:cubicBezTo>
                  <a:pt x="105" y="114"/>
                  <a:pt x="105" y="115"/>
                  <a:pt x="105" y="115"/>
                </a:cubicBezTo>
                <a:cubicBezTo>
                  <a:pt x="105" y="116"/>
                  <a:pt x="104" y="116"/>
                  <a:pt x="103" y="116"/>
                </a:cubicBezTo>
                <a:cubicBezTo>
                  <a:pt x="102" y="116"/>
                  <a:pt x="101" y="115"/>
                  <a:pt x="101" y="114"/>
                </a:cubicBezTo>
                <a:cubicBezTo>
                  <a:pt x="101" y="113"/>
                  <a:pt x="102" y="112"/>
                  <a:pt x="103" y="112"/>
                </a:cubicBezTo>
                <a:moveTo>
                  <a:pt x="176" y="82"/>
                </a:moveTo>
                <a:cubicBezTo>
                  <a:pt x="175" y="82"/>
                  <a:pt x="173" y="82"/>
                  <a:pt x="172" y="83"/>
                </a:cubicBezTo>
                <a:cubicBezTo>
                  <a:pt x="171" y="85"/>
                  <a:pt x="171" y="87"/>
                  <a:pt x="171" y="89"/>
                </a:cubicBezTo>
                <a:cubicBezTo>
                  <a:pt x="149" y="111"/>
                  <a:pt x="149" y="111"/>
                  <a:pt x="149" y="111"/>
                </a:cubicBezTo>
                <a:cubicBezTo>
                  <a:pt x="149" y="111"/>
                  <a:pt x="148" y="112"/>
                  <a:pt x="146" y="112"/>
                </a:cubicBezTo>
                <a:cubicBezTo>
                  <a:pt x="108" y="112"/>
                  <a:pt x="108" y="112"/>
                  <a:pt x="108" y="112"/>
                </a:cubicBezTo>
                <a:cubicBezTo>
                  <a:pt x="107" y="110"/>
                  <a:pt x="105" y="109"/>
                  <a:pt x="103" y="109"/>
                </a:cubicBezTo>
                <a:cubicBezTo>
                  <a:pt x="100" y="109"/>
                  <a:pt x="98" y="111"/>
                  <a:pt x="98" y="114"/>
                </a:cubicBezTo>
                <a:cubicBezTo>
                  <a:pt x="98" y="117"/>
                  <a:pt x="100" y="119"/>
                  <a:pt x="103" y="119"/>
                </a:cubicBezTo>
                <a:cubicBezTo>
                  <a:pt x="105" y="119"/>
                  <a:pt x="107" y="118"/>
                  <a:pt x="108" y="116"/>
                </a:cubicBezTo>
                <a:cubicBezTo>
                  <a:pt x="148" y="116"/>
                  <a:pt x="148" y="116"/>
                  <a:pt x="148" y="116"/>
                </a:cubicBezTo>
                <a:cubicBezTo>
                  <a:pt x="149" y="116"/>
                  <a:pt x="150" y="116"/>
                  <a:pt x="151" y="115"/>
                </a:cubicBezTo>
                <a:cubicBezTo>
                  <a:pt x="174" y="92"/>
                  <a:pt x="174" y="92"/>
                  <a:pt x="174" y="92"/>
                </a:cubicBezTo>
                <a:cubicBezTo>
                  <a:pt x="175" y="92"/>
                  <a:pt x="175" y="92"/>
                  <a:pt x="176" y="92"/>
                </a:cubicBezTo>
                <a:cubicBezTo>
                  <a:pt x="177" y="92"/>
                  <a:pt x="179" y="92"/>
                  <a:pt x="180" y="91"/>
                </a:cubicBezTo>
                <a:cubicBezTo>
                  <a:pt x="182" y="89"/>
                  <a:pt x="182" y="85"/>
                  <a:pt x="180" y="83"/>
                </a:cubicBezTo>
                <a:cubicBezTo>
                  <a:pt x="179" y="82"/>
                  <a:pt x="177" y="82"/>
                  <a:pt x="176" y="82"/>
                </a:cubicBezTo>
                <a:close/>
                <a:moveTo>
                  <a:pt x="5" y="90"/>
                </a:moveTo>
                <a:cubicBezTo>
                  <a:pt x="6" y="90"/>
                  <a:pt x="6" y="90"/>
                  <a:pt x="7" y="91"/>
                </a:cubicBezTo>
                <a:cubicBezTo>
                  <a:pt x="7" y="91"/>
                  <a:pt x="7" y="92"/>
                  <a:pt x="7" y="93"/>
                </a:cubicBezTo>
                <a:cubicBezTo>
                  <a:pt x="7" y="94"/>
                  <a:pt x="7" y="94"/>
                  <a:pt x="7" y="94"/>
                </a:cubicBezTo>
                <a:cubicBezTo>
                  <a:pt x="6" y="94"/>
                  <a:pt x="6" y="94"/>
                  <a:pt x="6" y="94"/>
                </a:cubicBezTo>
                <a:cubicBezTo>
                  <a:pt x="6" y="94"/>
                  <a:pt x="5" y="94"/>
                  <a:pt x="5" y="94"/>
                </a:cubicBezTo>
                <a:cubicBezTo>
                  <a:pt x="5" y="94"/>
                  <a:pt x="4" y="94"/>
                  <a:pt x="4" y="94"/>
                </a:cubicBezTo>
                <a:cubicBezTo>
                  <a:pt x="3" y="93"/>
                  <a:pt x="3" y="91"/>
                  <a:pt x="4" y="91"/>
                </a:cubicBezTo>
                <a:cubicBezTo>
                  <a:pt x="4" y="90"/>
                  <a:pt x="5" y="90"/>
                  <a:pt x="5" y="90"/>
                </a:cubicBezTo>
                <a:moveTo>
                  <a:pt x="12" y="112"/>
                </a:moveTo>
                <a:cubicBezTo>
                  <a:pt x="13" y="112"/>
                  <a:pt x="13" y="112"/>
                  <a:pt x="13" y="112"/>
                </a:cubicBezTo>
                <a:cubicBezTo>
                  <a:pt x="13" y="112"/>
                  <a:pt x="14" y="113"/>
                  <a:pt x="14" y="114"/>
                </a:cubicBezTo>
                <a:cubicBezTo>
                  <a:pt x="14" y="115"/>
                  <a:pt x="13" y="116"/>
                  <a:pt x="12" y="116"/>
                </a:cubicBezTo>
                <a:cubicBezTo>
                  <a:pt x="11" y="116"/>
                  <a:pt x="10" y="115"/>
                  <a:pt x="10" y="114"/>
                </a:cubicBezTo>
                <a:cubicBezTo>
                  <a:pt x="10" y="113"/>
                  <a:pt x="10" y="112"/>
                  <a:pt x="11" y="112"/>
                </a:cubicBezTo>
                <a:cubicBezTo>
                  <a:pt x="12" y="112"/>
                  <a:pt x="12" y="112"/>
                  <a:pt x="12" y="112"/>
                </a:cubicBezTo>
                <a:moveTo>
                  <a:pt x="5" y="87"/>
                </a:moveTo>
                <a:cubicBezTo>
                  <a:pt x="4" y="87"/>
                  <a:pt x="2" y="87"/>
                  <a:pt x="1" y="88"/>
                </a:cubicBezTo>
                <a:cubicBezTo>
                  <a:pt x="0" y="90"/>
                  <a:pt x="0" y="94"/>
                  <a:pt x="1" y="96"/>
                </a:cubicBezTo>
                <a:cubicBezTo>
                  <a:pt x="2" y="97"/>
                  <a:pt x="4" y="97"/>
                  <a:pt x="5" y="97"/>
                </a:cubicBezTo>
                <a:cubicBezTo>
                  <a:pt x="6" y="97"/>
                  <a:pt x="6" y="97"/>
                  <a:pt x="7" y="97"/>
                </a:cubicBezTo>
                <a:cubicBezTo>
                  <a:pt x="9" y="100"/>
                  <a:pt x="9" y="100"/>
                  <a:pt x="9" y="100"/>
                </a:cubicBezTo>
                <a:cubicBezTo>
                  <a:pt x="9" y="109"/>
                  <a:pt x="9" y="109"/>
                  <a:pt x="9" y="109"/>
                </a:cubicBezTo>
                <a:cubicBezTo>
                  <a:pt x="8" y="110"/>
                  <a:pt x="7" y="112"/>
                  <a:pt x="7" y="114"/>
                </a:cubicBezTo>
                <a:cubicBezTo>
                  <a:pt x="7" y="117"/>
                  <a:pt x="9" y="119"/>
                  <a:pt x="12" y="119"/>
                </a:cubicBezTo>
                <a:cubicBezTo>
                  <a:pt x="14" y="119"/>
                  <a:pt x="17" y="117"/>
                  <a:pt x="17" y="114"/>
                </a:cubicBezTo>
                <a:cubicBezTo>
                  <a:pt x="17" y="112"/>
                  <a:pt x="16" y="110"/>
                  <a:pt x="14" y="109"/>
                </a:cubicBezTo>
                <a:cubicBezTo>
                  <a:pt x="14" y="99"/>
                  <a:pt x="14" y="99"/>
                  <a:pt x="14" y="99"/>
                </a:cubicBezTo>
                <a:cubicBezTo>
                  <a:pt x="14" y="98"/>
                  <a:pt x="14" y="97"/>
                  <a:pt x="13" y="97"/>
                </a:cubicBezTo>
                <a:cubicBezTo>
                  <a:pt x="10" y="94"/>
                  <a:pt x="10" y="94"/>
                  <a:pt x="10" y="94"/>
                </a:cubicBezTo>
                <a:cubicBezTo>
                  <a:pt x="11" y="92"/>
                  <a:pt x="10" y="90"/>
                  <a:pt x="9" y="88"/>
                </a:cubicBezTo>
                <a:cubicBezTo>
                  <a:pt x="8" y="87"/>
                  <a:pt x="6" y="87"/>
                  <a:pt x="5" y="87"/>
                </a:cubicBezTo>
                <a:close/>
              </a:path>
            </a:pathLst>
          </a:custGeom>
          <a:solidFill>
            <a:srgbClr val="5B6F9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197D292-BCBF-D540-0FBB-C532FB1BDB59}"/>
              </a:ext>
            </a:extLst>
          </p:cNvPr>
          <p:cNvSpPr txBox="1"/>
          <p:nvPr/>
        </p:nvSpPr>
        <p:spPr>
          <a:xfrm>
            <a:off x="8988790" y="5869402"/>
            <a:ext cx="2999531" cy="486670"/>
          </a:xfrm>
          <a:prstGeom prst="roundRect">
            <a:avLst>
              <a:gd name="adj" fmla="val 7565"/>
            </a:avLst>
          </a:prstGeom>
          <a:solidFill>
            <a:srgbClr val="FFF4D9"/>
          </a:solidFill>
          <a:ln w="6350" cmpd="sng">
            <a:noFill/>
            <a:miter lim="800000"/>
            <a:headEnd/>
            <a:tailEnd/>
          </a:ln>
          <a:effectLst>
            <a:outerShdw blurRad="254000" dist="38100" dir="5400000" rotWithShape="0">
              <a:srgbClr val="DA9C00">
                <a:alpha val="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 algn="ctr">
              <a:defRPr sz="1400">
                <a:solidFill>
                  <a:srgbClr val="26303D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DDDC10F-7F39-9679-F41D-270D71A35A89}"/>
              </a:ext>
            </a:extLst>
          </p:cNvPr>
          <p:cNvSpPr txBox="1"/>
          <p:nvPr/>
        </p:nvSpPr>
        <p:spPr>
          <a:xfrm>
            <a:off x="9466231" y="5888958"/>
            <a:ext cx="2202847" cy="447556"/>
          </a:xfrm>
          <a:prstGeom prst="roundRect">
            <a:avLst>
              <a:gd name="adj" fmla="val 7565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3526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Involup Tateve-li-Tes Secillum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3526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Dolo Reeu-Fug Iatnull Apari</a:t>
            </a:r>
          </a:p>
        </p:txBody>
      </p:sp>
      <p:sp>
        <p:nvSpPr>
          <p:cNvPr id="211" name="Freeform 24">
            <a:extLst>
              <a:ext uri="{FF2B5EF4-FFF2-40B4-BE49-F238E27FC236}">
                <a16:creationId xmlns:a16="http://schemas.microsoft.com/office/drawing/2014/main" id="{2B3A3B1A-A488-B6DA-99D7-B57456D93F98}"/>
              </a:ext>
            </a:extLst>
          </p:cNvPr>
          <p:cNvSpPr>
            <a:spLocks/>
          </p:cNvSpPr>
          <p:nvPr/>
        </p:nvSpPr>
        <p:spPr bwMode="auto">
          <a:xfrm>
            <a:off x="9080664" y="5958984"/>
            <a:ext cx="319294" cy="307506"/>
          </a:xfrm>
          <a:custGeom>
            <a:avLst/>
            <a:gdLst>
              <a:gd name="T0" fmla="*/ 133 w 200"/>
              <a:gd name="T1" fmla="*/ 52 h 212"/>
              <a:gd name="T2" fmla="*/ 142 w 200"/>
              <a:gd name="T3" fmla="*/ 119 h 212"/>
              <a:gd name="T4" fmla="*/ 116 w 200"/>
              <a:gd name="T5" fmla="*/ 117 h 212"/>
              <a:gd name="T6" fmla="*/ 125 w 200"/>
              <a:gd name="T7" fmla="*/ 50 h 212"/>
              <a:gd name="T8" fmla="*/ 125 w 200"/>
              <a:gd name="T9" fmla="*/ 50 h 212"/>
              <a:gd name="T10" fmla="*/ 123 w 200"/>
              <a:gd name="T11" fmla="*/ 0 h 212"/>
              <a:gd name="T12" fmla="*/ 97 w 200"/>
              <a:gd name="T13" fmla="*/ 135 h 212"/>
              <a:gd name="T14" fmla="*/ 97 w 200"/>
              <a:gd name="T15" fmla="*/ 161 h 212"/>
              <a:gd name="T16" fmla="*/ 88 w 200"/>
              <a:gd name="T17" fmla="*/ 136 h 212"/>
              <a:gd name="T18" fmla="*/ 88 w 200"/>
              <a:gd name="T19" fmla="*/ 62 h 212"/>
              <a:gd name="T20" fmla="*/ 88 w 200"/>
              <a:gd name="T21" fmla="*/ 62 h 212"/>
              <a:gd name="T22" fmla="*/ 85 w 200"/>
              <a:gd name="T23" fmla="*/ 0 h 212"/>
              <a:gd name="T24" fmla="*/ 59 w 200"/>
              <a:gd name="T25" fmla="*/ 164 h 212"/>
              <a:gd name="T26" fmla="*/ 56 w 200"/>
              <a:gd name="T27" fmla="*/ 188 h 212"/>
              <a:gd name="T28" fmla="*/ 51 w 200"/>
              <a:gd name="T29" fmla="*/ 162 h 212"/>
              <a:gd name="T30" fmla="*/ 51 w 200"/>
              <a:gd name="T31" fmla="*/ 62 h 212"/>
              <a:gd name="T32" fmla="*/ 76 w 200"/>
              <a:gd name="T33" fmla="*/ 0 h 212"/>
              <a:gd name="T34" fmla="*/ 0 w 200"/>
              <a:gd name="T35" fmla="*/ 14 h 212"/>
              <a:gd name="T36" fmla="*/ 15 w 200"/>
              <a:gd name="T37" fmla="*/ 212 h 212"/>
              <a:gd name="T38" fmla="*/ 23 w 200"/>
              <a:gd name="T39" fmla="*/ 38 h 212"/>
              <a:gd name="T40" fmla="*/ 27 w 200"/>
              <a:gd name="T41" fmla="*/ 13 h 212"/>
              <a:gd name="T42" fmla="*/ 32 w 200"/>
              <a:gd name="T43" fmla="*/ 38 h 212"/>
              <a:gd name="T44" fmla="*/ 125 w 200"/>
              <a:gd name="T45" fmla="*/ 212 h 212"/>
              <a:gd name="T46" fmla="*/ 125 w 200"/>
              <a:gd name="T47" fmla="*/ 173 h 212"/>
              <a:gd name="T48" fmla="*/ 167 w 200"/>
              <a:gd name="T49" fmla="*/ 70 h 212"/>
              <a:gd name="T50" fmla="*/ 172 w 200"/>
              <a:gd name="T51" fmla="*/ 45 h 212"/>
              <a:gd name="T52" fmla="*/ 176 w 200"/>
              <a:gd name="T53" fmla="*/ 70 h 212"/>
              <a:gd name="T54" fmla="*/ 176 w 200"/>
              <a:gd name="T55" fmla="*/ 133 h 212"/>
              <a:gd name="T56" fmla="*/ 133 w 200"/>
              <a:gd name="T57" fmla="*/ 212 h 212"/>
              <a:gd name="T58" fmla="*/ 163 w 200"/>
              <a:gd name="T59" fmla="*/ 196 h 212"/>
              <a:gd name="T60" fmla="*/ 163 w 200"/>
              <a:gd name="T61" fmla="*/ 171 h 212"/>
              <a:gd name="T62" fmla="*/ 170 w 200"/>
              <a:gd name="T63" fmla="*/ 196 h 212"/>
              <a:gd name="T64" fmla="*/ 186 w 200"/>
              <a:gd name="T65" fmla="*/ 212 h 212"/>
              <a:gd name="T66" fmla="*/ 200 w 200"/>
              <a:gd name="T67" fmla="*/ 14 h 212"/>
              <a:gd name="T68" fmla="*/ 153 w 200"/>
              <a:gd name="T69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0" h="212">
                <a:moveTo>
                  <a:pt x="153" y="0"/>
                </a:moveTo>
                <a:cubicBezTo>
                  <a:pt x="133" y="52"/>
                  <a:pt x="133" y="52"/>
                  <a:pt x="133" y="52"/>
                </a:cubicBezTo>
                <a:cubicBezTo>
                  <a:pt x="133" y="104"/>
                  <a:pt x="133" y="104"/>
                  <a:pt x="133" y="104"/>
                </a:cubicBezTo>
                <a:cubicBezTo>
                  <a:pt x="139" y="106"/>
                  <a:pt x="143" y="112"/>
                  <a:pt x="142" y="119"/>
                </a:cubicBezTo>
                <a:cubicBezTo>
                  <a:pt x="141" y="124"/>
                  <a:pt x="137" y="128"/>
                  <a:pt x="131" y="129"/>
                </a:cubicBezTo>
                <a:cubicBezTo>
                  <a:pt x="123" y="131"/>
                  <a:pt x="116" y="125"/>
                  <a:pt x="116" y="117"/>
                </a:cubicBezTo>
                <a:cubicBezTo>
                  <a:pt x="116" y="111"/>
                  <a:pt x="120" y="106"/>
                  <a:pt x="125" y="104"/>
                </a:cubicBezTo>
                <a:cubicBezTo>
                  <a:pt x="125" y="50"/>
                  <a:pt x="125" y="50"/>
                  <a:pt x="125" y="50"/>
                </a:cubicBezTo>
                <a:cubicBezTo>
                  <a:pt x="125" y="50"/>
                  <a:pt x="125" y="50"/>
                  <a:pt x="125" y="50"/>
                </a:cubicBezTo>
                <a:cubicBezTo>
                  <a:pt x="125" y="50"/>
                  <a:pt x="125" y="50"/>
                  <a:pt x="125" y="50"/>
                </a:cubicBezTo>
                <a:cubicBezTo>
                  <a:pt x="144" y="0"/>
                  <a:pt x="144" y="0"/>
                  <a:pt x="144" y="0"/>
                </a:cubicBezTo>
                <a:cubicBezTo>
                  <a:pt x="123" y="0"/>
                  <a:pt x="123" y="0"/>
                  <a:pt x="123" y="0"/>
                </a:cubicBezTo>
                <a:cubicBezTo>
                  <a:pt x="97" y="64"/>
                  <a:pt x="97" y="64"/>
                  <a:pt x="97" y="64"/>
                </a:cubicBezTo>
                <a:cubicBezTo>
                  <a:pt x="97" y="135"/>
                  <a:pt x="97" y="135"/>
                  <a:pt x="97" y="135"/>
                </a:cubicBezTo>
                <a:cubicBezTo>
                  <a:pt x="103" y="137"/>
                  <a:pt x="108" y="143"/>
                  <a:pt x="107" y="150"/>
                </a:cubicBezTo>
                <a:cubicBezTo>
                  <a:pt x="106" y="155"/>
                  <a:pt x="102" y="160"/>
                  <a:pt x="97" y="161"/>
                </a:cubicBezTo>
                <a:cubicBezTo>
                  <a:pt x="88" y="162"/>
                  <a:pt x="81" y="156"/>
                  <a:pt x="81" y="148"/>
                </a:cubicBezTo>
                <a:cubicBezTo>
                  <a:pt x="81" y="143"/>
                  <a:pt x="84" y="138"/>
                  <a:pt x="88" y="136"/>
                </a:cubicBezTo>
                <a:cubicBezTo>
                  <a:pt x="88" y="136"/>
                  <a:pt x="88" y="136"/>
                  <a:pt x="88" y="136"/>
                </a:cubicBezTo>
                <a:cubicBezTo>
                  <a:pt x="88" y="62"/>
                  <a:pt x="88" y="62"/>
                  <a:pt x="88" y="62"/>
                </a:cubicBezTo>
                <a:cubicBezTo>
                  <a:pt x="88" y="62"/>
                  <a:pt x="88" y="62"/>
                  <a:pt x="88" y="62"/>
                </a:cubicBezTo>
                <a:cubicBezTo>
                  <a:pt x="88" y="62"/>
                  <a:pt x="88" y="62"/>
                  <a:pt x="88" y="62"/>
                </a:cubicBezTo>
                <a:cubicBezTo>
                  <a:pt x="113" y="0"/>
                  <a:pt x="113" y="0"/>
                  <a:pt x="113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59" y="64"/>
                  <a:pt x="59" y="64"/>
                  <a:pt x="59" y="64"/>
                </a:cubicBezTo>
                <a:cubicBezTo>
                  <a:pt x="59" y="164"/>
                  <a:pt x="59" y="164"/>
                  <a:pt x="59" y="164"/>
                </a:cubicBezTo>
                <a:cubicBezTo>
                  <a:pt x="64" y="166"/>
                  <a:pt x="67" y="172"/>
                  <a:pt x="66" y="178"/>
                </a:cubicBezTo>
                <a:cubicBezTo>
                  <a:pt x="65" y="183"/>
                  <a:pt x="61" y="187"/>
                  <a:pt x="56" y="188"/>
                </a:cubicBezTo>
                <a:cubicBezTo>
                  <a:pt x="47" y="190"/>
                  <a:pt x="40" y="183"/>
                  <a:pt x="40" y="175"/>
                </a:cubicBezTo>
                <a:cubicBezTo>
                  <a:pt x="40" y="169"/>
                  <a:pt x="45" y="164"/>
                  <a:pt x="51" y="162"/>
                </a:cubicBezTo>
                <a:cubicBezTo>
                  <a:pt x="51" y="62"/>
                  <a:pt x="51" y="62"/>
                  <a:pt x="51" y="62"/>
                </a:cubicBezTo>
                <a:cubicBezTo>
                  <a:pt x="51" y="62"/>
                  <a:pt x="51" y="62"/>
                  <a:pt x="51" y="62"/>
                </a:cubicBezTo>
                <a:cubicBezTo>
                  <a:pt x="51" y="62"/>
                  <a:pt x="51" y="62"/>
                  <a:pt x="51" y="62"/>
                </a:cubicBezTo>
                <a:cubicBezTo>
                  <a:pt x="76" y="0"/>
                  <a:pt x="76" y="0"/>
                  <a:pt x="76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98"/>
                  <a:pt x="0" y="198"/>
                  <a:pt x="0" y="198"/>
                </a:cubicBezTo>
                <a:cubicBezTo>
                  <a:pt x="0" y="206"/>
                  <a:pt x="7" y="212"/>
                  <a:pt x="15" y="212"/>
                </a:cubicBezTo>
                <a:cubicBezTo>
                  <a:pt x="23" y="212"/>
                  <a:pt x="23" y="212"/>
                  <a:pt x="23" y="212"/>
                </a:cubicBezTo>
                <a:cubicBezTo>
                  <a:pt x="23" y="38"/>
                  <a:pt x="23" y="38"/>
                  <a:pt x="23" y="38"/>
                </a:cubicBezTo>
                <a:cubicBezTo>
                  <a:pt x="18" y="37"/>
                  <a:pt x="15" y="32"/>
                  <a:pt x="14" y="27"/>
                </a:cubicBezTo>
                <a:cubicBezTo>
                  <a:pt x="13" y="20"/>
                  <a:pt x="20" y="13"/>
                  <a:pt x="27" y="13"/>
                </a:cubicBezTo>
                <a:cubicBezTo>
                  <a:pt x="34" y="13"/>
                  <a:pt x="40" y="19"/>
                  <a:pt x="40" y="26"/>
                </a:cubicBezTo>
                <a:cubicBezTo>
                  <a:pt x="40" y="31"/>
                  <a:pt x="37" y="36"/>
                  <a:pt x="32" y="38"/>
                </a:cubicBezTo>
                <a:cubicBezTo>
                  <a:pt x="32" y="212"/>
                  <a:pt x="32" y="212"/>
                  <a:pt x="32" y="212"/>
                </a:cubicBezTo>
                <a:cubicBezTo>
                  <a:pt x="125" y="212"/>
                  <a:pt x="125" y="212"/>
                  <a:pt x="125" y="212"/>
                </a:cubicBezTo>
                <a:cubicBezTo>
                  <a:pt x="125" y="173"/>
                  <a:pt x="125" y="173"/>
                  <a:pt x="125" y="173"/>
                </a:cubicBezTo>
                <a:cubicBezTo>
                  <a:pt x="125" y="173"/>
                  <a:pt x="125" y="173"/>
                  <a:pt x="125" y="173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67" y="70"/>
                  <a:pt x="167" y="70"/>
                  <a:pt x="167" y="70"/>
                </a:cubicBezTo>
                <a:cubicBezTo>
                  <a:pt x="163" y="69"/>
                  <a:pt x="159" y="64"/>
                  <a:pt x="159" y="59"/>
                </a:cubicBezTo>
                <a:cubicBezTo>
                  <a:pt x="158" y="52"/>
                  <a:pt x="164" y="45"/>
                  <a:pt x="172" y="45"/>
                </a:cubicBezTo>
                <a:cubicBezTo>
                  <a:pt x="179" y="45"/>
                  <a:pt x="185" y="51"/>
                  <a:pt x="185" y="58"/>
                </a:cubicBezTo>
                <a:cubicBezTo>
                  <a:pt x="185" y="64"/>
                  <a:pt x="181" y="69"/>
                  <a:pt x="176" y="70"/>
                </a:cubicBezTo>
                <a:cubicBezTo>
                  <a:pt x="176" y="133"/>
                  <a:pt x="176" y="133"/>
                  <a:pt x="176" y="133"/>
                </a:cubicBezTo>
                <a:cubicBezTo>
                  <a:pt x="176" y="133"/>
                  <a:pt x="176" y="133"/>
                  <a:pt x="176" y="133"/>
                </a:cubicBezTo>
                <a:cubicBezTo>
                  <a:pt x="133" y="177"/>
                  <a:pt x="133" y="177"/>
                  <a:pt x="133" y="177"/>
                </a:cubicBezTo>
                <a:cubicBezTo>
                  <a:pt x="133" y="212"/>
                  <a:pt x="133" y="212"/>
                  <a:pt x="133" y="212"/>
                </a:cubicBezTo>
                <a:cubicBezTo>
                  <a:pt x="163" y="212"/>
                  <a:pt x="163" y="212"/>
                  <a:pt x="163" y="212"/>
                </a:cubicBezTo>
                <a:cubicBezTo>
                  <a:pt x="163" y="196"/>
                  <a:pt x="163" y="196"/>
                  <a:pt x="163" y="196"/>
                </a:cubicBezTo>
                <a:cubicBezTo>
                  <a:pt x="157" y="195"/>
                  <a:pt x="152" y="189"/>
                  <a:pt x="153" y="181"/>
                </a:cubicBezTo>
                <a:cubicBezTo>
                  <a:pt x="154" y="176"/>
                  <a:pt x="158" y="172"/>
                  <a:pt x="163" y="171"/>
                </a:cubicBezTo>
                <a:cubicBezTo>
                  <a:pt x="172" y="169"/>
                  <a:pt x="179" y="176"/>
                  <a:pt x="179" y="184"/>
                </a:cubicBezTo>
                <a:cubicBezTo>
                  <a:pt x="179" y="190"/>
                  <a:pt x="175" y="195"/>
                  <a:pt x="170" y="196"/>
                </a:cubicBezTo>
                <a:cubicBezTo>
                  <a:pt x="170" y="212"/>
                  <a:pt x="170" y="212"/>
                  <a:pt x="170" y="212"/>
                </a:cubicBezTo>
                <a:cubicBezTo>
                  <a:pt x="186" y="212"/>
                  <a:pt x="186" y="212"/>
                  <a:pt x="186" y="212"/>
                </a:cubicBezTo>
                <a:cubicBezTo>
                  <a:pt x="194" y="212"/>
                  <a:pt x="200" y="206"/>
                  <a:pt x="200" y="198"/>
                </a:cubicBezTo>
                <a:cubicBezTo>
                  <a:pt x="200" y="14"/>
                  <a:pt x="200" y="14"/>
                  <a:pt x="200" y="14"/>
                </a:cubicBezTo>
                <a:cubicBezTo>
                  <a:pt x="200" y="6"/>
                  <a:pt x="194" y="0"/>
                  <a:pt x="186" y="0"/>
                </a:cubicBezTo>
                <a:lnTo>
                  <a:pt x="153" y="0"/>
                </a:lnTo>
                <a:close/>
              </a:path>
            </a:pathLst>
          </a:custGeom>
          <a:solidFill>
            <a:srgbClr val="5B6F9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C80CB93F-3D59-E84D-EEE8-D6FEE9088B1B}"/>
              </a:ext>
            </a:extLst>
          </p:cNvPr>
          <p:cNvSpPr/>
          <p:nvPr/>
        </p:nvSpPr>
        <p:spPr bwMode="auto">
          <a:xfrm>
            <a:off x="3538166" y="3479318"/>
            <a:ext cx="3327003" cy="2946882"/>
          </a:xfrm>
          <a:prstGeom prst="roundRect">
            <a:avLst>
              <a:gd name="adj" fmla="val 2155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114169">
                <a:alpha val="25000"/>
              </a:srgbClr>
            </a:outerShdw>
          </a:effectLst>
        </p:spPr>
        <p:txBody>
          <a:bodyPr wrap="square" lIns="91440" tIns="91440" rIns="91440" bIns="91440" rtlCol="0" anchor="t"/>
          <a:lstStyle/>
          <a:p>
            <a:pPr marL="174625" marR="0" lvl="0" indent="-17462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4" name="Rectangle: Top Corners Rounded 213">
            <a:extLst>
              <a:ext uri="{FF2B5EF4-FFF2-40B4-BE49-F238E27FC236}">
                <a16:creationId xmlns:a16="http://schemas.microsoft.com/office/drawing/2014/main" id="{C733AD5A-C6D7-9A6B-8B0C-873AE39DAC27}"/>
              </a:ext>
            </a:extLst>
          </p:cNvPr>
          <p:cNvSpPr/>
          <p:nvPr/>
        </p:nvSpPr>
        <p:spPr bwMode="auto">
          <a:xfrm>
            <a:off x="3538168" y="3165836"/>
            <a:ext cx="3327002" cy="594360"/>
          </a:xfrm>
          <a:prstGeom prst="round2SameRect">
            <a:avLst>
              <a:gd name="adj1" fmla="val 25792"/>
              <a:gd name="adj2" fmla="val 0"/>
            </a:avLst>
          </a:prstGeom>
          <a:solidFill>
            <a:srgbClr val="7ECAF8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Aturexcept, eursintoccae cat cupidatatno nproident suntinculp aquioffi ciadeser untmollitan 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866A2BB-F9BC-CD37-1256-30202B56F991}"/>
              </a:ext>
            </a:extLst>
          </p:cNvPr>
          <p:cNvSpPr txBox="1"/>
          <p:nvPr/>
        </p:nvSpPr>
        <p:spPr>
          <a:xfrm>
            <a:off x="3574508" y="3838131"/>
            <a:ext cx="3254035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Imidestlaboru mcur ab iturnon null asita-metnisltem pusconvall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Isqui sa clectuspe llentesque in ipsum idor ciportada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Pibu-svivamu ssuscipi ttortorege tfe lisporttitor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volutpatcra sultricie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Sligulased magnadi ctumpo rt alore mipsum dolorsi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Tametcon sect eturadi piscingel it seddoei usmodte mporincidi dun tutlaboreetdo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Loremagn aaliqu auten, imadmini mveniamqu, isnostrudexer citationul, lam. </a:t>
            </a:r>
          </a:p>
        </p:txBody>
      </p:sp>
      <p:cxnSp>
        <p:nvCxnSpPr>
          <p:cNvPr id="217" name="Connector: Curved 216">
            <a:extLst>
              <a:ext uri="{FF2B5EF4-FFF2-40B4-BE49-F238E27FC236}">
                <a16:creationId xmlns:a16="http://schemas.microsoft.com/office/drawing/2014/main" id="{A587C394-14BC-2701-2AC7-8493EDBF1AF9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430001" y="1275637"/>
            <a:ext cx="182880" cy="182880"/>
          </a:xfrm>
          <a:prstGeom prst="curvedConnector3">
            <a:avLst>
              <a:gd name="adj1" fmla="val 57766"/>
            </a:avLst>
          </a:prstGeom>
          <a:noFill/>
          <a:ln w="12700" cap="rnd" cmpd="sng" algn="ctr">
            <a:solidFill>
              <a:schemeClr val="bg1"/>
            </a:solidFill>
            <a:prstDash val="solid"/>
            <a:round/>
            <a:headEnd type="triangle" w="sm" len="sm"/>
            <a:tailEnd type="none" w="med" len="med"/>
          </a:ln>
          <a:effectLst/>
        </p:spPr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152119F-2500-BB87-8A0A-9B74DB4C7CA8}"/>
              </a:ext>
            </a:extLst>
          </p:cNvPr>
          <p:cNvCxnSpPr>
            <a:cxnSpLocks/>
          </p:cNvCxnSpPr>
          <p:nvPr/>
        </p:nvCxnSpPr>
        <p:spPr bwMode="auto">
          <a:xfrm>
            <a:off x="3660775" y="1270544"/>
            <a:ext cx="3100849" cy="0"/>
          </a:xfrm>
          <a:prstGeom prst="line">
            <a:avLst/>
          </a:prstGeom>
          <a:noFill/>
          <a:ln w="12700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3A277C1D-5A65-F920-5CF7-6C080B0B29A8}"/>
              </a:ext>
            </a:extLst>
          </p:cNvPr>
          <p:cNvCxnSpPr>
            <a:cxnSpLocks/>
          </p:cNvCxnSpPr>
          <p:nvPr/>
        </p:nvCxnSpPr>
        <p:spPr bwMode="auto">
          <a:xfrm>
            <a:off x="112321" y="1458289"/>
            <a:ext cx="3264972" cy="0"/>
          </a:xfrm>
          <a:prstGeom prst="line">
            <a:avLst/>
          </a:prstGeom>
          <a:noFill/>
          <a:ln w="12700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0" name="Connector: Curved 219">
            <a:extLst>
              <a:ext uri="{FF2B5EF4-FFF2-40B4-BE49-F238E27FC236}">
                <a16:creationId xmlns:a16="http://schemas.microsoft.com/office/drawing/2014/main" id="{9E9B7D34-52C6-8591-78B3-E8E818164610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6801622" y="1078472"/>
            <a:ext cx="182880" cy="182880"/>
          </a:xfrm>
          <a:prstGeom prst="curvedConnector3">
            <a:avLst>
              <a:gd name="adj1" fmla="val 57766"/>
            </a:avLst>
          </a:prstGeom>
          <a:noFill/>
          <a:ln w="12700" cap="rnd" cmpd="sng" algn="ctr">
            <a:solidFill>
              <a:schemeClr val="bg1"/>
            </a:solidFill>
            <a:prstDash val="solid"/>
            <a:round/>
            <a:headEnd type="triangle" w="sm" len="sm"/>
            <a:tailEnd type="none" w="med" len="med"/>
          </a:ln>
          <a:effectLst/>
        </p:spPr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DD1D5A78-859C-A045-5D1B-B9EB9610FA22}"/>
              </a:ext>
            </a:extLst>
          </p:cNvPr>
          <p:cNvCxnSpPr>
            <a:cxnSpLocks/>
          </p:cNvCxnSpPr>
          <p:nvPr/>
        </p:nvCxnSpPr>
        <p:spPr bwMode="auto">
          <a:xfrm>
            <a:off x="7015886" y="1075523"/>
            <a:ext cx="5063792" cy="0"/>
          </a:xfrm>
          <a:prstGeom prst="line">
            <a:avLst/>
          </a:prstGeom>
          <a:noFill/>
          <a:ln w="12700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B0302A8F-F853-D30E-D7D6-213C1BD33DFE}"/>
              </a:ext>
            </a:extLst>
          </p:cNvPr>
          <p:cNvSpPr/>
          <p:nvPr/>
        </p:nvSpPr>
        <p:spPr bwMode="auto">
          <a:xfrm>
            <a:off x="1128570" y="1295950"/>
            <a:ext cx="1150828" cy="276999"/>
          </a:xfrm>
          <a:prstGeom prst="rect">
            <a:avLst/>
          </a:prstGeom>
          <a:gradFill>
            <a:gsLst>
              <a:gs pos="0">
                <a:srgbClr val="BFCDD7"/>
              </a:gs>
              <a:gs pos="50000">
                <a:srgbClr val="BFCDD7"/>
              </a:gs>
              <a:gs pos="100000">
                <a:srgbClr val="C3D3DF"/>
              </a:gs>
            </a:gsLst>
            <a:lin ang="1800000" scaled="0"/>
          </a:gradFill>
          <a:ln>
            <a:noFill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COL ABORIS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A85D741-C59F-2524-33C5-FEFE84A88F3F}"/>
              </a:ext>
            </a:extLst>
          </p:cNvPr>
          <p:cNvSpPr/>
          <p:nvPr/>
        </p:nvSpPr>
        <p:spPr bwMode="auto">
          <a:xfrm>
            <a:off x="4602981" y="1125505"/>
            <a:ext cx="1212191" cy="276999"/>
          </a:xfrm>
          <a:prstGeom prst="rect">
            <a:avLst/>
          </a:prstGeom>
          <a:solidFill>
            <a:srgbClr val="CDE2F1"/>
          </a:solidFill>
          <a:ln>
            <a:noFill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>
                <a:ln>
                  <a:noFill/>
                </a:ln>
                <a:solidFill>
                  <a:srgbClr val="4D516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NISIU TALIQU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3CB0F339-327D-0BCF-AA68-1C84516E6DB5}"/>
              </a:ext>
            </a:extLst>
          </p:cNvPr>
          <p:cNvSpPr/>
          <p:nvPr/>
        </p:nvSpPr>
        <p:spPr bwMode="auto">
          <a:xfrm>
            <a:off x="8918651" y="992189"/>
            <a:ext cx="1260400" cy="207362"/>
          </a:xfrm>
          <a:prstGeom prst="rect">
            <a:avLst/>
          </a:prstGeom>
          <a:solidFill>
            <a:srgbClr val="A7B2C7"/>
          </a:solidFill>
          <a:ln>
            <a:noFill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IPEX EACOMM</a:t>
            </a:r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B915BA1A-437D-25E8-FE0A-C32A79A13E14}"/>
              </a:ext>
            </a:extLst>
          </p:cNvPr>
          <p:cNvSpPr/>
          <p:nvPr/>
        </p:nvSpPr>
        <p:spPr>
          <a:xfrm>
            <a:off x="9008728" y="1524236"/>
            <a:ext cx="1857538" cy="1133493"/>
          </a:xfrm>
          <a:custGeom>
            <a:avLst/>
            <a:gdLst>
              <a:gd name="connsiteX0" fmla="*/ 0 w 1473517"/>
              <a:gd name="connsiteY0" fmla="*/ 0 h 899160"/>
              <a:gd name="connsiteX1" fmla="*/ 1473518 w 1473517"/>
              <a:gd name="connsiteY1" fmla="*/ 0 h 899160"/>
              <a:gd name="connsiteX2" fmla="*/ 1473518 w 1473517"/>
              <a:gd name="connsiteY2" fmla="*/ 899160 h 899160"/>
              <a:gd name="connsiteX3" fmla="*/ 0 w 1473517"/>
              <a:gd name="connsiteY3" fmla="*/ 899160 h 89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3517" h="899160">
                <a:moveTo>
                  <a:pt x="0" y="0"/>
                </a:moveTo>
                <a:lnTo>
                  <a:pt x="1473518" y="0"/>
                </a:lnTo>
                <a:lnTo>
                  <a:pt x="1473518" y="899160"/>
                </a:lnTo>
                <a:lnTo>
                  <a:pt x="0" y="899160"/>
                </a:lnTo>
                <a:close/>
              </a:path>
            </a:pathLst>
          </a:custGeom>
          <a:gradFill flip="none" rotWithShape="1">
            <a:gsLst>
              <a:gs pos="67000">
                <a:srgbClr val="FED05D">
                  <a:alpha val="56000"/>
                </a:srgbClr>
              </a:gs>
              <a:gs pos="0">
                <a:srgbClr val="FED05D"/>
              </a:gs>
              <a:gs pos="100000">
                <a:srgbClr val="A4AFC4">
                  <a:alpha val="0"/>
                </a:srgbClr>
              </a:gs>
            </a:gsLst>
            <a:lin ang="162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27" name="Freeform: Shape 226">
            <a:extLst>
              <a:ext uri="{FF2B5EF4-FFF2-40B4-BE49-F238E27FC236}">
                <a16:creationId xmlns:a16="http://schemas.microsoft.com/office/drawing/2014/main" id="{2C20CDBC-01C8-B7AE-F6EE-4895EFC03BC9}"/>
              </a:ext>
            </a:extLst>
          </p:cNvPr>
          <p:cNvSpPr/>
          <p:nvPr/>
        </p:nvSpPr>
        <p:spPr>
          <a:xfrm>
            <a:off x="11314141" y="1755977"/>
            <a:ext cx="189714" cy="809295"/>
          </a:xfrm>
          <a:custGeom>
            <a:avLst/>
            <a:gdLst>
              <a:gd name="connsiteX0" fmla="*/ 0 w 150494"/>
              <a:gd name="connsiteY0" fmla="*/ 0 h 641985"/>
              <a:gd name="connsiteX1" fmla="*/ 150495 w 150494"/>
              <a:gd name="connsiteY1" fmla="*/ 0 h 641985"/>
              <a:gd name="connsiteX2" fmla="*/ 150495 w 150494"/>
              <a:gd name="connsiteY2" fmla="*/ 641985 h 641985"/>
              <a:gd name="connsiteX3" fmla="*/ 0 w 150494"/>
              <a:gd name="connsiteY3" fmla="*/ 641985 h 641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494" h="641985">
                <a:moveTo>
                  <a:pt x="0" y="0"/>
                </a:moveTo>
                <a:lnTo>
                  <a:pt x="150495" y="0"/>
                </a:lnTo>
                <a:lnTo>
                  <a:pt x="150495" y="641985"/>
                </a:lnTo>
                <a:lnTo>
                  <a:pt x="0" y="641985"/>
                </a:lnTo>
                <a:close/>
              </a:path>
            </a:pathLst>
          </a:custGeom>
          <a:gradFill flip="none" rotWithShape="1">
            <a:gsLst>
              <a:gs pos="67000">
                <a:srgbClr val="FED05D">
                  <a:alpha val="56000"/>
                </a:srgbClr>
              </a:gs>
              <a:gs pos="0">
                <a:srgbClr val="FED05D"/>
              </a:gs>
              <a:gs pos="100000">
                <a:srgbClr val="A4AFC4">
                  <a:alpha val="0"/>
                </a:srgbClr>
              </a:gs>
            </a:gsLst>
            <a:lin ang="162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28" name="Freeform: Shape 227">
            <a:extLst>
              <a:ext uri="{FF2B5EF4-FFF2-40B4-BE49-F238E27FC236}">
                <a16:creationId xmlns:a16="http://schemas.microsoft.com/office/drawing/2014/main" id="{58451505-FAD7-1A4A-8687-30558A1AE45D}"/>
              </a:ext>
            </a:extLst>
          </p:cNvPr>
          <p:cNvSpPr/>
          <p:nvPr/>
        </p:nvSpPr>
        <p:spPr>
          <a:xfrm>
            <a:off x="8572378" y="2314317"/>
            <a:ext cx="304985" cy="398643"/>
          </a:xfrm>
          <a:custGeom>
            <a:avLst/>
            <a:gdLst>
              <a:gd name="connsiteX0" fmla="*/ 121920 w 241934"/>
              <a:gd name="connsiteY0" fmla="*/ 0 h 316229"/>
              <a:gd name="connsiteX1" fmla="*/ 16192 w 241934"/>
              <a:gd name="connsiteY1" fmla="*/ 0 h 316229"/>
              <a:gd name="connsiteX2" fmla="*/ 0 w 241934"/>
              <a:gd name="connsiteY2" fmla="*/ 16193 h 316229"/>
              <a:gd name="connsiteX3" fmla="*/ 0 w 241934"/>
              <a:gd name="connsiteY3" fmla="*/ 221933 h 316229"/>
              <a:gd name="connsiteX4" fmla="*/ 20955 w 241934"/>
              <a:gd name="connsiteY4" fmla="*/ 275273 h 316229"/>
              <a:gd name="connsiteX5" fmla="*/ 60007 w 241934"/>
              <a:gd name="connsiteY5" fmla="*/ 316230 h 316229"/>
              <a:gd name="connsiteX6" fmla="*/ 120967 w 241934"/>
              <a:gd name="connsiteY6" fmla="*/ 316230 h 316229"/>
              <a:gd name="connsiteX7" fmla="*/ 181927 w 241934"/>
              <a:gd name="connsiteY7" fmla="*/ 316230 h 316229"/>
              <a:gd name="connsiteX8" fmla="*/ 220980 w 241934"/>
              <a:gd name="connsiteY8" fmla="*/ 275273 h 316229"/>
              <a:gd name="connsiteX9" fmla="*/ 241935 w 241934"/>
              <a:gd name="connsiteY9" fmla="*/ 221933 h 316229"/>
              <a:gd name="connsiteX10" fmla="*/ 241935 w 241934"/>
              <a:gd name="connsiteY10" fmla="*/ 16193 h 316229"/>
              <a:gd name="connsiteX11" fmla="*/ 225742 w 241934"/>
              <a:gd name="connsiteY11" fmla="*/ 0 h 316229"/>
              <a:gd name="connsiteX12" fmla="*/ 121920 w 241934"/>
              <a:gd name="connsiteY12" fmla="*/ 0 h 316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1934" h="316229">
                <a:moveTo>
                  <a:pt x="121920" y="0"/>
                </a:moveTo>
                <a:lnTo>
                  <a:pt x="16192" y="0"/>
                </a:lnTo>
                <a:cubicBezTo>
                  <a:pt x="7620" y="0"/>
                  <a:pt x="0" y="7620"/>
                  <a:pt x="0" y="16193"/>
                </a:cubicBezTo>
                <a:lnTo>
                  <a:pt x="0" y="221933"/>
                </a:lnTo>
                <a:cubicBezTo>
                  <a:pt x="0" y="241935"/>
                  <a:pt x="7620" y="260985"/>
                  <a:pt x="20955" y="275273"/>
                </a:cubicBezTo>
                <a:lnTo>
                  <a:pt x="60007" y="316230"/>
                </a:lnTo>
                <a:lnTo>
                  <a:pt x="120967" y="316230"/>
                </a:lnTo>
                <a:lnTo>
                  <a:pt x="181927" y="316230"/>
                </a:lnTo>
                <a:lnTo>
                  <a:pt x="220980" y="275273"/>
                </a:lnTo>
                <a:cubicBezTo>
                  <a:pt x="234315" y="260985"/>
                  <a:pt x="241935" y="241935"/>
                  <a:pt x="241935" y="221933"/>
                </a:cubicBezTo>
                <a:lnTo>
                  <a:pt x="241935" y="16193"/>
                </a:lnTo>
                <a:cubicBezTo>
                  <a:pt x="241935" y="7620"/>
                  <a:pt x="234315" y="0"/>
                  <a:pt x="225742" y="0"/>
                </a:cubicBezTo>
                <a:lnTo>
                  <a:pt x="121920" y="0"/>
                </a:lnTo>
                <a:close/>
              </a:path>
            </a:pathLst>
          </a:custGeom>
          <a:solidFill>
            <a:srgbClr val="FFD55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0ED60037-CE76-C5C9-0223-F8BE2D10C966}"/>
              </a:ext>
            </a:extLst>
          </p:cNvPr>
          <p:cNvSpPr/>
          <p:nvPr/>
        </p:nvSpPr>
        <p:spPr>
          <a:xfrm>
            <a:off x="8726071" y="2343135"/>
            <a:ext cx="123675" cy="337406"/>
          </a:xfrm>
          <a:custGeom>
            <a:avLst/>
            <a:gdLst>
              <a:gd name="connsiteX0" fmla="*/ 46672 w 98107"/>
              <a:gd name="connsiteY0" fmla="*/ 0 h 267652"/>
              <a:gd name="connsiteX1" fmla="*/ 46672 w 98107"/>
              <a:gd name="connsiteY1" fmla="*/ 198120 h 267652"/>
              <a:gd name="connsiteX2" fmla="*/ 32385 w 98107"/>
              <a:gd name="connsiteY2" fmla="*/ 234315 h 267652"/>
              <a:gd name="connsiteX3" fmla="*/ 0 w 98107"/>
              <a:gd name="connsiteY3" fmla="*/ 267653 h 267652"/>
              <a:gd name="connsiteX4" fmla="*/ 20955 w 98107"/>
              <a:gd name="connsiteY4" fmla="*/ 267653 h 267652"/>
              <a:gd name="connsiteX5" fmla="*/ 72390 w 98107"/>
              <a:gd name="connsiteY5" fmla="*/ 245745 h 267652"/>
              <a:gd name="connsiteX6" fmla="*/ 83820 w 98107"/>
              <a:gd name="connsiteY6" fmla="*/ 234315 h 267652"/>
              <a:gd name="connsiteX7" fmla="*/ 98107 w 98107"/>
              <a:gd name="connsiteY7" fmla="*/ 198120 h 267652"/>
              <a:gd name="connsiteX8" fmla="*/ 98107 w 98107"/>
              <a:gd name="connsiteY8" fmla="*/ 0 h 267652"/>
              <a:gd name="connsiteX9" fmla="*/ 46672 w 98107"/>
              <a:gd name="connsiteY9" fmla="*/ 0 h 267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107" h="267652">
                <a:moveTo>
                  <a:pt x="46672" y="0"/>
                </a:moveTo>
                <a:lnTo>
                  <a:pt x="46672" y="198120"/>
                </a:lnTo>
                <a:cubicBezTo>
                  <a:pt x="46672" y="211455"/>
                  <a:pt x="40957" y="224790"/>
                  <a:pt x="32385" y="234315"/>
                </a:cubicBezTo>
                <a:lnTo>
                  <a:pt x="0" y="267653"/>
                </a:lnTo>
                <a:lnTo>
                  <a:pt x="20955" y="267653"/>
                </a:lnTo>
                <a:cubicBezTo>
                  <a:pt x="40005" y="267653"/>
                  <a:pt x="59055" y="260032"/>
                  <a:pt x="72390" y="245745"/>
                </a:cubicBezTo>
                <a:lnTo>
                  <a:pt x="83820" y="234315"/>
                </a:lnTo>
                <a:cubicBezTo>
                  <a:pt x="93345" y="224790"/>
                  <a:pt x="98107" y="211455"/>
                  <a:pt x="98107" y="198120"/>
                </a:cubicBezTo>
                <a:lnTo>
                  <a:pt x="98107" y="0"/>
                </a:lnTo>
                <a:lnTo>
                  <a:pt x="46672" y="0"/>
                </a:lnTo>
                <a:close/>
              </a:path>
            </a:pathLst>
          </a:custGeom>
          <a:solidFill>
            <a:srgbClr val="EDAE4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6D9A1636-17DD-60A0-1DED-1DF120592CEA}"/>
              </a:ext>
            </a:extLst>
          </p:cNvPr>
          <p:cNvSpPr/>
          <p:nvPr/>
        </p:nvSpPr>
        <p:spPr>
          <a:xfrm>
            <a:off x="8951091" y="2657729"/>
            <a:ext cx="1955997" cy="55233"/>
          </a:xfrm>
          <a:custGeom>
            <a:avLst/>
            <a:gdLst>
              <a:gd name="connsiteX0" fmla="*/ 1524953 w 1551622"/>
              <a:gd name="connsiteY0" fmla="*/ 43815 h 43814"/>
              <a:gd name="connsiteX1" fmla="*/ 26670 w 1551622"/>
              <a:gd name="connsiteY1" fmla="*/ 43815 h 43814"/>
              <a:gd name="connsiteX2" fmla="*/ 0 w 1551622"/>
              <a:gd name="connsiteY2" fmla="*/ 21908 h 43814"/>
              <a:gd name="connsiteX3" fmla="*/ 0 w 1551622"/>
              <a:gd name="connsiteY3" fmla="*/ 21908 h 43814"/>
              <a:gd name="connsiteX4" fmla="*/ 26670 w 1551622"/>
              <a:gd name="connsiteY4" fmla="*/ 0 h 43814"/>
              <a:gd name="connsiteX5" fmla="*/ 1524953 w 1551622"/>
              <a:gd name="connsiteY5" fmla="*/ 0 h 43814"/>
              <a:gd name="connsiteX6" fmla="*/ 1551623 w 1551622"/>
              <a:gd name="connsiteY6" fmla="*/ 21908 h 43814"/>
              <a:gd name="connsiteX7" fmla="*/ 1551623 w 1551622"/>
              <a:gd name="connsiteY7" fmla="*/ 21908 h 43814"/>
              <a:gd name="connsiteX8" fmla="*/ 1524953 w 1551622"/>
              <a:gd name="connsiteY8" fmla="*/ 43815 h 4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1622" h="43814">
                <a:moveTo>
                  <a:pt x="1524953" y="43815"/>
                </a:moveTo>
                <a:lnTo>
                  <a:pt x="26670" y="43815"/>
                </a:lnTo>
                <a:cubicBezTo>
                  <a:pt x="11430" y="43815"/>
                  <a:pt x="0" y="34290"/>
                  <a:pt x="0" y="21908"/>
                </a:cubicBezTo>
                <a:lnTo>
                  <a:pt x="0" y="21908"/>
                </a:lnTo>
                <a:cubicBezTo>
                  <a:pt x="0" y="9525"/>
                  <a:pt x="12383" y="0"/>
                  <a:pt x="26670" y="0"/>
                </a:cubicBezTo>
                <a:lnTo>
                  <a:pt x="1524953" y="0"/>
                </a:lnTo>
                <a:cubicBezTo>
                  <a:pt x="1540193" y="0"/>
                  <a:pt x="1551623" y="9525"/>
                  <a:pt x="1551623" y="21908"/>
                </a:cubicBezTo>
                <a:lnTo>
                  <a:pt x="1551623" y="21908"/>
                </a:lnTo>
                <a:cubicBezTo>
                  <a:pt x="1551623" y="33338"/>
                  <a:pt x="1539240" y="43815"/>
                  <a:pt x="1524953" y="43815"/>
                </a:cubicBezTo>
                <a:close/>
              </a:path>
            </a:pathLst>
          </a:custGeom>
          <a:solidFill>
            <a:srgbClr val="4D516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5F70E956-C9D2-2380-C0F3-13EE9DB7E40C}"/>
              </a:ext>
            </a:extLst>
          </p:cNvPr>
          <p:cNvSpPr/>
          <p:nvPr/>
        </p:nvSpPr>
        <p:spPr>
          <a:xfrm>
            <a:off x="11234891" y="2565272"/>
            <a:ext cx="350614" cy="98459"/>
          </a:xfrm>
          <a:custGeom>
            <a:avLst/>
            <a:gdLst>
              <a:gd name="connsiteX0" fmla="*/ 235268 w 278130"/>
              <a:gd name="connsiteY0" fmla="*/ 11430 h 78104"/>
              <a:gd name="connsiteX1" fmla="*/ 214313 w 278130"/>
              <a:gd name="connsiteY1" fmla="*/ 0 h 78104"/>
              <a:gd name="connsiteX2" fmla="*/ 139065 w 278130"/>
              <a:gd name="connsiteY2" fmla="*/ 0 h 78104"/>
              <a:gd name="connsiteX3" fmla="*/ 63818 w 278130"/>
              <a:gd name="connsiteY3" fmla="*/ 0 h 78104"/>
              <a:gd name="connsiteX4" fmla="*/ 42863 w 278130"/>
              <a:gd name="connsiteY4" fmla="*/ 11430 h 78104"/>
              <a:gd name="connsiteX5" fmla="*/ 0 w 278130"/>
              <a:gd name="connsiteY5" fmla="*/ 78105 h 78104"/>
              <a:gd name="connsiteX6" fmla="*/ 140018 w 278130"/>
              <a:gd name="connsiteY6" fmla="*/ 78105 h 78104"/>
              <a:gd name="connsiteX7" fmla="*/ 278130 w 278130"/>
              <a:gd name="connsiteY7" fmla="*/ 78105 h 78104"/>
              <a:gd name="connsiteX8" fmla="*/ 235268 w 278130"/>
              <a:gd name="connsiteY8" fmla="*/ 11430 h 78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130" h="78104">
                <a:moveTo>
                  <a:pt x="235268" y="11430"/>
                </a:moveTo>
                <a:cubicBezTo>
                  <a:pt x="230505" y="4763"/>
                  <a:pt x="222885" y="0"/>
                  <a:pt x="214313" y="0"/>
                </a:cubicBezTo>
                <a:lnTo>
                  <a:pt x="139065" y="0"/>
                </a:lnTo>
                <a:lnTo>
                  <a:pt x="63818" y="0"/>
                </a:lnTo>
                <a:cubicBezTo>
                  <a:pt x="55245" y="0"/>
                  <a:pt x="47625" y="3810"/>
                  <a:pt x="42863" y="11430"/>
                </a:cubicBezTo>
                <a:lnTo>
                  <a:pt x="0" y="78105"/>
                </a:lnTo>
                <a:lnTo>
                  <a:pt x="140018" y="78105"/>
                </a:lnTo>
                <a:lnTo>
                  <a:pt x="278130" y="78105"/>
                </a:lnTo>
                <a:lnTo>
                  <a:pt x="235268" y="11430"/>
                </a:ln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32" name="Freeform: Shape 231">
            <a:extLst>
              <a:ext uri="{FF2B5EF4-FFF2-40B4-BE49-F238E27FC236}">
                <a16:creationId xmlns:a16="http://schemas.microsoft.com/office/drawing/2014/main" id="{D8EEF12A-2C49-74FA-714E-4C89F11FA325}"/>
              </a:ext>
            </a:extLst>
          </p:cNvPr>
          <p:cNvSpPr/>
          <p:nvPr/>
        </p:nvSpPr>
        <p:spPr>
          <a:xfrm>
            <a:off x="11278719" y="2583283"/>
            <a:ext cx="264161" cy="61237"/>
          </a:xfrm>
          <a:custGeom>
            <a:avLst/>
            <a:gdLst>
              <a:gd name="connsiteX0" fmla="*/ 199549 w 209549"/>
              <a:gd name="connsiteY0" fmla="*/ 48577 h 48577"/>
              <a:gd name="connsiteX1" fmla="*/ 9049 w 209549"/>
              <a:gd name="connsiteY1" fmla="*/ 48577 h 48577"/>
              <a:gd name="connsiteX2" fmla="*/ 1428 w 209549"/>
              <a:gd name="connsiteY2" fmla="*/ 43815 h 48577"/>
              <a:gd name="connsiteX3" fmla="*/ 1428 w 209549"/>
              <a:gd name="connsiteY3" fmla="*/ 34290 h 48577"/>
              <a:gd name="connsiteX4" fmla="*/ 20478 w 209549"/>
              <a:gd name="connsiteY4" fmla="*/ 4763 h 48577"/>
              <a:gd name="connsiteX5" fmla="*/ 29051 w 209549"/>
              <a:gd name="connsiteY5" fmla="*/ 0 h 48577"/>
              <a:gd name="connsiteX6" fmla="*/ 180499 w 209549"/>
              <a:gd name="connsiteY6" fmla="*/ 0 h 48577"/>
              <a:gd name="connsiteX7" fmla="*/ 189071 w 209549"/>
              <a:gd name="connsiteY7" fmla="*/ 4763 h 48577"/>
              <a:gd name="connsiteX8" fmla="*/ 208121 w 209549"/>
              <a:gd name="connsiteY8" fmla="*/ 34290 h 48577"/>
              <a:gd name="connsiteX9" fmla="*/ 208121 w 209549"/>
              <a:gd name="connsiteY9" fmla="*/ 43815 h 48577"/>
              <a:gd name="connsiteX10" fmla="*/ 199549 w 209549"/>
              <a:gd name="connsiteY10" fmla="*/ 48577 h 48577"/>
              <a:gd name="connsiteX11" fmla="*/ 28099 w 209549"/>
              <a:gd name="connsiteY11" fmla="*/ 4763 h 48577"/>
              <a:gd name="connsiteX12" fmla="*/ 22384 w 209549"/>
              <a:gd name="connsiteY12" fmla="*/ 7620 h 48577"/>
              <a:gd name="connsiteX13" fmla="*/ 3334 w 209549"/>
              <a:gd name="connsiteY13" fmla="*/ 37147 h 48577"/>
              <a:gd name="connsiteX14" fmla="*/ 3334 w 209549"/>
              <a:gd name="connsiteY14" fmla="*/ 42863 h 48577"/>
              <a:gd name="connsiteX15" fmla="*/ 8096 w 209549"/>
              <a:gd name="connsiteY15" fmla="*/ 45720 h 48577"/>
              <a:gd name="connsiteX16" fmla="*/ 198596 w 209549"/>
              <a:gd name="connsiteY16" fmla="*/ 45720 h 48577"/>
              <a:gd name="connsiteX17" fmla="*/ 203359 w 209549"/>
              <a:gd name="connsiteY17" fmla="*/ 42863 h 48577"/>
              <a:gd name="connsiteX18" fmla="*/ 203359 w 209549"/>
              <a:gd name="connsiteY18" fmla="*/ 37147 h 48577"/>
              <a:gd name="connsiteX19" fmla="*/ 184309 w 209549"/>
              <a:gd name="connsiteY19" fmla="*/ 7620 h 48577"/>
              <a:gd name="connsiteX20" fmla="*/ 178594 w 209549"/>
              <a:gd name="connsiteY20" fmla="*/ 4763 h 48577"/>
              <a:gd name="connsiteX21" fmla="*/ 28099 w 209549"/>
              <a:gd name="connsiteY21" fmla="*/ 4763 h 4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09549" h="48577">
                <a:moveTo>
                  <a:pt x="199549" y="48577"/>
                </a:moveTo>
                <a:lnTo>
                  <a:pt x="9049" y="48577"/>
                </a:lnTo>
                <a:cubicBezTo>
                  <a:pt x="5239" y="48577"/>
                  <a:pt x="2381" y="46672"/>
                  <a:pt x="1428" y="43815"/>
                </a:cubicBezTo>
                <a:cubicBezTo>
                  <a:pt x="-476" y="40957"/>
                  <a:pt x="-476" y="37147"/>
                  <a:pt x="1428" y="34290"/>
                </a:cubicBezTo>
                <a:lnTo>
                  <a:pt x="20478" y="4763"/>
                </a:lnTo>
                <a:cubicBezTo>
                  <a:pt x="22384" y="1905"/>
                  <a:pt x="25241" y="0"/>
                  <a:pt x="29051" y="0"/>
                </a:cubicBezTo>
                <a:lnTo>
                  <a:pt x="180499" y="0"/>
                </a:lnTo>
                <a:cubicBezTo>
                  <a:pt x="184309" y="0"/>
                  <a:pt x="187166" y="1905"/>
                  <a:pt x="189071" y="4763"/>
                </a:cubicBezTo>
                <a:lnTo>
                  <a:pt x="208121" y="34290"/>
                </a:lnTo>
                <a:cubicBezTo>
                  <a:pt x="210026" y="37147"/>
                  <a:pt x="210026" y="40957"/>
                  <a:pt x="208121" y="43815"/>
                </a:cubicBezTo>
                <a:cubicBezTo>
                  <a:pt x="205264" y="46672"/>
                  <a:pt x="202406" y="48577"/>
                  <a:pt x="199549" y="48577"/>
                </a:cubicBezTo>
                <a:close/>
                <a:moveTo>
                  <a:pt x="28099" y="4763"/>
                </a:moveTo>
                <a:cubicBezTo>
                  <a:pt x="26194" y="4763"/>
                  <a:pt x="24289" y="5715"/>
                  <a:pt x="22384" y="7620"/>
                </a:cubicBezTo>
                <a:lnTo>
                  <a:pt x="3334" y="37147"/>
                </a:lnTo>
                <a:cubicBezTo>
                  <a:pt x="2381" y="39052"/>
                  <a:pt x="2381" y="40957"/>
                  <a:pt x="3334" y="42863"/>
                </a:cubicBezTo>
                <a:cubicBezTo>
                  <a:pt x="4286" y="44767"/>
                  <a:pt x="6191" y="45720"/>
                  <a:pt x="8096" y="45720"/>
                </a:cubicBezTo>
                <a:lnTo>
                  <a:pt x="198596" y="45720"/>
                </a:lnTo>
                <a:cubicBezTo>
                  <a:pt x="200501" y="45720"/>
                  <a:pt x="202406" y="44767"/>
                  <a:pt x="203359" y="42863"/>
                </a:cubicBezTo>
                <a:cubicBezTo>
                  <a:pt x="204311" y="40957"/>
                  <a:pt x="204311" y="39052"/>
                  <a:pt x="203359" y="37147"/>
                </a:cubicBezTo>
                <a:lnTo>
                  <a:pt x="184309" y="7620"/>
                </a:lnTo>
                <a:cubicBezTo>
                  <a:pt x="183356" y="5715"/>
                  <a:pt x="181451" y="4763"/>
                  <a:pt x="178594" y="4763"/>
                </a:cubicBezTo>
                <a:lnTo>
                  <a:pt x="28099" y="4763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BDEDA3D6-2253-1066-809A-BA0EBD8BBC87}"/>
              </a:ext>
            </a:extLst>
          </p:cNvPr>
          <p:cNvSpPr/>
          <p:nvPr/>
        </p:nvSpPr>
        <p:spPr>
          <a:xfrm>
            <a:off x="11233691" y="2664933"/>
            <a:ext cx="351816" cy="48029"/>
          </a:xfrm>
          <a:custGeom>
            <a:avLst/>
            <a:gdLst>
              <a:gd name="connsiteX0" fmla="*/ 264795 w 279082"/>
              <a:gd name="connsiteY0" fmla="*/ 38100 h 38100"/>
              <a:gd name="connsiteX1" fmla="*/ 14288 w 279082"/>
              <a:gd name="connsiteY1" fmla="*/ 38100 h 38100"/>
              <a:gd name="connsiteX2" fmla="*/ 0 w 279082"/>
              <a:gd name="connsiteY2" fmla="*/ 23813 h 38100"/>
              <a:gd name="connsiteX3" fmla="*/ 0 w 279082"/>
              <a:gd name="connsiteY3" fmla="*/ 0 h 38100"/>
              <a:gd name="connsiteX4" fmla="*/ 279082 w 279082"/>
              <a:gd name="connsiteY4" fmla="*/ 0 h 38100"/>
              <a:gd name="connsiteX5" fmla="*/ 279082 w 279082"/>
              <a:gd name="connsiteY5" fmla="*/ 23813 h 38100"/>
              <a:gd name="connsiteX6" fmla="*/ 264795 w 279082"/>
              <a:gd name="connsiteY6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082" h="38100">
                <a:moveTo>
                  <a:pt x="264795" y="38100"/>
                </a:moveTo>
                <a:lnTo>
                  <a:pt x="14288" y="38100"/>
                </a:lnTo>
                <a:cubicBezTo>
                  <a:pt x="5715" y="38100"/>
                  <a:pt x="0" y="31433"/>
                  <a:pt x="0" y="23813"/>
                </a:cubicBezTo>
                <a:lnTo>
                  <a:pt x="0" y="0"/>
                </a:lnTo>
                <a:lnTo>
                  <a:pt x="279082" y="0"/>
                </a:lnTo>
                <a:lnTo>
                  <a:pt x="279082" y="23813"/>
                </a:lnTo>
                <a:cubicBezTo>
                  <a:pt x="279082" y="31433"/>
                  <a:pt x="272415" y="38100"/>
                  <a:pt x="264795" y="38100"/>
                </a:cubicBezTo>
                <a:close/>
              </a:path>
            </a:pathLst>
          </a:custGeom>
          <a:solidFill>
            <a:srgbClr val="4D516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34" name="Freeform: Shape 233">
            <a:extLst>
              <a:ext uri="{FF2B5EF4-FFF2-40B4-BE49-F238E27FC236}">
                <a16:creationId xmlns:a16="http://schemas.microsoft.com/office/drawing/2014/main" id="{80D8546F-7733-CB25-7D9C-2990C38E26A4}"/>
              </a:ext>
            </a:extLst>
          </p:cNvPr>
          <p:cNvSpPr/>
          <p:nvPr/>
        </p:nvSpPr>
        <p:spPr>
          <a:xfrm>
            <a:off x="8616568" y="2175035"/>
            <a:ext cx="51631" cy="51632"/>
          </a:xfrm>
          <a:custGeom>
            <a:avLst/>
            <a:gdLst>
              <a:gd name="connsiteX0" fmla="*/ 0 w 40957"/>
              <a:gd name="connsiteY0" fmla="*/ 0 h 40957"/>
              <a:gd name="connsiteX1" fmla="*/ 40958 w 40957"/>
              <a:gd name="connsiteY1" fmla="*/ 0 h 40957"/>
              <a:gd name="connsiteX2" fmla="*/ 40958 w 40957"/>
              <a:gd name="connsiteY2" fmla="*/ 40958 h 40957"/>
              <a:gd name="connsiteX3" fmla="*/ 0 w 40957"/>
              <a:gd name="connsiteY3" fmla="*/ 40958 h 40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957" h="40957">
                <a:moveTo>
                  <a:pt x="0" y="0"/>
                </a:moveTo>
                <a:lnTo>
                  <a:pt x="40958" y="0"/>
                </a:lnTo>
                <a:lnTo>
                  <a:pt x="40958" y="40958"/>
                </a:lnTo>
                <a:lnTo>
                  <a:pt x="0" y="40958"/>
                </a:lnTo>
                <a:close/>
              </a:path>
            </a:pathLst>
          </a:custGeom>
          <a:solidFill>
            <a:srgbClr val="65A0F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3F8CD9F5-DB70-C22A-70FA-7056F0B8BB94}"/>
              </a:ext>
            </a:extLst>
          </p:cNvPr>
          <p:cNvSpPr/>
          <p:nvPr/>
        </p:nvSpPr>
        <p:spPr>
          <a:xfrm>
            <a:off x="8705660" y="2233871"/>
            <a:ext cx="21611" cy="21611"/>
          </a:xfrm>
          <a:custGeom>
            <a:avLst/>
            <a:gdLst>
              <a:gd name="connsiteX0" fmla="*/ 0 w 17144"/>
              <a:gd name="connsiteY0" fmla="*/ 0 h 17144"/>
              <a:gd name="connsiteX1" fmla="*/ 17145 w 17144"/>
              <a:gd name="connsiteY1" fmla="*/ 0 h 17144"/>
              <a:gd name="connsiteX2" fmla="*/ 17145 w 17144"/>
              <a:gd name="connsiteY2" fmla="*/ 17145 h 17144"/>
              <a:gd name="connsiteX3" fmla="*/ 0 w 17144"/>
              <a:gd name="connsiteY3" fmla="*/ 17145 h 1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17144">
                <a:moveTo>
                  <a:pt x="0" y="0"/>
                </a:moveTo>
                <a:lnTo>
                  <a:pt x="17145" y="0"/>
                </a:lnTo>
                <a:lnTo>
                  <a:pt x="17145" y="17145"/>
                </a:lnTo>
                <a:lnTo>
                  <a:pt x="0" y="17145"/>
                </a:lnTo>
                <a:close/>
              </a:path>
            </a:pathLst>
          </a:custGeom>
          <a:solidFill>
            <a:srgbClr val="FFD55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DCB40B0A-FC91-9144-7E19-2DA1FDA591F4}"/>
              </a:ext>
            </a:extLst>
          </p:cNvPr>
          <p:cNvSpPr/>
          <p:nvPr/>
        </p:nvSpPr>
        <p:spPr>
          <a:xfrm>
            <a:off x="8770382" y="2145335"/>
            <a:ext cx="74445" cy="74446"/>
          </a:xfrm>
          <a:custGeom>
            <a:avLst/>
            <a:gdLst>
              <a:gd name="connsiteX0" fmla="*/ 0 w 59055"/>
              <a:gd name="connsiteY0" fmla="*/ 0 h 59055"/>
              <a:gd name="connsiteX1" fmla="*/ 59055 w 59055"/>
              <a:gd name="connsiteY1" fmla="*/ 0 h 59055"/>
              <a:gd name="connsiteX2" fmla="*/ 59055 w 59055"/>
              <a:gd name="connsiteY2" fmla="*/ 59055 h 59055"/>
              <a:gd name="connsiteX3" fmla="*/ 0 w 59055"/>
              <a:gd name="connsiteY3" fmla="*/ 59055 h 5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55" h="59055">
                <a:moveTo>
                  <a:pt x="0" y="0"/>
                </a:moveTo>
                <a:lnTo>
                  <a:pt x="59055" y="0"/>
                </a:lnTo>
                <a:lnTo>
                  <a:pt x="59055" y="59055"/>
                </a:lnTo>
                <a:lnTo>
                  <a:pt x="0" y="59055"/>
                </a:lnTo>
                <a:close/>
              </a:path>
            </a:pathLst>
          </a:custGeom>
          <a:solidFill>
            <a:srgbClr val="2F69D0"/>
          </a:solidFill>
          <a:ln w="20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6CFEA7A1-9A45-30D5-C10F-8F8EFC14037E}"/>
              </a:ext>
            </a:extLst>
          </p:cNvPr>
          <p:cNvSpPr/>
          <p:nvPr/>
        </p:nvSpPr>
        <p:spPr>
          <a:xfrm>
            <a:off x="8724058" y="2117400"/>
            <a:ext cx="30018" cy="30018"/>
          </a:xfrm>
          <a:custGeom>
            <a:avLst/>
            <a:gdLst>
              <a:gd name="connsiteX0" fmla="*/ 0 w 23812"/>
              <a:gd name="connsiteY0" fmla="*/ 0 h 23812"/>
              <a:gd name="connsiteX1" fmla="*/ 23813 w 23812"/>
              <a:gd name="connsiteY1" fmla="*/ 0 h 23812"/>
              <a:gd name="connsiteX2" fmla="*/ 23813 w 23812"/>
              <a:gd name="connsiteY2" fmla="*/ 23813 h 23812"/>
              <a:gd name="connsiteX3" fmla="*/ 0 w 23812"/>
              <a:gd name="connsiteY3" fmla="*/ 23813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" h="23812">
                <a:moveTo>
                  <a:pt x="0" y="0"/>
                </a:moveTo>
                <a:lnTo>
                  <a:pt x="23813" y="0"/>
                </a:lnTo>
                <a:lnTo>
                  <a:pt x="23813" y="23813"/>
                </a:lnTo>
                <a:lnTo>
                  <a:pt x="0" y="23813"/>
                </a:lnTo>
                <a:close/>
              </a:path>
            </a:pathLst>
          </a:custGeom>
          <a:solidFill>
            <a:srgbClr val="FFD55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3A52D3C7-0336-4809-82B2-902B7C5CBDAC}"/>
              </a:ext>
            </a:extLst>
          </p:cNvPr>
          <p:cNvSpPr/>
          <p:nvPr/>
        </p:nvSpPr>
        <p:spPr>
          <a:xfrm>
            <a:off x="8743019" y="1938514"/>
            <a:ext cx="34821" cy="34821"/>
          </a:xfrm>
          <a:custGeom>
            <a:avLst/>
            <a:gdLst>
              <a:gd name="connsiteX0" fmla="*/ 0 w 27622"/>
              <a:gd name="connsiteY0" fmla="*/ 0 h 27622"/>
              <a:gd name="connsiteX1" fmla="*/ 27623 w 27622"/>
              <a:gd name="connsiteY1" fmla="*/ 0 h 27622"/>
              <a:gd name="connsiteX2" fmla="*/ 27623 w 27622"/>
              <a:gd name="connsiteY2" fmla="*/ 27622 h 27622"/>
              <a:gd name="connsiteX3" fmla="*/ 0 w 27622"/>
              <a:gd name="connsiteY3" fmla="*/ 27622 h 2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22" h="27622">
                <a:moveTo>
                  <a:pt x="0" y="0"/>
                </a:moveTo>
                <a:lnTo>
                  <a:pt x="27623" y="0"/>
                </a:lnTo>
                <a:lnTo>
                  <a:pt x="27623" y="27622"/>
                </a:lnTo>
                <a:lnTo>
                  <a:pt x="0" y="27622"/>
                </a:lnTo>
                <a:close/>
              </a:path>
            </a:pathLst>
          </a:custGeom>
          <a:solidFill>
            <a:srgbClr val="65A0F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1DA50A26-54A8-C46C-0059-70723E082DCE}"/>
              </a:ext>
            </a:extLst>
          </p:cNvPr>
          <p:cNvSpPr/>
          <p:nvPr/>
        </p:nvSpPr>
        <p:spPr>
          <a:xfrm>
            <a:off x="8838223" y="1781176"/>
            <a:ext cx="13207" cy="13207"/>
          </a:xfrm>
          <a:custGeom>
            <a:avLst/>
            <a:gdLst>
              <a:gd name="connsiteX0" fmla="*/ 0 w 10477"/>
              <a:gd name="connsiteY0" fmla="*/ 0 h 10477"/>
              <a:gd name="connsiteX1" fmla="*/ 10477 w 10477"/>
              <a:gd name="connsiteY1" fmla="*/ 0 h 10477"/>
              <a:gd name="connsiteX2" fmla="*/ 10477 w 10477"/>
              <a:gd name="connsiteY2" fmla="*/ 10478 h 10477"/>
              <a:gd name="connsiteX3" fmla="*/ 0 w 10477"/>
              <a:gd name="connsiteY3" fmla="*/ 10478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77" h="10477">
                <a:moveTo>
                  <a:pt x="0" y="0"/>
                </a:moveTo>
                <a:lnTo>
                  <a:pt x="10477" y="0"/>
                </a:lnTo>
                <a:lnTo>
                  <a:pt x="10477" y="10478"/>
                </a:lnTo>
                <a:lnTo>
                  <a:pt x="0" y="10478"/>
                </a:lnTo>
                <a:close/>
              </a:path>
            </a:pathLst>
          </a:custGeom>
          <a:solidFill>
            <a:srgbClr val="92C4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33B0F141-4DC1-6113-0757-C5671E25D155}"/>
              </a:ext>
            </a:extLst>
          </p:cNvPr>
          <p:cNvSpPr/>
          <p:nvPr/>
        </p:nvSpPr>
        <p:spPr>
          <a:xfrm>
            <a:off x="10412388" y="1584274"/>
            <a:ext cx="636389" cy="636389"/>
          </a:xfrm>
          <a:custGeom>
            <a:avLst/>
            <a:gdLst>
              <a:gd name="connsiteX0" fmla="*/ 252413 w 504825"/>
              <a:gd name="connsiteY0" fmla="*/ 504825 h 504825"/>
              <a:gd name="connsiteX1" fmla="*/ 0 w 504825"/>
              <a:gd name="connsiteY1" fmla="*/ 252413 h 504825"/>
              <a:gd name="connsiteX2" fmla="*/ 252413 w 504825"/>
              <a:gd name="connsiteY2" fmla="*/ 0 h 504825"/>
              <a:gd name="connsiteX3" fmla="*/ 504825 w 504825"/>
              <a:gd name="connsiteY3" fmla="*/ 252413 h 504825"/>
              <a:gd name="connsiteX4" fmla="*/ 252413 w 504825"/>
              <a:gd name="connsiteY4" fmla="*/ 504825 h 504825"/>
              <a:gd name="connsiteX5" fmla="*/ 252413 w 504825"/>
              <a:gd name="connsiteY5" fmla="*/ 10477 h 504825"/>
              <a:gd name="connsiteX6" fmla="*/ 9525 w 504825"/>
              <a:gd name="connsiteY6" fmla="*/ 253365 h 504825"/>
              <a:gd name="connsiteX7" fmla="*/ 252413 w 504825"/>
              <a:gd name="connsiteY7" fmla="*/ 496253 h 504825"/>
              <a:gd name="connsiteX8" fmla="*/ 495300 w 504825"/>
              <a:gd name="connsiteY8" fmla="*/ 253365 h 504825"/>
              <a:gd name="connsiteX9" fmla="*/ 252413 w 504825"/>
              <a:gd name="connsiteY9" fmla="*/ 10477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825" h="504825">
                <a:moveTo>
                  <a:pt x="252413" y="504825"/>
                </a:moveTo>
                <a:cubicBezTo>
                  <a:pt x="113348" y="504825"/>
                  <a:pt x="0" y="391478"/>
                  <a:pt x="0" y="252413"/>
                </a:cubicBezTo>
                <a:cubicBezTo>
                  <a:pt x="0" y="113348"/>
                  <a:pt x="113348" y="0"/>
                  <a:pt x="252413" y="0"/>
                </a:cubicBezTo>
                <a:cubicBezTo>
                  <a:pt x="391478" y="0"/>
                  <a:pt x="504825" y="113348"/>
                  <a:pt x="504825" y="252413"/>
                </a:cubicBezTo>
                <a:cubicBezTo>
                  <a:pt x="503873" y="392430"/>
                  <a:pt x="391478" y="504825"/>
                  <a:pt x="252413" y="504825"/>
                </a:cubicBezTo>
                <a:close/>
                <a:moveTo>
                  <a:pt x="252413" y="10477"/>
                </a:moveTo>
                <a:cubicBezTo>
                  <a:pt x="119063" y="10477"/>
                  <a:pt x="9525" y="119063"/>
                  <a:pt x="9525" y="253365"/>
                </a:cubicBezTo>
                <a:cubicBezTo>
                  <a:pt x="9525" y="386715"/>
                  <a:pt x="118110" y="496253"/>
                  <a:pt x="252413" y="496253"/>
                </a:cubicBezTo>
                <a:cubicBezTo>
                  <a:pt x="385763" y="496253"/>
                  <a:pt x="495300" y="387667"/>
                  <a:pt x="495300" y="253365"/>
                </a:cubicBezTo>
                <a:cubicBezTo>
                  <a:pt x="494348" y="119063"/>
                  <a:pt x="385763" y="10477"/>
                  <a:pt x="252413" y="10477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950DCD97-161B-6EAB-D3C3-35FF102F9B22}"/>
              </a:ext>
            </a:extLst>
          </p:cNvPr>
          <p:cNvSpPr/>
          <p:nvPr/>
        </p:nvSpPr>
        <p:spPr>
          <a:xfrm>
            <a:off x="10540868" y="1712751"/>
            <a:ext cx="379431" cy="379431"/>
          </a:xfrm>
          <a:custGeom>
            <a:avLst/>
            <a:gdLst>
              <a:gd name="connsiteX0" fmla="*/ 150495 w 300989"/>
              <a:gd name="connsiteY0" fmla="*/ 300990 h 300989"/>
              <a:gd name="connsiteX1" fmla="*/ 0 w 300989"/>
              <a:gd name="connsiteY1" fmla="*/ 150495 h 300989"/>
              <a:gd name="connsiteX2" fmla="*/ 150495 w 300989"/>
              <a:gd name="connsiteY2" fmla="*/ 0 h 300989"/>
              <a:gd name="connsiteX3" fmla="*/ 155257 w 300989"/>
              <a:gd name="connsiteY3" fmla="*/ 4763 h 300989"/>
              <a:gd name="connsiteX4" fmla="*/ 150495 w 300989"/>
              <a:gd name="connsiteY4" fmla="*/ 9525 h 300989"/>
              <a:gd name="connsiteX5" fmla="*/ 9525 w 300989"/>
              <a:gd name="connsiteY5" fmla="*/ 150495 h 300989"/>
              <a:gd name="connsiteX6" fmla="*/ 150495 w 300989"/>
              <a:gd name="connsiteY6" fmla="*/ 291465 h 300989"/>
              <a:gd name="connsiteX7" fmla="*/ 291465 w 300989"/>
              <a:gd name="connsiteY7" fmla="*/ 150495 h 300989"/>
              <a:gd name="connsiteX8" fmla="*/ 296227 w 300989"/>
              <a:gd name="connsiteY8" fmla="*/ 145733 h 300989"/>
              <a:gd name="connsiteX9" fmla="*/ 300990 w 300989"/>
              <a:gd name="connsiteY9" fmla="*/ 150495 h 300989"/>
              <a:gd name="connsiteX10" fmla="*/ 150495 w 300989"/>
              <a:gd name="connsiteY10" fmla="*/ 300990 h 300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0989" h="300989">
                <a:moveTo>
                  <a:pt x="150495" y="300990"/>
                </a:moveTo>
                <a:cubicBezTo>
                  <a:pt x="67627" y="300990"/>
                  <a:pt x="0" y="233363"/>
                  <a:pt x="0" y="150495"/>
                </a:cubicBezTo>
                <a:cubicBezTo>
                  <a:pt x="0" y="67627"/>
                  <a:pt x="67627" y="0"/>
                  <a:pt x="150495" y="0"/>
                </a:cubicBezTo>
                <a:cubicBezTo>
                  <a:pt x="153352" y="0"/>
                  <a:pt x="155257" y="1905"/>
                  <a:pt x="155257" y="4763"/>
                </a:cubicBezTo>
                <a:cubicBezTo>
                  <a:pt x="155257" y="7620"/>
                  <a:pt x="153352" y="9525"/>
                  <a:pt x="150495" y="9525"/>
                </a:cubicBezTo>
                <a:cubicBezTo>
                  <a:pt x="73343" y="9525"/>
                  <a:pt x="9525" y="72390"/>
                  <a:pt x="9525" y="150495"/>
                </a:cubicBezTo>
                <a:cubicBezTo>
                  <a:pt x="9525" y="227648"/>
                  <a:pt x="72390" y="291465"/>
                  <a:pt x="150495" y="291465"/>
                </a:cubicBezTo>
                <a:cubicBezTo>
                  <a:pt x="227648" y="291465"/>
                  <a:pt x="291465" y="228600"/>
                  <a:pt x="291465" y="150495"/>
                </a:cubicBezTo>
                <a:cubicBezTo>
                  <a:pt x="291465" y="147638"/>
                  <a:pt x="293370" y="145733"/>
                  <a:pt x="296227" y="145733"/>
                </a:cubicBezTo>
                <a:cubicBezTo>
                  <a:pt x="299085" y="145733"/>
                  <a:pt x="300990" y="147638"/>
                  <a:pt x="300990" y="150495"/>
                </a:cubicBezTo>
                <a:cubicBezTo>
                  <a:pt x="300038" y="234315"/>
                  <a:pt x="233363" y="300990"/>
                  <a:pt x="150495" y="300990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2B8461CE-9282-5739-F7F8-856B2BC7EDF4}"/>
              </a:ext>
            </a:extLst>
          </p:cNvPr>
          <p:cNvSpPr/>
          <p:nvPr/>
        </p:nvSpPr>
        <p:spPr>
          <a:xfrm>
            <a:off x="10689758" y="1862843"/>
            <a:ext cx="81649" cy="81650"/>
          </a:xfrm>
          <a:custGeom>
            <a:avLst/>
            <a:gdLst>
              <a:gd name="connsiteX0" fmla="*/ 32385 w 64769"/>
              <a:gd name="connsiteY0" fmla="*/ 64770 h 64770"/>
              <a:gd name="connsiteX1" fmla="*/ 0 w 64769"/>
              <a:gd name="connsiteY1" fmla="*/ 32385 h 64770"/>
              <a:gd name="connsiteX2" fmla="*/ 32385 w 64769"/>
              <a:gd name="connsiteY2" fmla="*/ 0 h 64770"/>
              <a:gd name="connsiteX3" fmla="*/ 64770 w 64769"/>
              <a:gd name="connsiteY3" fmla="*/ 32385 h 64770"/>
              <a:gd name="connsiteX4" fmla="*/ 32385 w 64769"/>
              <a:gd name="connsiteY4" fmla="*/ 64770 h 64770"/>
              <a:gd name="connsiteX5" fmla="*/ 32385 w 64769"/>
              <a:gd name="connsiteY5" fmla="*/ 9525 h 64770"/>
              <a:gd name="connsiteX6" fmla="*/ 9525 w 64769"/>
              <a:gd name="connsiteY6" fmla="*/ 32385 h 64770"/>
              <a:gd name="connsiteX7" fmla="*/ 32385 w 64769"/>
              <a:gd name="connsiteY7" fmla="*/ 55245 h 64770"/>
              <a:gd name="connsiteX8" fmla="*/ 55245 w 64769"/>
              <a:gd name="connsiteY8" fmla="*/ 32385 h 64770"/>
              <a:gd name="connsiteX9" fmla="*/ 32385 w 64769"/>
              <a:gd name="connsiteY9" fmla="*/ 9525 h 6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769" h="64770">
                <a:moveTo>
                  <a:pt x="32385" y="64770"/>
                </a:moveTo>
                <a:cubicBezTo>
                  <a:pt x="14288" y="64770"/>
                  <a:pt x="0" y="50483"/>
                  <a:pt x="0" y="32385"/>
                </a:cubicBezTo>
                <a:cubicBezTo>
                  <a:pt x="0" y="14288"/>
                  <a:pt x="14288" y="0"/>
                  <a:pt x="32385" y="0"/>
                </a:cubicBezTo>
                <a:cubicBezTo>
                  <a:pt x="50482" y="0"/>
                  <a:pt x="64770" y="14288"/>
                  <a:pt x="64770" y="32385"/>
                </a:cubicBezTo>
                <a:cubicBezTo>
                  <a:pt x="64770" y="50483"/>
                  <a:pt x="50482" y="64770"/>
                  <a:pt x="32385" y="64770"/>
                </a:cubicBezTo>
                <a:close/>
                <a:moveTo>
                  <a:pt x="32385" y="9525"/>
                </a:moveTo>
                <a:cubicBezTo>
                  <a:pt x="20002" y="9525"/>
                  <a:pt x="9525" y="20002"/>
                  <a:pt x="9525" y="32385"/>
                </a:cubicBezTo>
                <a:cubicBezTo>
                  <a:pt x="9525" y="44768"/>
                  <a:pt x="20002" y="55245"/>
                  <a:pt x="32385" y="55245"/>
                </a:cubicBezTo>
                <a:cubicBezTo>
                  <a:pt x="44767" y="55245"/>
                  <a:pt x="55245" y="44768"/>
                  <a:pt x="55245" y="32385"/>
                </a:cubicBezTo>
                <a:cubicBezTo>
                  <a:pt x="55245" y="19050"/>
                  <a:pt x="44767" y="9525"/>
                  <a:pt x="32385" y="9525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D43A77E6-DAAE-76F2-C1FC-86AD25CCF5CD}"/>
              </a:ext>
            </a:extLst>
          </p:cNvPr>
          <p:cNvSpPr/>
          <p:nvPr/>
        </p:nvSpPr>
        <p:spPr>
          <a:xfrm>
            <a:off x="9753184" y="1487014"/>
            <a:ext cx="365036" cy="365022"/>
          </a:xfrm>
          <a:custGeom>
            <a:avLst/>
            <a:gdLst>
              <a:gd name="connsiteX0" fmla="*/ 144780 w 289569"/>
              <a:gd name="connsiteY0" fmla="*/ 289560 h 289559"/>
              <a:gd name="connsiteX1" fmla="*/ 0 w 289569"/>
              <a:gd name="connsiteY1" fmla="*/ 144780 h 289559"/>
              <a:gd name="connsiteX2" fmla="*/ 144780 w 289569"/>
              <a:gd name="connsiteY2" fmla="*/ 0 h 289559"/>
              <a:gd name="connsiteX3" fmla="*/ 289560 w 289569"/>
              <a:gd name="connsiteY3" fmla="*/ 144780 h 289559"/>
              <a:gd name="connsiteX4" fmla="*/ 144780 w 289569"/>
              <a:gd name="connsiteY4" fmla="*/ 289560 h 289559"/>
              <a:gd name="connsiteX5" fmla="*/ 144780 w 289569"/>
              <a:gd name="connsiteY5" fmla="*/ 9525 h 289559"/>
              <a:gd name="connsiteX6" fmla="*/ 9525 w 289569"/>
              <a:gd name="connsiteY6" fmla="*/ 144780 h 289559"/>
              <a:gd name="connsiteX7" fmla="*/ 144780 w 289569"/>
              <a:gd name="connsiteY7" fmla="*/ 280035 h 289559"/>
              <a:gd name="connsiteX8" fmla="*/ 280035 w 289569"/>
              <a:gd name="connsiteY8" fmla="*/ 144780 h 289559"/>
              <a:gd name="connsiteX9" fmla="*/ 144780 w 289569"/>
              <a:gd name="connsiteY9" fmla="*/ 9525 h 289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9569" h="289559">
                <a:moveTo>
                  <a:pt x="144780" y="289560"/>
                </a:moveTo>
                <a:cubicBezTo>
                  <a:pt x="64770" y="289560"/>
                  <a:pt x="0" y="224790"/>
                  <a:pt x="0" y="144780"/>
                </a:cubicBezTo>
                <a:cubicBezTo>
                  <a:pt x="0" y="64770"/>
                  <a:pt x="64770" y="0"/>
                  <a:pt x="144780" y="0"/>
                </a:cubicBezTo>
                <a:cubicBezTo>
                  <a:pt x="224790" y="0"/>
                  <a:pt x="289560" y="64770"/>
                  <a:pt x="289560" y="144780"/>
                </a:cubicBezTo>
                <a:cubicBezTo>
                  <a:pt x="290513" y="224790"/>
                  <a:pt x="224790" y="289560"/>
                  <a:pt x="144780" y="289560"/>
                </a:cubicBezTo>
                <a:close/>
                <a:moveTo>
                  <a:pt x="144780" y="9525"/>
                </a:moveTo>
                <a:cubicBezTo>
                  <a:pt x="69532" y="9525"/>
                  <a:pt x="9525" y="70485"/>
                  <a:pt x="9525" y="144780"/>
                </a:cubicBezTo>
                <a:cubicBezTo>
                  <a:pt x="9525" y="220028"/>
                  <a:pt x="70485" y="280035"/>
                  <a:pt x="144780" y="280035"/>
                </a:cubicBezTo>
                <a:cubicBezTo>
                  <a:pt x="220027" y="280035"/>
                  <a:pt x="280035" y="219075"/>
                  <a:pt x="280035" y="144780"/>
                </a:cubicBezTo>
                <a:cubicBezTo>
                  <a:pt x="280988" y="70485"/>
                  <a:pt x="220027" y="9525"/>
                  <a:pt x="144780" y="9525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44" name="Freeform: Shape 243">
            <a:extLst>
              <a:ext uri="{FF2B5EF4-FFF2-40B4-BE49-F238E27FC236}">
                <a16:creationId xmlns:a16="http://schemas.microsoft.com/office/drawing/2014/main" id="{5CFFEEE4-8EC9-BC00-3D76-4517357E7AE5}"/>
              </a:ext>
            </a:extLst>
          </p:cNvPr>
          <p:cNvSpPr/>
          <p:nvPr/>
        </p:nvSpPr>
        <p:spPr>
          <a:xfrm>
            <a:off x="9894873" y="1628701"/>
            <a:ext cx="81649" cy="81650"/>
          </a:xfrm>
          <a:custGeom>
            <a:avLst/>
            <a:gdLst>
              <a:gd name="connsiteX0" fmla="*/ 64770 w 64769"/>
              <a:gd name="connsiteY0" fmla="*/ 32385 h 64770"/>
              <a:gd name="connsiteX1" fmla="*/ 32385 w 64769"/>
              <a:gd name="connsiteY1" fmla="*/ 64770 h 64770"/>
              <a:gd name="connsiteX2" fmla="*/ 0 w 64769"/>
              <a:gd name="connsiteY2" fmla="*/ 32385 h 64770"/>
              <a:gd name="connsiteX3" fmla="*/ 32385 w 64769"/>
              <a:gd name="connsiteY3" fmla="*/ 0 h 64770"/>
              <a:gd name="connsiteX4" fmla="*/ 64770 w 64769"/>
              <a:gd name="connsiteY4" fmla="*/ 32385 h 6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769" h="64770">
                <a:moveTo>
                  <a:pt x="64770" y="32385"/>
                </a:moveTo>
                <a:cubicBezTo>
                  <a:pt x="64770" y="50271"/>
                  <a:pt x="50271" y="64770"/>
                  <a:pt x="32385" y="64770"/>
                </a:cubicBezTo>
                <a:cubicBezTo>
                  <a:pt x="14499" y="64770"/>
                  <a:pt x="0" y="50271"/>
                  <a:pt x="0" y="32385"/>
                </a:cubicBezTo>
                <a:cubicBezTo>
                  <a:pt x="0" y="14499"/>
                  <a:pt x="14499" y="0"/>
                  <a:pt x="32385" y="0"/>
                </a:cubicBezTo>
                <a:cubicBezTo>
                  <a:pt x="50270" y="0"/>
                  <a:pt x="64770" y="14499"/>
                  <a:pt x="64770" y="32385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45" name="Freeform: Shape 244">
            <a:extLst>
              <a:ext uri="{FF2B5EF4-FFF2-40B4-BE49-F238E27FC236}">
                <a16:creationId xmlns:a16="http://schemas.microsoft.com/office/drawing/2014/main" id="{0DD48527-BAA5-21D7-43A3-5C1BA2FB4D42}"/>
              </a:ext>
            </a:extLst>
          </p:cNvPr>
          <p:cNvSpPr/>
          <p:nvPr/>
        </p:nvSpPr>
        <p:spPr>
          <a:xfrm>
            <a:off x="9824027" y="1557858"/>
            <a:ext cx="223336" cy="223336"/>
          </a:xfrm>
          <a:custGeom>
            <a:avLst/>
            <a:gdLst>
              <a:gd name="connsiteX0" fmla="*/ 88582 w 177165"/>
              <a:gd name="connsiteY0" fmla="*/ 177165 h 177165"/>
              <a:gd name="connsiteX1" fmla="*/ 0 w 177165"/>
              <a:gd name="connsiteY1" fmla="*/ 88582 h 177165"/>
              <a:gd name="connsiteX2" fmla="*/ 88582 w 177165"/>
              <a:gd name="connsiteY2" fmla="*/ 0 h 177165"/>
              <a:gd name="connsiteX3" fmla="*/ 93345 w 177165"/>
              <a:gd name="connsiteY3" fmla="*/ 4763 h 177165"/>
              <a:gd name="connsiteX4" fmla="*/ 88582 w 177165"/>
              <a:gd name="connsiteY4" fmla="*/ 9525 h 177165"/>
              <a:gd name="connsiteX5" fmla="*/ 9525 w 177165"/>
              <a:gd name="connsiteY5" fmla="*/ 88582 h 177165"/>
              <a:gd name="connsiteX6" fmla="*/ 88582 w 177165"/>
              <a:gd name="connsiteY6" fmla="*/ 167640 h 177165"/>
              <a:gd name="connsiteX7" fmla="*/ 167640 w 177165"/>
              <a:gd name="connsiteY7" fmla="*/ 88582 h 177165"/>
              <a:gd name="connsiteX8" fmla="*/ 172403 w 177165"/>
              <a:gd name="connsiteY8" fmla="*/ 83820 h 177165"/>
              <a:gd name="connsiteX9" fmla="*/ 177165 w 177165"/>
              <a:gd name="connsiteY9" fmla="*/ 88582 h 177165"/>
              <a:gd name="connsiteX10" fmla="*/ 88582 w 177165"/>
              <a:gd name="connsiteY10" fmla="*/ 177165 h 177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7165" h="177165">
                <a:moveTo>
                  <a:pt x="88582" y="177165"/>
                </a:moveTo>
                <a:cubicBezTo>
                  <a:pt x="40005" y="177165"/>
                  <a:pt x="0" y="137160"/>
                  <a:pt x="0" y="88582"/>
                </a:cubicBezTo>
                <a:cubicBezTo>
                  <a:pt x="0" y="40005"/>
                  <a:pt x="40005" y="0"/>
                  <a:pt x="88582" y="0"/>
                </a:cubicBezTo>
                <a:cubicBezTo>
                  <a:pt x="91440" y="0"/>
                  <a:pt x="93345" y="1905"/>
                  <a:pt x="93345" y="4763"/>
                </a:cubicBezTo>
                <a:cubicBezTo>
                  <a:pt x="93345" y="7620"/>
                  <a:pt x="91440" y="9525"/>
                  <a:pt x="88582" y="9525"/>
                </a:cubicBezTo>
                <a:cubicBezTo>
                  <a:pt x="44768" y="9525"/>
                  <a:pt x="9525" y="44768"/>
                  <a:pt x="9525" y="88582"/>
                </a:cubicBezTo>
                <a:cubicBezTo>
                  <a:pt x="9525" y="132397"/>
                  <a:pt x="44768" y="167640"/>
                  <a:pt x="88582" y="167640"/>
                </a:cubicBezTo>
                <a:cubicBezTo>
                  <a:pt x="132398" y="167640"/>
                  <a:pt x="167640" y="132397"/>
                  <a:pt x="167640" y="88582"/>
                </a:cubicBezTo>
                <a:cubicBezTo>
                  <a:pt x="167640" y="85725"/>
                  <a:pt x="169545" y="83820"/>
                  <a:pt x="172403" y="83820"/>
                </a:cubicBezTo>
                <a:cubicBezTo>
                  <a:pt x="175260" y="83820"/>
                  <a:pt x="177165" y="85725"/>
                  <a:pt x="177165" y="88582"/>
                </a:cubicBezTo>
                <a:cubicBezTo>
                  <a:pt x="177165" y="137160"/>
                  <a:pt x="138113" y="177165"/>
                  <a:pt x="88582" y="177165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46" name="Freeform: Shape 245">
            <a:extLst>
              <a:ext uri="{FF2B5EF4-FFF2-40B4-BE49-F238E27FC236}">
                <a16:creationId xmlns:a16="http://schemas.microsoft.com/office/drawing/2014/main" id="{F975F51B-4A5C-0700-33C3-195D38A3D51B}"/>
              </a:ext>
            </a:extLst>
          </p:cNvPr>
          <p:cNvSpPr/>
          <p:nvPr/>
        </p:nvSpPr>
        <p:spPr>
          <a:xfrm>
            <a:off x="10008940" y="2188242"/>
            <a:ext cx="256956" cy="256957"/>
          </a:xfrm>
          <a:custGeom>
            <a:avLst/>
            <a:gdLst>
              <a:gd name="connsiteX0" fmla="*/ 101918 w 203834"/>
              <a:gd name="connsiteY0" fmla="*/ 203835 h 203835"/>
              <a:gd name="connsiteX1" fmla="*/ 0 w 203834"/>
              <a:gd name="connsiteY1" fmla="*/ 101918 h 203835"/>
              <a:gd name="connsiteX2" fmla="*/ 101918 w 203834"/>
              <a:gd name="connsiteY2" fmla="*/ 0 h 203835"/>
              <a:gd name="connsiteX3" fmla="*/ 203835 w 203834"/>
              <a:gd name="connsiteY3" fmla="*/ 101918 h 203835"/>
              <a:gd name="connsiteX4" fmla="*/ 101918 w 203834"/>
              <a:gd name="connsiteY4" fmla="*/ 203835 h 203835"/>
              <a:gd name="connsiteX5" fmla="*/ 101918 w 203834"/>
              <a:gd name="connsiteY5" fmla="*/ 9525 h 203835"/>
              <a:gd name="connsiteX6" fmla="*/ 9525 w 203834"/>
              <a:gd name="connsiteY6" fmla="*/ 101918 h 203835"/>
              <a:gd name="connsiteX7" fmla="*/ 101918 w 203834"/>
              <a:gd name="connsiteY7" fmla="*/ 194310 h 203835"/>
              <a:gd name="connsiteX8" fmla="*/ 194310 w 203834"/>
              <a:gd name="connsiteY8" fmla="*/ 101918 h 203835"/>
              <a:gd name="connsiteX9" fmla="*/ 101918 w 203834"/>
              <a:gd name="connsiteY9" fmla="*/ 9525 h 20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3834" h="203835">
                <a:moveTo>
                  <a:pt x="101918" y="203835"/>
                </a:moveTo>
                <a:cubicBezTo>
                  <a:pt x="45720" y="203835"/>
                  <a:pt x="0" y="158115"/>
                  <a:pt x="0" y="101918"/>
                </a:cubicBezTo>
                <a:cubicBezTo>
                  <a:pt x="0" y="45720"/>
                  <a:pt x="45720" y="0"/>
                  <a:pt x="101918" y="0"/>
                </a:cubicBezTo>
                <a:cubicBezTo>
                  <a:pt x="158115" y="0"/>
                  <a:pt x="203835" y="45720"/>
                  <a:pt x="203835" y="101918"/>
                </a:cubicBezTo>
                <a:cubicBezTo>
                  <a:pt x="202882" y="158115"/>
                  <a:pt x="157163" y="203835"/>
                  <a:pt x="101918" y="203835"/>
                </a:cubicBezTo>
                <a:close/>
                <a:moveTo>
                  <a:pt x="101918" y="9525"/>
                </a:moveTo>
                <a:cubicBezTo>
                  <a:pt x="51435" y="9525"/>
                  <a:pt x="9525" y="50483"/>
                  <a:pt x="9525" y="101918"/>
                </a:cubicBezTo>
                <a:cubicBezTo>
                  <a:pt x="9525" y="152400"/>
                  <a:pt x="50482" y="194310"/>
                  <a:pt x="101918" y="194310"/>
                </a:cubicBezTo>
                <a:cubicBezTo>
                  <a:pt x="152400" y="194310"/>
                  <a:pt x="194310" y="153353"/>
                  <a:pt x="194310" y="101918"/>
                </a:cubicBezTo>
                <a:cubicBezTo>
                  <a:pt x="193357" y="51435"/>
                  <a:pt x="152400" y="9525"/>
                  <a:pt x="101918" y="9525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47" name="Freeform: Shape 246">
            <a:extLst>
              <a:ext uri="{FF2B5EF4-FFF2-40B4-BE49-F238E27FC236}">
                <a16:creationId xmlns:a16="http://schemas.microsoft.com/office/drawing/2014/main" id="{B445F880-CE4A-E494-6A36-68141FD3D5E0}"/>
              </a:ext>
            </a:extLst>
          </p:cNvPr>
          <p:cNvSpPr/>
          <p:nvPr/>
        </p:nvSpPr>
        <p:spPr>
          <a:xfrm>
            <a:off x="10061773" y="2241074"/>
            <a:ext cx="151292" cy="151292"/>
          </a:xfrm>
          <a:custGeom>
            <a:avLst/>
            <a:gdLst>
              <a:gd name="connsiteX0" fmla="*/ 60008 w 120015"/>
              <a:gd name="connsiteY0" fmla="*/ 120015 h 120014"/>
              <a:gd name="connsiteX1" fmla="*/ 55245 w 120015"/>
              <a:gd name="connsiteY1" fmla="*/ 115252 h 120014"/>
              <a:gd name="connsiteX2" fmla="*/ 60008 w 120015"/>
              <a:gd name="connsiteY2" fmla="*/ 110490 h 120014"/>
              <a:gd name="connsiteX3" fmla="*/ 110490 w 120015"/>
              <a:gd name="connsiteY3" fmla="*/ 60008 h 120014"/>
              <a:gd name="connsiteX4" fmla="*/ 60008 w 120015"/>
              <a:gd name="connsiteY4" fmla="*/ 9525 h 120014"/>
              <a:gd name="connsiteX5" fmla="*/ 9525 w 120015"/>
              <a:gd name="connsiteY5" fmla="*/ 60008 h 120014"/>
              <a:gd name="connsiteX6" fmla="*/ 4763 w 120015"/>
              <a:gd name="connsiteY6" fmla="*/ 64770 h 120014"/>
              <a:gd name="connsiteX7" fmla="*/ 0 w 120015"/>
              <a:gd name="connsiteY7" fmla="*/ 60008 h 120014"/>
              <a:gd name="connsiteX8" fmla="*/ 60008 w 120015"/>
              <a:gd name="connsiteY8" fmla="*/ 0 h 120014"/>
              <a:gd name="connsiteX9" fmla="*/ 120015 w 120015"/>
              <a:gd name="connsiteY9" fmla="*/ 60008 h 120014"/>
              <a:gd name="connsiteX10" fmla="*/ 60008 w 120015"/>
              <a:gd name="connsiteY10" fmla="*/ 120015 h 12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015" h="120014">
                <a:moveTo>
                  <a:pt x="60008" y="120015"/>
                </a:moveTo>
                <a:cubicBezTo>
                  <a:pt x="57150" y="120015"/>
                  <a:pt x="55245" y="118110"/>
                  <a:pt x="55245" y="115252"/>
                </a:cubicBezTo>
                <a:cubicBezTo>
                  <a:pt x="55245" y="112395"/>
                  <a:pt x="57150" y="110490"/>
                  <a:pt x="60008" y="110490"/>
                </a:cubicBezTo>
                <a:cubicBezTo>
                  <a:pt x="87630" y="110490"/>
                  <a:pt x="110490" y="87630"/>
                  <a:pt x="110490" y="60008"/>
                </a:cubicBezTo>
                <a:cubicBezTo>
                  <a:pt x="110490" y="32385"/>
                  <a:pt x="87630" y="9525"/>
                  <a:pt x="60008" y="9525"/>
                </a:cubicBezTo>
                <a:cubicBezTo>
                  <a:pt x="32385" y="9525"/>
                  <a:pt x="9525" y="32385"/>
                  <a:pt x="9525" y="60008"/>
                </a:cubicBezTo>
                <a:cubicBezTo>
                  <a:pt x="9525" y="62865"/>
                  <a:pt x="7620" y="64770"/>
                  <a:pt x="4763" y="64770"/>
                </a:cubicBezTo>
                <a:cubicBezTo>
                  <a:pt x="1905" y="64770"/>
                  <a:pt x="0" y="62865"/>
                  <a:pt x="0" y="60008"/>
                </a:cubicBezTo>
                <a:cubicBezTo>
                  <a:pt x="0" y="26670"/>
                  <a:pt x="26670" y="0"/>
                  <a:pt x="60008" y="0"/>
                </a:cubicBezTo>
                <a:cubicBezTo>
                  <a:pt x="93345" y="0"/>
                  <a:pt x="120015" y="26670"/>
                  <a:pt x="120015" y="60008"/>
                </a:cubicBezTo>
                <a:cubicBezTo>
                  <a:pt x="119063" y="93345"/>
                  <a:pt x="92393" y="120015"/>
                  <a:pt x="60008" y="120015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48" name="Freeform: Shape 247">
            <a:extLst>
              <a:ext uri="{FF2B5EF4-FFF2-40B4-BE49-F238E27FC236}">
                <a16:creationId xmlns:a16="http://schemas.microsoft.com/office/drawing/2014/main" id="{9247B54C-087B-7048-6D55-34CE750773A3}"/>
              </a:ext>
            </a:extLst>
          </p:cNvPr>
          <p:cNvSpPr/>
          <p:nvPr/>
        </p:nvSpPr>
        <p:spPr>
          <a:xfrm>
            <a:off x="10106202" y="2285502"/>
            <a:ext cx="62438" cy="62437"/>
          </a:xfrm>
          <a:custGeom>
            <a:avLst/>
            <a:gdLst>
              <a:gd name="connsiteX0" fmla="*/ 49530 w 49530"/>
              <a:gd name="connsiteY0" fmla="*/ 24765 h 49529"/>
              <a:gd name="connsiteX1" fmla="*/ 24765 w 49530"/>
              <a:gd name="connsiteY1" fmla="*/ 49530 h 49529"/>
              <a:gd name="connsiteX2" fmla="*/ 0 w 49530"/>
              <a:gd name="connsiteY2" fmla="*/ 24765 h 49529"/>
              <a:gd name="connsiteX3" fmla="*/ 24765 w 49530"/>
              <a:gd name="connsiteY3" fmla="*/ 0 h 49529"/>
              <a:gd name="connsiteX4" fmla="*/ 49530 w 49530"/>
              <a:gd name="connsiteY4" fmla="*/ 24765 h 49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30" h="49529">
                <a:moveTo>
                  <a:pt x="49530" y="24765"/>
                </a:moveTo>
                <a:cubicBezTo>
                  <a:pt x="49530" y="38442"/>
                  <a:pt x="38442" y="49530"/>
                  <a:pt x="24765" y="49530"/>
                </a:cubicBezTo>
                <a:cubicBezTo>
                  <a:pt x="11088" y="49530"/>
                  <a:pt x="0" y="38442"/>
                  <a:pt x="0" y="24765"/>
                </a:cubicBezTo>
                <a:cubicBezTo>
                  <a:pt x="0" y="11088"/>
                  <a:pt x="11088" y="0"/>
                  <a:pt x="24765" y="0"/>
                </a:cubicBezTo>
                <a:cubicBezTo>
                  <a:pt x="38442" y="0"/>
                  <a:pt x="49530" y="11088"/>
                  <a:pt x="49530" y="24765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D89CBB26-66B4-E29C-A1B9-09C24CB02F50}"/>
              </a:ext>
            </a:extLst>
          </p:cNvPr>
          <p:cNvSpPr/>
          <p:nvPr/>
        </p:nvSpPr>
        <p:spPr>
          <a:xfrm>
            <a:off x="10689758" y="2331128"/>
            <a:ext cx="115269" cy="115269"/>
          </a:xfrm>
          <a:custGeom>
            <a:avLst/>
            <a:gdLst>
              <a:gd name="connsiteX0" fmla="*/ 45720 w 91439"/>
              <a:gd name="connsiteY0" fmla="*/ 91440 h 91439"/>
              <a:gd name="connsiteX1" fmla="*/ 0 w 91439"/>
              <a:gd name="connsiteY1" fmla="*/ 45720 h 91439"/>
              <a:gd name="connsiteX2" fmla="*/ 45720 w 91439"/>
              <a:gd name="connsiteY2" fmla="*/ 0 h 91439"/>
              <a:gd name="connsiteX3" fmla="*/ 91440 w 91439"/>
              <a:gd name="connsiteY3" fmla="*/ 45720 h 91439"/>
              <a:gd name="connsiteX4" fmla="*/ 45720 w 91439"/>
              <a:gd name="connsiteY4" fmla="*/ 91440 h 91439"/>
              <a:gd name="connsiteX5" fmla="*/ 45720 w 91439"/>
              <a:gd name="connsiteY5" fmla="*/ 9525 h 91439"/>
              <a:gd name="connsiteX6" fmla="*/ 9525 w 91439"/>
              <a:gd name="connsiteY6" fmla="*/ 45720 h 91439"/>
              <a:gd name="connsiteX7" fmla="*/ 45720 w 91439"/>
              <a:gd name="connsiteY7" fmla="*/ 81915 h 91439"/>
              <a:gd name="connsiteX8" fmla="*/ 81915 w 91439"/>
              <a:gd name="connsiteY8" fmla="*/ 45720 h 91439"/>
              <a:gd name="connsiteX9" fmla="*/ 45720 w 91439"/>
              <a:gd name="connsiteY9" fmla="*/ 9525 h 9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39" h="91439">
                <a:moveTo>
                  <a:pt x="45720" y="91440"/>
                </a:moveTo>
                <a:cubicBezTo>
                  <a:pt x="20955" y="91440"/>
                  <a:pt x="0" y="71438"/>
                  <a:pt x="0" y="45720"/>
                </a:cubicBezTo>
                <a:cubicBezTo>
                  <a:pt x="0" y="20955"/>
                  <a:pt x="20002" y="0"/>
                  <a:pt x="45720" y="0"/>
                </a:cubicBezTo>
                <a:cubicBezTo>
                  <a:pt x="70485" y="0"/>
                  <a:pt x="91440" y="20002"/>
                  <a:pt x="91440" y="45720"/>
                </a:cubicBezTo>
                <a:cubicBezTo>
                  <a:pt x="91440" y="71438"/>
                  <a:pt x="70485" y="91440"/>
                  <a:pt x="45720" y="91440"/>
                </a:cubicBezTo>
                <a:close/>
                <a:moveTo>
                  <a:pt x="45720" y="9525"/>
                </a:moveTo>
                <a:cubicBezTo>
                  <a:pt x="25717" y="9525"/>
                  <a:pt x="9525" y="25718"/>
                  <a:pt x="9525" y="45720"/>
                </a:cubicBezTo>
                <a:cubicBezTo>
                  <a:pt x="9525" y="65723"/>
                  <a:pt x="25717" y="81915"/>
                  <a:pt x="45720" y="81915"/>
                </a:cubicBezTo>
                <a:cubicBezTo>
                  <a:pt x="65722" y="81915"/>
                  <a:pt x="81915" y="65723"/>
                  <a:pt x="81915" y="45720"/>
                </a:cubicBezTo>
                <a:cubicBezTo>
                  <a:pt x="81915" y="25718"/>
                  <a:pt x="65722" y="9525"/>
                  <a:pt x="45720" y="9525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50" name="Freeform: Shape 249">
            <a:extLst>
              <a:ext uri="{FF2B5EF4-FFF2-40B4-BE49-F238E27FC236}">
                <a16:creationId xmlns:a16="http://schemas.microsoft.com/office/drawing/2014/main" id="{0BE0C19B-8AE0-F812-735E-C83E4381AB4A}"/>
              </a:ext>
            </a:extLst>
          </p:cNvPr>
          <p:cNvSpPr/>
          <p:nvPr/>
        </p:nvSpPr>
        <p:spPr>
          <a:xfrm>
            <a:off x="10728181" y="2369555"/>
            <a:ext cx="38423" cy="38422"/>
          </a:xfrm>
          <a:custGeom>
            <a:avLst/>
            <a:gdLst>
              <a:gd name="connsiteX0" fmla="*/ 30480 w 30480"/>
              <a:gd name="connsiteY0" fmla="*/ 15240 h 30479"/>
              <a:gd name="connsiteX1" fmla="*/ 15240 w 30480"/>
              <a:gd name="connsiteY1" fmla="*/ 30480 h 30479"/>
              <a:gd name="connsiteX2" fmla="*/ 0 w 30480"/>
              <a:gd name="connsiteY2" fmla="*/ 15240 h 30479"/>
              <a:gd name="connsiteX3" fmla="*/ 15240 w 30480"/>
              <a:gd name="connsiteY3" fmla="*/ 0 h 30479"/>
              <a:gd name="connsiteX4" fmla="*/ 30480 w 30480"/>
              <a:gd name="connsiteY4" fmla="*/ 15240 h 30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" h="30479">
                <a:moveTo>
                  <a:pt x="30480" y="15240"/>
                </a:moveTo>
                <a:cubicBezTo>
                  <a:pt x="30480" y="23657"/>
                  <a:pt x="23656" y="30480"/>
                  <a:pt x="15240" y="30480"/>
                </a:cubicBezTo>
                <a:cubicBezTo>
                  <a:pt x="6823" y="30480"/>
                  <a:pt x="0" y="23657"/>
                  <a:pt x="0" y="15240"/>
                </a:cubicBezTo>
                <a:cubicBezTo>
                  <a:pt x="0" y="6823"/>
                  <a:pt x="6824" y="0"/>
                  <a:pt x="15240" y="0"/>
                </a:cubicBezTo>
                <a:cubicBezTo>
                  <a:pt x="23657" y="0"/>
                  <a:pt x="30480" y="6823"/>
                  <a:pt x="30480" y="15240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grpSp>
        <p:nvGrpSpPr>
          <p:cNvPr id="251" name="Graphic 35">
            <a:extLst>
              <a:ext uri="{FF2B5EF4-FFF2-40B4-BE49-F238E27FC236}">
                <a16:creationId xmlns:a16="http://schemas.microsoft.com/office/drawing/2014/main" id="{DBE2C69F-C511-4E39-E9EB-CD5F80D3ADD4}"/>
              </a:ext>
            </a:extLst>
          </p:cNvPr>
          <p:cNvGrpSpPr/>
          <p:nvPr/>
        </p:nvGrpSpPr>
        <p:grpSpPr>
          <a:xfrm>
            <a:off x="9136625" y="1617740"/>
            <a:ext cx="1599561" cy="851291"/>
            <a:chOff x="8001765" y="3620929"/>
            <a:chExt cx="1268917" cy="675322"/>
          </a:xfrm>
          <a:solidFill>
            <a:srgbClr val="FFFFFF"/>
          </a:solidFill>
        </p:grpSpPr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4C595E20-EDD8-44F1-20C5-816DB011797E}"/>
                </a:ext>
              </a:extLst>
            </p:cNvPr>
            <p:cNvSpPr/>
            <p:nvPr/>
          </p:nvSpPr>
          <p:spPr>
            <a:xfrm>
              <a:off x="8225789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4C95DB44-AB63-8476-E30D-363C84D0E3AB}"/>
                </a:ext>
              </a:extLst>
            </p:cNvPr>
            <p:cNvSpPr/>
            <p:nvPr/>
          </p:nvSpPr>
          <p:spPr>
            <a:xfrm>
              <a:off x="830008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53177C60-9420-4784-7B90-8828A6024981}"/>
                </a:ext>
              </a:extLst>
            </p:cNvPr>
            <p:cNvSpPr/>
            <p:nvPr/>
          </p:nvSpPr>
          <p:spPr>
            <a:xfrm>
              <a:off x="8374137" y="3621881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8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1BF549F8-6236-8B21-FC11-80F031D74353}"/>
                </a:ext>
              </a:extLst>
            </p:cNvPr>
            <p:cNvSpPr/>
            <p:nvPr/>
          </p:nvSpPr>
          <p:spPr>
            <a:xfrm>
              <a:off x="8447722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FD4F13C5-22A9-D6AC-1FB7-56517C8717FE}"/>
                </a:ext>
              </a:extLst>
            </p:cNvPr>
            <p:cNvSpPr/>
            <p:nvPr/>
          </p:nvSpPr>
          <p:spPr>
            <a:xfrm>
              <a:off x="8521830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6D7CE04C-380C-927C-17C6-60C456268CAA}"/>
                </a:ext>
              </a:extLst>
            </p:cNvPr>
            <p:cNvSpPr/>
            <p:nvPr/>
          </p:nvSpPr>
          <p:spPr>
            <a:xfrm>
              <a:off x="8595360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10494EDD-84B2-B715-4EB2-DBA6CB44047F}"/>
                </a:ext>
              </a:extLst>
            </p:cNvPr>
            <p:cNvSpPr/>
            <p:nvPr/>
          </p:nvSpPr>
          <p:spPr>
            <a:xfrm>
              <a:off x="866965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EFCA07EA-8416-7EEC-01D0-8062405BCBC6}"/>
                </a:ext>
              </a:extLst>
            </p:cNvPr>
            <p:cNvSpPr/>
            <p:nvPr/>
          </p:nvSpPr>
          <p:spPr>
            <a:xfrm>
              <a:off x="8743950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BED0C56-AE91-4FA8-89FE-5D6F98BF00FF}"/>
                </a:ext>
              </a:extLst>
            </p:cNvPr>
            <p:cNvSpPr/>
            <p:nvPr/>
          </p:nvSpPr>
          <p:spPr>
            <a:xfrm>
              <a:off x="8817292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44BF2DD-6E02-A481-DB81-BB5123E05FCA}"/>
                </a:ext>
              </a:extLst>
            </p:cNvPr>
            <p:cNvSpPr/>
            <p:nvPr/>
          </p:nvSpPr>
          <p:spPr>
            <a:xfrm>
              <a:off x="8891587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D5826A3E-22AE-39EB-F50E-DDB989046FDE}"/>
                </a:ext>
              </a:extLst>
            </p:cNvPr>
            <p:cNvSpPr/>
            <p:nvPr/>
          </p:nvSpPr>
          <p:spPr>
            <a:xfrm>
              <a:off x="8965882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BDAA9D8A-6677-067B-98F4-7DB15CF05CFE}"/>
                </a:ext>
              </a:extLst>
            </p:cNvPr>
            <p:cNvSpPr/>
            <p:nvPr/>
          </p:nvSpPr>
          <p:spPr>
            <a:xfrm>
              <a:off x="903922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9E34F74D-8DFE-49B6-5E04-19D01299303B}"/>
                </a:ext>
              </a:extLst>
            </p:cNvPr>
            <p:cNvSpPr/>
            <p:nvPr/>
          </p:nvSpPr>
          <p:spPr>
            <a:xfrm>
              <a:off x="9113519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01B2891-41D3-2160-795C-D563000D8418}"/>
                </a:ext>
              </a:extLst>
            </p:cNvPr>
            <p:cNvSpPr/>
            <p:nvPr/>
          </p:nvSpPr>
          <p:spPr>
            <a:xfrm>
              <a:off x="9187628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8710979F-9C4D-57F7-8BDD-3575141830F2}"/>
                </a:ext>
              </a:extLst>
            </p:cNvPr>
            <p:cNvSpPr/>
            <p:nvPr/>
          </p:nvSpPr>
          <p:spPr>
            <a:xfrm>
              <a:off x="9261157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237FF702-361D-7EB0-C7EB-CCCBA3DA775B}"/>
                </a:ext>
              </a:extLst>
            </p:cNvPr>
            <p:cNvSpPr/>
            <p:nvPr/>
          </p:nvSpPr>
          <p:spPr>
            <a:xfrm>
              <a:off x="8225789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2242F0C0-C7BC-C923-511D-8D3DA11C3093}"/>
                </a:ext>
              </a:extLst>
            </p:cNvPr>
            <p:cNvSpPr/>
            <p:nvPr/>
          </p:nvSpPr>
          <p:spPr>
            <a:xfrm>
              <a:off x="8299898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1" y="0"/>
                    <a:pt x="187" y="1905"/>
                    <a:pt x="187" y="4763"/>
                  </a:cubicBezTo>
                  <a:cubicBezTo>
                    <a:pt x="-766" y="7620"/>
                    <a:pt x="2091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0CA686FA-D83E-D048-33FD-1221A8421FE2}"/>
                </a:ext>
              </a:extLst>
            </p:cNvPr>
            <p:cNvSpPr/>
            <p:nvPr/>
          </p:nvSpPr>
          <p:spPr>
            <a:xfrm>
              <a:off x="8374137" y="3695224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A48C6A4C-7D0C-D1CD-01B4-A0DF5EFD476D}"/>
                </a:ext>
              </a:extLst>
            </p:cNvPr>
            <p:cNvSpPr/>
            <p:nvPr/>
          </p:nvSpPr>
          <p:spPr>
            <a:xfrm>
              <a:off x="8447722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CD709EF5-2D6A-4EA3-7FBE-8039CB04FC21}"/>
                </a:ext>
              </a:extLst>
            </p:cNvPr>
            <p:cNvSpPr/>
            <p:nvPr/>
          </p:nvSpPr>
          <p:spPr>
            <a:xfrm>
              <a:off x="8521830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BA3EA746-24F1-8A59-C98E-8DC45D93A19A}"/>
                </a:ext>
              </a:extLst>
            </p:cNvPr>
            <p:cNvSpPr/>
            <p:nvPr/>
          </p:nvSpPr>
          <p:spPr>
            <a:xfrm>
              <a:off x="8595360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6118F47-1734-5C7A-56FA-2D772723FC18}"/>
                </a:ext>
              </a:extLst>
            </p:cNvPr>
            <p:cNvSpPr/>
            <p:nvPr/>
          </p:nvSpPr>
          <p:spPr>
            <a:xfrm>
              <a:off x="8669655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B6286067-EEA6-0FB6-8CF0-1E6C6AA689FF}"/>
                </a:ext>
              </a:extLst>
            </p:cNvPr>
            <p:cNvSpPr/>
            <p:nvPr/>
          </p:nvSpPr>
          <p:spPr>
            <a:xfrm>
              <a:off x="8743763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AB8E366B-62BC-C2D7-BEFD-B6714CA39C4D}"/>
                </a:ext>
              </a:extLst>
            </p:cNvPr>
            <p:cNvSpPr/>
            <p:nvPr/>
          </p:nvSpPr>
          <p:spPr>
            <a:xfrm>
              <a:off x="8817292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50F5360-9A98-0E53-2C60-DE14B5C5647A}"/>
                </a:ext>
              </a:extLst>
            </p:cNvPr>
            <p:cNvSpPr/>
            <p:nvPr/>
          </p:nvSpPr>
          <p:spPr>
            <a:xfrm>
              <a:off x="8891587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AA5DB5E7-79B4-8DFA-DA92-C9326B77E1DF}"/>
                </a:ext>
              </a:extLst>
            </p:cNvPr>
            <p:cNvSpPr/>
            <p:nvPr/>
          </p:nvSpPr>
          <p:spPr>
            <a:xfrm>
              <a:off x="8965695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717D5277-6787-7925-6649-EE4FB332758C}"/>
                </a:ext>
              </a:extLst>
            </p:cNvPr>
            <p:cNvSpPr/>
            <p:nvPr/>
          </p:nvSpPr>
          <p:spPr>
            <a:xfrm>
              <a:off x="9039225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7CCB0816-9710-968D-8EA6-755230D87578}"/>
                </a:ext>
              </a:extLst>
            </p:cNvPr>
            <p:cNvSpPr/>
            <p:nvPr/>
          </p:nvSpPr>
          <p:spPr>
            <a:xfrm>
              <a:off x="9113519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FA6AE5A0-FF01-98D3-5346-193C991385AB}"/>
                </a:ext>
              </a:extLst>
            </p:cNvPr>
            <p:cNvSpPr/>
            <p:nvPr/>
          </p:nvSpPr>
          <p:spPr>
            <a:xfrm>
              <a:off x="9187628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4590E892-BC3F-53A5-3278-16E55FB87715}"/>
                </a:ext>
              </a:extLst>
            </p:cNvPr>
            <p:cNvSpPr/>
            <p:nvPr/>
          </p:nvSpPr>
          <p:spPr>
            <a:xfrm>
              <a:off x="9261157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B51C58DB-8C9C-B16F-C069-E45B6CB2633D}"/>
                </a:ext>
              </a:extLst>
            </p:cNvPr>
            <p:cNvSpPr/>
            <p:nvPr/>
          </p:nvSpPr>
          <p:spPr>
            <a:xfrm>
              <a:off x="8225789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8C7F9481-8CB7-7918-1873-FD0FE5649B60}"/>
                </a:ext>
              </a:extLst>
            </p:cNvPr>
            <p:cNvSpPr/>
            <p:nvPr/>
          </p:nvSpPr>
          <p:spPr>
            <a:xfrm>
              <a:off x="8299898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1" y="0"/>
                    <a:pt x="187" y="1905"/>
                    <a:pt x="187" y="4763"/>
                  </a:cubicBezTo>
                  <a:cubicBezTo>
                    <a:pt x="-766" y="6667"/>
                    <a:pt x="2091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A0ED230-C24D-745C-13BA-FB1DDA793516}"/>
                </a:ext>
              </a:extLst>
            </p:cNvPr>
            <p:cNvSpPr/>
            <p:nvPr/>
          </p:nvSpPr>
          <p:spPr>
            <a:xfrm>
              <a:off x="8374137" y="3769519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7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FF2EDF58-6D61-9987-3359-68B0DAD5D262}"/>
                </a:ext>
              </a:extLst>
            </p:cNvPr>
            <p:cNvSpPr/>
            <p:nvPr/>
          </p:nvSpPr>
          <p:spPr>
            <a:xfrm>
              <a:off x="8447722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C9CE3827-FD04-A311-7770-E9E771F5F9C0}"/>
                </a:ext>
              </a:extLst>
            </p:cNvPr>
            <p:cNvSpPr/>
            <p:nvPr/>
          </p:nvSpPr>
          <p:spPr>
            <a:xfrm>
              <a:off x="8521830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E5850505-BDC2-29D0-C4E7-0080B4EF77E3}"/>
                </a:ext>
              </a:extLst>
            </p:cNvPr>
            <p:cNvSpPr/>
            <p:nvPr/>
          </p:nvSpPr>
          <p:spPr>
            <a:xfrm>
              <a:off x="8595360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11C6A8AC-8E15-AC1B-0977-FD8815862362}"/>
                </a:ext>
              </a:extLst>
            </p:cNvPr>
            <p:cNvSpPr/>
            <p:nvPr/>
          </p:nvSpPr>
          <p:spPr>
            <a:xfrm>
              <a:off x="8669655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A91A13AE-4267-7878-9216-9CD370555FF3}"/>
                </a:ext>
              </a:extLst>
            </p:cNvPr>
            <p:cNvSpPr/>
            <p:nvPr/>
          </p:nvSpPr>
          <p:spPr>
            <a:xfrm>
              <a:off x="8743763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E8D4678-47B4-7D05-E8EE-5EF69C6F2531}"/>
                </a:ext>
              </a:extLst>
            </p:cNvPr>
            <p:cNvSpPr/>
            <p:nvPr/>
          </p:nvSpPr>
          <p:spPr>
            <a:xfrm>
              <a:off x="8817292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B51341-0B06-2D79-F6E7-23D12BC17B8E}"/>
                </a:ext>
              </a:extLst>
            </p:cNvPr>
            <p:cNvSpPr/>
            <p:nvPr/>
          </p:nvSpPr>
          <p:spPr>
            <a:xfrm>
              <a:off x="8891587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BD61887D-E420-38FA-E7B0-C213C2B04008}"/>
                </a:ext>
              </a:extLst>
            </p:cNvPr>
            <p:cNvSpPr/>
            <p:nvPr/>
          </p:nvSpPr>
          <p:spPr>
            <a:xfrm>
              <a:off x="8965695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4F157DFE-A735-9651-BA90-BBD17D55354B}"/>
                </a:ext>
              </a:extLst>
            </p:cNvPr>
            <p:cNvSpPr/>
            <p:nvPr/>
          </p:nvSpPr>
          <p:spPr>
            <a:xfrm>
              <a:off x="9039225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A7171D1F-BDA5-74D7-8BA8-CA20D4421786}"/>
                </a:ext>
              </a:extLst>
            </p:cNvPr>
            <p:cNvSpPr/>
            <p:nvPr/>
          </p:nvSpPr>
          <p:spPr>
            <a:xfrm>
              <a:off x="9113519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ABF8B52B-B722-3DE2-5259-84390615573E}"/>
                </a:ext>
              </a:extLst>
            </p:cNvPr>
            <p:cNvSpPr/>
            <p:nvPr/>
          </p:nvSpPr>
          <p:spPr>
            <a:xfrm>
              <a:off x="9187628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01BDBF6-D3E7-BEA3-DBF6-68FC43D99F0A}"/>
                </a:ext>
              </a:extLst>
            </p:cNvPr>
            <p:cNvSpPr/>
            <p:nvPr/>
          </p:nvSpPr>
          <p:spPr>
            <a:xfrm>
              <a:off x="9261157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7A16D724-0FAF-BA9F-2711-523AE503A9F1}"/>
                </a:ext>
              </a:extLst>
            </p:cNvPr>
            <p:cNvSpPr/>
            <p:nvPr/>
          </p:nvSpPr>
          <p:spPr>
            <a:xfrm>
              <a:off x="8225789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BB37E72C-2450-9253-A944-C3329817E4C8}"/>
                </a:ext>
              </a:extLst>
            </p:cNvPr>
            <p:cNvSpPr/>
            <p:nvPr/>
          </p:nvSpPr>
          <p:spPr>
            <a:xfrm>
              <a:off x="830008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9CED310D-D1D8-92AC-DA61-9ED0D5BDBA86}"/>
                </a:ext>
              </a:extLst>
            </p:cNvPr>
            <p:cNvSpPr/>
            <p:nvPr/>
          </p:nvSpPr>
          <p:spPr>
            <a:xfrm>
              <a:off x="8374137" y="3842861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5D5373B-9DCC-C27B-6EAB-EF6FAE27F83C}"/>
                </a:ext>
              </a:extLst>
            </p:cNvPr>
            <p:cNvSpPr/>
            <p:nvPr/>
          </p:nvSpPr>
          <p:spPr>
            <a:xfrm>
              <a:off x="8447722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0EC6ED43-48B3-485C-F942-184DDDBEB0D4}"/>
                </a:ext>
              </a:extLst>
            </p:cNvPr>
            <p:cNvSpPr/>
            <p:nvPr/>
          </p:nvSpPr>
          <p:spPr>
            <a:xfrm>
              <a:off x="8521830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0A4496C0-6D74-92B8-4C7B-93342B61DD0D}"/>
                </a:ext>
              </a:extLst>
            </p:cNvPr>
            <p:cNvSpPr/>
            <p:nvPr/>
          </p:nvSpPr>
          <p:spPr>
            <a:xfrm>
              <a:off x="8595360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E0198F66-67DD-1E90-E21A-2DC763BE12D4}"/>
                </a:ext>
              </a:extLst>
            </p:cNvPr>
            <p:cNvSpPr/>
            <p:nvPr/>
          </p:nvSpPr>
          <p:spPr>
            <a:xfrm>
              <a:off x="866965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5C2849D-321B-0D21-23AA-4EBD36BEE4A2}"/>
                </a:ext>
              </a:extLst>
            </p:cNvPr>
            <p:cNvSpPr/>
            <p:nvPr/>
          </p:nvSpPr>
          <p:spPr>
            <a:xfrm>
              <a:off x="8743950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8BCD4F3F-9811-7A2A-07D0-F5BCBA7F9667}"/>
                </a:ext>
              </a:extLst>
            </p:cNvPr>
            <p:cNvSpPr/>
            <p:nvPr/>
          </p:nvSpPr>
          <p:spPr>
            <a:xfrm>
              <a:off x="8817292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110AC469-CBB9-CAF0-FF43-2E50CA2EAAE8}"/>
                </a:ext>
              </a:extLst>
            </p:cNvPr>
            <p:cNvSpPr/>
            <p:nvPr/>
          </p:nvSpPr>
          <p:spPr>
            <a:xfrm>
              <a:off x="8891587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ECD881AF-0E14-8FEF-43F8-77D90066818A}"/>
                </a:ext>
              </a:extLst>
            </p:cNvPr>
            <p:cNvSpPr/>
            <p:nvPr/>
          </p:nvSpPr>
          <p:spPr>
            <a:xfrm>
              <a:off x="8965882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2A632508-4B9F-2445-3CF4-820A3220A3AA}"/>
                </a:ext>
              </a:extLst>
            </p:cNvPr>
            <p:cNvSpPr/>
            <p:nvPr/>
          </p:nvSpPr>
          <p:spPr>
            <a:xfrm>
              <a:off x="903922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36113024-4B9B-50ED-C810-02CF52DAD38A}"/>
                </a:ext>
              </a:extLst>
            </p:cNvPr>
            <p:cNvSpPr/>
            <p:nvPr/>
          </p:nvSpPr>
          <p:spPr>
            <a:xfrm>
              <a:off x="9113519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AF0630CC-0F9A-44B9-5601-4CF3BF7378B0}"/>
                </a:ext>
              </a:extLst>
            </p:cNvPr>
            <p:cNvSpPr/>
            <p:nvPr/>
          </p:nvSpPr>
          <p:spPr>
            <a:xfrm>
              <a:off x="9187628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E5BC01FD-D4CA-1420-E699-55B3E67223BF}"/>
                </a:ext>
              </a:extLst>
            </p:cNvPr>
            <p:cNvSpPr/>
            <p:nvPr/>
          </p:nvSpPr>
          <p:spPr>
            <a:xfrm>
              <a:off x="9261157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A2F8FA89-DEC1-A42A-7B12-2D923320F02E}"/>
                </a:ext>
              </a:extLst>
            </p:cNvPr>
            <p:cNvSpPr/>
            <p:nvPr/>
          </p:nvSpPr>
          <p:spPr>
            <a:xfrm>
              <a:off x="8225789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69187D-F67E-E0E6-ED49-73D7F49E7A83}"/>
                </a:ext>
              </a:extLst>
            </p:cNvPr>
            <p:cNvSpPr/>
            <p:nvPr/>
          </p:nvSpPr>
          <p:spPr>
            <a:xfrm>
              <a:off x="830008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E119C870-4EE4-277E-68A0-888AF6EE5B8C}"/>
                </a:ext>
              </a:extLst>
            </p:cNvPr>
            <p:cNvSpPr/>
            <p:nvPr/>
          </p:nvSpPr>
          <p:spPr>
            <a:xfrm>
              <a:off x="8374137" y="3917156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F949DDA7-5B27-0386-2920-A30C702F88BC}"/>
                </a:ext>
              </a:extLst>
            </p:cNvPr>
            <p:cNvSpPr/>
            <p:nvPr/>
          </p:nvSpPr>
          <p:spPr>
            <a:xfrm>
              <a:off x="8447722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EB64DF1D-B9F3-42EA-F318-DCC9F9ED949A}"/>
                </a:ext>
              </a:extLst>
            </p:cNvPr>
            <p:cNvSpPr/>
            <p:nvPr/>
          </p:nvSpPr>
          <p:spPr>
            <a:xfrm>
              <a:off x="8521830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BC9FADB7-F586-8203-EA68-33B055A09928}"/>
                </a:ext>
              </a:extLst>
            </p:cNvPr>
            <p:cNvSpPr/>
            <p:nvPr/>
          </p:nvSpPr>
          <p:spPr>
            <a:xfrm>
              <a:off x="8595360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76F58DEA-5513-2B8C-07EA-FCB8169E3CE8}"/>
                </a:ext>
              </a:extLst>
            </p:cNvPr>
            <p:cNvSpPr/>
            <p:nvPr/>
          </p:nvSpPr>
          <p:spPr>
            <a:xfrm>
              <a:off x="866965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F78FB09F-E066-24CD-5567-1A2C1E49070E}"/>
                </a:ext>
              </a:extLst>
            </p:cNvPr>
            <p:cNvSpPr/>
            <p:nvPr/>
          </p:nvSpPr>
          <p:spPr>
            <a:xfrm>
              <a:off x="8743950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DEC66502-D007-92F9-919E-97EC95534DB3}"/>
                </a:ext>
              </a:extLst>
            </p:cNvPr>
            <p:cNvSpPr/>
            <p:nvPr/>
          </p:nvSpPr>
          <p:spPr>
            <a:xfrm>
              <a:off x="8817292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66BFF353-5378-C73A-AAE2-D97954023865}"/>
                </a:ext>
              </a:extLst>
            </p:cNvPr>
            <p:cNvSpPr/>
            <p:nvPr/>
          </p:nvSpPr>
          <p:spPr>
            <a:xfrm>
              <a:off x="8891587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034DB836-EAE6-1315-161A-88F521347C00}"/>
                </a:ext>
              </a:extLst>
            </p:cNvPr>
            <p:cNvSpPr/>
            <p:nvPr/>
          </p:nvSpPr>
          <p:spPr>
            <a:xfrm>
              <a:off x="8965882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F92B6AF8-18F9-B919-2128-4AD9E5064E7D}"/>
                </a:ext>
              </a:extLst>
            </p:cNvPr>
            <p:cNvSpPr/>
            <p:nvPr/>
          </p:nvSpPr>
          <p:spPr>
            <a:xfrm>
              <a:off x="903922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E307359F-7A7D-C005-33EA-07064699B560}"/>
                </a:ext>
              </a:extLst>
            </p:cNvPr>
            <p:cNvSpPr/>
            <p:nvPr/>
          </p:nvSpPr>
          <p:spPr>
            <a:xfrm>
              <a:off x="9113519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BF076233-BA58-70C1-1E8E-AF55C88C9CE2}"/>
                </a:ext>
              </a:extLst>
            </p:cNvPr>
            <p:cNvSpPr/>
            <p:nvPr/>
          </p:nvSpPr>
          <p:spPr>
            <a:xfrm>
              <a:off x="9187628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CCE8F40-B139-8B27-18DE-2C61387DFC6E}"/>
                </a:ext>
              </a:extLst>
            </p:cNvPr>
            <p:cNvSpPr/>
            <p:nvPr/>
          </p:nvSpPr>
          <p:spPr>
            <a:xfrm>
              <a:off x="9261157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217E5CA5-B4DB-445E-2D39-85268F769BC2}"/>
                </a:ext>
              </a:extLst>
            </p:cNvPr>
            <p:cNvSpPr/>
            <p:nvPr/>
          </p:nvSpPr>
          <p:spPr>
            <a:xfrm>
              <a:off x="8225789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2A4763F0-F582-C3EA-109B-9F5999C97E65}"/>
                </a:ext>
              </a:extLst>
            </p:cNvPr>
            <p:cNvSpPr/>
            <p:nvPr/>
          </p:nvSpPr>
          <p:spPr>
            <a:xfrm>
              <a:off x="830008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BA0F4E6C-CA45-080B-AAC9-498A2C1A1F3F}"/>
                </a:ext>
              </a:extLst>
            </p:cNvPr>
            <p:cNvSpPr/>
            <p:nvPr/>
          </p:nvSpPr>
          <p:spPr>
            <a:xfrm>
              <a:off x="8374137" y="3991451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8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A40526E7-E42E-6156-0E31-E75C4E8FAF47}"/>
                </a:ext>
              </a:extLst>
            </p:cNvPr>
            <p:cNvSpPr/>
            <p:nvPr/>
          </p:nvSpPr>
          <p:spPr>
            <a:xfrm>
              <a:off x="8447722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AB4F1D6D-58E3-4D9B-9404-A98A5617324A}"/>
                </a:ext>
              </a:extLst>
            </p:cNvPr>
            <p:cNvSpPr/>
            <p:nvPr/>
          </p:nvSpPr>
          <p:spPr>
            <a:xfrm>
              <a:off x="8521830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86F7EFD-DFD0-30D7-0F7F-99351DF652A5}"/>
                </a:ext>
              </a:extLst>
            </p:cNvPr>
            <p:cNvSpPr/>
            <p:nvPr/>
          </p:nvSpPr>
          <p:spPr>
            <a:xfrm>
              <a:off x="8595360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48A6FD7C-41E6-986E-F0D3-DE11B9683E43}"/>
                </a:ext>
              </a:extLst>
            </p:cNvPr>
            <p:cNvSpPr/>
            <p:nvPr/>
          </p:nvSpPr>
          <p:spPr>
            <a:xfrm>
              <a:off x="866965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8DE3E8F0-428B-AC14-A1B7-D1DDF5DDC7B6}"/>
                </a:ext>
              </a:extLst>
            </p:cNvPr>
            <p:cNvSpPr/>
            <p:nvPr/>
          </p:nvSpPr>
          <p:spPr>
            <a:xfrm>
              <a:off x="8743950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2AE835B6-3737-F6D1-4243-4F9AC88D49C9}"/>
                </a:ext>
              </a:extLst>
            </p:cNvPr>
            <p:cNvSpPr/>
            <p:nvPr/>
          </p:nvSpPr>
          <p:spPr>
            <a:xfrm>
              <a:off x="8817292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EA1E7F6C-3489-E229-5748-3AB8DA30617A}"/>
                </a:ext>
              </a:extLst>
            </p:cNvPr>
            <p:cNvSpPr/>
            <p:nvPr/>
          </p:nvSpPr>
          <p:spPr>
            <a:xfrm>
              <a:off x="8891587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8D3E14D3-8732-0D55-65DA-42901A678E88}"/>
                </a:ext>
              </a:extLst>
            </p:cNvPr>
            <p:cNvSpPr/>
            <p:nvPr/>
          </p:nvSpPr>
          <p:spPr>
            <a:xfrm>
              <a:off x="8965882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D98D7A1A-BF33-51DD-D3BF-56C749DF7159}"/>
                </a:ext>
              </a:extLst>
            </p:cNvPr>
            <p:cNvSpPr/>
            <p:nvPr/>
          </p:nvSpPr>
          <p:spPr>
            <a:xfrm>
              <a:off x="903922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9CE89125-28AD-B0D6-A74B-0A9F99E0C894}"/>
                </a:ext>
              </a:extLst>
            </p:cNvPr>
            <p:cNvSpPr/>
            <p:nvPr/>
          </p:nvSpPr>
          <p:spPr>
            <a:xfrm>
              <a:off x="9113519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10A880A1-91A6-7117-53A1-B2090BF7A960}"/>
                </a:ext>
              </a:extLst>
            </p:cNvPr>
            <p:cNvSpPr/>
            <p:nvPr/>
          </p:nvSpPr>
          <p:spPr>
            <a:xfrm>
              <a:off x="9187628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E802A2E9-07F2-29B8-1722-A4642FDF8D51}"/>
                </a:ext>
              </a:extLst>
            </p:cNvPr>
            <p:cNvSpPr/>
            <p:nvPr/>
          </p:nvSpPr>
          <p:spPr>
            <a:xfrm>
              <a:off x="9261157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2230737A-CB89-0E1C-4F0F-DFB671F6D3B3}"/>
                </a:ext>
              </a:extLst>
            </p:cNvPr>
            <p:cNvSpPr/>
            <p:nvPr/>
          </p:nvSpPr>
          <p:spPr>
            <a:xfrm>
              <a:off x="8225789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209E24A0-0977-B260-4ABE-36F3D8A6B774}"/>
                </a:ext>
              </a:extLst>
            </p:cNvPr>
            <p:cNvSpPr/>
            <p:nvPr/>
          </p:nvSpPr>
          <p:spPr>
            <a:xfrm>
              <a:off x="8299898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1" y="0"/>
                    <a:pt x="187" y="1905"/>
                    <a:pt x="187" y="4763"/>
                  </a:cubicBezTo>
                  <a:cubicBezTo>
                    <a:pt x="-766" y="7620"/>
                    <a:pt x="2091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878A1407-ACC2-BC09-45B5-FA2C253C4827}"/>
                </a:ext>
              </a:extLst>
            </p:cNvPr>
            <p:cNvSpPr/>
            <p:nvPr/>
          </p:nvSpPr>
          <p:spPr>
            <a:xfrm>
              <a:off x="8374137" y="4064794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289BB27E-9D87-FA75-4FB7-D89E73C6C967}"/>
                </a:ext>
              </a:extLst>
            </p:cNvPr>
            <p:cNvSpPr/>
            <p:nvPr/>
          </p:nvSpPr>
          <p:spPr>
            <a:xfrm>
              <a:off x="8447722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A06A1154-8B4D-05D1-CC49-E45A0FA04485}"/>
                </a:ext>
              </a:extLst>
            </p:cNvPr>
            <p:cNvSpPr/>
            <p:nvPr/>
          </p:nvSpPr>
          <p:spPr>
            <a:xfrm>
              <a:off x="8521830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E9A499F6-E801-56C0-4221-91D5B3C2B278}"/>
                </a:ext>
              </a:extLst>
            </p:cNvPr>
            <p:cNvSpPr/>
            <p:nvPr/>
          </p:nvSpPr>
          <p:spPr>
            <a:xfrm>
              <a:off x="8595360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F5F91C4A-A633-AAA5-199B-8F32A920E8D6}"/>
                </a:ext>
              </a:extLst>
            </p:cNvPr>
            <p:cNvSpPr/>
            <p:nvPr/>
          </p:nvSpPr>
          <p:spPr>
            <a:xfrm>
              <a:off x="8669655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BDE0AD35-7687-04C1-E5F0-0307EE61E488}"/>
                </a:ext>
              </a:extLst>
            </p:cNvPr>
            <p:cNvSpPr/>
            <p:nvPr/>
          </p:nvSpPr>
          <p:spPr>
            <a:xfrm>
              <a:off x="8743763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F294B46E-30B9-09D2-A912-88A8A720B972}"/>
                </a:ext>
              </a:extLst>
            </p:cNvPr>
            <p:cNvSpPr/>
            <p:nvPr/>
          </p:nvSpPr>
          <p:spPr>
            <a:xfrm>
              <a:off x="8817292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5557B74F-2370-0C75-AAB3-6CDABDDC733F}"/>
                </a:ext>
              </a:extLst>
            </p:cNvPr>
            <p:cNvSpPr/>
            <p:nvPr/>
          </p:nvSpPr>
          <p:spPr>
            <a:xfrm>
              <a:off x="8891587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9C4A48EB-B345-55E6-1910-68EB1EFAEA7C}"/>
                </a:ext>
              </a:extLst>
            </p:cNvPr>
            <p:cNvSpPr/>
            <p:nvPr/>
          </p:nvSpPr>
          <p:spPr>
            <a:xfrm>
              <a:off x="8965695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9D7A75F5-205D-C606-7E2C-AB0CC59872B4}"/>
                </a:ext>
              </a:extLst>
            </p:cNvPr>
            <p:cNvSpPr/>
            <p:nvPr/>
          </p:nvSpPr>
          <p:spPr>
            <a:xfrm>
              <a:off x="9039225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D0438D13-82E8-3CF6-51BE-3E1B95DD5EA5}"/>
                </a:ext>
              </a:extLst>
            </p:cNvPr>
            <p:cNvSpPr/>
            <p:nvPr/>
          </p:nvSpPr>
          <p:spPr>
            <a:xfrm>
              <a:off x="9113519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2CCB7A88-D58C-3B4A-109D-83B63EBB977A}"/>
                </a:ext>
              </a:extLst>
            </p:cNvPr>
            <p:cNvSpPr/>
            <p:nvPr/>
          </p:nvSpPr>
          <p:spPr>
            <a:xfrm>
              <a:off x="9187628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4DBDB6ED-A92F-EF5F-1490-D12148BBCC0F}"/>
                </a:ext>
              </a:extLst>
            </p:cNvPr>
            <p:cNvSpPr/>
            <p:nvPr/>
          </p:nvSpPr>
          <p:spPr>
            <a:xfrm>
              <a:off x="9261157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81293DA9-EB9E-6B60-90D7-3E66A48E3436}"/>
                </a:ext>
              </a:extLst>
            </p:cNvPr>
            <p:cNvSpPr/>
            <p:nvPr/>
          </p:nvSpPr>
          <p:spPr>
            <a:xfrm>
              <a:off x="8225789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25013795-A530-D519-2C46-DA4068812996}"/>
                </a:ext>
              </a:extLst>
            </p:cNvPr>
            <p:cNvSpPr/>
            <p:nvPr/>
          </p:nvSpPr>
          <p:spPr>
            <a:xfrm>
              <a:off x="830008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2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D58A6004-331D-2157-46AC-D2019543A304}"/>
                </a:ext>
              </a:extLst>
            </p:cNvPr>
            <p:cNvSpPr/>
            <p:nvPr/>
          </p:nvSpPr>
          <p:spPr>
            <a:xfrm>
              <a:off x="8374137" y="4139088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C12B87A5-5251-9628-7046-5BF4623E86FA}"/>
                </a:ext>
              </a:extLst>
            </p:cNvPr>
            <p:cNvSpPr/>
            <p:nvPr/>
          </p:nvSpPr>
          <p:spPr>
            <a:xfrm>
              <a:off x="8447722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3228188B-A1DB-7D77-1DFB-88092EB2CBB3}"/>
                </a:ext>
              </a:extLst>
            </p:cNvPr>
            <p:cNvSpPr/>
            <p:nvPr/>
          </p:nvSpPr>
          <p:spPr>
            <a:xfrm>
              <a:off x="8521830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9F04DD6-C755-4B5D-1BB2-FA89241A200D}"/>
                </a:ext>
              </a:extLst>
            </p:cNvPr>
            <p:cNvSpPr/>
            <p:nvPr/>
          </p:nvSpPr>
          <p:spPr>
            <a:xfrm>
              <a:off x="8595360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D6B08CF-583C-7232-956B-44920A88E9A4}"/>
                </a:ext>
              </a:extLst>
            </p:cNvPr>
            <p:cNvSpPr/>
            <p:nvPr/>
          </p:nvSpPr>
          <p:spPr>
            <a:xfrm>
              <a:off x="866965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2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3565FAC1-9244-83F3-5289-55D119D3C133}"/>
                </a:ext>
              </a:extLst>
            </p:cNvPr>
            <p:cNvSpPr/>
            <p:nvPr/>
          </p:nvSpPr>
          <p:spPr>
            <a:xfrm>
              <a:off x="8743950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61517BC3-65FC-5CD7-E0CC-3C81FE0E4A2D}"/>
                </a:ext>
              </a:extLst>
            </p:cNvPr>
            <p:cNvSpPr/>
            <p:nvPr/>
          </p:nvSpPr>
          <p:spPr>
            <a:xfrm>
              <a:off x="8817292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3AE87114-637D-1F38-1528-231325632B24}"/>
                </a:ext>
              </a:extLst>
            </p:cNvPr>
            <p:cNvSpPr/>
            <p:nvPr/>
          </p:nvSpPr>
          <p:spPr>
            <a:xfrm>
              <a:off x="8891587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C7BB301-1E43-ACAF-9183-44A1EEA31503}"/>
                </a:ext>
              </a:extLst>
            </p:cNvPr>
            <p:cNvSpPr/>
            <p:nvPr/>
          </p:nvSpPr>
          <p:spPr>
            <a:xfrm>
              <a:off x="8965882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2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B99217D6-4944-0982-4A79-6ED035366233}"/>
                </a:ext>
              </a:extLst>
            </p:cNvPr>
            <p:cNvSpPr/>
            <p:nvPr/>
          </p:nvSpPr>
          <p:spPr>
            <a:xfrm>
              <a:off x="903922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5CB96F47-F8A3-C103-4B9F-D824DB84B5D2}"/>
                </a:ext>
              </a:extLst>
            </p:cNvPr>
            <p:cNvSpPr/>
            <p:nvPr/>
          </p:nvSpPr>
          <p:spPr>
            <a:xfrm>
              <a:off x="9113519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B6569B69-F08D-807C-CA23-70A445EC0399}"/>
                </a:ext>
              </a:extLst>
            </p:cNvPr>
            <p:cNvSpPr/>
            <p:nvPr/>
          </p:nvSpPr>
          <p:spPr>
            <a:xfrm>
              <a:off x="9187628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2F14484E-11AF-1266-6FEB-D5AF8C59D411}"/>
                </a:ext>
              </a:extLst>
            </p:cNvPr>
            <p:cNvSpPr/>
            <p:nvPr/>
          </p:nvSpPr>
          <p:spPr>
            <a:xfrm>
              <a:off x="9261157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2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C0D3C7F0-5494-7EAB-6F3F-352BB3D2A10F}"/>
                </a:ext>
              </a:extLst>
            </p:cNvPr>
            <p:cNvSpPr/>
            <p:nvPr/>
          </p:nvSpPr>
          <p:spPr>
            <a:xfrm>
              <a:off x="8225789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F9255B2A-9DA7-F2F9-A783-005EED000DB4}"/>
                </a:ext>
              </a:extLst>
            </p:cNvPr>
            <p:cNvSpPr/>
            <p:nvPr/>
          </p:nvSpPr>
          <p:spPr>
            <a:xfrm>
              <a:off x="830008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E1F84330-8443-9211-7CD6-ABC440EDC62C}"/>
                </a:ext>
              </a:extLst>
            </p:cNvPr>
            <p:cNvSpPr/>
            <p:nvPr/>
          </p:nvSpPr>
          <p:spPr>
            <a:xfrm>
              <a:off x="8374137" y="4213384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7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EB0CEA88-86FC-D7FF-AD26-7736ED6FD9D7}"/>
                </a:ext>
              </a:extLst>
            </p:cNvPr>
            <p:cNvSpPr/>
            <p:nvPr/>
          </p:nvSpPr>
          <p:spPr>
            <a:xfrm>
              <a:off x="8001765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5B696325-EA74-86D7-79A9-F44B51C786AF}"/>
                </a:ext>
              </a:extLst>
            </p:cNvPr>
            <p:cNvSpPr/>
            <p:nvPr/>
          </p:nvSpPr>
          <p:spPr>
            <a:xfrm>
              <a:off x="807529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98E197EF-5DE6-2561-08F6-4124D9FBF7BE}"/>
                </a:ext>
              </a:extLst>
            </p:cNvPr>
            <p:cNvSpPr/>
            <p:nvPr/>
          </p:nvSpPr>
          <p:spPr>
            <a:xfrm>
              <a:off x="8149403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FC37FFA7-E0FC-9CC1-FE26-E63ECA68E519}"/>
                </a:ext>
              </a:extLst>
            </p:cNvPr>
            <p:cNvSpPr/>
            <p:nvPr/>
          </p:nvSpPr>
          <p:spPr>
            <a:xfrm>
              <a:off x="8001765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781DB33C-504C-2DA9-36D7-30A6189BBEAF}"/>
                </a:ext>
              </a:extLst>
            </p:cNvPr>
            <p:cNvSpPr/>
            <p:nvPr/>
          </p:nvSpPr>
          <p:spPr>
            <a:xfrm>
              <a:off x="8075294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2DDE27F8-18A6-E247-769B-FFFA4C4AA84C}"/>
                </a:ext>
              </a:extLst>
            </p:cNvPr>
            <p:cNvSpPr/>
            <p:nvPr/>
          </p:nvSpPr>
          <p:spPr>
            <a:xfrm>
              <a:off x="8149403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18C9038D-FB70-5089-B028-C978F4831851}"/>
                </a:ext>
              </a:extLst>
            </p:cNvPr>
            <p:cNvSpPr/>
            <p:nvPr/>
          </p:nvSpPr>
          <p:spPr>
            <a:xfrm>
              <a:off x="8001765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EB3B9E3-AA07-5F3A-F458-F93B2A3F092E}"/>
                </a:ext>
              </a:extLst>
            </p:cNvPr>
            <p:cNvSpPr/>
            <p:nvPr/>
          </p:nvSpPr>
          <p:spPr>
            <a:xfrm>
              <a:off x="8075294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59BF713A-04C9-7B66-9667-983E104C101A}"/>
                </a:ext>
              </a:extLst>
            </p:cNvPr>
            <p:cNvSpPr/>
            <p:nvPr/>
          </p:nvSpPr>
          <p:spPr>
            <a:xfrm>
              <a:off x="8149403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E8FA0283-843D-A34C-BC57-030090CFF334}"/>
                </a:ext>
              </a:extLst>
            </p:cNvPr>
            <p:cNvSpPr/>
            <p:nvPr/>
          </p:nvSpPr>
          <p:spPr>
            <a:xfrm>
              <a:off x="8001765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1B948C14-D160-FFAF-D864-E149AE324A4A}"/>
                </a:ext>
              </a:extLst>
            </p:cNvPr>
            <p:cNvSpPr/>
            <p:nvPr/>
          </p:nvSpPr>
          <p:spPr>
            <a:xfrm>
              <a:off x="807529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8116D6D8-AEC5-EC5A-1CF8-D2BB04DD75AD}"/>
                </a:ext>
              </a:extLst>
            </p:cNvPr>
            <p:cNvSpPr/>
            <p:nvPr/>
          </p:nvSpPr>
          <p:spPr>
            <a:xfrm>
              <a:off x="8149403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97CD3021-3AE2-C103-E8E6-664D33407062}"/>
                </a:ext>
              </a:extLst>
            </p:cNvPr>
            <p:cNvSpPr/>
            <p:nvPr/>
          </p:nvSpPr>
          <p:spPr>
            <a:xfrm>
              <a:off x="8001765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8A060AC-E92E-475E-75B4-80B88DD96418}"/>
                </a:ext>
              </a:extLst>
            </p:cNvPr>
            <p:cNvSpPr/>
            <p:nvPr/>
          </p:nvSpPr>
          <p:spPr>
            <a:xfrm>
              <a:off x="807529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03D3D05E-055D-0EE8-4D70-A6933AED2B7E}"/>
                </a:ext>
              </a:extLst>
            </p:cNvPr>
            <p:cNvSpPr/>
            <p:nvPr/>
          </p:nvSpPr>
          <p:spPr>
            <a:xfrm>
              <a:off x="8149403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E65B802B-7800-38FD-6D1D-E81E9CD61CF3}"/>
                </a:ext>
              </a:extLst>
            </p:cNvPr>
            <p:cNvSpPr/>
            <p:nvPr/>
          </p:nvSpPr>
          <p:spPr>
            <a:xfrm>
              <a:off x="8001765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960CB71F-4E28-CE7F-D4B7-C3B637C98926}"/>
                </a:ext>
              </a:extLst>
            </p:cNvPr>
            <p:cNvSpPr/>
            <p:nvPr/>
          </p:nvSpPr>
          <p:spPr>
            <a:xfrm>
              <a:off x="807529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CB4568E7-B4D0-40C7-1276-46B7DA69BCAC}"/>
                </a:ext>
              </a:extLst>
            </p:cNvPr>
            <p:cNvSpPr/>
            <p:nvPr/>
          </p:nvSpPr>
          <p:spPr>
            <a:xfrm>
              <a:off x="8149403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5BF66922-04AA-B4BC-A0D2-F5F36833588F}"/>
                </a:ext>
              </a:extLst>
            </p:cNvPr>
            <p:cNvSpPr/>
            <p:nvPr/>
          </p:nvSpPr>
          <p:spPr>
            <a:xfrm>
              <a:off x="8001765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E973B63-6BB9-DC08-1159-DA95A4B20F19}"/>
                </a:ext>
              </a:extLst>
            </p:cNvPr>
            <p:cNvSpPr/>
            <p:nvPr/>
          </p:nvSpPr>
          <p:spPr>
            <a:xfrm>
              <a:off x="8075294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3042CA9A-1B4B-FBF1-15CA-637DC186D076}"/>
                </a:ext>
              </a:extLst>
            </p:cNvPr>
            <p:cNvSpPr/>
            <p:nvPr/>
          </p:nvSpPr>
          <p:spPr>
            <a:xfrm>
              <a:off x="8149403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6441F029-CBBB-AA9D-6772-8EB4C17C6FAC}"/>
                </a:ext>
              </a:extLst>
            </p:cNvPr>
            <p:cNvSpPr/>
            <p:nvPr/>
          </p:nvSpPr>
          <p:spPr>
            <a:xfrm>
              <a:off x="8001765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0F799331-B6F0-5C08-0917-A2E710727473}"/>
                </a:ext>
              </a:extLst>
            </p:cNvPr>
            <p:cNvSpPr/>
            <p:nvPr/>
          </p:nvSpPr>
          <p:spPr>
            <a:xfrm>
              <a:off x="807529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2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7BF9D99F-DD2E-FEE3-BD45-E9B7B5D136F9}"/>
                </a:ext>
              </a:extLst>
            </p:cNvPr>
            <p:cNvSpPr/>
            <p:nvPr/>
          </p:nvSpPr>
          <p:spPr>
            <a:xfrm>
              <a:off x="8149403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DA76CEDF-3C8D-617A-6DF9-81EAF3E235DA}"/>
                </a:ext>
              </a:extLst>
            </p:cNvPr>
            <p:cNvSpPr/>
            <p:nvPr/>
          </p:nvSpPr>
          <p:spPr>
            <a:xfrm>
              <a:off x="8001765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45BB02DF-0F9F-AE55-6A74-DE1CC94A74B7}"/>
                </a:ext>
              </a:extLst>
            </p:cNvPr>
            <p:cNvSpPr/>
            <p:nvPr/>
          </p:nvSpPr>
          <p:spPr>
            <a:xfrm>
              <a:off x="807529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261C927-71BA-3A58-BD75-97BED914EB53}"/>
                </a:ext>
              </a:extLst>
            </p:cNvPr>
            <p:cNvSpPr/>
            <p:nvPr/>
          </p:nvSpPr>
          <p:spPr>
            <a:xfrm>
              <a:off x="8149403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F4B9E29B-E5BB-2154-CE22-24BFF41AF4FD}"/>
                </a:ext>
              </a:extLst>
            </p:cNvPr>
            <p:cNvSpPr/>
            <p:nvPr/>
          </p:nvSpPr>
          <p:spPr>
            <a:xfrm>
              <a:off x="8447722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36A8FD0D-CD27-578E-907E-1BA5F769046B}"/>
                </a:ext>
              </a:extLst>
            </p:cNvPr>
            <p:cNvSpPr/>
            <p:nvPr/>
          </p:nvSpPr>
          <p:spPr>
            <a:xfrm>
              <a:off x="8521830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2AFBF1A-A671-68D8-FA04-17A4516691ED}"/>
                </a:ext>
              </a:extLst>
            </p:cNvPr>
            <p:cNvSpPr/>
            <p:nvPr/>
          </p:nvSpPr>
          <p:spPr>
            <a:xfrm>
              <a:off x="8595360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10667A4F-F9C7-0908-A19E-767B82B6FBF7}"/>
                </a:ext>
              </a:extLst>
            </p:cNvPr>
            <p:cNvSpPr/>
            <p:nvPr/>
          </p:nvSpPr>
          <p:spPr>
            <a:xfrm>
              <a:off x="866965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B3A2B792-C353-616E-7D47-FDC62989703F}"/>
                </a:ext>
              </a:extLst>
            </p:cNvPr>
            <p:cNvSpPr/>
            <p:nvPr/>
          </p:nvSpPr>
          <p:spPr>
            <a:xfrm>
              <a:off x="8743950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A8DB8B2C-3524-9843-E11E-C267DBD9CA73}"/>
                </a:ext>
              </a:extLst>
            </p:cNvPr>
            <p:cNvSpPr/>
            <p:nvPr/>
          </p:nvSpPr>
          <p:spPr>
            <a:xfrm>
              <a:off x="8817292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F7FA58CD-53FB-9970-49A9-273BD6285ACA}"/>
                </a:ext>
              </a:extLst>
            </p:cNvPr>
            <p:cNvSpPr/>
            <p:nvPr/>
          </p:nvSpPr>
          <p:spPr>
            <a:xfrm>
              <a:off x="8891587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D6DE3C98-2162-678E-63CE-7CB1AAE5A922}"/>
                </a:ext>
              </a:extLst>
            </p:cNvPr>
            <p:cNvSpPr/>
            <p:nvPr/>
          </p:nvSpPr>
          <p:spPr>
            <a:xfrm>
              <a:off x="8965882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12827B88-2857-08CF-5DD7-C9B72E582139}"/>
                </a:ext>
              </a:extLst>
            </p:cNvPr>
            <p:cNvSpPr/>
            <p:nvPr/>
          </p:nvSpPr>
          <p:spPr>
            <a:xfrm>
              <a:off x="903922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6E5F43FE-234F-4C2D-4CCC-D821177E4CFF}"/>
                </a:ext>
              </a:extLst>
            </p:cNvPr>
            <p:cNvSpPr/>
            <p:nvPr/>
          </p:nvSpPr>
          <p:spPr>
            <a:xfrm>
              <a:off x="9113519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AFCB314F-B242-C176-9C2F-DC997CEB92B2}"/>
                </a:ext>
              </a:extLst>
            </p:cNvPr>
            <p:cNvSpPr/>
            <p:nvPr/>
          </p:nvSpPr>
          <p:spPr>
            <a:xfrm>
              <a:off x="9187628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A4DE847D-1346-0E07-0CE2-49B4C4F3A87F}"/>
                </a:ext>
              </a:extLst>
            </p:cNvPr>
            <p:cNvSpPr/>
            <p:nvPr/>
          </p:nvSpPr>
          <p:spPr>
            <a:xfrm>
              <a:off x="9261157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0B6A98AA-8D62-2306-2A86-458426E3897F}"/>
                </a:ext>
              </a:extLst>
            </p:cNvPr>
            <p:cNvSpPr/>
            <p:nvPr/>
          </p:nvSpPr>
          <p:spPr>
            <a:xfrm>
              <a:off x="8225789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E0D602B3-8D49-611F-DCA3-F4B03F2DFCC2}"/>
                </a:ext>
              </a:extLst>
            </p:cNvPr>
            <p:cNvSpPr/>
            <p:nvPr/>
          </p:nvSpPr>
          <p:spPr>
            <a:xfrm>
              <a:off x="8300085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CAE10447-6CB8-B195-3749-46EFD3249A2A}"/>
                </a:ext>
              </a:extLst>
            </p:cNvPr>
            <p:cNvSpPr/>
            <p:nvPr/>
          </p:nvSpPr>
          <p:spPr>
            <a:xfrm>
              <a:off x="8374137" y="4286726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43252BC5-9EDB-421F-F808-464E6A05AA9D}"/>
                </a:ext>
              </a:extLst>
            </p:cNvPr>
            <p:cNvSpPr/>
            <p:nvPr/>
          </p:nvSpPr>
          <p:spPr>
            <a:xfrm>
              <a:off x="8447722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D84CE297-52D0-D27E-B78C-6C5E7C129916}"/>
                </a:ext>
              </a:extLst>
            </p:cNvPr>
            <p:cNvSpPr/>
            <p:nvPr/>
          </p:nvSpPr>
          <p:spPr>
            <a:xfrm>
              <a:off x="8521830" y="428672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2FF2BF0F-A58A-300A-82D6-574857486F2C}"/>
                </a:ext>
              </a:extLst>
            </p:cNvPr>
            <p:cNvSpPr/>
            <p:nvPr/>
          </p:nvSpPr>
          <p:spPr>
            <a:xfrm>
              <a:off x="8595360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4355BCBC-AAD0-A689-1D26-A98095142A83}"/>
                </a:ext>
              </a:extLst>
            </p:cNvPr>
            <p:cNvSpPr/>
            <p:nvPr/>
          </p:nvSpPr>
          <p:spPr>
            <a:xfrm>
              <a:off x="8669655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20A41A96-2E21-FFFD-DE3A-DBCB85CF2803}"/>
                </a:ext>
              </a:extLst>
            </p:cNvPr>
            <p:cNvSpPr/>
            <p:nvPr/>
          </p:nvSpPr>
          <p:spPr>
            <a:xfrm>
              <a:off x="8743950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24BE1C8-29A9-D4CB-4025-986AA28DB7F4}"/>
                </a:ext>
              </a:extLst>
            </p:cNvPr>
            <p:cNvSpPr/>
            <p:nvPr/>
          </p:nvSpPr>
          <p:spPr>
            <a:xfrm>
              <a:off x="8817292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5DBEBEA4-4FCD-51F5-8934-0DEB1233634D}"/>
                </a:ext>
              </a:extLst>
            </p:cNvPr>
            <p:cNvSpPr/>
            <p:nvPr/>
          </p:nvSpPr>
          <p:spPr>
            <a:xfrm>
              <a:off x="8891587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6AC1505-CE15-30D6-BDFB-5EAF93641053}"/>
                </a:ext>
              </a:extLst>
            </p:cNvPr>
            <p:cNvSpPr/>
            <p:nvPr/>
          </p:nvSpPr>
          <p:spPr>
            <a:xfrm>
              <a:off x="8965882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122696F-DD59-67B0-42A9-9B3159D267DB}"/>
                </a:ext>
              </a:extLst>
            </p:cNvPr>
            <p:cNvSpPr/>
            <p:nvPr/>
          </p:nvSpPr>
          <p:spPr>
            <a:xfrm>
              <a:off x="9039225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0DEAD9E7-F5AF-4B4B-705F-22F94FB64806}"/>
                </a:ext>
              </a:extLst>
            </p:cNvPr>
            <p:cNvSpPr/>
            <p:nvPr/>
          </p:nvSpPr>
          <p:spPr>
            <a:xfrm>
              <a:off x="9113519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D2FAE95D-5093-7A6C-1418-54FD0333635B}"/>
                </a:ext>
              </a:extLst>
            </p:cNvPr>
            <p:cNvSpPr/>
            <p:nvPr/>
          </p:nvSpPr>
          <p:spPr>
            <a:xfrm>
              <a:off x="9187628" y="428672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D29F49A-2CB5-1B55-715A-FCE97DF709DF}"/>
                </a:ext>
              </a:extLst>
            </p:cNvPr>
            <p:cNvSpPr/>
            <p:nvPr/>
          </p:nvSpPr>
          <p:spPr>
            <a:xfrm>
              <a:off x="9261157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sp>
        <p:nvSpPr>
          <p:cNvPr id="252" name="Freeform: Shape 251">
            <a:extLst>
              <a:ext uri="{FF2B5EF4-FFF2-40B4-BE49-F238E27FC236}">
                <a16:creationId xmlns:a16="http://schemas.microsoft.com/office/drawing/2014/main" id="{9EC4D2B2-5B4F-D175-E383-8225F24F2F0B}"/>
              </a:ext>
            </a:extLst>
          </p:cNvPr>
          <p:cNvSpPr/>
          <p:nvPr/>
        </p:nvSpPr>
        <p:spPr>
          <a:xfrm>
            <a:off x="8537556" y="2268691"/>
            <a:ext cx="327801" cy="422659"/>
          </a:xfrm>
          <a:custGeom>
            <a:avLst/>
            <a:gdLst>
              <a:gd name="connsiteX0" fmla="*/ 162877 w 260032"/>
              <a:gd name="connsiteY0" fmla="*/ 335280 h 335280"/>
              <a:gd name="connsiteX1" fmla="*/ 95250 w 260032"/>
              <a:gd name="connsiteY1" fmla="*/ 335280 h 335280"/>
              <a:gd name="connsiteX2" fmla="*/ 43815 w 260032"/>
              <a:gd name="connsiteY2" fmla="*/ 313373 h 335280"/>
              <a:gd name="connsiteX3" fmla="*/ 22860 w 260032"/>
              <a:gd name="connsiteY3" fmla="*/ 291465 h 335280"/>
              <a:gd name="connsiteX4" fmla="*/ 0 w 260032"/>
              <a:gd name="connsiteY4" fmla="*/ 233362 h 335280"/>
              <a:gd name="connsiteX5" fmla="*/ 0 w 260032"/>
              <a:gd name="connsiteY5" fmla="*/ 21907 h 335280"/>
              <a:gd name="connsiteX6" fmla="*/ 21907 w 260032"/>
              <a:gd name="connsiteY6" fmla="*/ 0 h 335280"/>
              <a:gd name="connsiteX7" fmla="*/ 238125 w 260032"/>
              <a:gd name="connsiteY7" fmla="*/ 0 h 335280"/>
              <a:gd name="connsiteX8" fmla="*/ 260032 w 260032"/>
              <a:gd name="connsiteY8" fmla="*/ 21907 h 335280"/>
              <a:gd name="connsiteX9" fmla="*/ 260032 w 260032"/>
              <a:gd name="connsiteY9" fmla="*/ 233362 h 335280"/>
              <a:gd name="connsiteX10" fmla="*/ 237173 w 260032"/>
              <a:gd name="connsiteY10" fmla="*/ 291465 h 335280"/>
              <a:gd name="connsiteX11" fmla="*/ 216218 w 260032"/>
              <a:gd name="connsiteY11" fmla="*/ 313373 h 335280"/>
              <a:gd name="connsiteX12" fmla="*/ 162877 w 260032"/>
              <a:gd name="connsiteY12" fmla="*/ 335280 h 335280"/>
              <a:gd name="connsiteX13" fmla="*/ 20955 w 260032"/>
              <a:gd name="connsiteY13" fmla="*/ 10477 h 335280"/>
              <a:gd name="connsiteX14" fmla="*/ 9525 w 260032"/>
              <a:gd name="connsiteY14" fmla="*/ 21907 h 335280"/>
              <a:gd name="connsiteX15" fmla="*/ 9525 w 260032"/>
              <a:gd name="connsiteY15" fmla="*/ 233362 h 335280"/>
              <a:gd name="connsiteX16" fmla="*/ 29527 w 260032"/>
              <a:gd name="connsiteY16" fmla="*/ 283845 h 335280"/>
              <a:gd name="connsiteX17" fmla="*/ 50482 w 260032"/>
              <a:gd name="connsiteY17" fmla="*/ 305753 h 335280"/>
              <a:gd name="connsiteX18" fmla="*/ 95250 w 260032"/>
              <a:gd name="connsiteY18" fmla="*/ 324803 h 335280"/>
              <a:gd name="connsiteX19" fmla="*/ 162877 w 260032"/>
              <a:gd name="connsiteY19" fmla="*/ 324803 h 335280"/>
              <a:gd name="connsiteX20" fmla="*/ 207645 w 260032"/>
              <a:gd name="connsiteY20" fmla="*/ 305753 h 335280"/>
              <a:gd name="connsiteX21" fmla="*/ 228600 w 260032"/>
              <a:gd name="connsiteY21" fmla="*/ 283845 h 335280"/>
              <a:gd name="connsiteX22" fmla="*/ 248602 w 260032"/>
              <a:gd name="connsiteY22" fmla="*/ 233362 h 335280"/>
              <a:gd name="connsiteX23" fmla="*/ 248602 w 260032"/>
              <a:gd name="connsiteY23" fmla="*/ 21907 h 335280"/>
              <a:gd name="connsiteX24" fmla="*/ 237173 w 260032"/>
              <a:gd name="connsiteY24" fmla="*/ 10477 h 335280"/>
              <a:gd name="connsiteX25" fmla="*/ 20955 w 260032"/>
              <a:gd name="connsiteY25" fmla="*/ 10477 h 335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032" h="335280">
                <a:moveTo>
                  <a:pt x="162877" y="335280"/>
                </a:moveTo>
                <a:lnTo>
                  <a:pt x="95250" y="335280"/>
                </a:lnTo>
                <a:cubicBezTo>
                  <a:pt x="76200" y="335280"/>
                  <a:pt x="57150" y="327660"/>
                  <a:pt x="43815" y="313373"/>
                </a:cubicBezTo>
                <a:lnTo>
                  <a:pt x="22860" y="291465"/>
                </a:lnTo>
                <a:cubicBezTo>
                  <a:pt x="7620" y="276225"/>
                  <a:pt x="0" y="255270"/>
                  <a:pt x="0" y="233362"/>
                </a:cubicBezTo>
                <a:lnTo>
                  <a:pt x="0" y="21907"/>
                </a:lnTo>
                <a:cubicBezTo>
                  <a:pt x="0" y="10477"/>
                  <a:pt x="9525" y="0"/>
                  <a:pt x="21907" y="0"/>
                </a:cubicBezTo>
                <a:lnTo>
                  <a:pt x="238125" y="0"/>
                </a:lnTo>
                <a:cubicBezTo>
                  <a:pt x="249555" y="0"/>
                  <a:pt x="260032" y="9525"/>
                  <a:pt x="260032" y="21907"/>
                </a:cubicBezTo>
                <a:lnTo>
                  <a:pt x="260032" y="233362"/>
                </a:lnTo>
                <a:cubicBezTo>
                  <a:pt x="260032" y="255270"/>
                  <a:pt x="251460" y="275273"/>
                  <a:pt x="237173" y="291465"/>
                </a:cubicBezTo>
                <a:lnTo>
                  <a:pt x="216218" y="313373"/>
                </a:lnTo>
                <a:cubicBezTo>
                  <a:pt x="200977" y="326707"/>
                  <a:pt x="182880" y="335280"/>
                  <a:pt x="162877" y="335280"/>
                </a:cubicBezTo>
                <a:close/>
                <a:moveTo>
                  <a:pt x="20955" y="10477"/>
                </a:moveTo>
                <a:cubicBezTo>
                  <a:pt x="14288" y="10477"/>
                  <a:pt x="9525" y="15240"/>
                  <a:pt x="9525" y="21907"/>
                </a:cubicBezTo>
                <a:lnTo>
                  <a:pt x="9525" y="233362"/>
                </a:lnTo>
                <a:cubicBezTo>
                  <a:pt x="9525" y="252412"/>
                  <a:pt x="17145" y="270510"/>
                  <a:pt x="29527" y="283845"/>
                </a:cubicBezTo>
                <a:lnTo>
                  <a:pt x="50482" y="305753"/>
                </a:lnTo>
                <a:cubicBezTo>
                  <a:pt x="61913" y="318135"/>
                  <a:pt x="78105" y="324803"/>
                  <a:pt x="95250" y="324803"/>
                </a:cubicBezTo>
                <a:lnTo>
                  <a:pt x="162877" y="324803"/>
                </a:lnTo>
                <a:cubicBezTo>
                  <a:pt x="180023" y="324803"/>
                  <a:pt x="196215" y="318135"/>
                  <a:pt x="207645" y="305753"/>
                </a:cubicBezTo>
                <a:lnTo>
                  <a:pt x="228600" y="283845"/>
                </a:lnTo>
                <a:cubicBezTo>
                  <a:pt x="241935" y="270510"/>
                  <a:pt x="248602" y="252412"/>
                  <a:pt x="248602" y="233362"/>
                </a:cubicBezTo>
                <a:lnTo>
                  <a:pt x="248602" y="21907"/>
                </a:lnTo>
                <a:cubicBezTo>
                  <a:pt x="248602" y="15240"/>
                  <a:pt x="243840" y="10477"/>
                  <a:pt x="237173" y="10477"/>
                </a:cubicBezTo>
                <a:lnTo>
                  <a:pt x="20955" y="10477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B8B6C0FA-08ED-5EF9-3E42-884C24FE4A1A}"/>
              </a:ext>
            </a:extLst>
          </p:cNvPr>
          <p:cNvSpPr/>
          <p:nvPr/>
        </p:nvSpPr>
        <p:spPr>
          <a:xfrm>
            <a:off x="9930442" y="1664404"/>
            <a:ext cx="806144" cy="658321"/>
          </a:xfrm>
          <a:custGeom>
            <a:avLst/>
            <a:gdLst>
              <a:gd name="connsiteX0" fmla="*/ 164187 w 639484"/>
              <a:gd name="connsiteY0" fmla="*/ 522223 h 522223"/>
              <a:gd name="connsiteX1" fmla="*/ 160377 w 639484"/>
              <a:gd name="connsiteY1" fmla="*/ 520318 h 522223"/>
              <a:gd name="connsiteX2" fmla="*/ 161329 w 639484"/>
              <a:gd name="connsiteY2" fmla="*/ 513651 h 522223"/>
              <a:gd name="connsiteX3" fmla="*/ 624245 w 639484"/>
              <a:gd name="connsiteY3" fmla="*/ 191706 h 522223"/>
              <a:gd name="connsiteX4" fmla="*/ 3215 w 639484"/>
              <a:gd name="connsiteY4" fmla="*/ 8826 h 522223"/>
              <a:gd name="connsiteX5" fmla="*/ 357 w 639484"/>
              <a:gd name="connsiteY5" fmla="*/ 3111 h 522223"/>
              <a:gd name="connsiteX6" fmla="*/ 6072 w 639484"/>
              <a:gd name="connsiteY6" fmla="*/ 253 h 522223"/>
              <a:gd name="connsiteX7" fmla="*/ 636627 w 639484"/>
              <a:gd name="connsiteY7" fmla="*/ 185991 h 522223"/>
              <a:gd name="connsiteX8" fmla="*/ 639485 w 639484"/>
              <a:gd name="connsiteY8" fmla="*/ 189801 h 522223"/>
              <a:gd name="connsiteX9" fmla="*/ 637580 w 639484"/>
              <a:gd name="connsiteY9" fmla="*/ 194563 h 522223"/>
              <a:gd name="connsiteX10" fmla="*/ 167045 w 639484"/>
              <a:gd name="connsiteY10" fmla="*/ 522223 h 522223"/>
              <a:gd name="connsiteX11" fmla="*/ 164187 w 639484"/>
              <a:gd name="connsiteY11" fmla="*/ 522223 h 522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9484" h="522223">
                <a:moveTo>
                  <a:pt x="164187" y="522223"/>
                </a:moveTo>
                <a:cubicBezTo>
                  <a:pt x="162282" y="522223"/>
                  <a:pt x="161329" y="521271"/>
                  <a:pt x="160377" y="520318"/>
                </a:cubicBezTo>
                <a:cubicBezTo>
                  <a:pt x="158472" y="518413"/>
                  <a:pt x="159425" y="515556"/>
                  <a:pt x="161329" y="513651"/>
                </a:cubicBezTo>
                <a:lnTo>
                  <a:pt x="624245" y="191706"/>
                </a:lnTo>
                <a:lnTo>
                  <a:pt x="3215" y="8826"/>
                </a:lnTo>
                <a:cubicBezTo>
                  <a:pt x="357" y="7873"/>
                  <a:pt x="-596" y="5016"/>
                  <a:pt x="357" y="3111"/>
                </a:cubicBezTo>
                <a:cubicBezTo>
                  <a:pt x="1310" y="1206"/>
                  <a:pt x="4167" y="-699"/>
                  <a:pt x="6072" y="253"/>
                </a:cubicBezTo>
                <a:lnTo>
                  <a:pt x="636627" y="185991"/>
                </a:lnTo>
                <a:cubicBezTo>
                  <a:pt x="638532" y="186943"/>
                  <a:pt x="639485" y="187896"/>
                  <a:pt x="639485" y="189801"/>
                </a:cubicBezTo>
                <a:cubicBezTo>
                  <a:pt x="639485" y="191706"/>
                  <a:pt x="639485" y="193611"/>
                  <a:pt x="637580" y="194563"/>
                </a:cubicBezTo>
                <a:lnTo>
                  <a:pt x="167045" y="522223"/>
                </a:lnTo>
                <a:cubicBezTo>
                  <a:pt x="165140" y="522223"/>
                  <a:pt x="164187" y="522223"/>
                  <a:pt x="164187" y="522223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4A8C6C32-2169-55A9-0F4F-D7485A041E5B}"/>
              </a:ext>
            </a:extLst>
          </p:cNvPr>
          <p:cNvSpPr/>
          <p:nvPr/>
        </p:nvSpPr>
        <p:spPr>
          <a:xfrm>
            <a:off x="10724578" y="1579471"/>
            <a:ext cx="458680" cy="815298"/>
          </a:xfrm>
          <a:custGeom>
            <a:avLst/>
            <a:gdLst>
              <a:gd name="connsiteX0" fmla="*/ 18098 w 363855"/>
              <a:gd name="connsiteY0" fmla="*/ 646748 h 646747"/>
              <a:gd name="connsiteX1" fmla="*/ 13335 w 363855"/>
              <a:gd name="connsiteY1" fmla="*/ 641985 h 646747"/>
              <a:gd name="connsiteX2" fmla="*/ 0 w 363855"/>
              <a:gd name="connsiteY2" fmla="*/ 257175 h 646747"/>
              <a:gd name="connsiteX3" fmla="*/ 953 w 363855"/>
              <a:gd name="connsiteY3" fmla="*/ 253365 h 646747"/>
              <a:gd name="connsiteX4" fmla="*/ 254318 w 363855"/>
              <a:gd name="connsiteY4" fmla="*/ 952 h 646747"/>
              <a:gd name="connsiteX5" fmla="*/ 258128 w 363855"/>
              <a:gd name="connsiteY5" fmla="*/ 0 h 646747"/>
              <a:gd name="connsiteX6" fmla="*/ 359093 w 363855"/>
              <a:gd name="connsiteY6" fmla="*/ 0 h 646747"/>
              <a:gd name="connsiteX7" fmla="*/ 363855 w 363855"/>
              <a:gd name="connsiteY7" fmla="*/ 4763 h 646747"/>
              <a:gd name="connsiteX8" fmla="*/ 359093 w 363855"/>
              <a:gd name="connsiteY8" fmla="*/ 9525 h 646747"/>
              <a:gd name="connsiteX9" fmla="*/ 259080 w 363855"/>
              <a:gd name="connsiteY9" fmla="*/ 9525 h 646747"/>
              <a:gd name="connsiteX10" fmla="*/ 8573 w 363855"/>
              <a:gd name="connsiteY10" fmla="*/ 260033 h 646747"/>
              <a:gd name="connsiteX11" fmla="*/ 21907 w 363855"/>
              <a:gd name="connsiteY11" fmla="*/ 642938 h 646747"/>
              <a:gd name="connsiteX12" fmla="*/ 18098 w 363855"/>
              <a:gd name="connsiteY12" fmla="*/ 646748 h 646747"/>
              <a:gd name="connsiteX13" fmla="*/ 18098 w 363855"/>
              <a:gd name="connsiteY13" fmla="*/ 646748 h 646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3855" h="646747">
                <a:moveTo>
                  <a:pt x="18098" y="646748"/>
                </a:moveTo>
                <a:cubicBezTo>
                  <a:pt x="15240" y="646748"/>
                  <a:pt x="13335" y="644843"/>
                  <a:pt x="13335" y="641985"/>
                </a:cubicBezTo>
                <a:lnTo>
                  <a:pt x="0" y="257175"/>
                </a:lnTo>
                <a:cubicBezTo>
                  <a:pt x="0" y="256223"/>
                  <a:pt x="0" y="254317"/>
                  <a:pt x="953" y="253365"/>
                </a:cubicBezTo>
                <a:lnTo>
                  <a:pt x="254318" y="952"/>
                </a:lnTo>
                <a:cubicBezTo>
                  <a:pt x="255270" y="0"/>
                  <a:pt x="256223" y="0"/>
                  <a:pt x="258128" y="0"/>
                </a:cubicBezTo>
                <a:lnTo>
                  <a:pt x="359093" y="0"/>
                </a:lnTo>
                <a:cubicBezTo>
                  <a:pt x="361950" y="0"/>
                  <a:pt x="363855" y="1905"/>
                  <a:pt x="363855" y="4763"/>
                </a:cubicBezTo>
                <a:cubicBezTo>
                  <a:pt x="363855" y="7620"/>
                  <a:pt x="361950" y="9525"/>
                  <a:pt x="359093" y="9525"/>
                </a:cubicBezTo>
                <a:lnTo>
                  <a:pt x="259080" y="9525"/>
                </a:lnTo>
                <a:lnTo>
                  <a:pt x="8573" y="260033"/>
                </a:lnTo>
                <a:lnTo>
                  <a:pt x="21907" y="642938"/>
                </a:lnTo>
                <a:cubicBezTo>
                  <a:pt x="22860" y="644843"/>
                  <a:pt x="20955" y="646748"/>
                  <a:pt x="18098" y="646748"/>
                </a:cubicBezTo>
                <a:cubicBezTo>
                  <a:pt x="18098" y="646748"/>
                  <a:pt x="18098" y="646748"/>
                  <a:pt x="18098" y="646748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D8F9ED5C-143D-8933-3912-FA459E4CDBA5}"/>
              </a:ext>
            </a:extLst>
          </p:cNvPr>
          <p:cNvSpPr/>
          <p:nvPr/>
        </p:nvSpPr>
        <p:spPr>
          <a:xfrm>
            <a:off x="10945515" y="2018939"/>
            <a:ext cx="327801" cy="104464"/>
          </a:xfrm>
          <a:custGeom>
            <a:avLst/>
            <a:gdLst>
              <a:gd name="connsiteX0" fmla="*/ 141922 w 260032"/>
              <a:gd name="connsiteY0" fmla="*/ 82868 h 82867"/>
              <a:gd name="connsiteX1" fmla="*/ 4763 w 260032"/>
              <a:gd name="connsiteY1" fmla="*/ 82868 h 82867"/>
              <a:gd name="connsiteX2" fmla="*/ 0 w 260032"/>
              <a:gd name="connsiteY2" fmla="*/ 78105 h 82867"/>
              <a:gd name="connsiteX3" fmla="*/ 4763 w 260032"/>
              <a:gd name="connsiteY3" fmla="*/ 73343 h 82867"/>
              <a:gd name="connsiteX4" fmla="*/ 140018 w 260032"/>
              <a:gd name="connsiteY4" fmla="*/ 73343 h 82867"/>
              <a:gd name="connsiteX5" fmla="*/ 212407 w 260032"/>
              <a:gd name="connsiteY5" fmla="*/ 952 h 82867"/>
              <a:gd name="connsiteX6" fmla="*/ 216218 w 260032"/>
              <a:gd name="connsiteY6" fmla="*/ 0 h 82867"/>
              <a:gd name="connsiteX7" fmla="*/ 255270 w 260032"/>
              <a:gd name="connsiteY7" fmla="*/ 0 h 82867"/>
              <a:gd name="connsiteX8" fmla="*/ 260032 w 260032"/>
              <a:gd name="connsiteY8" fmla="*/ 4763 h 82867"/>
              <a:gd name="connsiteX9" fmla="*/ 255270 w 260032"/>
              <a:gd name="connsiteY9" fmla="*/ 9525 h 82867"/>
              <a:gd name="connsiteX10" fmla="*/ 218122 w 260032"/>
              <a:gd name="connsiteY10" fmla="*/ 9525 h 82867"/>
              <a:gd name="connsiteX11" fmla="*/ 145732 w 260032"/>
              <a:gd name="connsiteY11" fmla="*/ 81915 h 82867"/>
              <a:gd name="connsiteX12" fmla="*/ 141922 w 260032"/>
              <a:gd name="connsiteY12" fmla="*/ 82868 h 82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0032" h="82867">
                <a:moveTo>
                  <a:pt x="141922" y="82868"/>
                </a:moveTo>
                <a:lnTo>
                  <a:pt x="4763" y="82868"/>
                </a:lnTo>
                <a:cubicBezTo>
                  <a:pt x="1905" y="82868"/>
                  <a:pt x="0" y="80963"/>
                  <a:pt x="0" y="78105"/>
                </a:cubicBezTo>
                <a:cubicBezTo>
                  <a:pt x="0" y="75248"/>
                  <a:pt x="1905" y="73343"/>
                  <a:pt x="4763" y="73343"/>
                </a:cubicBezTo>
                <a:lnTo>
                  <a:pt x="140018" y="73343"/>
                </a:lnTo>
                <a:lnTo>
                  <a:pt x="212407" y="952"/>
                </a:lnTo>
                <a:cubicBezTo>
                  <a:pt x="213360" y="0"/>
                  <a:pt x="214313" y="0"/>
                  <a:pt x="216218" y="0"/>
                </a:cubicBezTo>
                <a:lnTo>
                  <a:pt x="255270" y="0"/>
                </a:lnTo>
                <a:cubicBezTo>
                  <a:pt x="258127" y="0"/>
                  <a:pt x="260032" y="1905"/>
                  <a:pt x="260032" y="4763"/>
                </a:cubicBezTo>
                <a:cubicBezTo>
                  <a:pt x="260032" y="7620"/>
                  <a:pt x="258127" y="9525"/>
                  <a:pt x="255270" y="9525"/>
                </a:cubicBezTo>
                <a:lnTo>
                  <a:pt x="218122" y="9525"/>
                </a:lnTo>
                <a:lnTo>
                  <a:pt x="145732" y="81915"/>
                </a:lnTo>
                <a:cubicBezTo>
                  <a:pt x="143827" y="81915"/>
                  <a:pt x="142875" y="82868"/>
                  <a:pt x="141922" y="82868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8FBD649A-D44F-891C-71CE-9383591D72B6}"/>
              </a:ext>
            </a:extLst>
          </p:cNvPr>
          <p:cNvSpPr/>
          <p:nvPr/>
        </p:nvSpPr>
        <p:spPr>
          <a:xfrm>
            <a:off x="10197456" y="1432979"/>
            <a:ext cx="165100" cy="250952"/>
          </a:xfrm>
          <a:custGeom>
            <a:avLst/>
            <a:gdLst>
              <a:gd name="connsiteX0" fmla="*/ 124777 w 130968"/>
              <a:gd name="connsiteY0" fmla="*/ 199073 h 199072"/>
              <a:gd name="connsiteX1" fmla="*/ 121920 w 130968"/>
              <a:gd name="connsiteY1" fmla="*/ 198120 h 199072"/>
              <a:gd name="connsiteX2" fmla="*/ 952 w 130968"/>
              <a:gd name="connsiteY2" fmla="*/ 77153 h 199072"/>
              <a:gd name="connsiteX3" fmla="*/ 0 w 130968"/>
              <a:gd name="connsiteY3" fmla="*/ 74295 h 199072"/>
              <a:gd name="connsiteX4" fmla="*/ 0 w 130968"/>
              <a:gd name="connsiteY4" fmla="*/ 4763 h 199072"/>
              <a:gd name="connsiteX5" fmla="*/ 4763 w 130968"/>
              <a:gd name="connsiteY5" fmla="*/ 0 h 199072"/>
              <a:gd name="connsiteX6" fmla="*/ 9525 w 130968"/>
              <a:gd name="connsiteY6" fmla="*/ 4763 h 199072"/>
              <a:gd name="connsiteX7" fmla="*/ 9525 w 130968"/>
              <a:gd name="connsiteY7" fmla="*/ 72390 h 199072"/>
              <a:gd name="connsiteX8" fmla="*/ 129540 w 130968"/>
              <a:gd name="connsiteY8" fmla="*/ 192405 h 199072"/>
              <a:gd name="connsiteX9" fmla="*/ 129540 w 130968"/>
              <a:gd name="connsiteY9" fmla="*/ 199073 h 199072"/>
              <a:gd name="connsiteX10" fmla="*/ 124777 w 130968"/>
              <a:gd name="connsiteY10" fmla="*/ 199073 h 199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0968" h="199072">
                <a:moveTo>
                  <a:pt x="124777" y="199073"/>
                </a:moveTo>
                <a:cubicBezTo>
                  <a:pt x="123825" y="199073"/>
                  <a:pt x="121920" y="199073"/>
                  <a:pt x="121920" y="198120"/>
                </a:cubicBezTo>
                <a:lnTo>
                  <a:pt x="952" y="77153"/>
                </a:lnTo>
                <a:cubicBezTo>
                  <a:pt x="0" y="76200"/>
                  <a:pt x="0" y="75248"/>
                  <a:pt x="0" y="74295"/>
                </a:cubicBezTo>
                <a:lnTo>
                  <a:pt x="0" y="4763"/>
                </a:lnTo>
                <a:cubicBezTo>
                  <a:pt x="0" y="1905"/>
                  <a:pt x="1905" y="0"/>
                  <a:pt x="4763" y="0"/>
                </a:cubicBezTo>
                <a:cubicBezTo>
                  <a:pt x="7620" y="0"/>
                  <a:pt x="9525" y="1905"/>
                  <a:pt x="9525" y="4763"/>
                </a:cubicBezTo>
                <a:lnTo>
                  <a:pt x="9525" y="72390"/>
                </a:lnTo>
                <a:lnTo>
                  <a:pt x="129540" y="192405"/>
                </a:lnTo>
                <a:cubicBezTo>
                  <a:pt x="131445" y="194310"/>
                  <a:pt x="131445" y="197168"/>
                  <a:pt x="129540" y="199073"/>
                </a:cubicBezTo>
                <a:cubicBezTo>
                  <a:pt x="127635" y="198120"/>
                  <a:pt x="125730" y="199073"/>
                  <a:pt x="124777" y="199073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57" name="Freeform: Shape 256">
            <a:extLst>
              <a:ext uri="{FF2B5EF4-FFF2-40B4-BE49-F238E27FC236}">
                <a16:creationId xmlns:a16="http://schemas.microsoft.com/office/drawing/2014/main" id="{EEB99871-6E6A-25AF-1909-15A90BDA5210}"/>
              </a:ext>
            </a:extLst>
          </p:cNvPr>
          <p:cNvSpPr/>
          <p:nvPr/>
        </p:nvSpPr>
        <p:spPr>
          <a:xfrm>
            <a:off x="9611496" y="1491816"/>
            <a:ext cx="204726" cy="105664"/>
          </a:xfrm>
          <a:custGeom>
            <a:avLst/>
            <a:gdLst>
              <a:gd name="connsiteX0" fmla="*/ 159068 w 162401"/>
              <a:gd name="connsiteY0" fmla="*/ 83820 h 83819"/>
              <a:gd name="connsiteX1" fmla="*/ 155258 w 162401"/>
              <a:gd name="connsiteY1" fmla="*/ 82868 h 83819"/>
              <a:gd name="connsiteX2" fmla="*/ 81915 w 162401"/>
              <a:gd name="connsiteY2" fmla="*/ 9525 h 83819"/>
              <a:gd name="connsiteX3" fmla="*/ 4763 w 162401"/>
              <a:gd name="connsiteY3" fmla="*/ 9525 h 83819"/>
              <a:gd name="connsiteX4" fmla="*/ 0 w 162401"/>
              <a:gd name="connsiteY4" fmla="*/ 4763 h 83819"/>
              <a:gd name="connsiteX5" fmla="*/ 4763 w 162401"/>
              <a:gd name="connsiteY5" fmla="*/ 0 h 83819"/>
              <a:gd name="connsiteX6" fmla="*/ 83820 w 162401"/>
              <a:gd name="connsiteY6" fmla="*/ 0 h 83819"/>
              <a:gd name="connsiteX7" fmla="*/ 86678 w 162401"/>
              <a:gd name="connsiteY7" fmla="*/ 952 h 83819"/>
              <a:gd name="connsiteX8" fmla="*/ 160973 w 162401"/>
              <a:gd name="connsiteY8" fmla="*/ 75247 h 83819"/>
              <a:gd name="connsiteX9" fmla="*/ 160973 w 162401"/>
              <a:gd name="connsiteY9" fmla="*/ 81915 h 83819"/>
              <a:gd name="connsiteX10" fmla="*/ 159068 w 162401"/>
              <a:gd name="connsiteY10" fmla="*/ 83820 h 83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401" h="83819">
                <a:moveTo>
                  <a:pt x="159068" y="83820"/>
                </a:moveTo>
                <a:cubicBezTo>
                  <a:pt x="158115" y="83820"/>
                  <a:pt x="156210" y="83820"/>
                  <a:pt x="155258" y="82868"/>
                </a:cubicBezTo>
                <a:lnTo>
                  <a:pt x="81915" y="9525"/>
                </a:lnTo>
                <a:lnTo>
                  <a:pt x="4763" y="9525"/>
                </a:lnTo>
                <a:cubicBezTo>
                  <a:pt x="1905" y="9525"/>
                  <a:pt x="0" y="7620"/>
                  <a:pt x="0" y="4763"/>
                </a:cubicBezTo>
                <a:cubicBezTo>
                  <a:pt x="0" y="1905"/>
                  <a:pt x="1905" y="0"/>
                  <a:pt x="4763" y="0"/>
                </a:cubicBezTo>
                <a:lnTo>
                  <a:pt x="83820" y="0"/>
                </a:lnTo>
                <a:cubicBezTo>
                  <a:pt x="84773" y="0"/>
                  <a:pt x="86678" y="952"/>
                  <a:pt x="86678" y="952"/>
                </a:cubicBezTo>
                <a:lnTo>
                  <a:pt x="160973" y="75247"/>
                </a:lnTo>
                <a:cubicBezTo>
                  <a:pt x="162878" y="77152"/>
                  <a:pt x="162878" y="80010"/>
                  <a:pt x="160973" y="81915"/>
                </a:cubicBezTo>
                <a:cubicBezTo>
                  <a:pt x="160973" y="83820"/>
                  <a:pt x="160020" y="83820"/>
                  <a:pt x="159068" y="83820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58" name="Freeform: Shape 257">
            <a:extLst>
              <a:ext uri="{FF2B5EF4-FFF2-40B4-BE49-F238E27FC236}">
                <a16:creationId xmlns:a16="http://schemas.microsoft.com/office/drawing/2014/main" id="{AAF034BD-9C2F-3745-11C0-C64FCA1B17B3}"/>
              </a:ext>
            </a:extLst>
          </p:cNvPr>
          <p:cNvSpPr/>
          <p:nvPr/>
        </p:nvSpPr>
        <p:spPr>
          <a:xfrm>
            <a:off x="9888867" y="2364148"/>
            <a:ext cx="184311" cy="89455"/>
          </a:xfrm>
          <a:custGeom>
            <a:avLst/>
            <a:gdLst>
              <a:gd name="connsiteX0" fmla="*/ 80010 w 146208"/>
              <a:gd name="connsiteY0" fmla="*/ 70961 h 70961"/>
              <a:gd name="connsiteX1" fmla="*/ 4763 w 146208"/>
              <a:gd name="connsiteY1" fmla="*/ 70961 h 70961"/>
              <a:gd name="connsiteX2" fmla="*/ 0 w 146208"/>
              <a:gd name="connsiteY2" fmla="*/ 66199 h 70961"/>
              <a:gd name="connsiteX3" fmla="*/ 4763 w 146208"/>
              <a:gd name="connsiteY3" fmla="*/ 61436 h 70961"/>
              <a:gd name="connsiteX4" fmla="*/ 78105 w 146208"/>
              <a:gd name="connsiteY4" fmla="*/ 61436 h 70961"/>
              <a:gd name="connsiteX5" fmla="*/ 138113 w 146208"/>
              <a:gd name="connsiteY5" fmla="*/ 1429 h 70961"/>
              <a:gd name="connsiteX6" fmla="*/ 144780 w 146208"/>
              <a:gd name="connsiteY6" fmla="*/ 1429 h 70961"/>
              <a:gd name="connsiteX7" fmla="*/ 144780 w 146208"/>
              <a:gd name="connsiteY7" fmla="*/ 8096 h 70961"/>
              <a:gd name="connsiteX8" fmla="*/ 83820 w 146208"/>
              <a:gd name="connsiteY8" fmla="*/ 69056 h 70961"/>
              <a:gd name="connsiteX9" fmla="*/ 80010 w 146208"/>
              <a:gd name="connsiteY9" fmla="*/ 70961 h 7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208" h="70961">
                <a:moveTo>
                  <a:pt x="80010" y="70961"/>
                </a:moveTo>
                <a:lnTo>
                  <a:pt x="4763" y="70961"/>
                </a:lnTo>
                <a:cubicBezTo>
                  <a:pt x="1905" y="70961"/>
                  <a:pt x="0" y="69056"/>
                  <a:pt x="0" y="66199"/>
                </a:cubicBezTo>
                <a:cubicBezTo>
                  <a:pt x="0" y="63341"/>
                  <a:pt x="1905" y="61436"/>
                  <a:pt x="4763" y="61436"/>
                </a:cubicBezTo>
                <a:lnTo>
                  <a:pt x="78105" y="61436"/>
                </a:lnTo>
                <a:lnTo>
                  <a:pt x="138113" y="1429"/>
                </a:lnTo>
                <a:cubicBezTo>
                  <a:pt x="140018" y="-476"/>
                  <a:pt x="142875" y="-476"/>
                  <a:pt x="144780" y="1429"/>
                </a:cubicBezTo>
                <a:cubicBezTo>
                  <a:pt x="146685" y="3334"/>
                  <a:pt x="146685" y="6191"/>
                  <a:pt x="144780" y="8096"/>
                </a:cubicBezTo>
                <a:lnTo>
                  <a:pt x="83820" y="69056"/>
                </a:lnTo>
                <a:cubicBezTo>
                  <a:pt x="82868" y="70009"/>
                  <a:pt x="81915" y="70961"/>
                  <a:pt x="80010" y="70961"/>
                </a:cubicBezTo>
                <a:close/>
              </a:path>
            </a:pathLst>
          </a:custGeom>
          <a:solidFill>
            <a:srgbClr val="2F69D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59" name="Freeform: Shape 258">
            <a:extLst>
              <a:ext uri="{FF2B5EF4-FFF2-40B4-BE49-F238E27FC236}">
                <a16:creationId xmlns:a16="http://schemas.microsoft.com/office/drawing/2014/main" id="{5B1EB5B2-B365-8286-536F-A8A66880B0B4}"/>
              </a:ext>
            </a:extLst>
          </p:cNvPr>
          <p:cNvSpPr/>
          <p:nvPr/>
        </p:nvSpPr>
        <p:spPr>
          <a:xfrm>
            <a:off x="8679243" y="2325125"/>
            <a:ext cx="37223" cy="12008"/>
          </a:xfrm>
          <a:custGeom>
            <a:avLst/>
            <a:gdLst>
              <a:gd name="connsiteX0" fmla="*/ 24765 w 29527"/>
              <a:gd name="connsiteY0" fmla="*/ 9525 h 9525"/>
              <a:gd name="connsiteX1" fmla="*/ 4763 w 29527"/>
              <a:gd name="connsiteY1" fmla="*/ 9525 h 9525"/>
              <a:gd name="connsiteX2" fmla="*/ 0 w 29527"/>
              <a:gd name="connsiteY2" fmla="*/ 4763 h 9525"/>
              <a:gd name="connsiteX3" fmla="*/ 4763 w 29527"/>
              <a:gd name="connsiteY3" fmla="*/ 0 h 9525"/>
              <a:gd name="connsiteX4" fmla="*/ 24765 w 29527"/>
              <a:gd name="connsiteY4" fmla="*/ 0 h 9525"/>
              <a:gd name="connsiteX5" fmla="*/ 29528 w 29527"/>
              <a:gd name="connsiteY5" fmla="*/ 4763 h 9525"/>
              <a:gd name="connsiteX6" fmla="*/ 24765 w 29527"/>
              <a:gd name="connsiteY6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527" h="9525">
                <a:moveTo>
                  <a:pt x="24765" y="9525"/>
                </a:moveTo>
                <a:lnTo>
                  <a:pt x="4763" y="9525"/>
                </a:lnTo>
                <a:cubicBezTo>
                  <a:pt x="1905" y="9525"/>
                  <a:pt x="0" y="7620"/>
                  <a:pt x="0" y="4763"/>
                </a:cubicBezTo>
                <a:cubicBezTo>
                  <a:pt x="0" y="1905"/>
                  <a:pt x="1905" y="0"/>
                  <a:pt x="4763" y="0"/>
                </a:cubicBezTo>
                <a:lnTo>
                  <a:pt x="24765" y="0"/>
                </a:lnTo>
                <a:cubicBezTo>
                  <a:pt x="27623" y="0"/>
                  <a:pt x="29528" y="1905"/>
                  <a:pt x="29528" y="4763"/>
                </a:cubicBezTo>
                <a:cubicBezTo>
                  <a:pt x="29528" y="6668"/>
                  <a:pt x="27623" y="9525"/>
                  <a:pt x="24765" y="952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60" name="Freeform: Shape 259">
            <a:extLst>
              <a:ext uri="{FF2B5EF4-FFF2-40B4-BE49-F238E27FC236}">
                <a16:creationId xmlns:a16="http://schemas.microsoft.com/office/drawing/2014/main" id="{AA8CC600-7CFA-39F6-47E8-F5E05113CF1D}"/>
              </a:ext>
            </a:extLst>
          </p:cNvPr>
          <p:cNvSpPr/>
          <p:nvPr/>
        </p:nvSpPr>
        <p:spPr>
          <a:xfrm>
            <a:off x="8585587" y="2325125"/>
            <a:ext cx="80449" cy="158497"/>
          </a:xfrm>
          <a:custGeom>
            <a:avLst/>
            <a:gdLst>
              <a:gd name="connsiteX0" fmla="*/ 4763 w 63817"/>
              <a:gd name="connsiteY0" fmla="*/ 125730 h 125730"/>
              <a:gd name="connsiteX1" fmla="*/ 0 w 63817"/>
              <a:gd name="connsiteY1" fmla="*/ 120968 h 125730"/>
              <a:gd name="connsiteX2" fmla="*/ 0 w 63817"/>
              <a:gd name="connsiteY2" fmla="*/ 17145 h 125730"/>
              <a:gd name="connsiteX3" fmla="*/ 17145 w 63817"/>
              <a:gd name="connsiteY3" fmla="*/ 0 h 125730"/>
              <a:gd name="connsiteX4" fmla="*/ 59055 w 63817"/>
              <a:gd name="connsiteY4" fmla="*/ 0 h 125730"/>
              <a:gd name="connsiteX5" fmla="*/ 63818 w 63817"/>
              <a:gd name="connsiteY5" fmla="*/ 4763 h 125730"/>
              <a:gd name="connsiteX6" fmla="*/ 59055 w 63817"/>
              <a:gd name="connsiteY6" fmla="*/ 9525 h 125730"/>
              <a:gd name="connsiteX7" fmla="*/ 17145 w 63817"/>
              <a:gd name="connsiteY7" fmla="*/ 9525 h 125730"/>
              <a:gd name="connsiteX8" fmla="*/ 10477 w 63817"/>
              <a:gd name="connsiteY8" fmla="*/ 16193 h 125730"/>
              <a:gd name="connsiteX9" fmla="*/ 10477 w 63817"/>
              <a:gd name="connsiteY9" fmla="*/ 120015 h 125730"/>
              <a:gd name="connsiteX10" fmla="*/ 4763 w 63817"/>
              <a:gd name="connsiteY10" fmla="*/ 125730 h 12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17" h="125730">
                <a:moveTo>
                  <a:pt x="4763" y="125730"/>
                </a:moveTo>
                <a:cubicBezTo>
                  <a:pt x="1905" y="125730"/>
                  <a:pt x="0" y="123825"/>
                  <a:pt x="0" y="120968"/>
                </a:cubicBezTo>
                <a:lnTo>
                  <a:pt x="0" y="17145"/>
                </a:lnTo>
                <a:cubicBezTo>
                  <a:pt x="0" y="7620"/>
                  <a:pt x="7620" y="0"/>
                  <a:pt x="17145" y="0"/>
                </a:cubicBezTo>
                <a:lnTo>
                  <a:pt x="59055" y="0"/>
                </a:lnTo>
                <a:cubicBezTo>
                  <a:pt x="61913" y="0"/>
                  <a:pt x="63818" y="1905"/>
                  <a:pt x="63818" y="4763"/>
                </a:cubicBezTo>
                <a:cubicBezTo>
                  <a:pt x="63818" y="7620"/>
                  <a:pt x="61913" y="9525"/>
                  <a:pt x="59055" y="9525"/>
                </a:cubicBezTo>
                <a:lnTo>
                  <a:pt x="17145" y="9525"/>
                </a:lnTo>
                <a:cubicBezTo>
                  <a:pt x="13335" y="9525"/>
                  <a:pt x="10477" y="12383"/>
                  <a:pt x="10477" y="16193"/>
                </a:cubicBezTo>
                <a:lnTo>
                  <a:pt x="10477" y="120015"/>
                </a:lnTo>
                <a:cubicBezTo>
                  <a:pt x="9525" y="122873"/>
                  <a:pt x="7620" y="125730"/>
                  <a:pt x="4763" y="12573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61" name="Freeform: Shape 260">
            <a:extLst>
              <a:ext uri="{FF2B5EF4-FFF2-40B4-BE49-F238E27FC236}">
                <a16:creationId xmlns:a16="http://schemas.microsoft.com/office/drawing/2014/main" id="{C6499110-A4A2-A3D8-9B4F-D55D7FA191AA}"/>
              </a:ext>
            </a:extLst>
          </p:cNvPr>
          <p:cNvSpPr/>
          <p:nvPr/>
        </p:nvSpPr>
        <p:spPr>
          <a:xfrm>
            <a:off x="8585587" y="2500433"/>
            <a:ext cx="12007" cy="86451"/>
          </a:xfrm>
          <a:custGeom>
            <a:avLst/>
            <a:gdLst>
              <a:gd name="connsiteX0" fmla="*/ 4763 w 9525"/>
              <a:gd name="connsiteY0" fmla="*/ 68580 h 68579"/>
              <a:gd name="connsiteX1" fmla="*/ 0 w 9525"/>
              <a:gd name="connsiteY1" fmla="*/ 63817 h 68579"/>
              <a:gd name="connsiteX2" fmla="*/ 0 w 9525"/>
              <a:gd name="connsiteY2" fmla="*/ 4763 h 68579"/>
              <a:gd name="connsiteX3" fmla="*/ 4763 w 9525"/>
              <a:gd name="connsiteY3" fmla="*/ 0 h 68579"/>
              <a:gd name="connsiteX4" fmla="*/ 9525 w 9525"/>
              <a:gd name="connsiteY4" fmla="*/ 4763 h 68579"/>
              <a:gd name="connsiteX5" fmla="*/ 9525 w 9525"/>
              <a:gd name="connsiteY5" fmla="*/ 63817 h 68579"/>
              <a:gd name="connsiteX6" fmla="*/ 4763 w 9525"/>
              <a:gd name="connsiteY6" fmla="*/ 6858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25" h="68579">
                <a:moveTo>
                  <a:pt x="4763" y="68580"/>
                </a:moveTo>
                <a:cubicBezTo>
                  <a:pt x="1905" y="68580"/>
                  <a:pt x="0" y="66675"/>
                  <a:pt x="0" y="63817"/>
                </a:cubicBezTo>
                <a:lnTo>
                  <a:pt x="0" y="4763"/>
                </a:lnTo>
                <a:cubicBezTo>
                  <a:pt x="0" y="1905"/>
                  <a:pt x="1905" y="0"/>
                  <a:pt x="4763" y="0"/>
                </a:cubicBezTo>
                <a:cubicBezTo>
                  <a:pt x="7620" y="0"/>
                  <a:pt x="9525" y="1905"/>
                  <a:pt x="9525" y="4763"/>
                </a:cubicBezTo>
                <a:lnTo>
                  <a:pt x="9525" y="63817"/>
                </a:lnTo>
                <a:cubicBezTo>
                  <a:pt x="9525" y="65723"/>
                  <a:pt x="7620" y="68580"/>
                  <a:pt x="4763" y="6858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62" name="Freeform: Shape 261">
            <a:extLst>
              <a:ext uri="{FF2B5EF4-FFF2-40B4-BE49-F238E27FC236}">
                <a16:creationId xmlns:a16="http://schemas.microsoft.com/office/drawing/2014/main" id="{BEF7D879-5CE9-1677-CB64-C0FC3FF9E3A0}"/>
              </a:ext>
            </a:extLst>
          </p:cNvPr>
          <p:cNvSpPr/>
          <p:nvPr/>
        </p:nvSpPr>
        <p:spPr>
          <a:xfrm>
            <a:off x="9349203" y="1249868"/>
            <a:ext cx="67475" cy="45028"/>
          </a:xfrm>
          <a:custGeom>
            <a:avLst/>
            <a:gdLst>
              <a:gd name="connsiteX0" fmla="*/ 50906 w 53525"/>
              <a:gd name="connsiteY0" fmla="*/ 35719 h 35718"/>
              <a:gd name="connsiteX1" fmla="*/ 3281 w 53525"/>
              <a:gd name="connsiteY1" fmla="*/ 35719 h 35718"/>
              <a:gd name="connsiteX2" fmla="*/ 423 w 53525"/>
              <a:gd name="connsiteY2" fmla="*/ 33814 h 35718"/>
              <a:gd name="connsiteX3" fmla="*/ 423 w 53525"/>
              <a:gd name="connsiteY3" fmla="*/ 30956 h 35718"/>
              <a:gd name="connsiteX4" fmla="*/ 24236 w 53525"/>
              <a:gd name="connsiteY4" fmla="*/ 1429 h 35718"/>
              <a:gd name="connsiteX5" fmla="*/ 28998 w 53525"/>
              <a:gd name="connsiteY5" fmla="*/ 1429 h 35718"/>
              <a:gd name="connsiteX6" fmla="*/ 52811 w 53525"/>
              <a:gd name="connsiteY6" fmla="*/ 30956 h 35718"/>
              <a:gd name="connsiteX7" fmla="*/ 52811 w 53525"/>
              <a:gd name="connsiteY7" fmla="*/ 33814 h 35718"/>
              <a:gd name="connsiteX8" fmla="*/ 50906 w 53525"/>
              <a:gd name="connsiteY8" fmla="*/ 35719 h 35718"/>
              <a:gd name="connsiteX9" fmla="*/ 9948 w 53525"/>
              <a:gd name="connsiteY9" fmla="*/ 30004 h 35718"/>
              <a:gd name="connsiteX10" fmla="*/ 44239 w 53525"/>
              <a:gd name="connsiteY10" fmla="*/ 30004 h 35718"/>
              <a:gd name="connsiteX11" fmla="*/ 27093 w 53525"/>
              <a:gd name="connsiteY11" fmla="*/ 9049 h 35718"/>
              <a:gd name="connsiteX12" fmla="*/ 9948 w 53525"/>
              <a:gd name="connsiteY12" fmla="*/ 30004 h 35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525" h="35718">
                <a:moveTo>
                  <a:pt x="50906" y="35719"/>
                </a:moveTo>
                <a:lnTo>
                  <a:pt x="3281" y="35719"/>
                </a:lnTo>
                <a:cubicBezTo>
                  <a:pt x="2328" y="35719"/>
                  <a:pt x="1376" y="34766"/>
                  <a:pt x="423" y="33814"/>
                </a:cubicBezTo>
                <a:cubicBezTo>
                  <a:pt x="-529" y="32861"/>
                  <a:pt x="423" y="30956"/>
                  <a:pt x="423" y="30956"/>
                </a:cubicBezTo>
                <a:lnTo>
                  <a:pt x="24236" y="1429"/>
                </a:lnTo>
                <a:cubicBezTo>
                  <a:pt x="25189" y="-476"/>
                  <a:pt x="28046" y="-476"/>
                  <a:pt x="28998" y="1429"/>
                </a:cubicBezTo>
                <a:lnTo>
                  <a:pt x="52811" y="30956"/>
                </a:lnTo>
                <a:cubicBezTo>
                  <a:pt x="53764" y="31909"/>
                  <a:pt x="53764" y="32861"/>
                  <a:pt x="52811" y="33814"/>
                </a:cubicBezTo>
                <a:cubicBezTo>
                  <a:pt x="52811" y="35719"/>
                  <a:pt x="51858" y="35719"/>
                  <a:pt x="50906" y="35719"/>
                </a:cubicBezTo>
                <a:close/>
                <a:moveTo>
                  <a:pt x="9948" y="30004"/>
                </a:moveTo>
                <a:lnTo>
                  <a:pt x="44239" y="30004"/>
                </a:lnTo>
                <a:lnTo>
                  <a:pt x="27093" y="9049"/>
                </a:lnTo>
                <a:lnTo>
                  <a:pt x="9948" y="30004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63" name="Freeform: Shape 262">
            <a:extLst>
              <a:ext uri="{FF2B5EF4-FFF2-40B4-BE49-F238E27FC236}">
                <a16:creationId xmlns:a16="http://schemas.microsoft.com/office/drawing/2014/main" id="{0438B50F-9481-AC5C-DBCB-A97D3E36C727}"/>
              </a:ext>
            </a:extLst>
          </p:cNvPr>
          <p:cNvSpPr/>
          <p:nvPr/>
        </p:nvSpPr>
        <p:spPr>
          <a:xfrm>
            <a:off x="10820105" y="1364538"/>
            <a:ext cx="68675" cy="44426"/>
          </a:xfrm>
          <a:custGeom>
            <a:avLst/>
            <a:gdLst>
              <a:gd name="connsiteX0" fmla="*/ 50906 w 54477"/>
              <a:gd name="connsiteY0" fmla="*/ 35243 h 35242"/>
              <a:gd name="connsiteX1" fmla="*/ 3281 w 54477"/>
              <a:gd name="connsiteY1" fmla="*/ 35243 h 35242"/>
              <a:gd name="connsiteX2" fmla="*/ 423 w 54477"/>
              <a:gd name="connsiteY2" fmla="*/ 33338 h 35242"/>
              <a:gd name="connsiteX3" fmla="*/ 423 w 54477"/>
              <a:gd name="connsiteY3" fmla="*/ 30480 h 35242"/>
              <a:gd name="connsiteX4" fmla="*/ 24236 w 54477"/>
              <a:gd name="connsiteY4" fmla="*/ 953 h 35242"/>
              <a:gd name="connsiteX5" fmla="*/ 27093 w 54477"/>
              <a:gd name="connsiteY5" fmla="*/ 0 h 35242"/>
              <a:gd name="connsiteX6" fmla="*/ 27093 w 54477"/>
              <a:gd name="connsiteY6" fmla="*/ 0 h 35242"/>
              <a:gd name="connsiteX7" fmla="*/ 29951 w 54477"/>
              <a:gd name="connsiteY7" fmla="*/ 953 h 35242"/>
              <a:gd name="connsiteX8" fmla="*/ 53764 w 54477"/>
              <a:gd name="connsiteY8" fmla="*/ 30480 h 35242"/>
              <a:gd name="connsiteX9" fmla="*/ 53764 w 54477"/>
              <a:gd name="connsiteY9" fmla="*/ 33338 h 35242"/>
              <a:gd name="connsiteX10" fmla="*/ 50906 w 54477"/>
              <a:gd name="connsiteY10" fmla="*/ 35243 h 35242"/>
              <a:gd name="connsiteX11" fmla="*/ 9948 w 54477"/>
              <a:gd name="connsiteY11" fmla="*/ 28575 h 35242"/>
              <a:gd name="connsiteX12" fmla="*/ 44239 w 54477"/>
              <a:gd name="connsiteY12" fmla="*/ 28575 h 35242"/>
              <a:gd name="connsiteX13" fmla="*/ 27093 w 54477"/>
              <a:gd name="connsiteY13" fmla="*/ 7620 h 35242"/>
              <a:gd name="connsiteX14" fmla="*/ 9948 w 54477"/>
              <a:gd name="connsiteY14" fmla="*/ 28575 h 3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477" h="35242">
                <a:moveTo>
                  <a:pt x="50906" y="35243"/>
                </a:moveTo>
                <a:lnTo>
                  <a:pt x="3281" y="35243"/>
                </a:lnTo>
                <a:cubicBezTo>
                  <a:pt x="2328" y="35243"/>
                  <a:pt x="1376" y="34290"/>
                  <a:pt x="423" y="33338"/>
                </a:cubicBezTo>
                <a:cubicBezTo>
                  <a:pt x="-529" y="32385"/>
                  <a:pt x="423" y="30480"/>
                  <a:pt x="423" y="30480"/>
                </a:cubicBezTo>
                <a:lnTo>
                  <a:pt x="24236" y="953"/>
                </a:lnTo>
                <a:cubicBezTo>
                  <a:pt x="25189" y="0"/>
                  <a:pt x="26141" y="0"/>
                  <a:pt x="27093" y="0"/>
                </a:cubicBezTo>
                <a:lnTo>
                  <a:pt x="27093" y="0"/>
                </a:lnTo>
                <a:cubicBezTo>
                  <a:pt x="28046" y="0"/>
                  <a:pt x="28998" y="0"/>
                  <a:pt x="29951" y="953"/>
                </a:cubicBezTo>
                <a:lnTo>
                  <a:pt x="53764" y="30480"/>
                </a:lnTo>
                <a:cubicBezTo>
                  <a:pt x="54716" y="31433"/>
                  <a:pt x="54716" y="32385"/>
                  <a:pt x="53764" y="33338"/>
                </a:cubicBezTo>
                <a:cubicBezTo>
                  <a:pt x="52811" y="34290"/>
                  <a:pt x="51858" y="35243"/>
                  <a:pt x="50906" y="35243"/>
                </a:cubicBezTo>
                <a:close/>
                <a:moveTo>
                  <a:pt x="9948" y="28575"/>
                </a:moveTo>
                <a:lnTo>
                  <a:pt x="44239" y="28575"/>
                </a:lnTo>
                <a:lnTo>
                  <a:pt x="27093" y="7620"/>
                </a:lnTo>
                <a:lnTo>
                  <a:pt x="9948" y="28575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64" name="Freeform: Shape 263">
            <a:extLst>
              <a:ext uri="{FF2B5EF4-FFF2-40B4-BE49-F238E27FC236}">
                <a16:creationId xmlns:a16="http://schemas.microsoft.com/office/drawing/2014/main" id="{74B10E99-3B1D-7F29-1820-EBB7250666DA}"/>
              </a:ext>
            </a:extLst>
          </p:cNvPr>
          <p:cNvSpPr/>
          <p:nvPr/>
        </p:nvSpPr>
        <p:spPr>
          <a:xfrm>
            <a:off x="8848497" y="1985317"/>
            <a:ext cx="73477" cy="48029"/>
          </a:xfrm>
          <a:custGeom>
            <a:avLst/>
            <a:gdLst>
              <a:gd name="connsiteX0" fmla="*/ 54716 w 58287"/>
              <a:gd name="connsiteY0" fmla="*/ 38100 h 38100"/>
              <a:gd name="connsiteX1" fmla="*/ 3281 w 58287"/>
              <a:gd name="connsiteY1" fmla="*/ 38100 h 38100"/>
              <a:gd name="connsiteX2" fmla="*/ 423 w 58287"/>
              <a:gd name="connsiteY2" fmla="*/ 36195 h 38100"/>
              <a:gd name="connsiteX3" fmla="*/ 423 w 58287"/>
              <a:gd name="connsiteY3" fmla="*/ 32385 h 38100"/>
              <a:gd name="connsiteX4" fmla="*/ 26141 w 58287"/>
              <a:gd name="connsiteY4" fmla="*/ 952 h 38100"/>
              <a:gd name="connsiteX5" fmla="*/ 28998 w 58287"/>
              <a:gd name="connsiteY5" fmla="*/ 0 h 38100"/>
              <a:gd name="connsiteX6" fmla="*/ 28998 w 58287"/>
              <a:gd name="connsiteY6" fmla="*/ 0 h 38100"/>
              <a:gd name="connsiteX7" fmla="*/ 31856 w 58287"/>
              <a:gd name="connsiteY7" fmla="*/ 952 h 38100"/>
              <a:gd name="connsiteX8" fmla="*/ 57573 w 58287"/>
              <a:gd name="connsiteY8" fmla="*/ 32385 h 38100"/>
              <a:gd name="connsiteX9" fmla="*/ 57573 w 58287"/>
              <a:gd name="connsiteY9" fmla="*/ 36195 h 38100"/>
              <a:gd name="connsiteX10" fmla="*/ 54716 w 58287"/>
              <a:gd name="connsiteY10" fmla="*/ 38100 h 38100"/>
              <a:gd name="connsiteX11" fmla="*/ 10901 w 58287"/>
              <a:gd name="connsiteY11" fmla="*/ 31432 h 38100"/>
              <a:gd name="connsiteX12" fmla="*/ 48048 w 58287"/>
              <a:gd name="connsiteY12" fmla="*/ 31432 h 38100"/>
              <a:gd name="connsiteX13" fmla="*/ 29951 w 58287"/>
              <a:gd name="connsiteY13" fmla="*/ 8572 h 38100"/>
              <a:gd name="connsiteX14" fmla="*/ 10901 w 58287"/>
              <a:gd name="connsiteY14" fmla="*/ 31432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8287" h="38100">
                <a:moveTo>
                  <a:pt x="54716" y="38100"/>
                </a:moveTo>
                <a:lnTo>
                  <a:pt x="3281" y="38100"/>
                </a:lnTo>
                <a:cubicBezTo>
                  <a:pt x="2328" y="38100"/>
                  <a:pt x="423" y="37147"/>
                  <a:pt x="423" y="36195"/>
                </a:cubicBezTo>
                <a:cubicBezTo>
                  <a:pt x="-529" y="35242"/>
                  <a:pt x="423" y="33338"/>
                  <a:pt x="423" y="32385"/>
                </a:cubicBezTo>
                <a:lnTo>
                  <a:pt x="26141" y="952"/>
                </a:lnTo>
                <a:cubicBezTo>
                  <a:pt x="27094" y="0"/>
                  <a:pt x="28046" y="0"/>
                  <a:pt x="28998" y="0"/>
                </a:cubicBezTo>
                <a:lnTo>
                  <a:pt x="28998" y="0"/>
                </a:lnTo>
                <a:cubicBezTo>
                  <a:pt x="29951" y="0"/>
                  <a:pt x="30903" y="0"/>
                  <a:pt x="31856" y="952"/>
                </a:cubicBezTo>
                <a:lnTo>
                  <a:pt x="57573" y="32385"/>
                </a:lnTo>
                <a:cubicBezTo>
                  <a:pt x="58526" y="33338"/>
                  <a:pt x="58526" y="35242"/>
                  <a:pt x="57573" y="36195"/>
                </a:cubicBezTo>
                <a:cubicBezTo>
                  <a:pt x="56621" y="37147"/>
                  <a:pt x="55669" y="38100"/>
                  <a:pt x="54716" y="38100"/>
                </a:cubicBezTo>
                <a:close/>
                <a:moveTo>
                  <a:pt x="10901" y="31432"/>
                </a:moveTo>
                <a:lnTo>
                  <a:pt x="48048" y="31432"/>
                </a:lnTo>
                <a:lnTo>
                  <a:pt x="29951" y="8572"/>
                </a:lnTo>
                <a:lnTo>
                  <a:pt x="10901" y="31432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65" name="Freeform: Shape 264">
            <a:extLst>
              <a:ext uri="{FF2B5EF4-FFF2-40B4-BE49-F238E27FC236}">
                <a16:creationId xmlns:a16="http://schemas.microsoft.com/office/drawing/2014/main" id="{9FB425C2-A92B-1F6A-B99E-96DE62B6D90C}"/>
              </a:ext>
            </a:extLst>
          </p:cNvPr>
          <p:cNvSpPr/>
          <p:nvPr/>
        </p:nvSpPr>
        <p:spPr>
          <a:xfrm>
            <a:off x="8170990" y="1747653"/>
            <a:ext cx="113102" cy="73844"/>
          </a:xfrm>
          <a:custGeom>
            <a:avLst/>
            <a:gdLst>
              <a:gd name="connsiteX0" fmla="*/ 87101 w 89720"/>
              <a:gd name="connsiteY0" fmla="*/ 58579 h 58578"/>
              <a:gd name="connsiteX1" fmla="*/ 3281 w 89720"/>
              <a:gd name="connsiteY1" fmla="*/ 58579 h 58578"/>
              <a:gd name="connsiteX2" fmla="*/ 423 w 89720"/>
              <a:gd name="connsiteY2" fmla="*/ 56674 h 58578"/>
              <a:gd name="connsiteX3" fmla="*/ 423 w 89720"/>
              <a:gd name="connsiteY3" fmla="*/ 52864 h 58578"/>
              <a:gd name="connsiteX4" fmla="*/ 42333 w 89720"/>
              <a:gd name="connsiteY4" fmla="*/ 1429 h 58578"/>
              <a:gd name="connsiteX5" fmla="*/ 47096 w 89720"/>
              <a:gd name="connsiteY5" fmla="*/ 1429 h 58578"/>
              <a:gd name="connsiteX6" fmla="*/ 89006 w 89720"/>
              <a:gd name="connsiteY6" fmla="*/ 52864 h 58578"/>
              <a:gd name="connsiteX7" fmla="*/ 89006 w 89720"/>
              <a:gd name="connsiteY7" fmla="*/ 56674 h 58578"/>
              <a:gd name="connsiteX8" fmla="*/ 87101 w 89720"/>
              <a:gd name="connsiteY8" fmla="*/ 58579 h 58578"/>
              <a:gd name="connsiteX9" fmla="*/ 9948 w 89720"/>
              <a:gd name="connsiteY9" fmla="*/ 50959 h 58578"/>
              <a:gd name="connsiteX10" fmla="*/ 79481 w 89720"/>
              <a:gd name="connsiteY10" fmla="*/ 50959 h 58578"/>
              <a:gd name="connsiteX11" fmla="*/ 45191 w 89720"/>
              <a:gd name="connsiteY11" fmla="*/ 8096 h 58578"/>
              <a:gd name="connsiteX12" fmla="*/ 9948 w 89720"/>
              <a:gd name="connsiteY12" fmla="*/ 50959 h 58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720" h="58578">
                <a:moveTo>
                  <a:pt x="87101" y="58579"/>
                </a:moveTo>
                <a:lnTo>
                  <a:pt x="3281" y="58579"/>
                </a:lnTo>
                <a:cubicBezTo>
                  <a:pt x="2328" y="58579"/>
                  <a:pt x="423" y="57626"/>
                  <a:pt x="423" y="56674"/>
                </a:cubicBezTo>
                <a:cubicBezTo>
                  <a:pt x="-529" y="55721"/>
                  <a:pt x="423" y="53816"/>
                  <a:pt x="423" y="52864"/>
                </a:cubicBezTo>
                <a:lnTo>
                  <a:pt x="42333" y="1429"/>
                </a:lnTo>
                <a:cubicBezTo>
                  <a:pt x="43286" y="-476"/>
                  <a:pt x="46143" y="-476"/>
                  <a:pt x="47096" y="1429"/>
                </a:cubicBezTo>
                <a:lnTo>
                  <a:pt x="89006" y="52864"/>
                </a:lnTo>
                <a:cubicBezTo>
                  <a:pt x="89958" y="53816"/>
                  <a:pt x="89958" y="55721"/>
                  <a:pt x="89006" y="56674"/>
                </a:cubicBezTo>
                <a:cubicBezTo>
                  <a:pt x="89006" y="57626"/>
                  <a:pt x="88053" y="58579"/>
                  <a:pt x="87101" y="58579"/>
                </a:cubicBezTo>
                <a:close/>
                <a:moveTo>
                  <a:pt x="9948" y="50959"/>
                </a:moveTo>
                <a:lnTo>
                  <a:pt x="79481" y="50959"/>
                </a:lnTo>
                <a:lnTo>
                  <a:pt x="45191" y="8096"/>
                </a:lnTo>
                <a:lnTo>
                  <a:pt x="9948" y="50959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638890B0-9CD7-D225-BAA8-1BE16EE89A74}"/>
              </a:ext>
            </a:extLst>
          </p:cNvPr>
          <p:cNvSpPr/>
          <p:nvPr/>
        </p:nvSpPr>
        <p:spPr>
          <a:xfrm>
            <a:off x="9833099" y="1339922"/>
            <a:ext cx="48263" cy="33019"/>
          </a:xfrm>
          <a:custGeom>
            <a:avLst/>
            <a:gdLst>
              <a:gd name="connsiteX0" fmla="*/ 35666 w 38285"/>
              <a:gd name="connsiteY0" fmla="*/ 26194 h 26193"/>
              <a:gd name="connsiteX1" fmla="*/ 3281 w 38285"/>
              <a:gd name="connsiteY1" fmla="*/ 26194 h 26193"/>
              <a:gd name="connsiteX2" fmla="*/ 423 w 38285"/>
              <a:gd name="connsiteY2" fmla="*/ 24289 h 26193"/>
              <a:gd name="connsiteX3" fmla="*/ 423 w 38285"/>
              <a:gd name="connsiteY3" fmla="*/ 21431 h 26193"/>
              <a:gd name="connsiteX4" fmla="*/ 16616 w 38285"/>
              <a:gd name="connsiteY4" fmla="*/ 1429 h 26193"/>
              <a:gd name="connsiteX5" fmla="*/ 21378 w 38285"/>
              <a:gd name="connsiteY5" fmla="*/ 1429 h 26193"/>
              <a:gd name="connsiteX6" fmla="*/ 37571 w 38285"/>
              <a:gd name="connsiteY6" fmla="*/ 21431 h 26193"/>
              <a:gd name="connsiteX7" fmla="*/ 37571 w 38285"/>
              <a:gd name="connsiteY7" fmla="*/ 24289 h 26193"/>
              <a:gd name="connsiteX8" fmla="*/ 35666 w 38285"/>
              <a:gd name="connsiteY8" fmla="*/ 26194 h 26193"/>
              <a:gd name="connsiteX9" fmla="*/ 9948 w 38285"/>
              <a:gd name="connsiteY9" fmla="*/ 20479 h 26193"/>
              <a:gd name="connsiteX10" fmla="*/ 28998 w 38285"/>
              <a:gd name="connsiteY10" fmla="*/ 20479 h 26193"/>
              <a:gd name="connsiteX11" fmla="*/ 19473 w 38285"/>
              <a:gd name="connsiteY11" fmla="*/ 9049 h 26193"/>
              <a:gd name="connsiteX12" fmla="*/ 9948 w 38285"/>
              <a:gd name="connsiteY12" fmla="*/ 20479 h 26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285" h="26193">
                <a:moveTo>
                  <a:pt x="35666" y="26194"/>
                </a:moveTo>
                <a:lnTo>
                  <a:pt x="3281" y="26194"/>
                </a:lnTo>
                <a:cubicBezTo>
                  <a:pt x="2328" y="26194"/>
                  <a:pt x="1376" y="25241"/>
                  <a:pt x="423" y="24289"/>
                </a:cubicBezTo>
                <a:cubicBezTo>
                  <a:pt x="-529" y="23336"/>
                  <a:pt x="423" y="21431"/>
                  <a:pt x="423" y="21431"/>
                </a:cubicBezTo>
                <a:lnTo>
                  <a:pt x="16616" y="1429"/>
                </a:lnTo>
                <a:cubicBezTo>
                  <a:pt x="17569" y="-476"/>
                  <a:pt x="20426" y="-476"/>
                  <a:pt x="21378" y="1429"/>
                </a:cubicBezTo>
                <a:lnTo>
                  <a:pt x="37571" y="21431"/>
                </a:lnTo>
                <a:cubicBezTo>
                  <a:pt x="38523" y="22384"/>
                  <a:pt x="38523" y="23336"/>
                  <a:pt x="37571" y="24289"/>
                </a:cubicBezTo>
                <a:cubicBezTo>
                  <a:pt x="37571" y="26194"/>
                  <a:pt x="36619" y="26194"/>
                  <a:pt x="35666" y="26194"/>
                </a:cubicBezTo>
                <a:close/>
                <a:moveTo>
                  <a:pt x="9948" y="20479"/>
                </a:moveTo>
                <a:lnTo>
                  <a:pt x="28998" y="20479"/>
                </a:lnTo>
                <a:lnTo>
                  <a:pt x="19473" y="9049"/>
                </a:lnTo>
                <a:lnTo>
                  <a:pt x="9948" y="20479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67" name="Freeform: Shape 266">
            <a:extLst>
              <a:ext uri="{FF2B5EF4-FFF2-40B4-BE49-F238E27FC236}">
                <a16:creationId xmlns:a16="http://schemas.microsoft.com/office/drawing/2014/main" id="{55AF132D-4830-723A-4D88-A25CB3B53F00}"/>
              </a:ext>
            </a:extLst>
          </p:cNvPr>
          <p:cNvSpPr/>
          <p:nvPr/>
        </p:nvSpPr>
        <p:spPr>
          <a:xfrm>
            <a:off x="10522321" y="1529036"/>
            <a:ext cx="49463" cy="32419"/>
          </a:xfrm>
          <a:custGeom>
            <a:avLst/>
            <a:gdLst>
              <a:gd name="connsiteX0" fmla="*/ 35666 w 39237"/>
              <a:gd name="connsiteY0" fmla="*/ 25718 h 25717"/>
              <a:gd name="connsiteX1" fmla="*/ 3281 w 39237"/>
              <a:gd name="connsiteY1" fmla="*/ 25718 h 25717"/>
              <a:gd name="connsiteX2" fmla="*/ 423 w 39237"/>
              <a:gd name="connsiteY2" fmla="*/ 23813 h 25717"/>
              <a:gd name="connsiteX3" fmla="*/ 423 w 39237"/>
              <a:gd name="connsiteY3" fmla="*/ 20955 h 25717"/>
              <a:gd name="connsiteX4" fmla="*/ 16616 w 39237"/>
              <a:gd name="connsiteY4" fmla="*/ 953 h 25717"/>
              <a:gd name="connsiteX5" fmla="*/ 19473 w 39237"/>
              <a:gd name="connsiteY5" fmla="*/ 0 h 25717"/>
              <a:gd name="connsiteX6" fmla="*/ 19473 w 39237"/>
              <a:gd name="connsiteY6" fmla="*/ 0 h 25717"/>
              <a:gd name="connsiteX7" fmla="*/ 22331 w 39237"/>
              <a:gd name="connsiteY7" fmla="*/ 953 h 25717"/>
              <a:gd name="connsiteX8" fmla="*/ 38523 w 39237"/>
              <a:gd name="connsiteY8" fmla="*/ 20955 h 25717"/>
              <a:gd name="connsiteX9" fmla="*/ 38523 w 39237"/>
              <a:gd name="connsiteY9" fmla="*/ 23813 h 25717"/>
              <a:gd name="connsiteX10" fmla="*/ 35666 w 39237"/>
              <a:gd name="connsiteY10" fmla="*/ 25718 h 25717"/>
              <a:gd name="connsiteX11" fmla="*/ 9948 w 39237"/>
              <a:gd name="connsiteY11" fmla="*/ 19050 h 25717"/>
              <a:gd name="connsiteX12" fmla="*/ 28998 w 39237"/>
              <a:gd name="connsiteY12" fmla="*/ 19050 h 25717"/>
              <a:gd name="connsiteX13" fmla="*/ 19473 w 39237"/>
              <a:gd name="connsiteY13" fmla="*/ 7620 h 25717"/>
              <a:gd name="connsiteX14" fmla="*/ 9948 w 39237"/>
              <a:gd name="connsiteY14" fmla="*/ 19050 h 25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37" h="25717">
                <a:moveTo>
                  <a:pt x="35666" y="25718"/>
                </a:moveTo>
                <a:lnTo>
                  <a:pt x="3281" y="25718"/>
                </a:lnTo>
                <a:cubicBezTo>
                  <a:pt x="2328" y="25718"/>
                  <a:pt x="1375" y="24765"/>
                  <a:pt x="423" y="23813"/>
                </a:cubicBezTo>
                <a:cubicBezTo>
                  <a:pt x="-529" y="22860"/>
                  <a:pt x="423" y="20955"/>
                  <a:pt x="423" y="20955"/>
                </a:cubicBezTo>
                <a:lnTo>
                  <a:pt x="16616" y="953"/>
                </a:lnTo>
                <a:cubicBezTo>
                  <a:pt x="17568" y="0"/>
                  <a:pt x="18521" y="0"/>
                  <a:pt x="19473" y="0"/>
                </a:cubicBezTo>
                <a:lnTo>
                  <a:pt x="19473" y="0"/>
                </a:lnTo>
                <a:cubicBezTo>
                  <a:pt x="20425" y="0"/>
                  <a:pt x="21378" y="0"/>
                  <a:pt x="22331" y="953"/>
                </a:cubicBezTo>
                <a:lnTo>
                  <a:pt x="38523" y="20955"/>
                </a:lnTo>
                <a:cubicBezTo>
                  <a:pt x="39475" y="21907"/>
                  <a:pt x="39475" y="22860"/>
                  <a:pt x="38523" y="23813"/>
                </a:cubicBezTo>
                <a:cubicBezTo>
                  <a:pt x="37571" y="24765"/>
                  <a:pt x="36618" y="25718"/>
                  <a:pt x="35666" y="25718"/>
                </a:cubicBezTo>
                <a:close/>
                <a:moveTo>
                  <a:pt x="9948" y="19050"/>
                </a:moveTo>
                <a:lnTo>
                  <a:pt x="28998" y="19050"/>
                </a:lnTo>
                <a:lnTo>
                  <a:pt x="19473" y="7620"/>
                </a:lnTo>
                <a:lnTo>
                  <a:pt x="9948" y="1905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68" name="Freeform: Shape 267">
            <a:extLst>
              <a:ext uri="{FF2B5EF4-FFF2-40B4-BE49-F238E27FC236}">
                <a16:creationId xmlns:a16="http://schemas.microsoft.com/office/drawing/2014/main" id="{B3FB6CC2-8337-FA60-A10E-7865DDD3E2FD}"/>
              </a:ext>
            </a:extLst>
          </p:cNvPr>
          <p:cNvSpPr/>
          <p:nvPr/>
        </p:nvSpPr>
        <p:spPr>
          <a:xfrm>
            <a:off x="9184335" y="1311703"/>
            <a:ext cx="68675" cy="44426"/>
          </a:xfrm>
          <a:custGeom>
            <a:avLst/>
            <a:gdLst>
              <a:gd name="connsiteX0" fmla="*/ 27385 w 54477"/>
              <a:gd name="connsiteY0" fmla="*/ 35243 h 35242"/>
              <a:gd name="connsiteX1" fmla="*/ 24527 w 54477"/>
              <a:gd name="connsiteY1" fmla="*/ 34290 h 35242"/>
              <a:gd name="connsiteX2" fmla="*/ 714 w 54477"/>
              <a:gd name="connsiteY2" fmla="*/ 4763 h 35242"/>
              <a:gd name="connsiteX3" fmla="*/ 714 w 54477"/>
              <a:gd name="connsiteY3" fmla="*/ 1905 h 35242"/>
              <a:gd name="connsiteX4" fmla="*/ 3572 w 54477"/>
              <a:gd name="connsiteY4" fmla="*/ 0 h 35242"/>
              <a:gd name="connsiteX5" fmla="*/ 51197 w 54477"/>
              <a:gd name="connsiteY5" fmla="*/ 0 h 35242"/>
              <a:gd name="connsiteX6" fmla="*/ 54055 w 54477"/>
              <a:gd name="connsiteY6" fmla="*/ 1905 h 35242"/>
              <a:gd name="connsiteX7" fmla="*/ 54055 w 54477"/>
              <a:gd name="connsiteY7" fmla="*/ 4763 h 35242"/>
              <a:gd name="connsiteX8" fmla="*/ 30242 w 54477"/>
              <a:gd name="connsiteY8" fmla="*/ 34290 h 35242"/>
              <a:gd name="connsiteX9" fmla="*/ 27385 w 54477"/>
              <a:gd name="connsiteY9" fmla="*/ 35243 h 35242"/>
              <a:gd name="connsiteX10" fmla="*/ 10239 w 54477"/>
              <a:gd name="connsiteY10" fmla="*/ 5715 h 35242"/>
              <a:gd name="connsiteX11" fmla="*/ 27385 w 54477"/>
              <a:gd name="connsiteY11" fmla="*/ 26670 h 35242"/>
              <a:gd name="connsiteX12" fmla="*/ 44530 w 54477"/>
              <a:gd name="connsiteY12" fmla="*/ 5715 h 35242"/>
              <a:gd name="connsiteX13" fmla="*/ 10239 w 54477"/>
              <a:gd name="connsiteY13" fmla="*/ 5715 h 3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4477" h="35242">
                <a:moveTo>
                  <a:pt x="27385" y="35243"/>
                </a:moveTo>
                <a:cubicBezTo>
                  <a:pt x="26432" y="35243"/>
                  <a:pt x="25480" y="35243"/>
                  <a:pt x="24527" y="34290"/>
                </a:cubicBezTo>
                <a:lnTo>
                  <a:pt x="714" y="4763"/>
                </a:lnTo>
                <a:cubicBezTo>
                  <a:pt x="-238" y="3810"/>
                  <a:pt x="-238" y="2857"/>
                  <a:pt x="714" y="1905"/>
                </a:cubicBezTo>
                <a:cubicBezTo>
                  <a:pt x="1667" y="952"/>
                  <a:pt x="2619" y="0"/>
                  <a:pt x="3572" y="0"/>
                </a:cubicBezTo>
                <a:lnTo>
                  <a:pt x="51197" y="0"/>
                </a:lnTo>
                <a:cubicBezTo>
                  <a:pt x="52149" y="0"/>
                  <a:pt x="53102" y="952"/>
                  <a:pt x="54055" y="1905"/>
                </a:cubicBezTo>
                <a:cubicBezTo>
                  <a:pt x="55007" y="2857"/>
                  <a:pt x="54055" y="4763"/>
                  <a:pt x="54055" y="4763"/>
                </a:cubicBezTo>
                <a:lnTo>
                  <a:pt x="30242" y="34290"/>
                </a:lnTo>
                <a:cubicBezTo>
                  <a:pt x="29289" y="34290"/>
                  <a:pt x="28337" y="35243"/>
                  <a:pt x="27385" y="35243"/>
                </a:cubicBezTo>
                <a:close/>
                <a:moveTo>
                  <a:pt x="10239" y="5715"/>
                </a:moveTo>
                <a:lnTo>
                  <a:pt x="27385" y="26670"/>
                </a:lnTo>
                <a:lnTo>
                  <a:pt x="44530" y="5715"/>
                </a:lnTo>
                <a:lnTo>
                  <a:pt x="10239" y="5715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69" name="Freeform: Shape 268">
            <a:extLst>
              <a:ext uri="{FF2B5EF4-FFF2-40B4-BE49-F238E27FC236}">
                <a16:creationId xmlns:a16="http://schemas.microsoft.com/office/drawing/2014/main" id="{4EF8F2FD-EF4B-280F-A144-E58D01E3FC87}"/>
              </a:ext>
            </a:extLst>
          </p:cNvPr>
          <p:cNvSpPr/>
          <p:nvPr/>
        </p:nvSpPr>
        <p:spPr>
          <a:xfrm>
            <a:off x="11438116" y="1687534"/>
            <a:ext cx="114303" cy="73244"/>
          </a:xfrm>
          <a:custGeom>
            <a:avLst/>
            <a:gdLst>
              <a:gd name="connsiteX0" fmla="*/ 45482 w 90672"/>
              <a:gd name="connsiteY0" fmla="*/ 58102 h 58102"/>
              <a:gd name="connsiteX1" fmla="*/ 42624 w 90672"/>
              <a:gd name="connsiteY1" fmla="*/ 57150 h 58102"/>
              <a:gd name="connsiteX2" fmla="*/ 714 w 90672"/>
              <a:gd name="connsiteY2" fmla="*/ 5715 h 58102"/>
              <a:gd name="connsiteX3" fmla="*/ 714 w 90672"/>
              <a:gd name="connsiteY3" fmla="*/ 1905 h 58102"/>
              <a:gd name="connsiteX4" fmla="*/ 3572 w 90672"/>
              <a:gd name="connsiteY4" fmla="*/ 0 h 58102"/>
              <a:gd name="connsiteX5" fmla="*/ 87392 w 90672"/>
              <a:gd name="connsiteY5" fmla="*/ 0 h 58102"/>
              <a:gd name="connsiteX6" fmla="*/ 90249 w 90672"/>
              <a:gd name="connsiteY6" fmla="*/ 1905 h 58102"/>
              <a:gd name="connsiteX7" fmla="*/ 90249 w 90672"/>
              <a:gd name="connsiteY7" fmla="*/ 5715 h 58102"/>
              <a:gd name="connsiteX8" fmla="*/ 48339 w 90672"/>
              <a:gd name="connsiteY8" fmla="*/ 57150 h 58102"/>
              <a:gd name="connsiteX9" fmla="*/ 45482 w 90672"/>
              <a:gd name="connsiteY9" fmla="*/ 58102 h 58102"/>
              <a:gd name="connsiteX10" fmla="*/ 11192 w 90672"/>
              <a:gd name="connsiteY10" fmla="*/ 6668 h 58102"/>
              <a:gd name="connsiteX11" fmla="*/ 45482 w 90672"/>
              <a:gd name="connsiteY11" fmla="*/ 49530 h 58102"/>
              <a:gd name="connsiteX12" fmla="*/ 79772 w 90672"/>
              <a:gd name="connsiteY12" fmla="*/ 6668 h 58102"/>
              <a:gd name="connsiteX13" fmla="*/ 11192 w 90672"/>
              <a:gd name="connsiteY13" fmla="*/ 6668 h 5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0672" h="58102">
                <a:moveTo>
                  <a:pt x="45482" y="58102"/>
                </a:moveTo>
                <a:cubicBezTo>
                  <a:pt x="44530" y="58102"/>
                  <a:pt x="43577" y="58102"/>
                  <a:pt x="42624" y="57150"/>
                </a:cubicBezTo>
                <a:lnTo>
                  <a:pt x="714" y="5715"/>
                </a:lnTo>
                <a:cubicBezTo>
                  <a:pt x="-238" y="4763"/>
                  <a:pt x="-238" y="2857"/>
                  <a:pt x="714" y="1905"/>
                </a:cubicBezTo>
                <a:cubicBezTo>
                  <a:pt x="1667" y="952"/>
                  <a:pt x="2619" y="0"/>
                  <a:pt x="3572" y="0"/>
                </a:cubicBezTo>
                <a:lnTo>
                  <a:pt x="87392" y="0"/>
                </a:lnTo>
                <a:cubicBezTo>
                  <a:pt x="88344" y="0"/>
                  <a:pt x="90249" y="952"/>
                  <a:pt x="90249" y="1905"/>
                </a:cubicBezTo>
                <a:cubicBezTo>
                  <a:pt x="91202" y="2857"/>
                  <a:pt x="90249" y="4763"/>
                  <a:pt x="90249" y="5715"/>
                </a:cubicBezTo>
                <a:lnTo>
                  <a:pt x="48339" y="57150"/>
                </a:lnTo>
                <a:cubicBezTo>
                  <a:pt x="47387" y="57150"/>
                  <a:pt x="46434" y="58102"/>
                  <a:pt x="45482" y="58102"/>
                </a:cubicBezTo>
                <a:close/>
                <a:moveTo>
                  <a:pt x="11192" y="6668"/>
                </a:moveTo>
                <a:lnTo>
                  <a:pt x="45482" y="49530"/>
                </a:lnTo>
                <a:lnTo>
                  <a:pt x="79772" y="6668"/>
                </a:lnTo>
                <a:lnTo>
                  <a:pt x="11192" y="6668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973945F3-1AEE-72E0-894C-D26874547BF9}"/>
              </a:ext>
            </a:extLst>
          </p:cNvPr>
          <p:cNvSpPr/>
          <p:nvPr/>
        </p:nvSpPr>
        <p:spPr>
          <a:xfrm>
            <a:off x="9552961" y="1269682"/>
            <a:ext cx="107098" cy="67241"/>
          </a:xfrm>
          <a:custGeom>
            <a:avLst/>
            <a:gdLst>
              <a:gd name="connsiteX0" fmla="*/ 42624 w 84957"/>
              <a:gd name="connsiteY0" fmla="*/ 53340 h 53339"/>
              <a:gd name="connsiteX1" fmla="*/ 39767 w 84957"/>
              <a:gd name="connsiteY1" fmla="*/ 52388 h 53339"/>
              <a:gd name="connsiteX2" fmla="*/ 714 w 84957"/>
              <a:gd name="connsiteY2" fmla="*/ 4763 h 53339"/>
              <a:gd name="connsiteX3" fmla="*/ 714 w 84957"/>
              <a:gd name="connsiteY3" fmla="*/ 1905 h 53339"/>
              <a:gd name="connsiteX4" fmla="*/ 3572 w 84957"/>
              <a:gd name="connsiteY4" fmla="*/ 0 h 53339"/>
              <a:gd name="connsiteX5" fmla="*/ 81677 w 84957"/>
              <a:gd name="connsiteY5" fmla="*/ 0 h 53339"/>
              <a:gd name="connsiteX6" fmla="*/ 84534 w 84957"/>
              <a:gd name="connsiteY6" fmla="*/ 1905 h 53339"/>
              <a:gd name="connsiteX7" fmla="*/ 84534 w 84957"/>
              <a:gd name="connsiteY7" fmla="*/ 4763 h 53339"/>
              <a:gd name="connsiteX8" fmla="*/ 45482 w 84957"/>
              <a:gd name="connsiteY8" fmla="*/ 52388 h 53339"/>
              <a:gd name="connsiteX9" fmla="*/ 42624 w 84957"/>
              <a:gd name="connsiteY9" fmla="*/ 53340 h 53339"/>
              <a:gd name="connsiteX10" fmla="*/ 10239 w 84957"/>
              <a:gd name="connsiteY10" fmla="*/ 5715 h 53339"/>
              <a:gd name="connsiteX11" fmla="*/ 42624 w 84957"/>
              <a:gd name="connsiteY11" fmla="*/ 45720 h 53339"/>
              <a:gd name="connsiteX12" fmla="*/ 75009 w 84957"/>
              <a:gd name="connsiteY12" fmla="*/ 5715 h 53339"/>
              <a:gd name="connsiteX13" fmla="*/ 10239 w 84957"/>
              <a:gd name="connsiteY13" fmla="*/ 5715 h 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4957" h="53339">
                <a:moveTo>
                  <a:pt x="42624" y="53340"/>
                </a:moveTo>
                <a:cubicBezTo>
                  <a:pt x="41672" y="53340"/>
                  <a:pt x="40719" y="53340"/>
                  <a:pt x="39767" y="52388"/>
                </a:cubicBezTo>
                <a:lnTo>
                  <a:pt x="714" y="4763"/>
                </a:lnTo>
                <a:cubicBezTo>
                  <a:pt x="-238" y="3810"/>
                  <a:pt x="-238" y="2857"/>
                  <a:pt x="714" y="1905"/>
                </a:cubicBezTo>
                <a:cubicBezTo>
                  <a:pt x="1667" y="952"/>
                  <a:pt x="2619" y="0"/>
                  <a:pt x="3572" y="0"/>
                </a:cubicBezTo>
                <a:lnTo>
                  <a:pt x="81677" y="0"/>
                </a:lnTo>
                <a:cubicBezTo>
                  <a:pt x="82630" y="0"/>
                  <a:pt x="83582" y="952"/>
                  <a:pt x="84534" y="1905"/>
                </a:cubicBezTo>
                <a:cubicBezTo>
                  <a:pt x="85487" y="2857"/>
                  <a:pt x="84534" y="4763"/>
                  <a:pt x="84534" y="4763"/>
                </a:cubicBezTo>
                <a:lnTo>
                  <a:pt x="45482" y="52388"/>
                </a:lnTo>
                <a:cubicBezTo>
                  <a:pt x="44530" y="53340"/>
                  <a:pt x="43577" y="53340"/>
                  <a:pt x="42624" y="53340"/>
                </a:cubicBezTo>
                <a:close/>
                <a:moveTo>
                  <a:pt x="10239" y="5715"/>
                </a:moveTo>
                <a:lnTo>
                  <a:pt x="42624" y="45720"/>
                </a:lnTo>
                <a:lnTo>
                  <a:pt x="75009" y="5715"/>
                </a:lnTo>
                <a:lnTo>
                  <a:pt x="10239" y="5715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71" name="Freeform: Shape 270">
            <a:extLst>
              <a:ext uri="{FF2B5EF4-FFF2-40B4-BE49-F238E27FC236}">
                <a16:creationId xmlns:a16="http://schemas.microsoft.com/office/drawing/2014/main" id="{AF2A0E9D-CB48-55C7-AE86-9B637B112F48}"/>
              </a:ext>
            </a:extLst>
          </p:cNvPr>
          <p:cNvSpPr/>
          <p:nvPr/>
        </p:nvSpPr>
        <p:spPr>
          <a:xfrm>
            <a:off x="11083899" y="1707949"/>
            <a:ext cx="49463" cy="32419"/>
          </a:xfrm>
          <a:custGeom>
            <a:avLst/>
            <a:gdLst>
              <a:gd name="connsiteX0" fmla="*/ 19764 w 39237"/>
              <a:gd name="connsiteY0" fmla="*/ 25718 h 25717"/>
              <a:gd name="connsiteX1" fmla="*/ 19764 w 39237"/>
              <a:gd name="connsiteY1" fmla="*/ 25718 h 25717"/>
              <a:gd name="connsiteX2" fmla="*/ 16907 w 39237"/>
              <a:gd name="connsiteY2" fmla="*/ 24765 h 25717"/>
              <a:gd name="connsiteX3" fmla="*/ 714 w 39237"/>
              <a:gd name="connsiteY3" fmla="*/ 4763 h 25717"/>
              <a:gd name="connsiteX4" fmla="*/ 714 w 39237"/>
              <a:gd name="connsiteY4" fmla="*/ 1905 h 25717"/>
              <a:gd name="connsiteX5" fmla="*/ 3572 w 39237"/>
              <a:gd name="connsiteY5" fmla="*/ 0 h 25717"/>
              <a:gd name="connsiteX6" fmla="*/ 35957 w 39237"/>
              <a:gd name="connsiteY6" fmla="*/ 0 h 25717"/>
              <a:gd name="connsiteX7" fmla="*/ 38814 w 39237"/>
              <a:gd name="connsiteY7" fmla="*/ 1905 h 25717"/>
              <a:gd name="connsiteX8" fmla="*/ 38814 w 39237"/>
              <a:gd name="connsiteY8" fmla="*/ 4763 h 25717"/>
              <a:gd name="connsiteX9" fmla="*/ 22622 w 39237"/>
              <a:gd name="connsiteY9" fmla="*/ 24765 h 25717"/>
              <a:gd name="connsiteX10" fmla="*/ 19764 w 39237"/>
              <a:gd name="connsiteY10" fmla="*/ 25718 h 25717"/>
              <a:gd name="connsiteX11" fmla="*/ 10239 w 39237"/>
              <a:gd name="connsiteY11" fmla="*/ 6668 h 25717"/>
              <a:gd name="connsiteX12" fmla="*/ 19764 w 39237"/>
              <a:gd name="connsiteY12" fmla="*/ 18098 h 25717"/>
              <a:gd name="connsiteX13" fmla="*/ 29289 w 39237"/>
              <a:gd name="connsiteY13" fmla="*/ 6668 h 25717"/>
              <a:gd name="connsiteX14" fmla="*/ 10239 w 39237"/>
              <a:gd name="connsiteY14" fmla="*/ 6668 h 25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37" h="25717">
                <a:moveTo>
                  <a:pt x="19764" y="25718"/>
                </a:moveTo>
                <a:lnTo>
                  <a:pt x="19764" y="25718"/>
                </a:lnTo>
                <a:cubicBezTo>
                  <a:pt x="18812" y="25718"/>
                  <a:pt x="17859" y="25718"/>
                  <a:pt x="16907" y="24765"/>
                </a:cubicBezTo>
                <a:lnTo>
                  <a:pt x="714" y="4763"/>
                </a:lnTo>
                <a:cubicBezTo>
                  <a:pt x="-238" y="3810"/>
                  <a:pt x="-238" y="2858"/>
                  <a:pt x="714" y="1905"/>
                </a:cubicBezTo>
                <a:cubicBezTo>
                  <a:pt x="1667" y="953"/>
                  <a:pt x="2619" y="0"/>
                  <a:pt x="3572" y="0"/>
                </a:cubicBezTo>
                <a:lnTo>
                  <a:pt x="35957" y="0"/>
                </a:lnTo>
                <a:cubicBezTo>
                  <a:pt x="36909" y="0"/>
                  <a:pt x="37862" y="953"/>
                  <a:pt x="38814" y="1905"/>
                </a:cubicBezTo>
                <a:cubicBezTo>
                  <a:pt x="39767" y="2858"/>
                  <a:pt x="38814" y="4763"/>
                  <a:pt x="38814" y="4763"/>
                </a:cubicBezTo>
                <a:lnTo>
                  <a:pt x="22622" y="24765"/>
                </a:lnTo>
                <a:cubicBezTo>
                  <a:pt x="21669" y="25718"/>
                  <a:pt x="20717" y="25718"/>
                  <a:pt x="19764" y="25718"/>
                </a:cubicBezTo>
                <a:close/>
                <a:moveTo>
                  <a:pt x="10239" y="6668"/>
                </a:moveTo>
                <a:lnTo>
                  <a:pt x="19764" y="18098"/>
                </a:lnTo>
                <a:lnTo>
                  <a:pt x="29289" y="6668"/>
                </a:lnTo>
                <a:lnTo>
                  <a:pt x="10239" y="6668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72" name="Freeform: Shape 271">
            <a:extLst>
              <a:ext uri="{FF2B5EF4-FFF2-40B4-BE49-F238E27FC236}">
                <a16:creationId xmlns:a16="http://schemas.microsoft.com/office/drawing/2014/main" id="{971450DB-7A04-FE5A-C9D9-5F2DACCA39B8}"/>
              </a:ext>
            </a:extLst>
          </p:cNvPr>
          <p:cNvSpPr/>
          <p:nvPr/>
        </p:nvSpPr>
        <p:spPr>
          <a:xfrm>
            <a:off x="8202381" y="2390566"/>
            <a:ext cx="51864" cy="34821"/>
          </a:xfrm>
          <a:custGeom>
            <a:avLst/>
            <a:gdLst>
              <a:gd name="connsiteX0" fmla="*/ 20716 w 41142"/>
              <a:gd name="connsiteY0" fmla="*/ 27623 h 27622"/>
              <a:gd name="connsiteX1" fmla="*/ 20716 w 41142"/>
              <a:gd name="connsiteY1" fmla="*/ 27623 h 27622"/>
              <a:gd name="connsiteX2" fmla="*/ 17859 w 41142"/>
              <a:gd name="connsiteY2" fmla="*/ 26670 h 27622"/>
              <a:gd name="connsiteX3" fmla="*/ 714 w 41142"/>
              <a:gd name="connsiteY3" fmla="*/ 5715 h 27622"/>
              <a:gd name="connsiteX4" fmla="*/ 714 w 41142"/>
              <a:gd name="connsiteY4" fmla="*/ 1905 h 27622"/>
              <a:gd name="connsiteX5" fmla="*/ 3572 w 41142"/>
              <a:gd name="connsiteY5" fmla="*/ 0 h 27622"/>
              <a:gd name="connsiteX6" fmla="*/ 37862 w 41142"/>
              <a:gd name="connsiteY6" fmla="*/ 0 h 27622"/>
              <a:gd name="connsiteX7" fmla="*/ 40719 w 41142"/>
              <a:gd name="connsiteY7" fmla="*/ 1905 h 27622"/>
              <a:gd name="connsiteX8" fmla="*/ 40719 w 41142"/>
              <a:gd name="connsiteY8" fmla="*/ 5715 h 27622"/>
              <a:gd name="connsiteX9" fmla="*/ 23574 w 41142"/>
              <a:gd name="connsiteY9" fmla="*/ 26670 h 27622"/>
              <a:gd name="connsiteX10" fmla="*/ 20716 w 41142"/>
              <a:gd name="connsiteY10" fmla="*/ 27623 h 27622"/>
              <a:gd name="connsiteX11" fmla="*/ 10239 w 41142"/>
              <a:gd name="connsiteY11" fmla="*/ 6667 h 27622"/>
              <a:gd name="connsiteX12" fmla="*/ 20716 w 41142"/>
              <a:gd name="connsiteY12" fmla="*/ 19050 h 27622"/>
              <a:gd name="connsiteX13" fmla="*/ 31194 w 41142"/>
              <a:gd name="connsiteY13" fmla="*/ 6667 h 27622"/>
              <a:gd name="connsiteX14" fmla="*/ 10239 w 41142"/>
              <a:gd name="connsiteY14" fmla="*/ 6667 h 2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2" h="27622">
                <a:moveTo>
                  <a:pt x="20716" y="27623"/>
                </a:moveTo>
                <a:lnTo>
                  <a:pt x="20716" y="27623"/>
                </a:lnTo>
                <a:cubicBezTo>
                  <a:pt x="19764" y="27623"/>
                  <a:pt x="18812" y="27623"/>
                  <a:pt x="17859" y="26670"/>
                </a:cubicBezTo>
                <a:lnTo>
                  <a:pt x="714" y="5715"/>
                </a:lnTo>
                <a:cubicBezTo>
                  <a:pt x="-238" y="4763"/>
                  <a:pt x="-238" y="2858"/>
                  <a:pt x="714" y="1905"/>
                </a:cubicBezTo>
                <a:cubicBezTo>
                  <a:pt x="1666" y="952"/>
                  <a:pt x="2619" y="0"/>
                  <a:pt x="3572" y="0"/>
                </a:cubicBezTo>
                <a:lnTo>
                  <a:pt x="37862" y="0"/>
                </a:lnTo>
                <a:cubicBezTo>
                  <a:pt x="38814" y="0"/>
                  <a:pt x="40719" y="952"/>
                  <a:pt x="40719" y="1905"/>
                </a:cubicBezTo>
                <a:cubicBezTo>
                  <a:pt x="41672" y="2858"/>
                  <a:pt x="40719" y="4763"/>
                  <a:pt x="40719" y="5715"/>
                </a:cubicBezTo>
                <a:lnTo>
                  <a:pt x="23574" y="26670"/>
                </a:lnTo>
                <a:cubicBezTo>
                  <a:pt x="22622" y="27623"/>
                  <a:pt x="21669" y="27623"/>
                  <a:pt x="20716" y="27623"/>
                </a:cubicBezTo>
                <a:close/>
                <a:moveTo>
                  <a:pt x="10239" y="6667"/>
                </a:moveTo>
                <a:lnTo>
                  <a:pt x="20716" y="19050"/>
                </a:lnTo>
                <a:lnTo>
                  <a:pt x="31194" y="6667"/>
                </a:lnTo>
                <a:lnTo>
                  <a:pt x="10239" y="6667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73" name="Freeform: Shape 272">
            <a:extLst>
              <a:ext uri="{FF2B5EF4-FFF2-40B4-BE49-F238E27FC236}">
                <a16:creationId xmlns:a16="http://schemas.microsoft.com/office/drawing/2014/main" id="{3B3BBF91-377F-13CE-B024-922137C0C4DC}"/>
              </a:ext>
            </a:extLst>
          </p:cNvPr>
          <p:cNvSpPr/>
          <p:nvPr/>
        </p:nvSpPr>
        <p:spPr>
          <a:xfrm>
            <a:off x="8872942" y="2209022"/>
            <a:ext cx="51864" cy="34821"/>
          </a:xfrm>
          <a:custGeom>
            <a:avLst/>
            <a:gdLst>
              <a:gd name="connsiteX0" fmla="*/ 20717 w 41142"/>
              <a:gd name="connsiteY0" fmla="*/ 27623 h 27622"/>
              <a:gd name="connsiteX1" fmla="*/ 20717 w 41142"/>
              <a:gd name="connsiteY1" fmla="*/ 27623 h 27622"/>
              <a:gd name="connsiteX2" fmla="*/ 17859 w 41142"/>
              <a:gd name="connsiteY2" fmla="*/ 26670 h 27622"/>
              <a:gd name="connsiteX3" fmla="*/ 714 w 41142"/>
              <a:gd name="connsiteY3" fmla="*/ 5715 h 27622"/>
              <a:gd name="connsiteX4" fmla="*/ 714 w 41142"/>
              <a:gd name="connsiteY4" fmla="*/ 1905 h 27622"/>
              <a:gd name="connsiteX5" fmla="*/ 3572 w 41142"/>
              <a:gd name="connsiteY5" fmla="*/ 0 h 27622"/>
              <a:gd name="connsiteX6" fmla="*/ 37862 w 41142"/>
              <a:gd name="connsiteY6" fmla="*/ 0 h 27622"/>
              <a:gd name="connsiteX7" fmla="*/ 40719 w 41142"/>
              <a:gd name="connsiteY7" fmla="*/ 1905 h 27622"/>
              <a:gd name="connsiteX8" fmla="*/ 40719 w 41142"/>
              <a:gd name="connsiteY8" fmla="*/ 5715 h 27622"/>
              <a:gd name="connsiteX9" fmla="*/ 23574 w 41142"/>
              <a:gd name="connsiteY9" fmla="*/ 26670 h 27622"/>
              <a:gd name="connsiteX10" fmla="*/ 20717 w 41142"/>
              <a:gd name="connsiteY10" fmla="*/ 27623 h 27622"/>
              <a:gd name="connsiteX11" fmla="*/ 11192 w 41142"/>
              <a:gd name="connsiteY11" fmla="*/ 5715 h 27622"/>
              <a:gd name="connsiteX12" fmla="*/ 21669 w 41142"/>
              <a:gd name="connsiteY12" fmla="*/ 18098 h 27622"/>
              <a:gd name="connsiteX13" fmla="*/ 32147 w 41142"/>
              <a:gd name="connsiteY13" fmla="*/ 5715 h 27622"/>
              <a:gd name="connsiteX14" fmla="*/ 11192 w 41142"/>
              <a:gd name="connsiteY14" fmla="*/ 5715 h 2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2" h="27622">
                <a:moveTo>
                  <a:pt x="20717" y="27623"/>
                </a:moveTo>
                <a:lnTo>
                  <a:pt x="20717" y="27623"/>
                </a:lnTo>
                <a:cubicBezTo>
                  <a:pt x="19764" y="27623"/>
                  <a:pt x="18812" y="27623"/>
                  <a:pt x="17859" y="26670"/>
                </a:cubicBezTo>
                <a:lnTo>
                  <a:pt x="714" y="5715"/>
                </a:lnTo>
                <a:cubicBezTo>
                  <a:pt x="-238" y="4763"/>
                  <a:pt x="-238" y="2858"/>
                  <a:pt x="714" y="1905"/>
                </a:cubicBezTo>
                <a:cubicBezTo>
                  <a:pt x="1667" y="952"/>
                  <a:pt x="2619" y="0"/>
                  <a:pt x="3572" y="0"/>
                </a:cubicBezTo>
                <a:lnTo>
                  <a:pt x="37862" y="0"/>
                </a:lnTo>
                <a:cubicBezTo>
                  <a:pt x="38814" y="0"/>
                  <a:pt x="40719" y="952"/>
                  <a:pt x="40719" y="1905"/>
                </a:cubicBezTo>
                <a:cubicBezTo>
                  <a:pt x="41672" y="2858"/>
                  <a:pt x="40719" y="4763"/>
                  <a:pt x="40719" y="5715"/>
                </a:cubicBezTo>
                <a:lnTo>
                  <a:pt x="23574" y="26670"/>
                </a:lnTo>
                <a:cubicBezTo>
                  <a:pt x="22622" y="26670"/>
                  <a:pt x="21669" y="27623"/>
                  <a:pt x="20717" y="27623"/>
                </a:cubicBezTo>
                <a:close/>
                <a:moveTo>
                  <a:pt x="11192" y="5715"/>
                </a:moveTo>
                <a:lnTo>
                  <a:pt x="21669" y="18098"/>
                </a:lnTo>
                <a:lnTo>
                  <a:pt x="32147" y="5715"/>
                </a:lnTo>
                <a:lnTo>
                  <a:pt x="11192" y="5715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grpSp>
        <p:nvGrpSpPr>
          <p:cNvPr id="274" name="Graphic 35">
            <a:extLst>
              <a:ext uri="{FF2B5EF4-FFF2-40B4-BE49-F238E27FC236}">
                <a16:creationId xmlns:a16="http://schemas.microsoft.com/office/drawing/2014/main" id="{6C74BEF2-8C3D-EBF8-2390-CE447257DF1B}"/>
              </a:ext>
            </a:extLst>
          </p:cNvPr>
          <p:cNvGrpSpPr/>
          <p:nvPr/>
        </p:nvGrpSpPr>
        <p:grpSpPr>
          <a:xfrm>
            <a:off x="11335655" y="1874796"/>
            <a:ext cx="258155" cy="96058"/>
            <a:chOff x="9745980" y="3824763"/>
            <a:chExt cx="204787" cy="76200"/>
          </a:xfrm>
          <a:solidFill>
            <a:srgbClr val="FFFFFF"/>
          </a:solidFill>
        </p:grpSpPr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F3757E36-0C7A-73B4-73E8-97D273E0A022}"/>
                </a:ext>
              </a:extLst>
            </p:cNvPr>
            <p:cNvSpPr/>
            <p:nvPr/>
          </p:nvSpPr>
          <p:spPr>
            <a:xfrm>
              <a:off x="9745980" y="3824763"/>
              <a:ext cx="89534" cy="13335"/>
            </a:xfrm>
            <a:custGeom>
              <a:avLst/>
              <a:gdLst>
                <a:gd name="connsiteX0" fmla="*/ 82868 w 89534"/>
                <a:gd name="connsiteY0" fmla="*/ 13335 h 13335"/>
                <a:gd name="connsiteX1" fmla="*/ 6668 w 89534"/>
                <a:gd name="connsiteY1" fmla="*/ 13335 h 13335"/>
                <a:gd name="connsiteX2" fmla="*/ 0 w 89534"/>
                <a:gd name="connsiteY2" fmla="*/ 6668 h 13335"/>
                <a:gd name="connsiteX3" fmla="*/ 6668 w 89534"/>
                <a:gd name="connsiteY3" fmla="*/ 0 h 13335"/>
                <a:gd name="connsiteX4" fmla="*/ 82868 w 89534"/>
                <a:gd name="connsiteY4" fmla="*/ 0 h 13335"/>
                <a:gd name="connsiteX5" fmla="*/ 89535 w 89534"/>
                <a:gd name="connsiteY5" fmla="*/ 6668 h 13335"/>
                <a:gd name="connsiteX6" fmla="*/ 82868 w 89534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534" h="13335">
                  <a:moveTo>
                    <a:pt x="82868" y="13335"/>
                  </a:moveTo>
                  <a:lnTo>
                    <a:pt x="6668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8"/>
                    <a:pt x="2857" y="0"/>
                    <a:pt x="6668" y="0"/>
                  </a:cubicBezTo>
                  <a:lnTo>
                    <a:pt x="82868" y="0"/>
                  </a:lnTo>
                  <a:cubicBezTo>
                    <a:pt x="86677" y="0"/>
                    <a:pt x="89535" y="2858"/>
                    <a:pt x="89535" y="6668"/>
                  </a:cubicBezTo>
                  <a:cubicBezTo>
                    <a:pt x="89535" y="9525"/>
                    <a:pt x="85725" y="13335"/>
                    <a:pt x="82868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01E145F3-2FD0-8394-82BE-03DFE34061E0}"/>
                </a:ext>
              </a:extLst>
            </p:cNvPr>
            <p:cNvSpPr/>
            <p:nvPr/>
          </p:nvSpPr>
          <p:spPr>
            <a:xfrm>
              <a:off x="9847897" y="3824763"/>
              <a:ext cx="31432" cy="13335"/>
            </a:xfrm>
            <a:custGeom>
              <a:avLst/>
              <a:gdLst>
                <a:gd name="connsiteX0" fmla="*/ 24765 w 31432"/>
                <a:gd name="connsiteY0" fmla="*/ 13335 h 13335"/>
                <a:gd name="connsiteX1" fmla="*/ 6667 w 31432"/>
                <a:gd name="connsiteY1" fmla="*/ 13335 h 13335"/>
                <a:gd name="connsiteX2" fmla="*/ 0 w 31432"/>
                <a:gd name="connsiteY2" fmla="*/ 6668 h 13335"/>
                <a:gd name="connsiteX3" fmla="*/ 6667 w 31432"/>
                <a:gd name="connsiteY3" fmla="*/ 0 h 13335"/>
                <a:gd name="connsiteX4" fmla="*/ 24765 w 31432"/>
                <a:gd name="connsiteY4" fmla="*/ 0 h 13335"/>
                <a:gd name="connsiteX5" fmla="*/ 31432 w 31432"/>
                <a:gd name="connsiteY5" fmla="*/ 6668 h 13335"/>
                <a:gd name="connsiteX6" fmla="*/ 24765 w 31432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432" h="13335">
                  <a:moveTo>
                    <a:pt x="24765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lnTo>
                    <a:pt x="24765" y="0"/>
                  </a:lnTo>
                  <a:cubicBezTo>
                    <a:pt x="28575" y="0"/>
                    <a:pt x="31432" y="2858"/>
                    <a:pt x="31432" y="6668"/>
                  </a:cubicBezTo>
                  <a:cubicBezTo>
                    <a:pt x="31432" y="9525"/>
                    <a:pt x="28575" y="13335"/>
                    <a:pt x="24765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56C196E5-81C5-DF18-46AA-54387865C014}"/>
                </a:ext>
              </a:extLst>
            </p:cNvPr>
            <p:cNvSpPr/>
            <p:nvPr/>
          </p:nvSpPr>
          <p:spPr>
            <a:xfrm>
              <a:off x="9893617" y="3824763"/>
              <a:ext cx="57150" cy="13335"/>
            </a:xfrm>
            <a:custGeom>
              <a:avLst/>
              <a:gdLst>
                <a:gd name="connsiteX0" fmla="*/ 50482 w 57150"/>
                <a:gd name="connsiteY0" fmla="*/ 13335 h 13335"/>
                <a:gd name="connsiteX1" fmla="*/ 6668 w 57150"/>
                <a:gd name="connsiteY1" fmla="*/ 13335 h 13335"/>
                <a:gd name="connsiteX2" fmla="*/ 0 w 57150"/>
                <a:gd name="connsiteY2" fmla="*/ 6668 h 13335"/>
                <a:gd name="connsiteX3" fmla="*/ 6668 w 57150"/>
                <a:gd name="connsiteY3" fmla="*/ 0 h 13335"/>
                <a:gd name="connsiteX4" fmla="*/ 50482 w 57150"/>
                <a:gd name="connsiteY4" fmla="*/ 0 h 13335"/>
                <a:gd name="connsiteX5" fmla="*/ 57150 w 57150"/>
                <a:gd name="connsiteY5" fmla="*/ 6668 h 13335"/>
                <a:gd name="connsiteX6" fmla="*/ 50482 w 57150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13335">
                  <a:moveTo>
                    <a:pt x="50482" y="13335"/>
                  </a:moveTo>
                  <a:lnTo>
                    <a:pt x="6668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8"/>
                    <a:pt x="2857" y="0"/>
                    <a:pt x="6668" y="0"/>
                  </a:cubicBezTo>
                  <a:lnTo>
                    <a:pt x="50482" y="0"/>
                  </a:lnTo>
                  <a:cubicBezTo>
                    <a:pt x="54293" y="0"/>
                    <a:pt x="57150" y="2858"/>
                    <a:pt x="57150" y="6668"/>
                  </a:cubicBezTo>
                  <a:cubicBezTo>
                    <a:pt x="57150" y="9525"/>
                    <a:pt x="54293" y="13335"/>
                    <a:pt x="50482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F88B740A-C2F3-AE32-C917-55DA3D8EE544}"/>
                </a:ext>
              </a:extLst>
            </p:cNvPr>
            <p:cNvSpPr/>
            <p:nvPr/>
          </p:nvSpPr>
          <p:spPr>
            <a:xfrm>
              <a:off x="9807892" y="3850481"/>
              <a:ext cx="142875" cy="13334"/>
            </a:xfrm>
            <a:custGeom>
              <a:avLst/>
              <a:gdLst>
                <a:gd name="connsiteX0" fmla="*/ 136207 w 142875"/>
                <a:gd name="connsiteY0" fmla="*/ 13335 h 13334"/>
                <a:gd name="connsiteX1" fmla="*/ 6668 w 142875"/>
                <a:gd name="connsiteY1" fmla="*/ 13335 h 13334"/>
                <a:gd name="connsiteX2" fmla="*/ 0 w 142875"/>
                <a:gd name="connsiteY2" fmla="*/ 6667 h 13334"/>
                <a:gd name="connsiteX3" fmla="*/ 6668 w 142875"/>
                <a:gd name="connsiteY3" fmla="*/ 0 h 13334"/>
                <a:gd name="connsiteX4" fmla="*/ 136207 w 142875"/>
                <a:gd name="connsiteY4" fmla="*/ 0 h 13334"/>
                <a:gd name="connsiteX5" fmla="*/ 142875 w 142875"/>
                <a:gd name="connsiteY5" fmla="*/ 6667 h 13334"/>
                <a:gd name="connsiteX6" fmla="*/ 136207 w 142875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13334">
                  <a:moveTo>
                    <a:pt x="136207" y="13335"/>
                  </a:moveTo>
                  <a:lnTo>
                    <a:pt x="6668" y="13335"/>
                  </a:ln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8" y="0"/>
                  </a:cubicBezTo>
                  <a:lnTo>
                    <a:pt x="136207" y="0"/>
                  </a:lnTo>
                  <a:cubicBezTo>
                    <a:pt x="140018" y="0"/>
                    <a:pt x="142875" y="2857"/>
                    <a:pt x="142875" y="6667"/>
                  </a:cubicBezTo>
                  <a:cubicBezTo>
                    <a:pt x="142875" y="10477"/>
                    <a:pt x="140018" y="13335"/>
                    <a:pt x="136207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352C9F6C-7E70-C98C-ECD1-13685EA56CA3}"/>
                </a:ext>
              </a:extLst>
            </p:cNvPr>
            <p:cNvSpPr/>
            <p:nvPr/>
          </p:nvSpPr>
          <p:spPr>
            <a:xfrm>
              <a:off x="9822180" y="3887628"/>
              <a:ext cx="28575" cy="13335"/>
            </a:xfrm>
            <a:custGeom>
              <a:avLst/>
              <a:gdLst>
                <a:gd name="connsiteX0" fmla="*/ 21907 w 28575"/>
                <a:gd name="connsiteY0" fmla="*/ 13335 h 13335"/>
                <a:gd name="connsiteX1" fmla="*/ 6668 w 28575"/>
                <a:gd name="connsiteY1" fmla="*/ 13335 h 13335"/>
                <a:gd name="connsiteX2" fmla="*/ 0 w 28575"/>
                <a:gd name="connsiteY2" fmla="*/ 6668 h 13335"/>
                <a:gd name="connsiteX3" fmla="*/ 6668 w 28575"/>
                <a:gd name="connsiteY3" fmla="*/ 0 h 13335"/>
                <a:gd name="connsiteX4" fmla="*/ 21907 w 28575"/>
                <a:gd name="connsiteY4" fmla="*/ 0 h 13335"/>
                <a:gd name="connsiteX5" fmla="*/ 28575 w 28575"/>
                <a:gd name="connsiteY5" fmla="*/ 6668 h 13335"/>
                <a:gd name="connsiteX6" fmla="*/ 21907 w 28575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13335">
                  <a:moveTo>
                    <a:pt x="21907" y="13335"/>
                  </a:moveTo>
                  <a:lnTo>
                    <a:pt x="6668" y="13335"/>
                  </a:ln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8" y="0"/>
                  </a:cubicBezTo>
                  <a:lnTo>
                    <a:pt x="21907" y="0"/>
                  </a:lnTo>
                  <a:cubicBezTo>
                    <a:pt x="25718" y="0"/>
                    <a:pt x="28575" y="2858"/>
                    <a:pt x="28575" y="6668"/>
                  </a:cubicBezTo>
                  <a:cubicBezTo>
                    <a:pt x="28575" y="10478"/>
                    <a:pt x="25718" y="13335"/>
                    <a:pt x="21907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275" name="Graphic 35">
            <a:extLst>
              <a:ext uri="{FF2B5EF4-FFF2-40B4-BE49-F238E27FC236}">
                <a16:creationId xmlns:a16="http://schemas.microsoft.com/office/drawing/2014/main" id="{D60A19DD-1263-1908-6847-868890D25399}"/>
              </a:ext>
            </a:extLst>
          </p:cNvPr>
          <p:cNvGrpSpPr/>
          <p:nvPr/>
        </p:nvGrpSpPr>
        <p:grpSpPr>
          <a:xfrm>
            <a:off x="9360534" y="1461737"/>
            <a:ext cx="249754" cy="61235"/>
            <a:chOff x="8179117" y="3497104"/>
            <a:chExt cx="198120" cy="48576"/>
          </a:xfrm>
          <a:solidFill>
            <a:srgbClr val="FFFFFF"/>
          </a:solidFill>
        </p:grpSpPr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5E87F4B4-FEB5-1308-822C-4630745ED3BB}"/>
                </a:ext>
              </a:extLst>
            </p:cNvPr>
            <p:cNvSpPr/>
            <p:nvPr/>
          </p:nvSpPr>
          <p:spPr>
            <a:xfrm>
              <a:off x="8179117" y="3497104"/>
              <a:ext cx="148589" cy="13334"/>
            </a:xfrm>
            <a:custGeom>
              <a:avLst/>
              <a:gdLst>
                <a:gd name="connsiteX0" fmla="*/ 141922 w 148589"/>
                <a:gd name="connsiteY0" fmla="*/ 13335 h 13334"/>
                <a:gd name="connsiteX1" fmla="*/ 6668 w 148589"/>
                <a:gd name="connsiteY1" fmla="*/ 13335 h 13334"/>
                <a:gd name="connsiteX2" fmla="*/ 0 w 148589"/>
                <a:gd name="connsiteY2" fmla="*/ 6668 h 13334"/>
                <a:gd name="connsiteX3" fmla="*/ 6668 w 148589"/>
                <a:gd name="connsiteY3" fmla="*/ 0 h 13334"/>
                <a:gd name="connsiteX4" fmla="*/ 141922 w 148589"/>
                <a:gd name="connsiteY4" fmla="*/ 0 h 13334"/>
                <a:gd name="connsiteX5" fmla="*/ 148590 w 148589"/>
                <a:gd name="connsiteY5" fmla="*/ 6668 h 13334"/>
                <a:gd name="connsiteX6" fmla="*/ 141922 w 148589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589" h="13334">
                  <a:moveTo>
                    <a:pt x="141922" y="13335"/>
                  </a:moveTo>
                  <a:lnTo>
                    <a:pt x="6668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7"/>
                    <a:pt x="2857" y="0"/>
                    <a:pt x="6668" y="0"/>
                  </a:cubicBezTo>
                  <a:lnTo>
                    <a:pt x="141922" y="0"/>
                  </a:lnTo>
                  <a:cubicBezTo>
                    <a:pt x="145732" y="0"/>
                    <a:pt x="148590" y="2857"/>
                    <a:pt x="148590" y="6668"/>
                  </a:cubicBezTo>
                  <a:cubicBezTo>
                    <a:pt x="148590" y="10477"/>
                    <a:pt x="145732" y="13335"/>
                    <a:pt x="141922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4937C22A-8F3C-A427-9958-49EBA235FC20}"/>
                </a:ext>
              </a:extLst>
            </p:cNvPr>
            <p:cNvSpPr/>
            <p:nvPr/>
          </p:nvSpPr>
          <p:spPr>
            <a:xfrm>
              <a:off x="8344852" y="3497104"/>
              <a:ext cx="32385" cy="13334"/>
            </a:xfrm>
            <a:custGeom>
              <a:avLst/>
              <a:gdLst>
                <a:gd name="connsiteX0" fmla="*/ 25718 w 32385"/>
                <a:gd name="connsiteY0" fmla="*/ 13335 h 13334"/>
                <a:gd name="connsiteX1" fmla="*/ 6668 w 32385"/>
                <a:gd name="connsiteY1" fmla="*/ 13335 h 13334"/>
                <a:gd name="connsiteX2" fmla="*/ 0 w 32385"/>
                <a:gd name="connsiteY2" fmla="*/ 6668 h 13334"/>
                <a:gd name="connsiteX3" fmla="*/ 6668 w 32385"/>
                <a:gd name="connsiteY3" fmla="*/ 0 h 13334"/>
                <a:gd name="connsiteX4" fmla="*/ 25718 w 32385"/>
                <a:gd name="connsiteY4" fmla="*/ 0 h 13334"/>
                <a:gd name="connsiteX5" fmla="*/ 32385 w 32385"/>
                <a:gd name="connsiteY5" fmla="*/ 6668 h 13334"/>
                <a:gd name="connsiteX6" fmla="*/ 25718 w 32385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85" h="13334">
                  <a:moveTo>
                    <a:pt x="25718" y="13335"/>
                  </a:moveTo>
                  <a:lnTo>
                    <a:pt x="6668" y="13335"/>
                  </a:lnTo>
                  <a:cubicBezTo>
                    <a:pt x="2858" y="13335"/>
                    <a:pt x="0" y="10477"/>
                    <a:pt x="0" y="6668"/>
                  </a:cubicBezTo>
                  <a:cubicBezTo>
                    <a:pt x="0" y="2857"/>
                    <a:pt x="2858" y="0"/>
                    <a:pt x="6668" y="0"/>
                  </a:cubicBezTo>
                  <a:lnTo>
                    <a:pt x="25718" y="0"/>
                  </a:lnTo>
                  <a:cubicBezTo>
                    <a:pt x="29528" y="0"/>
                    <a:pt x="32385" y="2857"/>
                    <a:pt x="32385" y="6668"/>
                  </a:cubicBezTo>
                  <a:cubicBezTo>
                    <a:pt x="32385" y="10477"/>
                    <a:pt x="29528" y="13335"/>
                    <a:pt x="25718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F82013BC-DE29-ECBE-996B-498B3A383B05}"/>
                </a:ext>
              </a:extLst>
            </p:cNvPr>
            <p:cNvSpPr/>
            <p:nvPr/>
          </p:nvSpPr>
          <p:spPr>
            <a:xfrm>
              <a:off x="8256269" y="3532346"/>
              <a:ext cx="65722" cy="13334"/>
            </a:xfrm>
            <a:custGeom>
              <a:avLst/>
              <a:gdLst>
                <a:gd name="connsiteX0" fmla="*/ 59055 w 65722"/>
                <a:gd name="connsiteY0" fmla="*/ 13335 h 13334"/>
                <a:gd name="connsiteX1" fmla="*/ 6668 w 65722"/>
                <a:gd name="connsiteY1" fmla="*/ 13335 h 13334"/>
                <a:gd name="connsiteX2" fmla="*/ 0 w 65722"/>
                <a:gd name="connsiteY2" fmla="*/ 6667 h 13334"/>
                <a:gd name="connsiteX3" fmla="*/ 6668 w 65722"/>
                <a:gd name="connsiteY3" fmla="*/ 0 h 13334"/>
                <a:gd name="connsiteX4" fmla="*/ 59055 w 65722"/>
                <a:gd name="connsiteY4" fmla="*/ 0 h 13334"/>
                <a:gd name="connsiteX5" fmla="*/ 65723 w 65722"/>
                <a:gd name="connsiteY5" fmla="*/ 6667 h 13334"/>
                <a:gd name="connsiteX6" fmla="*/ 59055 w 65722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722" h="13334">
                  <a:moveTo>
                    <a:pt x="59055" y="13335"/>
                  </a:moveTo>
                  <a:lnTo>
                    <a:pt x="6668" y="13335"/>
                  </a:ln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8" y="0"/>
                  </a:cubicBezTo>
                  <a:lnTo>
                    <a:pt x="59055" y="0"/>
                  </a:lnTo>
                  <a:cubicBezTo>
                    <a:pt x="62865" y="0"/>
                    <a:pt x="65723" y="2857"/>
                    <a:pt x="65723" y="6667"/>
                  </a:cubicBezTo>
                  <a:cubicBezTo>
                    <a:pt x="64770" y="10477"/>
                    <a:pt x="61913" y="13335"/>
                    <a:pt x="59055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F63ADDA-3F87-B6A5-51A7-3E65ADD3DF19}"/>
                </a:ext>
              </a:extLst>
            </p:cNvPr>
            <p:cNvSpPr/>
            <p:nvPr/>
          </p:nvSpPr>
          <p:spPr>
            <a:xfrm>
              <a:off x="8335327" y="3532346"/>
              <a:ext cx="22860" cy="13334"/>
            </a:xfrm>
            <a:custGeom>
              <a:avLst/>
              <a:gdLst>
                <a:gd name="connsiteX0" fmla="*/ 16193 w 22860"/>
                <a:gd name="connsiteY0" fmla="*/ 13335 h 13334"/>
                <a:gd name="connsiteX1" fmla="*/ 6668 w 22860"/>
                <a:gd name="connsiteY1" fmla="*/ 13335 h 13334"/>
                <a:gd name="connsiteX2" fmla="*/ 0 w 22860"/>
                <a:gd name="connsiteY2" fmla="*/ 6667 h 13334"/>
                <a:gd name="connsiteX3" fmla="*/ 6668 w 22860"/>
                <a:gd name="connsiteY3" fmla="*/ 0 h 13334"/>
                <a:gd name="connsiteX4" fmla="*/ 16193 w 22860"/>
                <a:gd name="connsiteY4" fmla="*/ 0 h 13334"/>
                <a:gd name="connsiteX5" fmla="*/ 22860 w 22860"/>
                <a:gd name="connsiteY5" fmla="*/ 6667 h 13334"/>
                <a:gd name="connsiteX6" fmla="*/ 16193 w 22860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60" h="13334">
                  <a:moveTo>
                    <a:pt x="16193" y="13335"/>
                  </a:moveTo>
                  <a:lnTo>
                    <a:pt x="6668" y="13335"/>
                  </a:lnTo>
                  <a:cubicBezTo>
                    <a:pt x="2858" y="13335"/>
                    <a:pt x="0" y="10477"/>
                    <a:pt x="0" y="6667"/>
                  </a:cubicBezTo>
                  <a:cubicBezTo>
                    <a:pt x="0" y="2857"/>
                    <a:pt x="2858" y="0"/>
                    <a:pt x="6668" y="0"/>
                  </a:cubicBezTo>
                  <a:lnTo>
                    <a:pt x="16193" y="0"/>
                  </a:lnTo>
                  <a:cubicBezTo>
                    <a:pt x="20003" y="0"/>
                    <a:pt x="22860" y="2857"/>
                    <a:pt x="22860" y="6667"/>
                  </a:cubicBezTo>
                  <a:cubicBezTo>
                    <a:pt x="22860" y="10477"/>
                    <a:pt x="20003" y="13335"/>
                    <a:pt x="16193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276" name="Graphic 35">
            <a:extLst>
              <a:ext uri="{FF2B5EF4-FFF2-40B4-BE49-F238E27FC236}">
                <a16:creationId xmlns:a16="http://schemas.microsoft.com/office/drawing/2014/main" id="{1494595D-5118-2363-F24F-C66704BC1A61}"/>
              </a:ext>
            </a:extLst>
          </p:cNvPr>
          <p:cNvGrpSpPr/>
          <p:nvPr/>
        </p:nvGrpSpPr>
        <p:grpSpPr>
          <a:xfrm>
            <a:off x="10035357" y="1347809"/>
            <a:ext cx="252154" cy="52831"/>
            <a:chOff x="8714422" y="3406616"/>
            <a:chExt cx="200025" cy="41909"/>
          </a:xfrm>
          <a:solidFill>
            <a:srgbClr val="FFFFFF"/>
          </a:solidFill>
        </p:grpSpPr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B512CAE-51CB-BE3B-DCFF-CC2D92C04A24}"/>
                </a:ext>
              </a:extLst>
            </p:cNvPr>
            <p:cNvSpPr/>
            <p:nvPr/>
          </p:nvSpPr>
          <p:spPr>
            <a:xfrm>
              <a:off x="8714422" y="3406616"/>
              <a:ext cx="131444" cy="13334"/>
            </a:xfrm>
            <a:custGeom>
              <a:avLst/>
              <a:gdLst>
                <a:gd name="connsiteX0" fmla="*/ 124777 w 131444"/>
                <a:gd name="connsiteY0" fmla="*/ 13335 h 13334"/>
                <a:gd name="connsiteX1" fmla="*/ 6667 w 131444"/>
                <a:gd name="connsiteY1" fmla="*/ 13335 h 13334"/>
                <a:gd name="connsiteX2" fmla="*/ 0 w 131444"/>
                <a:gd name="connsiteY2" fmla="*/ 6668 h 13334"/>
                <a:gd name="connsiteX3" fmla="*/ 6667 w 131444"/>
                <a:gd name="connsiteY3" fmla="*/ 0 h 13334"/>
                <a:gd name="connsiteX4" fmla="*/ 124777 w 131444"/>
                <a:gd name="connsiteY4" fmla="*/ 0 h 13334"/>
                <a:gd name="connsiteX5" fmla="*/ 131445 w 131444"/>
                <a:gd name="connsiteY5" fmla="*/ 6668 h 13334"/>
                <a:gd name="connsiteX6" fmla="*/ 124777 w 131444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444" h="13334">
                  <a:moveTo>
                    <a:pt x="124777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7"/>
                    <a:pt x="2857" y="0"/>
                    <a:pt x="6667" y="0"/>
                  </a:cubicBezTo>
                  <a:lnTo>
                    <a:pt x="124777" y="0"/>
                  </a:lnTo>
                  <a:cubicBezTo>
                    <a:pt x="128588" y="0"/>
                    <a:pt x="131445" y="2857"/>
                    <a:pt x="131445" y="6668"/>
                  </a:cubicBezTo>
                  <a:cubicBezTo>
                    <a:pt x="131445" y="10477"/>
                    <a:pt x="128588" y="13335"/>
                    <a:pt x="124777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F08C3D6A-FDD7-0BD5-7A3A-0A496D67EEAC}"/>
                </a:ext>
              </a:extLst>
            </p:cNvPr>
            <p:cNvSpPr/>
            <p:nvPr/>
          </p:nvSpPr>
          <p:spPr>
            <a:xfrm>
              <a:off x="8871585" y="3406616"/>
              <a:ext cx="42862" cy="13334"/>
            </a:xfrm>
            <a:custGeom>
              <a:avLst/>
              <a:gdLst>
                <a:gd name="connsiteX0" fmla="*/ 36195 w 42862"/>
                <a:gd name="connsiteY0" fmla="*/ 13335 h 13334"/>
                <a:gd name="connsiteX1" fmla="*/ 6667 w 42862"/>
                <a:gd name="connsiteY1" fmla="*/ 13335 h 13334"/>
                <a:gd name="connsiteX2" fmla="*/ 0 w 42862"/>
                <a:gd name="connsiteY2" fmla="*/ 6668 h 13334"/>
                <a:gd name="connsiteX3" fmla="*/ 6667 w 42862"/>
                <a:gd name="connsiteY3" fmla="*/ 0 h 13334"/>
                <a:gd name="connsiteX4" fmla="*/ 36195 w 42862"/>
                <a:gd name="connsiteY4" fmla="*/ 0 h 13334"/>
                <a:gd name="connsiteX5" fmla="*/ 42863 w 42862"/>
                <a:gd name="connsiteY5" fmla="*/ 6668 h 13334"/>
                <a:gd name="connsiteX6" fmla="*/ 36195 w 42862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" h="13334">
                  <a:moveTo>
                    <a:pt x="36195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7"/>
                    <a:pt x="2857" y="0"/>
                    <a:pt x="6667" y="0"/>
                  </a:cubicBezTo>
                  <a:lnTo>
                    <a:pt x="36195" y="0"/>
                  </a:lnTo>
                  <a:cubicBezTo>
                    <a:pt x="40005" y="0"/>
                    <a:pt x="42863" y="2857"/>
                    <a:pt x="42863" y="6668"/>
                  </a:cubicBezTo>
                  <a:cubicBezTo>
                    <a:pt x="41910" y="10477"/>
                    <a:pt x="40005" y="13335"/>
                    <a:pt x="36195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EC0D1373-A601-BBBC-C4A7-E323D2C9F6A5}"/>
                </a:ext>
              </a:extLst>
            </p:cNvPr>
            <p:cNvSpPr/>
            <p:nvPr/>
          </p:nvSpPr>
          <p:spPr>
            <a:xfrm>
              <a:off x="8787764" y="3435191"/>
              <a:ext cx="126682" cy="13334"/>
            </a:xfrm>
            <a:custGeom>
              <a:avLst/>
              <a:gdLst>
                <a:gd name="connsiteX0" fmla="*/ 120015 w 126682"/>
                <a:gd name="connsiteY0" fmla="*/ 13335 h 13334"/>
                <a:gd name="connsiteX1" fmla="*/ 6668 w 126682"/>
                <a:gd name="connsiteY1" fmla="*/ 13335 h 13334"/>
                <a:gd name="connsiteX2" fmla="*/ 0 w 126682"/>
                <a:gd name="connsiteY2" fmla="*/ 6668 h 13334"/>
                <a:gd name="connsiteX3" fmla="*/ 6668 w 126682"/>
                <a:gd name="connsiteY3" fmla="*/ 0 h 13334"/>
                <a:gd name="connsiteX4" fmla="*/ 120015 w 126682"/>
                <a:gd name="connsiteY4" fmla="*/ 0 h 13334"/>
                <a:gd name="connsiteX5" fmla="*/ 126683 w 126682"/>
                <a:gd name="connsiteY5" fmla="*/ 6668 h 13334"/>
                <a:gd name="connsiteX6" fmla="*/ 120015 w 126682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682" h="13334">
                  <a:moveTo>
                    <a:pt x="120015" y="13335"/>
                  </a:moveTo>
                  <a:lnTo>
                    <a:pt x="6668" y="13335"/>
                  </a:lnTo>
                  <a:cubicBezTo>
                    <a:pt x="2858" y="13335"/>
                    <a:pt x="0" y="10477"/>
                    <a:pt x="0" y="6668"/>
                  </a:cubicBezTo>
                  <a:cubicBezTo>
                    <a:pt x="0" y="2857"/>
                    <a:pt x="2858" y="0"/>
                    <a:pt x="6668" y="0"/>
                  </a:cubicBezTo>
                  <a:lnTo>
                    <a:pt x="120015" y="0"/>
                  </a:lnTo>
                  <a:cubicBezTo>
                    <a:pt x="123825" y="0"/>
                    <a:pt x="126683" y="2857"/>
                    <a:pt x="126683" y="6668"/>
                  </a:cubicBezTo>
                  <a:cubicBezTo>
                    <a:pt x="125730" y="10477"/>
                    <a:pt x="123825" y="13335"/>
                    <a:pt x="120015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277" name="Graphic 35">
            <a:extLst>
              <a:ext uri="{FF2B5EF4-FFF2-40B4-BE49-F238E27FC236}">
                <a16:creationId xmlns:a16="http://schemas.microsoft.com/office/drawing/2014/main" id="{1BDF9C97-BE9D-4030-B9F7-C1CB37C805AE}"/>
              </a:ext>
            </a:extLst>
          </p:cNvPr>
          <p:cNvGrpSpPr/>
          <p:nvPr/>
        </p:nvGrpSpPr>
        <p:grpSpPr>
          <a:xfrm>
            <a:off x="9633119" y="2421295"/>
            <a:ext cx="252153" cy="51633"/>
            <a:chOff x="8395335" y="4258151"/>
            <a:chExt cx="200024" cy="40957"/>
          </a:xfrm>
          <a:solidFill>
            <a:srgbClr val="FFFFFF"/>
          </a:solidFill>
        </p:grpSpPr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AA20EC87-A65C-C83A-4325-B2877500B42D}"/>
                </a:ext>
              </a:extLst>
            </p:cNvPr>
            <p:cNvSpPr/>
            <p:nvPr/>
          </p:nvSpPr>
          <p:spPr>
            <a:xfrm>
              <a:off x="8395335" y="4258151"/>
              <a:ext cx="131444" cy="13335"/>
            </a:xfrm>
            <a:custGeom>
              <a:avLst/>
              <a:gdLst>
                <a:gd name="connsiteX0" fmla="*/ 124777 w 131444"/>
                <a:gd name="connsiteY0" fmla="*/ 13335 h 13335"/>
                <a:gd name="connsiteX1" fmla="*/ 6667 w 131444"/>
                <a:gd name="connsiteY1" fmla="*/ 13335 h 13335"/>
                <a:gd name="connsiteX2" fmla="*/ 0 w 131444"/>
                <a:gd name="connsiteY2" fmla="*/ 6668 h 13335"/>
                <a:gd name="connsiteX3" fmla="*/ 6667 w 131444"/>
                <a:gd name="connsiteY3" fmla="*/ 0 h 13335"/>
                <a:gd name="connsiteX4" fmla="*/ 124777 w 131444"/>
                <a:gd name="connsiteY4" fmla="*/ 0 h 13335"/>
                <a:gd name="connsiteX5" fmla="*/ 131445 w 131444"/>
                <a:gd name="connsiteY5" fmla="*/ 6668 h 13335"/>
                <a:gd name="connsiteX6" fmla="*/ 124777 w 131444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444" h="13335">
                  <a:moveTo>
                    <a:pt x="124777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lnTo>
                    <a:pt x="124777" y="0"/>
                  </a:lnTo>
                  <a:cubicBezTo>
                    <a:pt x="128588" y="0"/>
                    <a:pt x="131445" y="2858"/>
                    <a:pt x="131445" y="6668"/>
                  </a:cubicBezTo>
                  <a:cubicBezTo>
                    <a:pt x="131445" y="10477"/>
                    <a:pt x="128588" y="13335"/>
                    <a:pt x="124777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0216AC6C-1B48-457A-A850-62B4CD4CD145}"/>
                </a:ext>
              </a:extLst>
            </p:cNvPr>
            <p:cNvSpPr/>
            <p:nvPr/>
          </p:nvSpPr>
          <p:spPr>
            <a:xfrm>
              <a:off x="8552497" y="4258151"/>
              <a:ext cx="42862" cy="13335"/>
            </a:xfrm>
            <a:custGeom>
              <a:avLst/>
              <a:gdLst>
                <a:gd name="connsiteX0" fmla="*/ 36195 w 42862"/>
                <a:gd name="connsiteY0" fmla="*/ 13335 h 13335"/>
                <a:gd name="connsiteX1" fmla="*/ 6667 w 42862"/>
                <a:gd name="connsiteY1" fmla="*/ 13335 h 13335"/>
                <a:gd name="connsiteX2" fmla="*/ 0 w 42862"/>
                <a:gd name="connsiteY2" fmla="*/ 6668 h 13335"/>
                <a:gd name="connsiteX3" fmla="*/ 6667 w 42862"/>
                <a:gd name="connsiteY3" fmla="*/ 0 h 13335"/>
                <a:gd name="connsiteX4" fmla="*/ 36195 w 42862"/>
                <a:gd name="connsiteY4" fmla="*/ 0 h 13335"/>
                <a:gd name="connsiteX5" fmla="*/ 42863 w 42862"/>
                <a:gd name="connsiteY5" fmla="*/ 6668 h 13335"/>
                <a:gd name="connsiteX6" fmla="*/ 36195 w 42862"/>
                <a:gd name="connsiteY6" fmla="*/ 13335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" h="13335">
                  <a:moveTo>
                    <a:pt x="36195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lnTo>
                    <a:pt x="36195" y="0"/>
                  </a:lnTo>
                  <a:cubicBezTo>
                    <a:pt x="40005" y="0"/>
                    <a:pt x="42863" y="2858"/>
                    <a:pt x="42863" y="6668"/>
                  </a:cubicBezTo>
                  <a:cubicBezTo>
                    <a:pt x="41910" y="10477"/>
                    <a:pt x="39052" y="13335"/>
                    <a:pt x="36195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EDB60C1-23DA-01F5-33C8-73D9BA0383C5}"/>
                </a:ext>
              </a:extLst>
            </p:cNvPr>
            <p:cNvSpPr/>
            <p:nvPr/>
          </p:nvSpPr>
          <p:spPr>
            <a:xfrm>
              <a:off x="8468677" y="4285774"/>
              <a:ext cx="126682" cy="13334"/>
            </a:xfrm>
            <a:custGeom>
              <a:avLst/>
              <a:gdLst>
                <a:gd name="connsiteX0" fmla="*/ 120015 w 126682"/>
                <a:gd name="connsiteY0" fmla="*/ 13335 h 13334"/>
                <a:gd name="connsiteX1" fmla="*/ 6668 w 126682"/>
                <a:gd name="connsiteY1" fmla="*/ 13335 h 13334"/>
                <a:gd name="connsiteX2" fmla="*/ 0 w 126682"/>
                <a:gd name="connsiteY2" fmla="*/ 6667 h 13334"/>
                <a:gd name="connsiteX3" fmla="*/ 6668 w 126682"/>
                <a:gd name="connsiteY3" fmla="*/ 0 h 13334"/>
                <a:gd name="connsiteX4" fmla="*/ 120015 w 126682"/>
                <a:gd name="connsiteY4" fmla="*/ 0 h 13334"/>
                <a:gd name="connsiteX5" fmla="*/ 126683 w 126682"/>
                <a:gd name="connsiteY5" fmla="*/ 6667 h 13334"/>
                <a:gd name="connsiteX6" fmla="*/ 120015 w 126682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682" h="13334">
                  <a:moveTo>
                    <a:pt x="120015" y="13335"/>
                  </a:moveTo>
                  <a:lnTo>
                    <a:pt x="6668" y="13335"/>
                  </a:lnTo>
                  <a:cubicBezTo>
                    <a:pt x="2858" y="13335"/>
                    <a:pt x="0" y="10478"/>
                    <a:pt x="0" y="6667"/>
                  </a:cubicBezTo>
                  <a:cubicBezTo>
                    <a:pt x="0" y="2858"/>
                    <a:pt x="2858" y="0"/>
                    <a:pt x="6668" y="0"/>
                  </a:cubicBezTo>
                  <a:lnTo>
                    <a:pt x="120015" y="0"/>
                  </a:lnTo>
                  <a:cubicBezTo>
                    <a:pt x="123825" y="0"/>
                    <a:pt x="126683" y="2858"/>
                    <a:pt x="126683" y="6667"/>
                  </a:cubicBezTo>
                  <a:cubicBezTo>
                    <a:pt x="125730" y="10478"/>
                    <a:pt x="122873" y="13335"/>
                    <a:pt x="120015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278" name="Graphic 35">
            <a:extLst>
              <a:ext uri="{FF2B5EF4-FFF2-40B4-BE49-F238E27FC236}">
                <a16:creationId xmlns:a16="http://schemas.microsoft.com/office/drawing/2014/main" id="{E44023AC-F0A5-EE5A-C0D3-40AB60954F48}"/>
              </a:ext>
            </a:extLst>
          </p:cNvPr>
          <p:cNvGrpSpPr/>
          <p:nvPr/>
        </p:nvGrpSpPr>
        <p:grpSpPr>
          <a:xfrm>
            <a:off x="11221647" y="2122509"/>
            <a:ext cx="375829" cy="406747"/>
            <a:chOff x="9655492" y="4021217"/>
            <a:chExt cx="298133" cy="322658"/>
          </a:xfrm>
          <a:solidFill>
            <a:srgbClr val="FFFFFF"/>
          </a:solidFill>
        </p:grpSpPr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681B04C4-ACC2-F2F2-A9FE-DBCE5BF3AE61}"/>
                </a:ext>
              </a:extLst>
            </p:cNvPr>
            <p:cNvSpPr/>
            <p:nvPr/>
          </p:nvSpPr>
          <p:spPr>
            <a:xfrm>
              <a:off x="9688830" y="4079319"/>
              <a:ext cx="230505" cy="264556"/>
            </a:xfrm>
            <a:custGeom>
              <a:avLst/>
              <a:gdLst>
                <a:gd name="connsiteX0" fmla="*/ 115252 w 230505"/>
                <a:gd name="connsiteY0" fmla="*/ 264557 h 264556"/>
                <a:gd name="connsiteX1" fmla="*/ 113347 w 230505"/>
                <a:gd name="connsiteY1" fmla="*/ 264557 h 264556"/>
                <a:gd name="connsiteX2" fmla="*/ 1905 w 230505"/>
                <a:gd name="connsiteY2" fmla="*/ 199787 h 264556"/>
                <a:gd name="connsiteX3" fmla="*/ 0 w 230505"/>
                <a:gd name="connsiteY3" fmla="*/ 196929 h 264556"/>
                <a:gd name="connsiteX4" fmla="*/ 0 w 230505"/>
                <a:gd name="connsiteY4" fmla="*/ 68342 h 264556"/>
                <a:gd name="connsiteX5" fmla="*/ 1905 w 230505"/>
                <a:gd name="connsiteY5" fmla="*/ 65484 h 264556"/>
                <a:gd name="connsiteX6" fmla="*/ 113347 w 230505"/>
                <a:gd name="connsiteY6" fmla="*/ 714 h 264556"/>
                <a:gd name="connsiteX7" fmla="*/ 117157 w 230505"/>
                <a:gd name="connsiteY7" fmla="*/ 714 h 264556"/>
                <a:gd name="connsiteX8" fmla="*/ 228600 w 230505"/>
                <a:gd name="connsiteY8" fmla="*/ 65484 h 264556"/>
                <a:gd name="connsiteX9" fmla="*/ 230505 w 230505"/>
                <a:gd name="connsiteY9" fmla="*/ 68342 h 264556"/>
                <a:gd name="connsiteX10" fmla="*/ 230505 w 230505"/>
                <a:gd name="connsiteY10" fmla="*/ 196929 h 264556"/>
                <a:gd name="connsiteX11" fmla="*/ 228600 w 230505"/>
                <a:gd name="connsiteY11" fmla="*/ 199787 h 264556"/>
                <a:gd name="connsiteX12" fmla="*/ 117157 w 230505"/>
                <a:gd name="connsiteY12" fmla="*/ 264557 h 264556"/>
                <a:gd name="connsiteX13" fmla="*/ 115252 w 230505"/>
                <a:gd name="connsiteY13" fmla="*/ 264557 h 264556"/>
                <a:gd name="connsiteX14" fmla="*/ 7620 w 230505"/>
                <a:gd name="connsiteY14" fmla="*/ 195024 h 264556"/>
                <a:gd name="connsiteX15" fmla="*/ 116205 w 230505"/>
                <a:gd name="connsiteY15" fmla="*/ 257889 h 264556"/>
                <a:gd name="connsiteX16" fmla="*/ 224790 w 230505"/>
                <a:gd name="connsiteY16" fmla="*/ 195024 h 264556"/>
                <a:gd name="connsiteX17" fmla="*/ 224790 w 230505"/>
                <a:gd name="connsiteY17" fmla="*/ 70247 h 264556"/>
                <a:gd name="connsiteX18" fmla="*/ 116205 w 230505"/>
                <a:gd name="connsiteY18" fmla="*/ 7382 h 264556"/>
                <a:gd name="connsiteX19" fmla="*/ 7620 w 230505"/>
                <a:gd name="connsiteY19" fmla="*/ 70247 h 264556"/>
                <a:gd name="connsiteX20" fmla="*/ 7620 w 230505"/>
                <a:gd name="connsiteY20" fmla="*/ 195024 h 264556"/>
                <a:gd name="connsiteX21" fmla="*/ 227647 w 230505"/>
                <a:gd name="connsiteY21" fmla="*/ 196929 h 264556"/>
                <a:gd name="connsiteX22" fmla="*/ 227647 w 230505"/>
                <a:gd name="connsiteY22" fmla="*/ 196929 h 264556"/>
                <a:gd name="connsiteX23" fmla="*/ 227647 w 230505"/>
                <a:gd name="connsiteY23" fmla="*/ 196929 h 26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0505" h="264556">
                  <a:moveTo>
                    <a:pt x="115252" y="264557"/>
                  </a:moveTo>
                  <a:cubicBezTo>
                    <a:pt x="114300" y="264557"/>
                    <a:pt x="114300" y="264557"/>
                    <a:pt x="113347" y="264557"/>
                  </a:cubicBezTo>
                  <a:lnTo>
                    <a:pt x="1905" y="199787"/>
                  </a:lnTo>
                  <a:cubicBezTo>
                    <a:pt x="952" y="198834"/>
                    <a:pt x="0" y="197882"/>
                    <a:pt x="0" y="196929"/>
                  </a:cubicBezTo>
                  <a:lnTo>
                    <a:pt x="0" y="68342"/>
                  </a:lnTo>
                  <a:cubicBezTo>
                    <a:pt x="0" y="67389"/>
                    <a:pt x="952" y="66437"/>
                    <a:pt x="1905" y="65484"/>
                  </a:cubicBezTo>
                  <a:lnTo>
                    <a:pt x="113347" y="714"/>
                  </a:lnTo>
                  <a:cubicBezTo>
                    <a:pt x="114300" y="-238"/>
                    <a:pt x="115252" y="-238"/>
                    <a:pt x="117157" y="714"/>
                  </a:cubicBezTo>
                  <a:lnTo>
                    <a:pt x="228600" y="65484"/>
                  </a:lnTo>
                  <a:cubicBezTo>
                    <a:pt x="229552" y="66437"/>
                    <a:pt x="230505" y="67389"/>
                    <a:pt x="230505" y="68342"/>
                  </a:cubicBezTo>
                  <a:lnTo>
                    <a:pt x="230505" y="196929"/>
                  </a:lnTo>
                  <a:cubicBezTo>
                    <a:pt x="230505" y="197882"/>
                    <a:pt x="229552" y="198834"/>
                    <a:pt x="228600" y="199787"/>
                  </a:cubicBezTo>
                  <a:lnTo>
                    <a:pt x="117157" y="264557"/>
                  </a:lnTo>
                  <a:cubicBezTo>
                    <a:pt x="117157" y="264557"/>
                    <a:pt x="116205" y="264557"/>
                    <a:pt x="115252" y="264557"/>
                  </a:cubicBezTo>
                  <a:close/>
                  <a:moveTo>
                    <a:pt x="7620" y="195024"/>
                  </a:moveTo>
                  <a:lnTo>
                    <a:pt x="116205" y="257889"/>
                  </a:lnTo>
                  <a:lnTo>
                    <a:pt x="224790" y="195024"/>
                  </a:lnTo>
                  <a:lnTo>
                    <a:pt x="224790" y="70247"/>
                  </a:lnTo>
                  <a:lnTo>
                    <a:pt x="116205" y="7382"/>
                  </a:lnTo>
                  <a:lnTo>
                    <a:pt x="7620" y="70247"/>
                  </a:lnTo>
                  <a:lnTo>
                    <a:pt x="7620" y="195024"/>
                  </a:lnTo>
                  <a:close/>
                  <a:moveTo>
                    <a:pt x="227647" y="196929"/>
                  </a:moveTo>
                  <a:lnTo>
                    <a:pt x="227647" y="196929"/>
                  </a:lnTo>
                  <a:lnTo>
                    <a:pt x="227647" y="19692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034A0406-8A65-099A-F7E3-1C552461ABB3}"/>
                </a:ext>
              </a:extLst>
            </p:cNvPr>
            <p:cNvSpPr/>
            <p:nvPr/>
          </p:nvSpPr>
          <p:spPr>
            <a:xfrm>
              <a:off x="9779317" y="4021217"/>
              <a:ext cx="49530" cy="55959"/>
            </a:xfrm>
            <a:custGeom>
              <a:avLst/>
              <a:gdLst>
                <a:gd name="connsiteX0" fmla="*/ 24765 w 49530"/>
                <a:gd name="connsiteY0" fmla="*/ 55959 h 55959"/>
                <a:gd name="connsiteX1" fmla="*/ 22860 w 49530"/>
                <a:gd name="connsiteY1" fmla="*/ 55959 h 55959"/>
                <a:gd name="connsiteX2" fmla="*/ 1905 w 49530"/>
                <a:gd name="connsiteY2" fmla="*/ 43577 h 55959"/>
                <a:gd name="connsiteX3" fmla="*/ 0 w 49530"/>
                <a:gd name="connsiteY3" fmla="*/ 40719 h 55959"/>
                <a:gd name="connsiteX4" fmla="*/ 0 w 49530"/>
                <a:gd name="connsiteY4" fmla="*/ 15954 h 55959"/>
                <a:gd name="connsiteX5" fmla="*/ 1905 w 49530"/>
                <a:gd name="connsiteY5" fmla="*/ 13097 h 55959"/>
                <a:gd name="connsiteX6" fmla="*/ 22860 w 49530"/>
                <a:gd name="connsiteY6" fmla="*/ 714 h 55959"/>
                <a:gd name="connsiteX7" fmla="*/ 26670 w 49530"/>
                <a:gd name="connsiteY7" fmla="*/ 714 h 55959"/>
                <a:gd name="connsiteX8" fmla="*/ 47625 w 49530"/>
                <a:gd name="connsiteY8" fmla="*/ 13097 h 55959"/>
                <a:gd name="connsiteX9" fmla="*/ 49530 w 49530"/>
                <a:gd name="connsiteY9" fmla="*/ 15954 h 55959"/>
                <a:gd name="connsiteX10" fmla="*/ 49530 w 49530"/>
                <a:gd name="connsiteY10" fmla="*/ 40719 h 55959"/>
                <a:gd name="connsiteX11" fmla="*/ 47625 w 49530"/>
                <a:gd name="connsiteY11" fmla="*/ 43577 h 55959"/>
                <a:gd name="connsiteX12" fmla="*/ 26670 w 49530"/>
                <a:gd name="connsiteY12" fmla="*/ 55959 h 55959"/>
                <a:gd name="connsiteX13" fmla="*/ 24765 w 49530"/>
                <a:gd name="connsiteY13" fmla="*/ 55959 h 55959"/>
                <a:gd name="connsiteX14" fmla="*/ 7620 w 49530"/>
                <a:gd name="connsiteY14" fmla="*/ 38814 h 55959"/>
                <a:gd name="connsiteX15" fmla="*/ 25718 w 49530"/>
                <a:gd name="connsiteY15" fmla="*/ 49292 h 55959"/>
                <a:gd name="connsiteX16" fmla="*/ 43815 w 49530"/>
                <a:gd name="connsiteY16" fmla="*/ 38814 h 55959"/>
                <a:gd name="connsiteX17" fmla="*/ 43815 w 49530"/>
                <a:gd name="connsiteY17" fmla="*/ 17859 h 55959"/>
                <a:gd name="connsiteX18" fmla="*/ 25718 w 49530"/>
                <a:gd name="connsiteY18" fmla="*/ 7382 h 55959"/>
                <a:gd name="connsiteX19" fmla="*/ 7620 w 49530"/>
                <a:gd name="connsiteY19" fmla="*/ 17859 h 55959"/>
                <a:gd name="connsiteX20" fmla="*/ 7620 w 49530"/>
                <a:gd name="connsiteY20" fmla="*/ 38814 h 55959"/>
                <a:gd name="connsiteX21" fmla="*/ 46672 w 49530"/>
                <a:gd name="connsiteY21" fmla="*/ 40719 h 55959"/>
                <a:gd name="connsiteX22" fmla="*/ 46672 w 49530"/>
                <a:gd name="connsiteY22" fmla="*/ 40719 h 55959"/>
                <a:gd name="connsiteX23" fmla="*/ 46672 w 49530"/>
                <a:gd name="connsiteY23" fmla="*/ 40719 h 55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30" h="55959">
                  <a:moveTo>
                    <a:pt x="24765" y="55959"/>
                  </a:moveTo>
                  <a:cubicBezTo>
                    <a:pt x="23813" y="55959"/>
                    <a:pt x="23813" y="55959"/>
                    <a:pt x="22860" y="55959"/>
                  </a:cubicBezTo>
                  <a:lnTo>
                    <a:pt x="1905" y="43577"/>
                  </a:lnTo>
                  <a:cubicBezTo>
                    <a:pt x="952" y="42624"/>
                    <a:pt x="0" y="41672"/>
                    <a:pt x="0" y="40719"/>
                  </a:cubicBezTo>
                  <a:lnTo>
                    <a:pt x="0" y="15954"/>
                  </a:lnTo>
                  <a:cubicBezTo>
                    <a:pt x="0" y="15002"/>
                    <a:pt x="952" y="14049"/>
                    <a:pt x="1905" y="13097"/>
                  </a:cubicBezTo>
                  <a:lnTo>
                    <a:pt x="22860" y="714"/>
                  </a:lnTo>
                  <a:cubicBezTo>
                    <a:pt x="23813" y="-238"/>
                    <a:pt x="24765" y="-238"/>
                    <a:pt x="26670" y="714"/>
                  </a:cubicBezTo>
                  <a:lnTo>
                    <a:pt x="47625" y="13097"/>
                  </a:lnTo>
                  <a:cubicBezTo>
                    <a:pt x="48577" y="14049"/>
                    <a:pt x="49530" y="15002"/>
                    <a:pt x="49530" y="15954"/>
                  </a:cubicBezTo>
                  <a:lnTo>
                    <a:pt x="49530" y="40719"/>
                  </a:lnTo>
                  <a:cubicBezTo>
                    <a:pt x="49530" y="41672"/>
                    <a:pt x="48577" y="42624"/>
                    <a:pt x="47625" y="43577"/>
                  </a:cubicBezTo>
                  <a:lnTo>
                    <a:pt x="26670" y="55959"/>
                  </a:lnTo>
                  <a:cubicBezTo>
                    <a:pt x="26670" y="55959"/>
                    <a:pt x="25718" y="55959"/>
                    <a:pt x="24765" y="55959"/>
                  </a:cubicBezTo>
                  <a:close/>
                  <a:moveTo>
                    <a:pt x="7620" y="38814"/>
                  </a:moveTo>
                  <a:lnTo>
                    <a:pt x="25718" y="49292"/>
                  </a:lnTo>
                  <a:lnTo>
                    <a:pt x="43815" y="38814"/>
                  </a:lnTo>
                  <a:lnTo>
                    <a:pt x="43815" y="17859"/>
                  </a:lnTo>
                  <a:lnTo>
                    <a:pt x="25718" y="7382"/>
                  </a:lnTo>
                  <a:lnTo>
                    <a:pt x="7620" y="17859"/>
                  </a:lnTo>
                  <a:lnTo>
                    <a:pt x="7620" y="38814"/>
                  </a:lnTo>
                  <a:close/>
                  <a:moveTo>
                    <a:pt x="46672" y="40719"/>
                  </a:moveTo>
                  <a:lnTo>
                    <a:pt x="46672" y="40719"/>
                  </a:lnTo>
                  <a:lnTo>
                    <a:pt x="46672" y="4071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F8103CE-1370-23C2-FB68-DF2BAB14A219}"/>
                </a:ext>
              </a:extLst>
            </p:cNvPr>
            <p:cNvSpPr/>
            <p:nvPr/>
          </p:nvSpPr>
          <p:spPr>
            <a:xfrm>
              <a:off x="9925050" y="4120277"/>
              <a:ext cx="28575" cy="30241"/>
            </a:xfrm>
            <a:custGeom>
              <a:avLst/>
              <a:gdLst>
                <a:gd name="connsiteX0" fmla="*/ 14288 w 28575"/>
                <a:gd name="connsiteY0" fmla="*/ 30242 h 30241"/>
                <a:gd name="connsiteX1" fmla="*/ 12382 w 28575"/>
                <a:gd name="connsiteY1" fmla="*/ 30242 h 30241"/>
                <a:gd name="connsiteX2" fmla="*/ 1905 w 28575"/>
                <a:gd name="connsiteY2" fmla="*/ 24527 h 30241"/>
                <a:gd name="connsiteX3" fmla="*/ 0 w 28575"/>
                <a:gd name="connsiteY3" fmla="*/ 21669 h 30241"/>
                <a:gd name="connsiteX4" fmla="*/ 0 w 28575"/>
                <a:gd name="connsiteY4" fmla="*/ 9287 h 30241"/>
                <a:gd name="connsiteX5" fmla="*/ 1905 w 28575"/>
                <a:gd name="connsiteY5" fmla="*/ 6429 h 30241"/>
                <a:gd name="connsiteX6" fmla="*/ 12382 w 28575"/>
                <a:gd name="connsiteY6" fmla="*/ 714 h 30241"/>
                <a:gd name="connsiteX7" fmla="*/ 16193 w 28575"/>
                <a:gd name="connsiteY7" fmla="*/ 714 h 30241"/>
                <a:gd name="connsiteX8" fmla="*/ 26670 w 28575"/>
                <a:gd name="connsiteY8" fmla="*/ 6429 h 30241"/>
                <a:gd name="connsiteX9" fmla="*/ 28575 w 28575"/>
                <a:gd name="connsiteY9" fmla="*/ 9287 h 30241"/>
                <a:gd name="connsiteX10" fmla="*/ 28575 w 28575"/>
                <a:gd name="connsiteY10" fmla="*/ 21669 h 30241"/>
                <a:gd name="connsiteX11" fmla="*/ 26670 w 28575"/>
                <a:gd name="connsiteY11" fmla="*/ 24527 h 30241"/>
                <a:gd name="connsiteX12" fmla="*/ 16193 w 28575"/>
                <a:gd name="connsiteY12" fmla="*/ 30242 h 30241"/>
                <a:gd name="connsiteX13" fmla="*/ 14288 w 28575"/>
                <a:gd name="connsiteY13" fmla="*/ 30242 h 30241"/>
                <a:gd name="connsiteX14" fmla="*/ 6668 w 28575"/>
                <a:gd name="connsiteY14" fmla="*/ 18812 h 30241"/>
                <a:gd name="connsiteX15" fmla="*/ 14288 w 28575"/>
                <a:gd name="connsiteY15" fmla="*/ 22622 h 30241"/>
                <a:gd name="connsiteX16" fmla="*/ 21907 w 28575"/>
                <a:gd name="connsiteY16" fmla="*/ 18812 h 30241"/>
                <a:gd name="connsiteX17" fmla="*/ 21907 w 28575"/>
                <a:gd name="connsiteY17" fmla="*/ 10239 h 30241"/>
                <a:gd name="connsiteX18" fmla="*/ 14288 w 28575"/>
                <a:gd name="connsiteY18" fmla="*/ 6429 h 30241"/>
                <a:gd name="connsiteX19" fmla="*/ 6668 w 28575"/>
                <a:gd name="connsiteY19" fmla="*/ 10239 h 30241"/>
                <a:gd name="connsiteX20" fmla="*/ 6668 w 28575"/>
                <a:gd name="connsiteY20" fmla="*/ 18812 h 30241"/>
                <a:gd name="connsiteX21" fmla="*/ 24765 w 28575"/>
                <a:gd name="connsiteY21" fmla="*/ 20717 h 30241"/>
                <a:gd name="connsiteX22" fmla="*/ 24765 w 28575"/>
                <a:gd name="connsiteY22" fmla="*/ 20717 h 30241"/>
                <a:gd name="connsiteX23" fmla="*/ 24765 w 28575"/>
                <a:gd name="connsiteY23" fmla="*/ 20717 h 30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575" h="30241">
                  <a:moveTo>
                    <a:pt x="14288" y="30242"/>
                  </a:moveTo>
                  <a:cubicBezTo>
                    <a:pt x="13335" y="30242"/>
                    <a:pt x="13335" y="30242"/>
                    <a:pt x="12382" y="30242"/>
                  </a:cubicBezTo>
                  <a:lnTo>
                    <a:pt x="1905" y="24527"/>
                  </a:lnTo>
                  <a:cubicBezTo>
                    <a:pt x="952" y="23574"/>
                    <a:pt x="0" y="22622"/>
                    <a:pt x="0" y="21669"/>
                  </a:cubicBezTo>
                  <a:lnTo>
                    <a:pt x="0" y="9287"/>
                  </a:lnTo>
                  <a:cubicBezTo>
                    <a:pt x="0" y="8334"/>
                    <a:pt x="952" y="7382"/>
                    <a:pt x="1905" y="6429"/>
                  </a:cubicBezTo>
                  <a:lnTo>
                    <a:pt x="12382" y="714"/>
                  </a:lnTo>
                  <a:cubicBezTo>
                    <a:pt x="13335" y="-238"/>
                    <a:pt x="14288" y="-238"/>
                    <a:pt x="16193" y="714"/>
                  </a:cubicBezTo>
                  <a:lnTo>
                    <a:pt x="26670" y="6429"/>
                  </a:lnTo>
                  <a:cubicBezTo>
                    <a:pt x="27623" y="7382"/>
                    <a:pt x="28575" y="8334"/>
                    <a:pt x="28575" y="9287"/>
                  </a:cubicBezTo>
                  <a:lnTo>
                    <a:pt x="28575" y="21669"/>
                  </a:lnTo>
                  <a:cubicBezTo>
                    <a:pt x="28575" y="22622"/>
                    <a:pt x="27623" y="23574"/>
                    <a:pt x="26670" y="24527"/>
                  </a:cubicBezTo>
                  <a:lnTo>
                    <a:pt x="16193" y="30242"/>
                  </a:lnTo>
                  <a:cubicBezTo>
                    <a:pt x="15240" y="30242"/>
                    <a:pt x="14288" y="30242"/>
                    <a:pt x="14288" y="30242"/>
                  </a:cubicBezTo>
                  <a:close/>
                  <a:moveTo>
                    <a:pt x="6668" y="18812"/>
                  </a:moveTo>
                  <a:lnTo>
                    <a:pt x="14288" y="22622"/>
                  </a:lnTo>
                  <a:lnTo>
                    <a:pt x="21907" y="18812"/>
                  </a:lnTo>
                  <a:lnTo>
                    <a:pt x="21907" y="10239"/>
                  </a:lnTo>
                  <a:lnTo>
                    <a:pt x="14288" y="6429"/>
                  </a:lnTo>
                  <a:lnTo>
                    <a:pt x="6668" y="10239"/>
                  </a:lnTo>
                  <a:lnTo>
                    <a:pt x="6668" y="18812"/>
                  </a:lnTo>
                  <a:close/>
                  <a:moveTo>
                    <a:pt x="24765" y="20717"/>
                  </a:moveTo>
                  <a:lnTo>
                    <a:pt x="24765" y="20717"/>
                  </a:lnTo>
                  <a:lnTo>
                    <a:pt x="24765" y="2071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07EF7A79-701C-1F7A-A9C5-6C38B7C301FC}"/>
                </a:ext>
              </a:extLst>
            </p:cNvPr>
            <p:cNvSpPr/>
            <p:nvPr/>
          </p:nvSpPr>
          <p:spPr>
            <a:xfrm>
              <a:off x="9655492" y="4197429"/>
              <a:ext cx="28575" cy="30241"/>
            </a:xfrm>
            <a:custGeom>
              <a:avLst/>
              <a:gdLst>
                <a:gd name="connsiteX0" fmla="*/ 14288 w 28575"/>
                <a:gd name="connsiteY0" fmla="*/ 30242 h 30241"/>
                <a:gd name="connsiteX1" fmla="*/ 12382 w 28575"/>
                <a:gd name="connsiteY1" fmla="*/ 30242 h 30241"/>
                <a:gd name="connsiteX2" fmla="*/ 1905 w 28575"/>
                <a:gd name="connsiteY2" fmla="*/ 24527 h 30241"/>
                <a:gd name="connsiteX3" fmla="*/ 0 w 28575"/>
                <a:gd name="connsiteY3" fmla="*/ 21669 h 30241"/>
                <a:gd name="connsiteX4" fmla="*/ 0 w 28575"/>
                <a:gd name="connsiteY4" fmla="*/ 9287 h 30241"/>
                <a:gd name="connsiteX5" fmla="*/ 1905 w 28575"/>
                <a:gd name="connsiteY5" fmla="*/ 6429 h 30241"/>
                <a:gd name="connsiteX6" fmla="*/ 12382 w 28575"/>
                <a:gd name="connsiteY6" fmla="*/ 714 h 30241"/>
                <a:gd name="connsiteX7" fmla="*/ 16193 w 28575"/>
                <a:gd name="connsiteY7" fmla="*/ 714 h 30241"/>
                <a:gd name="connsiteX8" fmla="*/ 26670 w 28575"/>
                <a:gd name="connsiteY8" fmla="*/ 6429 h 30241"/>
                <a:gd name="connsiteX9" fmla="*/ 28575 w 28575"/>
                <a:gd name="connsiteY9" fmla="*/ 9287 h 30241"/>
                <a:gd name="connsiteX10" fmla="*/ 28575 w 28575"/>
                <a:gd name="connsiteY10" fmla="*/ 21669 h 30241"/>
                <a:gd name="connsiteX11" fmla="*/ 26670 w 28575"/>
                <a:gd name="connsiteY11" fmla="*/ 24527 h 30241"/>
                <a:gd name="connsiteX12" fmla="*/ 16193 w 28575"/>
                <a:gd name="connsiteY12" fmla="*/ 30242 h 30241"/>
                <a:gd name="connsiteX13" fmla="*/ 14288 w 28575"/>
                <a:gd name="connsiteY13" fmla="*/ 30242 h 30241"/>
                <a:gd name="connsiteX14" fmla="*/ 7620 w 28575"/>
                <a:gd name="connsiteY14" fmla="*/ 18812 h 30241"/>
                <a:gd name="connsiteX15" fmla="*/ 15240 w 28575"/>
                <a:gd name="connsiteY15" fmla="*/ 22622 h 30241"/>
                <a:gd name="connsiteX16" fmla="*/ 22860 w 28575"/>
                <a:gd name="connsiteY16" fmla="*/ 18812 h 30241"/>
                <a:gd name="connsiteX17" fmla="*/ 22860 w 28575"/>
                <a:gd name="connsiteY17" fmla="*/ 10239 h 30241"/>
                <a:gd name="connsiteX18" fmla="*/ 15240 w 28575"/>
                <a:gd name="connsiteY18" fmla="*/ 6429 h 30241"/>
                <a:gd name="connsiteX19" fmla="*/ 7620 w 28575"/>
                <a:gd name="connsiteY19" fmla="*/ 10239 h 30241"/>
                <a:gd name="connsiteX20" fmla="*/ 7620 w 28575"/>
                <a:gd name="connsiteY20" fmla="*/ 18812 h 30241"/>
                <a:gd name="connsiteX21" fmla="*/ 24765 w 28575"/>
                <a:gd name="connsiteY21" fmla="*/ 20717 h 30241"/>
                <a:gd name="connsiteX22" fmla="*/ 24765 w 28575"/>
                <a:gd name="connsiteY22" fmla="*/ 20717 h 30241"/>
                <a:gd name="connsiteX23" fmla="*/ 24765 w 28575"/>
                <a:gd name="connsiteY23" fmla="*/ 20717 h 30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575" h="30241">
                  <a:moveTo>
                    <a:pt x="14288" y="30242"/>
                  </a:moveTo>
                  <a:cubicBezTo>
                    <a:pt x="13335" y="30242"/>
                    <a:pt x="13335" y="30242"/>
                    <a:pt x="12382" y="30242"/>
                  </a:cubicBezTo>
                  <a:lnTo>
                    <a:pt x="1905" y="24527"/>
                  </a:lnTo>
                  <a:cubicBezTo>
                    <a:pt x="952" y="23574"/>
                    <a:pt x="0" y="22622"/>
                    <a:pt x="0" y="21669"/>
                  </a:cubicBezTo>
                  <a:lnTo>
                    <a:pt x="0" y="9287"/>
                  </a:lnTo>
                  <a:cubicBezTo>
                    <a:pt x="0" y="8334"/>
                    <a:pt x="952" y="7382"/>
                    <a:pt x="1905" y="6429"/>
                  </a:cubicBezTo>
                  <a:lnTo>
                    <a:pt x="12382" y="714"/>
                  </a:lnTo>
                  <a:cubicBezTo>
                    <a:pt x="13335" y="-238"/>
                    <a:pt x="14288" y="-238"/>
                    <a:pt x="16193" y="714"/>
                  </a:cubicBezTo>
                  <a:lnTo>
                    <a:pt x="26670" y="6429"/>
                  </a:lnTo>
                  <a:cubicBezTo>
                    <a:pt x="27622" y="7382"/>
                    <a:pt x="28575" y="8334"/>
                    <a:pt x="28575" y="9287"/>
                  </a:cubicBezTo>
                  <a:lnTo>
                    <a:pt x="28575" y="21669"/>
                  </a:lnTo>
                  <a:cubicBezTo>
                    <a:pt x="28575" y="22622"/>
                    <a:pt x="27622" y="23574"/>
                    <a:pt x="26670" y="24527"/>
                  </a:cubicBezTo>
                  <a:lnTo>
                    <a:pt x="16193" y="30242"/>
                  </a:lnTo>
                  <a:cubicBezTo>
                    <a:pt x="15240" y="30242"/>
                    <a:pt x="15240" y="30242"/>
                    <a:pt x="14288" y="30242"/>
                  </a:cubicBezTo>
                  <a:close/>
                  <a:moveTo>
                    <a:pt x="7620" y="18812"/>
                  </a:moveTo>
                  <a:lnTo>
                    <a:pt x="15240" y="22622"/>
                  </a:lnTo>
                  <a:lnTo>
                    <a:pt x="22860" y="18812"/>
                  </a:lnTo>
                  <a:lnTo>
                    <a:pt x="22860" y="10239"/>
                  </a:lnTo>
                  <a:lnTo>
                    <a:pt x="15240" y="6429"/>
                  </a:lnTo>
                  <a:lnTo>
                    <a:pt x="7620" y="10239"/>
                  </a:lnTo>
                  <a:lnTo>
                    <a:pt x="7620" y="18812"/>
                  </a:lnTo>
                  <a:close/>
                  <a:moveTo>
                    <a:pt x="24765" y="20717"/>
                  </a:moveTo>
                  <a:lnTo>
                    <a:pt x="24765" y="20717"/>
                  </a:lnTo>
                  <a:lnTo>
                    <a:pt x="24765" y="2071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18492AD4-513E-7C4B-694B-E8AFE77A2FA3}"/>
                </a:ext>
              </a:extLst>
            </p:cNvPr>
            <p:cNvSpPr/>
            <p:nvPr/>
          </p:nvSpPr>
          <p:spPr>
            <a:xfrm>
              <a:off x="9743122" y="4142184"/>
              <a:ext cx="121919" cy="138826"/>
            </a:xfrm>
            <a:custGeom>
              <a:avLst/>
              <a:gdLst>
                <a:gd name="connsiteX0" fmla="*/ 60960 w 121919"/>
                <a:gd name="connsiteY0" fmla="*/ 138827 h 138826"/>
                <a:gd name="connsiteX1" fmla="*/ 59055 w 121919"/>
                <a:gd name="connsiteY1" fmla="*/ 138827 h 138826"/>
                <a:gd name="connsiteX2" fmla="*/ 1905 w 121919"/>
                <a:gd name="connsiteY2" fmla="*/ 105489 h 138826"/>
                <a:gd name="connsiteX3" fmla="*/ 0 w 121919"/>
                <a:gd name="connsiteY3" fmla="*/ 102632 h 138826"/>
                <a:gd name="connsiteX4" fmla="*/ 0 w 121919"/>
                <a:gd name="connsiteY4" fmla="*/ 36909 h 138826"/>
                <a:gd name="connsiteX5" fmla="*/ 1905 w 121919"/>
                <a:gd name="connsiteY5" fmla="*/ 34052 h 138826"/>
                <a:gd name="connsiteX6" fmla="*/ 59055 w 121919"/>
                <a:gd name="connsiteY6" fmla="*/ 714 h 138826"/>
                <a:gd name="connsiteX7" fmla="*/ 62865 w 121919"/>
                <a:gd name="connsiteY7" fmla="*/ 714 h 138826"/>
                <a:gd name="connsiteX8" fmla="*/ 120015 w 121919"/>
                <a:gd name="connsiteY8" fmla="*/ 34052 h 138826"/>
                <a:gd name="connsiteX9" fmla="*/ 121920 w 121919"/>
                <a:gd name="connsiteY9" fmla="*/ 36909 h 138826"/>
                <a:gd name="connsiteX10" fmla="*/ 121920 w 121919"/>
                <a:gd name="connsiteY10" fmla="*/ 102632 h 138826"/>
                <a:gd name="connsiteX11" fmla="*/ 120015 w 121919"/>
                <a:gd name="connsiteY11" fmla="*/ 105489 h 138826"/>
                <a:gd name="connsiteX12" fmla="*/ 62865 w 121919"/>
                <a:gd name="connsiteY12" fmla="*/ 138827 h 138826"/>
                <a:gd name="connsiteX13" fmla="*/ 60960 w 121919"/>
                <a:gd name="connsiteY13" fmla="*/ 138827 h 138826"/>
                <a:gd name="connsiteX14" fmla="*/ 7620 w 121919"/>
                <a:gd name="connsiteY14" fmla="*/ 100727 h 138826"/>
                <a:gd name="connsiteX15" fmla="*/ 61913 w 121919"/>
                <a:gd name="connsiteY15" fmla="*/ 132159 h 138826"/>
                <a:gd name="connsiteX16" fmla="*/ 116205 w 121919"/>
                <a:gd name="connsiteY16" fmla="*/ 100727 h 138826"/>
                <a:gd name="connsiteX17" fmla="*/ 116205 w 121919"/>
                <a:gd name="connsiteY17" fmla="*/ 38814 h 138826"/>
                <a:gd name="connsiteX18" fmla="*/ 61913 w 121919"/>
                <a:gd name="connsiteY18" fmla="*/ 7382 h 138826"/>
                <a:gd name="connsiteX19" fmla="*/ 7620 w 121919"/>
                <a:gd name="connsiteY19" fmla="*/ 38814 h 138826"/>
                <a:gd name="connsiteX20" fmla="*/ 7620 w 121919"/>
                <a:gd name="connsiteY20" fmla="*/ 100727 h 138826"/>
                <a:gd name="connsiteX21" fmla="*/ 119063 w 121919"/>
                <a:gd name="connsiteY21" fmla="*/ 102632 h 138826"/>
                <a:gd name="connsiteX22" fmla="*/ 119063 w 121919"/>
                <a:gd name="connsiteY22" fmla="*/ 102632 h 138826"/>
                <a:gd name="connsiteX23" fmla="*/ 119063 w 121919"/>
                <a:gd name="connsiteY23" fmla="*/ 102632 h 13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1919" h="138826">
                  <a:moveTo>
                    <a:pt x="60960" y="138827"/>
                  </a:moveTo>
                  <a:cubicBezTo>
                    <a:pt x="60007" y="138827"/>
                    <a:pt x="60007" y="138827"/>
                    <a:pt x="59055" y="138827"/>
                  </a:cubicBezTo>
                  <a:lnTo>
                    <a:pt x="1905" y="105489"/>
                  </a:lnTo>
                  <a:cubicBezTo>
                    <a:pt x="952" y="104537"/>
                    <a:pt x="0" y="103584"/>
                    <a:pt x="0" y="102632"/>
                  </a:cubicBezTo>
                  <a:lnTo>
                    <a:pt x="0" y="36909"/>
                  </a:lnTo>
                  <a:cubicBezTo>
                    <a:pt x="0" y="35957"/>
                    <a:pt x="952" y="35004"/>
                    <a:pt x="1905" y="34052"/>
                  </a:cubicBezTo>
                  <a:lnTo>
                    <a:pt x="59055" y="714"/>
                  </a:lnTo>
                  <a:cubicBezTo>
                    <a:pt x="60007" y="-238"/>
                    <a:pt x="60960" y="-238"/>
                    <a:pt x="62865" y="714"/>
                  </a:cubicBezTo>
                  <a:lnTo>
                    <a:pt x="120015" y="34052"/>
                  </a:lnTo>
                  <a:cubicBezTo>
                    <a:pt x="120967" y="35004"/>
                    <a:pt x="121920" y="35957"/>
                    <a:pt x="121920" y="36909"/>
                  </a:cubicBezTo>
                  <a:lnTo>
                    <a:pt x="121920" y="102632"/>
                  </a:lnTo>
                  <a:cubicBezTo>
                    <a:pt x="121920" y="103584"/>
                    <a:pt x="120967" y="104537"/>
                    <a:pt x="120015" y="105489"/>
                  </a:cubicBezTo>
                  <a:lnTo>
                    <a:pt x="62865" y="138827"/>
                  </a:lnTo>
                  <a:cubicBezTo>
                    <a:pt x="62865" y="138827"/>
                    <a:pt x="61913" y="138827"/>
                    <a:pt x="60960" y="138827"/>
                  </a:cubicBezTo>
                  <a:close/>
                  <a:moveTo>
                    <a:pt x="7620" y="100727"/>
                  </a:moveTo>
                  <a:lnTo>
                    <a:pt x="61913" y="132159"/>
                  </a:lnTo>
                  <a:lnTo>
                    <a:pt x="116205" y="100727"/>
                  </a:lnTo>
                  <a:lnTo>
                    <a:pt x="116205" y="38814"/>
                  </a:lnTo>
                  <a:lnTo>
                    <a:pt x="61913" y="7382"/>
                  </a:lnTo>
                  <a:lnTo>
                    <a:pt x="7620" y="38814"/>
                  </a:lnTo>
                  <a:lnTo>
                    <a:pt x="7620" y="100727"/>
                  </a:lnTo>
                  <a:close/>
                  <a:moveTo>
                    <a:pt x="119063" y="102632"/>
                  </a:moveTo>
                  <a:lnTo>
                    <a:pt x="119063" y="102632"/>
                  </a:lnTo>
                  <a:lnTo>
                    <a:pt x="119063" y="1026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C64E17B8-1E78-B048-FF90-144AFB8F679C}"/>
                </a:ext>
              </a:extLst>
            </p:cNvPr>
            <p:cNvSpPr/>
            <p:nvPr/>
          </p:nvSpPr>
          <p:spPr>
            <a:xfrm>
              <a:off x="9689156" y="4145130"/>
              <a:ext cx="230803" cy="134928"/>
            </a:xfrm>
            <a:custGeom>
              <a:avLst/>
              <a:gdLst>
                <a:gd name="connsiteX0" fmla="*/ 227320 w 230803"/>
                <a:gd name="connsiteY0" fmla="*/ 134928 h 134928"/>
                <a:gd name="connsiteX1" fmla="*/ 225416 w 230803"/>
                <a:gd name="connsiteY1" fmla="*/ 134928 h 134928"/>
                <a:gd name="connsiteX2" fmla="*/ 1578 w 230803"/>
                <a:gd name="connsiteY2" fmla="*/ 6341 h 134928"/>
                <a:gd name="connsiteX3" fmla="*/ 625 w 230803"/>
                <a:gd name="connsiteY3" fmla="*/ 1578 h 134928"/>
                <a:gd name="connsiteX4" fmla="*/ 5388 w 230803"/>
                <a:gd name="connsiteY4" fmla="*/ 626 h 134928"/>
                <a:gd name="connsiteX5" fmla="*/ 229225 w 230803"/>
                <a:gd name="connsiteY5" fmla="*/ 129213 h 134928"/>
                <a:gd name="connsiteX6" fmla="*/ 230178 w 230803"/>
                <a:gd name="connsiteY6" fmla="*/ 133976 h 134928"/>
                <a:gd name="connsiteX7" fmla="*/ 227320 w 230803"/>
                <a:gd name="connsiteY7" fmla="*/ 134928 h 134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803" h="134928">
                  <a:moveTo>
                    <a:pt x="227320" y="134928"/>
                  </a:moveTo>
                  <a:cubicBezTo>
                    <a:pt x="226368" y="134928"/>
                    <a:pt x="226368" y="134928"/>
                    <a:pt x="225416" y="134928"/>
                  </a:cubicBezTo>
                  <a:lnTo>
                    <a:pt x="1578" y="6341"/>
                  </a:lnTo>
                  <a:cubicBezTo>
                    <a:pt x="-327" y="5388"/>
                    <a:pt x="-327" y="3483"/>
                    <a:pt x="625" y="1578"/>
                  </a:cubicBezTo>
                  <a:cubicBezTo>
                    <a:pt x="1578" y="-327"/>
                    <a:pt x="3483" y="-327"/>
                    <a:pt x="5388" y="626"/>
                  </a:cubicBezTo>
                  <a:lnTo>
                    <a:pt x="229225" y="129213"/>
                  </a:lnTo>
                  <a:cubicBezTo>
                    <a:pt x="231131" y="130166"/>
                    <a:pt x="231131" y="132071"/>
                    <a:pt x="230178" y="133976"/>
                  </a:cubicBezTo>
                  <a:cubicBezTo>
                    <a:pt x="229225" y="133976"/>
                    <a:pt x="228273" y="134928"/>
                    <a:pt x="227320" y="1349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1567D70-2108-288D-25ED-3CFF1CCEFA65}"/>
                </a:ext>
              </a:extLst>
            </p:cNvPr>
            <p:cNvSpPr/>
            <p:nvPr/>
          </p:nvSpPr>
          <p:spPr>
            <a:xfrm>
              <a:off x="9689387" y="4144409"/>
              <a:ext cx="230341" cy="135649"/>
            </a:xfrm>
            <a:custGeom>
              <a:avLst/>
              <a:gdLst>
                <a:gd name="connsiteX0" fmla="*/ 3252 w 230341"/>
                <a:gd name="connsiteY0" fmla="*/ 135650 h 135649"/>
                <a:gd name="connsiteX1" fmla="*/ 394 w 230341"/>
                <a:gd name="connsiteY1" fmla="*/ 133745 h 135649"/>
                <a:gd name="connsiteX2" fmla="*/ 1347 w 230341"/>
                <a:gd name="connsiteY2" fmla="*/ 128982 h 135649"/>
                <a:gd name="connsiteX3" fmla="*/ 225185 w 230341"/>
                <a:gd name="connsiteY3" fmla="*/ 395 h 135649"/>
                <a:gd name="connsiteX4" fmla="*/ 229947 w 230341"/>
                <a:gd name="connsiteY4" fmla="*/ 1347 h 135649"/>
                <a:gd name="connsiteX5" fmla="*/ 228994 w 230341"/>
                <a:gd name="connsiteY5" fmla="*/ 6110 h 135649"/>
                <a:gd name="connsiteX6" fmla="*/ 5157 w 230341"/>
                <a:gd name="connsiteY6" fmla="*/ 134697 h 135649"/>
                <a:gd name="connsiteX7" fmla="*/ 3252 w 230341"/>
                <a:gd name="connsiteY7" fmla="*/ 135650 h 135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341" h="135649">
                  <a:moveTo>
                    <a:pt x="3252" y="135650"/>
                  </a:moveTo>
                  <a:cubicBezTo>
                    <a:pt x="2300" y="135650"/>
                    <a:pt x="1347" y="134697"/>
                    <a:pt x="394" y="133745"/>
                  </a:cubicBezTo>
                  <a:cubicBezTo>
                    <a:pt x="-558" y="131840"/>
                    <a:pt x="394" y="129935"/>
                    <a:pt x="1347" y="128982"/>
                  </a:cubicBezTo>
                  <a:lnTo>
                    <a:pt x="225185" y="395"/>
                  </a:lnTo>
                  <a:cubicBezTo>
                    <a:pt x="227089" y="-558"/>
                    <a:pt x="228994" y="395"/>
                    <a:pt x="229947" y="1347"/>
                  </a:cubicBezTo>
                  <a:cubicBezTo>
                    <a:pt x="230900" y="3252"/>
                    <a:pt x="229947" y="5157"/>
                    <a:pt x="228994" y="6110"/>
                  </a:cubicBezTo>
                  <a:lnTo>
                    <a:pt x="5157" y="134697"/>
                  </a:lnTo>
                  <a:cubicBezTo>
                    <a:pt x="4205" y="134697"/>
                    <a:pt x="4205" y="135650"/>
                    <a:pt x="3252" y="13565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97C60BCC-F4A6-530C-A84C-BA1FE38B5A8D}"/>
                </a:ext>
              </a:extLst>
            </p:cNvPr>
            <p:cNvSpPr/>
            <p:nvPr/>
          </p:nvSpPr>
          <p:spPr>
            <a:xfrm>
              <a:off x="9800272" y="4078128"/>
              <a:ext cx="7619" cy="265747"/>
            </a:xfrm>
            <a:custGeom>
              <a:avLst/>
              <a:gdLst>
                <a:gd name="connsiteX0" fmla="*/ 3810 w 7619"/>
                <a:gd name="connsiteY0" fmla="*/ 265748 h 265747"/>
                <a:gd name="connsiteX1" fmla="*/ 0 w 7619"/>
                <a:gd name="connsiteY1" fmla="*/ 261938 h 265747"/>
                <a:gd name="connsiteX2" fmla="*/ 0 w 7619"/>
                <a:gd name="connsiteY2" fmla="*/ 3810 h 265747"/>
                <a:gd name="connsiteX3" fmla="*/ 3810 w 7619"/>
                <a:gd name="connsiteY3" fmla="*/ 0 h 265747"/>
                <a:gd name="connsiteX4" fmla="*/ 7620 w 7619"/>
                <a:gd name="connsiteY4" fmla="*/ 3810 h 265747"/>
                <a:gd name="connsiteX5" fmla="*/ 7620 w 7619"/>
                <a:gd name="connsiteY5" fmla="*/ 261938 h 265747"/>
                <a:gd name="connsiteX6" fmla="*/ 3810 w 7619"/>
                <a:gd name="connsiteY6" fmla="*/ 265748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19" h="265747">
                  <a:moveTo>
                    <a:pt x="3810" y="265748"/>
                  </a:moveTo>
                  <a:cubicBezTo>
                    <a:pt x="1905" y="265748"/>
                    <a:pt x="0" y="263842"/>
                    <a:pt x="0" y="261938"/>
                  </a:cubicBezTo>
                  <a:lnTo>
                    <a:pt x="0" y="3810"/>
                  </a:lnTo>
                  <a:cubicBezTo>
                    <a:pt x="0" y="1905"/>
                    <a:pt x="1905" y="0"/>
                    <a:pt x="3810" y="0"/>
                  </a:cubicBezTo>
                  <a:cubicBezTo>
                    <a:pt x="5715" y="0"/>
                    <a:pt x="7620" y="1905"/>
                    <a:pt x="7620" y="3810"/>
                  </a:cubicBezTo>
                  <a:lnTo>
                    <a:pt x="7620" y="261938"/>
                  </a:lnTo>
                  <a:cubicBezTo>
                    <a:pt x="7620" y="264795"/>
                    <a:pt x="5715" y="265748"/>
                    <a:pt x="3810" y="26574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sp>
        <p:nvSpPr>
          <p:cNvPr id="279" name="Freeform: Shape 278">
            <a:extLst>
              <a:ext uri="{FF2B5EF4-FFF2-40B4-BE49-F238E27FC236}">
                <a16:creationId xmlns:a16="http://schemas.microsoft.com/office/drawing/2014/main" id="{6CF2D4CC-1184-B8F7-3780-149FCC858B35}"/>
              </a:ext>
            </a:extLst>
          </p:cNvPr>
          <p:cNvSpPr/>
          <p:nvPr/>
        </p:nvSpPr>
        <p:spPr>
          <a:xfrm>
            <a:off x="11393391" y="2600081"/>
            <a:ext cx="31349" cy="31219"/>
          </a:xfrm>
          <a:custGeom>
            <a:avLst/>
            <a:gdLst>
              <a:gd name="connsiteX0" fmla="*/ 12382 w 24868"/>
              <a:gd name="connsiteY0" fmla="*/ 24765 h 24765"/>
              <a:gd name="connsiteX1" fmla="*/ 0 w 24868"/>
              <a:gd name="connsiteY1" fmla="*/ 12383 h 24765"/>
              <a:gd name="connsiteX2" fmla="*/ 12382 w 24868"/>
              <a:gd name="connsiteY2" fmla="*/ 0 h 24765"/>
              <a:gd name="connsiteX3" fmla="*/ 24765 w 24868"/>
              <a:gd name="connsiteY3" fmla="*/ 12383 h 24765"/>
              <a:gd name="connsiteX4" fmla="*/ 12382 w 24868"/>
              <a:gd name="connsiteY4" fmla="*/ 24765 h 24765"/>
              <a:gd name="connsiteX5" fmla="*/ 12382 w 24868"/>
              <a:gd name="connsiteY5" fmla="*/ 1905 h 24765"/>
              <a:gd name="connsiteX6" fmla="*/ 2857 w 24868"/>
              <a:gd name="connsiteY6" fmla="*/ 11430 h 24765"/>
              <a:gd name="connsiteX7" fmla="*/ 12382 w 24868"/>
              <a:gd name="connsiteY7" fmla="*/ 20955 h 24765"/>
              <a:gd name="connsiteX8" fmla="*/ 21907 w 24868"/>
              <a:gd name="connsiteY8" fmla="*/ 11430 h 24765"/>
              <a:gd name="connsiteX9" fmla="*/ 12382 w 24868"/>
              <a:gd name="connsiteY9" fmla="*/ 1905 h 24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868" h="24765">
                <a:moveTo>
                  <a:pt x="12382" y="24765"/>
                </a:moveTo>
                <a:cubicBezTo>
                  <a:pt x="5715" y="24765"/>
                  <a:pt x="0" y="19050"/>
                  <a:pt x="0" y="12383"/>
                </a:cubicBezTo>
                <a:cubicBezTo>
                  <a:pt x="0" y="5715"/>
                  <a:pt x="5715" y="0"/>
                  <a:pt x="12382" y="0"/>
                </a:cubicBezTo>
                <a:cubicBezTo>
                  <a:pt x="19050" y="0"/>
                  <a:pt x="24765" y="5715"/>
                  <a:pt x="24765" y="12383"/>
                </a:cubicBezTo>
                <a:cubicBezTo>
                  <a:pt x="25718" y="19050"/>
                  <a:pt x="20002" y="24765"/>
                  <a:pt x="12382" y="24765"/>
                </a:cubicBezTo>
                <a:close/>
                <a:moveTo>
                  <a:pt x="12382" y="1905"/>
                </a:moveTo>
                <a:cubicBezTo>
                  <a:pt x="7620" y="1905"/>
                  <a:pt x="2857" y="5715"/>
                  <a:pt x="2857" y="11430"/>
                </a:cubicBezTo>
                <a:cubicBezTo>
                  <a:pt x="2857" y="16192"/>
                  <a:pt x="6668" y="20955"/>
                  <a:pt x="12382" y="20955"/>
                </a:cubicBezTo>
                <a:cubicBezTo>
                  <a:pt x="17145" y="20955"/>
                  <a:pt x="21907" y="17145"/>
                  <a:pt x="21907" y="11430"/>
                </a:cubicBezTo>
                <a:cubicBezTo>
                  <a:pt x="21907" y="6667"/>
                  <a:pt x="18098" y="1905"/>
                  <a:pt x="12382" y="190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80" name="Freeform: Shape 279">
            <a:extLst>
              <a:ext uri="{FF2B5EF4-FFF2-40B4-BE49-F238E27FC236}">
                <a16:creationId xmlns:a16="http://schemas.microsoft.com/office/drawing/2014/main" id="{D0F11B21-A5E0-B015-0D1E-B08E8FDA4101}"/>
              </a:ext>
            </a:extLst>
          </p:cNvPr>
          <p:cNvSpPr/>
          <p:nvPr/>
        </p:nvSpPr>
        <p:spPr>
          <a:xfrm>
            <a:off x="11392190" y="2607268"/>
            <a:ext cx="14408" cy="14408"/>
          </a:xfrm>
          <a:custGeom>
            <a:avLst/>
            <a:gdLst>
              <a:gd name="connsiteX0" fmla="*/ 0 w 11429"/>
              <a:gd name="connsiteY0" fmla="*/ 5715 h 11429"/>
              <a:gd name="connsiteX1" fmla="*/ 5715 w 11429"/>
              <a:gd name="connsiteY1" fmla="*/ 0 h 11429"/>
              <a:gd name="connsiteX2" fmla="*/ 11430 w 11429"/>
              <a:gd name="connsiteY2" fmla="*/ 5715 h 11429"/>
              <a:gd name="connsiteX3" fmla="*/ 5715 w 11429"/>
              <a:gd name="connsiteY3" fmla="*/ 11430 h 11429"/>
              <a:gd name="connsiteX4" fmla="*/ 0 w 11429"/>
              <a:gd name="connsiteY4" fmla="*/ 5715 h 1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29" h="11429">
                <a:moveTo>
                  <a:pt x="0" y="5715"/>
                </a:moveTo>
                <a:cubicBezTo>
                  <a:pt x="0" y="2857"/>
                  <a:pt x="2857" y="0"/>
                  <a:pt x="5715" y="0"/>
                </a:cubicBezTo>
                <a:cubicBezTo>
                  <a:pt x="8572" y="0"/>
                  <a:pt x="11430" y="2857"/>
                  <a:pt x="11430" y="5715"/>
                </a:cubicBezTo>
                <a:cubicBezTo>
                  <a:pt x="11430" y="8572"/>
                  <a:pt x="8572" y="11430"/>
                  <a:pt x="5715" y="11430"/>
                </a:cubicBezTo>
                <a:cubicBezTo>
                  <a:pt x="2857" y="11430"/>
                  <a:pt x="0" y="8572"/>
                  <a:pt x="0" y="5715"/>
                </a:cubicBezTo>
                <a:close/>
              </a:path>
            </a:pathLst>
          </a:custGeom>
          <a:solidFill>
            <a:srgbClr val="72CEE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81" name="Freeform: Shape 280">
            <a:extLst>
              <a:ext uri="{FF2B5EF4-FFF2-40B4-BE49-F238E27FC236}">
                <a16:creationId xmlns:a16="http://schemas.microsoft.com/office/drawing/2014/main" id="{C66B60B2-1155-D196-9CFB-1BE2EA483FC1}"/>
              </a:ext>
            </a:extLst>
          </p:cNvPr>
          <p:cNvSpPr/>
          <p:nvPr/>
        </p:nvSpPr>
        <p:spPr>
          <a:xfrm>
            <a:off x="11433014" y="2612071"/>
            <a:ext cx="49230" cy="4801"/>
          </a:xfrm>
          <a:custGeom>
            <a:avLst/>
            <a:gdLst>
              <a:gd name="connsiteX0" fmla="*/ 37148 w 39052"/>
              <a:gd name="connsiteY0" fmla="*/ 3810 h 3809"/>
              <a:gd name="connsiteX1" fmla="*/ 1905 w 39052"/>
              <a:gd name="connsiteY1" fmla="*/ 3810 h 3809"/>
              <a:gd name="connsiteX2" fmla="*/ 0 w 39052"/>
              <a:gd name="connsiteY2" fmla="*/ 1905 h 3809"/>
              <a:gd name="connsiteX3" fmla="*/ 1905 w 39052"/>
              <a:gd name="connsiteY3" fmla="*/ 0 h 3809"/>
              <a:gd name="connsiteX4" fmla="*/ 37148 w 39052"/>
              <a:gd name="connsiteY4" fmla="*/ 0 h 3809"/>
              <a:gd name="connsiteX5" fmla="*/ 39053 w 39052"/>
              <a:gd name="connsiteY5" fmla="*/ 1905 h 3809"/>
              <a:gd name="connsiteX6" fmla="*/ 37148 w 39052"/>
              <a:gd name="connsiteY6" fmla="*/ 3810 h 3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052" h="3809">
                <a:moveTo>
                  <a:pt x="37148" y="3810"/>
                </a:moveTo>
                <a:lnTo>
                  <a:pt x="1905" y="3810"/>
                </a:lnTo>
                <a:cubicBezTo>
                  <a:pt x="953" y="3810"/>
                  <a:pt x="0" y="2858"/>
                  <a:pt x="0" y="1905"/>
                </a:cubicBezTo>
                <a:cubicBezTo>
                  <a:pt x="0" y="953"/>
                  <a:pt x="953" y="0"/>
                  <a:pt x="1905" y="0"/>
                </a:cubicBezTo>
                <a:lnTo>
                  <a:pt x="37148" y="0"/>
                </a:lnTo>
                <a:cubicBezTo>
                  <a:pt x="38100" y="0"/>
                  <a:pt x="39053" y="953"/>
                  <a:pt x="39053" y="1905"/>
                </a:cubicBezTo>
                <a:cubicBezTo>
                  <a:pt x="39053" y="2858"/>
                  <a:pt x="38100" y="3810"/>
                  <a:pt x="37148" y="381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82" name="Freeform: Shape 281">
            <a:extLst>
              <a:ext uri="{FF2B5EF4-FFF2-40B4-BE49-F238E27FC236}">
                <a16:creationId xmlns:a16="http://schemas.microsoft.com/office/drawing/2014/main" id="{E7DE8CBE-ED99-93CA-E2A9-E94B139B6E10}"/>
              </a:ext>
            </a:extLst>
          </p:cNvPr>
          <p:cNvSpPr/>
          <p:nvPr/>
        </p:nvSpPr>
        <p:spPr>
          <a:xfrm>
            <a:off x="11327350" y="2612037"/>
            <a:ext cx="49230" cy="4801"/>
          </a:xfrm>
          <a:custGeom>
            <a:avLst/>
            <a:gdLst>
              <a:gd name="connsiteX0" fmla="*/ 37148 w 39052"/>
              <a:gd name="connsiteY0" fmla="*/ 3810 h 3809"/>
              <a:gd name="connsiteX1" fmla="*/ 1905 w 39052"/>
              <a:gd name="connsiteY1" fmla="*/ 3810 h 3809"/>
              <a:gd name="connsiteX2" fmla="*/ 0 w 39052"/>
              <a:gd name="connsiteY2" fmla="*/ 1905 h 3809"/>
              <a:gd name="connsiteX3" fmla="*/ 1905 w 39052"/>
              <a:gd name="connsiteY3" fmla="*/ 0 h 3809"/>
              <a:gd name="connsiteX4" fmla="*/ 37148 w 39052"/>
              <a:gd name="connsiteY4" fmla="*/ 0 h 3809"/>
              <a:gd name="connsiteX5" fmla="*/ 39052 w 39052"/>
              <a:gd name="connsiteY5" fmla="*/ 1905 h 3809"/>
              <a:gd name="connsiteX6" fmla="*/ 37148 w 39052"/>
              <a:gd name="connsiteY6" fmla="*/ 3810 h 3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052" h="3809">
                <a:moveTo>
                  <a:pt x="37148" y="3810"/>
                </a:moveTo>
                <a:lnTo>
                  <a:pt x="1905" y="3810"/>
                </a:lnTo>
                <a:cubicBezTo>
                  <a:pt x="952" y="3810"/>
                  <a:pt x="0" y="2858"/>
                  <a:pt x="0" y="1905"/>
                </a:cubicBezTo>
                <a:cubicBezTo>
                  <a:pt x="0" y="953"/>
                  <a:pt x="952" y="0"/>
                  <a:pt x="1905" y="0"/>
                </a:cubicBezTo>
                <a:lnTo>
                  <a:pt x="37148" y="0"/>
                </a:lnTo>
                <a:cubicBezTo>
                  <a:pt x="38100" y="0"/>
                  <a:pt x="39052" y="953"/>
                  <a:pt x="39052" y="1905"/>
                </a:cubicBezTo>
                <a:cubicBezTo>
                  <a:pt x="39052" y="2858"/>
                  <a:pt x="38100" y="3810"/>
                  <a:pt x="37148" y="381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83" name="Freeform: Shape 282">
            <a:extLst>
              <a:ext uri="{FF2B5EF4-FFF2-40B4-BE49-F238E27FC236}">
                <a16:creationId xmlns:a16="http://schemas.microsoft.com/office/drawing/2014/main" id="{06B5A804-84D5-17D5-CCF7-C6768E2FE999}"/>
              </a:ext>
            </a:extLst>
          </p:cNvPr>
          <p:cNvSpPr/>
          <p:nvPr/>
        </p:nvSpPr>
        <p:spPr>
          <a:xfrm>
            <a:off x="8978712" y="2667269"/>
            <a:ext cx="875336" cy="12008"/>
          </a:xfrm>
          <a:custGeom>
            <a:avLst/>
            <a:gdLst>
              <a:gd name="connsiteX0" fmla="*/ 687705 w 694372"/>
              <a:gd name="connsiteY0" fmla="*/ 9525 h 9525"/>
              <a:gd name="connsiteX1" fmla="*/ 6667 w 694372"/>
              <a:gd name="connsiteY1" fmla="*/ 9525 h 9525"/>
              <a:gd name="connsiteX2" fmla="*/ 0 w 694372"/>
              <a:gd name="connsiteY2" fmla="*/ 4763 h 9525"/>
              <a:gd name="connsiteX3" fmla="*/ 6667 w 694372"/>
              <a:gd name="connsiteY3" fmla="*/ 0 h 9525"/>
              <a:gd name="connsiteX4" fmla="*/ 687705 w 694372"/>
              <a:gd name="connsiteY4" fmla="*/ 0 h 9525"/>
              <a:gd name="connsiteX5" fmla="*/ 694372 w 694372"/>
              <a:gd name="connsiteY5" fmla="*/ 4763 h 9525"/>
              <a:gd name="connsiteX6" fmla="*/ 687705 w 694372"/>
              <a:gd name="connsiteY6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4372" h="9525">
                <a:moveTo>
                  <a:pt x="687705" y="9525"/>
                </a:moveTo>
                <a:lnTo>
                  <a:pt x="6667" y="9525"/>
                </a:lnTo>
                <a:cubicBezTo>
                  <a:pt x="2857" y="9525"/>
                  <a:pt x="0" y="7620"/>
                  <a:pt x="0" y="4763"/>
                </a:cubicBezTo>
                <a:cubicBezTo>
                  <a:pt x="0" y="1905"/>
                  <a:pt x="2857" y="0"/>
                  <a:pt x="6667" y="0"/>
                </a:cubicBezTo>
                <a:lnTo>
                  <a:pt x="687705" y="0"/>
                </a:lnTo>
                <a:cubicBezTo>
                  <a:pt x="691515" y="0"/>
                  <a:pt x="694372" y="1905"/>
                  <a:pt x="694372" y="4763"/>
                </a:cubicBezTo>
                <a:cubicBezTo>
                  <a:pt x="694372" y="7620"/>
                  <a:pt x="691515" y="9525"/>
                  <a:pt x="687705" y="952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84" name="Freeform: Shape 283">
            <a:extLst>
              <a:ext uri="{FF2B5EF4-FFF2-40B4-BE49-F238E27FC236}">
                <a16:creationId xmlns:a16="http://schemas.microsoft.com/office/drawing/2014/main" id="{E8ECB510-AAE4-6606-CBE4-1A40A5FFE6D5}"/>
              </a:ext>
            </a:extLst>
          </p:cNvPr>
          <p:cNvSpPr/>
          <p:nvPr/>
        </p:nvSpPr>
        <p:spPr>
          <a:xfrm>
            <a:off x="9873265" y="2667221"/>
            <a:ext cx="58835" cy="12008"/>
          </a:xfrm>
          <a:custGeom>
            <a:avLst/>
            <a:gdLst>
              <a:gd name="connsiteX0" fmla="*/ 40005 w 46672"/>
              <a:gd name="connsiteY0" fmla="*/ 9525 h 9525"/>
              <a:gd name="connsiteX1" fmla="*/ 6667 w 46672"/>
              <a:gd name="connsiteY1" fmla="*/ 9525 h 9525"/>
              <a:gd name="connsiteX2" fmla="*/ 0 w 46672"/>
              <a:gd name="connsiteY2" fmla="*/ 4763 h 9525"/>
              <a:gd name="connsiteX3" fmla="*/ 6667 w 46672"/>
              <a:gd name="connsiteY3" fmla="*/ 0 h 9525"/>
              <a:gd name="connsiteX4" fmla="*/ 40005 w 46672"/>
              <a:gd name="connsiteY4" fmla="*/ 0 h 9525"/>
              <a:gd name="connsiteX5" fmla="*/ 46672 w 46672"/>
              <a:gd name="connsiteY5" fmla="*/ 4763 h 9525"/>
              <a:gd name="connsiteX6" fmla="*/ 40005 w 46672"/>
              <a:gd name="connsiteY6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72" h="9525">
                <a:moveTo>
                  <a:pt x="40005" y="9525"/>
                </a:moveTo>
                <a:lnTo>
                  <a:pt x="6667" y="9525"/>
                </a:lnTo>
                <a:cubicBezTo>
                  <a:pt x="2857" y="9525"/>
                  <a:pt x="0" y="7620"/>
                  <a:pt x="0" y="4763"/>
                </a:cubicBezTo>
                <a:cubicBezTo>
                  <a:pt x="0" y="1905"/>
                  <a:pt x="2857" y="0"/>
                  <a:pt x="6667" y="0"/>
                </a:cubicBezTo>
                <a:lnTo>
                  <a:pt x="40005" y="0"/>
                </a:lnTo>
                <a:cubicBezTo>
                  <a:pt x="43815" y="0"/>
                  <a:pt x="46672" y="1905"/>
                  <a:pt x="46672" y="4763"/>
                </a:cubicBezTo>
                <a:cubicBezTo>
                  <a:pt x="46672" y="7620"/>
                  <a:pt x="43815" y="9525"/>
                  <a:pt x="40005" y="952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85" name="Freeform: Shape 284">
            <a:extLst>
              <a:ext uri="{FF2B5EF4-FFF2-40B4-BE49-F238E27FC236}">
                <a16:creationId xmlns:a16="http://schemas.microsoft.com/office/drawing/2014/main" id="{F35DF64F-5666-9866-6E2F-756BA08FB9DE}"/>
              </a:ext>
            </a:extLst>
          </p:cNvPr>
          <p:cNvSpPr/>
          <p:nvPr/>
        </p:nvSpPr>
        <p:spPr>
          <a:xfrm>
            <a:off x="11246911" y="2691502"/>
            <a:ext cx="193317" cy="12008"/>
          </a:xfrm>
          <a:custGeom>
            <a:avLst/>
            <a:gdLst>
              <a:gd name="connsiteX0" fmla="*/ 148590 w 153352"/>
              <a:gd name="connsiteY0" fmla="*/ 9525 h 9525"/>
              <a:gd name="connsiteX1" fmla="*/ 4763 w 153352"/>
              <a:gd name="connsiteY1" fmla="*/ 9525 h 9525"/>
              <a:gd name="connsiteX2" fmla="*/ 0 w 153352"/>
              <a:gd name="connsiteY2" fmla="*/ 4763 h 9525"/>
              <a:gd name="connsiteX3" fmla="*/ 4763 w 153352"/>
              <a:gd name="connsiteY3" fmla="*/ 0 h 9525"/>
              <a:gd name="connsiteX4" fmla="*/ 148590 w 153352"/>
              <a:gd name="connsiteY4" fmla="*/ 0 h 9525"/>
              <a:gd name="connsiteX5" fmla="*/ 153353 w 153352"/>
              <a:gd name="connsiteY5" fmla="*/ 4763 h 9525"/>
              <a:gd name="connsiteX6" fmla="*/ 148590 w 153352"/>
              <a:gd name="connsiteY6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3352" h="9525">
                <a:moveTo>
                  <a:pt x="148590" y="9525"/>
                </a:moveTo>
                <a:lnTo>
                  <a:pt x="4763" y="9525"/>
                </a:lnTo>
                <a:cubicBezTo>
                  <a:pt x="1905" y="9525"/>
                  <a:pt x="0" y="7620"/>
                  <a:pt x="0" y="4763"/>
                </a:cubicBezTo>
                <a:cubicBezTo>
                  <a:pt x="0" y="1905"/>
                  <a:pt x="1905" y="0"/>
                  <a:pt x="4763" y="0"/>
                </a:cubicBezTo>
                <a:lnTo>
                  <a:pt x="148590" y="0"/>
                </a:lnTo>
                <a:cubicBezTo>
                  <a:pt x="151448" y="0"/>
                  <a:pt x="153353" y="1905"/>
                  <a:pt x="153353" y="4763"/>
                </a:cubicBezTo>
                <a:cubicBezTo>
                  <a:pt x="153353" y="7620"/>
                  <a:pt x="151448" y="9525"/>
                  <a:pt x="148590" y="952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86" name="Freeform: Shape 285">
            <a:extLst>
              <a:ext uri="{FF2B5EF4-FFF2-40B4-BE49-F238E27FC236}">
                <a16:creationId xmlns:a16="http://schemas.microsoft.com/office/drawing/2014/main" id="{5E8B8DC8-5CB1-2832-22A9-DFDDFE6437B5}"/>
              </a:ext>
            </a:extLst>
          </p:cNvPr>
          <p:cNvSpPr/>
          <p:nvPr/>
        </p:nvSpPr>
        <p:spPr>
          <a:xfrm>
            <a:off x="11455811" y="2691577"/>
            <a:ext cx="40823" cy="12008"/>
          </a:xfrm>
          <a:custGeom>
            <a:avLst/>
            <a:gdLst>
              <a:gd name="connsiteX0" fmla="*/ 27622 w 32384"/>
              <a:gd name="connsiteY0" fmla="*/ 9525 h 9525"/>
              <a:gd name="connsiteX1" fmla="*/ 4763 w 32384"/>
              <a:gd name="connsiteY1" fmla="*/ 9525 h 9525"/>
              <a:gd name="connsiteX2" fmla="*/ 0 w 32384"/>
              <a:gd name="connsiteY2" fmla="*/ 4763 h 9525"/>
              <a:gd name="connsiteX3" fmla="*/ 4763 w 32384"/>
              <a:gd name="connsiteY3" fmla="*/ 0 h 9525"/>
              <a:gd name="connsiteX4" fmla="*/ 27622 w 32384"/>
              <a:gd name="connsiteY4" fmla="*/ 0 h 9525"/>
              <a:gd name="connsiteX5" fmla="*/ 32385 w 32384"/>
              <a:gd name="connsiteY5" fmla="*/ 4763 h 9525"/>
              <a:gd name="connsiteX6" fmla="*/ 27622 w 32384"/>
              <a:gd name="connsiteY6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84" h="9525">
                <a:moveTo>
                  <a:pt x="27622" y="9525"/>
                </a:moveTo>
                <a:lnTo>
                  <a:pt x="4763" y="9525"/>
                </a:lnTo>
                <a:cubicBezTo>
                  <a:pt x="1905" y="9525"/>
                  <a:pt x="0" y="7620"/>
                  <a:pt x="0" y="4763"/>
                </a:cubicBezTo>
                <a:cubicBezTo>
                  <a:pt x="0" y="1905"/>
                  <a:pt x="1905" y="0"/>
                  <a:pt x="4763" y="0"/>
                </a:cubicBezTo>
                <a:lnTo>
                  <a:pt x="27622" y="0"/>
                </a:lnTo>
                <a:cubicBezTo>
                  <a:pt x="30480" y="0"/>
                  <a:pt x="32385" y="1905"/>
                  <a:pt x="32385" y="4763"/>
                </a:cubicBezTo>
                <a:cubicBezTo>
                  <a:pt x="32385" y="7620"/>
                  <a:pt x="30480" y="9525"/>
                  <a:pt x="27622" y="952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87" name="Freeform: Shape 286">
            <a:extLst>
              <a:ext uri="{FF2B5EF4-FFF2-40B4-BE49-F238E27FC236}">
                <a16:creationId xmlns:a16="http://schemas.microsoft.com/office/drawing/2014/main" id="{D774E457-883B-6457-EF89-BAF3D3C2ADF2}"/>
              </a:ext>
            </a:extLst>
          </p:cNvPr>
          <p:cNvSpPr/>
          <p:nvPr/>
        </p:nvSpPr>
        <p:spPr>
          <a:xfrm>
            <a:off x="8006981" y="1790139"/>
            <a:ext cx="51864" cy="34821"/>
          </a:xfrm>
          <a:custGeom>
            <a:avLst/>
            <a:gdLst>
              <a:gd name="connsiteX0" fmla="*/ 20717 w 41142"/>
              <a:gd name="connsiteY0" fmla="*/ 27623 h 27622"/>
              <a:gd name="connsiteX1" fmla="*/ 20717 w 41142"/>
              <a:gd name="connsiteY1" fmla="*/ 27623 h 27622"/>
              <a:gd name="connsiteX2" fmla="*/ 17859 w 41142"/>
              <a:gd name="connsiteY2" fmla="*/ 26670 h 27622"/>
              <a:gd name="connsiteX3" fmla="*/ 714 w 41142"/>
              <a:gd name="connsiteY3" fmla="*/ 5715 h 27622"/>
              <a:gd name="connsiteX4" fmla="*/ 714 w 41142"/>
              <a:gd name="connsiteY4" fmla="*/ 1905 h 27622"/>
              <a:gd name="connsiteX5" fmla="*/ 3572 w 41142"/>
              <a:gd name="connsiteY5" fmla="*/ 0 h 27622"/>
              <a:gd name="connsiteX6" fmla="*/ 37862 w 41142"/>
              <a:gd name="connsiteY6" fmla="*/ 0 h 27622"/>
              <a:gd name="connsiteX7" fmla="*/ 40719 w 41142"/>
              <a:gd name="connsiteY7" fmla="*/ 1905 h 27622"/>
              <a:gd name="connsiteX8" fmla="*/ 40719 w 41142"/>
              <a:gd name="connsiteY8" fmla="*/ 5715 h 27622"/>
              <a:gd name="connsiteX9" fmla="*/ 23574 w 41142"/>
              <a:gd name="connsiteY9" fmla="*/ 26670 h 27622"/>
              <a:gd name="connsiteX10" fmla="*/ 20717 w 41142"/>
              <a:gd name="connsiteY10" fmla="*/ 27623 h 27622"/>
              <a:gd name="connsiteX11" fmla="*/ 11192 w 41142"/>
              <a:gd name="connsiteY11" fmla="*/ 5715 h 27622"/>
              <a:gd name="connsiteX12" fmla="*/ 21669 w 41142"/>
              <a:gd name="connsiteY12" fmla="*/ 18098 h 27622"/>
              <a:gd name="connsiteX13" fmla="*/ 32147 w 41142"/>
              <a:gd name="connsiteY13" fmla="*/ 5715 h 27622"/>
              <a:gd name="connsiteX14" fmla="*/ 11192 w 41142"/>
              <a:gd name="connsiteY14" fmla="*/ 5715 h 2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2" h="27622">
                <a:moveTo>
                  <a:pt x="20717" y="27623"/>
                </a:moveTo>
                <a:lnTo>
                  <a:pt x="20717" y="27623"/>
                </a:lnTo>
                <a:cubicBezTo>
                  <a:pt x="19764" y="27623"/>
                  <a:pt x="18812" y="27623"/>
                  <a:pt x="17859" y="26670"/>
                </a:cubicBezTo>
                <a:lnTo>
                  <a:pt x="714" y="5715"/>
                </a:lnTo>
                <a:cubicBezTo>
                  <a:pt x="-238" y="4763"/>
                  <a:pt x="-238" y="2858"/>
                  <a:pt x="714" y="1905"/>
                </a:cubicBezTo>
                <a:cubicBezTo>
                  <a:pt x="1667" y="952"/>
                  <a:pt x="2619" y="0"/>
                  <a:pt x="3572" y="0"/>
                </a:cubicBezTo>
                <a:lnTo>
                  <a:pt x="37862" y="0"/>
                </a:lnTo>
                <a:cubicBezTo>
                  <a:pt x="38814" y="0"/>
                  <a:pt x="40719" y="952"/>
                  <a:pt x="40719" y="1905"/>
                </a:cubicBezTo>
                <a:cubicBezTo>
                  <a:pt x="41672" y="2858"/>
                  <a:pt x="40719" y="4763"/>
                  <a:pt x="40719" y="5715"/>
                </a:cubicBezTo>
                <a:lnTo>
                  <a:pt x="23574" y="26670"/>
                </a:lnTo>
                <a:cubicBezTo>
                  <a:pt x="22622" y="26670"/>
                  <a:pt x="21669" y="27623"/>
                  <a:pt x="20717" y="27623"/>
                </a:cubicBezTo>
                <a:close/>
                <a:moveTo>
                  <a:pt x="11192" y="5715"/>
                </a:moveTo>
                <a:lnTo>
                  <a:pt x="21669" y="18098"/>
                </a:lnTo>
                <a:lnTo>
                  <a:pt x="32147" y="5715"/>
                </a:lnTo>
                <a:lnTo>
                  <a:pt x="11192" y="5715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88" name="Freeform: Shape 287">
            <a:extLst>
              <a:ext uri="{FF2B5EF4-FFF2-40B4-BE49-F238E27FC236}">
                <a16:creationId xmlns:a16="http://schemas.microsoft.com/office/drawing/2014/main" id="{E2664A7E-3E21-C884-8D95-82AB3FCDB8A7}"/>
              </a:ext>
            </a:extLst>
          </p:cNvPr>
          <p:cNvSpPr/>
          <p:nvPr/>
        </p:nvSpPr>
        <p:spPr>
          <a:xfrm flipV="1">
            <a:off x="8090049" y="2329542"/>
            <a:ext cx="73477" cy="48029"/>
          </a:xfrm>
          <a:custGeom>
            <a:avLst/>
            <a:gdLst>
              <a:gd name="connsiteX0" fmla="*/ 54716 w 58287"/>
              <a:gd name="connsiteY0" fmla="*/ 38100 h 38100"/>
              <a:gd name="connsiteX1" fmla="*/ 3281 w 58287"/>
              <a:gd name="connsiteY1" fmla="*/ 38100 h 38100"/>
              <a:gd name="connsiteX2" fmla="*/ 423 w 58287"/>
              <a:gd name="connsiteY2" fmla="*/ 36195 h 38100"/>
              <a:gd name="connsiteX3" fmla="*/ 423 w 58287"/>
              <a:gd name="connsiteY3" fmla="*/ 32385 h 38100"/>
              <a:gd name="connsiteX4" fmla="*/ 26141 w 58287"/>
              <a:gd name="connsiteY4" fmla="*/ 952 h 38100"/>
              <a:gd name="connsiteX5" fmla="*/ 28998 w 58287"/>
              <a:gd name="connsiteY5" fmla="*/ 0 h 38100"/>
              <a:gd name="connsiteX6" fmla="*/ 28998 w 58287"/>
              <a:gd name="connsiteY6" fmla="*/ 0 h 38100"/>
              <a:gd name="connsiteX7" fmla="*/ 31856 w 58287"/>
              <a:gd name="connsiteY7" fmla="*/ 952 h 38100"/>
              <a:gd name="connsiteX8" fmla="*/ 57573 w 58287"/>
              <a:gd name="connsiteY8" fmla="*/ 32385 h 38100"/>
              <a:gd name="connsiteX9" fmla="*/ 57573 w 58287"/>
              <a:gd name="connsiteY9" fmla="*/ 36195 h 38100"/>
              <a:gd name="connsiteX10" fmla="*/ 54716 w 58287"/>
              <a:gd name="connsiteY10" fmla="*/ 38100 h 38100"/>
              <a:gd name="connsiteX11" fmla="*/ 10901 w 58287"/>
              <a:gd name="connsiteY11" fmla="*/ 31432 h 38100"/>
              <a:gd name="connsiteX12" fmla="*/ 48048 w 58287"/>
              <a:gd name="connsiteY12" fmla="*/ 31432 h 38100"/>
              <a:gd name="connsiteX13" fmla="*/ 29951 w 58287"/>
              <a:gd name="connsiteY13" fmla="*/ 8572 h 38100"/>
              <a:gd name="connsiteX14" fmla="*/ 10901 w 58287"/>
              <a:gd name="connsiteY14" fmla="*/ 31432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8287" h="38100">
                <a:moveTo>
                  <a:pt x="54716" y="38100"/>
                </a:moveTo>
                <a:lnTo>
                  <a:pt x="3281" y="38100"/>
                </a:lnTo>
                <a:cubicBezTo>
                  <a:pt x="2328" y="38100"/>
                  <a:pt x="423" y="37147"/>
                  <a:pt x="423" y="36195"/>
                </a:cubicBezTo>
                <a:cubicBezTo>
                  <a:pt x="-529" y="35242"/>
                  <a:pt x="423" y="33338"/>
                  <a:pt x="423" y="32385"/>
                </a:cubicBezTo>
                <a:lnTo>
                  <a:pt x="26141" y="952"/>
                </a:lnTo>
                <a:cubicBezTo>
                  <a:pt x="27094" y="0"/>
                  <a:pt x="28046" y="0"/>
                  <a:pt x="28998" y="0"/>
                </a:cubicBezTo>
                <a:lnTo>
                  <a:pt x="28998" y="0"/>
                </a:lnTo>
                <a:cubicBezTo>
                  <a:pt x="29951" y="0"/>
                  <a:pt x="30903" y="0"/>
                  <a:pt x="31856" y="952"/>
                </a:cubicBezTo>
                <a:lnTo>
                  <a:pt x="57573" y="32385"/>
                </a:lnTo>
                <a:cubicBezTo>
                  <a:pt x="58526" y="33338"/>
                  <a:pt x="58526" y="35242"/>
                  <a:pt x="57573" y="36195"/>
                </a:cubicBezTo>
                <a:cubicBezTo>
                  <a:pt x="56621" y="37147"/>
                  <a:pt x="55669" y="38100"/>
                  <a:pt x="54716" y="38100"/>
                </a:cubicBezTo>
                <a:close/>
                <a:moveTo>
                  <a:pt x="10901" y="31432"/>
                </a:moveTo>
                <a:lnTo>
                  <a:pt x="48048" y="31432"/>
                </a:lnTo>
                <a:lnTo>
                  <a:pt x="29951" y="8572"/>
                </a:lnTo>
                <a:lnTo>
                  <a:pt x="10901" y="31432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sp>
        <p:nvSpPr>
          <p:cNvPr id="289" name="Freeform: Shape 288">
            <a:extLst>
              <a:ext uri="{FF2B5EF4-FFF2-40B4-BE49-F238E27FC236}">
                <a16:creationId xmlns:a16="http://schemas.microsoft.com/office/drawing/2014/main" id="{054AB07E-65BD-6259-950C-0CAAB3F2CB0F}"/>
              </a:ext>
            </a:extLst>
          </p:cNvPr>
          <p:cNvSpPr/>
          <p:nvPr/>
        </p:nvSpPr>
        <p:spPr>
          <a:xfrm>
            <a:off x="8658970" y="2077712"/>
            <a:ext cx="30018" cy="30018"/>
          </a:xfrm>
          <a:custGeom>
            <a:avLst/>
            <a:gdLst>
              <a:gd name="connsiteX0" fmla="*/ 0 w 23812"/>
              <a:gd name="connsiteY0" fmla="*/ 0 h 23812"/>
              <a:gd name="connsiteX1" fmla="*/ 23813 w 23812"/>
              <a:gd name="connsiteY1" fmla="*/ 0 h 23812"/>
              <a:gd name="connsiteX2" fmla="*/ 23813 w 23812"/>
              <a:gd name="connsiteY2" fmla="*/ 23813 h 23812"/>
              <a:gd name="connsiteX3" fmla="*/ 0 w 23812"/>
              <a:gd name="connsiteY3" fmla="*/ 23813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" h="23812">
                <a:moveTo>
                  <a:pt x="0" y="0"/>
                </a:moveTo>
                <a:lnTo>
                  <a:pt x="23813" y="0"/>
                </a:lnTo>
                <a:lnTo>
                  <a:pt x="23813" y="23813"/>
                </a:lnTo>
                <a:lnTo>
                  <a:pt x="0" y="23813"/>
                </a:lnTo>
                <a:close/>
              </a:path>
            </a:pathLst>
          </a:custGeom>
          <a:solidFill>
            <a:srgbClr val="FFD55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ED4CE893-E65E-4234-97AF-0937FA8C07CC}"/>
              </a:ext>
            </a:extLst>
          </p:cNvPr>
          <p:cNvGrpSpPr/>
          <p:nvPr/>
        </p:nvGrpSpPr>
        <p:grpSpPr>
          <a:xfrm>
            <a:off x="7596737" y="1753446"/>
            <a:ext cx="1062732" cy="466329"/>
            <a:chOff x="12999654" y="2546696"/>
            <a:chExt cx="1181712" cy="518537"/>
          </a:xfrm>
        </p:grpSpPr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826E7B8-BF70-F455-C52C-1E64EBBDE925}"/>
                </a:ext>
              </a:extLst>
            </p:cNvPr>
            <p:cNvSpPr/>
            <p:nvPr/>
          </p:nvSpPr>
          <p:spPr>
            <a:xfrm>
              <a:off x="14084697" y="2614823"/>
              <a:ext cx="87620" cy="260998"/>
            </a:xfrm>
            <a:custGeom>
              <a:avLst/>
              <a:gdLst>
                <a:gd name="connsiteX0" fmla="*/ 267615 w 267614"/>
                <a:gd name="connsiteY0" fmla="*/ 422453 h 797153"/>
                <a:gd name="connsiteX1" fmla="*/ 201575 w 267614"/>
                <a:gd name="connsiteY1" fmla="*/ 797154 h 797153"/>
                <a:gd name="connsiteX2" fmla="*/ 0 w 267614"/>
                <a:gd name="connsiteY2" fmla="*/ 787603 h 797153"/>
                <a:gd name="connsiteX3" fmla="*/ 11379 w 267614"/>
                <a:gd name="connsiteY3" fmla="*/ 336906 h 797153"/>
                <a:gd name="connsiteX4" fmla="*/ 37795 w 267614"/>
                <a:gd name="connsiteY4" fmla="*/ 0 h 797153"/>
                <a:gd name="connsiteX5" fmla="*/ 244450 w 267614"/>
                <a:gd name="connsiteY5" fmla="*/ 90627 h 79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614" h="797153">
                  <a:moveTo>
                    <a:pt x="267615" y="422453"/>
                  </a:moveTo>
                  <a:lnTo>
                    <a:pt x="201575" y="797154"/>
                  </a:lnTo>
                  <a:lnTo>
                    <a:pt x="0" y="787603"/>
                  </a:lnTo>
                  <a:lnTo>
                    <a:pt x="11379" y="336906"/>
                  </a:lnTo>
                  <a:lnTo>
                    <a:pt x="37795" y="0"/>
                  </a:lnTo>
                  <a:lnTo>
                    <a:pt x="244450" y="90627"/>
                  </a:lnTo>
                  <a:close/>
                </a:path>
              </a:pathLst>
            </a:custGeom>
            <a:gradFill flip="none" rotWithShape="1">
              <a:gsLst>
                <a:gs pos="67000">
                  <a:srgbClr val="65A0F7">
                    <a:alpha val="56000"/>
                  </a:srgbClr>
                </a:gs>
                <a:gs pos="0">
                  <a:srgbClr val="65A0F7"/>
                </a:gs>
                <a:gs pos="100000">
                  <a:srgbClr val="A4AFC4">
                    <a:alpha val="0"/>
                  </a:srgbClr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8CD1258B-B48C-4923-C2BC-7035AB9D2A62}"/>
                </a:ext>
              </a:extLst>
            </p:cNvPr>
            <p:cNvSpPr/>
            <p:nvPr/>
          </p:nvSpPr>
          <p:spPr>
            <a:xfrm>
              <a:off x="13103447" y="2620835"/>
              <a:ext cx="978461" cy="422867"/>
            </a:xfrm>
            <a:custGeom>
              <a:avLst/>
              <a:gdLst>
                <a:gd name="connsiteX0" fmla="*/ 1936089 w 3099409"/>
                <a:gd name="connsiteY0" fmla="*/ 1403299 h 1403299"/>
                <a:gd name="connsiteX1" fmla="*/ 1913534 w 3099409"/>
                <a:gd name="connsiteY1" fmla="*/ 1396187 h 1403299"/>
                <a:gd name="connsiteX2" fmla="*/ 1641653 w 3099409"/>
                <a:gd name="connsiteY2" fmla="*/ 1141984 h 1403299"/>
                <a:gd name="connsiteX3" fmla="*/ 1454912 w 3099409"/>
                <a:gd name="connsiteY3" fmla="*/ 1141984 h 1403299"/>
                <a:gd name="connsiteX4" fmla="*/ 1183030 w 3099409"/>
                <a:gd name="connsiteY4" fmla="*/ 1396187 h 1403299"/>
                <a:gd name="connsiteX5" fmla="*/ 1158443 w 3099409"/>
                <a:gd name="connsiteY5" fmla="*/ 1403096 h 1403299"/>
                <a:gd name="connsiteX6" fmla="*/ 163982 w 3099409"/>
                <a:gd name="connsiteY6" fmla="*/ 1192174 h 1403299"/>
                <a:gd name="connsiteX7" fmla="*/ 144272 w 3099409"/>
                <a:gd name="connsiteY7" fmla="*/ 1175715 h 1403299"/>
                <a:gd name="connsiteX8" fmla="*/ 3251 w 3099409"/>
                <a:gd name="connsiteY8" fmla="*/ 835355 h 1403299"/>
                <a:gd name="connsiteX9" fmla="*/ 1219 w 3099409"/>
                <a:gd name="connsiteY9" fmla="*/ 824789 h 1403299"/>
                <a:gd name="connsiteX10" fmla="*/ 0 w 3099409"/>
                <a:gd name="connsiteY10" fmla="*/ 223317 h 1403299"/>
                <a:gd name="connsiteX11" fmla="*/ 16256 w 3099409"/>
                <a:gd name="connsiteY11" fmla="*/ 198120 h 1403299"/>
                <a:gd name="connsiteX12" fmla="*/ 268427 w 3099409"/>
                <a:gd name="connsiteY12" fmla="*/ 84938 h 1403299"/>
                <a:gd name="connsiteX13" fmla="*/ 277165 w 3099409"/>
                <a:gd name="connsiteY13" fmla="*/ 82702 h 1403299"/>
                <a:gd name="connsiteX14" fmla="*/ 1160678 w 3099409"/>
                <a:gd name="connsiteY14" fmla="*/ 0 h 1403299"/>
                <a:gd name="connsiteX15" fmla="*/ 1939137 w 3099409"/>
                <a:gd name="connsiteY15" fmla="*/ 203 h 1403299"/>
                <a:gd name="connsiteX16" fmla="*/ 2820009 w 3099409"/>
                <a:gd name="connsiteY16" fmla="*/ 82702 h 1403299"/>
                <a:gd name="connsiteX17" fmla="*/ 2829153 w 3099409"/>
                <a:gd name="connsiteY17" fmla="*/ 85141 h 1403299"/>
                <a:gd name="connsiteX18" fmla="*/ 3083357 w 3099409"/>
                <a:gd name="connsiteY18" fmla="*/ 203200 h 1403299"/>
                <a:gd name="connsiteX19" fmla="*/ 3099409 w 3099409"/>
                <a:gd name="connsiteY19" fmla="*/ 228397 h 1403299"/>
                <a:gd name="connsiteX20" fmla="*/ 3096158 w 3099409"/>
                <a:gd name="connsiteY20" fmla="*/ 824992 h 1403299"/>
                <a:gd name="connsiteX21" fmla="*/ 3094126 w 3099409"/>
                <a:gd name="connsiteY21" fmla="*/ 835355 h 1403299"/>
                <a:gd name="connsiteX22" fmla="*/ 2953105 w 3099409"/>
                <a:gd name="connsiteY22" fmla="*/ 1175715 h 1403299"/>
                <a:gd name="connsiteX23" fmla="*/ 2938272 w 3099409"/>
                <a:gd name="connsiteY23" fmla="*/ 1190549 h 1403299"/>
                <a:gd name="connsiteX24" fmla="*/ 1936089 w 3099409"/>
                <a:gd name="connsiteY24" fmla="*/ 1403299 h 1403299"/>
                <a:gd name="connsiteX25" fmla="*/ 1444142 w 3099409"/>
                <a:gd name="connsiteY25" fmla="*/ 1086714 h 1403299"/>
                <a:gd name="connsiteX26" fmla="*/ 1652625 w 3099409"/>
                <a:gd name="connsiteY26" fmla="*/ 1086714 h 1403299"/>
                <a:gd name="connsiteX27" fmla="*/ 1671523 w 3099409"/>
                <a:gd name="connsiteY27" fmla="*/ 1094232 h 1403299"/>
                <a:gd name="connsiteX28" fmla="*/ 1941779 w 3099409"/>
                <a:gd name="connsiteY28" fmla="*/ 1346810 h 1403299"/>
                <a:gd name="connsiteX29" fmla="*/ 2905760 w 3099409"/>
                <a:gd name="connsiteY29" fmla="*/ 1144016 h 1403299"/>
                <a:gd name="connsiteX30" fmla="*/ 3040278 w 3099409"/>
                <a:gd name="connsiteY30" fmla="*/ 819099 h 1403299"/>
                <a:gd name="connsiteX31" fmla="*/ 3043529 w 3099409"/>
                <a:gd name="connsiteY31" fmla="*/ 245669 h 1403299"/>
                <a:gd name="connsiteX32" fmla="*/ 2809646 w 3099409"/>
                <a:gd name="connsiteY32" fmla="*/ 137160 h 1403299"/>
                <a:gd name="connsiteX33" fmla="*/ 1934870 w 3099409"/>
                <a:gd name="connsiteY33" fmla="*/ 55270 h 1403299"/>
                <a:gd name="connsiteX34" fmla="*/ 1161694 w 3099409"/>
                <a:gd name="connsiteY34" fmla="*/ 55270 h 1403299"/>
                <a:gd name="connsiteX35" fmla="*/ 286715 w 3099409"/>
                <a:gd name="connsiteY35" fmla="*/ 137160 h 1403299"/>
                <a:gd name="connsiteX36" fmla="*/ 55067 w 3099409"/>
                <a:gd name="connsiteY36" fmla="*/ 241198 h 1403299"/>
                <a:gd name="connsiteX37" fmla="*/ 56286 w 3099409"/>
                <a:gd name="connsiteY37" fmla="*/ 819302 h 1403299"/>
                <a:gd name="connsiteX38" fmla="*/ 189585 w 3099409"/>
                <a:gd name="connsiteY38" fmla="*/ 1141171 h 1403299"/>
                <a:gd name="connsiteX39" fmla="*/ 1155801 w 3099409"/>
                <a:gd name="connsiteY39" fmla="*/ 1345997 h 1403299"/>
                <a:gd name="connsiteX40" fmla="*/ 1425245 w 3099409"/>
                <a:gd name="connsiteY40" fmla="*/ 1094232 h 1403299"/>
                <a:gd name="connsiteX41" fmla="*/ 1444142 w 3099409"/>
                <a:gd name="connsiteY41" fmla="*/ 1086714 h 1403299"/>
                <a:gd name="connsiteX0" fmla="*/ 1160678 w 3099409"/>
                <a:gd name="connsiteY0" fmla="*/ 0 h 1403299"/>
                <a:gd name="connsiteX1" fmla="*/ 1939137 w 3099409"/>
                <a:gd name="connsiteY1" fmla="*/ 203 h 1403299"/>
                <a:gd name="connsiteX2" fmla="*/ 2820009 w 3099409"/>
                <a:gd name="connsiteY2" fmla="*/ 82702 h 1403299"/>
                <a:gd name="connsiteX3" fmla="*/ 2829153 w 3099409"/>
                <a:gd name="connsiteY3" fmla="*/ 85141 h 1403299"/>
                <a:gd name="connsiteX4" fmla="*/ 3083357 w 3099409"/>
                <a:gd name="connsiteY4" fmla="*/ 203200 h 1403299"/>
                <a:gd name="connsiteX5" fmla="*/ 3099409 w 3099409"/>
                <a:gd name="connsiteY5" fmla="*/ 228397 h 1403299"/>
                <a:gd name="connsiteX6" fmla="*/ 3096158 w 3099409"/>
                <a:gd name="connsiteY6" fmla="*/ 824992 h 1403299"/>
                <a:gd name="connsiteX7" fmla="*/ 3094126 w 3099409"/>
                <a:gd name="connsiteY7" fmla="*/ 835355 h 1403299"/>
                <a:gd name="connsiteX8" fmla="*/ 2953105 w 3099409"/>
                <a:gd name="connsiteY8" fmla="*/ 1175715 h 1403299"/>
                <a:gd name="connsiteX9" fmla="*/ 2938272 w 3099409"/>
                <a:gd name="connsiteY9" fmla="*/ 1190549 h 1403299"/>
                <a:gd name="connsiteX10" fmla="*/ 1936089 w 3099409"/>
                <a:gd name="connsiteY10" fmla="*/ 1403299 h 1403299"/>
                <a:gd name="connsiteX11" fmla="*/ 1444142 w 3099409"/>
                <a:gd name="connsiteY11" fmla="*/ 1086714 h 1403299"/>
                <a:gd name="connsiteX12" fmla="*/ 1652625 w 3099409"/>
                <a:gd name="connsiteY12" fmla="*/ 1086714 h 1403299"/>
                <a:gd name="connsiteX13" fmla="*/ 1671523 w 3099409"/>
                <a:gd name="connsiteY13" fmla="*/ 1094232 h 1403299"/>
                <a:gd name="connsiteX14" fmla="*/ 1941779 w 3099409"/>
                <a:gd name="connsiteY14" fmla="*/ 1346810 h 1403299"/>
                <a:gd name="connsiteX15" fmla="*/ 2905760 w 3099409"/>
                <a:gd name="connsiteY15" fmla="*/ 1144016 h 1403299"/>
                <a:gd name="connsiteX16" fmla="*/ 3040278 w 3099409"/>
                <a:gd name="connsiteY16" fmla="*/ 819099 h 1403299"/>
                <a:gd name="connsiteX17" fmla="*/ 3043529 w 3099409"/>
                <a:gd name="connsiteY17" fmla="*/ 245669 h 1403299"/>
                <a:gd name="connsiteX18" fmla="*/ 2809646 w 3099409"/>
                <a:gd name="connsiteY18" fmla="*/ 137160 h 1403299"/>
                <a:gd name="connsiteX19" fmla="*/ 1934870 w 3099409"/>
                <a:gd name="connsiteY19" fmla="*/ 55270 h 1403299"/>
                <a:gd name="connsiteX20" fmla="*/ 1161694 w 3099409"/>
                <a:gd name="connsiteY20" fmla="*/ 55270 h 1403299"/>
                <a:gd name="connsiteX21" fmla="*/ 286715 w 3099409"/>
                <a:gd name="connsiteY21" fmla="*/ 137160 h 1403299"/>
                <a:gd name="connsiteX22" fmla="*/ 55067 w 3099409"/>
                <a:gd name="connsiteY22" fmla="*/ 241198 h 1403299"/>
                <a:gd name="connsiteX23" fmla="*/ 56286 w 3099409"/>
                <a:gd name="connsiteY23" fmla="*/ 819302 h 1403299"/>
                <a:gd name="connsiteX24" fmla="*/ 189585 w 3099409"/>
                <a:gd name="connsiteY24" fmla="*/ 1141171 h 1403299"/>
                <a:gd name="connsiteX25" fmla="*/ 1155801 w 3099409"/>
                <a:gd name="connsiteY25" fmla="*/ 1345997 h 1403299"/>
                <a:gd name="connsiteX26" fmla="*/ 1425245 w 3099409"/>
                <a:gd name="connsiteY26" fmla="*/ 1094232 h 1403299"/>
                <a:gd name="connsiteX27" fmla="*/ 1444142 w 3099409"/>
                <a:gd name="connsiteY27" fmla="*/ 1086714 h 1403299"/>
                <a:gd name="connsiteX28" fmla="*/ 1913534 w 3099409"/>
                <a:gd name="connsiteY28" fmla="*/ 1396187 h 1403299"/>
                <a:gd name="connsiteX29" fmla="*/ 1641653 w 3099409"/>
                <a:gd name="connsiteY29" fmla="*/ 1141984 h 1403299"/>
                <a:gd name="connsiteX30" fmla="*/ 1454912 w 3099409"/>
                <a:gd name="connsiteY30" fmla="*/ 1141984 h 1403299"/>
                <a:gd name="connsiteX31" fmla="*/ 1183030 w 3099409"/>
                <a:gd name="connsiteY31" fmla="*/ 1396187 h 1403299"/>
                <a:gd name="connsiteX32" fmla="*/ 1158443 w 3099409"/>
                <a:gd name="connsiteY32" fmla="*/ 1403096 h 1403299"/>
                <a:gd name="connsiteX33" fmla="*/ 163982 w 3099409"/>
                <a:gd name="connsiteY33" fmla="*/ 1192174 h 1403299"/>
                <a:gd name="connsiteX34" fmla="*/ 144272 w 3099409"/>
                <a:gd name="connsiteY34" fmla="*/ 1175715 h 1403299"/>
                <a:gd name="connsiteX35" fmla="*/ 3251 w 3099409"/>
                <a:gd name="connsiteY35" fmla="*/ 835355 h 1403299"/>
                <a:gd name="connsiteX36" fmla="*/ 1219 w 3099409"/>
                <a:gd name="connsiteY36" fmla="*/ 824789 h 1403299"/>
                <a:gd name="connsiteX37" fmla="*/ 0 w 3099409"/>
                <a:gd name="connsiteY37" fmla="*/ 223317 h 1403299"/>
                <a:gd name="connsiteX38" fmla="*/ 16256 w 3099409"/>
                <a:gd name="connsiteY38" fmla="*/ 198120 h 1403299"/>
                <a:gd name="connsiteX39" fmla="*/ 268427 w 3099409"/>
                <a:gd name="connsiteY39" fmla="*/ 84938 h 1403299"/>
                <a:gd name="connsiteX40" fmla="*/ 277165 w 3099409"/>
                <a:gd name="connsiteY40" fmla="*/ 82702 h 1403299"/>
                <a:gd name="connsiteX41" fmla="*/ 1439958 w 3099409"/>
                <a:gd name="connsiteY41" fmla="*/ 279281 h 1403299"/>
                <a:gd name="connsiteX0" fmla="*/ 1160678 w 3099409"/>
                <a:gd name="connsiteY0" fmla="*/ 0 h 1403299"/>
                <a:gd name="connsiteX1" fmla="*/ 1939137 w 3099409"/>
                <a:gd name="connsiteY1" fmla="*/ 203 h 1403299"/>
                <a:gd name="connsiteX2" fmla="*/ 2820009 w 3099409"/>
                <a:gd name="connsiteY2" fmla="*/ 82702 h 1403299"/>
                <a:gd name="connsiteX3" fmla="*/ 2829153 w 3099409"/>
                <a:gd name="connsiteY3" fmla="*/ 85141 h 1403299"/>
                <a:gd name="connsiteX4" fmla="*/ 3083357 w 3099409"/>
                <a:gd name="connsiteY4" fmla="*/ 203200 h 1403299"/>
                <a:gd name="connsiteX5" fmla="*/ 3099409 w 3099409"/>
                <a:gd name="connsiteY5" fmla="*/ 228397 h 1403299"/>
                <a:gd name="connsiteX6" fmla="*/ 3096158 w 3099409"/>
                <a:gd name="connsiteY6" fmla="*/ 824992 h 1403299"/>
                <a:gd name="connsiteX7" fmla="*/ 3094126 w 3099409"/>
                <a:gd name="connsiteY7" fmla="*/ 835355 h 1403299"/>
                <a:gd name="connsiteX8" fmla="*/ 2953105 w 3099409"/>
                <a:gd name="connsiteY8" fmla="*/ 1175715 h 1403299"/>
                <a:gd name="connsiteX9" fmla="*/ 2938272 w 3099409"/>
                <a:gd name="connsiteY9" fmla="*/ 1190549 h 1403299"/>
                <a:gd name="connsiteX10" fmla="*/ 1936089 w 3099409"/>
                <a:gd name="connsiteY10" fmla="*/ 1403299 h 1403299"/>
                <a:gd name="connsiteX11" fmla="*/ 1160678 w 3099409"/>
                <a:gd name="connsiteY11" fmla="*/ 0 h 1403299"/>
                <a:gd name="connsiteX12" fmla="*/ 1444142 w 3099409"/>
                <a:gd name="connsiteY12" fmla="*/ 1086714 h 1403299"/>
                <a:gd name="connsiteX13" fmla="*/ 1652625 w 3099409"/>
                <a:gd name="connsiteY13" fmla="*/ 1086714 h 1403299"/>
                <a:gd name="connsiteX14" fmla="*/ 1671523 w 3099409"/>
                <a:gd name="connsiteY14" fmla="*/ 1094232 h 1403299"/>
                <a:gd name="connsiteX15" fmla="*/ 1941779 w 3099409"/>
                <a:gd name="connsiteY15" fmla="*/ 1346810 h 1403299"/>
                <a:gd name="connsiteX16" fmla="*/ 2905760 w 3099409"/>
                <a:gd name="connsiteY16" fmla="*/ 1144016 h 1403299"/>
                <a:gd name="connsiteX17" fmla="*/ 3040278 w 3099409"/>
                <a:gd name="connsiteY17" fmla="*/ 819099 h 1403299"/>
                <a:gd name="connsiteX18" fmla="*/ 3043529 w 3099409"/>
                <a:gd name="connsiteY18" fmla="*/ 245669 h 1403299"/>
                <a:gd name="connsiteX19" fmla="*/ 2809646 w 3099409"/>
                <a:gd name="connsiteY19" fmla="*/ 137160 h 1403299"/>
                <a:gd name="connsiteX20" fmla="*/ 1934870 w 3099409"/>
                <a:gd name="connsiteY20" fmla="*/ 55270 h 1403299"/>
                <a:gd name="connsiteX21" fmla="*/ 1161694 w 3099409"/>
                <a:gd name="connsiteY21" fmla="*/ 55270 h 1403299"/>
                <a:gd name="connsiteX22" fmla="*/ 286715 w 3099409"/>
                <a:gd name="connsiteY22" fmla="*/ 137160 h 1403299"/>
                <a:gd name="connsiteX23" fmla="*/ 55067 w 3099409"/>
                <a:gd name="connsiteY23" fmla="*/ 241198 h 1403299"/>
                <a:gd name="connsiteX24" fmla="*/ 56286 w 3099409"/>
                <a:gd name="connsiteY24" fmla="*/ 819302 h 1403299"/>
                <a:gd name="connsiteX25" fmla="*/ 189585 w 3099409"/>
                <a:gd name="connsiteY25" fmla="*/ 1141171 h 1403299"/>
                <a:gd name="connsiteX26" fmla="*/ 1155801 w 3099409"/>
                <a:gd name="connsiteY26" fmla="*/ 1345997 h 1403299"/>
                <a:gd name="connsiteX27" fmla="*/ 1425245 w 3099409"/>
                <a:gd name="connsiteY27" fmla="*/ 1094232 h 1403299"/>
                <a:gd name="connsiteX28" fmla="*/ 1444142 w 3099409"/>
                <a:gd name="connsiteY28" fmla="*/ 1086714 h 1403299"/>
                <a:gd name="connsiteX29" fmla="*/ 1913534 w 3099409"/>
                <a:gd name="connsiteY29" fmla="*/ 1396187 h 1403299"/>
                <a:gd name="connsiteX30" fmla="*/ 1641653 w 3099409"/>
                <a:gd name="connsiteY30" fmla="*/ 1141984 h 1403299"/>
                <a:gd name="connsiteX31" fmla="*/ 1454912 w 3099409"/>
                <a:gd name="connsiteY31" fmla="*/ 1141984 h 1403299"/>
                <a:gd name="connsiteX32" fmla="*/ 1183030 w 3099409"/>
                <a:gd name="connsiteY32" fmla="*/ 1396187 h 1403299"/>
                <a:gd name="connsiteX33" fmla="*/ 1158443 w 3099409"/>
                <a:gd name="connsiteY33" fmla="*/ 1403096 h 1403299"/>
                <a:gd name="connsiteX34" fmla="*/ 163982 w 3099409"/>
                <a:gd name="connsiteY34" fmla="*/ 1192174 h 1403299"/>
                <a:gd name="connsiteX35" fmla="*/ 144272 w 3099409"/>
                <a:gd name="connsiteY35" fmla="*/ 1175715 h 1403299"/>
                <a:gd name="connsiteX36" fmla="*/ 3251 w 3099409"/>
                <a:gd name="connsiteY36" fmla="*/ 835355 h 1403299"/>
                <a:gd name="connsiteX37" fmla="*/ 1219 w 3099409"/>
                <a:gd name="connsiteY37" fmla="*/ 824789 h 1403299"/>
                <a:gd name="connsiteX38" fmla="*/ 0 w 3099409"/>
                <a:gd name="connsiteY38" fmla="*/ 223317 h 1403299"/>
                <a:gd name="connsiteX39" fmla="*/ 16256 w 3099409"/>
                <a:gd name="connsiteY39" fmla="*/ 198120 h 1403299"/>
                <a:gd name="connsiteX40" fmla="*/ 268427 w 3099409"/>
                <a:gd name="connsiteY40" fmla="*/ 84938 h 1403299"/>
                <a:gd name="connsiteX41" fmla="*/ 277165 w 3099409"/>
                <a:gd name="connsiteY41" fmla="*/ 82702 h 1403299"/>
                <a:gd name="connsiteX0" fmla="*/ 1936089 w 3099409"/>
                <a:gd name="connsiteY0" fmla="*/ 1403097 h 1403097"/>
                <a:gd name="connsiteX1" fmla="*/ 1939137 w 3099409"/>
                <a:gd name="connsiteY1" fmla="*/ 1 h 1403097"/>
                <a:gd name="connsiteX2" fmla="*/ 2820009 w 3099409"/>
                <a:gd name="connsiteY2" fmla="*/ 82500 h 1403097"/>
                <a:gd name="connsiteX3" fmla="*/ 2829153 w 3099409"/>
                <a:gd name="connsiteY3" fmla="*/ 84939 h 1403097"/>
                <a:gd name="connsiteX4" fmla="*/ 3083357 w 3099409"/>
                <a:gd name="connsiteY4" fmla="*/ 202998 h 1403097"/>
                <a:gd name="connsiteX5" fmla="*/ 3099409 w 3099409"/>
                <a:gd name="connsiteY5" fmla="*/ 228195 h 1403097"/>
                <a:gd name="connsiteX6" fmla="*/ 3096158 w 3099409"/>
                <a:gd name="connsiteY6" fmla="*/ 824790 h 1403097"/>
                <a:gd name="connsiteX7" fmla="*/ 3094126 w 3099409"/>
                <a:gd name="connsiteY7" fmla="*/ 835153 h 1403097"/>
                <a:gd name="connsiteX8" fmla="*/ 2953105 w 3099409"/>
                <a:gd name="connsiteY8" fmla="*/ 1175513 h 1403097"/>
                <a:gd name="connsiteX9" fmla="*/ 2938272 w 3099409"/>
                <a:gd name="connsiteY9" fmla="*/ 1190347 h 1403097"/>
                <a:gd name="connsiteX10" fmla="*/ 1936089 w 3099409"/>
                <a:gd name="connsiteY10" fmla="*/ 1403097 h 1403097"/>
                <a:gd name="connsiteX11" fmla="*/ 1444142 w 3099409"/>
                <a:gd name="connsiteY11" fmla="*/ 1086512 h 1403097"/>
                <a:gd name="connsiteX12" fmla="*/ 1652625 w 3099409"/>
                <a:gd name="connsiteY12" fmla="*/ 1086512 h 1403097"/>
                <a:gd name="connsiteX13" fmla="*/ 1671523 w 3099409"/>
                <a:gd name="connsiteY13" fmla="*/ 1094030 h 1403097"/>
                <a:gd name="connsiteX14" fmla="*/ 1941779 w 3099409"/>
                <a:gd name="connsiteY14" fmla="*/ 1346608 h 1403097"/>
                <a:gd name="connsiteX15" fmla="*/ 2905760 w 3099409"/>
                <a:gd name="connsiteY15" fmla="*/ 1143814 h 1403097"/>
                <a:gd name="connsiteX16" fmla="*/ 3040278 w 3099409"/>
                <a:gd name="connsiteY16" fmla="*/ 818897 h 1403097"/>
                <a:gd name="connsiteX17" fmla="*/ 3043529 w 3099409"/>
                <a:gd name="connsiteY17" fmla="*/ 245467 h 1403097"/>
                <a:gd name="connsiteX18" fmla="*/ 2809646 w 3099409"/>
                <a:gd name="connsiteY18" fmla="*/ 136958 h 1403097"/>
                <a:gd name="connsiteX19" fmla="*/ 1934870 w 3099409"/>
                <a:gd name="connsiteY19" fmla="*/ 55068 h 1403097"/>
                <a:gd name="connsiteX20" fmla="*/ 1161694 w 3099409"/>
                <a:gd name="connsiteY20" fmla="*/ 55068 h 1403097"/>
                <a:gd name="connsiteX21" fmla="*/ 286715 w 3099409"/>
                <a:gd name="connsiteY21" fmla="*/ 136958 h 1403097"/>
                <a:gd name="connsiteX22" fmla="*/ 55067 w 3099409"/>
                <a:gd name="connsiteY22" fmla="*/ 240996 h 1403097"/>
                <a:gd name="connsiteX23" fmla="*/ 56286 w 3099409"/>
                <a:gd name="connsiteY23" fmla="*/ 819100 h 1403097"/>
                <a:gd name="connsiteX24" fmla="*/ 189585 w 3099409"/>
                <a:gd name="connsiteY24" fmla="*/ 1140969 h 1403097"/>
                <a:gd name="connsiteX25" fmla="*/ 1155801 w 3099409"/>
                <a:gd name="connsiteY25" fmla="*/ 1345795 h 1403097"/>
                <a:gd name="connsiteX26" fmla="*/ 1425245 w 3099409"/>
                <a:gd name="connsiteY26" fmla="*/ 1094030 h 1403097"/>
                <a:gd name="connsiteX27" fmla="*/ 1444142 w 3099409"/>
                <a:gd name="connsiteY27" fmla="*/ 1086512 h 1403097"/>
                <a:gd name="connsiteX28" fmla="*/ 1913534 w 3099409"/>
                <a:gd name="connsiteY28" fmla="*/ 1395985 h 1403097"/>
                <a:gd name="connsiteX29" fmla="*/ 1641653 w 3099409"/>
                <a:gd name="connsiteY29" fmla="*/ 1141782 h 1403097"/>
                <a:gd name="connsiteX30" fmla="*/ 1454912 w 3099409"/>
                <a:gd name="connsiteY30" fmla="*/ 1141782 h 1403097"/>
                <a:gd name="connsiteX31" fmla="*/ 1183030 w 3099409"/>
                <a:gd name="connsiteY31" fmla="*/ 1395985 h 1403097"/>
                <a:gd name="connsiteX32" fmla="*/ 1158443 w 3099409"/>
                <a:gd name="connsiteY32" fmla="*/ 1402894 h 1403097"/>
                <a:gd name="connsiteX33" fmla="*/ 163982 w 3099409"/>
                <a:gd name="connsiteY33" fmla="*/ 1191972 h 1403097"/>
                <a:gd name="connsiteX34" fmla="*/ 144272 w 3099409"/>
                <a:gd name="connsiteY34" fmla="*/ 1175513 h 1403097"/>
                <a:gd name="connsiteX35" fmla="*/ 3251 w 3099409"/>
                <a:gd name="connsiteY35" fmla="*/ 835153 h 1403097"/>
                <a:gd name="connsiteX36" fmla="*/ 1219 w 3099409"/>
                <a:gd name="connsiteY36" fmla="*/ 824587 h 1403097"/>
                <a:gd name="connsiteX37" fmla="*/ 0 w 3099409"/>
                <a:gd name="connsiteY37" fmla="*/ 223115 h 1403097"/>
                <a:gd name="connsiteX38" fmla="*/ 16256 w 3099409"/>
                <a:gd name="connsiteY38" fmla="*/ 197918 h 1403097"/>
                <a:gd name="connsiteX39" fmla="*/ 268427 w 3099409"/>
                <a:gd name="connsiteY39" fmla="*/ 84736 h 1403097"/>
                <a:gd name="connsiteX40" fmla="*/ 277165 w 3099409"/>
                <a:gd name="connsiteY40" fmla="*/ 82500 h 1403097"/>
                <a:gd name="connsiteX0" fmla="*/ 1936089 w 3099409"/>
                <a:gd name="connsiteY0" fmla="*/ 1348029 h 1348029"/>
                <a:gd name="connsiteX1" fmla="*/ 2820009 w 3099409"/>
                <a:gd name="connsiteY1" fmla="*/ 27432 h 1348029"/>
                <a:gd name="connsiteX2" fmla="*/ 2829153 w 3099409"/>
                <a:gd name="connsiteY2" fmla="*/ 29871 h 1348029"/>
                <a:gd name="connsiteX3" fmla="*/ 3083357 w 3099409"/>
                <a:gd name="connsiteY3" fmla="*/ 147930 h 1348029"/>
                <a:gd name="connsiteX4" fmla="*/ 3099409 w 3099409"/>
                <a:gd name="connsiteY4" fmla="*/ 173127 h 1348029"/>
                <a:gd name="connsiteX5" fmla="*/ 3096158 w 3099409"/>
                <a:gd name="connsiteY5" fmla="*/ 769722 h 1348029"/>
                <a:gd name="connsiteX6" fmla="*/ 3094126 w 3099409"/>
                <a:gd name="connsiteY6" fmla="*/ 780085 h 1348029"/>
                <a:gd name="connsiteX7" fmla="*/ 2953105 w 3099409"/>
                <a:gd name="connsiteY7" fmla="*/ 1120445 h 1348029"/>
                <a:gd name="connsiteX8" fmla="*/ 2938272 w 3099409"/>
                <a:gd name="connsiteY8" fmla="*/ 1135279 h 1348029"/>
                <a:gd name="connsiteX9" fmla="*/ 1936089 w 3099409"/>
                <a:gd name="connsiteY9" fmla="*/ 1348029 h 1348029"/>
                <a:gd name="connsiteX10" fmla="*/ 1444142 w 3099409"/>
                <a:gd name="connsiteY10" fmla="*/ 1031444 h 1348029"/>
                <a:gd name="connsiteX11" fmla="*/ 1652625 w 3099409"/>
                <a:gd name="connsiteY11" fmla="*/ 1031444 h 1348029"/>
                <a:gd name="connsiteX12" fmla="*/ 1671523 w 3099409"/>
                <a:gd name="connsiteY12" fmla="*/ 1038962 h 1348029"/>
                <a:gd name="connsiteX13" fmla="*/ 1941779 w 3099409"/>
                <a:gd name="connsiteY13" fmla="*/ 1291540 h 1348029"/>
                <a:gd name="connsiteX14" fmla="*/ 2905760 w 3099409"/>
                <a:gd name="connsiteY14" fmla="*/ 1088746 h 1348029"/>
                <a:gd name="connsiteX15" fmla="*/ 3040278 w 3099409"/>
                <a:gd name="connsiteY15" fmla="*/ 763829 h 1348029"/>
                <a:gd name="connsiteX16" fmla="*/ 3043529 w 3099409"/>
                <a:gd name="connsiteY16" fmla="*/ 190399 h 1348029"/>
                <a:gd name="connsiteX17" fmla="*/ 2809646 w 3099409"/>
                <a:gd name="connsiteY17" fmla="*/ 81890 h 1348029"/>
                <a:gd name="connsiteX18" fmla="*/ 1934870 w 3099409"/>
                <a:gd name="connsiteY18" fmla="*/ 0 h 1348029"/>
                <a:gd name="connsiteX19" fmla="*/ 1161694 w 3099409"/>
                <a:gd name="connsiteY19" fmla="*/ 0 h 1348029"/>
                <a:gd name="connsiteX20" fmla="*/ 286715 w 3099409"/>
                <a:gd name="connsiteY20" fmla="*/ 81890 h 1348029"/>
                <a:gd name="connsiteX21" fmla="*/ 55067 w 3099409"/>
                <a:gd name="connsiteY21" fmla="*/ 185928 h 1348029"/>
                <a:gd name="connsiteX22" fmla="*/ 56286 w 3099409"/>
                <a:gd name="connsiteY22" fmla="*/ 764032 h 1348029"/>
                <a:gd name="connsiteX23" fmla="*/ 189585 w 3099409"/>
                <a:gd name="connsiteY23" fmla="*/ 1085901 h 1348029"/>
                <a:gd name="connsiteX24" fmla="*/ 1155801 w 3099409"/>
                <a:gd name="connsiteY24" fmla="*/ 1290727 h 1348029"/>
                <a:gd name="connsiteX25" fmla="*/ 1425245 w 3099409"/>
                <a:gd name="connsiteY25" fmla="*/ 1038962 h 1348029"/>
                <a:gd name="connsiteX26" fmla="*/ 1444142 w 3099409"/>
                <a:gd name="connsiteY26" fmla="*/ 1031444 h 1348029"/>
                <a:gd name="connsiteX27" fmla="*/ 1913534 w 3099409"/>
                <a:gd name="connsiteY27" fmla="*/ 1340917 h 1348029"/>
                <a:gd name="connsiteX28" fmla="*/ 1641653 w 3099409"/>
                <a:gd name="connsiteY28" fmla="*/ 1086714 h 1348029"/>
                <a:gd name="connsiteX29" fmla="*/ 1454912 w 3099409"/>
                <a:gd name="connsiteY29" fmla="*/ 1086714 h 1348029"/>
                <a:gd name="connsiteX30" fmla="*/ 1183030 w 3099409"/>
                <a:gd name="connsiteY30" fmla="*/ 1340917 h 1348029"/>
                <a:gd name="connsiteX31" fmla="*/ 1158443 w 3099409"/>
                <a:gd name="connsiteY31" fmla="*/ 1347826 h 1348029"/>
                <a:gd name="connsiteX32" fmla="*/ 163982 w 3099409"/>
                <a:gd name="connsiteY32" fmla="*/ 1136904 h 1348029"/>
                <a:gd name="connsiteX33" fmla="*/ 144272 w 3099409"/>
                <a:gd name="connsiteY33" fmla="*/ 1120445 h 1348029"/>
                <a:gd name="connsiteX34" fmla="*/ 3251 w 3099409"/>
                <a:gd name="connsiteY34" fmla="*/ 780085 h 1348029"/>
                <a:gd name="connsiteX35" fmla="*/ 1219 w 3099409"/>
                <a:gd name="connsiteY35" fmla="*/ 769519 h 1348029"/>
                <a:gd name="connsiteX36" fmla="*/ 0 w 3099409"/>
                <a:gd name="connsiteY36" fmla="*/ 168047 h 1348029"/>
                <a:gd name="connsiteX37" fmla="*/ 16256 w 3099409"/>
                <a:gd name="connsiteY37" fmla="*/ 142850 h 1348029"/>
                <a:gd name="connsiteX38" fmla="*/ 268427 w 3099409"/>
                <a:gd name="connsiteY38" fmla="*/ 29668 h 1348029"/>
                <a:gd name="connsiteX39" fmla="*/ 277165 w 3099409"/>
                <a:gd name="connsiteY39" fmla="*/ 27432 h 1348029"/>
                <a:gd name="connsiteX0" fmla="*/ 1936089 w 3099409"/>
                <a:gd name="connsiteY0" fmla="*/ 1348029 h 1348029"/>
                <a:gd name="connsiteX1" fmla="*/ 2820009 w 3099409"/>
                <a:gd name="connsiteY1" fmla="*/ 27432 h 1348029"/>
                <a:gd name="connsiteX2" fmla="*/ 3083357 w 3099409"/>
                <a:gd name="connsiteY2" fmla="*/ 147930 h 1348029"/>
                <a:gd name="connsiteX3" fmla="*/ 3099409 w 3099409"/>
                <a:gd name="connsiteY3" fmla="*/ 173127 h 1348029"/>
                <a:gd name="connsiteX4" fmla="*/ 3096158 w 3099409"/>
                <a:gd name="connsiteY4" fmla="*/ 769722 h 1348029"/>
                <a:gd name="connsiteX5" fmla="*/ 3094126 w 3099409"/>
                <a:gd name="connsiteY5" fmla="*/ 780085 h 1348029"/>
                <a:gd name="connsiteX6" fmla="*/ 2953105 w 3099409"/>
                <a:gd name="connsiteY6" fmla="*/ 1120445 h 1348029"/>
                <a:gd name="connsiteX7" fmla="*/ 2938272 w 3099409"/>
                <a:gd name="connsiteY7" fmla="*/ 1135279 h 1348029"/>
                <a:gd name="connsiteX8" fmla="*/ 1936089 w 3099409"/>
                <a:gd name="connsiteY8" fmla="*/ 1348029 h 1348029"/>
                <a:gd name="connsiteX9" fmla="*/ 1444142 w 3099409"/>
                <a:gd name="connsiteY9" fmla="*/ 1031444 h 1348029"/>
                <a:gd name="connsiteX10" fmla="*/ 1652625 w 3099409"/>
                <a:gd name="connsiteY10" fmla="*/ 1031444 h 1348029"/>
                <a:gd name="connsiteX11" fmla="*/ 1671523 w 3099409"/>
                <a:gd name="connsiteY11" fmla="*/ 1038962 h 1348029"/>
                <a:gd name="connsiteX12" fmla="*/ 1941779 w 3099409"/>
                <a:gd name="connsiteY12" fmla="*/ 1291540 h 1348029"/>
                <a:gd name="connsiteX13" fmla="*/ 2905760 w 3099409"/>
                <a:gd name="connsiteY13" fmla="*/ 1088746 h 1348029"/>
                <a:gd name="connsiteX14" fmla="*/ 3040278 w 3099409"/>
                <a:gd name="connsiteY14" fmla="*/ 763829 h 1348029"/>
                <a:gd name="connsiteX15" fmla="*/ 3043529 w 3099409"/>
                <a:gd name="connsiteY15" fmla="*/ 190399 h 1348029"/>
                <a:gd name="connsiteX16" fmla="*/ 2809646 w 3099409"/>
                <a:gd name="connsiteY16" fmla="*/ 81890 h 1348029"/>
                <a:gd name="connsiteX17" fmla="*/ 1934870 w 3099409"/>
                <a:gd name="connsiteY17" fmla="*/ 0 h 1348029"/>
                <a:gd name="connsiteX18" fmla="*/ 1161694 w 3099409"/>
                <a:gd name="connsiteY18" fmla="*/ 0 h 1348029"/>
                <a:gd name="connsiteX19" fmla="*/ 286715 w 3099409"/>
                <a:gd name="connsiteY19" fmla="*/ 81890 h 1348029"/>
                <a:gd name="connsiteX20" fmla="*/ 55067 w 3099409"/>
                <a:gd name="connsiteY20" fmla="*/ 185928 h 1348029"/>
                <a:gd name="connsiteX21" fmla="*/ 56286 w 3099409"/>
                <a:gd name="connsiteY21" fmla="*/ 764032 h 1348029"/>
                <a:gd name="connsiteX22" fmla="*/ 189585 w 3099409"/>
                <a:gd name="connsiteY22" fmla="*/ 1085901 h 1348029"/>
                <a:gd name="connsiteX23" fmla="*/ 1155801 w 3099409"/>
                <a:gd name="connsiteY23" fmla="*/ 1290727 h 1348029"/>
                <a:gd name="connsiteX24" fmla="*/ 1425245 w 3099409"/>
                <a:gd name="connsiteY24" fmla="*/ 1038962 h 1348029"/>
                <a:gd name="connsiteX25" fmla="*/ 1444142 w 3099409"/>
                <a:gd name="connsiteY25" fmla="*/ 1031444 h 1348029"/>
                <a:gd name="connsiteX26" fmla="*/ 1913534 w 3099409"/>
                <a:gd name="connsiteY26" fmla="*/ 1340917 h 1348029"/>
                <a:gd name="connsiteX27" fmla="*/ 1641653 w 3099409"/>
                <a:gd name="connsiteY27" fmla="*/ 1086714 h 1348029"/>
                <a:gd name="connsiteX28" fmla="*/ 1454912 w 3099409"/>
                <a:gd name="connsiteY28" fmla="*/ 1086714 h 1348029"/>
                <a:gd name="connsiteX29" fmla="*/ 1183030 w 3099409"/>
                <a:gd name="connsiteY29" fmla="*/ 1340917 h 1348029"/>
                <a:gd name="connsiteX30" fmla="*/ 1158443 w 3099409"/>
                <a:gd name="connsiteY30" fmla="*/ 1347826 h 1348029"/>
                <a:gd name="connsiteX31" fmla="*/ 163982 w 3099409"/>
                <a:gd name="connsiteY31" fmla="*/ 1136904 h 1348029"/>
                <a:gd name="connsiteX32" fmla="*/ 144272 w 3099409"/>
                <a:gd name="connsiteY32" fmla="*/ 1120445 h 1348029"/>
                <a:gd name="connsiteX33" fmla="*/ 3251 w 3099409"/>
                <a:gd name="connsiteY33" fmla="*/ 780085 h 1348029"/>
                <a:gd name="connsiteX34" fmla="*/ 1219 w 3099409"/>
                <a:gd name="connsiteY34" fmla="*/ 769519 h 1348029"/>
                <a:gd name="connsiteX35" fmla="*/ 0 w 3099409"/>
                <a:gd name="connsiteY35" fmla="*/ 168047 h 1348029"/>
                <a:gd name="connsiteX36" fmla="*/ 16256 w 3099409"/>
                <a:gd name="connsiteY36" fmla="*/ 142850 h 1348029"/>
                <a:gd name="connsiteX37" fmla="*/ 268427 w 3099409"/>
                <a:gd name="connsiteY37" fmla="*/ 29668 h 1348029"/>
                <a:gd name="connsiteX38" fmla="*/ 277165 w 3099409"/>
                <a:gd name="connsiteY38" fmla="*/ 27432 h 1348029"/>
                <a:gd name="connsiteX0" fmla="*/ 1936089 w 3099409"/>
                <a:gd name="connsiteY0" fmla="*/ 1348029 h 1348029"/>
                <a:gd name="connsiteX1" fmla="*/ 3083357 w 3099409"/>
                <a:gd name="connsiteY1" fmla="*/ 147930 h 1348029"/>
                <a:gd name="connsiteX2" fmla="*/ 3099409 w 3099409"/>
                <a:gd name="connsiteY2" fmla="*/ 173127 h 1348029"/>
                <a:gd name="connsiteX3" fmla="*/ 3096158 w 3099409"/>
                <a:gd name="connsiteY3" fmla="*/ 769722 h 1348029"/>
                <a:gd name="connsiteX4" fmla="*/ 3094126 w 3099409"/>
                <a:gd name="connsiteY4" fmla="*/ 780085 h 1348029"/>
                <a:gd name="connsiteX5" fmla="*/ 2953105 w 3099409"/>
                <a:gd name="connsiteY5" fmla="*/ 1120445 h 1348029"/>
                <a:gd name="connsiteX6" fmla="*/ 2938272 w 3099409"/>
                <a:gd name="connsiteY6" fmla="*/ 1135279 h 1348029"/>
                <a:gd name="connsiteX7" fmla="*/ 1936089 w 3099409"/>
                <a:gd name="connsiteY7" fmla="*/ 1348029 h 1348029"/>
                <a:gd name="connsiteX8" fmla="*/ 1444142 w 3099409"/>
                <a:gd name="connsiteY8" fmla="*/ 1031444 h 1348029"/>
                <a:gd name="connsiteX9" fmla="*/ 1652625 w 3099409"/>
                <a:gd name="connsiteY9" fmla="*/ 1031444 h 1348029"/>
                <a:gd name="connsiteX10" fmla="*/ 1671523 w 3099409"/>
                <a:gd name="connsiteY10" fmla="*/ 1038962 h 1348029"/>
                <a:gd name="connsiteX11" fmla="*/ 1941779 w 3099409"/>
                <a:gd name="connsiteY11" fmla="*/ 1291540 h 1348029"/>
                <a:gd name="connsiteX12" fmla="*/ 2905760 w 3099409"/>
                <a:gd name="connsiteY12" fmla="*/ 1088746 h 1348029"/>
                <a:gd name="connsiteX13" fmla="*/ 3040278 w 3099409"/>
                <a:gd name="connsiteY13" fmla="*/ 763829 h 1348029"/>
                <a:gd name="connsiteX14" fmla="*/ 3043529 w 3099409"/>
                <a:gd name="connsiteY14" fmla="*/ 190399 h 1348029"/>
                <a:gd name="connsiteX15" fmla="*/ 2809646 w 3099409"/>
                <a:gd name="connsiteY15" fmla="*/ 81890 h 1348029"/>
                <a:gd name="connsiteX16" fmla="*/ 1934870 w 3099409"/>
                <a:gd name="connsiteY16" fmla="*/ 0 h 1348029"/>
                <a:gd name="connsiteX17" fmla="*/ 1161694 w 3099409"/>
                <a:gd name="connsiteY17" fmla="*/ 0 h 1348029"/>
                <a:gd name="connsiteX18" fmla="*/ 286715 w 3099409"/>
                <a:gd name="connsiteY18" fmla="*/ 81890 h 1348029"/>
                <a:gd name="connsiteX19" fmla="*/ 55067 w 3099409"/>
                <a:gd name="connsiteY19" fmla="*/ 185928 h 1348029"/>
                <a:gd name="connsiteX20" fmla="*/ 56286 w 3099409"/>
                <a:gd name="connsiteY20" fmla="*/ 764032 h 1348029"/>
                <a:gd name="connsiteX21" fmla="*/ 189585 w 3099409"/>
                <a:gd name="connsiteY21" fmla="*/ 1085901 h 1348029"/>
                <a:gd name="connsiteX22" fmla="*/ 1155801 w 3099409"/>
                <a:gd name="connsiteY22" fmla="*/ 1290727 h 1348029"/>
                <a:gd name="connsiteX23" fmla="*/ 1425245 w 3099409"/>
                <a:gd name="connsiteY23" fmla="*/ 1038962 h 1348029"/>
                <a:gd name="connsiteX24" fmla="*/ 1444142 w 3099409"/>
                <a:gd name="connsiteY24" fmla="*/ 1031444 h 1348029"/>
                <a:gd name="connsiteX25" fmla="*/ 1913534 w 3099409"/>
                <a:gd name="connsiteY25" fmla="*/ 1340917 h 1348029"/>
                <a:gd name="connsiteX26" fmla="*/ 1641653 w 3099409"/>
                <a:gd name="connsiteY26" fmla="*/ 1086714 h 1348029"/>
                <a:gd name="connsiteX27" fmla="*/ 1454912 w 3099409"/>
                <a:gd name="connsiteY27" fmla="*/ 1086714 h 1348029"/>
                <a:gd name="connsiteX28" fmla="*/ 1183030 w 3099409"/>
                <a:gd name="connsiteY28" fmla="*/ 1340917 h 1348029"/>
                <a:gd name="connsiteX29" fmla="*/ 1158443 w 3099409"/>
                <a:gd name="connsiteY29" fmla="*/ 1347826 h 1348029"/>
                <a:gd name="connsiteX30" fmla="*/ 163982 w 3099409"/>
                <a:gd name="connsiteY30" fmla="*/ 1136904 h 1348029"/>
                <a:gd name="connsiteX31" fmla="*/ 144272 w 3099409"/>
                <a:gd name="connsiteY31" fmla="*/ 1120445 h 1348029"/>
                <a:gd name="connsiteX32" fmla="*/ 3251 w 3099409"/>
                <a:gd name="connsiteY32" fmla="*/ 780085 h 1348029"/>
                <a:gd name="connsiteX33" fmla="*/ 1219 w 3099409"/>
                <a:gd name="connsiteY33" fmla="*/ 769519 h 1348029"/>
                <a:gd name="connsiteX34" fmla="*/ 0 w 3099409"/>
                <a:gd name="connsiteY34" fmla="*/ 168047 h 1348029"/>
                <a:gd name="connsiteX35" fmla="*/ 16256 w 3099409"/>
                <a:gd name="connsiteY35" fmla="*/ 142850 h 1348029"/>
                <a:gd name="connsiteX36" fmla="*/ 268427 w 3099409"/>
                <a:gd name="connsiteY36" fmla="*/ 29668 h 1348029"/>
                <a:gd name="connsiteX37" fmla="*/ 277165 w 3099409"/>
                <a:gd name="connsiteY37" fmla="*/ 27432 h 1348029"/>
                <a:gd name="connsiteX0" fmla="*/ 1936089 w 3096159"/>
                <a:gd name="connsiteY0" fmla="*/ 1348029 h 1348029"/>
                <a:gd name="connsiteX1" fmla="*/ 3083357 w 3096159"/>
                <a:gd name="connsiteY1" fmla="*/ 147930 h 1348029"/>
                <a:gd name="connsiteX2" fmla="*/ 3096158 w 3096159"/>
                <a:gd name="connsiteY2" fmla="*/ 769722 h 1348029"/>
                <a:gd name="connsiteX3" fmla="*/ 3094126 w 3096159"/>
                <a:gd name="connsiteY3" fmla="*/ 780085 h 1348029"/>
                <a:gd name="connsiteX4" fmla="*/ 2953105 w 3096159"/>
                <a:gd name="connsiteY4" fmla="*/ 1120445 h 1348029"/>
                <a:gd name="connsiteX5" fmla="*/ 2938272 w 3096159"/>
                <a:gd name="connsiteY5" fmla="*/ 1135279 h 1348029"/>
                <a:gd name="connsiteX6" fmla="*/ 1936089 w 3096159"/>
                <a:gd name="connsiteY6" fmla="*/ 1348029 h 1348029"/>
                <a:gd name="connsiteX7" fmla="*/ 1444142 w 3096159"/>
                <a:gd name="connsiteY7" fmla="*/ 1031444 h 1348029"/>
                <a:gd name="connsiteX8" fmla="*/ 1652625 w 3096159"/>
                <a:gd name="connsiteY8" fmla="*/ 1031444 h 1348029"/>
                <a:gd name="connsiteX9" fmla="*/ 1671523 w 3096159"/>
                <a:gd name="connsiteY9" fmla="*/ 1038962 h 1348029"/>
                <a:gd name="connsiteX10" fmla="*/ 1941779 w 3096159"/>
                <a:gd name="connsiteY10" fmla="*/ 1291540 h 1348029"/>
                <a:gd name="connsiteX11" fmla="*/ 2905760 w 3096159"/>
                <a:gd name="connsiteY11" fmla="*/ 1088746 h 1348029"/>
                <a:gd name="connsiteX12" fmla="*/ 3040278 w 3096159"/>
                <a:gd name="connsiteY12" fmla="*/ 763829 h 1348029"/>
                <a:gd name="connsiteX13" fmla="*/ 3043529 w 3096159"/>
                <a:gd name="connsiteY13" fmla="*/ 190399 h 1348029"/>
                <a:gd name="connsiteX14" fmla="*/ 2809646 w 3096159"/>
                <a:gd name="connsiteY14" fmla="*/ 81890 h 1348029"/>
                <a:gd name="connsiteX15" fmla="*/ 1934870 w 3096159"/>
                <a:gd name="connsiteY15" fmla="*/ 0 h 1348029"/>
                <a:gd name="connsiteX16" fmla="*/ 1161694 w 3096159"/>
                <a:gd name="connsiteY16" fmla="*/ 0 h 1348029"/>
                <a:gd name="connsiteX17" fmla="*/ 286715 w 3096159"/>
                <a:gd name="connsiteY17" fmla="*/ 81890 h 1348029"/>
                <a:gd name="connsiteX18" fmla="*/ 55067 w 3096159"/>
                <a:gd name="connsiteY18" fmla="*/ 185928 h 1348029"/>
                <a:gd name="connsiteX19" fmla="*/ 56286 w 3096159"/>
                <a:gd name="connsiteY19" fmla="*/ 764032 h 1348029"/>
                <a:gd name="connsiteX20" fmla="*/ 189585 w 3096159"/>
                <a:gd name="connsiteY20" fmla="*/ 1085901 h 1348029"/>
                <a:gd name="connsiteX21" fmla="*/ 1155801 w 3096159"/>
                <a:gd name="connsiteY21" fmla="*/ 1290727 h 1348029"/>
                <a:gd name="connsiteX22" fmla="*/ 1425245 w 3096159"/>
                <a:gd name="connsiteY22" fmla="*/ 1038962 h 1348029"/>
                <a:gd name="connsiteX23" fmla="*/ 1444142 w 3096159"/>
                <a:gd name="connsiteY23" fmla="*/ 1031444 h 1348029"/>
                <a:gd name="connsiteX24" fmla="*/ 1913534 w 3096159"/>
                <a:gd name="connsiteY24" fmla="*/ 1340917 h 1348029"/>
                <a:gd name="connsiteX25" fmla="*/ 1641653 w 3096159"/>
                <a:gd name="connsiteY25" fmla="*/ 1086714 h 1348029"/>
                <a:gd name="connsiteX26" fmla="*/ 1454912 w 3096159"/>
                <a:gd name="connsiteY26" fmla="*/ 1086714 h 1348029"/>
                <a:gd name="connsiteX27" fmla="*/ 1183030 w 3096159"/>
                <a:gd name="connsiteY27" fmla="*/ 1340917 h 1348029"/>
                <a:gd name="connsiteX28" fmla="*/ 1158443 w 3096159"/>
                <a:gd name="connsiteY28" fmla="*/ 1347826 h 1348029"/>
                <a:gd name="connsiteX29" fmla="*/ 163982 w 3096159"/>
                <a:gd name="connsiteY29" fmla="*/ 1136904 h 1348029"/>
                <a:gd name="connsiteX30" fmla="*/ 144272 w 3096159"/>
                <a:gd name="connsiteY30" fmla="*/ 1120445 h 1348029"/>
                <a:gd name="connsiteX31" fmla="*/ 3251 w 3096159"/>
                <a:gd name="connsiteY31" fmla="*/ 780085 h 1348029"/>
                <a:gd name="connsiteX32" fmla="*/ 1219 w 3096159"/>
                <a:gd name="connsiteY32" fmla="*/ 769519 h 1348029"/>
                <a:gd name="connsiteX33" fmla="*/ 0 w 3096159"/>
                <a:gd name="connsiteY33" fmla="*/ 168047 h 1348029"/>
                <a:gd name="connsiteX34" fmla="*/ 16256 w 3096159"/>
                <a:gd name="connsiteY34" fmla="*/ 142850 h 1348029"/>
                <a:gd name="connsiteX35" fmla="*/ 268427 w 3096159"/>
                <a:gd name="connsiteY35" fmla="*/ 29668 h 1348029"/>
                <a:gd name="connsiteX36" fmla="*/ 277165 w 3096159"/>
                <a:gd name="connsiteY36" fmla="*/ 27432 h 1348029"/>
                <a:gd name="connsiteX0" fmla="*/ 1936089 w 3096159"/>
                <a:gd name="connsiteY0" fmla="*/ 1348029 h 1348029"/>
                <a:gd name="connsiteX1" fmla="*/ 3096158 w 3096159"/>
                <a:gd name="connsiteY1" fmla="*/ 769722 h 1348029"/>
                <a:gd name="connsiteX2" fmla="*/ 3094126 w 3096159"/>
                <a:gd name="connsiteY2" fmla="*/ 780085 h 1348029"/>
                <a:gd name="connsiteX3" fmla="*/ 2953105 w 3096159"/>
                <a:gd name="connsiteY3" fmla="*/ 1120445 h 1348029"/>
                <a:gd name="connsiteX4" fmla="*/ 2938272 w 3096159"/>
                <a:gd name="connsiteY4" fmla="*/ 1135279 h 1348029"/>
                <a:gd name="connsiteX5" fmla="*/ 1936089 w 3096159"/>
                <a:gd name="connsiteY5" fmla="*/ 1348029 h 1348029"/>
                <a:gd name="connsiteX6" fmla="*/ 1444142 w 3096159"/>
                <a:gd name="connsiteY6" fmla="*/ 1031444 h 1348029"/>
                <a:gd name="connsiteX7" fmla="*/ 1652625 w 3096159"/>
                <a:gd name="connsiteY7" fmla="*/ 1031444 h 1348029"/>
                <a:gd name="connsiteX8" fmla="*/ 1671523 w 3096159"/>
                <a:gd name="connsiteY8" fmla="*/ 1038962 h 1348029"/>
                <a:gd name="connsiteX9" fmla="*/ 1941779 w 3096159"/>
                <a:gd name="connsiteY9" fmla="*/ 1291540 h 1348029"/>
                <a:gd name="connsiteX10" fmla="*/ 2905760 w 3096159"/>
                <a:gd name="connsiteY10" fmla="*/ 1088746 h 1348029"/>
                <a:gd name="connsiteX11" fmla="*/ 3040278 w 3096159"/>
                <a:gd name="connsiteY11" fmla="*/ 763829 h 1348029"/>
                <a:gd name="connsiteX12" fmla="*/ 3043529 w 3096159"/>
                <a:gd name="connsiteY12" fmla="*/ 190399 h 1348029"/>
                <a:gd name="connsiteX13" fmla="*/ 2809646 w 3096159"/>
                <a:gd name="connsiteY13" fmla="*/ 81890 h 1348029"/>
                <a:gd name="connsiteX14" fmla="*/ 1934870 w 3096159"/>
                <a:gd name="connsiteY14" fmla="*/ 0 h 1348029"/>
                <a:gd name="connsiteX15" fmla="*/ 1161694 w 3096159"/>
                <a:gd name="connsiteY15" fmla="*/ 0 h 1348029"/>
                <a:gd name="connsiteX16" fmla="*/ 286715 w 3096159"/>
                <a:gd name="connsiteY16" fmla="*/ 81890 h 1348029"/>
                <a:gd name="connsiteX17" fmla="*/ 55067 w 3096159"/>
                <a:gd name="connsiteY17" fmla="*/ 185928 h 1348029"/>
                <a:gd name="connsiteX18" fmla="*/ 56286 w 3096159"/>
                <a:gd name="connsiteY18" fmla="*/ 764032 h 1348029"/>
                <a:gd name="connsiteX19" fmla="*/ 189585 w 3096159"/>
                <a:gd name="connsiteY19" fmla="*/ 1085901 h 1348029"/>
                <a:gd name="connsiteX20" fmla="*/ 1155801 w 3096159"/>
                <a:gd name="connsiteY20" fmla="*/ 1290727 h 1348029"/>
                <a:gd name="connsiteX21" fmla="*/ 1425245 w 3096159"/>
                <a:gd name="connsiteY21" fmla="*/ 1038962 h 1348029"/>
                <a:gd name="connsiteX22" fmla="*/ 1444142 w 3096159"/>
                <a:gd name="connsiteY22" fmla="*/ 1031444 h 1348029"/>
                <a:gd name="connsiteX23" fmla="*/ 1913534 w 3096159"/>
                <a:gd name="connsiteY23" fmla="*/ 1340917 h 1348029"/>
                <a:gd name="connsiteX24" fmla="*/ 1641653 w 3096159"/>
                <a:gd name="connsiteY24" fmla="*/ 1086714 h 1348029"/>
                <a:gd name="connsiteX25" fmla="*/ 1454912 w 3096159"/>
                <a:gd name="connsiteY25" fmla="*/ 1086714 h 1348029"/>
                <a:gd name="connsiteX26" fmla="*/ 1183030 w 3096159"/>
                <a:gd name="connsiteY26" fmla="*/ 1340917 h 1348029"/>
                <a:gd name="connsiteX27" fmla="*/ 1158443 w 3096159"/>
                <a:gd name="connsiteY27" fmla="*/ 1347826 h 1348029"/>
                <a:gd name="connsiteX28" fmla="*/ 163982 w 3096159"/>
                <a:gd name="connsiteY28" fmla="*/ 1136904 h 1348029"/>
                <a:gd name="connsiteX29" fmla="*/ 144272 w 3096159"/>
                <a:gd name="connsiteY29" fmla="*/ 1120445 h 1348029"/>
                <a:gd name="connsiteX30" fmla="*/ 3251 w 3096159"/>
                <a:gd name="connsiteY30" fmla="*/ 780085 h 1348029"/>
                <a:gd name="connsiteX31" fmla="*/ 1219 w 3096159"/>
                <a:gd name="connsiteY31" fmla="*/ 769519 h 1348029"/>
                <a:gd name="connsiteX32" fmla="*/ 0 w 3096159"/>
                <a:gd name="connsiteY32" fmla="*/ 168047 h 1348029"/>
                <a:gd name="connsiteX33" fmla="*/ 16256 w 3096159"/>
                <a:gd name="connsiteY33" fmla="*/ 142850 h 1348029"/>
                <a:gd name="connsiteX34" fmla="*/ 268427 w 3096159"/>
                <a:gd name="connsiteY34" fmla="*/ 29668 h 1348029"/>
                <a:gd name="connsiteX35" fmla="*/ 277165 w 3096159"/>
                <a:gd name="connsiteY35" fmla="*/ 27432 h 1348029"/>
                <a:gd name="connsiteX0" fmla="*/ 1936089 w 3096159"/>
                <a:gd name="connsiteY0" fmla="*/ 1348029 h 1348029"/>
                <a:gd name="connsiteX1" fmla="*/ 3096158 w 3096159"/>
                <a:gd name="connsiteY1" fmla="*/ 769722 h 1348029"/>
                <a:gd name="connsiteX2" fmla="*/ 2953105 w 3096159"/>
                <a:gd name="connsiteY2" fmla="*/ 1120445 h 1348029"/>
                <a:gd name="connsiteX3" fmla="*/ 2938272 w 3096159"/>
                <a:gd name="connsiteY3" fmla="*/ 1135279 h 1348029"/>
                <a:gd name="connsiteX4" fmla="*/ 1936089 w 3096159"/>
                <a:gd name="connsiteY4" fmla="*/ 1348029 h 1348029"/>
                <a:gd name="connsiteX5" fmla="*/ 1444142 w 3096159"/>
                <a:gd name="connsiteY5" fmla="*/ 1031444 h 1348029"/>
                <a:gd name="connsiteX6" fmla="*/ 1652625 w 3096159"/>
                <a:gd name="connsiteY6" fmla="*/ 1031444 h 1348029"/>
                <a:gd name="connsiteX7" fmla="*/ 1671523 w 3096159"/>
                <a:gd name="connsiteY7" fmla="*/ 1038962 h 1348029"/>
                <a:gd name="connsiteX8" fmla="*/ 1941779 w 3096159"/>
                <a:gd name="connsiteY8" fmla="*/ 1291540 h 1348029"/>
                <a:gd name="connsiteX9" fmla="*/ 2905760 w 3096159"/>
                <a:gd name="connsiteY9" fmla="*/ 1088746 h 1348029"/>
                <a:gd name="connsiteX10" fmla="*/ 3040278 w 3096159"/>
                <a:gd name="connsiteY10" fmla="*/ 763829 h 1348029"/>
                <a:gd name="connsiteX11" fmla="*/ 3043529 w 3096159"/>
                <a:gd name="connsiteY11" fmla="*/ 190399 h 1348029"/>
                <a:gd name="connsiteX12" fmla="*/ 2809646 w 3096159"/>
                <a:gd name="connsiteY12" fmla="*/ 81890 h 1348029"/>
                <a:gd name="connsiteX13" fmla="*/ 1934870 w 3096159"/>
                <a:gd name="connsiteY13" fmla="*/ 0 h 1348029"/>
                <a:gd name="connsiteX14" fmla="*/ 1161694 w 3096159"/>
                <a:gd name="connsiteY14" fmla="*/ 0 h 1348029"/>
                <a:gd name="connsiteX15" fmla="*/ 286715 w 3096159"/>
                <a:gd name="connsiteY15" fmla="*/ 81890 h 1348029"/>
                <a:gd name="connsiteX16" fmla="*/ 55067 w 3096159"/>
                <a:gd name="connsiteY16" fmla="*/ 185928 h 1348029"/>
                <a:gd name="connsiteX17" fmla="*/ 56286 w 3096159"/>
                <a:gd name="connsiteY17" fmla="*/ 764032 h 1348029"/>
                <a:gd name="connsiteX18" fmla="*/ 189585 w 3096159"/>
                <a:gd name="connsiteY18" fmla="*/ 1085901 h 1348029"/>
                <a:gd name="connsiteX19" fmla="*/ 1155801 w 3096159"/>
                <a:gd name="connsiteY19" fmla="*/ 1290727 h 1348029"/>
                <a:gd name="connsiteX20" fmla="*/ 1425245 w 3096159"/>
                <a:gd name="connsiteY20" fmla="*/ 1038962 h 1348029"/>
                <a:gd name="connsiteX21" fmla="*/ 1444142 w 3096159"/>
                <a:gd name="connsiteY21" fmla="*/ 1031444 h 1348029"/>
                <a:gd name="connsiteX22" fmla="*/ 1913534 w 3096159"/>
                <a:gd name="connsiteY22" fmla="*/ 1340917 h 1348029"/>
                <a:gd name="connsiteX23" fmla="*/ 1641653 w 3096159"/>
                <a:gd name="connsiteY23" fmla="*/ 1086714 h 1348029"/>
                <a:gd name="connsiteX24" fmla="*/ 1454912 w 3096159"/>
                <a:gd name="connsiteY24" fmla="*/ 1086714 h 1348029"/>
                <a:gd name="connsiteX25" fmla="*/ 1183030 w 3096159"/>
                <a:gd name="connsiteY25" fmla="*/ 1340917 h 1348029"/>
                <a:gd name="connsiteX26" fmla="*/ 1158443 w 3096159"/>
                <a:gd name="connsiteY26" fmla="*/ 1347826 h 1348029"/>
                <a:gd name="connsiteX27" fmla="*/ 163982 w 3096159"/>
                <a:gd name="connsiteY27" fmla="*/ 1136904 h 1348029"/>
                <a:gd name="connsiteX28" fmla="*/ 144272 w 3096159"/>
                <a:gd name="connsiteY28" fmla="*/ 1120445 h 1348029"/>
                <a:gd name="connsiteX29" fmla="*/ 3251 w 3096159"/>
                <a:gd name="connsiteY29" fmla="*/ 780085 h 1348029"/>
                <a:gd name="connsiteX30" fmla="*/ 1219 w 3096159"/>
                <a:gd name="connsiteY30" fmla="*/ 769519 h 1348029"/>
                <a:gd name="connsiteX31" fmla="*/ 0 w 3096159"/>
                <a:gd name="connsiteY31" fmla="*/ 168047 h 1348029"/>
                <a:gd name="connsiteX32" fmla="*/ 16256 w 3096159"/>
                <a:gd name="connsiteY32" fmla="*/ 142850 h 1348029"/>
                <a:gd name="connsiteX33" fmla="*/ 268427 w 3096159"/>
                <a:gd name="connsiteY33" fmla="*/ 29668 h 1348029"/>
                <a:gd name="connsiteX34" fmla="*/ 277165 w 3096159"/>
                <a:gd name="connsiteY34" fmla="*/ 27432 h 1348029"/>
                <a:gd name="connsiteX0" fmla="*/ 1936089 w 3043528"/>
                <a:gd name="connsiteY0" fmla="*/ 1348029 h 1348029"/>
                <a:gd name="connsiteX1" fmla="*/ 2953105 w 3043528"/>
                <a:gd name="connsiteY1" fmla="*/ 1120445 h 1348029"/>
                <a:gd name="connsiteX2" fmla="*/ 2938272 w 3043528"/>
                <a:gd name="connsiteY2" fmla="*/ 1135279 h 1348029"/>
                <a:gd name="connsiteX3" fmla="*/ 1936089 w 3043528"/>
                <a:gd name="connsiteY3" fmla="*/ 1348029 h 1348029"/>
                <a:gd name="connsiteX4" fmla="*/ 1444142 w 3043528"/>
                <a:gd name="connsiteY4" fmla="*/ 1031444 h 1348029"/>
                <a:gd name="connsiteX5" fmla="*/ 1652625 w 3043528"/>
                <a:gd name="connsiteY5" fmla="*/ 1031444 h 1348029"/>
                <a:gd name="connsiteX6" fmla="*/ 1671523 w 3043528"/>
                <a:gd name="connsiteY6" fmla="*/ 1038962 h 1348029"/>
                <a:gd name="connsiteX7" fmla="*/ 1941779 w 3043528"/>
                <a:gd name="connsiteY7" fmla="*/ 1291540 h 1348029"/>
                <a:gd name="connsiteX8" fmla="*/ 2905760 w 3043528"/>
                <a:gd name="connsiteY8" fmla="*/ 1088746 h 1348029"/>
                <a:gd name="connsiteX9" fmla="*/ 3040278 w 3043528"/>
                <a:gd name="connsiteY9" fmla="*/ 763829 h 1348029"/>
                <a:gd name="connsiteX10" fmla="*/ 3043529 w 3043528"/>
                <a:gd name="connsiteY10" fmla="*/ 190399 h 1348029"/>
                <a:gd name="connsiteX11" fmla="*/ 2809646 w 3043528"/>
                <a:gd name="connsiteY11" fmla="*/ 81890 h 1348029"/>
                <a:gd name="connsiteX12" fmla="*/ 1934870 w 3043528"/>
                <a:gd name="connsiteY12" fmla="*/ 0 h 1348029"/>
                <a:gd name="connsiteX13" fmla="*/ 1161694 w 3043528"/>
                <a:gd name="connsiteY13" fmla="*/ 0 h 1348029"/>
                <a:gd name="connsiteX14" fmla="*/ 286715 w 3043528"/>
                <a:gd name="connsiteY14" fmla="*/ 81890 h 1348029"/>
                <a:gd name="connsiteX15" fmla="*/ 55067 w 3043528"/>
                <a:gd name="connsiteY15" fmla="*/ 185928 h 1348029"/>
                <a:gd name="connsiteX16" fmla="*/ 56286 w 3043528"/>
                <a:gd name="connsiteY16" fmla="*/ 764032 h 1348029"/>
                <a:gd name="connsiteX17" fmla="*/ 189585 w 3043528"/>
                <a:gd name="connsiteY17" fmla="*/ 1085901 h 1348029"/>
                <a:gd name="connsiteX18" fmla="*/ 1155801 w 3043528"/>
                <a:gd name="connsiteY18" fmla="*/ 1290727 h 1348029"/>
                <a:gd name="connsiteX19" fmla="*/ 1425245 w 3043528"/>
                <a:gd name="connsiteY19" fmla="*/ 1038962 h 1348029"/>
                <a:gd name="connsiteX20" fmla="*/ 1444142 w 3043528"/>
                <a:gd name="connsiteY20" fmla="*/ 1031444 h 1348029"/>
                <a:gd name="connsiteX21" fmla="*/ 1913534 w 3043528"/>
                <a:gd name="connsiteY21" fmla="*/ 1340917 h 1348029"/>
                <a:gd name="connsiteX22" fmla="*/ 1641653 w 3043528"/>
                <a:gd name="connsiteY22" fmla="*/ 1086714 h 1348029"/>
                <a:gd name="connsiteX23" fmla="*/ 1454912 w 3043528"/>
                <a:gd name="connsiteY23" fmla="*/ 1086714 h 1348029"/>
                <a:gd name="connsiteX24" fmla="*/ 1183030 w 3043528"/>
                <a:gd name="connsiteY24" fmla="*/ 1340917 h 1348029"/>
                <a:gd name="connsiteX25" fmla="*/ 1158443 w 3043528"/>
                <a:gd name="connsiteY25" fmla="*/ 1347826 h 1348029"/>
                <a:gd name="connsiteX26" fmla="*/ 163982 w 3043528"/>
                <a:gd name="connsiteY26" fmla="*/ 1136904 h 1348029"/>
                <a:gd name="connsiteX27" fmla="*/ 144272 w 3043528"/>
                <a:gd name="connsiteY27" fmla="*/ 1120445 h 1348029"/>
                <a:gd name="connsiteX28" fmla="*/ 3251 w 3043528"/>
                <a:gd name="connsiteY28" fmla="*/ 780085 h 1348029"/>
                <a:gd name="connsiteX29" fmla="*/ 1219 w 3043528"/>
                <a:gd name="connsiteY29" fmla="*/ 769519 h 1348029"/>
                <a:gd name="connsiteX30" fmla="*/ 0 w 3043528"/>
                <a:gd name="connsiteY30" fmla="*/ 168047 h 1348029"/>
                <a:gd name="connsiteX31" fmla="*/ 16256 w 3043528"/>
                <a:gd name="connsiteY31" fmla="*/ 142850 h 1348029"/>
                <a:gd name="connsiteX32" fmla="*/ 268427 w 3043528"/>
                <a:gd name="connsiteY32" fmla="*/ 29668 h 1348029"/>
                <a:gd name="connsiteX33" fmla="*/ 277165 w 3043528"/>
                <a:gd name="connsiteY33" fmla="*/ 27432 h 1348029"/>
                <a:gd name="connsiteX0" fmla="*/ 1936089 w 3043528"/>
                <a:gd name="connsiteY0" fmla="*/ 1348029 h 1348029"/>
                <a:gd name="connsiteX1" fmla="*/ 2953105 w 3043528"/>
                <a:gd name="connsiteY1" fmla="*/ 1120445 h 1348029"/>
                <a:gd name="connsiteX2" fmla="*/ 1936089 w 3043528"/>
                <a:gd name="connsiteY2" fmla="*/ 1348029 h 1348029"/>
                <a:gd name="connsiteX3" fmla="*/ 1444142 w 3043528"/>
                <a:gd name="connsiteY3" fmla="*/ 1031444 h 1348029"/>
                <a:gd name="connsiteX4" fmla="*/ 1652625 w 3043528"/>
                <a:gd name="connsiteY4" fmla="*/ 1031444 h 1348029"/>
                <a:gd name="connsiteX5" fmla="*/ 1671523 w 3043528"/>
                <a:gd name="connsiteY5" fmla="*/ 1038962 h 1348029"/>
                <a:gd name="connsiteX6" fmla="*/ 1941779 w 3043528"/>
                <a:gd name="connsiteY6" fmla="*/ 1291540 h 1348029"/>
                <a:gd name="connsiteX7" fmla="*/ 2905760 w 3043528"/>
                <a:gd name="connsiteY7" fmla="*/ 1088746 h 1348029"/>
                <a:gd name="connsiteX8" fmla="*/ 3040278 w 3043528"/>
                <a:gd name="connsiteY8" fmla="*/ 763829 h 1348029"/>
                <a:gd name="connsiteX9" fmla="*/ 3043529 w 3043528"/>
                <a:gd name="connsiteY9" fmla="*/ 190399 h 1348029"/>
                <a:gd name="connsiteX10" fmla="*/ 2809646 w 3043528"/>
                <a:gd name="connsiteY10" fmla="*/ 81890 h 1348029"/>
                <a:gd name="connsiteX11" fmla="*/ 1934870 w 3043528"/>
                <a:gd name="connsiteY11" fmla="*/ 0 h 1348029"/>
                <a:gd name="connsiteX12" fmla="*/ 1161694 w 3043528"/>
                <a:gd name="connsiteY12" fmla="*/ 0 h 1348029"/>
                <a:gd name="connsiteX13" fmla="*/ 286715 w 3043528"/>
                <a:gd name="connsiteY13" fmla="*/ 81890 h 1348029"/>
                <a:gd name="connsiteX14" fmla="*/ 55067 w 3043528"/>
                <a:gd name="connsiteY14" fmla="*/ 185928 h 1348029"/>
                <a:gd name="connsiteX15" fmla="*/ 56286 w 3043528"/>
                <a:gd name="connsiteY15" fmla="*/ 764032 h 1348029"/>
                <a:gd name="connsiteX16" fmla="*/ 189585 w 3043528"/>
                <a:gd name="connsiteY16" fmla="*/ 1085901 h 1348029"/>
                <a:gd name="connsiteX17" fmla="*/ 1155801 w 3043528"/>
                <a:gd name="connsiteY17" fmla="*/ 1290727 h 1348029"/>
                <a:gd name="connsiteX18" fmla="*/ 1425245 w 3043528"/>
                <a:gd name="connsiteY18" fmla="*/ 1038962 h 1348029"/>
                <a:gd name="connsiteX19" fmla="*/ 1444142 w 3043528"/>
                <a:gd name="connsiteY19" fmla="*/ 1031444 h 1348029"/>
                <a:gd name="connsiteX20" fmla="*/ 1913534 w 3043528"/>
                <a:gd name="connsiteY20" fmla="*/ 1340917 h 1348029"/>
                <a:gd name="connsiteX21" fmla="*/ 1641653 w 3043528"/>
                <a:gd name="connsiteY21" fmla="*/ 1086714 h 1348029"/>
                <a:gd name="connsiteX22" fmla="*/ 1454912 w 3043528"/>
                <a:gd name="connsiteY22" fmla="*/ 1086714 h 1348029"/>
                <a:gd name="connsiteX23" fmla="*/ 1183030 w 3043528"/>
                <a:gd name="connsiteY23" fmla="*/ 1340917 h 1348029"/>
                <a:gd name="connsiteX24" fmla="*/ 1158443 w 3043528"/>
                <a:gd name="connsiteY24" fmla="*/ 1347826 h 1348029"/>
                <a:gd name="connsiteX25" fmla="*/ 163982 w 3043528"/>
                <a:gd name="connsiteY25" fmla="*/ 1136904 h 1348029"/>
                <a:gd name="connsiteX26" fmla="*/ 144272 w 3043528"/>
                <a:gd name="connsiteY26" fmla="*/ 1120445 h 1348029"/>
                <a:gd name="connsiteX27" fmla="*/ 3251 w 3043528"/>
                <a:gd name="connsiteY27" fmla="*/ 780085 h 1348029"/>
                <a:gd name="connsiteX28" fmla="*/ 1219 w 3043528"/>
                <a:gd name="connsiteY28" fmla="*/ 769519 h 1348029"/>
                <a:gd name="connsiteX29" fmla="*/ 0 w 3043528"/>
                <a:gd name="connsiteY29" fmla="*/ 168047 h 1348029"/>
                <a:gd name="connsiteX30" fmla="*/ 16256 w 3043528"/>
                <a:gd name="connsiteY30" fmla="*/ 142850 h 1348029"/>
                <a:gd name="connsiteX31" fmla="*/ 268427 w 3043528"/>
                <a:gd name="connsiteY31" fmla="*/ 29668 h 1348029"/>
                <a:gd name="connsiteX32" fmla="*/ 277165 w 3043528"/>
                <a:gd name="connsiteY32" fmla="*/ 27432 h 1348029"/>
                <a:gd name="connsiteX0" fmla="*/ 1444142 w 3043528"/>
                <a:gd name="connsiteY0" fmla="*/ 1031444 h 1347827"/>
                <a:gd name="connsiteX1" fmla="*/ 1652625 w 3043528"/>
                <a:gd name="connsiteY1" fmla="*/ 1031444 h 1347827"/>
                <a:gd name="connsiteX2" fmla="*/ 1671523 w 3043528"/>
                <a:gd name="connsiteY2" fmla="*/ 1038962 h 1347827"/>
                <a:gd name="connsiteX3" fmla="*/ 1941779 w 3043528"/>
                <a:gd name="connsiteY3" fmla="*/ 1291540 h 1347827"/>
                <a:gd name="connsiteX4" fmla="*/ 2905760 w 3043528"/>
                <a:gd name="connsiteY4" fmla="*/ 1088746 h 1347827"/>
                <a:gd name="connsiteX5" fmla="*/ 3040278 w 3043528"/>
                <a:gd name="connsiteY5" fmla="*/ 763829 h 1347827"/>
                <a:gd name="connsiteX6" fmla="*/ 3043529 w 3043528"/>
                <a:gd name="connsiteY6" fmla="*/ 190399 h 1347827"/>
                <a:gd name="connsiteX7" fmla="*/ 2809646 w 3043528"/>
                <a:gd name="connsiteY7" fmla="*/ 81890 h 1347827"/>
                <a:gd name="connsiteX8" fmla="*/ 1934870 w 3043528"/>
                <a:gd name="connsiteY8" fmla="*/ 0 h 1347827"/>
                <a:gd name="connsiteX9" fmla="*/ 1161694 w 3043528"/>
                <a:gd name="connsiteY9" fmla="*/ 0 h 1347827"/>
                <a:gd name="connsiteX10" fmla="*/ 286715 w 3043528"/>
                <a:gd name="connsiteY10" fmla="*/ 81890 h 1347827"/>
                <a:gd name="connsiteX11" fmla="*/ 55067 w 3043528"/>
                <a:gd name="connsiteY11" fmla="*/ 185928 h 1347827"/>
                <a:gd name="connsiteX12" fmla="*/ 56286 w 3043528"/>
                <a:gd name="connsiteY12" fmla="*/ 764032 h 1347827"/>
                <a:gd name="connsiteX13" fmla="*/ 189585 w 3043528"/>
                <a:gd name="connsiteY13" fmla="*/ 1085901 h 1347827"/>
                <a:gd name="connsiteX14" fmla="*/ 1155801 w 3043528"/>
                <a:gd name="connsiteY14" fmla="*/ 1290727 h 1347827"/>
                <a:gd name="connsiteX15" fmla="*/ 1425245 w 3043528"/>
                <a:gd name="connsiteY15" fmla="*/ 1038962 h 1347827"/>
                <a:gd name="connsiteX16" fmla="*/ 1444142 w 3043528"/>
                <a:gd name="connsiteY16" fmla="*/ 1031444 h 1347827"/>
                <a:gd name="connsiteX17" fmla="*/ 1913534 w 3043528"/>
                <a:gd name="connsiteY17" fmla="*/ 1340917 h 1347827"/>
                <a:gd name="connsiteX18" fmla="*/ 1641653 w 3043528"/>
                <a:gd name="connsiteY18" fmla="*/ 1086714 h 1347827"/>
                <a:gd name="connsiteX19" fmla="*/ 1454912 w 3043528"/>
                <a:gd name="connsiteY19" fmla="*/ 1086714 h 1347827"/>
                <a:gd name="connsiteX20" fmla="*/ 1183030 w 3043528"/>
                <a:gd name="connsiteY20" fmla="*/ 1340917 h 1347827"/>
                <a:gd name="connsiteX21" fmla="*/ 1158443 w 3043528"/>
                <a:gd name="connsiteY21" fmla="*/ 1347826 h 1347827"/>
                <a:gd name="connsiteX22" fmla="*/ 163982 w 3043528"/>
                <a:gd name="connsiteY22" fmla="*/ 1136904 h 1347827"/>
                <a:gd name="connsiteX23" fmla="*/ 144272 w 3043528"/>
                <a:gd name="connsiteY23" fmla="*/ 1120445 h 1347827"/>
                <a:gd name="connsiteX24" fmla="*/ 3251 w 3043528"/>
                <a:gd name="connsiteY24" fmla="*/ 780085 h 1347827"/>
                <a:gd name="connsiteX25" fmla="*/ 1219 w 3043528"/>
                <a:gd name="connsiteY25" fmla="*/ 769519 h 1347827"/>
                <a:gd name="connsiteX26" fmla="*/ 0 w 3043528"/>
                <a:gd name="connsiteY26" fmla="*/ 168047 h 1347827"/>
                <a:gd name="connsiteX27" fmla="*/ 16256 w 3043528"/>
                <a:gd name="connsiteY27" fmla="*/ 142850 h 1347827"/>
                <a:gd name="connsiteX28" fmla="*/ 268427 w 3043528"/>
                <a:gd name="connsiteY28" fmla="*/ 29668 h 1347827"/>
                <a:gd name="connsiteX29" fmla="*/ 277165 w 3043528"/>
                <a:gd name="connsiteY29" fmla="*/ 27432 h 1347827"/>
                <a:gd name="connsiteX0" fmla="*/ 1444142 w 3043528"/>
                <a:gd name="connsiteY0" fmla="*/ 1031444 h 1347827"/>
                <a:gd name="connsiteX1" fmla="*/ 1652625 w 3043528"/>
                <a:gd name="connsiteY1" fmla="*/ 1031444 h 1347827"/>
                <a:gd name="connsiteX2" fmla="*/ 1671523 w 3043528"/>
                <a:gd name="connsiteY2" fmla="*/ 1038962 h 1347827"/>
                <a:gd name="connsiteX3" fmla="*/ 1941779 w 3043528"/>
                <a:gd name="connsiteY3" fmla="*/ 1291540 h 1347827"/>
                <a:gd name="connsiteX4" fmla="*/ 2905760 w 3043528"/>
                <a:gd name="connsiteY4" fmla="*/ 1088746 h 1347827"/>
                <a:gd name="connsiteX5" fmla="*/ 3040278 w 3043528"/>
                <a:gd name="connsiteY5" fmla="*/ 763829 h 1347827"/>
                <a:gd name="connsiteX6" fmla="*/ 3043529 w 3043528"/>
                <a:gd name="connsiteY6" fmla="*/ 190399 h 1347827"/>
                <a:gd name="connsiteX7" fmla="*/ 2809646 w 3043528"/>
                <a:gd name="connsiteY7" fmla="*/ 81890 h 1347827"/>
                <a:gd name="connsiteX8" fmla="*/ 1934870 w 3043528"/>
                <a:gd name="connsiteY8" fmla="*/ 0 h 1347827"/>
                <a:gd name="connsiteX9" fmla="*/ 1161694 w 3043528"/>
                <a:gd name="connsiteY9" fmla="*/ 0 h 1347827"/>
                <a:gd name="connsiteX10" fmla="*/ 286715 w 3043528"/>
                <a:gd name="connsiteY10" fmla="*/ 81890 h 1347827"/>
                <a:gd name="connsiteX11" fmla="*/ 55067 w 3043528"/>
                <a:gd name="connsiteY11" fmla="*/ 185928 h 1347827"/>
                <a:gd name="connsiteX12" fmla="*/ 56286 w 3043528"/>
                <a:gd name="connsiteY12" fmla="*/ 764032 h 1347827"/>
                <a:gd name="connsiteX13" fmla="*/ 189585 w 3043528"/>
                <a:gd name="connsiteY13" fmla="*/ 1085901 h 1347827"/>
                <a:gd name="connsiteX14" fmla="*/ 1155801 w 3043528"/>
                <a:gd name="connsiteY14" fmla="*/ 1290727 h 1347827"/>
                <a:gd name="connsiteX15" fmla="*/ 1425245 w 3043528"/>
                <a:gd name="connsiteY15" fmla="*/ 1038962 h 1347827"/>
                <a:gd name="connsiteX16" fmla="*/ 1444142 w 3043528"/>
                <a:gd name="connsiteY16" fmla="*/ 1031444 h 1347827"/>
                <a:gd name="connsiteX17" fmla="*/ 1641653 w 3043528"/>
                <a:gd name="connsiteY17" fmla="*/ 1086714 h 1347827"/>
                <a:gd name="connsiteX18" fmla="*/ 1454912 w 3043528"/>
                <a:gd name="connsiteY18" fmla="*/ 1086714 h 1347827"/>
                <a:gd name="connsiteX19" fmla="*/ 1183030 w 3043528"/>
                <a:gd name="connsiteY19" fmla="*/ 1340917 h 1347827"/>
                <a:gd name="connsiteX20" fmla="*/ 1158443 w 3043528"/>
                <a:gd name="connsiteY20" fmla="*/ 1347826 h 1347827"/>
                <a:gd name="connsiteX21" fmla="*/ 163982 w 3043528"/>
                <a:gd name="connsiteY21" fmla="*/ 1136904 h 1347827"/>
                <a:gd name="connsiteX22" fmla="*/ 144272 w 3043528"/>
                <a:gd name="connsiteY22" fmla="*/ 1120445 h 1347827"/>
                <a:gd name="connsiteX23" fmla="*/ 3251 w 3043528"/>
                <a:gd name="connsiteY23" fmla="*/ 780085 h 1347827"/>
                <a:gd name="connsiteX24" fmla="*/ 1219 w 3043528"/>
                <a:gd name="connsiteY24" fmla="*/ 769519 h 1347827"/>
                <a:gd name="connsiteX25" fmla="*/ 0 w 3043528"/>
                <a:gd name="connsiteY25" fmla="*/ 168047 h 1347827"/>
                <a:gd name="connsiteX26" fmla="*/ 16256 w 3043528"/>
                <a:gd name="connsiteY26" fmla="*/ 142850 h 1347827"/>
                <a:gd name="connsiteX27" fmla="*/ 268427 w 3043528"/>
                <a:gd name="connsiteY27" fmla="*/ 29668 h 1347827"/>
                <a:gd name="connsiteX28" fmla="*/ 277165 w 3043528"/>
                <a:gd name="connsiteY28" fmla="*/ 27432 h 1347827"/>
                <a:gd name="connsiteX0" fmla="*/ 1444142 w 3043528"/>
                <a:gd name="connsiteY0" fmla="*/ 1031444 h 1347827"/>
                <a:gd name="connsiteX1" fmla="*/ 1652625 w 3043528"/>
                <a:gd name="connsiteY1" fmla="*/ 1031444 h 1347827"/>
                <a:gd name="connsiteX2" fmla="*/ 1671523 w 3043528"/>
                <a:gd name="connsiteY2" fmla="*/ 1038962 h 1347827"/>
                <a:gd name="connsiteX3" fmla="*/ 1941779 w 3043528"/>
                <a:gd name="connsiteY3" fmla="*/ 1291540 h 1347827"/>
                <a:gd name="connsiteX4" fmla="*/ 2905760 w 3043528"/>
                <a:gd name="connsiteY4" fmla="*/ 1088746 h 1347827"/>
                <a:gd name="connsiteX5" fmla="*/ 3040278 w 3043528"/>
                <a:gd name="connsiteY5" fmla="*/ 763829 h 1347827"/>
                <a:gd name="connsiteX6" fmla="*/ 3043529 w 3043528"/>
                <a:gd name="connsiteY6" fmla="*/ 190399 h 1347827"/>
                <a:gd name="connsiteX7" fmla="*/ 2809646 w 3043528"/>
                <a:gd name="connsiteY7" fmla="*/ 81890 h 1347827"/>
                <a:gd name="connsiteX8" fmla="*/ 1934870 w 3043528"/>
                <a:gd name="connsiteY8" fmla="*/ 0 h 1347827"/>
                <a:gd name="connsiteX9" fmla="*/ 1161694 w 3043528"/>
                <a:gd name="connsiteY9" fmla="*/ 0 h 1347827"/>
                <a:gd name="connsiteX10" fmla="*/ 286715 w 3043528"/>
                <a:gd name="connsiteY10" fmla="*/ 81890 h 1347827"/>
                <a:gd name="connsiteX11" fmla="*/ 55067 w 3043528"/>
                <a:gd name="connsiteY11" fmla="*/ 185928 h 1347827"/>
                <a:gd name="connsiteX12" fmla="*/ 56286 w 3043528"/>
                <a:gd name="connsiteY12" fmla="*/ 764032 h 1347827"/>
                <a:gd name="connsiteX13" fmla="*/ 189585 w 3043528"/>
                <a:gd name="connsiteY13" fmla="*/ 1085901 h 1347827"/>
                <a:gd name="connsiteX14" fmla="*/ 1155801 w 3043528"/>
                <a:gd name="connsiteY14" fmla="*/ 1290727 h 1347827"/>
                <a:gd name="connsiteX15" fmla="*/ 1425245 w 3043528"/>
                <a:gd name="connsiteY15" fmla="*/ 1038962 h 1347827"/>
                <a:gd name="connsiteX16" fmla="*/ 1444142 w 3043528"/>
                <a:gd name="connsiteY16" fmla="*/ 1031444 h 1347827"/>
                <a:gd name="connsiteX17" fmla="*/ 1454912 w 3043528"/>
                <a:gd name="connsiteY17" fmla="*/ 1086714 h 1347827"/>
                <a:gd name="connsiteX18" fmla="*/ 1183030 w 3043528"/>
                <a:gd name="connsiteY18" fmla="*/ 1340917 h 1347827"/>
                <a:gd name="connsiteX19" fmla="*/ 1158443 w 3043528"/>
                <a:gd name="connsiteY19" fmla="*/ 1347826 h 1347827"/>
                <a:gd name="connsiteX20" fmla="*/ 163982 w 3043528"/>
                <a:gd name="connsiteY20" fmla="*/ 1136904 h 1347827"/>
                <a:gd name="connsiteX21" fmla="*/ 144272 w 3043528"/>
                <a:gd name="connsiteY21" fmla="*/ 1120445 h 1347827"/>
                <a:gd name="connsiteX22" fmla="*/ 3251 w 3043528"/>
                <a:gd name="connsiteY22" fmla="*/ 780085 h 1347827"/>
                <a:gd name="connsiteX23" fmla="*/ 1219 w 3043528"/>
                <a:gd name="connsiteY23" fmla="*/ 769519 h 1347827"/>
                <a:gd name="connsiteX24" fmla="*/ 0 w 3043528"/>
                <a:gd name="connsiteY24" fmla="*/ 168047 h 1347827"/>
                <a:gd name="connsiteX25" fmla="*/ 16256 w 3043528"/>
                <a:gd name="connsiteY25" fmla="*/ 142850 h 1347827"/>
                <a:gd name="connsiteX26" fmla="*/ 268427 w 3043528"/>
                <a:gd name="connsiteY26" fmla="*/ 29668 h 1347827"/>
                <a:gd name="connsiteX27" fmla="*/ 277165 w 3043528"/>
                <a:gd name="connsiteY27" fmla="*/ 27432 h 1347827"/>
                <a:gd name="connsiteX0" fmla="*/ 1444142 w 3043528"/>
                <a:gd name="connsiteY0" fmla="*/ 1031444 h 1347827"/>
                <a:gd name="connsiteX1" fmla="*/ 1652625 w 3043528"/>
                <a:gd name="connsiteY1" fmla="*/ 1031444 h 1347827"/>
                <a:gd name="connsiteX2" fmla="*/ 1671523 w 3043528"/>
                <a:gd name="connsiteY2" fmla="*/ 1038962 h 1347827"/>
                <a:gd name="connsiteX3" fmla="*/ 1941779 w 3043528"/>
                <a:gd name="connsiteY3" fmla="*/ 1291540 h 1347827"/>
                <a:gd name="connsiteX4" fmla="*/ 2905760 w 3043528"/>
                <a:gd name="connsiteY4" fmla="*/ 1088746 h 1347827"/>
                <a:gd name="connsiteX5" fmla="*/ 3040278 w 3043528"/>
                <a:gd name="connsiteY5" fmla="*/ 763829 h 1347827"/>
                <a:gd name="connsiteX6" fmla="*/ 3043529 w 3043528"/>
                <a:gd name="connsiteY6" fmla="*/ 190399 h 1347827"/>
                <a:gd name="connsiteX7" fmla="*/ 2809646 w 3043528"/>
                <a:gd name="connsiteY7" fmla="*/ 81890 h 1347827"/>
                <a:gd name="connsiteX8" fmla="*/ 1934870 w 3043528"/>
                <a:gd name="connsiteY8" fmla="*/ 0 h 1347827"/>
                <a:gd name="connsiteX9" fmla="*/ 1161694 w 3043528"/>
                <a:gd name="connsiteY9" fmla="*/ 0 h 1347827"/>
                <a:gd name="connsiteX10" fmla="*/ 286715 w 3043528"/>
                <a:gd name="connsiteY10" fmla="*/ 81890 h 1347827"/>
                <a:gd name="connsiteX11" fmla="*/ 55067 w 3043528"/>
                <a:gd name="connsiteY11" fmla="*/ 185928 h 1347827"/>
                <a:gd name="connsiteX12" fmla="*/ 56286 w 3043528"/>
                <a:gd name="connsiteY12" fmla="*/ 764032 h 1347827"/>
                <a:gd name="connsiteX13" fmla="*/ 189585 w 3043528"/>
                <a:gd name="connsiteY13" fmla="*/ 1085901 h 1347827"/>
                <a:gd name="connsiteX14" fmla="*/ 1155801 w 3043528"/>
                <a:gd name="connsiteY14" fmla="*/ 1290727 h 1347827"/>
                <a:gd name="connsiteX15" fmla="*/ 1425245 w 3043528"/>
                <a:gd name="connsiteY15" fmla="*/ 1038962 h 1347827"/>
                <a:gd name="connsiteX16" fmla="*/ 1444142 w 3043528"/>
                <a:gd name="connsiteY16" fmla="*/ 1031444 h 1347827"/>
                <a:gd name="connsiteX17" fmla="*/ 1183030 w 3043528"/>
                <a:gd name="connsiteY17" fmla="*/ 1340917 h 1347827"/>
                <a:gd name="connsiteX18" fmla="*/ 1158443 w 3043528"/>
                <a:gd name="connsiteY18" fmla="*/ 1347826 h 1347827"/>
                <a:gd name="connsiteX19" fmla="*/ 163982 w 3043528"/>
                <a:gd name="connsiteY19" fmla="*/ 1136904 h 1347827"/>
                <a:gd name="connsiteX20" fmla="*/ 144272 w 3043528"/>
                <a:gd name="connsiteY20" fmla="*/ 1120445 h 1347827"/>
                <a:gd name="connsiteX21" fmla="*/ 3251 w 3043528"/>
                <a:gd name="connsiteY21" fmla="*/ 780085 h 1347827"/>
                <a:gd name="connsiteX22" fmla="*/ 1219 w 3043528"/>
                <a:gd name="connsiteY22" fmla="*/ 769519 h 1347827"/>
                <a:gd name="connsiteX23" fmla="*/ 0 w 3043528"/>
                <a:gd name="connsiteY23" fmla="*/ 168047 h 1347827"/>
                <a:gd name="connsiteX24" fmla="*/ 16256 w 3043528"/>
                <a:gd name="connsiteY24" fmla="*/ 142850 h 1347827"/>
                <a:gd name="connsiteX25" fmla="*/ 268427 w 3043528"/>
                <a:gd name="connsiteY25" fmla="*/ 29668 h 1347827"/>
                <a:gd name="connsiteX26" fmla="*/ 277165 w 3043528"/>
                <a:gd name="connsiteY26" fmla="*/ 27432 h 1347827"/>
                <a:gd name="connsiteX0" fmla="*/ 1444142 w 3043528"/>
                <a:gd name="connsiteY0" fmla="*/ 1031444 h 1340918"/>
                <a:gd name="connsiteX1" fmla="*/ 1652625 w 3043528"/>
                <a:gd name="connsiteY1" fmla="*/ 1031444 h 1340918"/>
                <a:gd name="connsiteX2" fmla="*/ 1671523 w 3043528"/>
                <a:gd name="connsiteY2" fmla="*/ 1038962 h 1340918"/>
                <a:gd name="connsiteX3" fmla="*/ 1941779 w 3043528"/>
                <a:gd name="connsiteY3" fmla="*/ 1291540 h 1340918"/>
                <a:gd name="connsiteX4" fmla="*/ 2905760 w 3043528"/>
                <a:gd name="connsiteY4" fmla="*/ 1088746 h 1340918"/>
                <a:gd name="connsiteX5" fmla="*/ 3040278 w 3043528"/>
                <a:gd name="connsiteY5" fmla="*/ 763829 h 1340918"/>
                <a:gd name="connsiteX6" fmla="*/ 3043529 w 3043528"/>
                <a:gd name="connsiteY6" fmla="*/ 190399 h 1340918"/>
                <a:gd name="connsiteX7" fmla="*/ 2809646 w 3043528"/>
                <a:gd name="connsiteY7" fmla="*/ 81890 h 1340918"/>
                <a:gd name="connsiteX8" fmla="*/ 1934870 w 3043528"/>
                <a:gd name="connsiteY8" fmla="*/ 0 h 1340918"/>
                <a:gd name="connsiteX9" fmla="*/ 1161694 w 3043528"/>
                <a:gd name="connsiteY9" fmla="*/ 0 h 1340918"/>
                <a:gd name="connsiteX10" fmla="*/ 286715 w 3043528"/>
                <a:gd name="connsiteY10" fmla="*/ 81890 h 1340918"/>
                <a:gd name="connsiteX11" fmla="*/ 55067 w 3043528"/>
                <a:gd name="connsiteY11" fmla="*/ 185928 h 1340918"/>
                <a:gd name="connsiteX12" fmla="*/ 56286 w 3043528"/>
                <a:gd name="connsiteY12" fmla="*/ 764032 h 1340918"/>
                <a:gd name="connsiteX13" fmla="*/ 189585 w 3043528"/>
                <a:gd name="connsiteY13" fmla="*/ 1085901 h 1340918"/>
                <a:gd name="connsiteX14" fmla="*/ 1155801 w 3043528"/>
                <a:gd name="connsiteY14" fmla="*/ 1290727 h 1340918"/>
                <a:gd name="connsiteX15" fmla="*/ 1425245 w 3043528"/>
                <a:gd name="connsiteY15" fmla="*/ 1038962 h 1340918"/>
                <a:gd name="connsiteX16" fmla="*/ 1444142 w 3043528"/>
                <a:gd name="connsiteY16" fmla="*/ 1031444 h 1340918"/>
                <a:gd name="connsiteX17" fmla="*/ 1183030 w 3043528"/>
                <a:gd name="connsiteY17" fmla="*/ 1340917 h 1340918"/>
                <a:gd name="connsiteX18" fmla="*/ 163982 w 3043528"/>
                <a:gd name="connsiteY18" fmla="*/ 1136904 h 1340918"/>
                <a:gd name="connsiteX19" fmla="*/ 144272 w 3043528"/>
                <a:gd name="connsiteY19" fmla="*/ 1120445 h 1340918"/>
                <a:gd name="connsiteX20" fmla="*/ 3251 w 3043528"/>
                <a:gd name="connsiteY20" fmla="*/ 780085 h 1340918"/>
                <a:gd name="connsiteX21" fmla="*/ 1219 w 3043528"/>
                <a:gd name="connsiteY21" fmla="*/ 769519 h 1340918"/>
                <a:gd name="connsiteX22" fmla="*/ 0 w 3043528"/>
                <a:gd name="connsiteY22" fmla="*/ 168047 h 1340918"/>
                <a:gd name="connsiteX23" fmla="*/ 16256 w 3043528"/>
                <a:gd name="connsiteY23" fmla="*/ 142850 h 1340918"/>
                <a:gd name="connsiteX24" fmla="*/ 268427 w 3043528"/>
                <a:gd name="connsiteY24" fmla="*/ 29668 h 1340918"/>
                <a:gd name="connsiteX25" fmla="*/ 277165 w 3043528"/>
                <a:gd name="connsiteY25" fmla="*/ 27432 h 1340918"/>
                <a:gd name="connsiteX0" fmla="*/ 1444142 w 3043528"/>
                <a:gd name="connsiteY0" fmla="*/ 1031444 h 1291540"/>
                <a:gd name="connsiteX1" fmla="*/ 1652625 w 3043528"/>
                <a:gd name="connsiteY1" fmla="*/ 1031444 h 1291540"/>
                <a:gd name="connsiteX2" fmla="*/ 1671523 w 3043528"/>
                <a:gd name="connsiteY2" fmla="*/ 1038962 h 1291540"/>
                <a:gd name="connsiteX3" fmla="*/ 1941779 w 3043528"/>
                <a:gd name="connsiteY3" fmla="*/ 1291540 h 1291540"/>
                <a:gd name="connsiteX4" fmla="*/ 2905760 w 3043528"/>
                <a:gd name="connsiteY4" fmla="*/ 1088746 h 1291540"/>
                <a:gd name="connsiteX5" fmla="*/ 3040278 w 3043528"/>
                <a:gd name="connsiteY5" fmla="*/ 763829 h 1291540"/>
                <a:gd name="connsiteX6" fmla="*/ 3043529 w 3043528"/>
                <a:gd name="connsiteY6" fmla="*/ 190399 h 1291540"/>
                <a:gd name="connsiteX7" fmla="*/ 2809646 w 3043528"/>
                <a:gd name="connsiteY7" fmla="*/ 81890 h 1291540"/>
                <a:gd name="connsiteX8" fmla="*/ 1934870 w 3043528"/>
                <a:gd name="connsiteY8" fmla="*/ 0 h 1291540"/>
                <a:gd name="connsiteX9" fmla="*/ 1161694 w 3043528"/>
                <a:gd name="connsiteY9" fmla="*/ 0 h 1291540"/>
                <a:gd name="connsiteX10" fmla="*/ 286715 w 3043528"/>
                <a:gd name="connsiteY10" fmla="*/ 81890 h 1291540"/>
                <a:gd name="connsiteX11" fmla="*/ 55067 w 3043528"/>
                <a:gd name="connsiteY11" fmla="*/ 185928 h 1291540"/>
                <a:gd name="connsiteX12" fmla="*/ 56286 w 3043528"/>
                <a:gd name="connsiteY12" fmla="*/ 764032 h 1291540"/>
                <a:gd name="connsiteX13" fmla="*/ 189585 w 3043528"/>
                <a:gd name="connsiteY13" fmla="*/ 1085901 h 1291540"/>
                <a:gd name="connsiteX14" fmla="*/ 1155801 w 3043528"/>
                <a:gd name="connsiteY14" fmla="*/ 1290727 h 1291540"/>
                <a:gd name="connsiteX15" fmla="*/ 1425245 w 3043528"/>
                <a:gd name="connsiteY15" fmla="*/ 1038962 h 1291540"/>
                <a:gd name="connsiteX16" fmla="*/ 1444142 w 3043528"/>
                <a:gd name="connsiteY16" fmla="*/ 1031444 h 1291540"/>
                <a:gd name="connsiteX17" fmla="*/ 163982 w 3043528"/>
                <a:gd name="connsiteY17" fmla="*/ 1136904 h 1291540"/>
                <a:gd name="connsiteX18" fmla="*/ 144272 w 3043528"/>
                <a:gd name="connsiteY18" fmla="*/ 1120445 h 1291540"/>
                <a:gd name="connsiteX19" fmla="*/ 3251 w 3043528"/>
                <a:gd name="connsiteY19" fmla="*/ 780085 h 1291540"/>
                <a:gd name="connsiteX20" fmla="*/ 1219 w 3043528"/>
                <a:gd name="connsiteY20" fmla="*/ 769519 h 1291540"/>
                <a:gd name="connsiteX21" fmla="*/ 0 w 3043528"/>
                <a:gd name="connsiteY21" fmla="*/ 168047 h 1291540"/>
                <a:gd name="connsiteX22" fmla="*/ 16256 w 3043528"/>
                <a:gd name="connsiteY22" fmla="*/ 142850 h 1291540"/>
                <a:gd name="connsiteX23" fmla="*/ 268427 w 3043528"/>
                <a:gd name="connsiteY23" fmla="*/ 29668 h 1291540"/>
                <a:gd name="connsiteX24" fmla="*/ 277165 w 3043528"/>
                <a:gd name="connsiteY24" fmla="*/ 27432 h 1291540"/>
                <a:gd name="connsiteX0" fmla="*/ 1444142 w 3043528"/>
                <a:gd name="connsiteY0" fmla="*/ 1031444 h 1291540"/>
                <a:gd name="connsiteX1" fmla="*/ 1652625 w 3043528"/>
                <a:gd name="connsiteY1" fmla="*/ 1031444 h 1291540"/>
                <a:gd name="connsiteX2" fmla="*/ 1671523 w 3043528"/>
                <a:gd name="connsiteY2" fmla="*/ 1038962 h 1291540"/>
                <a:gd name="connsiteX3" fmla="*/ 1941779 w 3043528"/>
                <a:gd name="connsiteY3" fmla="*/ 1291540 h 1291540"/>
                <a:gd name="connsiteX4" fmla="*/ 2905760 w 3043528"/>
                <a:gd name="connsiteY4" fmla="*/ 1088746 h 1291540"/>
                <a:gd name="connsiteX5" fmla="*/ 3040278 w 3043528"/>
                <a:gd name="connsiteY5" fmla="*/ 763829 h 1291540"/>
                <a:gd name="connsiteX6" fmla="*/ 3043529 w 3043528"/>
                <a:gd name="connsiteY6" fmla="*/ 190399 h 1291540"/>
                <a:gd name="connsiteX7" fmla="*/ 2809646 w 3043528"/>
                <a:gd name="connsiteY7" fmla="*/ 81890 h 1291540"/>
                <a:gd name="connsiteX8" fmla="*/ 1934870 w 3043528"/>
                <a:gd name="connsiteY8" fmla="*/ 0 h 1291540"/>
                <a:gd name="connsiteX9" fmla="*/ 1161694 w 3043528"/>
                <a:gd name="connsiteY9" fmla="*/ 0 h 1291540"/>
                <a:gd name="connsiteX10" fmla="*/ 286715 w 3043528"/>
                <a:gd name="connsiteY10" fmla="*/ 81890 h 1291540"/>
                <a:gd name="connsiteX11" fmla="*/ 55067 w 3043528"/>
                <a:gd name="connsiteY11" fmla="*/ 185928 h 1291540"/>
                <a:gd name="connsiteX12" fmla="*/ 56286 w 3043528"/>
                <a:gd name="connsiteY12" fmla="*/ 764032 h 1291540"/>
                <a:gd name="connsiteX13" fmla="*/ 189585 w 3043528"/>
                <a:gd name="connsiteY13" fmla="*/ 1085901 h 1291540"/>
                <a:gd name="connsiteX14" fmla="*/ 1155801 w 3043528"/>
                <a:gd name="connsiteY14" fmla="*/ 1290727 h 1291540"/>
                <a:gd name="connsiteX15" fmla="*/ 1425245 w 3043528"/>
                <a:gd name="connsiteY15" fmla="*/ 1038962 h 1291540"/>
                <a:gd name="connsiteX16" fmla="*/ 163982 w 3043528"/>
                <a:gd name="connsiteY16" fmla="*/ 1136904 h 1291540"/>
                <a:gd name="connsiteX17" fmla="*/ 144272 w 3043528"/>
                <a:gd name="connsiteY17" fmla="*/ 1120445 h 1291540"/>
                <a:gd name="connsiteX18" fmla="*/ 3251 w 3043528"/>
                <a:gd name="connsiteY18" fmla="*/ 780085 h 1291540"/>
                <a:gd name="connsiteX19" fmla="*/ 1219 w 3043528"/>
                <a:gd name="connsiteY19" fmla="*/ 769519 h 1291540"/>
                <a:gd name="connsiteX20" fmla="*/ 0 w 3043528"/>
                <a:gd name="connsiteY20" fmla="*/ 168047 h 1291540"/>
                <a:gd name="connsiteX21" fmla="*/ 16256 w 3043528"/>
                <a:gd name="connsiteY21" fmla="*/ 142850 h 1291540"/>
                <a:gd name="connsiteX22" fmla="*/ 268427 w 3043528"/>
                <a:gd name="connsiteY22" fmla="*/ 29668 h 1291540"/>
                <a:gd name="connsiteX23" fmla="*/ 277165 w 3043528"/>
                <a:gd name="connsiteY23" fmla="*/ 27432 h 1291540"/>
                <a:gd name="connsiteX0" fmla="*/ 1444142 w 3043528"/>
                <a:gd name="connsiteY0" fmla="*/ 1031444 h 1291540"/>
                <a:gd name="connsiteX1" fmla="*/ 1652625 w 3043528"/>
                <a:gd name="connsiteY1" fmla="*/ 1031444 h 1291540"/>
                <a:gd name="connsiteX2" fmla="*/ 1671523 w 3043528"/>
                <a:gd name="connsiteY2" fmla="*/ 1038962 h 1291540"/>
                <a:gd name="connsiteX3" fmla="*/ 1941779 w 3043528"/>
                <a:gd name="connsiteY3" fmla="*/ 1291540 h 1291540"/>
                <a:gd name="connsiteX4" fmla="*/ 2905760 w 3043528"/>
                <a:gd name="connsiteY4" fmla="*/ 1088746 h 1291540"/>
                <a:gd name="connsiteX5" fmla="*/ 3040278 w 3043528"/>
                <a:gd name="connsiteY5" fmla="*/ 763829 h 1291540"/>
                <a:gd name="connsiteX6" fmla="*/ 3043529 w 3043528"/>
                <a:gd name="connsiteY6" fmla="*/ 190399 h 1291540"/>
                <a:gd name="connsiteX7" fmla="*/ 2809646 w 3043528"/>
                <a:gd name="connsiteY7" fmla="*/ 81890 h 1291540"/>
                <a:gd name="connsiteX8" fmla="*/ 1934870 w 3043528"/>
                <a:gd name="connsiteY8" fmla="*/ 0 h 1291540"/>
                <a:gd name="connsiteX9" fmla="*/ 1161694 w 3043528"/>
                <a:gd name="connsiteY9" fmla="*/ 0 h 1291540"/>
                <a:gd name="connsiteX10" fmla="*/ 286715 w 3043528"/>
                <a:gd name="connsiteY10" fmla="*/ 81890 h 1291540"/>
                <a:gd name="connsiteX11" fmla="*/ 55067 w 3043528"/>
                <a:gd name="connsiteY11" fmla="*/ 185928 h 1291540"/>
                <a:gd name="connsiteX12" fmla="*/ 56286 w 3043528"/>
                <a:gd name="connsiteY12" fmla="*/ 764032 h 1291540"/>
                <a:gd name="connsiteX13" fmla="*/ 189585 w 3043528"/>
                <a:gd name="connsiteY13" fmla="*/ 1085901 h 1291540"/>
                <a:gd name="connsiteX14" fmla="*/ 1155801 w 3043528"/>
                <a:gd name="connsiteY14" fmla="*/ 1290727 h 1291540"/>
                <a:gd name="connsiteX15" fmla="*/ 1425245 w 3043528"/>
                <a:gd name="connsiteY15" fmla="*/ 1038962 h 1291540"/>
                <a:gd name="connsiteX16" fmla="*/ 163982 w 3043528"/>
                <a:gd name="connsiteY16" fmla="*/ 1136904 h 1291540"/>
                <a:gd name="connsiteX17" fmla="*/ 144272 w 3043528"/>
                <a:gd name="connsiteY17" fmla="*/ 1120445 h 1291540"/>
                <a:gd name="connsiteX18" fmla="*/ 3251 w 3043528"/>
                <a:gd name="connsiteY18" fmla="*/ 780085 h 1291540"/>
                <a:gd name="connsiteX19" fmla="*/ 1219 w 3043528"/>
                <a:gd name="connsiteY19" fmla="*/ 769519 h 1291540"/>
                <a:gd name="connsiteX20" fmla="*/ 0 w 3043528"/>
                <a:gd name="connsiteY20" fmla="*/ 168047 h 1291540"/>
                <a:gd name="connsiteX21" fmla="*/ 16256 w 3043528"/>
                <a:gd name="connsiteY21" fmla="*/ 142850 h 1291540"/>
                <a:gd name="connsiteX22" fmla="*/ 268427 w 3043528"/>
                <a:gd name="connsiteY22" fmla="*/ 29668 h 1291540"/>
                <a:gd name="connsiteX0" fmla="*/ 1444142 w 3043528"/>
                <a:gd name="connsiteY0" fmla="*/ 1031444 h 1291540"/>
                <a:gd name="connsiteX1" fmla="*/ 1652625 w 3043528"/>
                <a:gd name="connsiteY1" fmla="*/ 1031444 h 1291540"/>
                <a:gd name="connsiteX2" fmla="*/ 1671523 w 3043528"/>
                <a:gd name="connsiteY2" fmla="*/ 1038962 h 1291540"/>
                <a:gd name="connsiteX3" fmla="*/ 1941779 w 3043528"/>
                <a:gd name="connsiteY3" fmla="*/ 1291540 h 1291540"/>
                <a:gd name="connsiteX4" fmla="*/ 2905760 w 3043528"/>
                <a:gd name="connsiteY4" fmla="*/ 1088746 h 1291540"/>
                <a:gd name="connsiteX5" fmla="*/ 3040278 w 3043528"/>
                <a:gd name="connsiteY5" fmla="*/ 763829 h 1291540"/>
                <a:gd name="connsiteX6" fmla="*/ 3043529 w 3043528"/>
                <a:gd name="connsiteY6" fmla="*/ 190399 h 1291540"/>
                <a:gd name="connsiteX7" fmla="*/ 2809646 w 3043528"/>
                <a:gd name="connsiteY7" fmla="*/ 81890 h 1291540"/>
                <a:gd name="connsiteX8" fmla="*/ 1934870 w 3043528"/>
                <a:gd name="connsiteY8" fmla="*/ 0 h 1291540"/>
                <a:gd name="connsiteX9" fmla="*/ 1161694 w 3043528"/>
                <a:gd name="connsiteY9" fmla="*/ 0 h 1291540"/>
                <a:gd name="connsiteX10" fmla="*/ 286715 w 3043528"/>
                <a:gd name="connsiteY10" fmla="*/ 81890 h 1291540"/>
                <a:gd name="connsiteX11" fmla="*/ 55067 w 3043528"/>
                <a:gd name="connsiteY11" fmla="*/ 185928 h 1291540"/>
                <a:gd name="connsiteX12" fmla="*/ 56286 w 3043528"/>
                <a:gd name="connsiteY12" fmla="*/ 764032 h 1291540"/>
                <a:gd name="connsiteX13" fmla="*/ 189585 w 3043528"/>
                <a:gd name="connsiteY13" fmla="*/ 1085901 h 1291540"/>
                <a:gd name="connsiteX14" fmla="*/ 1155801 w 3043528"/>
                <a:gd name="connsiteY14" fmla="*/ 1290727 h 1291540"/>
                <a:gd name="connsiteX15" fmla="*/ 1425245 w 3043528"/>
                <a:gd name="connsiteY15" fmla="*/ 1038962 h 1291540"/>
                <a:gd name="connsiteX16" fmla="*/ 163982 w 3043528"/>
                <a:gd name="connsiteY16" fmla="*/ 1136904 h 1291540"/>
                <a:gd name="connsiteX17" fmla="*/ 144272 w 3043528"/>
                <a:gd name="connsiteY17" fmla="*/ 1120445 h 1291540"/>
                <a:gd name="connsiteX18" fmla="*/ 3251 w 3043528"/>
                <a:gd name="connsiteY18" fmla="*/ 780085 h 1291540"/>
                <a:gd name="connsiteX19" fmla="*/ 1219 w 3043528"/>
                <a:gd name="connsiteY19" fmla="*/ 769519 h 1291540"/>
                <a:gd name="connsiteX20" fmla="*/ 0 w 3043528"/>
                <a:gd name="connsiteY20" fmla="*/ 168047 h 1291540"/>
                <a:gd name="connsiteX21" fmla="*/ 16256 w 3043528"/>
                <a:gd name="connsiteY21" fmla="*/ 142850 h 1291540"/>
                <a:gd name="connsiteX0" fmla="*/ 1444142 w 3043528"/>
                <a:gd name="connsiteY0" fmla="*/ 1031444 h 1291540"/>
                <a:gd name="connsiteX1" fmla="*/ 1652625 w 3043528"/>
                <a:gd name="connsiteY1" fmla="*/ 1031444 h 1291540"/>
                <a:gd name="connsiteX2" fmla="*/ 1671523 w 3043528"/>
                <a:gd name="connsiteY2" fmla="*/ 1038962 h 1291540"/>
                <a:gd name="connsiteX3" fmla="*/ 1941779 w 3043528"/>
                <a:gd name="connsiteY3" fmla="*/ 1291540 h 1291540"/>
                <a:gd name="connsiteX4" fmla="*/ 2905760 w 3043528"/>
                <a:gd name="connsiteY4" fmla="*/ 1088746 h 1291540"/>
                <a:gd name="connsiteX5" fmla="*/ 3040278 w 3043528"/>
                <a:gd name="connsiteY5" fmla="*/ 763829 h 1291540"/>
                <a:gd name="connsiteX6" fmla="*/ 3043529 w 3043528"/>
                <a:gd name="connsiteY6" fmla="*/ 190399 h 1291540"/>
                <a:gd name="connsiteX7" fmla="*/ 2809646 w 3043528"/>
                <a:gd name="connsiteY7" fmla="*/ 81890 h 1291540"/>
                <a:gd name="connsiteX8" fmla="*/ 1934870 w 3043528"/>
                <a:gd name="connsiteY8" fmla="*/ 0 h 1291540"/>
                <a:gd name="connsiteX9" fmla="*/ 1161694 w 3043528"/>
                <a:gd name="connsiteY9" fmla="*/ 0 h 1291540"/>
                <a:gd name="connsiteX10" fmla="*/ 286715 w 3043528"/>
                <a:gd name="connsiteY10" fmla="*/ 81890 h 1291540"/>
                <a:gd name="connsiteX11" fmla="*/ 55067 w 3043528"/>
                <a:gd name="connsiteY11" fmla="*/ 185928 h 1291540"/>
                <a:gd name="connsiteX12" fmla="*/ 56286 w 3043528"/>
                <a:gd name="connsiteY12" fmla="*/ 764032 h 1291540"/>
                <a:gd name="connsiteX13" fmla="*/ 189585 w 3043528"/>
                <a:gd name="connsiteY13" fmla="*/ 1085901 h 1291540"/>
                <a:gd name="connsiteX14" fmla="*/ 1155801 w 3043528"/>
                <a:gd name="connsiteY14" fmla="*/ 1290727 h 1291540"/>
                <a:gd name="connsiteX15" fmla="*/ 1425245 w 3043528"/>
                <a:gd name="connsiteY15" fmla="*/ 1038962 h 1291540"/>
                <a:gd name="connsiteX16" fmla="*/ 163982 w 3043528"/>
                <a:gd name="connsiteY16" fmla="*/ 1136904 h 1291540"/>
                <a:gd name="connsiteX17" fmla="*/ 144272 w 3043528"/>
                <a:gd name="connsiteY17" fmla="*/ 1120445 h 1291540"/>
                <a:gd name="connsiteX18" fmla="*/ 3251 w 3043528"/>
                <a:gd name="connsiteY18" fmla="*/ 780085 h 1291540"/>
                <a:gd name="connsiteX19" fmla="*/ 1219 w 3043528"/>
                <a:gd name="connsiteY19" fmla="*/ 769519 h 1291540"/>
                <a:gd name="connsiteX20" fmla="*/ 0 w 3043528"/>
                <a:gd name="connsiteY20" fmla="*/ 168047 h 1291540"/>
                <a:gd name="connsiteX0" fmla="*/ 1442923 w 3042309"/>
                <a:gd name="connsiteY0" fmla="*/ 1031444 h 1291540"/>
                <a:gd name="connsiteX1" fmla="*/ 1651406 w 3042309"/>
                <a:gd name="connsiteY1" fmla="*/ 1031444 h 1291540"/>
                <a:gd name="connsiteX2" fmla="*/ 1670304 w 3042309"/>
                <a:gd name="connsiteY2" fmla="*/ 1038962 h 1291540"/>
                <a:gd name="connsiteX3" fmla="*/ 1940560 w 3042309"/>
                <a:gd name="connsiteY3" fmla="*/ 1291540 h 1291540"/>
                <a:gd name="connsiteX4" fmla="*/ 2904541 w 3042309"/>
                <a:gd name="connsiteY4" fmla="*/ 1088746 h 1291540"/>
                <a:gd name="connsiteX5" fmla="*/ 3039059 w 3042309"/>
                <a:gd name="connsiteY5" fmla="*/ 763829 h 1291540"/>
                <a:gd name="connsiteX6" fmla="*/ 3042310 w 3042309"/>
                <a:gd name="connsiteY6" fmla="*/ 190399 h 1291540"/>
                <a:gd name="connsiteX7" fmla="*/ 2808427 w 3042309"/>
                <a:gd name="connsiteY7" fmla="*/ 81890 h 1291540"/>
                <a:gd name="connsiteX8" fmla="*/ 1933651 w 3042309"/>
                <a:gd name="connsiteY8" fmla="*/ 0 h 1291540"/>
                <a:gd name="connsiteX9" fmla="*/ 1160475 w 3042309"/>
                <a:gd name="connsiteY9" fmla="*/ 0 h 1291540"/>
                <a:gd name="connsiteX10" fmla="*/ 285496 w 3042309"/>
                <a:gd name="connsiteY10" fmla="*/ 81890 h 1291540"/>
                <a:gd name="connsiteX11" fmla="*/ 53848 w 3042309"/>
                <a:gd name="connsiteY11" fmla="*/ 185928 h 1291540"/>
                <a:gd name="connsiteX12" fmla="*/ 55067 w 3042309"/>
                <a:gd name="connsiteY12" fmla="*/ 764032 h 1291540"/>
                <a:gd name="connsiteX13" fmla="*/ 188366 w 3042309"/>
                <a:gd name="connsiteY13" fmla="*/ 1085901 h 1291540"/>
                <a:gd name="connsiteX14" fmla="*/ 1154582 w 3042309"/>
                <a:gd name="connsiteY14" fmla="*/ 1290727 h 1291540"/>
                <a:gd name="connsiteX15" fmla="*/ 1424026 w 3042309"/>
                <a:gd name="connsiteY15" fmla="*/ 1038962 h 1291540"/>
                <a:gd name="connsiteX16" fmla="*/ 162763 w 3042309"/>
                <a:gd name="connsiteY16" fmla="*/ 1136904 h 1291540"/>
                <a:gd name="connsiteX17" fmla="*/ 143053 w 3042309"/>
                <a:gd name="connsiteY17" fmla="*/ 1120445 h 1291540"/>
                <a:gd name="connsiteX18" fmla="*/ 2032 w 3042309"/>
                <a:gd name="connsiteY18" fmla="*/ 780085 h 1291540"/>
                <a:gd name="connsiteX19" fmla="*/ 0 w 3042309"/>
                <a:gd name="connsiteY19" fmla="*/ 769519 h 1291540"/>
                <a:gd name="connsiteX0" fmla="*/ 1440892 w 3040278"/>
                <a:gd name="connsiteY0" fmla="*/ 1031444 h 1291540"/>
                <a:gd name="connsiteX1" fmla="*/ 1649375 w 3040278"/>
                <a:gd name="connsiteY1" fmla="*/ 1031444 h 1291540"/>
                <a:gd name="connsiteX2" fmla="*/ 1668273 w 3040278"/>
                <a:gd name="connsiteY2" fmla="*/ 1038962 h 1291540"/>
                <a:gd name="connsiteX3" fmla="*/ 1938529 w 3040278"/>
                <a:gd name="connsiteY3" fmla="*/ 1291540 h 1291540"/>
                <a:gd name="connsiteX4" fmla="*/ 2902510 w 3040278"/>
                <a:gd name="connsiteY4" fmla="*/ 1088746 h 1291540"/>
                <a:gd name="connsiteX5" fmla="*/ 3037028 w 3040278"/>
                <a:gd name="connsiteY5" fmla="*/ 763829 h 1291540"/>
                <a:gd name="connsiteX6" fmla="*/ 3040279 w 3040278"/>
                <a:gd name="connsiteY6" fmla="*/ 190399 h 1291540"/>
                <a:gd name="connsiteX7" fmla="*/ 2806396 w 3040278"/>
                <a:gd name="connsiteY7" fmla="*/ 81890 h 1291540"/>
                <a:gd name="connsiteX8" fmla="*/ 1931620 w 3040278"/>
                <a:gd name="connsiteY8" fmla="*/ 0 h 1291540"/>
                <a:gd name="connsiteX9" fmla="*/ 1158444 w 3040278"/>
                <a:gd name="connsiteY9" fmla="*/ 0 h 1291540"/>
                <a:gd name="connsiteX10" fmla="*/ 283465 w 3040278"/>
                <a:gd name="connsiteY10" fmla="*/ 81890 h 1291540"/>
                <a:gd name="connsiteX11" fmla="*/ 51817 w 3040278"/>
                <a:gd name="connsiteY11" fmla="*/ 185928 h 1291540"/>
                <a:gd name="connsiteX12" fmla="*/ 53036 w 3040278"/>
                <a:gd name="connsiteY12" fmla="*/ 764032 h 1291540"/>
                <a:gd name="connsiteX13" fmla="*/ 186335 w 3040278"/>
                <a:gd name="connsiteY13" fmla="*/ 1085901 h 1291540"/>
                <a:gd name="connsiteX14" fmla="*/ 1152551 w 3040278"/>
                <a:gd name="connsiteY14" fmla="*/ 1290727 h 1291540"/>
                <a:gd name="connsiteX15" fmla="*/ 1421995 w 3040278"/>
                <a:gd name="connsiteY15" fmla="*/ 1038962 h 1291540"/>
                <a:gd name="connsiteX16" fmla="*/ 160732 w 3040278"/>
                <a:gd name="connsiteY16" fmla="*/ 1136904 h 1291540"/>
                <a:gd name="connsiteX17" fmla="*/ 141022 w 3040278"/>
                <a:gd name="connsiteY17" fmla="*/ 1120445 h 1291540"/>
                <a:gd name="connsiteX18" fmla="*/ 1 w 3040278"/>
                <a:gd name="connsiteY18" fmla="*/ 780085 h 1291540"/>
                <a:gd name="connsiteX0" fmla="*/ 1389074 w 2988460"/>
                <a:gd name="connsiteY0" fmla="*/ 1031444 h 1291540"/>
                <a:gd name="connsiteX1" fmla="*/ 1597557 w 2988460"/>
                <a:gd name="connsiteY1" fmla="*/ 1031444 h 1291540"/>
                <a:gd name="connsiteX2" fmla="*/ 1616455 w 2988460"/>
                <a:gd name="connsiteY2" fmla="*/ 1038962 h 1291540"/>
                <a:gd name="connsiteX3" fmla="*/ 1886711 w 2988460"/>
                <a:gd name="connsiteY3" fmla="*/ 1291540 h 1291540"/>
                <a:gd name="connsiteX4" fmla="*/ 2850692 w 2988460"/>
                <a:gd name="connsiteY4" fmla="*/ 1088746 h 1291540"/>
                <a:gd name="connsiteX5" fmla="*/ 2985210 w 2988460"/>
                <a:gd name="connsiteY5" fmla="*/ 763829 h 1291540"/>
                <a:gd name="connsiteX6" fmla="*/ 2988461 w 2988460"/>
                <a:gd name="connsiteY6" fmla="*/ 190399 h 1291540"/>
                <a:gd name="connsiteX7" fmla="*/ 2754578 w 2988460"/>
                <a:gd name="connsiteY7" fmla="*/ 81890 h 1291540"/>
                <a:gd name="connsiteX8" fmla="*/ 1879802 w 2988460"/>
                <a:gd name="connsiteY8" fmla="*/ 0 h 1291540"/>
                <a:gd name="connsiteX9" fmla="*/ 1106626 w 2988460"/>
                <a:gd name="connsiteY9" fmla="*/ 0 h 1291540"/>
                <a:gd name="connsiteX10" fmla="*/ 231647 w 2988460"/>
                <a:gd name="connsiteY10" fmla="*/ 81890 h 1291540"/>
                <a:gd name="connsiteX11" fmla="*/ -1 w 2988460"/>
                <a:gd name="connsiteY11" fmla="*/ 185928 h 1291540"/>
                <a:gd name="connsiteX12" fmla="*/ 1218 w 2988460"/>
                <a:gd name="connsiteY12" fmla="*/ 764032 h 1291540"/>
                <a:gd name="connsiteX13" fmla="*/ 134517 w 2988460"/>
                <a:gd name="connsiteY13" fmla="*/ 1085901 h 1291540"/>
                <a:gd name="connsiteX14" fmla="*/ 1100733 w 2988460"/>
                <a:gd name="connsiteY14" fmla="*/ 1290727 h 1291540"/>
                <a:gd name="connsiteX15" fmla="*/ 1370177 w 2988460"/>
                <a:gd name="connsiteY15" fmla="*/ 1038962 h 1291540"/>
                <a:gd name="connsiteX16" fmla="*/ 108914 w 2988460"/>
                <a:gd name="connsiteY16" fmla="*/ 1136904 h 1291540"/>
                <a:gd name="connsiteX17" fmla="*/ 89204 w 2988460"/>
                <a:gd name="connsiteY17" fmla="*/ 1120445 h 1291540"/>
                <a:gd name="connsiteX0" fmla="*/ 1389074 w 2988460"/>
                <a:gd name="connsiteY0" fmla="*/ 1031444 h 1291540"/>
                <a:gd name="connsiteX1" fmla="*/ 1597557 w 2988460"/>
                <a:gd name="connsiteY1" fmla="*/ 1031444 h 1291540"/>
                <a:gd name="connsiteX2" fmla="*/ 1616455 w 2988460"/>
                <a:gd name="connsiteY2" fmla="*/ 1038962 h 1291540"/>
                <a:gd name="connsiteX3" fmla="*/ 1886711 w 2988460"/>
                <a:gd name="connsiteY3" fmla="*/ 1291540 h 1291540"/>
                <a:gd name="connsiteX4" fmla="*/ 2850692 w 2988460"/>
                <a:gd name="connsiteY4" fmla="*/ 1088746 h 1291540"/>
                <a:gd name="connsiteX5" fmla="*/ 2985210 w 2988460"/>
                <a:gd name="connsiteY5" fmla="*/ 763829 h 1291540"/>
                <a:gd name="connsiteX6" fmla="*/ 2988461 w 2988460"/>
                <a:gd name="connsiteY6" fmla="*/ 190399 h 1291540"/>
                <a:gd name="connsiteX7" fmla="*/ 2754578 w 2988460"/>
                <a:gd name="connsiteY7" fmla="*/ 81890 h 1291540"/>
                <a:gd name="connsiteX8" fmla="*/ 1879802 w 2988460"/>
                <a:gd name="connsiteY8" fmla="*/ 0 h 1291540"/>
                <a:gd name="connsiteX9" fmla="*/ 1106626 w 2988460"/>
                <a:gd name="connsiteY9" fmla="*/ 0 h 1291540"/>
                <a:gd name="connsiteX10" fmla="*/ 231647 w 2988460"/>
                <a:gd name="connsiteY10" fmla="*/ 81890 h 1291540"/>
                <a:gd name="connsiteX11" fmla="*/ -1 w 2988460"/>
                <a:gd name="connsiteY11" fmla="*/ 185928 h 1291540"/>
                <a:gd name="connsiteX12" fmla="*/ 1218 w 2988460"/>
                <a:gd name="connsiteY12" fmla="*/ 764032 h 1291540"/>
                <a:gd name="connsiteX13" fmla="*/ 134517 w 2988460"/>
                <a:gd name="connsiteY13" fmla="*/ 1085901 h 1291540"/>
                <a:gd name="connsiteX14" fmla="*/ 1100733 w 2988460"/>
                <a:gd name="connsiteY14" fmla="*/ 1290727 h 1291540"/>
                <a:gd name="connsiteX15" fmla="*/ 1370177 w 2988460"/>
                <a:gd name="connsiteY15" fmla="*/ 1038962 h 1291540"/>
                <a:gd name="connsiteX16" fmla="*/ 108914 w 2988460"/>
                <a:gd name="connsiteY16" fmla="*/ 1136904 h 1291540"/>
                <a:gd name="connsiteX0" fmla="*/ 1389074 w 2988460"/>
                <a:gd name="connsiteY0" fmla="*/ 1031444 h 1291540"/>
                <a:gd name="connsiteX1" fmla="*/ 1597557 w 2988460"/>
                <a:gd name="connsiteY1" fmla="*/ 1031444 h 1291540"/>
                <a:gd name="connsiteX2" fmla="*/ 1616455 w 2988460"/>
                <a:gd name="connsiteY2" fmla="*/ 1038962 h 1291540"/>
                <a:gd name="connsiteX3" fmla="*/ 1886711 w 2988460"/>
                <a:gd name="connsiteY3" fmla="*/ 1291540 h 1291540"/>
                <a:gd name="connsiteX4" fmla="*/ 2850692 w 2988460"/>
                <a:gd name="connsiteY4" fmla="*/ 1088746 h 1291540"/>
                <a:gd name="connsiteX5" fmla="*/ 2985210 w 2988460"/>
                <a:gd name="connsiteY5" fmla="*/ 763829 h 1291540"/>
                <a:gd name="connsiteX6" fmla="*/ 2988461 w 2988460"/>
                <a:gd name="connsiteY6" fmla="*/ 190399 h 1291540"/>
                <a:gd name="connsiteX7" fmla="*/ 2754578 w 2988460"/>
                <a:gd name="connsiteY7" fmla="*/ 81890 h 1291540"/>
                <a:gd name="connsiteX8" fmla="*/ 1879802 w 2988460"/>
                <a:gd name="connsiteY8" fmla="*/ 0 h 1291540"/>
                <a:gd name="connsiteX9" fmla="*/ 1106626 w 2988460"/>
                <a:gd name="connsiteY9" fmla="*/ 0 h 1291540"/>
                <a:gd name="connsiteX10" fmla="*/ 231647 w 2988460"/>
                <a:gd name="connsiteY10" fmla="*/ 81890 h 1291540"/>
                <a:gd name="connsiteX11" fmla="*/ -1 w 2988460"/>
                <a:gd name="connsiteY11" fmla="*/ 185928 h 1291540"/>
                <a:gd name="connsiteX12" fmla="*/ 1218 w 2988460"/>
                <a:gd name="connsiteY12" fmla="*/ 764032 h 1291540"/>
                <a:gd name="connsiteX13" fmla="*/ 134517 w 2988460"/>
                <a:gd name="connsiteY13" fmla="*/ 1085901 h 1291540"/>
                <a:gd name="connsiteX14" fmla="*/ 1100733 w 2988460"/>
                <a:gd name="connsiteY14" fmla="*/ 1290727 h 1291540"/>
                <a:gd name="connsiteX15" fmla="*/ 1370177 w 2988460"/>
                <a:gd name="connsiteY15" fmla="*/ 1038962 h 129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8460" h="1291540">
                  <a:moveTo>
                    <a:pt x="1389074" y="1031444"/>
                  </a:moveTo>
                  <a:lnTo>
                    <a:pt x="1597557" y="1031444"/>
                  </a:lnTo>
                  <a:lnTo>
                    <a:pt x="1616455" y="1038962"/>
                  </a:lnTo>
                  <a:lnTo>
                    <a:pt x="1886711" y="1291540"/>
                  </a:lnTo>
                  <a:lnTo>
                    <a:pt x="2850692" y="1088746"/>
                  </a:lnTo>
                  <a:lnTo>
                    <a:pt x="2985210" y="763829"/>
                  </a:lnTo>
                  <a:cubicBezTo>
                    <a:pt x="2986294" y="572686"/>
                    <a:pt x="2987377" y="381542"/>
                    <a:pt x="2988461" y="190399"/>
                  </a:cubicBezTo>
                  <a:lnTo>
                    <a:pt x="2754578" y="81890"/>
                  </a:lnTo>
                  <a:lnTo>
                    <a:pt x="1879802" y="0"/>
                  </a:lnTo>
                  <a:lnTo>
                    <a:pt x="1106626" y="0"/>
                  </a:lnTo>
                  <a:lnTo>
                    <a:pt x="231647" y="81890"/>
                  </a:lnTo>
                  <a:lnTo>
                    <a:pt x="-1" y="185928"/>
                  </a:lnTo>
                  <a:cubicBezTo>
                    <a:pt x="405" y="378629"/>
                    <a:pt x="812" y="571331"/>
                    <a:pt x="1218" y="764032"/>
                  </a:cubicBezTo>
                  <a:lnTo>
                    <a:pt x="134517" y="1085901"/>
                  </a:lnTo>
                  <a:lnTo>
                    <a:pt x="1100733" y="1290727"/>
                  </a:lnTo>
                  <a:lnTo>
                    <a:pt x="1370177" y="1038962"/>
                  </a:lnTo>
                </a:path>
              </a:pathLst>
            </a:custGeom>
            <a:gradFill>
              <a:gsLst>
                <a:gs pos="0">
                  <a:srgbClr val="7B9EBB">
                    <a:alpha val="41000"/>
                  </a:srgbClr>
                </a:gs>
                <a:gs pos="100000">
                  <a:srgbClr val="7B9EBB"/>
                </a:gs>
              </a:gsLst>
              <a:lin ang="1800000" scaled="0"/>
            </a:gradFill>
            <a:ln>
              <a:noFill/>
            </a:ln>
            <a:effectLst>
              <a:outerShdw blurRad="190500" dist="38100" dir="5400000" rotWithShape="0">
                <a:srgbClr val="49F7F9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kern="0">
                <a:solidFill>
                  <a:srgbClr val="43515C"/>
                </a:solidFill>
                <a:latin typeface="Arial" panose="020B0604020202020204" pitchFamily="34" charset="0"/>
                <a:cs typeface="Arial"/>
              </a:endParaRPr>
            </a:p>
          </p:txBody>
        </p:sp>
        <p:grpSp>
          <p:nvGrpSpPr>
            <p:cNvPr id="493" name="Graphic 9">
              <a:extLst>
                <a:ext uri="{FF2B5EF4-FFF2-40B4-BE49-F238E27FC236}">
                  <a16:creationId xmlns:a16="http://schemas.microsoft.com/office/drawing/2014/main" id="{552D0C4E-DA9C-0D82-D4E8-2664A1544AE8}"/>
                </a:ext>
              </a:extLst>
            </p:cNvPr>
            <p:cNvGrpSpPr/>
            <p:nvPr/>
          </p:nvGrpSpPr>
          <p:grpSpPr>
            <a:xfrm>
              <a:off x="13204848" y="2675567"/>
              <a:ext cx="776650" cy="276506"/>
              <a:chOff x="6074687" y="1901067"/>
              <a:chExt cx="2615184" cy="931062"/>
            </a:xfrm>
            <a:solidFill>
              <a:schemeClr val="bg1">
                <a:alpha val="20000"/>
              </a:schemeClr>
            </a:solidFill>
          </p:grpSpPr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1227626E-2D5F-C2D7-599F-0242967F45F7}"/>
                  </a:ext>
                </a:extLst>
              </p:cNvPr>
              <p:cNvSpPr/>
              <p:nvPr/>
            </p:nvSpPr>
            <p:spPr>
              <a:xfrm>
                <a:off x="6074687" y="1901067"/>
                <a:ext cx="222707" cy="68072"/>
              </a:xfrm>
              <a:custGeom>
                <a:avLst/>
                <a:gdLst>
                  <a:gd name="connsiteX0" fmla="*/ 0 w 222707"/>
                  <a:gd name="connsiteY0" fmla="*/ 0 h 68072"/>
                  <a:gd name="connsiteX1" fmla="*/ 222708 w 222707"/>
                  <a:gd name="connsiteY1" fmla="*/ 0 h 68072"/>
                  <a:gd name="connsiteX2" fmla="*/ 222708 w 222707"/>
                  <a:gd name="connsiteY2" fmla="*/ 68072 h 68072"/>
                  <a:gd name="connsiteX3" fmla="*/ 0 w 222707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707" h="68072">
                    <a:moveTo>
                      <a:pt x="0" y="0"/>
                    </a:moveTo>
                    <a:lnTo>
                      <a:pt x="222708" y="0"/>
                    </a:lnTo>
                    <a:lnTo>
                      <a:pt x="222708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5DE52453-A9A4-7A7B-289F-B1428F757963}"/>
                  </a:ext>
                </a:extLst>
              </p:cNvPr>
              <p:cNvSpPr/>
              <p:nvPr/>
            </p:nvSpPr>
            <p:spPr>
              <a:xfrm>
                <a:off x="6428052" y="1901067"/>
                <a:ext cx="383844" cy="68072"/>
              </a:xfrm>
              <a:custGeom>
                <a:avLst/>
                <a:gdLst>
                  <a:gd name="connsiteX0" fmla="*/ 0 w 383844"/>
                  <a:gd name="connsiteY0" fmla="*/ 0 h 68072"/>
                  <a:gd name="connsiteX1" fmla="*/ 383845 w 383844"/>
                  <a:gd name="connsiteY1" fmla="*/ 0 h 68072"/>
                  <a:gd name="connsiteX2" fmla="*/ 383845 w 383844"/>
                  <a:gd name="connsiteY2" fmla="*/ 68072 h 68072"/>
                  <a:gd name="connsiteX3" fmla="*/ 0 w 383844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3844" h="68072">
                    <a:moveTo>
                      <a:pt x="0" y="0"/>
                    </a:moveTo>
                    <a:lnTo>
                      <a:pt x="383845" y="0"/>
                    </a:lnTo>
                    <a:lnTo>
                      <a:pt x="383845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4E14178F-781C-1303-2425-A83CE1427509}"/>
                  </a:ext>
                </a:extLst>
              </p:cNvPr>
              <p:cNvSpPr/>
              <p:nvPr/>
            </p:nvSpPr>
            <p:spPr>
              <a:xfrm>
                <a:off x="6862696" y="1901067"/>
                <a:ext cx="152196" cy="68072"/>
              </a:xfrm>
              <a:custGeom>
                <a:avLst/>
                <a:gdLst>
                  <a:gd name="connsiteX0" fmla="*/ 0 w 152196"/>
                  <a:gd name="connsiteY0" fmla="*/ 0 h 68072"/>
                  <a:gd name="connsiteX1" fmla="*/ 152196 w 152196"/>
                  <a:gd name="connsiteY1" fmla="*/ 0 h 68072"/>
                  <a:gd name="connsiteX2" fmla="*/ 152196 w 152196"/>
                  <a:gd name="connsiteY2" fmla="*/ 68072 h 68072"/>
                  <a:gd name="connsiteX3" fmla="*/ 0 w 152196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196" h="68072">
                    <a:moveTo>
                      <a:pt x="0" y="0"/>
                    </a:moveTo>
                    <a:lnTo>
                      <a:pt x="152196" y="0"/>
                    </a:lnTo>
                    <a:lnTo>
                      <a:pt x="152196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6C1BA3B1-510C-0779-B22C-CB826A3170EB}"/>
                  </a:ext>
                </a:extLst>
              </p:cNvPr>
              <p:cNvSpPr/>
              <p:nvPr/>
            </p:nvSpPr>
            <p:spPr>
              <a:xfrm>
                <a:off x="6862696" y="2115849"/>
                <a:ext cx="287934" cy="68072"/>
              </a:xfrm>
              <a:custGeom>
                <a:avLst/>
                <a:gdLst>
                  <a:gd name="connsiteX0" fmla="*/ 0 w 287934"/>
                  <a:gd name="connsiteY0" fmla="*/ 0 h 68072"/>
                  <a:gd name="connsiteX1" fmla="*/ 287934 w 287934"/>
                  <a:gd name="connsiteY1" fmla="*/ 0 h 68072"/>
                  <a:gd name="connsiteX2" fmla="*/ 287934 w 287934"/>
                  <a:gd name="connsiteY2" fmla="*/ 68072 h 68072"/>
                  <a:gd name="connsiteX3" fmla="*/ 0 w 287934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7934" h="68072">
                    <a:moveTo>
                      <a:pt x="0" y="0"/>
                    </a:moveTo>
                    <a:lnTo>
                      <a:pt x="287934" y="0"/>
                    </a:lnTo>
                    <a:lnTo>
                      <a:pt x="287934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solidFill>
                <a:srgbClr val="2F69D0"/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68D209D0-3624-2570-7CD7-B312161773FC}"/>
                  </a:ext>
                </a:extLst>
              </p:cNvPr>
              <p:cNvSpPr/>
              <p:nvPr/>
            </p:nvSpPr>
            <p:spPr>
              <a:xfrm>
                <a:off x="7184565" y="2115849"/>
                <a:ext cx="44500" cy="68072"/>
              </a:xfrm>
              <a:custGeom>
                <a:avLst/>
                <a:gdLst>
                  <a:gd name="connsiteX0" fmla="*/ 0 w 44500"/>
                  <a:gd name="connsiteY0" fmla="*/ 0 h 68072"/>
                  <a:gd name="connsiteX1" fmla="*/ 44501 w 44500"/>
                  <a:gd name="connsiteY1" fmla="*/ 0 h 68072"/>
                  <a:gd name="connsiteX2" fmla="*/ 44501 w 44500"/>
                  <a:gd name="connsiteY2" fmla="*/ 68072 h 68072"/>
                  <a:gd name="connsiteX3" fmla="*/ 0 w 44500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00" h="68072">
                    <a:moveTo>
                      <a:pt x="0" y="0"/>
                    </a:moveTo>
                    <a:lnTo>
                      <a:pt x="44501" y="0"/>
                    </a:lnTo>
                    <a:lnTo>
                      <a:pt x="44501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984EE908-0B68-FD7E-DE78-E4C1EC415C18}"/>
                  </a:ext>
                </a:extLst>
              </p:cNvPr>
              <p:cNvSpPr/>
              <p:nvPr/>
            </p:nvSpPr>
            <p:spPr>
              <a:xfrm>
                <a:off x="6620685" y="2115849"/>
                <a:ext cx="191820" cy="68072"/>
              </a:xfrm>
              <a:custGeom>
                <a:avLst/>
                <a:gdLst>
                  <a:gd name="connsiteX0" fmla="*/ 0 w 191820"/>
                  <a:gd name="connsiteY0" fmla="*/ 0 h 68072"/>
                  <a:gd name="connsiteX1" fmla="*/ 191821 w 191820"/>
                  <a:gd name="connsiteY1" fmla="*/ 0 h 68072"/>
                  <a:gd name="connsiteX2" fmla="*/ 191821 w 191820"/>
                  <a:gd name="connsiteY2" fmla="*/ 68072 h 68072"/>
                  <a:gd name="connsiteX3" fmla="*/ 0 w 191820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1820" h="68072">
                    <a:moveTo>
                      <a:pt x="0" y="0"/>
                    </a:moveTo>
                    <a:lnTo>
                      <a:pt x="191821" y="0"/>
                    </a:lnTo>
                    <a:lnTo>
                      <a:pt x="191821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94C2973D-4F37-E609-0A1C-B0EA417564AF}"/>
                  </a:ext>
                </a:extLst>
              </p:cNvPr>
              <p:cNvSpPr/>
              <p:nvPr/>
            </p:nvSpPr>
            <p:spPr>
              <a:xfrm>
                <a:off x="6486980" y="2115849"/>
                <a:ext cx="68072" cy="68072"/>
              </a:xfrm>
              <a:custGeom>
                <a:avLst/>
                <a:gdLst>
                  <a:gd name="connsiteX0" fmla="*/ 0 w 68072"/>
                  <a:gd name="connsiteY0" fmla="*/ 0 h 68072"/>
                  <a:gd name="connsiteX1" fmla="*/ 68072 w 68072"/>
                  <a:gd name="connsiteY1" fmla="*/ 0 h 68072"/>
                  <a:gd name="connsiteX2" fmla="*/ 68072 w 68072"/>
                  <a:gd name="connsiteY2" fmla="*/ 68072 h 68072"/>
                  <a:gd name="connsiteX3" fmla="*/ 0 w 68072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072" h="68072">
                    <a:moveTo>
                      <a:pt x="0" y="0"/>
                    </a:moveTo>
                    <a:lnTo>
                      <a:pt x="68072" y="0"/>
                    </a:lnTo>
                    <a:lnTo>
                      <a:pt x="68072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457C0A3E-5272-CC39-33E7-D71B9C23A748}"/>
                  </a:ext>
                </a:extLst>
              </p:cNvPr>
              <p:cNvSpPr/>
              <p:nvPr/>
            </p:nvSpPr>
            <p:spPr>
              <a:xfrm>
                <a:off x="6080783" y="2115849"/>
                <a:ext cx="349504" cy="68072"/>
              </a:xfrm>
              <a:custGeom>
                <a:avLst/>
                <a:gdLst>
                  <a:gd name="connsiteX0" fmla="*/ 0 w 349504"/>
                  <a:gd name="connsiteY0" fmla="*/ 0 h 68072"/>
                  <a:gd name="connsiteX1" fmla="*/ 349504 w 349504"/>
                  <a:gd name="connsiteY1" fmla="*/ 0 h 68072"/>
                  <a:gd name="connsiteX2" fmla="*/ 349504 w 349504"/>
                  <a:gd name="connsiteY2" fmla="*/ 68072 h 68072"/>
                  <a:gd name="connsiteX3" fmla="*/ 0 w 349504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9504" h="68072">
                    <a:moveTo>
                      <a:pt x="0" y="0"/>
                    </a:moveTo>
                    <a:lnTo>
                      <a:pt x="349504" y="0"/>
                    </a:lnTo>
                    <a:lnTo>
                      <a:pt x="349504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4458A867-4334-E073-CF02-FADC2ADFF129}"/>
                  </a:ext>
                </a:extLst>
              </p:cNvPr>
              <p:cNvSpPr/>
              <p:nvPr/>
            </p:nvSpPr>
            <p:spPr>
              <a:xfrm>
                <a:off x="6080783" y="2224358"/>
                <a:ext cx="190804" cy="68072"/>
              </a:xfrm>
              <a:custGeom>
                <a:avLst/>
                <a:gdLst>
                  <a:gd name="connsiteX0" fmla="*/ 0 w 190804"/>
                  <a:gd name="connsiteY0" fmla="*/ 0 h 68072"/>
                  <a:gd name="connsiteX1" fmla="*/ 190805 w 190804"/>
                  <a:gd name="connsiteY1" fmla="*/ 0 h 68072"/>
                  <a:gd name="connsiteX2" fmla="*/ 190805 w 190804"/>
                  <a:gd name="connsiteY2" fmla="*/ 68072 h 68072"/>
                  <a:gd name="connsiteX3" fmla="*/ 0 w 190804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804" h="68072">
                    <a:moveTo>
                      <a:pt x="0" y="0"/>
                    </a:moveTo>
                    <a:lnTo>
                      <a:pt x="190805" y="0"/>
                    </a:lnTo>
                    <a:lnTo>
                      <a:pt x="190805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5600F0C9-C527-9F74-0A0D-C278BA279522}"/>
                  </a:ext>
                </a:extLst>
              </p:cNvPr>
              <p:cNvSpPr/>
              <p:nvPr/>
            </p:nvSpPr>
            <p:spPr>
              <a:xfrm>
                <a:off x="6303490" y="2224358"/>
                <a:ext cx="213766" cy="68072"/>
              </a:xfrm>
              <a:custGeom>
                <a:avLst/>
                <a:gdLst>
                  <a:gd name="connsiteX0" fmla="*/ 0 w 213766"/>
                  <a:gd name="connsiteY0" fmla="*/ 0 h 68072"/>
                  <a:gd name="connsiteX1" fmla="*/ 213766 w 213766"/>
                  <a:gd name="connsiteY1" fmla="*/ 0 h 68072"/>
                  <a:gd name="connsiteX2" fmla="*/ 213766 w 213766"/>
                  <a:gd name="connsiteY2" fmla="*/ 68072 h 68072"/>
                  <a:gd name="connsiteX3" fmla="*/ 0 w 213766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766" h="68072">
                    <a:moveTo>
                      <a:pt x="0" y="0"/>
                    </a:moveTo>
                    <a:lnTo>
                      <a:pt x="213766" y="0"/>
                    </a:lnTo>
                    <a:lnTo>
                      <a:pt x="213766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solidFill>
                <a:schemeClr val="bg1">
                  <a:alpha val="68000"/>
                </a:schemeClr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9C246E91-57FF-6E7F-8581-92B5CB43408C}"/>
                  </a:ext>
                </a:extLst>
              </p:cNvPr>
              <p:cNvSpPr/>
              <p:nvPr/>
            </p:nvSpPr>
            <p:spPr>
              <a:xfrm>
                <a:off x="6255535" y="2333070"/>
                <a:ext cx="213766" cy="68072"/>
              </a:xfrm>
              <a:custGeom>
                <a:avLst/>
                <a:gdLst>
                  <a:gd name="connsiteX0" fmla="*/ 0 w 213766"/>
                  <a:gd name="connsiteY0" fmla="*/ 0 h 68072"/>
                  <a:gd name="connsiteX1" fmla="*/ 213767 w 213766"/>
                  <a:gd name="connsiteY1" fmla="*/ 0 h 68072"/>
                  <a:gd name="connsiteX2" fmla="*/ 213767 w 213766"/>
                  <a:gd name="connsiteY2" fmla="*/ 68072 h 68072"/>
                  <a:gd name="connsiteX3" fmla="*/ 0 w 213766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766" h="68072">
                    <a:moveTo>
                      <a:pt x="0" y="0"/>
                    </a:moveTo>
                    <a:lnTo>
                      <a:pt x="213767" y="0"/>
                    </a:lnTo>
                    <a:lnTo>
                      <a:pt x="213767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11DDC4AE-0D26-0298-97D7-472B72F5BC0F}"/>
                  </a:ext>
                </a:extLst>
              </p:cNvPr>
              <p:cNvSpPr/>
              <p:nvPr/>
            </p:nvSpPr>
            <p:spPr>
              <a:xfrm>
                <a:off x="6480274" y="2333070"/>
                <a:ext cx="33324" cy="68072"/>
              </a:xfrm>
              <a:custGeom>
                <a:avLst/>
                <a:gdLst>
                  <a:gd name="connsiteX0" fmla="*/ 0 w 33324"/>
                  <a:gd name="connsiteY0" fmla="*/ 0 h 68072"/>
                  <a:gd name="connsiteX1" fmla="*/ 33325 w 33324"/>
                  <a:gd name="connsiteY1" fmla="*/ 0 h 68072"/>
                  <a:gd name="connsiteX2" fmla="*/ 33325 w 33324"/>
                  <a:gd name="connsiteY2" fmla="*/ 68072 h 68072"/>
                  <a:gd name="connsiteX3" fmla="*/ 0 w 33324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24" h="68072">
                    <a:moveTo>
                      <a:pt x="0" y="0"/>
                    </a:moveTo>
                    <a:lnTo>
                      <a:pt x="33325" y="0"/>
                    </a:lnTo>
                    <a:lnTo>
                      <a:pt x="33325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11" name="Graphic 9">
                <a:extLst>
                  <a:ext uri="{FF2B5EF4-FFF2-40B4-BE49-F238E27FC236}">
                    <a16:creationId xmlns:a16="http://schemas.microsoft.com/office/drawing/2014/main" id="{37C59F27-E2BF-178D-BCD1-AA0284323B3F}"/>
                  </a:ext>
                </a:extLst>
              </p:cNvPr>
              <p:cNvGrpSpPr/>
              <p:nvPr/>
            </p:nvGrpSpPr>
            <p:grpSpPr>
              <a:xfrm>
                <a:off x="6263663" y="2484657"/>
                <a:ext cx="393394" cy="68072"/>
                <a:chOff x="6263663" y="2484657"/>
                <a:chExt cx="393394" cy="68072"/>
              </a:xfrm>
              <a:grpFill/>
            </p:grpSpPr>
            <p:sp>
              <p:nvSpPr>
                <p:cNvPr id="556" name="Freeform: Shape 555">
                  <a:extLst>
                    <a:ext uri="{FF2B5EF4-FFF2-40B4-BE49-F238E27FC236}">
                      <a16:creationId xmlns:a16="http://schemas.microsoft.com/office/drawing/2014/main" id="{8807DDDD-D892-3FF4-5FD6-ADE99989CF6C}"/>
                    </a:ext>
                  </a:extLst>
                </p:cNvPr>
                <p:cNvSpPr/>
                <p:nvPr/>
              </p:nvSpPr>
              <p:spPr>
                <a:xfrm>
                  <a:off x="6263663" y="2484657"/>
                  <a:ext cx="264769" cy="68072"/>
                </a:xfrm>
                <a:custGeom>
                  <a:avLst/>
                  <a:gdLst>
                    <a:gd name="connsiteX0" fmla="*/ 0 w 264769"/>
                    <a:gd name="connsiteY0" fmla="*/ 0 h 68072"/>
                    <a:gd name="connsiteX1" fmla="*/ 264770 w 264769"/>
                    <a:gd name="connsiteY1" fmla="*/ 0 h 68072"/>
                    <a:gd name="connsiteX2" fmla="*/ 264770 w 264769"/>
                    <a:gd name="connsiteY2" fmla="*/ 68072 h 68072"/>
                    <a:gd name="connsiteX3" fmla="*/ 0 w 264769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4769" h="68072">
                      <a:moveTo>
                        <a:pt x="0" y="0"/>
                      </a:moveTo>
                      <a:lnTo>
                        <a:pt x="264770" y="0"/>
                      </a:lnTo>
                      <a:lnTo>
                        <a:pt x="264770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solidFill>
                  <a:srgbClr val="2F69D0"/>
                </a:solidFill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7" name="Freeform: Shape 556">
                  <a:extLst>
                    <a:ext uri="{FF2B5EF4-FFF2-40B4-BE49-F238E27FC236}">
                      <a16:creationId xmlns:a16="http://schemas.microsoft.com/office/drawing/2014/main" id="{2497BB11-548D-5D49-4C98-8B77CF3C828A}"/>
                    </a:ext>
                  </a:extLst>
                </p:cNvPr>
                <p:cNvSpPr/>
                <p:nvPr/>
              </p:nvSpPr>
              <p:spPr>
                <a:xfrm>
                  <a:off x="6623733" y="2484657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8" name="Freeform: Shape 557">
                  <a:extLst>
                    <a:ext uri="{FF2B5EF4-FFF2-40B4-BE49-F238E27FC236}">
                      <a16:creationId xmlns:a16="http://schemas.microsoft.com/office/drawing/2014/main" id="{510D97FE-A457-C5B4-1E70-D62F08D57955}"/>
                    </a:ext>
                  </a:extLst>
                </p:cNvPr>
                <p:cNvSpPr/>
                <p:nvPr/>
              </p:nvSpPr>
              <p:spPr>
                <a:xfrm>
                  <a:off x="6567040" y="2484657"/>
                  <a:ext cx="46532" cy="68072"/>
                </a:xfrm>
                <a:custGeom>
                  <a:avLst/>
                  <a:gdLst>
                    <a:gd name="connsiteX0" fmla="*/ 0 w 46532"/>
                    <a:gd name="connsiteY0" fmla="*/ 0 h 68072"/>
                    <a:gd name="connsiteX1" fmla="*/ 46532 w 46532"/>
                    <a:gd name="connsiteY1" fmla="*/ 0 h 68072"/>
                    <a:gd name="connsiteX2" fmla="*/ 46532 w 46532"/>
                    <a:gd name="connsiteY2" fmla="*/ 68072 h 68072"/>
                    <a:gd name="connsiteX3" fmla="*/ 0 w 46532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532" h="68072">
                      <a:moveTo>
                        <a:pt x="0" y="0"/>
                      </a:moveTo>
                      <a:lnTo>
                        <a:pt x="46532" y="0"/>
                      </a:lnTo>
                      <a:lnTo>
                        <a:pt x="46532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12" name="Graphic 9">
                <a:extLst>
                  <a:ext uri="{FF2B5EF4-FFF2-40B4-BE49-F238E27FC236}">
                    <a16:creationId xmlns:a16="http://schemas.microsoft.com/office/drawing/2014/main" id="{D2C35A55-F9C7-1EED-79A6-FF2C78FBBD08}"/>
                  </a:ext>
                </a:extLst>
              </p:cNvPr>
              <p:cNvGrpSpPr/>
              <p:nvPr/>
            </p:nvGrpSpPr>
            <p:grpSpPr>
              <a:xfrm>
                <a:off x="6080783" y="2627913"/>
                <a:ext cx="1627631" cy="68072"/>
                <a:chOff x="6080783" y="2627913"/>
                <a:chExt cx="1627631" cy="68072"/>
              </a:xfrm>
              <a:grpFill/>
            </p:grpSpPr>
            <p:sp>
              <p:nvSpPr>
                <p:cNvPr id="547" name="Freeform: Shape 546">
                  <a:extLst>
                    <a:ext uri="{FF2B5EF4-FFF2-40B4-BE49-F238E27FC236}">
                      <a16:creationId xmlns:a16="http://schemas.microsoft.com/office/drawing/2014/main" id="{3B15D117-E019-7FC3-B7AF-07270DD6F179}"/>
                    </a:ext>
                  </a:extLst>
                </p:cNvPr>
                <p:cNvSpPr/>
                <p:nvPr/>
              </p:nvSpPr>
              <p:spPr>
                <a:xfrm>
                  <a:off x="6080783" y="2627913"/>
                  <a:ext cx="190804" cy="68072"/>
                </a:xfrm>
                <a:custGeom>
                  <a:avLst/>
                  <a:gdLst>
                    <a:gd name="connsiteX0" fmla="*/ 0 w 190804"/>
                    <a:gd name="connsiteY0" fmla="*/ 0 h 68072"/>
                    <a:gd name="connsiteX1" fmla="*/ 190805 w 190804"/>
                    <a:gd name="connsiteY1" fmla="*/ 0 h 68072"/>
                    <a:gd name="connsiteX2" fmla="*/ 190805 w 190804"/>
                    <a:gd name="connsiteY2" fmla="*/ 68072 h 68072"/>
                    <a:gd name="connsiteX3" fmla="*/ 0 w 19080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804" h="68072">
                      <a:moveTo>
                        <a:pt x="0" y="0"/>
                      </a:moveTo>
                      <a:lnTo>
                        <a:pt x="190805" y="0"/>
                      </a:lnTo>
                      <a:lnTo>
                        <a:pt x="19080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8" name="Freeform: Shape 547">
                  <a:extLst>
                    <a:ext uri="{FF2B5EF4-FFF2-40B4-BE49-F238E27FC236}">
                      <a16:creationId xmlns:a16="http://schemas.microsoft.com/office/drawing/2014/main" id="{0AA5A34D-3615-ADCC-4C4D-D0474A420325}"/>
                    </a:ext>
                  </a:extLst>
                </p:cNvPr>
                <p:cNvSpPr/>
                <p:nvPr/>
              </p:nvSpPr>
              <p:spPr>
                <a:xfrm>
                  <a:off x="6303490" y="2627913"/>
                  <a:ext cx="330403" cy="68072"/>
                </a:xfrm>
                <a:custGeom>
                  <a:avLst/>
                  <a:gdLst>
                    <a:gd name="connsiteX0" fmla="*/ 0 w 330403"/>
                    <a:gd name="connsiteY0" fmla="*/ 0 h 68072"/>
                    <a:gd name="connsiteX1" fmla="*/ 330403 w 330403"/>
                    <a:gd name="connsiteY1" fmla="*/ 0 h 68072"/>
                    <a:gd name="connsiteX2" fmla="*/ 330403 w 330403"/>
                    <a:gd name="connsiteY2" fmla="*/ 68072 h 68072"/>
                    <a:gd name="connsiteX3" fmla="*/ 0 w 330403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0403" h="68072">
                      <a:moveTo>
                        <a:pt x="0" y="0"/>
                      </a:moveTo>
                      <a:lnTo>
                        <a:pt x="330403" y="0"/>
                      </a:lnTo>
                      <a:lnTo>
                        <a:pt x="330403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9" name="Freeform: Shape 548">
                  <a:extLst>
                    <a:ext uri="{FF2B5EF4-FFF2-40B4-BE49-F238E27FC236}">
                      <a16:creationId xmlns:a16="http://schemas.microsoft.com/office/drawing/2014/main" id="{CCEBA448-C35B-040A-9705-DEA82C5F89FC}"/>
                    </a:ext>
                  </a:extLst>
                </p:cNvPr>
                <p:cNvSpPr/>
                <p:nvPr/>
              </p:nvSpPr>
              <p:spPr>
                <a:xfrm>
                  <a:off x="6739964" y="2627913"/>
                  <a:ext cx="330403" cy="68072"/>
                </a:xfrm>
                <a:custGeom>
                  <a:avLst/>
                  <a:gdLst>
                    <a:gd name="connsiteX0" fmla="*/ 0 w 330403"/>
                    <a:gd name="connsiteY0" fmla="*/ 0 h 68072"/>
                    <a:gd name="connsiteX1" fmla="*/ 330403 w 330403"/>
                    <a:gd name="connsiteY1" fmla="*/ 0 h 68072"/>
                    <a:gd name="connsiteX2" fmla="*/ 330403 w 330403"/>
                    <a:gd name="connsiteY2" fmla="*/ 68072 h 68072"/>
                    <a:gd name="connsiteX3" fmla="*/ 0 w 330403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0403" h="68072">
                      <a:moveTo>
                        <a:pt x="0" y="0"/>
                      </a:moveTo>
                      <a:lnTo>
                        <a:pt x="330403" y="0"/>
                      </a:lnTo>
                      <a:lnTo>
                        <a:pt x="330403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0" name="Freeform: Shape 549">
                  <a:extLst>
                    <a:ext uri="{FF2B5EF4-FFF2-40B4-BE49-F238E27FC236}">
                      <a16:creationId xmlns:a16="http://schemas.microsoft.com/office/drawing/2014/main" id="{233F9365-B6B2-2615-D793-6DD0CCB8EAE3}"/>
                    </a:ext>
                  </a:extLst>
                </p:cNvPr>
                <p:cNvSpPr/>
                <p:nvPr/>
              </p:nvSpPr>
              <p:spPr>
                <a:xfrm>
                  <a:off x="7214842" y="2627913"/>
                  <a:ext cx="259080" cy="68072"/>
                </a:xfrm>
                <a:custGeom>
                  <a:avLst/>
                  <a:gdLst>
                    <a:gd name="connsiteX0" fmla="*/ 0 w 259080"/>
                    <a:gd name="connsiteY0" fmla="*/ 0 h 68072"/>
                    <a:gd name="connsiteX1" fmla="*/ 259080 w 259080"/>
                    <a:gd name="connsiteY1" fmla="*/ 0 h 68072"/>
                    <a:gd name="connsiteX2" fmla="*/ 259080 w 259080"/>
                    <a:gd name="connsiteY2" fmla="*/ 68072 h 68072"/>
                    <a:gd name="connsiteX3" fmla="*/ 0 w 259080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80" h="68072">
                      <a:moveTo>
                        <a:pt x="0" y="0"/>
                      </a:moveTo>
                      <a:lnTo>
                        <a:pt x="259080" y="0"/>
                      </a:lnTo>
                      <a:lnTo>
                        <a:pt x="259080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1" name="Freeform: Shape 550">
                  <a:extLst>
                    <a:ext uri="{FF2B5EF4-FFF2-40B4-BE49-F238E27FC236}">
                      <a16:creationId xmlns:a16="http://schemas.microsoft.com/office/drawing/2014/main" id="{D137A5FE-277A-D03D-2994-B61D896AB15C}"/>
                    </a:ext>
                  </a:extLst>
                </p:cNvPr>
                <p:cNvSpPr/>
                <p:nvPr/>
              </p:nvSpPr>
              <p:spPr>
                <a:xfrm>
                  <a:off x="6675346" y="2627913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2" name="Freeform: Shape 551">
                  <a:extLst>
                    <a:ext uri="{FF2B5EF4-FFF2-40B4-BE49-F238E27FC236}">
                      <a16:creationId xmlns:a16="http://schemas.microsoft.com/office/drawing/2014/main" id="{4D6B0EC1-DC6A-A61C-34AC-214DFE8B816C}"/>
                    </a:ext>
                  </a:extLst>
                </p:cNvPr>
                <p:cNvSpPr/>
                <p:nvPr/>
              </p:nvSpPr>
              <p:spPr>
                <a:xfrm>
                  <a:off x="7129092" y="2627913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3" name="Freeform: Shape 552">
                  <a:extLst>
                    <a:ext uri="{FF2B5EF4-FFF2-40B4-BE49-F238E27FC236}">
                      <a16:creationId xmlns:a16="http://schemas.microsoft.com/office/drawing/2014/main" id="{8E2849C3-1AA2-555F-BFA6-D3DE4F54E6D1}"/>
                    </a:ext>
                  </a:extLst>
                </p:cNvPr>
                <p:cNvSpPr/>
                <p:nvPr/>
              </p:nvSpPr>
              <p:spPr>
                <a:xfrm>
                  <a:off x="7675090" y="2627913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4" name="Freeform: Shape 553">
                  <a:extLst>
                    <a:ext uri="{FF2B5EF4-FFF2-40B4-BE49-F238E27FC236}">
                      <a16:creationId xmlns:a16="http://schemas.microsoft.com/office/drawing/2014/main" id="{2EF22EAB-03E9-2544-4E05-C7B1CDB80593}"/>
                    </a:ext>
                  </a:extLst>
                </p:cNvPr>
                <p:cNvSpPr/>
                <p:nvPr/>
              </p:nvSpPr>
              <p:spPr>
                <a:xfrm>
                  <a:off x="7584260" y="2627913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5" name="Freeform: Shape 554">
                  <a:extLst>
                    <a:ext uri="{FF2B5EF4-FFF2-40B4-BE49-F238E27FC236}">
                      <a16:creationId xmlns:a16="http://schemas.microsoft.com/office/drawing/2014/main" id="{D7AEFF75-4393-7723-EB42-F7512BF8DB82}"/>
                    </a:ext>
                  </a:extLst>
                </p:cNvPr>
                <p:cNvSpPr/>
                <p:nvPr/>
              </p:nvSpPr>
              <p:spPr>
                <a:xfrm>
                  <a:off x="7543620" y="2627913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118D0CE6-97C6-1BE1-FF8E-A702CAA822CB}"/>
                  </a:ext>
                </a:extLst>
              </p:cNvPr>
              <p:cNvSpPr/>
              <p:nvPr/>
            </p:nvSpPr>
            <p:spPr>
              <a:xfrm>
                <a:off x="6074687" y="2485876"/>
                <a:ext cx="33324" cy="68072"/>
              </a:xfrm>
              <a:custGeom>
                <a:avLst/>
                <a:gdLst>
                  <a:gd name="connsiteX0" fmla="*/ 0 w 33324"/>
                  <a:gd name="connsiteY0" fmla="*/ 0 h 68072"/>
                  <a:gd name="connsiteX1" fmla="*/ 33325 w 33324"/>
                  <a:gd name="connsiteY1" fmla="*/ 0 h 68072"/>
                  <a:gd name="connsiteX2" fmla="*/ 33325 w 33324"/>
                  <a:gd name="connsiteY2" fmla="*/ 68072 h 68072"/>
                  <a:gd name="connsiteX3" fmla="*/ 0 w 33324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24" h="68072">
                    <a:moveTo>
                      <a:pt x="0" y="0"/>
                    </a:moveTo>
                    <a:lnTo>
                      <a:pt x="33325" y="0"/>
                    </a:lnTo>
                    <a:lnTo>
                      <a:pt x="33325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14" name="Graphic 9">
                <a:extLst>
                  <a:ext uri="{FF2B5EF4-FFF2-40B4-BE49-F238E27FC236}">
                    <a16:creationId xmlns:a16="http://schemas.microsoft.com/office/drawing/2014/main" id="{274778A0-7A07-8E40-D52B-4B145B245875}"/>
                  </a:ext>
                </a:extLst>
              </p:cNvPr>
              <p:cNvGrpSpPr/>
              <p:nvPr/>
            </p:nvGrpSpPr>
            <p:grpSpPr>
              <a:xfrm>
                <a:off x="6074687" y="2333070"/>
                <a:ext cx="1209446" cy="499059"/>
                <a:chOff x="6074687" y="2333070"/>
                <a:chExt cx="1209446" cy="499059"/>
              </a:xfrm>
              <a:grpFill/>
            </p:grpSpPr>
            <p:sp>
              <p:nvSpPr>
                <p:cNvPr id="541" name="Freeform: Shape 540">
                  <a:extLst>
                    <a:ext uri="{FF2B5EF4-FFF2-40B4-BE49-F238E27FC236}">
                      <a16:creationId xmlns:a16="http://schemas.microsoft.com/office/drawing/2014/main" id="{CA977418-E058-2734-6756-4F381B5DFCC9}"/>
                    </a:ext>
                  </a:extLst>
                </p:cNvPr>
                <p:cNvSpPr/>
                <p:nvPr/>
              </p:nvSpPr>
              <p:spPr>
                <a:xfrm>
                  <a:off x="6263663" y="2764057"/>
                  <a:ext cx="190804" cy="68072"/>
                </a:xfrm>
                <a:custGeom>
                  <a:avLst/>
                  <a:gdLst>
                    <a:gd name="connsiteX0" fmla="*/ 0 w 190804"/>
                    <a:gd name="connsiteY0" fmla="*/ 0 h 68072"/>
                    <a:gd name="connsiteX1" fmla="*/ 190805 w 190804"/>
                    <a:gd name="connsiteY1" fmla="*/ 0 h 68072"/>
                    <a:gd name="connsiteX2" fmla="*/ 190805 w 190804"/>
                    <a:gd name="connsiteY2" fmla="*/ 68072 h 68072"/>
                    <a:gd name="connsiteX3" fmla="*/ 0 w 19080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804" h="68072">
                      <a:moveTo>
                        <a:pt x="0" y="0"/>
                      </a:moveTo>
                      <a:lnTo>
                        <a:pt x="190805" y="0"/>
                      </a:lnTo>
                      <a:lnTo>
                        <a:pt x="19080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2" name="Freeform: Shape 541">
                  <a:extLst>
                    <a:ext uri="{FF2B5EF4-FFF2-40B4-BE49-F238E27FC236}">
                      <a16:creationId xmlns:a16="http://schemas.microsoft.com/office/drawing/2014/main" id="{974226E9-1834-DA33-CB73-4158E6A6450C}"/>
                    </a:ext>
                  </a:extLst>
                </p:cNvPr>
                <p:cNvSpPr/>
                <p:nvPr/>
              </p:nvSpPr>
              <p:spPr>
                <a:xfrm>
                  <a:off x="6528636" y="2764057"/>
                  <a:ext cx="105257" cy="68072"/>
                </a:xfrm>
                <a:custGeom>
                  <a:avLst/>
                  <a:gdLst>
                    <a:gd name="connsiteX0" fmla="*/ 0 w 105257"/>
                    <a:gd name="connsiteY0" fmla="*/ 0 h 68072"/>
                    <a:gd name="connsiteX1" fmla="*/ 105258 w 105257"/>
                    <a:gd name="connsiteY1" fmla="*/ 0 h 68072"/>
                    <a:gd name="connsiteX2" fmla="*/ 105258 w 105257"/>
                    <a:gd name="connsiteY2" fmla="*/ 68072 h 68072"/>
                    <a:gd name="connsiteX3" fmla="*/ 0 w 105257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5257" h="68072">
                      <a:moveTo>
                        <a:pt x="0" y="0"/>
                      </a:moveTo>
                      <a:lnTo>
                        <a:pt x="105258" y="0"/>
                      </a:lnTo>
                      <a:lnTo>
                        <a:pt x="105258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3" name="Freeform: Shape 542">
                  <a:extLst>
                    <a:ext uri="{FF2B5EF4-FFF2-40B4-BE49-F238E27FC236}">
                      <a16:creationId xmlns:a16="http://schemas.microsoft.com/office/drawing/2014/main" id="{F7C54016-488E-19D2-48D4-8197CE56BB1F}"/>
                    </a:ext>
                  </a:extLst>
                </p:cNvPr>
                <p:cNvSpPr/>
                <p:nvPr/>
              </p:nvSpPr>
              <p:spPr>
                <a:xfrm>
                  <a:off x="6740776" y="2764057"/>
                  <a:ext cx="302158" cy="68072"/>
                </a:xfrm>
                <a:custGeom>
                  <a:avLst/>
                  <a:gdLst>
                    <a:gd name="connsiteX0" fmla="*/ 0 w 302158"/>
                    <a:gd name="connsiteY0" fmla="*/ 0 h 68072"/>
                    <a:gd name="connsiteX1" fmla="*/ 302158 w 302158"/>
                    <a:gd name="connsiteY1" fmla="*/ 0 h 68072"/>
                    <a:gd name="connsiteX2" fmla="*/ 302158 w 302158"/>
                    <a:gd name="connsiteY2" fmla="*/ 68072 h 68072"/>
                    <a:gd name="connsiteX3" fmla="*/ 0 w 302158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2158" h="68072">
                      <a:moveTo>
                        <a:pt x="0" y="0"/>
                      </a:moveTo>
                      <a:lnTo>
                        <a:pt x="302158" y="0"/>
                      </a:lnTo>
                      <a:lnTo>
                        <a:pt x="302158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solidFill>
                  <a:schemeClr val="bg1">
                    <a:alpha val="68000"/>
                  </a:schemeClr>
                </a:solidFill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4" name="Freeform: Shape 543">
                  <a:extLst>
                    <a:ext uri="{FF2B5EF4-FFF2-40B4-BE49-F238E27FC236}">
                      <a16:creationId xmlns:a16="http://schemas.microsoft.com/office/drawing/2014/main" id="{56434CD1-EC14-B86D-7D7B-DCB7B448C828}"/>
                    </a:ext>
                  </a:extLst>
                </p:cNvPr>
                <p:cNvSpPr/>
                <p:nvPr/>
              </p:nvSpPr>
              <p:spPr>
                <a:xfrm>
                  <a:off x="7213826" y="2333070"/>
                  <a:ext cx="70307" cy="68072"/>
                </a:xfrm>
                <a:custGeom>
                  <a:avLst/>
                  <a:gdLst>
                    <a:gd name="connsiteX0" fmla="*/ 0 w 70307"/>
                    <a:gd name="connsiteY0" fmla="*/ 0 h 68072"/>
                    <a:gd name="connsiteX1" fmla="*/ 70307 w 70307"/>
                    <a:gd name="connsiteY1" fmla="*/ 0 h 68072"/>
                    <a:gd name="connsiteX2" fmla="*/ 70307 w 70307"/>
                    <a:gd name="connsiteY2" fmla="*/ 68072 h 68072"/>
                    <a:gd name="connsiteX3" fmla="*/ 0 w 70307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307" h="68072">
                      <a:moveTo>
                        <a:pt x="0" y="0"/>
                      </a:moveTo>
                      <a:lnTo>
                        <a:pt x="70307" y="0"/>
                      </a:lnTo>
                      <a:lnTo>
                        <a:pt x="70307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5" name="Freeform: Shape 544">
                  <a:extLst>
                    <a:ext uri="{FF2B5EF4-FFF2-40B4-BE49-F238E27FC236}">
                      <a16:creationId xmlns:a16="http://schemas.microsoft.com/office/drawing/2014/main" id="{0F4CDDF9-67C6-0019-B396-C26537083AE4}"/>
                    </a:ext>
                  </a:extLst>
                </p:cNvPr>
                <p:cNvSpPr/>
                <p:nvPr/>
              </p:nvSpPr>
              <p:spPr>
                <a:xfrm>
                  <a:off x="6675346" y="2764057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6" name="Freeform: Shape 545">
                  <a:extLst>
                    <a:ext uri="{FF2B5EF4-FFF2-40B4-BE49-F238E27FC236}">
                      <a16:creationId xmlns:a16="http://schemas.microsoft.com/office/drawing/2014/main" id="{3C9C8A9D-5265-0C94-A340-8BCD575B7BE3}"/>
                    </a:ext>
                  </a:extLst>
                </p:cNvPr>
                <p:cNvSpPr/>
                <p:nvPr/>
              </p:nvSpPr>
              <p:spPr>
                <a:xfrm>
                  <a:off x="6074687" y="2764057"/>
                  <a:ext cx="33324" cy="68072"/>
                </a:xfrm>
                <a:custGeom>
                  <a:avLst/>
                  <a:gdLst>
                    <a:gd name="connsiteX0" fmla="*/ 0 w 33324"/>
                    <a:gd name="connsiteY0" fmla="*/ 0 h 68072"/>
                    <a:gd name="connsiteX1" fmla="*/ 33325 w 33324"/>
                    <a:gd name="connsiteY1" fmla="*/ 0 h 68072"/>
                    <a:gd name="connsiteX2" fmla="*/ 33325 w 33324"/>
                    <a:gd name="connsiteY2" fmla="*/ 68072 h 68072"/>
                    <a:gd name="connsiteX3" fmla="*/ 0 w 33324"/>
                    <a:gd name="connsiteY3" fmla="*/ 68072 h 68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24" h="68072">
                      <a:moveTo>
                        <a:pt x="0" y="0"/>
                      </a:moveTo>
                      <a:lnTo>
                        <a:pt x="33325" y="0"/>
                      </a:lnTo>
                      <a:lnTo>
                        <a:pt x="33325" y="68072"/>
                      </a:lnTo>
                      <a:lnTo>
                        <a:pt x="0" y="68072"/>
                      </a:lnTo>
                      <a:close/>
                    </a:path>
                  </a:pathLst>
                </a:custGeom>
                <a:grpFill/>
                <a:ln w="20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548522C8-0F86-6449-D286-835C3C6DBB62}"/>
                  </a:ext>
                </a:extLst>
              </p:cNvPr>
              <p:cNvSpPr/>
              <p:nvPr/>
            </p:nvSpPr>
            <p:spPr>
              <a:xfrm>
                <a:off x="6565821" y="2224358"/>
                <a:ext cx="36169" cy="68072"/>
              </a:xfrm>
              <a:custGeom>
                <a:avLst/>
                <a:gdLst>
                  <a:gd name="connsiteX0" fmla="*/ 0 w 36169"/>
                  <a:gd name="connsiteY0" fmla="*/ 0 h 68072"/>
                  <a:gd name="connsiteX1" fmla="*/ 36170 w 36169"/>
                  <a:gd name="connsiteY1" fmla="*/ 0 h 68072"/>
                  <a:gd name="connsiteX2" fmla="*/ 36170 w 36169"/>
                  <a:gd name="connsiteY2" fmla="*/ 68072 h 68072"/>
                  <a:gd name="connsiteX3" fmla="*/ 0 w 36169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69" h="68072">
                    <a:moveTo>
                      <a:pt x="0" y="0"/>
                    </a:moveTo>
                    <a:lnTo>
                      <a:pt x="36170" y="0"/>
                    </a:lnTo>
                    <a:lnTo>
                      <a:pt x="36170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3C0B69D8-61F3-8994-BF07-2EAD5FE112EC}"/>
                  </a:ext>
                </a:extLst>
              </p:cNvPr>
              <p:cNvSpPr/>
              <p:nvPr/>
            </p:nvSpPr>
            <p:spPr>
              <a:xfrm>
                <a:off x="6646492" y="2221920"/>
                <a:ext cx="126593" cy="68072"/>
              </a:xfrm>
              <a:custGeom>
                <a:avLst/>
                <a:gdLst>
                  <a:gd name="connsiteX0" fmla="*/ 0 w 126593"/>
                  <a:gd name="connsiteY0" fmla="*/ 0 h 68072"/>
                  <a:gd name="connsiteX1" fmla="*/ 126594 w 126593"/>
                  <a:gd name="connsiteY1" fmla="*/ 0 h 68072"/>
                  <a:gd name="connsiteX2" fmla="*/ 126594 w 126593"/>
                  <a:gd name="connsiteY2" fmla="*/ 68072 h 68072"/>
                  <a:gd name="connsiteX3" fmla="*/ 0 w 126593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593" h="68072">
                    <a:moveTo>
                      <a:pt x="0" y="0"/>
                    </a:moveTo>
                    <a:lnTo>
                      <a:pt x="126594" y="0"/>
                    </a:lnTo>
                    <a:lnTo>
                      <a:pt x="126594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8C4548D9-4B2F-3806-A0AE-69D8D891D203}"/>
                  </a:ext>
                </a:extLst>
              </p:cNvPr>
              <p:cNvSpPr/>
              <p:nvPr/>
            </p:nvSpPr>
            <p:spPr>
              <a:xfrm>
                <a:off x="6874482" y="2224358"/>
                <a:ext cx="58521" cy="68072"/>
              </a:xfrm>
              <a:custGeom>
                <a:avLst/>
                <a:gdLst>
                  <a:gd name="connsiteX0" fmla="*/ 0 w 58521"/>
                  <a:gd name="connsiteY0" fmla="*/ 0 h 68072"/>
                  <a:gd name="connsiteX1" fmla="*/ 58522 w 58521"/>
                  <a:gd name="connsiteY1" fmla="*/ 0 h 68072"/>
                  <a:gd name="connsiteX2" fmla="*/ 58522 w 58521"/>
                  <a:gd name="connsiteY2" fmla="*/ 68072 h 68072"/>
                  <a:gd name="connsiteX3" fmla="*/ 0 w 58521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21" h="68072">
                    <a:moveTo>
                      <a:pt x="0" y="0"/>
                    </a:moveTo>
                    <a:lnTo>
                      <a:pt x="58522" y="0"/>
                    </a:lnTo>
                    <a:lnTo>
                      <a:pt x="58522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D21022BA-0900-07EC-5287-7D60C4925F56}"/>
                  </a:ext>
                </a:extLst>
              </p:cNvPr>
              <p:cNvSpPr/>
              <p:nvPr/>
            </p:nvSpPr>
            <p:spPr>
              <a:xfrm>
                <a:off x="7537524" y="1901067"/>
                <a:ext cx="355396" cy="68072"/>
              </a:xfrm>
              <a:custGeom>
                <a:avLst/>
                <a:gdLst>
                  <a:gd name="connsiteX0" fmla="*/ 0 w 355396"/>
                  <a:gd name="connsiteY0" fmla="*/ 0 h 68072"/>
                  <a:gd name="connsiteX1" fmla="*/ 355397 w 355396"/>
                  <a:gd name="connsiteY1" fmla="*/ 0 h 68072"/>
                  <a:gd name="connsiteX2" fmla="*/ 355397 w 355396"/>
                  <a:gd name="connsiteY2" fmla="*/ 68072 h 68072"/>
                  <a:gd name="connsiteX3" fmla="*/ 0 w 355396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5396" h="68072">
                    <a:moveTo>
                      <a:pt x="0" y="0"/>
                    </a:moveTo>
                    <a:lnTo>
                      <a:pt x="355397" y="0"/>
                    </a:lnTo>
                    <a:lnTo>
                      <a:pt x="355397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FB845DB9-1659-43A9-373C-5CB0C1E22D23}"/>
                  </a:ext>
                </a:extLst>
              </p:cNvPr>
              <p:cNvSpPr/>
              <p:nvPr/>
            </p:nvSpPr>
            <p:spPr>
              <a:xfrm>
                <a:off x="7040700" y="1901067"/>
                <a:ext cx="355396" cy="68072"/>
              </a:xfrm>
              <a:custGeom>
                <a:avLst/>
                <a:gdLst>
                  <a:gd name="connsiteX0" fmla="*/ 0 w 355396"/>
                  <a:gd name="connsiteY0" fmla="*/ 0 h 68072"/>
                  <a:gd name="connsiteX1" fmla="*/ 355397 w 355396"/>
                  <a:gd name="connsiteY1" fmla="*/ 0 h 68072"/>
                  <a:gd name="connsiteX2" fmla="*/ 355397 w 355396"/>
                  <a:gd name="connsiteY2" fmla="*/ 68072 h 68072"/>
                  <a:gd name="connsiteX3" fmla="*/ 0 w 355396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5396" h="68072">
                    <a:moveTo>
                      <a:pt x="0" y="0"/>
                    </a:moveTo>
                    <a:lnTo>
                      <a:pt x="355397" y="0"/>
                    </a:lnTo>
                    <a:lnTo>
                      <a:pt x="355397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solidFill>
                <a:schemeClr val="bg1">
                  <a:alpha val="68000"/>
                </a:schemeClr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BE7A0C5F-C3A8-17DF-7E4F-C09A90EE0F48}"/>
                  </a:ext>
                </a:extLst>
              </p:cNvPr>
              <p:cNvSpPr/>
              <p:nvPr/>
            </p:nvSpPr>
            <p:spPr>
              <a:xfrm>
                <a:off x="7967292" y="1901067"/>
                <a:ext cx="383844" cy="68072"/>
              </a:xfrm>
              <a:custGeom>
                <a:avLst/>
                <a:gdLst>
                  <a:gd name="connsiteX0" fmla="*/ 0 w 383844"/>
                  <a:gd name="connsiteY0" fmla="*/ 0 h 68072"/>
                  <a:gd name="connsiteX1" fmla="*/ 383845 w 383844"/>
                  <a:gd name="connsiteY1" fmla="*/ 0 h 68072"/>
                  <a:gd name="connsiteX2" fmla="*/ 383845 w 383844"/>
                  <a:gd name="connsiteY2" fmla="*/ 68072 h 68072"/>
                  <a:gd name="connsiteX3" fmla="*/ 0 w 383844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3844" h="68072">
                    <a:moveTo>
                      <a:pt x="0" y="0"/>
                    </a:moveTo>
                    <a:lnTo>
                      <a:pt x="383845" y="0"/>
                    </a:lnTo>
                    <a:lnTo>
                      <a:pt x="383845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C0E3A181-C3A3-FF2D-3017-E06250740D43}"/>
                  </a:ext>
                </a:extLst>
              </p:cNvPr>
              <p:cNvSpPr/>
              <p:nvPr/>
            </p:nvSpPr>
            <p:spPr>
              <a:xfrm>
                <a:off x="8401936" y="1901067"/>
                <a:ext cx="152196" cy="68072"/>
              </a:xfrm>
              <a:custGeom>
                <a:avLst/>
                <a:gdLst>
                  <a:gd name="connsiteX0" fmla="*/ 0 w 152196"/>
                  <a:gd name="connsiteY0" fmla="*/ 0 h 68072"/>
                  <a:gd name="connsiteX1" fmla="*/ 152196 w 152196"/>
                  <a:gd name="connsiteY1" fmla="*/ 0 h 68072"/>
                  <a:gd name="connsiteX2" fmla="*/ 152196 w 152196"/>
                  <a:gd name="connsiteY2" fmla="*/ 68072 h 68072"/>
                  <a:gd name="connsiteX3" fmla="*/ 0 w 152196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196" h="68072">
                    <a:moveTo>
                      <a:pt x="0" y="0"/>
                    </a:moveTo>
                    <a:lnTo>
                      <a:pt x="152196" y="0"/>
                    </a:lnTo>
                    <a:lnTo>
                      <a:pt x="152196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4E572061-1E7D-8AAF-EAAB-4A93E7CD6762}"/>
                  </a:ext>
                </a:extLst>
              </p:cNvPr>
              <p:cNvSpPr/>
              <p:nvPr/>
            </p:nvSpPr>
            <p:spPr>
              <a:xfrm>
                <a:off x="8219260" y="2115849"/>
                <a:ext cx="470611" cy="68072"/>
              </a:xfrm>
              <a:custGeom>
                <a:avLst/>
                <a:gdLst>
                  <a:gd name="connsiteX0" fmla="*/ 0 w 470611"/>
                  <a:gd name="connsiteY0" fmla="*/ 0 h 68072"/>
                  <a:gd name="connsiteX1" fmla="*/ 470611 w 470611"/>
                  <a:gd name="connsiteY1" fmla="*/ 0 h 68072"/>
                  <a:gd name="connsiteX2" fmla="*/ 470611 w 470611"/>
                  <a:gd name="connsiteY2" fmla="*/ 68072 h 68072"/>
                  <a:gd name="connsiteX3" fmla="*/ 0 w 470611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11" h="68072">
                    <a:moveTo>
                      <a:pt x="0" y="0"/>
                    </a:moveTo>
                    <a:lnTo>
                      <a:pt x="470611" y="0"/>
                    </a:lnTo>
                    <a:lnTo>
                      <a:pt x="470611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solidFill>
                <a:schemeClr val="bg1">
                  <a:alpha val="68000"/>
                </a:schemeClr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4641743A-05CB-E27A-DDC1-7C234993FF5E}"/>
                  </a:ext>
                </a:extLst>
              </p:cNvPr>
              <p:cNvSpPr/>
              <p:nvPr/>
            </p:nvSpPr>
            <p:spPr>
              <a:xfrm>
                <a:off x="7913240" y="2115849"/>
                <a:ext cx="191820" cy="68072"/>
              </a:xfrm>
              <a:custGeom>
                <a:avLst/>
                <a:gdLst>
                  <a:gd name="connsiteX0" fmla="*/ 0 w 191820"/>
                  <a:gd name="connsiteY0" fmla="*/ 0 h 68072"/>
                  <a:gd name="connsiteX1" fmla="*/ 191820 w 191820"/>
                  <a:gd name="connsiteY1" fmla="*/ 0 h 68072"/>
                  <a:gd name="connsiteX2" fmla="*/ 191820 w 191820"/>
                  <a:gd name="connsiteY2" fmla="*/ 68072 h 68072"/>
                  <a:gd name="connsiteX3" fmla="*/ 0 w 191820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1820" h="68072">
                    <a:moveTo>
                      <a:pt x="0" y="0"/>
                    </a:moveTo>
                    <a:lnTo>
                      <a:pt x="191820" y="0"/>
                    </a:lnTo>
                    <a:lnTo>
                      <a:pt x="191820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solidFill>
                <a:srgbClr val="2F69D0"/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9D3B769B-934C-B092-983D-C43966019C7D}"/>
                  </a:ext>
                </a:extLst>
              </p:cNvPr>
              <p:cNvSpPr/>
              <p:nvPr/>
            </p:nvSpPr>
            <p:spPr>
              <a:xfrm>
                <a:off x="7757589" y="2115849"/>
                <a:ext cx="68072" cy="68072"/>
              </a:xfrm>
              <a:custGeom>
                <a:avLst/>
                <a:gdLst>
                  <a:gd name="connsiteX0" fmla="*/ 0 w 68072"/>
                  <a:gd name="connsiteY0" fmla="*/ 0 h 68072"/>
                  <a:gd name="connsiteX1" fmla="*/ 68072 w 68072"/>
                  <a:gd name="connsiteY1" fmla="*/ 0 h 68072"/>
                  <a:gd name="connsiteX2" fmla="*/ 68072 w 68072"/>
                  <a:gd name="connsiteY2" fmla="*/ 68072 h 68072"/>
                  <a:gd name="connsiteX3" fmla="*/ 0 w 68072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072" h="68072">
                    <a:moveTo>
                      <a:pt x="0" y="0"/>
                    </a:moveTo>
                    <a:lnTo>
                      <a:pt x="68072" y="0"/>
                    </a:lnTo>
                    <a:lnTo>
                      <a:pt x="68072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78C8B3B8-101C-1C68-C620-686B1CA0AAEF}"/>
                  </a:ext>
                </a:extLst>
              </p:cNvPr>
              <p:cNvSpPr/>
              <p:nvPr/>
            </p:nvSpPr>
            <p:spPr>
              <a:xfrm>
                <a:off x="7543823" y="2115849"/>
                <a:ext cx="119481" cy="68072"/>
              </a:xfrm>
              <a:custGeom>
                <a:avLst/>
                <a:gdLst>
                  <a:gd name="connsiteX0" fmla="*/ 0 w 119481"/>
                  <a:gd name="connsiteY0" fmla="*/ 0 h 68072"/>
                  <a:gd name="connsiteX1" fmla="*/ 119482 w 119481"/>
                  <a:gd name="connsiteY1" fmla="*/ 0 h 68072"/>
                  <a:gd name="connsiteX2" fmla="*/ 119482 w 119481"/>
                  <a:gd name="connsiteY2" fmla="*/ 68072 h 68072"/>
                  <a:gd name="connsiteX3" fmla="*/ 0 w 119481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481" h="68072">
                    <a:moveTo>
                      <a:pt x="0" y="0"/>
                    </a:moveTo>
                    <a:lnTo>
                      <a:pt x="119482" y="0"/>
                    </a:lnTo>
                    <a:lnTo>
                      <a:pt x="119482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4EC4EA83-96DC-5BAE-9B6A-967C82784915}"/>
                  </a:ext>
                </a:extLst>
              </p:cNvPr>
              <p:cNvSpPr/>
              <p:nvPr/>
            </p:nvSpPr>
            <p:spPr>
              <a:xfrm>
                <a:off x="7543823" y="2224358"/>
                <a:ext cx="238353" cy="68072"/>
              </a:xfrm>
              <a:custGeom>
                <a:avLst/>
                <a:gdLst>
                  <a:gd name="connsiteX0" fmla="*/ 0 w 238353"/>
                  <a:gd name="connsiteY0" fmla="*/ 0 h 68072"/>
                  <a:gd name="connsiteX1" fmla="*/ 238354 w 238353"/>
                  <a:gd name="connsiteY1" fmla="*/ 0 h 68072"/>
                  <a:gd name="connsiteX2" fmla="*/ 238354 w 238353"/>
                  <a:gd name="connsiteY2" fmla="*/ 68072 h 68072"/>
                  <a:gd name="connsiteX3" fmla="*/ 0 w 238353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8353" h="68072">
                    <a:moveTo>
                      <a:pt x="0" y="0"/>
                    </a:moveTo>
                    <a:lnTo>
                      <a:pt x="238354" y="0"/>
                    </a:lnTo>
                    <a:lnTo>
                      <a:pt x="238354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36873C82-BD6A-D32F-696E-ACC4AE45CEAA}"/>
                  </a:ext>
                </a:extLst>
              </p:cNvPr>
              <p:cNvSpPr/>
              <p:nvPr/>
            </p:nvSpPr>
            <p:spPr>
              <a:xfrm>
                <a:off x="7543823" y="2333070"/>
                <a:ext cx="213766" cy="68072"/>
              </a:xfrm>
              <a:custGeom>
                <a:avLst/>
                <a:gdLst>
                  <a:gd name="connsiteX0" fmla="*/ 0 w 213766"/>
                  <a:gd name="connsiteY0" fmla="*/ 0 h 68072"/>
                  <a:gd name="connsiteX1" fmla="*/ 213767 w 213766"/>
                  <a:gd name="connsiteY1" fmla="*/ 0 h 68072"/>
                  <a:gd name="connsiteX2" fmla="*/ 213767 w 213766"/>
                  <a:gd name="connsiteY2" fmla="*/ 68072 h 68072"/>
                  <a:gd name="connsiteX3" fmla="*/ 0 w 213766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766" h="68072">
                    <a:moveTo>
                      <a:pt x="0" y="0"/>
                    </a:moveTo>
                    <a:lnTo>
                      <a:pt x="213767" y="0"/>
                    </a:lnTo>
                    <a:lnTo>
                      <a:pt x="213767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44B6FFA3-3775-4571-8EB8-CE23FC7D390A}"/>
                  </a:ext>
                </a:extLst>
              </p:cNvPr>
              <p:cNvSpPr/>
              <p:nvPr/>
            </p:nvSpPr>
            <p:spPr>
              <a:xfrm>
                <a:off x="7842730" y="2333070"/>
                <a:ext cx="33324" cy="68072"/>
              </a:xfrm>
              <a:custGeom>
                <a:avLst/>
                <a:gdLst>
                  <a:gd name="connsiteX0" fmla="*/ 0 w 33324"/>
                  <a:gd name="connsiteY0" fmla="*/ 0 h 68072"/>
                  <a:gd name="connsiteX1" fmla="*/ 33325 w 33324"/>
                  <a:gd name="connsiteY1" fmla="*/ 0 h 68072"/>
                  <a:gd name="connsiteX2" fmla="*/ 33325 w 33324"/>
                  <a:gd name="connsiteY2" fmla="*/ 68072 h 68072"/>
                  <a:gd name="connsiteX3" fmla="*/ 0 w 33324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24" h="68072">
                    <a:moveTo>
                      <a:pt x="0" y="0"/>
                    </a:moveTo>
                    <a:lnTo>
                      <a:pt x="33325" y="0"/>
                    </a:lnTo>
                    <a:lnTo>
                      <a:pt x="33325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BD55CBD7-8615-EC2F-6353-DFE02DD8EE8E}"/>
                  </a:ext>
                </a:extLst>
              </p:cNvPr>
              <p:cNvSpPr/>
              <p:nvPr/>
            </p:nvSpPr>
            <p:spPr>
              <a:xfrm>
                <a:off x="8105061" y="2224358"/>
                <a:ext cx="36169" cy="68072"/>
              </a:xfrm>
              <a:custGeom>
                <a:avLst/>
                <a:gdLst>
                  <a:gd name="connsiteX0" fmla="*/ 0 w 36169"/>
                  <a:gd name="connsiteY0" fmla="*/ 0 h 68072"/>
                  <a:gd name="connsiteX1" fmla="*/ 36170 w 36169"/>
                  <a:gd name="connsiteY1" fmla="*/ 0 h 68072"/>
                  <a:gd name="connsiteX2" fmla="*/ 36170 w 36169"/>
                  <a:gd name="connsiteY2" fmla="*/ 68072 h 68072"/>
                  <a:gd name="connsiteX3" fmla="*/ 0 w 36169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69" h="68072">
                    <a:moveTo>
                      <a:pt x="0" y="0"/>
                    </a:moveTo>
                    <a:lnTo>
                      <a:pt x="36170" y="0"/>
                    </a:lnTo>
                    <a:lnTo>
                      <a:pt x="36170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B392FEF3-BD42-85C4-B9A1-62D422A13391}"/>
                  </a:ext>
                </a:extLst>
              </p:cNvPr>
              <p:cNvSpPr/>
              <p:nvPr/>
            </p:nvSpPr>
            <p:spPr>
              <a:xfrm>
                <a:off x="8289770" y="2224358"/>
                <a:ext cx="36169" cy="68072"/>
              </a:xfrm>
              <a:custGeom>
                <a:avLst/>
                <a:gdLst>
                  <a:gd name="connsiteX0" fmla="*/ 0 w 36169"/>
                  <a:gd name="connsiteY0" fmla="*/ 0 h 68072"/>
                  <a:gd name="connsiteX1" fmla="*/ 36170 w 36169"/>
                  <a:gd name="connsiteY1" fmla="*/ 0 h 68072"/>
                  <a:gd name="connsiteX2" fmla="*/ 36170 w 36169"/>
                  <a:gd name="connsiteY2" fmla="*/ 68072 h 68072"/>
                  <a:gd name="connsiteX3" fmla="*/ 0 w 36169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69" h="68072">
                    <a:moveTo>
                      <a:pt x="0" y="0"/>
                    </a:moveTo>
                    <a:lnTo>
                      <a:pt x="36170" y="0"/>
                    </a:lnTo>
                    <a:lnTo>
                      <a:pt x="36170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94D9A58-43F8-9C4A-022B-BD3A5625EED4}"/>
                  </a:ext>
                </a:extLst>
              </p:cNvPr>
              <p:cNvSpPr/>
              <p:nvPr/>
            </p:nvSpPr>
            <p:spPr>
              <a:xfrm>
                <a:off x="8517964" y="2221920"/>
                <a:ext cx="126593" cy="68072"/>
              </a:xfrm>
              <a:custGeom>
                <a:avLst/>
                <a:gdLst>
                  <a:gd name="connsiteX0" fmla="*/ 0 w 126593"/>
                  <a:gd name="connsiteY0" fmla="*/ 0 h 68072"/>
                  <a:gd name="connsiteX1" fmla="*/ 126594 w 126593"/>
                  <a:gd name="connsiteY1" fmla="*/ 0 h 68072"/>
                  <a:gd name="connsiteX2" fmla="*/ 126594 w 126593"/>
                  <a:gd name="connsiteY2" fmla="*/ 68072 h 68072"/>
                  <a:gd name="connsiteX3" fmla="*/ 0 w 126593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593" h="68072">
                    <a:moveTo>
                      <a:pt x="0" y="0"/>
                    </a:moveTo>
                    <a:lnTo>
                      <a:pt x="126594" y="0"/>
                    </a:lnTo>
                    <a:lnTo>
                      <a:pt x="126594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A35E69E0-F022-C210-9465-AF454DE9956E}"/>
                  </a:ext>
                </a:extLst>
              </p:cNvPr>
              <p:cNvSpPr/>
              <p:nvPr/>
            </p:nvSpPr>
            <p:spPr>
              <a:xfrm>
                <a:off x="8189999" y="2224358"/>
                <a:ext cx="58521" cy="68072"/>
              </a:xfrm>
              <a:custGeom>
                <a:avLst/>
                <a:gdLst>
                  <a:gd name="connsiteX0" fmla="*/ 0 w 58521"/>
                  <a:gd name="connsiteY0" fmla="*/ 0 h 68072"/>
                  <a:gd name="connsiteX1" fmla="*/ 58522 w 58521"/>
                  <a:gd name="connsiteY1" fmla="*/ 0 h 68072"/>
                  <a:gd name="connsiteX2" fmla="*/ 58522 w 58521"/>
                  <a:gd name="connsiteY2" fmla="*/ 68072 h 68072"/>
                  <a:gd name="connsiteX3" fmla="*/ 0 w 58521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21" h="68072">
                    <a:moveTo>
                      <a:pt x="0" y="0"/>
                    </a:moveTo>
                    <a:lnTo>
                      <a:pt x="58522" y="0"/>
                    </a:lnTo>
                    <a:lnTo>
                      <a:pt x="58522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49982D41-0EC3-1FC9-D6F9-C2558D1C0D1A}"/>
                  </a:ext>
                </a:extLst>
              </p:cNvPr>
              <p:cNvSpPr/>
              <p:nvPr/>
            </p:nvSpPr>
            <p:spPr>
              <a:xfrm>
                <a:off x="8372676" y="2224358"/>
                <a:ext cx="58521" cy="68072"/>
              </a:xfrm>
              <a:custGeom>
                <a:avLst/>
                <a:gdLst>
                  <a:gd name="connsiteX0" fmla="*/ 0 w 58521"/>
                  <a:gd name="connsiteY0" fmla="*/ 0 h 68072"/>
                  <a:gd name="connsiteX1" fmla="*/ 58522 w 58521"/>
                  <a:gd name="connsiteY1" fmla="*/ 0 h 68072"/>
                  <a:gd name="connsiteX2" fmla="*/ 58522 w 58521"/>
                  <a:gd name="connsiteY2" fmla="*/ 68072 h 68072"/>
                  <a:gd name="connsiteX3" fmla="*/ 0 w 58521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21" h="68072">
                    <a:moveTo>
                      <a:pt x="0" y="0"/>
                    </a:moveTo>
                    <a:lnTo>
                      <a:pt x="58522" y="0"/>
                    </a:lnTo>
                    <a:lnTo>
                      <a:pt x="58522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9CBCCCCD-9C0B-F7C2-E827-D26D74D2E130}"/>
                  </a:ext>
                </a:extLst>
              </p:cNvPr>
              <p:cNvSpPr/>
              <p:nvPr/>
            </p:nvSpPr>
            <p:spPr>
              <a:xfrm>
                <a:off x="8209506" y="2484657"/>
                <a:ext cx="36169" cy="68072"/>
              </a:xfrm>
              <a:custGeom>
                <a:avLst/>
                <a:gdLst>
                  <a:gd name="connsiteX0" fmla="*/ 0 w 36169"/>
                  <a:gd name="connsiteY0" fmla="*/ 0 h 68072"/>
                  <a:gd name="connsiteX1" fmla="*/ 36170 w 36169"/>
                  <a:gd name="connsiteY1" fmla="*/ 0 h 68072"/>
                  <a:gd name="connsiteX2" fmla="*/ 36170 w 36169"/>
                  <a:gd name="connsiteY2" fmla="*/ 68072 h 68072"/>
                  <a:gd name="connsiteX3" fmla="*/ 0 w 36169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69" h="68072">
                    <a:moveTo>
                      <a:pt x="0" y="0"/>
                    </a:moveTo>
                    <a:lnTo>
                      <a:pt x="36170" y="0"/>
                    </a:lnTo>
                    <a:lnTo>
                      <a:pt x="36170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777174E4-7629-B53D-6075-F88E82569763}"/>
                  </a:ext>
                </a:extLst>
              </p:cNvPr>
              <p:cNvSpPr/>
              <p:nvPr/>
            </p:nvSpPr>
            <p:spPr>
              <a:xfrm>
                <a:off x="8394418" y="2484657"/>
                <a:ext cx="36169" cy="68072"/>
              </a:xfrm>
              <a:custGeom>
                <a:avLst/>
                <a:gdLst>
                  <a:gd name="connsiteX0" fmla="*/ 0 w 36169"/>
                  <a:gd name="connsiteY0" fmla="*/ 0 h 68072"/>
                  <a:gd name="connsiteX1" fmla="*/ 36170 w 36169"/>
                  <a:gd name="connsiteY1" fmla="*/ 0 h 68072"/>
                  <a:gd name="connsiteX2" fmla="*/ 36170 w 36169"/>
                  <a:gd name="connsiteY2" fmla="*/ 68072 h 68072"/>
                  <a:gd name="connsiteX3" fmla="*/ 0 w 36169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69" h="68072">
                    <a:moveTo>
                      <a:pt x="0" y="0"/>
                    </a:moveTo>
                    <a:lnTo>
                      <a:pt x="36170" y="0"/>
                    </a:lnTo>
                    <a:lnTo>
                      <a:pt x="36170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B6D86B2B-D978-7B0F-6662-6F551C859B28}"/>
                  </a:ext>
                </a:extLst>
              </p:cNvPr>
              <p:cNvSpPr/>
              <p:nvPr/>
            </p:nvSpPr>
            <p:spPr>
              <a:xfrm>
                <a:off x="8294444" y="2484657"/>
                <a:ext cx="58521" cy="68072"/>
              </a:xfrm>
              <a:custGeom>
                <a:avLst/>
                <a:gdLst>
                  <a:gd name="connsiteX0" fmla="*/ 0 w 58521"/>
                  <a:gd name="connsiteY0" fmla="*/ 0 h 68072"/>
                  <a:gd name="connsiteX1" fmla="*/ 58522 w 58521"/>
                  <a:gd name="connsiteY1" fmla="*/ 0 h 68072"/>
                  <a:gd name="connsiteX2" fmla="*/ 58522 w 58521"/>
                  <a:gd name="connsiteY2" fmla="*/ 68072 h 68072"/>
                  <a:gd name="connsiteX3" fmla="*/ 0 w 58521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21" h="68072">
                    <a:moveTo>
                      <a:pt x="0" y="0"/>
                    </a:moveTo>
                    <a:lnTo>
                      <a:pt x="58522" y="0"/>
                    </a:lnTo>
                    <a:lnTo>
                      <a:pt x="58522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5E8E267F-B541-4904-5288-2A6E3E5D04DD}"/>
                  </a:ext>
                </a:extLst>
              </p:cNvPr>
              <p:cNvSpPr/>
              <p:nvPr/>
            </p:nvSpPr>
            <p:spPr>
              <a:xfrm>
                <a:off x="8477120" y="2484657"/>
                <a:ext cx="58521" cy="68072"/>
              </a:xfrm>
              <a:custGeom>
                <a:avLst/>
                <a:gdLst>
                  <a:gd name="connsiteX0" fmla="*/ 0 w 58521"/>
                  <a:gd name="connsiteY0" fmla="*/ 0 h 68072"/>
                  <a:gd name="connsiteX1" fmla="*/ 58522 w 58521"/>
                  <a:gd name="connsiteY1" fmla="*/ 0 h 68072"/>
                  <a:gd name="connsiteX2" fmla="*/ 58522 w 58521"/>
                  <a:gd name="connsiteY2" fmla="*/ 68072 h 68072"/>
                  <a:gd name="connsiteX3" fmla="*/ 0 w 58521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21" h="68072">
                    <a:moveTo>
                      <a:pt x="0" y="0"/>
                    </a:moveTo>
                    <a:lnTo>
                      <a:pt x="58522" y="0"/>
                    </a:lnTo>
                    <a:lnTo>
                      <a:pt x="58522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4684EBFF-7E49-ADA7-8AD6-121157FF0AC2}"/>
                  </a:ext>
                </a:extLst>
              </p:cNvPr>
              <p:cNvSpPr/>
              <p:nvPr/>
            </p:nvSpPr>
            <p:spPr>
              <a:xfrm>
                <a:off x="7014080" y="2224358"/>
                <a:ext cx="175768" cy="68072"/>
              </a:xfrm>
              <a:custGeom>
                <a:avLst/>
                <a:gdLst>
                  <a:gd name="connsiteX0" fmla="*/ 0 w 175768"/>
                  <a:gd name="connsiteY0" fmla="*/ 0 h 68072"/>
                  <a:gd name="connsiteX1" fmla="*/ 175768 w 175768"/>
                  <a:gd name="connsiteY1" fmla="*/ 0 h 68072"/>
                  <a:gd name="connsiteX2" fmla="*/ 175768 w 175768"/>
                  <a:gd name="connsiteY2" fmla="*/ 68072 h 68072"/>
                  <a:gd name="connsiteX3" fmla="*/ 0 w 175768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768" h="68072">
                    <a:moveTo>
                      <a:pt x="0" y="0"/>
                    </a:moveTo>
                    <a:lnTo>
                      <a:pt x="175768" y="0"/>
                    </a:lnTo>
                    <a:lnTo>
                      <a:pt x="175768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grpFill/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0E1874BC-CF3C-78DA-548F-BB229ACB061A}"/>
                  </a:ext>
                </a:extLst>
              </p:cNvPr>
              <p:cNvSpPr/>
              <p:nvPr/>
            </p:nvSpPr>
            <p:spPr>
              <a:xfrm>
                <a:off x="7213826" y="2224358"/>
                <a:ext cx="290779" cy="68072"/>
              </a:xfrm>
              <a:custGeom>
                <a:avLst/>
                <a:gdLst>
                  <a:gd name="connsiteX0" fmla="*/ 0 w 290779"/>
                  <a:gd name="connsiteY0" fmla="*/ 0 h 68072"/>
                  <a:gd name="connsiteX1" fmla="*/ 290779 w 290779"/>
                  <a:gd name="connsiteY1" fmla="*/ 0 h 68072"/>
                  <a:gd name="connsiteX2" fmla="*/ 290779 w 290779"/>
                  <a:gd name="connsiteY2" fmla="*/ 68072 h 68072"/>
                  <a:gd name="connsiteX3" fmla="*/ 0 w 290779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0779" h="68072">
                    <a:moveTo>
                      <a:pt x="0" y="0"/>
                    </a:moveTo>
                    <a:lnTo>
                      <a:pt x="290779" y="0"/>
                    </a:lnTo>
                    <a:lnTo>
                      <a:pt x="290779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solidFill>
                <a:srgbClr val="2F69D0"/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A71AE690-6423-3A98-76A8-DDD3656EC328}"/>
                  </a:ext>
                </a:extLst>
              </p:cNvPr>
              <p:cNvSpPr/>
              <p:nvPr/>
            </p:nvSpPr>
            <p:spPr>
              <a:xfrm>
                <a:off x="7040700" y="2224358"/>
                <a:ext cx="290779" cy="68072"/>
              </a:xfrm>
              <a:custGeom>
                <a:avLst/>
                <a:gdLst>
                  <a:gd name="connsiteX0" fmla="*/ 0 w 290779"/>
                  <a:gd name="connsiteY0" fmla="*/ 0 h 68072"/>
                  <a:gd name="connsiteX1" fmla="*/ 290779 w 290779"/>
                  <a:gd name="connsiteY1" fmla="*/ 0 h 68072"/>
                  <a:gd name="connsiteX2" fmla="*/ 290779 w 290779"/>
                  <a:gd name="connsiteY2" fmla="*/ 68072 h 68072"/>
                  <a:gd name="connsiteX3" fmla="*/ 0 w 290779"/>
                  <a:gd name="connsiteY3" fmla="*/ 68072 h 68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0779" h="68072">
                    <a:moveTo>
                      <a:pt x="0" y="0"/>
                    </a:moveTo>
                    <a:lnTo>
                      <a:pt x="290779" y="0"/>
                    </a:lnTo>
                    <a:lnTo>
                      <a:pt x="290779" y="68072"/>
                    </a:lnTo>
                    <a:lnTo>
                      <a:pt x="0" y="68072"/>
                    </a:lnTo>
                    <a:close/>
                  </a:path>
                </a:pathLst>
              </a:custGeom>
              <a:solidFill>
                <a:schemeClr val="bg1">
                  <a:alpha val="68000"/>
                </a:schemeClr>
              </a:solidFill>
              <a:ln w="20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48278AAB-EF0F-EF95-8146-399DE2E57EB5}"/>
                </a:ext>
              </a:extLst>
            </p:cNvPr>
            <p:cNvSpPr/>
            <p:nvPr/>
          </p:nvSpPr>
          <p:spPr>
            <a:xfrm>
              <a:off x="13198114" y="2932372"/>
              <a:ext cx="784925" cy="103720"/>
            </a:xfrm>
            <a:custGeom>
              <a:avLst/>
              <a:gdLst>
                <a:gd name="connsiteX0" fmla="*/ 1919834 w 2397353"/>
                <a:gd name="connsiteY0" fmla="*/ 316789 h 316788"/>
                <a:gd name="connsiteX1" fmla="*/ 1665224 w 2397353"/>
                <a:gd name="connsiteY1" fmla="*/ 276961 h 316788"/>
                <a:gd name="connsiteX2" fmla="*/ 1403909 w 2397353"/>
                <a:gd name="connsiteY2" fmla="*/ 129845 h 316788"/>
                <a:gd name="connsiteX3" fmla="*/ 1198677 w 2397353"/>
                <a:gd name="connsiteY3" fmla="*/ 48158 h 316788"/>
                <a:gd name="connsiteX4" fmla="*/ 993445 w 2397353"/>
                <a:gd name="connsiteY4" fmla="*/ 129845 h 316788"/>
                <a:gd name="connsiteX5" fmla="*/ 732130 w 2397353"/>
                <a:gd name="connsiteY5" fmla="*/ 276961 h 316788"/>
                <a:gd name="connsiteX6" fmla="*/ 0 w 2397353"/>
                <a:gd name="connsiteY6" fmla="*/ 236525 h 316788"/>
                <a:gd name="connsiteX7" fmla="*/ 15240 w 2397353"/>
                <a:gd name="connsiteY7" fmla="*/ 191008 h 316788"/>
                <a:gd name="connsiteX8" fmla="*/ 715264 w 2397353"/>
                <a:gd name="connsiteY8" fmla="*/ 231851 h 316788"/>
                <a:gd name="connsiteX9" fmla="*/ 964387 w 2397353"/>
                <a:gd name="connsiteY9" fmla="*/ 91440 h 316788"/>
                <a:gd name="connsiteX10" fmla="*/ 1198677 w 2397353"/>
                <a:gd name="connsiteY10" fmla="*/ 0 h 316788"/>
                <a:gd name="connsiteX11" fmla="*/ 1432966 w 2397353"/>
                <a:gd name="connsiteY11" fmla="*/ 91440 h 316788"/>
                <a:gd name="connsiteX12" fmla="*/ 1682090 w 2397353"/>
                <a:gd name="connsiteY12" fmla="*/ 231851 h 316788"/>
                <a:gd name="connsiteX13" fmla="*/ 2382114 w 2397353"/>
                <a:gd name="connsiteY13" fmla="*/ 191008 h 316788"/>
                <a:gd name="connsiteX14" fmla="*/ 2397354 w 2397353"/>
                <a:gd name="connsiteY14" fmla="*/ 236525 h 316788"/>
                <a:gd name="connsiteX15" fmla="*/ 1919834 w 2397353"/>
                <a:gd name="connsiteY15" fmla="*/ 316789 h 31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97353" h="316788">
                  <a:moveTo>
                    <a:pt x="1919834" y="316789"/>
                  </a:moveTo>
                  <a:cubicBezTo>
                    <a:pt x="1831848" y="316789"/>
                    <a:pt x="1743253" y="306222"/>
                    <a:pt x="1665224" y="276961"/>
                  </a:cubicBezTo>
                  <a:cubicBezTo>
                    <a:pt x="1532331" y="227381"/>
                    <a:pt x="1461211" y="173329"/>
                    <a:pt x="1403909" y="129845"/>
                  </a:cubicBezTo>
                  <a:cubicBezTo>
                    <a:pt x="1339088" y="80670"/>
                    <a:pt x="1296416" y="48158"/>
                    <a:pt x="1198677" y="48158"/>
                  </a:cubicBezTo>
                  <a:cubicBezTo>
                    <a:pt x="1100938" y="48158"/>
                    <a:pt x="1058062" y="80670"/>
                    <a:pt x="993445" y="129845"/>
                  </a:cubicBezTo>
                  <a:cubicBezTo>
                    <a:pt x="936142" y="173329"/>
                    <a:pt x="865022" y="227381"/>
                    <a:pt x="732130" y="276961"/>
                  </a:cubicBezTo>
                  <a:cubicBezTo>
                    <a:pt x="446227" y="383641"/>
                    <a:pt x="18085" y="242621"/>
                    <a:pt x="0" y="236525"/>
                  </a:cubicBezTo>
                  <a:lnTo>
                    <a:pt x="15240" y="191008"/>
                  </a:lnTo>
                  <a:cubicBezTo>
                    <a:pt x="19507" y="192430"/>
                    <a:pt x="445414" y="332638"/>
                    <a:pt x="715264" y="231851"/>
                  </a:cubicBezTo>
                  <a:cubicBezTo>
                    <a:pt x="841451" y="184709"/>
                    <a:pt x="909523" y="133096"/>
                    <a:pt x="964387" y="91440"/>
                  </a:cubicBezTo>
                  <a:cubicBezTo>
                    <a:pt x="1031646" y="40437"/>
                    <a:pt x="1084885" y="0"/>
                    <a:pt x="1198677" y="0"/>
                  </a:cubicBezTo>
                  <a:cubicBezTo>
                    <a:pt x="1312469" y="0"/>
                    <a:pt x="1365707" y="40437"/>
                    <a:pt x="1432966" y="91440"/>
                  </a:cubicBezTo>
                  <a:cubicBezTo>
                    <a:pt x="1487627" y="132893"/>
                    <a:pt x="1555902" y="184709"/>
                    <a:pt x="1682090" y="231851"/>
                  </a:cubicBezTo>
                  <a:cubicBezTo>
                    <a:pt x="1952142" y="332638"/>
                    <a:pt x="2377846" y="192430"/>
                    <a:pt x="2382114" y="191008"/>
                  </a:cubicBezTo>
                  <a:lnTo>
                    <a:pt x="2397354" y="236525"/>
                  </a:lnTo>
                  <a:cubicBezTo>
                    <a:pt x="2384146" y="240995"/>
                    <a:pt x="2154123" y="316789"/>
                    <a:pt x="1919834" y="316789"/>
                  </a:cubicBezTo>
                  <a:close/>
                </a:path>
              </a:pathLst>
            </a:custGeom>
            <a:solidFill>
              <a:srgbClr val="2F69D0"/>
            </a:solidFill>
            <a:ln w="2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9C734477-F578-BDCC-8F88-FB96039EB068}"/>
                </a:ext>
              </a:extLst>
            </p:cNvPr>
            <p:cNvSpPr/>
            <p:nvPr/>
          </p:nvSpPr>
          <p:spPr>
            <a:xfrm>
              <a:off x="13216543" y="2614690"/>
              <a:ext cx="781199" cy="33731"/>
            </a:xfrm>
            <a:custGeom>
              <a:avLst/>
              <a:gdLst>
                <a:gd name="connsiteX0" fmla="*/ 2382114 w 2385974"/>
                <a:gd name="connsiteY0" fmla="*/ 103022 h 103022"/>
                <a:gd name="connsiteX1" fmla="*/ 1192987 w 2385974"/>
                <a:gd name="connsiteY1" fmla="*/ 48158 h 103022"/>
                <a:gd name="connsiteX2" fmla="*/ 3861 w 2385974"/>
                <a:gd name="connsiteY2" fmla="*/ 103022 h 103022"/>
                <a:gd name="connsiteX3" fmla="*/ 0 w 2385974"/>
                <a:gd name="connsiteY3" fmla="*/ 55067 h 103022"/>
                <a:gd name="connsiteX4" fmla="*/ 1192987 w 2385974"/>
                <a:gd name="connsiteY4" fmla="*/ 0 h 103022"/>
                <a:gd name="connsiteX5" fmla="*/ 2385974 w 2385974"/>
                <a:gd name="connsiteY5" fmla="*/ 55067 h 103022"/>
                <a:gd name="connsiteX6" fmla="*/ 2382114 w 2385974"/>
                <a:gd name="connsiteY6" fmla="*/ 103022 h 10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5974" h="103022">
                  <a:moveTo>
                    <a:pt x="2382114" y="103022"/>
                  </a:moveTo>
                  <a:cubicBezTo>
                    <a:pt x="2375205" y="102413"/>
                    <a:pt x="1693062" y="48158"/>
                    <a:pt x="1192987" y="48158"/>
                  </a:cubicBezTo>
                  <a:cubicBezTo>
                    <a:pt x="692912" y="48158"/>
                    <a:pt x="10770" y="102616"/>
                    <a:pt x="3861" y="103022"/>
                  </a:cubicBezTo>
                  <a:lnTo>
                    <a:pt x="0" y="55067"/>
                  </a:lnTo>
                  <a:cubicBezTo>
                    <a:pt x="6909" y="54458"/>
                    <a:pt x="690880" y="0"/>
                    <a:pt x="1192987" y="0"/>
                  </a:cubicBezTo>
                  <a:cubicBezTo>
                    <a:pt x="1695094" y="0"/>
                    <a:pt x="2379066" y="54661"/>
                    <a:pt x="2385974" y="55067"/>
                  </a:cubicBezTo>
                  <a:lnTo>
                    <a:pt x="2382114" y="103022"/>
                  </a:lnTo>
                  <a:close/>
                </a:path>
              </a:pathLst>
            </a:custGeom>
            <a:solidFill>
              <a:srgbClr val="0090D7"/>
            </a:solidFill>
            <a:ln w="2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C5EB9911-44EB-D150-0F13-155C889CE589}"/>
                </a:ext>
              </a:extLst>
            </p:cNvPr>
            <p:cNvSpPr/>
            <p:nvPr/>
          </p:nvSpPr>
          <p:spPr>
            <a:xfrm>
              <a:off x="13008636" y="2614823"/>
              <a:ext cx="87620" cy="260998"/>
            </a:xfrm>
            <a:custGeom>
              <a:avLst/>
              <a:gdLst>
                <a:gd name="connsiteX0" fmla="*/ 0 w 267614"/>
                <a:gd name="connsiteY0" fmla="*/ 422453 h 797153"/>
                <a:gd name="connsiteX1" fmla="*/ 66040 w 267614"/>
                <a:gd name="connsiteY1" fmla="*/ 797154 h 797153"/>
                <a:gd name="connsiteX2" fmla="*/ 267614 w 267614"/>
                <a:gd name="connsiteY2" fmla="*/ 787603 h 797153"/>
                <a:gd name="connsiteX3" fmla="*/ 256235 w 267614"/>
                <a:gd name="connsiteY3" fmla="*/ 336906 h 797153"/>
                <a:gd name="connsiteX4" fmla="*/ 229819 w 267614"/>
                <a:gd name="connsiteY4" fmla="*/ 0 h 797153"/>
                <a:gd name="connsiteX5" fmla="*/ 23165 w 267614"/>
                <a:gd name="connsiteY5" fmla="*/ 90627 h 79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614" h="797153">
                  <a:moveTo>
                    <a:pt x="0" y="422453"/>
                  </a:moveTo>
                  <a:lnTo>
                    <a:pt x="66040" y="797154"/>
                  </a:lnTo>
                  <a:lnTo>
                    <a:pt x="267614" y="787603"/>
                  </a:lnTo>
                  <a:lnTo>
                    <a:pt x="256235" y="336906"/>
                  </a:lnTo>
                  <a:lnTo>
                    <a:pt x="229819" y="0"/>
                  </a:lnTo>
                  <a:lnTo>
                    <a:pt x="23165" y="90627"/>
                  </a:lnTo>
                  <a:close/>
                </a:path>
              </a:pathLst>
            </a:custGeom>
            <a:gradFill flip="none" rotWithShape="1">
              <a:gsLst>
                <a:gs pos="67000">
                  <a:srgbClr val="65A0F7">
                    <a:alpha val="56000"/>
                  </a:srgbClr>
                </a:gs>
                <a:gs pos="0">
                  <a:srgbClr val="65A0F7"/>
                </a:gs>
                <a:gs pos="100000">
                  <a:srgbClr val="A4AFC4">
                    <a:alpha val="0"/>
                  </a:srgbClr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DAAFE0AE-494B-411E-A4DF-4BD1BCCC0207}"/>
                </a:ext>
              </a:extLst>
            </p:cNvPr>
            <p:cNvSpPr/>
            <p:nvPr/>
          </p:nvSpPr>
          <p:spPr>
            <a:xfrm>
              <a:off x="12999654" y="2546696"/>
              <a:ext cx="1181712" cy="338107"/>
            </a:xfrm>
            <a:custGeom>
              <a:avLst/>
              <a:gdLst>
                <a:gd name="connsiteX0" fmla="*/ 3515564 w 3609238"/>
                <a:gd name="connsiteY0" fmla="*/ 1032662 h 1032662"/>
                <a:gd name="connsiteX1" fmla="*/ 3357068 w 3609238"/>
                <a:gd name="connsiteY1" fmla="*/ 1032662 h 1032662"/>
                <a:gd name="connsiteX2" fmla="*/ 3357068 w 3609238"/>
                <a:gd name="connsiteY2" fmla="*/ 977595 h 1032662"/>
                <a:gd name="connsiteX3" fmla="*/ 3492805 w 3609238"/>
                <a:gd name="connsiteY3" fmla="*/ 977595 h 1032662"/>
                <a:gd name="connsiteX4" fmla="*/ 3553765 w 3609238"/>
                <a:gd name="connsiteY4" fmla="*/ 653491 h 1032662"/>
                <a:gd name="connsiteX5" fmla="*/ 3532226 w 3609238"/>
                <a:gd name="connsiteY5" fmla="*/ 301752 h 1032662"/>
                <a:gd name="connsiteX6" fmla="*/ 3067304 w 3609238"/>
                <a:gd name="connsiteY6" fmla="*/ 137363 h 1032662"/>
                <a:gd name="connsiteX7" fmla="*/ 2191106 w 3609238"/>
                <a:gd name="connsiteY7" fmla="*/ 55270 h 1032662"/>
                <a:gd name="connsiteX8" fmla="*/ 1417930 w 3609238"/>
                <a:gd name="connsiteY8" fmla="*/ 55270 h 1032662"/>
                <a:gd name="connsiteX9" fmla="*/ 541731 w 3609238"/>
                <a:gd name="connsiteY9" fmla="*/ 137363 h 1032662"/>
                <a:gd name="connsiteX10" fmla="*/ 77013 w 3609238"/>
                <a:gd name="connsiteY10" fmla="*/ 301752 h 1032662"/>
                <a:gd name="connsiteX11" fmla="*/ 55270 w 3609238"/>
                <a:gd name="connsiteY11" fmla="*/ 653491 h 1032662"/>
                <a:gd name="connsiteX12" fmla="*/ 116434 w 3609238"/>
                <a:gd name="connsiteY12" fmla="*/ 977595 h 1032662"/>
                <a:gd name="connsiteX13" fmla="*/ 257251 w 3609238"/>
                <a:gd name="connsiteY13" fmla="*/ 977595 h 1032662"/>
                <a:gd name="connsiteX14" fmla="*/ 257658 w 3609238"/>
                <a:gd name="connsiteY14" fmla="*/ 1006856 h 1032662"/>
                <a:gd name="connsiteX15" fmla="*/ 266395 w 3609238"/>
                <a:gd name="connsiteY15" fmla="*/ 1032662 h 1032662"/>
                <a:gd name="connsiteX16" fmla="*/ 93472 w 3609238"/>
                <a:gd name="connsiteY16" fmla="*/ 1032662 h 1032662"/>
                <a:gd name="connsiteX17" fmla="*/ 66446 w 3609238"/>
                <a:gd name="connsiteY17" fmla="*/ 1010310 h 1032662"/>
                <a:gd name="connsiteX18" fmla="*/ 0 w 3609238"/>
                <a:gd name="connsiteY18" fmla="*/ 653491 h 1032662"/>
                <a:gd name="connsiteX19" fmla="*/ 22962 w 3609238"/>
                <a:gd name="connsiteY19" fmla="*/ 280010 h 1032662"/>
                <a:gd name="connsiteX20" fmla="*/ 41453 w 3609238"/>
                <a:gd name="connsiteY20" fmla="*/ 255829 h 1032662"/>
                <a:gd name="connsiteX21" fmla="*/ 526491 w 3609238"/>
                <a:gd name="connsiteY21" fmla="*/ 84125 h 1032662"/>
                <a:gd name="connsiteX22" fmla="*/ 533197 w 3609238"/>
                <a:gd name="connsiteY22" fmla="*/ 82702 h 1032662"/>
                <a:gd name="connsiteX23" fmla="*/ 1416710 w 3609238"/>
                <a:gd name="connsiteY23" fmla="*/ 0 h 1032662"/>
                <a:gd name="connsiteX24" fmla="*/ 2194966 w 3609238"/>
                <a:gd name="connsiteY24" fmla="*/ 203 h 1032662"/>
                <a:gd name="connsiteX25" fmla="*/ 3075838 w 3609238"/>
                <a:gd name="connsiteY25" fmla="*/ 82702 h 1032662"/>
                <a:gd name="connsiteX26" fmla="*/ 3082544 w 3609238"/>
                <a:gd name="connsiteY26" fmla="*/ 84125 h 1032662"/>
                <a:gd name="connsiteX27" fmla="*/ 3567786 w 3609238"/>
                <a:gd name="connsiteY27" fmla="*/ 255829 h 1032662"/>
                <a:gd name="connsiteX28" fmla="*/ 3586074 w 3609238"/>
                <a:gd name="connsiteY28" fmla="*/ 280010 h 1032662"/>
                <a:gd name="connsiteX29" fmla="*/ 3609238 w 3609238"/>
                <a:gd name="connsiteY29" fmla="*/ 653491 h 1032662"/>
                <a:gd name="connsiteX30" fmla="*/ 3608832 w 3609238"/>
                <a:gd name="connsiteY30" fmla="*/ 660400 h 1032662"/>
                <a:gd name="connsiteX31" fmla="*/ 3542792 w 3609238"/>
                <a:gd name="connsiteY31" fmla="*/ 1010310 h 1032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09238" h="1032662">
                  <a:moveTo>
                    <a:pt x="3515564" y="1032662"/>
                  </a:moveTo>
                  <a:lnTo>
                    <a:pt x="3357068" y="1032662"/>
                  </a:lnTo>
                  <a:lnTo>
                    <a:pt x="3357068" y="977595"/>
                  </a:lnTo>
                  <a:lnTo>
                    <a:pt x="3492805" y="977595"/>
                  </a:lnTo>
                  <a:lnTo>
                    <a:pt x="3553765" y="653491"/>
                  </a:lnTo>
                  <a:lnTo>
                    <a:pt x="3532226" y="301752"/>
                  </a:lnTo>
                  <a:lnTo>
                    <a:pt x="3067304" y="137363"/>
                  </a:lnTo>
                  <a:lnTo>
                    <a:pt x="2191106" y="55270"/>
                  </a:lnTo>
                  <a:lnTo>
                    <a:pt x="1417930" y="55270"/>
                  </a:lnTo>
                  <a:lnTo>
                    <a:pt x="541731" y="137363"/>
                  </a:lnTo>
                  <a:lnTo>
                    <a:pt x="77013" y="301752"/>
                  </a:lnTo>
                  <a:lnTo>
                    <a:pt x="55270" y="653491"/>
                  </a:lnTo>
                  <a:lnTo>
                    <a:pt x="116434" y="977595"/>
                  </a:lnTo>
                  <a:lnTo>
                    <a:pt x="257251" y="977595"/>
                  </a:lnTo>
                  <a:lnTo>
                    <a:pt x="257658" y="1006856"/>
                  </a:lnTo>
                  <a:lnTo>
                    <a:pt x="266395" y="1032662"/>
                  </a:lnTo>
                  <a:lnTo>
                    <a:pt x="93472" y="1032662"/>
                  </a:lnTo>
                  <a:lnTo>
                    <a:pt x="66446" y="1010310"/>
                  </a:lnTo>
                  <a:lnTo>
                    <a:pt x="0" y="653491"/>
                  </a:lnTo>
                  <a:lnTo>
                    <a:pt x="22962" y="280010"/>
                  </a:lnTo>
                  <a:lnTo>
                    <a:pt x="41453" y="255829"/>
                  </a:lnTo>
                  <a:lnTo>
                    <a:pt x="526491" y="84125"/>
                  </a:lnTo>
                  <a:lnTo>
                    <a:pt x="533197" y="82702"/>
                  </a:lnTo>
                  <a:lnTo>
                    <a:pt x="1416710" y="0"/>
                  </a:lnTo>
                  <a:lnTo>
                    <a:pt x="2194966" y="203"/>
                  </a:lnTo>
                  <a:lnTo>
                    <a:pt x="3075838" y="82702"/>
                  </a:lnTo>
                  <a:lnTo>
                    <a:pt x="3082544" y="84125"/>
                  </a:lnTo>
                  <a:lnTo>
                    <a:pt x="3567786" y="255829"/>
                  </a:lnTo>
                  <a:lnTo>
                    <a:pt x="3586074" y="280010"/>
                  </a:lnTo>
                  <a:lnTo>
                    <a:pt x="3609238" y="653491"/>
                  </a:lnTo>
                  <a:lnTo>
                    <a:pt x="3608832" y="660400"/>
                  </a:lnTo>
                  <a:lnTo>
                    <a:pt x="3542792" y="1010310"/>
                  </a:lnTo>
                  <a:close/>
                </a:path>
              </a:pathLst>
            </a:custGeom>
            <a:solidFill>
              <a:schemeClr val="bg1"/>
            </a:solidFill>
            <a:ln w="2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B6D3214E-3EB3-8636-4992-98B122DC736D}"/>
                </a:ext>
              </a:extLst>
            </p:cNvPr>
            <p:cNvSpPr/>
            <p:nvPr/>
          </p:nvSpPr>
          <p:spPr>
            <a:xfrm>
              <a:off x="13083549" y="2605775"/>
              <a:ext cx="1014787" cy="459458"/>
            </a:xfrm>
            <a:custGeom>
              <a:avLst/>
              <a:gdLst>
                <a:gd name="connsiteX0" fmla="*/ 1936089 w 3099409"/>
                <a:gd name="connsiteY0" fmla="*/ 1403299 h 1403299"/>
                <a:gd name="connsiteX1" fmla="*/ 1913534 w 3099409"/>
                <a:gd name="connsiteY1" fmla="*/ 1396187 h 1403299"/>
                <a:gd name="connsiteX2" fmla="*/ 1641653 w 3099409"/>
                <a:gd name="connsiteY2" fmla="*/ 1141984 h 1403299"/>
                <a:gd name="connsiteX3" fmla="*/ 1454912 w 3099409"/>
                <a:gd name="connsiteY3" fmla="*/ 1141984 h 1403299"/>
                <a:gd name="connsiteX4" fmla="*/ 1183030 w 3099409"/>
                <a:gd name="connsiteY4" fmla="*/ 1396187 h 1403299"/>
                <a:gd name="connsiteX5" fmla="*/ 1158443 w 3099409"/>
                <a:gd name="connsiteY5" fmla="*/ 1403096 h 1403299"/>
                <a:gd name="connsiteX6" fmla="*/ 163982 w 3099409"/>
                <a:gd name="connsiteY6" fmla="*/ 1192174 h 1403299"/>
                <a:gd name="connsiteX7" fmla="*/ 144272 w 3099409"/>
                <a:gd name="connsiteY7" fmla="*/ 1175715 h 1403299"/>
                <a:gd name="connsiteX8" fmla="*/ 3251 w 3099409"/>
                <a:gd name="connsiteY8" fmla="*/ 835355 h 1403299"/>
                <a:gd name="connsiteX9" fmla="*/ 1219 w 3099409"/>
                <a:gd name="connsiteY9" fmla="*/ 824789 h 1403299"/>
                <a:gd name="connsiteX10" fmla="*/ 0 w 3099409"/>
                <a:gd name="connsiteY10" fmla="*/ 223317 h 1403299"/>
                <a:gd name="connsiteX11" fmla="*/ 16256 w 3099409"/>
                <a:gd name="connsiteY11" fmla="*/ 198120 h 1403299"/>
                <a:gd name="connsiteX12" fmla="*/ 268427 w 3099409"/>
                <a:gd name="connsiteY12" fmla="*/ 84938 h 1403299"/>
                <a:gd name="connsiteX13" fmla="*/ 277165 w 3099409"/>
                <a:gd name="connsiteY13" fmla="*/ 82702 h 1403299"/>
                <a:gd name="connsiteX14" fmla="*/ 1160678 w 3099409"/>
                <a:gd name="connsiteY14" fmla="*/ 0 h 1403299"/>
                <a:gd name="connsiteX15" fmla="*/ 1939137 w 3099409"/>
                <a:gd name="connsiteY15" fmla="*/ 203 h 1403299"/>
                <a:gd name="connsiteX16" fmla="*/ 2820009 w 3099409"/>
                <a:gd name="connsiteY16" fmla="*/ 82702 h 1403299"/>
                <a:gd name="connsiteX17" fmla="*/ 2829153 w 3099409"/>
                <a:gd name="connsiteY17" fmla="*/ 85141 h 1403299"/>
                <a:gd name="connsiteX18" fmla="*/ 3083357 w 3099409"/>
                <a:gd name="connsiteY18" fmla="*/ 203200 h 1403299"/>
                <a:gd name="connsiteX19" fmla="*/ 3099409 w 3099409"/>
                <a:gd name="connsiteY19" fmla="*/ 228397 h 1403299"/>
                <a:gd name="connsiteX20" fmla="*/ 3096158 w 3099409"/>
                <a:gd name="connsiteY20" fmla="*/ 824992 h 1403299"/>
                <a:gd name="connsiteX21" fmla="*/ 3094126 w 3099409"/>
                <a:gd name="connsiteY21" fmla="*/ 835355 h 1403299"/>
                <a:gd name="connsiteX22" fmla="*/ 2953105 w 3099409"/>
                <a:gd name="connsiteY22" fmla="*/ 1175715 h 1403299"/>
                <a:gd name="connsiteX23" fmla="*/ 2938272 w 3099409"/>
                <a:gd name="connsiteY23" fmla="*/ 1190549 h 1403299"/>
                <a:gd name="connsiteX24" fmla="*/ 1936089 w 3099409"/>
                <a:gd name="connsiteY24" fmla="*/ 1403299 h 1403299"/>
                <a:gd name="connsiteX25" fmla="*/ 1444142 w 3099409"/>
                <a:gd name="connsiteY25" fmla="*/ 1086714 h 1403299"/>
                <a:gd name="connsiteX26" fmla="*/ 1652625 w 3099409"/>
                <a:gd name="connsiteY26" fmla="*/ 1086714 h 1403299"/>
                <a:gd name="connsiteX27" fmla="*/ 1671523 w 3099409"/>
                <a:gd name="connsiteY27" fmla="*/ 1094232 h 1403299"/>
                <a:gd name="connsiteX28" fmla="*/ 1941779 w 3099409"/>
                <a:gd name="connsiteY28" fmla="*/ 1346810 h 1403299"/>
                <a:gd name="connsiteX29" fmla="*/ 2905760 w 3099409"/>
                <a:gd name="connsiteY29" fmla="*/ 1144016 h 1403299"/>
                <a:gd name="connsiteX30" fmla="*/ 3040278 w 3099409"/>
                <a:gd name="connsiteY30" fmla="*/ 819099 h 1403299"/>
                <a:gd name="connsiteX31" fmla="*/ 3043529 w 3099409"/>
                <a:gd name="connsiteY31" fmla="*/ 245669 h 1403299"/>
                <a:gd name="connsiteX32" fmla="*/ 2809646 w 3099409"/>
                <a:gd name="connsiteY32" fmla="*/ 137160 h 1403299"/>
                <a:gd name="connsiteX33" fmla="*/ 1934870 w 3099409"/>
                <a:gd name="connsiteY33" fmla="*/ 55270 h 1403299"/>
                <a:gd name="connsiteX34" fmla="*/ 1161694 w 3099409"/>
                <a:gd name="connsiteY34" fmla="*/ 55270 h 1403299"/>
                <a:gd name="connsiteX35" fmla="*/ 286715 w 3099409"/>
                <a:gd name="connsiteY35" fmla="*/ 137160 h 1403299"/>
                <a:gd name="connsiteX36" fmla="*/ 55067 w 3099409"/>
                <a:gd name="connsiteY36" fmla="*/ 241198 h 1403299"/>
                <a:gd name="connsiteX37" fmla="*/ 56286 w 3099409"/>
                <a:gd name="connsiteY37" fmla="*/ 819302 h 1403299"/>
                <a:gd name="connsiteX38" fmla="*/ 189585 w 3099409"/>
                <a:gd name="connsiteY38" fmla="*/ 1141171 h 1403299"/>
                <a:gd name="connsiteX39" fmla="*/ 1155801 w 3099409"/>
                <a:gd name="connsiteY39" fmla="*/ 1345997 h 1403299"/>
                <a:gd name="connsiteX40" fmla="*/ 1425245 w 3099409"/>
                <a:gd name="connsiteY40" fmla="*/ 1094232 h 1403299"/>
                <a:gd name="connsiteX41" fmla="*/ 1444142 w 3099409"/>
                <a:gd name="connsiteY41" fmla="*/ 1086714 h 140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099409" h="1403299">
                  <a:moveTo>
                    <a:pt x="1936089" y="1403299"/>
                  </a:moveTo>
                  <a:lnTo>
                    <a:pt x="1913534" y="1396187"/>
                  </a:lnTo>
                  <a:lnTo>
                    <a:pt x="1641653" y="1141984"/>
                  </a:lnTo>
                  <a:lnTo>
                    <a:pt x="1454912" y="1141984"/>
                  </a:lnTo>
                  <a:lnTo>
                    <a:pt x="1183030" y="1396187"/>
                  </a:lnTo>
                  <a:lnTo>
                    <a:pt x="1158443" y="1403096"/>
                  </a:lnTo>
                  <a:lnTo>
                    <a:pt x="163982" y="1192174"/>
                  </a:lnTo>
                  <a:lnTo>
                    <a:pt x="144272" y="1175715"/>
                  </a:lnTo>
                  <a:lnTo>
                    <a:pt x="3251" y="835355"/>
                  </a:lnTo>
                  <a:lnTo>
                    <a:pt x="1219" y="824789"/>
                  </a:lnTo>
                  <a:lnTo>
                    <a:pt x="0" y="223317"/>
                  </a:lnTo>
                  <a:lnTo>
                    <a:pt x="16256" y="198120"/>
                  </a:lnTo>
                  <a:lnTo>
                    <a:pt x="268427" y="84938"/>
                  </a:lnTo>
                  <a:lnTo>
                    <a:pt x="277165" y="82702"/>
                  </a:lnTo>
                  <a:lnTo>
                    <a:pt x="1160678" y="0"/>
                  </a:lnTo>
                  <a:lnTo>
                    <a:pt x="1939137" y="203"/>
                  </a:lnTo>
                  <a:lnTo>
                    <a:pt x="2820009" y="82702"/>
                  </a:lnTo>
                  <a:lnTo>
                    <a:pt x="2829153" y="85141"/>
                  </a:lnTo>
                  <a:lnTo>
                    <a:pt x="3083357" y="203200"/>
                  </a:lnTo>
                  <a:lnTo>
                    <a:pt x="3099409" y="228397"/>
                  </a:lnTo>
                  <a:lnTo>
                    <a:pt x="3096158" y="824992"/>
                  </a:lnTo>
                  <a:lnTo>
                    <a:pt x="3094126" y="835355"/>
                  </a:lnTo>
                  <a:lnTo>
                    <a:pt x="2953105" y="1175715"/>
                  </a:lnTo>
                  <a:lnTo>
                    <a:pt x="2938272" y="1190549"/>
                  </a:lnTo>
                  <a:lnTo>
                    <a:pt x="1936089" y="1403299"/>
                  </a:lnTo>
                  <a:close/>
                  <a:moveTo>
                    <a:pt x="1444142" y="1086714"/>
                  </a:moveTo>
                  <a:lnTo>
                    <a:pt x="1652625" y="1086714"/>
                  </a:lnTo>
                  <a:lnTo>
                    <a:pt x="1671523" y="1094232"/>
                  </a:lnTo>
                  <a:lnTo>
                    <a:pt x="1941779" y="1346810"/>
                  </a:lnTo>
                  <a:lnTo>
                    <a:pt x="2905760" y="1144016"/>
                  </a:lnTo>
                  <a:lnTo>
                    <a:pt x="3040278" y="819099"/>
                  </a:lnTo>
                  <a:lnTo>
                    <a:pt x="3043529" y="245669"/>
                  </a:lnTo>
                  <a:lnTo>
                    <a:pt x="2809646" y="137160"/>
                  </a:lnTo>
                  <a:lnTo>
                    <a:pt x="1934870" y="55270"/>
                  </a:lnTo>
                  <a:lnTo>
                    <a:pt x="1161694" y="55270"/>
                  </a:lnTo>
                  <a:lnTo>
                    <a:pt x="286715" y="137160"/>
                  </a:lnTo>
                  <a:lnTo>
                    <a:pt x="55067" y="241198"/>
                  </a:lnTo>
                  <a:lnTo>
                    <a:pt x="56286" y="819302"/>
                  </a:lnTo>
                  <a:lnTo>
                    <a:pt x="189585" y="1141171"/>
                  </a:lnTo>
                  <a:lnTo>
                    <a:pt x="1155801" y="1345997"/>
                  </a:lnTo>
                  <a:lnTo>
                    <a:pt x="1425245" y="1094232"/>
                  </a:lnTo>
                  <a:lnTo>
                    <a:pt x="1444142" y="1086714"/>
                  </a:lnTo>
                  <a:close/>
                </a:path>
              </a:pathLst>
            </a:custGeom>
            <a:solidFill>
              <a:schemeClr val="bg1"/>
            </a:solidFill>
            <a:ln w="2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4601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52C9A-546A-879A-9637-97E6D55D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0A9A4-8271-B725-D389-F0ABC95B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Odo conseq uatduisau ‘</a:t>
            </a:r>
            <a:r>
              <a:rPr lang="en-US" i="1"/>
              <a:t>Teirure Dolorin’  </a:t>
            </a:r>
            <a:r>
              <a:rPr lang="en-US"/>
              <a:t>reprehen deritin vol upta tevel ite ssecillumdo lore eu fugi atnullapari</a:t>
            </a:r>
            <a:endParaRPr lang="en-US" b="0"/>
          </a:p>
        </p:txBody>
      </p:sp>
      <p:sp>
        <p:nvSpPr>
          <p:cNvPr id="3" name="TopRightRectName" hidden="1">
            <a:extLst>
              <a:ext uri="{FF2B5EF4-FFF2-40B4-BE49-F238E27FC236}">
                <a16:creationId xmlns:a16="http://schemas.microsoft.com/office/drawing/2014/main" id="{C13B2FE9-7D9B-A2B7-DACD-997E27327F1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906000" y="0"/>
            <a:ext cx="2286000" cy="914400"/>
          </a:xfrm>
          <a:prstGeom prst="rect">
            <a:avLst/>
          </a:prstGeom>
          <a:solidFill>
            <a:srgbClr val="D3D3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BottomRightRectName" hidden="1">
            <a:extLst>
              <a:ext uri="{FF2B5EF4-FFF2-40B4-BE49-F238E27FC236}">
                <a16:creationId xmlns:a16="http://schemas.microsoft.com/office/drawing/2014/main" id="{C5FDFA5B-6EB8-C5A6-123F-988B1BE1A0D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906000" y="5943600"/>
            <a:ext cx="2286000" cy="914400"/>
          </a:xfrm>
          <a:prstGeom prst="rect">
            <a:avLst/>
          </a:prstGeom>
          <a:solidFill>
            <a:srgbClr val="D3D3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BottomBandName" hidden="1">
            <a:extLst>
              <a:ext uri="{FF2B5EF4-FFF2-40B4-BE49-F238E27FC236}">
                <a16:creationId xmlns:a16="http://schemas.microsoft.com/office/drawing/2014/main" id="{1BBDD47B-BFDA-DCA8-E6A9-6741F0D3668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D3D3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32">
            <a:extLst>
              <a:ext uri="{FF2B5EF4-FFF2-40B4-BE49-F238E27FC236}">
                <a16:creationId xmlns:a16="http://schemas.microsoft.com/office/drawing/2014/main" id="{1A760B8E-A42A-AB07-3257-90B221007C97}"/>
              </a:ext>
            </a:extLst>
          </p:cNvPr>
          <p:cNvSpPr/>
          <p:nvPr/>
        </p:nvSpPr>
        <p:spPr bwMode="auto">
          <a:xfrm>
            <a:off x="137694" y="926799"/>
            <a:ext cx="11916613" cy="5474002"/>
          </a:xfrm>
          <a:prstGeom prst="roundRect">
            <a:avLst>
              <a:gd name="adj" fmla="val 1247"/>
            </a:avLst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190500" dist="38100" dir="5400000" algn="t" rotWithShape="0">
              <a:srgbClr val="43515C">
                <a:alpha val="2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17161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3A2C41-2760-874A-C7BD-AFBF676A1FFE}"/>
              </a:ext>
            </a:extLst>
          </p:cNvPr>
          <p:cNvSpPr/>
          <p:nvPr/>
        </p:nvSpPr>
        <p:spPr>
          <a:xfrm>
            <a:off x="3149590" y="3074392"/>
            <a:ext cx="2944093" cy="3229820"/>
          </a:xfrm>
          <a:prstGeom prst="rect">
            <a:avLst/>
          </a:prstGeom>
          <a:gradFill>
            <a:gsLst>
              <a:gs pos="100000">
                <a:schemeClr val="bg1"/>
              </a:gs>
              <a:gs pos="57000">
                <a:srgbClr val="A2ABB0"/>
              </a:gs>
              <a:gs pos="0">
                <a:srgbClr val="16294F"/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8F944C-EEF1-7F00-9F7D-769075E985E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56143" y="2957553"/>
            <a:ext cx="2939088" cy="33466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9D653A-B47F-97CB-CF09-E11DDA0EEC3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4841" y="1723296"/>
            <a:ext cx="2951355" cy="45809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09829C8-6238-944C-2665-07254A717AE2}"/>
              </a:ext>
            </a:extLst>
          </p:cNvPr>
          <p:cNvSpPr txBox="1"/>
          <p:nvPr/>
        </p:nvSpPr>
        <p:spPr>
          <a:xfrm>
            <a:off x="401695" y="3074392"/>
            <a:ext cx="2317750" cy="477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cap="all">
                <a:latin typeface="Arial" panose="020B0604020202020204" pitchFamily="34" charset="0"/>
              </a:rPr>
              <a:t>ATUREXCEP Teur Sint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u="none" strike="noStrike" kern="1200" cap="none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Occae Ca Tcu</a:t>
            </a:r>
            <a:r>
              <a:rPr lang="en-GB" sz="1100">
                <a:latin typeface="Arial" panose="020B0604020202020204" pitchFamily="34" charset="0"/>
              </a:rPr>
              <a:t> Pidat</a:t>
            </a:r>
            <a:endParaRPr kumimoji="0" lang="en-GB" sz="1100" u="none" strike="noStrike" kern="1200" cap="none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924C31-C911-13EB-97C2-37487AAB1B98}"/>
              </a:ext>
            </a:extLst>
          </p:cNvPr>
          <p:cNvSpPr txBox="1"/>
          <p:nvPr/>
        </p:nvSpPr>
        <p:spPr>
          <a:xfrm>
            <a:off x="3299008" y="2616368"/>
            <a:ext cx="1743811" cy="477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latin typeface="Arial" panose="020B0604020202020204" pitchFamily="34" charset="0"/>
              </a:rPr>
              <a:t>ATN ONPRO IDEN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Tsunt In Culp aq Ui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7DCBC20-06C5-7B2B-98CC-DF80A5C33741}"/>
              </a:ext>
            </a:extLst>
          </p:cNvPr>
          <p:cNvCxnSpPr/>
          <p:nvPr/>
        </p:nvCxnSpPr>
        <p:spPr>
          <a:xfrm>
            <a:off x="3145804" y="1626257"/>
            <a:ext cx="0" cy="4677957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162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DE330AA-FC7C-8ABC-C87F-1B534CFC5241}"/>
              </a:ext>
            </a:extLst>
          </p:cNvPr>
          <p:cNvCxnSpPr/>
          <p:nvPr/>
        </p:nvCxnSpPr>
        <p:spPr>
          <a:xfrm>
            <a:off x="6096000" y="1626257"/>
            <a:ext cx="0" cy="4677957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162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F21F9F-0980-D4C1-231B-7C3482F70BBA}"/>
              </a:ext>
            </a:extLst>
          </p:cNvPr>
          <p:cNvCxnSpPr/>
          <p:nvPr/>
        </p:nvCxnSpPr>
        <p:spPr>
          <a:xfrm>
            <a:off x="9046197" y="1626257"/>
            <a:ext cx="0" cy="4677957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162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55227A16-47F9-DE2B-3C7C-A53FD1B5CB6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6141" y="5084094"/>
            <a:ext cx="2948503" cy="1218510"/>
          </a:xfrm>
          <a:prstGeom prst="rect">
            <a:avLst/>
          </a:prstGeom>
        </p:spPr>
      </p:pic>
      <p:grpSp>
        <p:nvGrpSpPr>
          <p:cNvPr id="454" name="Group 453">
            <a:extLst>
              <a:ext uri="{FF2B5EF4-FFF2-40B4-BE49-F238E27FC236}">
                <a16:creationId xmlns:a16="http://schemas.microsoft.com/office/drawing/2014/main" id="{D9A64365-D6AB-A12D-6DEA-1AF21C2F62D9}"/>
              </a:ext>
            </a:extLst>
          </p:cNvPr>
          <p:cNvGrpSpPr/>
          <p:nvPr/>
        </p:nvGrpSpPr>
        <p:grpSpPr>
          <a:xfrm>
            <a:off x="379455" y="3591624"/>
            <a:ext cx="2582502" cy="1225574"/>
            <a:chOff x="296690" y="3232155"/>
            <a:chExt cx="2582502" cy="1225574"/>
          </a:xfrm>
        </p:grpSpPr>
        <p:sp>
          <p:nvSpPr>
            <p:cNvPr id="455" name="Rectangle: Rounded Corners 454">
              <a:extLst>
                <a:ext uri="{FF2B5EF4-FFF2-40B4-BE49-F238E27FC236}">
                  <a16:creationId xmlns:a16="http://schemas.microsoft.com/office/drawing/2014/main" id="{6AFD11D3-84C7-7F20-3CEE-98B11FDDC726}"/>
                </a:ext>
              </a:extLst>
            </p:cNvPr>
            <p:cNvSpPr/>
            <p:nvPr/>
          </p:nvSpPr>
          <p:spPr>
            <a:xfrm>
              <a:off x="296690" y="3232155"/>
              <a:ext cx="2582502" cy="1225574"/>
            </a:xfrm>
            <a:prstGeom prst="roundRect">
              <a:avLst>
                <a:gd name="adj" fmla="val 5181"/>
              </a:avLst>
            </a:prstGeom>
            <a:solidFill>
              <a:srgbClr val="D3EDFE"/>
            </a:solidFill>
            <a:ln w="6350" cmpd="sng"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7BC6FB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: Rounded Corners 455">
              <a:extLst>
                <a:ext uri="{FF2B5EF4-FFF2-40B4-BE49-F238E27FC236}">
                  <a16:creationId xmlns:a16="http://schemas.microsoft.com/office/drawing/2014/main" id="{0168FA85-E73D-5A23-1B15-17CE19F7F8BA}"/>
                </a:ext>
              </a:extLst>
            </p:cNvPr>
            <p:cNvSpPr/>
            <p:nvPr/>
          </p:nvSpPr>
          <p:spPr>
            <a:xfrm>
              <a:off x="407453" y="3321127"/>
              <a:ext cx="2360976" cy="296660"/>
            </a:xfrm>
            <a:prstGeom prst="roundRect">
              <a:avLst/>
            </a:prstGeom>
            <a:solidFill>
              <a:srgbClr val="459FE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0070C0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OFFICI</a:t>
              </a:r>
              <a:endParaRPr lang="en-US" sz="1200">
                <a:solidFill>
                  <a:schemeClr val="bg1"/>
                </a:solidFill>
              </a:endParaRPr>
            </a:p>
          </p:txBody>
        </p: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764FD55D-89BE-DB8E-498D-A1282CE54D51}"/>
                </a:ext>
              </a:extLst>
            </p:cNvPr>
            <p:cNvCxnSpPr/>
            <p:nvPr/>
          </p:nvCxnSpPr>
          <p:spPr>
            <a:xfrm>
              <a:off x="1173287" y="3714725"/>
              <a:ext cx="0" cy="589122"/>
            </a:xfrm>
            <a:prstGeom prst="line">
              <a:avLst/>
            </a:prstGeom>
            <a:ln>
              <a:solidFill>
                <a:srgbClr val="66737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97C28AB9-E11E-4169-D5D7-2A9E61E7387D}"/>
                </a:ext>
              </a:extLst>
            </p:cNvPr>
            <p:cNvCxnSpPr/>
            <p:nvPr/>
          </p:nvCxnSpPr>
          <p:spPr>
            <a:xfrm>
              <a:off x="2014917" y="3714725"/>
              <a:ext cx="0" cy="589122"/>
            </a:xfrm>
            <a:prstGeom prst="line">
              <a:avLst/>
            </a:prstGeom>
            <a:ln>
              <a:solidFill>
                <a:srgbClr val="66737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80610F08-45BD-BA79-F180-69E31B29DD01}"/>
                </a:ext>
              </a:extLst>
            </p:cNvPr>
            <p:cNvSpPr txBox="1"/>
            <p:nvPr/>
          </p:nvSpPr>
          <p:spPr>
            <a:xfrm>
              <a:off x="1217420" y="3716094"/>
              <a:ext cx="660758" cy="40011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sz="1000">
                  <a:latin typeface="Arial" panose="020B0604020202020204" pitchFamily="34" charset="0"/>
                </a:rPr>
                <a:t>Ade</a:t>
              </a:r>
            </a:p>
            <a:p>
              <a:r>
                <a:rPr lang="en-US" sz="1000">
                  <a:latin typeface="Arial" panose="020B0604020202020204" pitchFamily="34" charset="0"/>
                </a:rPr>
                <a:t>Seruntmo</a:t>
              </a:r>
            </a:p>
          </p:txBody>
        </p: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268EB4C6-F5A9-2009-ACA2-BDE5CA055F2C}"/>
                </a:ext>
              </a:extLst>
            </p:cNvPr>
            <p:cNvSpPr txBox="1"/>
            <p:nvPr/>
          </p:nvSpPr>
          <p:spPr>
            <a:xfrm>
              <a:off x="2006731" y="3716094"/>
              <a:ext cx="808936" cy="40011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sz="1000">
                  <a:latin typeface="Arial" panose="020B0604020202020204" pitchFamily="34" charset="0"/>
                </a:rPr>
                <a:t>Llit Animi</a:t>
              </a:r>
            </a:p>
            <a:p>
              <a:r>
                <a:rPr lang="en-US" sz="1000">
                  <a:latin typeface="Arial" panose="020B0604020202020204" pitchFamily="34" charset="0"/>
                </a:rPr>
                <a:t>Destlab</a:t>
              </a: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25383C61-6116-FA73-07B6-2FA4C5CE6C27}"/>
                </a:ext>
              </a:extLst>
            </p:cNvPr>
            <p:cNvSpPr txBox="1"/>
            <p:nvPr/>
          </p:nvSpPr>
          <p:spPr>
            <a:xfrm>
              <a:off x="325009" y="3716094"/>
              <a:ext cx="811624" cy="553998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sz="1000">
                  <a:latin typeface="Arial" panose="020B0604020202020204" pitchFamily="34" charset="0"/>
                </a:rPr>
                <a:t>Orumcurab</a:t>
              </a:r>
            </a:p>
            <a:p>
              <a:r>
                <a:rPr lang="en-US" sz="1000">
                  <a:latin typeface="Arial" panose="020B0604020202020204" pitchFamily="34" charset="0"/>
                </a:rPr>
                <a:t>Iturnon</a:t>
              </a:r>
            </a:p>
            <a:p>
              <a:r>
                <a:rPr lang="en-US" sz="1000">
                  <a:latin typeface="Arial" panose="020B0604020202020204" pitchFamily="34" charset="0"/>
                </a:rPr>
                <a:t>Nullasitame</a:t>
              </a:r>
            </a:p>
          </p:txBody>
        </p:sp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AFEFCBAB-283A-1BFF-3B3D-804CA7885239}"/>
                </a:ext>
              </a:extLst>
            </p:cNvPr>
            <p:cNvSpPr/>
            <p:nvPr/>
          </p:nvSpPr>
          <p:spPr>
            <a:xfrm>
              <a:off x="539226" y="3342518"/>
              <a:ext cx="253879" cy="253879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rgbClr val="459FED"/>
              </a:solidFill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F05A9B3D-2337-FA9E-C66F-EA1E2D63AC7F}"/>
              </a:ext>
            </a:extLst>
          </p:cNvPr>
          <p:cNvGrpSpPr/>
          <p:nvPr/>
        </p:nvGrpSpPr>
        <p:grpSpPr>
          <a:xfrm>
            <a:off x="3313932" y="3165438"/>
            <a:ext cx="2582502" cy="1225574"/>
            <a:chOff x="3313932" y="3101938"/>
            <a:chExt cx="2582502" cy="1225574"/>
          </a:xfrm>
        </p:grpSpPr>
        <p:sp>
          <p:nvSpPr>
            <p:cNvPr id="494" name="Rectangle: Rounded Corners 493">
              <a:extLst>
                <a:ext uri="{FF2B5EF4-FFF2-40B4-BE49-F238E27FC236}">
                  <a16:creationId xmlns:a16="http://schemas.microsoft.com/office/drawing/2014/main" id="{08A93AA7-3B67-04BE-0DA2-B10A14CAAF1F}"/>
                </a:ext>
              </a:extLst>
            </p:cNvPr>
            <p:cNvSpPr/>
            <p:nvPr/>
          </p:nvSpPr>
          <p:spPr>
            <a:xfrm>
              <a:off x="3313932" y="3101938"/>
              <a:ext cx="2582502" cy="1225574"/>
            </a:xfrm>
            <a:prstGeom prst="roundRect">
              <a:avLst>
                <a:gd name="adj" fmla="val 5181"/>
              </a:avLst>
            </a:prstGeom>
            <a:solidFill>
              <a:srgbClr val="D3EDFE"/>
            </a:solidFill>
            <a:ln w="6350" cmpd="sng"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7BC6FB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Rectangle: Rounded Corners 494">
              <a:extLst>
                <a:ext uri="{FF2B5EF4-FFF2-40B4-BE49-F238E27FC236}">
                  <a16:creationId xmlns:a16="http://schemas.microsoft.com/office/drawing/2014/main" id="{A95D4C58-6002-E6AB-D830-E4605627A1B4}"/>
                </a:ext>
              </a:extLst>
            </p:cNvPr>
            <p:cNvSpPr/>
            <p:nvPr/>
          </p:nvSpPr>
          <p:spPr>
            <a:xfrm>
              <a:off x="3424695" y="3190910"/>
              <a:ext cx="2360976" cy="296660"/>
            </a:xfrm>
            <a:prstGeom prst="roundRect">
              <a:avLst/>
            </a:prstGeom>
            <a:solidFill>
              <a:srgbClr val="459FE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0070C0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0" lang="en-GB" sz="12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TNISLT</a:t>
              </a:r>
            </a:p>
          </p:txBody>
        </p: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24EE1888-EAC4-FF24-31C4-8FA2CC31F5E9}"/>
                </a:ext>
              </a:extLst>
            </p:cNvPr>
            <p:cNvCxnSpPr/>
            <p:nvPr/>
          </p:nvCxnSpPr>
          <p:spPr>
            <a:xfrm>
              <a:off x="4190529" y="3584508"/>
              <a:ext cx="0" cy="589122"/>
            </a:xfrm>
            <a:prstGeom prst="line">
              <a:avLst/>
            </a:prstGeom>
            <a:ln>
              <a:solidFill>
                <a:srgbClr val="66737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DAF6E37E-52D3-90C2-608E-F5C087AEAFD0}"/>
                </a:ext>
              </a:extLst>
            </p:cNvPr>
            <p:cNvCxnSpPr/>
            <p:nvPr/>
          </p:nvCxnSpPr>
          <p:spPr>
            <a:xfrm>
              <a:off x="5032159" y="3584508"/>
              <a:ext cx="0" cy="589122"/>
            </a:xfrm>
            <a:prstGeom prst="line">
              <a:avLst/>
            </a:prstGeom>
            <a:ln>
              <a:solidFill>
                <a:srgbClr val="66737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AE037D92-9F73-E251-5EB6-850283329128}"/>
                </a:ext>
              </a:extLst>
            </p:cNvPr>
            <p:cNvSpPr txBox="1"/>
            <p:nvPr/>
          </p:nvSpPr>
          <p:spPr>
            <a:xfrm>
              <a:off x="4234662" y="3585877"/>
              <a:ext cx="737702" cy="553998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sz="1000">
                  <a:latin typeface="Arial" panose="020B0604020202020204" pitchFamily="34" charset="0"/>
                </a:rPr>
                <a:t>Empusconv </a:t>
              </a:r>
            </a:p>
            <a:p>
              <a:r>
                <a:rPr lang="en-US" sz="1000">
                  <a:latin typeface="Arial" panose="020B0604020202020204" pitchFamily="34" charset="0"/>
                </a:rPr>
                <a:t>Al Lisqu</a:t>
              </a:r>
            </a:p>
            <a:p>
              <a:r>
                <a:rPr lang="en-US" sz="1000">
                  <a:latin typeface="Arial" panose="020B0604020202020204" pitchFamily="34" charset="0"/>
                </a:rPr>
                <a:t>Isacle</a:t>
              </a:r>
            </a:p>
          </p:txBody>
        </p:sp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id="{35A5A902-5A6B-1C8B-99E9-15D228344184}"/>
                </a:ext>
              </a:extLst>
            </p:cNvPr>
            <p:cNvSpPr txBox="1"/>
            <p:nvPr/>
          </p:nvSpPr>
          <p:spPr>
            <a:xfrm>
              <a:off x="5023973" y="3585877"/>
              <a:ext cx="779381" cy="553998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sz="1000">
                  <a:latin typeface="Arial" panose="020B0604020202020204" pitchFamily="34" charset="0"/>
                </a:rPr>
                <a:t>Ctuspell /</a:t>
              </a:r>
            </a:p>
            <a:p>
              <a:r>
                <a:rPr lang="en-US" sz="1000">
                  <a:latin typeface="Arial" panose="020B0604020202020204" pitchFamily="34" charset="0"/>
                </a:rPr>
                <a:t>Entesq</a:t>
              </a:r>
            </a:p>
            <a:p>
              <a:r>
                <a:rPr lang="en-US" sz="1000">
                  <a:latin typeface="Arial" panose="020B0604020202020204" pitchFamily="34" charset="0"/>
                </a:rPr>
                <a:t>Ueinip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D5713CBA-6857-4CA0-43FC-13187A86C7BD}"/>
                </a:ext>
              </a:extLst>
            </p:cNvPr>
            <p:cNvSpPr txBox="1"/>
            <p:nvPr/>
          </p:nvSpPr>
          <p:spPr>
            <a:xfrm>
              <a:off x="3342251" y="3585877"/>
              <a:ext cx="811624" cy="553998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sz="1000">
                  <a:latin typeface="Arial" panose="020B0604020202020204" pitchFamily="34" charset="0"/>
                </a:rPr>
                <a:t>Sum Idorci </a:t>
              </a:r>
            </a:p>
            <a:p>
              <a:r>
                <a:rPr lang="en-US" sz="1000">
                  <a:latin typeface="Arial" panose="020B0604020202020204" pitchFamily="34" charset="0"/>
                </a:rPr>
                <a:t>Portad &amp;</a:t>
              </a:r>
            </a:p>
            <a:p>
              <a:r>
                <a:rPr lang="en-US" sz="1000">
                  <a:latin typeface="Arial" panose="020B0604020202020204" pitchFamily="34" charset="0"/>
                </a:rPr>
                <a:t>Apibu</a:t>
              </a:r>
            </a:p>
          </p:txBody>
        </p:sp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D3C7E4C9-E501-1CE9-9AD5-097FD6865D82}"/>
                </a:ext>
              </a:extLst>
            </p:cNvPr>
            <p:cNvSpPr/>
            <p:nvPr/>
          </p:nvSpPr>
          <p:spPr>
            <a:xfrm>
              <a:off x="3556468" y="3212301"/>
              <a:ext cx="253879" cy="253879"/>
            </a:xfrm>
            <a:prstGeom prst="ellipse">
              <a:avLst/>
            </a:prstGeom>
            <a:solidFill>
              <a:srgbClr val="FFFFFF"/>
            </a:solidFill>
            <a:ln w="6350" cmpd="sng">
              <a:solidFill>
                <a:srgbClr val="459FED"/>
              </a:solidFill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</a:t>
              </a:r>
            </a:p>
          </p:txBody>
        </p:sp>
      </p:grp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20F2A7C0-2089-A1BF-E0C9-C3B8B34EA77D}"/>
              </a:ext>
            </a:extLst>
          </p:cNvPr>
          <p:cNvCxnSpPr>
            <a:cxnSpLocks/>
          </p:cNvCxnSpPr>
          <p:nvPr/>
        </p:nvCxnSpPr>
        <p:spPr>
          <a:xfrm>
            <a:off x="3299008" y="2608022"/>
            <a:ext cx="2398971" cy="0"/>
          </a:xfrm>
          <a:prstGeom prst="line">
            <a:avLst/>
          </a:prstGeom>
          <a:ln w="19050">
            <a:solidFill>
              <a:srgbClr val="66737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B57B0B84-1C42-CBEA-CA38-9D29D6A8D265}"/>
              </a:ext>
            </a:extLst>
          </p:cNvPr>
          <p:cNvCxnSpPr>
            <a:cxnSpLocks/>
          </p:cNvCxnSpPr>
          <p:nvPr/>
        </p:nvCxnSpPr>
        <p:spPr>
          <a:xfrm>
            <a:off x="401695" y="3034682"/>
            <a:ext cx="2398971" cy="0"/>
          </a:xfrm>
          <a:prstGeom prst="line">
            <a:avLst/>
          </a:prstGeom>
          <a:ln w="19050">
            <a:solidFill>
              <a:srgbClr val="66737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TextBox 508">
            <a:extLst>
              <a:ext uri="{FF2B5EF4-FFF2-40B4-BE49-F238E27FC236}">
                <a16:creationId xmlns:a16="http://schemas.microsoft.com/office/drawing/2014/main" id="{FEB05D8C-89E1-3B97-187B-8A431B236261}"/>
              </a:ext>
            </a:extLst>
          </p:cNvPr>
          <p:cNvSpPr txBox="1"/>
          <p:nvPr/>
        </p:nvSpPr>
        <p:spPr>
          <a:xfrm>
            <a:off x="6250479" y="1875430"/>
            <a:ext cx="1743811" cy="477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latin typeface="Arial" panose="020B0604020202020204" pitchFamily="34" charset="0"/>
              </a:rPr>
              <a:t>SVIV AMU SSUSC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Ipittort ore Getfeli</a:t>
            </a:r>
          </a:p>
        </p:txBody>
      </p:sp>
      <p:sp>
        <p:nvSpPr>
          <p:cNvPr id="510" name="Rectangle: Rounded Corners 509">
            <a:extLst>
              <a:ext uri="{FF2B5EF4-FFF2-40B4-BE49-F238E27FC236}">
                <a16:creationId xmlns:a16="http://schemas.microsoft.com/office/drawing/2014/main" id="{CBC371E3-2329-8900-DDF1-5A7A5E754E75}"/>
              </a:ext>
            </a:extLst>
          </p:cNvPr>
          <p:cNvSpPr/>
          <p:nvPr/>
        </p:nvSpPr>
        <p:spPr>
          <a:xfrm>
            <a:off x="6265403" y="2424500"/>
            <a:ext cx="2582502" cy="1225574"/>
          </a:xfrm>
          <a:prstGeom prst="roundRect">
            <a:avLst>
              <a:gd name="adj" fmla="val 5181"/>
            </a:avLst>
          </a:prstGeom>
          <a:solidFill>
            <a:srgbClr val="D3EDFE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7BC6FB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Rectangle: Rounded Corners 510">
            <a:extLst>
              <a:ext uri="{FF2B5EF4-FFF2-40B4-BE49-F238E27FC236}">
                <a16:creationId xmlns:a16="http://schemas.microsoft.com/office/drawing/2014/main" id="{D3270A73-A480-BCA5-139F-9EA143B7692C}"/>
              </a:ext>
            </a:extLst>
          </p:cNvPr>
          <p:cNvSpPr/>
          <p:nvPr/>
        </p:nvSpPr>
        <p:spPr>
          <a:xfrm>
            <a:off x="6376166" y="2513472"/>
            <a:ext cx="2360976" cy="296660"/>
          </a:xfrm>
          <a:prstGeom prst="roundRect">
            <a:avLst/>
          </a:prstGeom>
          <a:solidFill>
            <a:srgbClr val="459FED"/>
          </a:solidFill>
          <a:ln w="1270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0070C0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SPORTTITO</a:t>
            </a:r>
          </a:p>
        </p:txBody>
      </p: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BD8EA818-8759-42BE-79FF-D89C692DCC97}"/>
              </a:ext>
            </a:extLst>
          </p:cNvPr>
          <p:cNvCxnSpPr/>
          <p:nvPr/>
        </p:nvCxnSpPr>
        <p:spPr>
          <a:xfrm>
            <a:off x="7142000" y="2907070"/>
            <a:ext cx="0" cy="589122"/>
          </a:xfrm>
          <a:prstGeom prst="line">
            <a:avLst/>
          </a:prstGeom>
          <a:ln>
            <a:solidFill>
              <a:srgbClr val="6673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CBC027DC-1E64-6333-16BE-BF8A8E897181}"/>
              </a:ext>
            </a:extLst>
          </p:cNvPr>
          <p:cNvCxnSpPr/>
          <p:nvPr/>
        </p:nvCxnSpPr>
        <p:spPr>
          <a:xfrm>
            <a:off x="7983630" y="2907070"/>
            <a:ext cx="0" cy="589122"/>
          </a:xfrm>
          <a:prstGeom prst="line">
            <a:avLst/>
          </a:prstGeom>
          <a:ln>
            <a:solidFill>
              <a:srgbClr val="6673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F4016D5B-8AC2-95A8-E1A7-B5D25851143D}"/>
              </a:ext>
            </a:extLst>
          </p:cNvPr>
          <p:cNvSpPr txBox="1"/>
          <p:nvPr/>
        </p:nvSpPr>
        <p:spPr>
          <a:xfrm>
            <a:off x="7203984" y="2908439"/>
            <a:ext cx="654346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000">
                <a:latin typeface="Arial" panose="020B0604020202020204" pitchFamily="34" charset="0"/>
              </a:rPr>
              <a:t>Rvolu &amp; </a:t>
            </a:r>
          </a:p>
          <a:p>
            <a:r>
              <a:rPr lang="en-US" sz="1000">
                <a:latin typeface="Arial" panose="020B0604020202020204" pitchFamily="34" charset="0"/>
              </a:rPr>
              <a:t>Tpat-Cra</a:t>
            </a: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58AEFB54-7469-BF24-78C6-97807C403C36}"/>
              </a:ext>
            </a:extLst>
          </p:cNvPr>
          <p:cNvSpPr txBox="1"/>
          <p:nvPr/>
        </p:nvSpPr>
        <p:spPr>
          <a:xfrm>
            <a:off x="7975444" y="2908439"/>
            <a:ext cx="814647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000">
                <a:latin typeface="Arial" panose="020B0604020202020204" pitchFamily="34" charset="0"/>
              </a:rPr>
              <a:t>Sultri</a:t>
            </a:r>
          </a:p>
          <a:p>
            <a:r>
              <a:rPr lang="en-US" sz="1000">
                <a:latin typeface="Arial" panose="020B0604020202020204" pitchFamily="34" charset="0"/>
              </a:rPr>
              <a:t>Ciesligula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283F50D-479A-04C1-E586-21B14183BE4B}"/>
              </a:ext>
            </a:extLst>
          </p:cNvPr>
          <p:cNvSpPr txBox="1"/>
          <p:nvPr/>
        </p:nvSpPr>
        <p:spPr>
          <a:xfrm>
            <a:off x="6293722" y="2985384"/>
            <a:ext cx="837089" cy="24622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000">
                <a:latin typeface="Arial" panose="020B0604020202020204" pitchFamily="34" charset="0"/>
              </a:rPr>
              <a:t>Sedma &amp; Gnad</a:t>
            </a:r>
          </a:p>
        </p:txBody>
      </p:sp>
      <p:sp>
        <p:nvSpPr>
          <p:cNvPr id="517" name="Oval 516">
            <a:extLst>
              <a:ext uri="{FF2B5EF4-FFF2-40B4-BE49-F238E27FC236}">
                <a16:creationId xmlns:a16="http://schemas.microsoft.com/office/drawing/2014/main" id="{230BEF36-965D-2EB2-B7DC-8774C0C68FCB}"/>
              </a:ext>
            </a:extLst>
          </p:cNvPr>
          <p:cNvSpPr/>
          <p:nvPr/>
        </p:nvSpPr>
        <p:spPr>
          <a:xfrm>
            <a:off x="6507939" y="2534863"/>
            <a:ext cx="253879" cy="253879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459FED"/>
            </a:soli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</a:p>
        </p:txBody>
      </p: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2DCBA9A6-BBFD-7F3F-A0A9-83DAA4B51F9E}"/>
              </a:ext>
            </a:extLst>
          </p:cNvPr>
          <p:cNvCxnSpPr>
            <a:cxnSpLocks/>
          </p:cNvCxnSpPr>
          <p:nvPr/>
        </p:nvCxnSpPr>
        <p:spPr>
          <a:xfrm>
            <a:off x="6250479" y="1867084"/>
            <a:ext cx="2398971" cy="0"/>
          </a:xfrm>
          <a:prstGeom prst="line">
            <a:avLst/>
          </a:prstGeom>
          <a:ln w="19050">
            <a:solidFill>
              <a:srgbClr val="66737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BB078738-4747-FDDF-780C-F31CD05242AA}"/>
              </a:ext>
            </a:extLst>
          </p:cNvPr>
          <p:cNvSpPr txBox="1"/>
          <p:nvPr/>
        </p:nvSpPr>
        <p:spPr>
          <a:xfrm>
            <a:off x="9211971" y="1471000"/>
            <a:ext cx="1743811" cy="477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latin typeface="Arial" panose="020B0604020202020204" pitchFamily="34" charset="0"/>
              </a:rPr>
              <a:t>ICTUM POR TALORE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Mipsumd Olor Sitametcons</a:t>
            </a:r>
          </a:p>
        </p:txBody>
      </p:sp>
      <p:sp>
        <p:nvSpPr>
          <p:cNvPr id="520" name="Rectangle: Rounded Corners 519">
            <a:extLst>
              <a:ext uri="{FF2B5EF4-FFF2-40B4-BE49-F238E27FC236}">
                <a16:creationId xmlns:a16="http://schemas.microsoft.com/office/drawing/2014/main" id="{D6B78BB2-D14A-4196-0920-794D2F2C0A4A}"/>
              </a:ext>
            </a:extLst>
          </p:cNvPr>
          <p:cNvSpPr/>
          <p:nvPr/>
        </p:nvSpPr>
        <p:spPr>
          <a:xfrm>
            <a:off x="9226895" y="2020070"/>
            <a:ext cx="2582502" cy="1225574"/>
          </a:xfrm>
          <a:prstGeom prst="roundRect">
            <a:avLst>
              <a:gd name="adj" fmla="val 5181"/>
            </a:avLst>
          </a:prstGeom>
          <a:solidFill>
            <a:srgbClr val="D3EDFE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7BC6FB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: Rounded Corners 520">
            <a:extLst>
              <a:ext uri="{FF2B5EF4-FFF2-40B4-BE49-F238E27FC236}">
                <a16:creationId xmlns:a16="http://schemas.microsoft.com/office/drawing/2014/main" id="{0FA5632A-6F80-A420-9AC1-9568BD2F3C7D}"/>
              </a:ext>
            </a:extLst>
          </p:cNvPr>
          <p:cNvSpPr/>
          <p:nvPr/>
        </p:nvSpPr>
        <p:spPr>
          <a:xfrm>
            <a:off x="9337658" y="2109042"/>
            <a:ext cx="2360976" cy="296660"/>
          </a:xfrm>
          <a:prstGeom prst="roundRect">
            <a:avLst/>
          </a:prstGeom>
          <a:solidFill>
            <a:srgbClr val="459FED"/>
          </a:solidFill>
          <a:ln w="1270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0070C0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ECTETUR</a:t>
            </a:r>
          </a:p>
        </p:txBody>
      </p:sp>
      <p:cxnSp>
        <p:nvCxnSpPr>
          <p:cNvPr id="522" name="Straight Connector 521">
            <a:extLst>
              <a:ext uri="{FF2B5EF4-FFF2-40B4-BE49-F238E27FC236}">
                <a16:creationId xmlns:a16="http://schemas.microsoft.com/office/drawing/2014/main" id="{4F249AA7-3573-A888-E13F-CCD3FD142665}"/>
              </a:ext>
            </a:extLst>
          </p:cNvPr>
          <p:cNvCxnSpPr/>
          <p:nvPr/>
        </p:nvCxnSpPr>
        <p:spPr>
          <a:xfrm>
            <a:off x="10103492" y="2502640"/>
            <a:ext cx="0" cy="589122"/>
          </a:xfrm>
          <a:prstGeom prst="line">
            <a:avLst/>
          </a:prstGeom>
          <a:ln>
            <a:solidFill>
              <a:srgbClr val="6673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522">
            <a:extLst>
              <a:ext uri="{FF2B5EF4-FFF2-40B4-BE49-F238E27FC236}">
                <a16:creationId xmlns:a16="http://schemas.microsoft.com/office/drawing/2014/main" id="{9487C537-4C4B-219D-E2A8-7584A03FCFED}"/>
              </a:ext>
            </a:extLst>
          </p:cNvPr>
          <p:cNvCxnSpPr/>
          <p:nvPr/>
        </p:nvCxnSpPr>
        <p:spPr>
          <a:xfrm>
            <a:off x="10945122" y="2502640"/>
            <a:ext cx="0" cy="589122"/>
          </a:xfrm>
          <a:prstGeom prst="line">
            <a:avLst/>
          </a:prstGeom>
          <a:ln>
            <a:solidFill>
              <a:srgbClr val="6673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TextBox 523">
            <a:extLst>
              <a:ext uri="{FF2B5EF4-FFF2-40B4-BE49-F238E27FC236}">
                <a16:creationId xmlns:a16="http://schemas.microsoft.com/office/drawing/2014/main" id="{E12DBF1A-39B4-B5A5-BB3F-E385ED0AFB78}"/>
              </a:ext>
            </a:extLst>
          </p:cNvPr>
          <p:cNvSpPr txBox="1"/>
          <p:nvPr/>
        </p:nvSpPr>
        <p:spPr>
          <a:xfrm>
            <a:off x="10165476" y="2504009"/>
            <a:ext cx="772969" cy="55399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000">
                <a:latin typeface="Arial" panose="020B0604020202020204" pitchFamily="34" charset="0"/>
              </a:rPr>
              <a:t>Ad-Ipisc </a:t>
            </a:r>
          </a:p>
          <a:p>
            <a:r>
              <a:rPr lang="en-US" sz="1000">
                <a:latin typeface="Arial" panose="020B0604020202020204" pitchFamily="34" charset="0"/>
              </a:rPr>
              <a:t>Inge</a:t>
            </a:r>
          </a:p>
          <a:p>
            <a:r>
              <a:rPr lang="en-US" sz="1000">
                <a:latin typeface="Arial" panose="020B0604020202020204" pitchFamily="34" charset="0"/>
              </a:rPr>
              <a:t>Litsedd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4FC22FF1-6928-B2C6-4F45-7D1D04533991}"/>
              </a:ext>
            </a:extLst>
          </p:cNvPr>
          <p:cNvSpPr txBox="1"/>
          <p:nvPr/>
        </p:nvSpPr>
        <p:spPr>
          <a:xfrm>
            <a:off x="10936936" y="2504009"/>
            <a:ext cx="864339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000">
                <a:latin typeface="Arial" panose="020B0604020202020204" pitchFamily="34" charset="0"/>
              </a:rPr>
              <a:t>Oeiusmodte </a:t>
            </a:r>
          </a:p>
          <a:p>
            <a:r>
              <a:rPr lang="en-US" sz="1000">
                <a:latin typeface="Arial" panose="020B0604020202020204" pitchFamily="34" charset="0"/>
              </a:rPr>
              <a:t>Mporincidi</a:t>
            </a: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BBE0B186-550F-E5AC-D268-15F950093ADE}"/>
              </a:ext>
            </a:extLst>
          </p:cNvPr>
          <p:cNvSpPr txBox="1"/>
          <p:nvPr/>
        </p:nvSpPr>
        <p:spPr>
          <a:xfrm>
            <a:off x="9318264" y="2504009"/>
            <a:ext cx="737702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000">
                <a:latin typeface="Arial" panose="020B0604020202020204" pitchFamily="34" charset="0"/>
              </a:rPr>
              <a:t>DUN</a:t>
            </a:r>
          </a:p>
          <a:p>
            <a:r>
              <a:rPr lang="en-US" sz="1000">
                <a:latin typeface="Arial" panose="020B0604020202020204" pitchFamily="34" charset="0"/>
              </a:rPr>
              <a:t>Tutlabore</a:t>
            </a:r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9ED033F7-66A7-6F99-CC08-B0B94B2DEE61}"/>
              </a:ext>
            </a:extLst>
          </p:cNvPr>
          <p:cNvSpPr/>
          <p:nvPr/>
        </p:nvSpPr>
        <p:spPr>
          <a:xfrm>
            <a:off x="9469431" y="2130433"/>
            <a:ext cx="253879" cy="253879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459FED"/>
            </a:soli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</a:p>
        </p:txBody>
      </p: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DC6FBF8A-CE30-92D6-6BB7-6EC7345B1E84}"/>
              </a:ext>
            </a:extLst>
          </p:cNvPr>
          <p:cNvCxnSpPr>
            <a:cxnSpLocks/>
          </p:cNvCxnSpPr>
          <p:nvPr/>
        </p:nvCxnSpPr>
        <p:spPr>
          <a:xfrm>
            <a:off x="9211971" y="1462654"/>
            <a:ext cx="2398971" cy="0"/>
          </a:xfrm>
          <a:prstGeom prst="line">
            <a:avLst/>
          </a:prstGeom>
          <a:ln w="19050">
            <a:solidFill>
              <a:srgbClr val="66737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3" name="Picture 532">
            <a:extLst>
              <a:ext uri="{FF2B5EF4-FFF2-40B4-BE49-F238E27FC236}">
                <a16:creationId xmlns:a16="http://schemas.microsoft.com/office/drawing/2014/main" id="{15B03686-9FB0-8D5D-FBF7-4FCD4D17566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51147" y="4462220"/>
            <a:ext cx="2940670" cy="1841993"/>
          </a:xfrm>
          <a:prstGeom prst="rect">
            <a:avLst/>
          </a:prstGeom>
        </p:spPr>
      </p:pic>
      <p:cxnSp>
        <p:nvCxnSpPr>
          <p:cNvPr id="534" name="Straight Connector 533">
            <a:extLst>
              <a:ext uri="{FF2B5EF4-FFF2-40B4-BE49-F238E27FC236}">
                <a16:creationId xmlns:a16="http://schemas.microsoft.com/office/drawing/2014/main" id="{2976C894-1B4A-E50D-9396-F304E9EAD2CE}"/>
              </a:ext>
            </a:extLst>
          </p:cNvPr>
          <p:cNvCxnSpPr>
            <a:cxnSpLocks/>
          </p:cNvCxnSpPr>
          <p:nvPr/>
        </p:nvCxnSpPr>
        <p:spPr>
          <a:xfrm>
            <a:off x="361854" y="1191581"/>
            <a:ext cx="11468292" cy="0"/>
          </a:xfrm>
          <a:prstGeom prst="line">
            <a:avLst/>
          </a:prstGeom>
          <a:noFill/>
          <a:ln w="19050" cap="flat" cmpd="sng" algn="ctr">
            <a:solidFill>
              <a:srgbClr val="FED05D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sp>
        <p:nvSpPr>
          <p:cNvPr id="535" name="TextBox 534">
            <a:extLst>
              <a:ext uri="{FF2B5EF4-FFF2-40B4-BE49-F238E27FC236}">
                <a16:creationId xmlns:a16="http://schemas.microsoft.com/office/drawing/2014/main" id="{A5A597BC-6980-1A24-E863-6EB7396EF000}"/>
              </a:ext>
            </a:extLst>
          </p:cNvPr>
          <p:cNvSpPr txBox="1"/>
          <p:nvPr/>
        </p:nvSpPr>
        <p:spPr>
          <a:xfrm>
            <a:off x="3454858" y="1021322"/>
            <a:ext cx="5282284" cy="646986"/>
          </a:xfrm>
          <a:prstGeom prst="roundRect">
            <a:avLst>
              <a:gd name="adj" fmla="val 16953"/>
            </a:avLst>
          </a:prstGeom>
          <a:solidFill>
            <a:srgbClr val="FED05D"/>
          </a:solidFill>
          <a:ln w="6350" cmpd="sng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FBBE26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ETD’o ‘</a:t>
            </a:r>
            <a:r>
              <a:rPr kumimoji="0" lang="en-GB" sz="1600" b="1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Agnaali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’ Quautenimadmin Imveniamqui</a:t>
            </a:r>
          </a:p>
        </p:txBody>
      </p:sp>
      <p:pic>
        <p:nvPicPr>
          <p:cNvPr id="538" name="Picture 537" descr="A picture containing icon&#10;&#10;Description automatically generated">
            <a:extLst>
              <a:ext uri="{FF2B5EF4-FFF2-40B4-BE49-F238E27FC236}">
                <a16:creationId xmlns:a16="http://schemas.microsoft.com/office/drawing/2014/main" id="{9217FFF6-68D1-3004-C823-78BE53D785F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5663" y="4712795"/>
            <a:ext cx="196376" cy="196376"/>
          </a:xfrm>
          <a:prstGeom prst="rect">
            <a:avLst/>
          </a:prstGeom>
        </p:spPr>
      </p:pic>
      <p:sp>
        <p:nvSpPr>
          <p:cNvPr id="539" name="Oval 538">
            <a:extLst>
              <a:ext uri="{FF2B5EF4-FFF2-40B4-BE49-F238E27FC236}">
                <a16:creationId xmlns:a16="http://schemas.microsoft.com/office/drawing/2014/main" id="{4BCF92AE-771C-3CC4-F4C3-59A7C1E3CBF6}"/>
              </a:ext>
            </a:extLst>
          </p:cNvPr>
          <p:cNvSpPr/>
          <p:nvPr/>
        </p:nvSpPr>
        <p:spPr>
          <a:xfrm>
            <a:off x="4521555" y="4938898"/>
            <a:ext cx="50445" cy="504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ED79F0AE-F1B2-258B-D79D-4B5C63135ABF}"/>
              </a:ext>
            </a:extLst>
          </p:cNvPr>
          <p:cNvSpPr/>
          <p:nvPr/>
        </p:nvSpPr>
        <p:spPr>
          <a:xfrm>
            <a:off x="5591530" y="4760537"/>
            <a:ext cx="45719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EA42EA7A-4B94-631F-B56C-A5610A23BCA9}"/>
              </a:ext>
            </a:extLst>
          </p:cNvPr>
          <p:cNvSpPr/>
          <p:nvPr/>
        </p:nvSpPr>
        <p:spPr>
          <a:xfrm>
            <a:off x="5739952" y="4564464"/>
            <a:ext cx="45719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7689F3BA-B232-0B50-E4F3-493FC69783F1}"/>
              </a:ext>
            </a:extLst>
          </p:cNvPr>
          <p:cNvSpPr/>
          <p:nvPr/>
        </p:nvSpPr>
        <p:spPr>
          <a:xfrm>
            <a:off x="3409139" y="4847959"/>
            <a:ext cx="45719" cy="457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777D1382-6DE9-6569-40A1-7437010A8DE8}"/>
              </a:ext>
            </a:extLst>
          </p:cNvPr>
          <p:cNvGrpSpPr/>
          <p:nvPr/>
        </p:nvGrpSpPr>
        <p:grpSpPr>
          <a:xfrm>
            <a:off x="4546777" y="5022056"/>
            <a:ext cx="722929" cy="983108"/>
            <a:chOff x="4546777" y="5022056"/>
            <a:chExt cx="722929" cy="983108"/>
          </a:xfrm>
        </p:grpSpPr>
        <p:cxnSp>
          <p:nvCxnSpPr>
            <p:cNvPr id="546" name="Straight Connector 545">
              <a:extLst>
                <a:ext uri="{FF2B5EF4-FFF2-40B4-BE49-F238E27FC236}">
                  <a16:creationId xmlns:a16="http://schemas.microsoft.com/office/drawing/2014/main" id="{1941CA00-2324-FEFB-85DA-8CA5890745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5022056"/>
              <a:ext cx="83343" cy="288132"/>
            </a:xfrm>
            <a:prstGeom prst="line">
              <a:avLst/>
            </a:prstGeom>
            <a:ln w="31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546">
              <a:extLst>
                <a:ext uri="{FF2B5EF4-FFF2-40B4-BE49-F238E27FC236}">
                  <a16:creationId xmlns:a16="http://schemas.microsoft.com/office/drawing/2014/main" id="{F7B785AE-46B4-0B8D-F1F9-E79F74D473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4444" y="5310188"/>
              <a:ext cx="110760" cy="112885"/>
            </a:xfrm>
            <a:prstGeom prst="line">
              <a:avLst/>
            </a:prstGeom>
            <a:ln w="31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0269AE45-E9AC-13F0-3968-A7EA098FC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8123" y="5418536"/>
              <a:ext cx="335877" cy="357923"/>
            </a:xfrm>
            <a:prstGeom prst="line">
              <a:avLst/>
            </a:prstGeom>
            <a:ln w="31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548">
              <a:extLst>
                <a:ext uri="{FF2B5EF4-FFF2-40B4-BE49-F238E27FC236}">
                  <a16:creationId xmlns:a16="http://schemas.microsoft.com/office/drawing/2014/main" id="{AF9CA1BE-7796-E7CC-2DE7-D27DE16572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6777" y="5778840"/>
              <a:ext cx="192366" cy="226324"/>
            </a:xfrm>
            <a:prstGeom prst="line">
              <a:avLst/>
            </a:prstGeom>
            <a:ln w="31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1746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6832F2A2-86D8-3F6A-DDFF-B3FF03544E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832F2A2-86D8-3F6A-DDFF-B3FF03544E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20">
            <a:extLst>
              <a:ext uri="{FF2B5EF4-FFF2-40B4-BE49-F238E27FC236}">
                <a16:creationId xmlns:a16="http://schemas.microsoft.com/office/drawing/2014/main" id="{FE4609BF-2C92-4BD9-0678-308C38F0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>
                <a:latin typeface="Arial" panose="020B0604020202020204" pitchFamily="34" charset="0"/>
              </a:rPr>
              <a:t>Snostrud Exercita</a:t>
            </a:r>
            <a:r>
              <a:rPr lang="en-GB" sz="1800">
                <a:latin typeface="Arial" panose="020B0604020202020204" pitchFamily="34" charset="0"/>
              </a:rPr>
              <a:t>: </a:t>
            </a:r>
            <a:r>
              <a:rPr lang="en-GB" sz="1800" b="0">
                <a:latin typeface="Arial" panose="020B0604020202020204" pitchFamily="34" charset="0"/>
              </a:rPr>
              <a:t>“</a:t>
            </a:r>
            <a:r>
              <a:rPr lang="en-US" sz="1800" b="0">
                <a:latin typeface="Arial" panose="020B0604020202020204" pitchFamily="34" charset="0"/>
              </a:rPr>
              <a:t>Tionull Amcolab” orisnisi ut </a:t>
            </a:r>
            <a:r>
              <a:rPr lang="en-GB" sz="1800" b="0">
                <a:latin typeface="Arial" panose="020B0604020202020204" pitchFamily="34" charset="0"/>
              </a:rPr>
              <a:t>aliquip </a:t>
            </a:r>
            <a:r>
              <a:rPr lang="en-US" sz="1800" b="0">
                <a:latin typeface="Arial" panose="020B0604020202020204" pitchFamily="34" charset="0"/>
              </a:rPr>
              <a:t>Exeaco’m modoco nsequatduisaut eirured ol orinr e prehenderit inv olup-tatevelite S2S ecillumd ol oreeu fugi-atnu llaparia</a:t>
            </a:r>
            <a:endParaRPr lang="en-GB" sz="1800" b="0">
              <a:latin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8F97710-E8B1-3147-0B24-DD8CAA7C0276}"/>
              </a:ext>
            </a:extLst>
          </p:cNvPr>
          <p:cNvSpPr/>
          <p:nvPr/>
        </p:nvSpPr>
        <p:spPr bwMode="auto">
          <a:xfrm>
            <a:off x="78611" y="5473334"/>
            <a:ext cx="375527" cy="984565"/>
          </a:xfrm>
          <a:prstGeom prst="roundRect">
            <a:avLst/>
          </a:prstGeom>
          <a:solidFill>
            <a:srgbClr val="FBBE26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B8FE23-C08C-1D83-8F6D-044D0C15C8C0}"/>
              </a:ext>
            </a:extLst>
          </p:cNvPr>
          <p:cNvSpPr/>
          <p:nvPr/>
        </p:nvSpPr>
        <p:spPr bwMode="auto">
          <a:xfrm>
            <a:off x="644244" y="980408"/>
            <a:ext cx="5537437" cy="307770"/>
          </a:xfrm>
          <a:prstGeom prst="roundRect">
            <a:avLst>
              <a:gd name="adj" fmla="val 15501"/>
            </a:avLst>
          </a:prstGeom>
          <a:solidFill>
            <a:srgbClr val="B2E0FA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>
              <a:defRPr/>
            </a:pPr>
            <a:r>
              <a:rPr kumimoji="0" lang="en-GB" sz="1200" b="1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Turex 1: </a:t>
            </a:r>
            <a:r>
              <a:rPr kumimoji="0" lang="en-US" sz="12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Ce-Pt Eursintocc aec Atcupi Datat Nonpro + Identsuntinculp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C83CC5-8231-8B86-93F4-AF3DEB5DF8E6}"/>
              </a:ext>
            </a:extLst>
          </p:cNvPr>
          <p:cNvSpPr/>
          <p:nvPr/>
        </p:nvSpPr>
        <p:spPr bwMode="auto">
          <a:xfrm>
            <a:off x="9220984" y="980408"/>
            <a:ext cx="2743200" cy="307770"/>
          </a:xfrm>
          <a:prstGeom prst="roundRect">
            <a:avLst>
              <a:gd name="adj" fmla="val 15501"/>
            </a:avLst>
          </a:prstGeom>
          <a:solidFill>
            <a:srgbClr val="A2ABB0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kumimoji="0" lang="en-GB" sz="1200" b="1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Aquio 3:</a:t>
            </a:r>
            <a:r>
              <a:rPr kumimoji="0" lang="en-US" sz="1200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en-IN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Fficiadeserunt Mollita</a:t>
            </a:r>
            <a:endParaRPr lang="en-GB" sz="12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88B003-75EF-DFDB-1662-8F47E1553C41}"/>
              </a:ext>
            </a:extLst>
          </p:cNvPr>
          <p:cNvSpPr/>
          <p:nvPr/>
        </p:nvSpPr>
        <p:spPr bwMode="auto">
          <a:xfrm>
            <a:off x="6355800" y="980408"/>
            <a:ext cx="2740153" cy="307770"/>
          </a:xfrm>
          <a:prstGeom prst="roundRect">
            <a:avLst>
              <a:gd name="adj" fmla="val 15501"/>
            </a:avLst>
          </a:prstGeom>
          <a:solidFill>
            <a:srgbClr val="7ECAF8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kumimoji="0" lang="en-GB" sz="1200" b="1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Nimid 2:</a:t>
            </a:r>
            <a:r>
              <a:rPr kumimoji="0" lang="en-US" sz="1200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en-IN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Estlab Orumc Urabit</a:t>
            </a:r>
            <a:endParaRPr lang="en-GB" sz="12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57ED9-CF0B-FB20-8DB7-26C23306C6E8}"/>
              </a:ext>
            </a:extLst>
          </p:cNvPr>
          <p:cNvSpPr txBox="1"/>
          <p:nvPr/>
        </p:nvSpPr>
        <p:spPr>
          <a:xfrm>
            <a:off x="670625" y="3636861"/>
            <a:ext cx="2074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Urnonnu Llasi Tametnislt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Empus Co Nva Llisq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9EC1D-9B30-1727-CFCC-117D4FB00143}"/>
              </a:ext>
            </a:extLst>
          </p:cNvPr>
          <p:cNvSpPr txBox="1"/>
          <p:nvPr/>
        </p:nvSpPr>
        <p:spPr>
          <a:xfrm>
            <a:off x="3476169" y="3270083"/>
            <a:ext cx="2187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Uisacl Ectus Pellen  tes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Queinips Umid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Orcip Or Tada pi Bu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F354E58-9CEA-D84A-DA13-6A01A6A24BCF}"/>
              </a:ext>
            </a:extLst>
          </p:cNvPr>
          <p:cNvSpPr/>
          <p:nvPr/>
        </p:nvSpPr>
        <p:spPr>
          <a:xfrm>
            <a:off x="3529712" y="3960001"/>
            <a:ext cx="2628900" cy="307770"/>
          </a:xfrm>
          <a:prstGeom prst="roundRect">
            <a:avLst/>
          </a:prstGeom>
          <a:solidFill>
            <a:srgbClr val="D3EDFE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7BC6FB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r>
              <a:rPr lang="en-GB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SVIVAMUSS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EA8690-3B37-05F2-5820-4C12BFF276FF}"/>
              </a:ext>
            </a:extLst>
          </p:cNvPr>
          <p:cNvSpPr txBox="1"/>
          <p:nvPr/>
        </p:nvSpPr>
        <p:spPr>
          <a:xfrm>
            <a:off x="616870" y="4425560"/>
            <a:ext cx="27353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Uscipit torto regetfelis por tti torvolut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Patcrasu ltriciesl igula sedmagnadi ctu mportalore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Mipsumd Olorsitamet con sect eturadipi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A49057-E3E5-C697-0C66-7DC1813BD4F1}"/>
              </a:ext>
            </a:extLst>
          </p:cNvPr>
          <p:cNvSpPr txBox="1"/>
          <p:nvPr/>
        </p:nvSpPr>
        <p:spPr>
          <a:xfrm>
            <a:off x="3446464" y="4330439"/>
            <a:ext cx="27813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Scingelit s eddoe iusmod tem porincid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Iduntutla bore etdolorem, A2G naaliqu autenimadmin imven, iam quis nostrudex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Ercita t ionu-llamc olaborisnisiut aliquip exe acommodoco nsequatd uisa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90DAE2-1DF2-1C95-6E50-DB124356885B}"/>
              </a:ext>
            </a:extLst>
          </p:cNvPr>
          <p:cNvSpPr txBox="1"/>
          <p:nvPr/>
        </p:nvSpPr>
        <p:spPr>
          <a:xfrm>
            <a:off x="6344511" y="3074320"/>
            <a:ext cx="2638952" cy="477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Uteirure Dolori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Nre Pr Eh End Eriti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0EA3CF-F1F2-3289-B93D-DA80B40E4498}"/>
              </a:ext>
            </a:extLst>
          </p:cNvPr>
          <p:cNvSpPr/>
          <p:nvPr/>
        </p:nvSpPr>
        <p:spPr>
          <a:xfrm>
            <a:off x="6354564" y="3567604"/>
            <a:ext cx="2628900" cy="296660"/>
          </a:xfrm>
          <a:prstGeom prst="roundRect">
            <a:avLst/>
          </a:prstGeom>
          <a:solidFill>
            <a:srgbClr val="B2E0FA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GB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NVOLUPT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CA2FB2-D9BA-1607-3969-E8F6ECFDB37D}"/>
              </a:ext>
            </a:extLst>
          </p:cNvPr>
          <p:cNvSpPr txBox="1"/>
          <p:nvPr/>
        </p:nvSpPr>
        <p:spPr>
          <a:xfrm>
            <a:off x="6310573" y="3929607"/>
            <a:ext cx="27998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Ate V2E L2I tesseci llu mdolore eufugiatnul lapariatu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Rexcept E2U R2S intoccaeca tcup ida tatnonp roiden tsunt inculpaqu ioffi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Ciadese RUNt/MOLl ita nimide stla borumcura bit urnonnull asitametni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Sltempu sconvallisquis, aclect usp ellen tesq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5193B76-BC86-9F34-EF4E-3F39E8FB7BC0}"/>
              </a:ext>
            </a:extLst>
          </p:cNvPr>
          <p:cNvSpPr/>
          <p:nvPr/>
        </p:nvSpPr>
        <p:spPr>
          <a:xfrm>
            <a:off x="9283750" y="3567604"/>
            <a:ext cx="2628900" cy="296660"/>
          </a:xfrm>
          <a:prstGeom prst="roundRect">
            <a:avLst/>
          </a:prstGeom>
          <a:solidFill>
            <a:srgbClr val="A2ABB0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GB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UEINIPSUM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5AA106-BFDA-C5D6-0E55-B971FE093496}"/>
              </a:ext>
            </a:extLst>
          </p:cNvPr>
          <p:cNvSpPr txBox="1"/>
          <p:nvPr/>
        </p:nvSpPr>
        <p:spPr>
          <a:xfrm>
            <a:off x="9197630" y="3864165"/>
            <a:ext cx="277894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Idorcipor tadapibusvivamu ssuscip itto rto regetfel isportt itorvolutpatcr asul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Trici es ligulasedm agnadictump ort  aloremipsu 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Mdolors itametc onsect eturadipis ci ngelits eddoeiusmod temporincididu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CF5786-C314-1463-6409-59B0694D1B15}"/>
              </a:ext>
            </a:extLst>
          </p:cNvPr>
          <p:cNvSpPr txBox="1"/>
          <p:nvPr/>
        </p:nvSpPr>
        <p:spPr>
          <a:xfrm>
            <a:off x="9208082" y="3074320"/>
            <a:ext cx="275259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Ntutlaboreetdo Lorema-Gnaa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Liquaut eni Madm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1C6C38E-F98F-CB11-D306-A09A58664A1A}"/>
              </a:ext>
            </a:extLst>
          </p:cNvPr>
          <p:cNvCxnSpPr>
            <a:cxnSpLocks/>
          </p:cNvCxnSpPr>
          <p:nvPr/>
        </p:nvCxnSpPr>
        <p:spPr bwMode="auto">
          <a:xfrm>
            <a:off x="3407461" y="1402065"/>
            <a:ext cx="0" cy="3894052"/>
          </a:xfrm>
          <a:prstGeom prst="line">
            <a:avLst/>
          </a:prstGeom>
          <a:noFill/>
          <a:ln w="6350" cap="flat" cmpd="sng" algn="ctr">
            <a:solidFill>
              <a:srgbClr val="A2ABB0"/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9EB04A-A45A-185E-4196-3F97F4A5F645}"/>
              </a:ext>
            </a:extLst>
          </p:cNvPr>
          <p:cNvGrpSpPr/>
          <p:nvPr/>
        </p:nvGrpSpPr>
        <p:grpSpPr>
          <a:xfrm>
            <a:off x="6522109" y="1413975"/>
            <a:ext cx="2466097" cy="1608359"/>
            <a:chOff x="6349556" y="1705053"/>
            <a:chExt cx="2466097" cy="1608359"/>
          </a:xfrm>
        </p:grpSpPr>
        <p:grpSp>
          <p:nvGrpSpPr>
            <p:cNvPr id="28" name="Group 104">
              <a:extLst>
                <a:ext uri="{FF2B5EF4-FFF2-40B4-BE49-F238E27FC236}">
                  <a16:creationId xmlns:a16="http://schemas.microsoft.com/office/drawing/2014/main" id="{05DFBBA1-EC09-BCA9-4035-00C046A8F9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853284" y="1705053"/>
              <a:ext cx="1325564" cy="1409703"/>
              <a:chOff x="201" y="1544"/>
              <a:chExt cx="835" cy="888"/>
            </a:xfrm>
          </p:grpSpPr>
          <p:sp>
            <p:nvSpPr>
              <p:cNvPr id="1015" name="Freeform 105">
                <a:extLst>
                  <a:ext uri="{FF2B5EF4-FFF2-40B4-BE49-F238E27FC236}">
                    <a16:creationId xmlns:a16="http://schemas.microsoft.com/office/drawing/2014/main" id="{9587C565-E9A0-DA63-9A5E-6BB242A5C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2271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6" name="Freeform 106">
                <a:extLst>
                  <a:ext uri="{FF2B5EF4-FFF2-40B4-BE49-F238E27FC236}">
                    <a16:creationId xmlns:a16="http://schemas.microsoft.com/office/drawing/2014/main" id="{9717EA87-1EA4-ED16-35E8-706691D782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" y="2150"/>
                <a:ext cx="71" cy="161"/>
              </a:xfrm>
              <a:custGeom>
                <a:avLst/>
                <a:gdLst>
                  <a:gd name="T0" fmla="*/ 71 w 71"/>
                  <a:gd name="T1" fmla="*/ 161 h 161"/>
                  <a:gd name="T2" fmla="*/ 0 w 71"/>
                  <a:gd name="T3" fmla="*/ 121 h 161"/>
                  <a:gd name="T4" fmla="*/ 0 w 71"/>
                  <a:gd name="T5" fmla="*/ 41 h 161"/>
                  <a:gd name="T6" fmla="*/ 71 w 71"/>
                  <a:gd name="T7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61">
                    <a:moveTo>
                      <a:pt x="71" y="161"/>
                    </a:moveTo>
                    <a:lnTo>
                      <a:pt x="0" y="121"/>
                    </a:lnTo>
                    <a:lnTo>
                      <a:pt x="0" y="41"/>
                    </a:lnTo>
                    <a:lnTo>
                      <a:pt x="71" y="0"/>
                    </a:lnTo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7" name="Freeform 107">
                <a:extLst>
                  <a:ext uri="{FF2B5EF4-FFF2-40B4-BE49-F238E27FC236}">
                    <a16:creationId xmlns:a16="http://schemas.microsoft.com/office/drawing/2014/main" id="{8309341E-C19A-F33F-37C6-46F73A64CA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2029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8" name="Freeform 108">
                <a:extLst>
                  <a:ext uri="{FF2B5EF4-FFF2-40B4-BE49-F238E27FC236}">
                    <a16:creationId xmlns:a16="http://schemas.microsoft.com/office/drawing/2014/main" id="{870D349F-BD49-658B-DC90-8F4158251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" y="1907"/>
                <a:ext cx="141" cy="161"/>
              </a:xfrm>
              <a:custGeom>
                <a:avLst/>
                <a:gdLst>
                  <a:gd name="T0" fmla="*/ 141 w 141"/>
                  <a:gd name="T1" fmla="*/ 122 h 161"/>
                  <a:gd name="T2" fmla="*/ 71 w 141"/>
                  <a:gd name="T3" fmla="*/ 161 h 161"/>
                  <a:gd name="T4" fmla="*/ 0 w 141"/>
                  <a:gd name="T5" fmla="*/ 122 h 161"/>
                  <a:gd name="T6" fmla="*/ 0 w 141"/>
                  <a:gd name="T7" fmla="*/ 42 h 161"/>
                  <a:gd name="T8" fmla="*/ 71 w 141"/>
                  <a:gd name="T9" fmla="*/ 0 h 161"/>
                  <a:gd name="T10" fmla="*/ 141 w 141"/>
                  <a:gd name="T11" fmla="*/ 42 h 161"/>
                  <a:gd name="T12" fmla="*/ 141 w 141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161">
                    <a:moveTo>
                      <a:pt x="141" y="122"/>
                    </a:moveTo>
                    <a:lnTo>
                      <a:pt x="71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1" y="0"/>
                    </a:lnTo>
                    <a:lnTo>
                      <a:pt x="141" y="42"/>
                    </a:lnTo>
                    <a:lnTo>
                      <a:pt x="141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9" name="Freeform 109">
                <a:extLst>
                  <a:ext uri="{FF2B5EF4-FFF2-40B4-BE49-F238E27FC236}">
                    <a16:creationId xmlns:a16="http://schemas.microsoft.com/office/drawing/2014/main" id="{C8CBE75F-F65F-6D61-79FD-3489D33ED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" y="1907"/>
                <a:ext cx="138" cy="161"/>
              </a:xfrm>
              <a:custGeom>
                <a:avLst/>
                <a:gdLst>
                  <a:gd name="T0" fmla="*/ 138 w 138"/>
                  <a:gd name="T1" fmla="*/ 122 h 161"/>
                  <a:gd name="T2" fmla="*/ 70 w 138"/>
                  <a:gd name="T3" fmla="*/ 161 h 161"/>
                  <a:gd name="T4" fmla="*/ 0 w 138"/>
                  <a:gd name="T5" fmla="*/ 122 h 161"/>
                  <a:gd name="T6" fmla="*/ 0 w 138"/>
                  <a:gd name="T7" fmla="*/ 42 h 161"/>
                  <a:gd name="T8" fmla="*/ 70 w 138"/>
                  <a:gd name="T9" fmla="*/ 0 h 161"/>
                  <a:gd name="T10" fmla="*/ 138 w 138"/>
                  <a:gd name="T11" fmla="*/ 42 h 161"/>
                  <a:gd name="T12" fmla="*/ 138 w 138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161">
                    <a:moveTo>
                      <a:pt x="138" y="122"/>
                    </a:moveTo>
                    <a:lnTo>
                      <a:pt x="70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0" y="0"/>
                    </a:lnTo>
                    <a:lnTo>
                      <a:pt x="138" y="42"/>
                    </a:lnTo>
                    <a:lnTo>
                      <a:pt x="138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0" name="Freeform 110">
                <a:extLst>
                  <a:ext uri="{FF2B5EF4-FFF2-40B4-BE49-F238E27FC236}">
                    <a16:creationId xmlns:a16="http://schemas.microsoft.com/office/drawing/2014/main" id="{482280E4-ED28-A58E-7748-3034DD343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" y="2029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1" name="Line 111">
                <a:extLst>
                  <a:ext uri="{FF2B5EF4-FFF2-40B4-BE49-F238E27FC236}">
                    <a16:creationId xmlns:a16="http://schemas.microsoft.com/office/drawing/2014/main" id="{E83CF063-C5D0-AAF1-C6FA-55607F2DC4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" y="2029"/>
                <a:ext cx="70" cy="39"/>
              </a:xfrm>
              <a:prstGeom prst="line">
                <a:avLst/>
              </a:pr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2" name="Freeform 112">
                <a:extLst>
                  <a:ext uri="{FF2B5EF4-FFF2-40B4-BE49-F238E27FC236}">
                    <a16:creationId xmlns:a16="http://schemas.microsoft.com/office/drawing/2014/main" id="{B48ABE1B-343F-6D02-A821-27D841059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" y="1907"/>
                <a:ext cx="139" cy="161"/>
              </a:xfrm>
              <a:custGeom>
                <a:avLst/>
                <a:gdLst>
                  <a:gd name="T0" fmla="*/ 139 w 139"/>
                  <a:gd name="T1" fmla="*/ 122 h 161"/>
                  <a:gd name="T2" fmla="*/ 70 w 139"/>
                  <a:gd name="T3" fmla="*/ 161 h 161"/>
                  <a:gd name="T4" fmla="*/ 0 w 139"/>
                  <a:gd name="T5" fmla="*/ 122 h 161"/>
                  <a:gd name="T6" fmla="*/ 0 w 139"/>
                  <a:gd name="T7" fmla="*/ 42 h 161"/>
                  <a:gd name="T8" fmla="*/ 70 w 139"/>
                  <a:gd name="T9" fmla="*/ 0 h 161"/>
                  <a:gd name="T10" fmla="*/ 139 w 139"/>
                  <a:gd name="T11" fmla="*/ 42 h 161"/>
                  <a:gd name="T12" fmla="*/ 139 w 139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2"/>
                    </a:moveTo>
                    <a:lnTo>
                      <a:pt x="70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0" y="0"/>
                    </a:lnTo>
                    <a:lnTo>
                      <a:pt x="139" y="42"/>
                    </a:lnTo>
                    <a:lnTo>
                      <a:pt x="139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3" name="Freeform 113">
                <a:extLst>
                  <a:ext uri="{FF2B5EF4-FFF2-40B4-BE49-F238E27FC236}">
                    <a16:creationId xmlns:a16="http://schemas.microsoft.com/office/drawing/2014/main" id="{D32C213C-555D-F414-400B-9CF5F81FA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" y="2029"/>
                <a:ext cx="138" cy="161"/>
              </a:xfrm>
              <a:custGeom>
                <a:avLst/>
                <a:gdLst>
                  <a:gd name="T0" fmla="*/ 138 w 138"/>
                  <a:gd name="T1" fmla="*/ 121 h 161"/>
                  <a:gd name="T2" fmla="*/ 70 w 138"/>
                  <a:gd name="T3" fmla="*/ 161 h 161"/>
                  <a:gd name="T4" fmla="*/ 0 w 138"/>
                  <a:gd name="T5" fmla="*/ 121 h 161"/>
                  <a:gd name="T6" fmla="*/ 0 w 138"/>
                  <a:gd name="T7" fmla="*/ 41 h 161"/>
                  <a:gd name="T8" fmla="*/ 70 w 138"/>
                  <a:gd name="T9" fmla="*/ 0 h 161"/>
                  <a:gd name="T10" fmla="*/ 138 w 138"/>
                  <a:gd name="T11" fmla="*/ 41 h 161"/>
                  <a:gd name="T12" fmla="*/ 138 w 138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161">
                    <a:moveTo>
                      <a:pt x="138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70" y="0"/>
                    </a:lnTo>
                    <a:lnTo>
                      <a:pt x="138" y="41"/>
                    </a:lnTo>
                    <a:lnTo>
                      <a:pt x="138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114">
                <a:extLst>
                  <a:ext uri="{FF2B5EF4-FFF2-40B4-BE49-F238E27FC236}">
                    <a16:creationId xmlns:a16="http://schemas.microsoft.com/office/drawing/2014/main" id="{3DF4D693-6B01-1F69-D197-CFBA9F11A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" y="1786"/>
                <a:ext cx="140" cy="161"/>
              </a:xfrm>
              <a:custGeom>
                <a:avLst/>
                <a:gdLst>
                  <a:gd name="T0" fmla="*/ 70 w 140"/>
                  <a:gd name="T1" fmla="*/ 0 h 161"/>
                  <a:gd name="T2" fmla="*/ 140 w 140"/>
                  <a:gd name="T3" fmla="*/ 40 h 161"/>
                  <a:gd name="T4" fmla="*/ 140 w 140"/>
                  <a:gd name="T5" fmla="*/ 121 h 161"/>
                  <a:gd name="T6" fmla="*/ 70 w 140"/>
                  <a:gd name="T7" fmla="*/ 161 h 161"/>
                  <a:gd name="T8" fmla="*/ 0 w 140"/>
                  <a:gd name="T9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161">
                    <a:moveTo>
                      <a:pt x="70" y="0"/>
                    </a:moveTo>
                    <a:lnTo>
                      <a:pt x="140" y="40"/>
                    </a:lnTo>
                    <a:lnTo>
                      <a:pt x="140" y="121"/>
                    </a:lnTo>
                    <a:lnTo>
                      <a:pt x="70" y="161"/>
                    </a:lnTo>
                    <a:lnTo>
                      <a:pt x="0" y="121"/>
                    </a:lnTo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115">
                <a:extLst>
                  <a:ext uri="{FF2B5EF4-FFF2-40B4-BE49-F238E27FC236}">
                    <a16:creationId xmlns:a16="http://schemas.microsoft.com/office/drawing/2014/main" id="{9AC479EA-D0CE-EFEF-0B96-4BC54BCD2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" y="1665"/>
                <a:ext cx="141" cy="161"/>
              </a:xfrm>
              <a:custGeom>
                <a:avLst/>
                <a:gdLst>
                  <a:gd name="T0" fmla="*/ 141 w 141"/>
                  <a:gd name="T1" fmla="*/ 121 h 161"/>
                  <a:gd name="T2" fmla="*/ 71 w 141"/>
                  <a:gd name="T3" fmla="*/ 161 h 161"/>
                  <a:gd name="T4" fmla="*/ 0 w 141"/>
                  <a:gd name="T5" fmla="*/ 121 h 161"/>
                  <a:gd name="T6" fmla="*/ 0 w 141"/>
                  <a:gd name="T7" fmla="*/ 40 h 161"/>
                  <a:gd name="T8" fmla="*/ 71 w 141"/>
                  <a:gd name="T9" fmla="*/ 0 h 161"/>
                  <a:gd name="T10" fmla="*/ 141 w 141"/>
                  <a:gd name="T11" fmla="*/ 40 h 161"/>
                  <a:gd name="T12" fmla="*/ 141 w 141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161">
                    <a:moveTo>
                      <a:pt x="141" y="121"/>
                    </a:moveTo>
                    <a:lnTo>
                      <a:pt x="71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1" y="0"/>
                    </a:lnTo>
                    <a:lnTo>
                      <a:pt x="141" y="40"/>
                    </a:lnTo>
                    <a:lnTo>
                      <a:pt x="141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116">
                <a:extLst>
                  <a:ext uri="{FF2B5EF4-FFF2-40B4-BE49-F238E27FC236}">
                    <a16:creationId xmlns:a16="http://schemas.microsoft.com/office/drawing/2014/main" id="{D4835E6A-9687-94F1-90C9-8A4BC2F47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" y="1786"/>
                <a:ext cx="140" cy="161"/>
              </a:xfrm>
              <a:custGeom>
                <a:avLst/>
                <a:gdLst>
                  <a:gd name="T0" fmla="*/ 0 w 140"/>
                  <a:gd name="T1" fmla="*/ 40 h 161"/>
                  <a:gd name="T2" fmla="*/ 70 w 140"/>
                  <a:gd name="T3" fmla="*/ 0 h 161"/>
                  <a:gd name="T4" fmla="*/ 140 w 140"/>
                  <a:gd name="T5" fmla="*/ 40 h 161"/>
                  <a:gd name="T6" fmla="*/ 140 w 140"/>
                  <a:gd name="T7" fmla="*/ 121 h 161"/>
                  <a:gd name="T8" fmla="*/ 70 w 140"/>
                  <a:gd name="T9" fmla="*/ 16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161">
                    <a:moveTo>
                      <a:pt x="0" y="40"/>
                    </a:move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lnTo>
                      <a:pt x="70" y="161"/>
                    </a:lnTo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117">
                <a:extLst>
                  <a:ext uri="{FF2B5EF4-FFF2-40B4-BE49-F238E27FC236}">
                    <a16:creationId xmlns:a16="http://schemas.microsoft.com/office/drawing/2014/main" id="{BF5279BD-1FF5-F102-192B-81C7D1431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" y="1544"/>
                <a:ext cx="140" cy="161"/>
              </a:xfrm>
              <a:custGeom>
                <a:avLst/>
                <a:gdLst>
                  <a:gd name="T0" fmla="*/ 140 w 140"/>
                  <a:gd name="T1" fmla="*/ 121 h 161"/>
                  <a:gd name="T2" fmla="*/ 70 w 140"/>
                  <a:gd name="T3" fmla="*/ 161 h 161"/>
                  <a:gd name="T4" fmla="*/ 0 w 140"/>
                  <a:gd name="T5" fmla="*/ 121 h 161"/>
                  <a:gd name="T6" fmla="*/ 0 w 140"/>
                  <a:gd name="T7" fmla="*/ 40 h 161"/>
                  <a:gd name="T8" fmla="*/ 70 w 140"/>
                  <a:gd name="T9" fmla="*/ 0 h 161"/>
                  <a:gd name="T10" fmla="*/ 140 w 140"/>
                  <a:gd name="T11" fmla="*/ 40 h 161"/>
                  <a:gd name="T12" fmla="*/ 140 w 140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161">
                    <a:moveTo>
                      <a:pt x="140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118">
                <a:extLst>
                  <a:ext uri="{FF2B5EF4-FFF2-40B4-BE49-F238E27FC236}">
                    <a16:creationId xmlns:a16="http://schemas.microsoft.com/office/drawing/2014/main" id="{B08DAF87-0182-E632-DBA8-CE0E8CC09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1665"/>
                <a:ext cx="140" cy="161"/>
              </a:xfrm>
              <a:custGeom>
                <a:avLst/>
                <a:gdLst>
                  <a:gd name="T0" fmla="*/ 140 w 140"/>
                  <a:gd name="T1" fmla="*/ 121 h 161"/>
                  <a:gd name="T2" fmla="*/ 70 w 140"/>
                  <a:gd name="T3" fmla="*/ 161 h 161"/>
                  <a:gd name="T4" fmla="*/ 0 w 140"/>
                  <a:gd name="T5" fmla="*/ 121 h 161"/>
                  <a:gd name="T6" fmla="*/ 0 w 140"/>
                  <a:gd name="T7" fmla="*/ 40 h 161"/>
                  <a:gd name="T8" fmla="*/ 70 w 140"/>
                  <a:gd name="T9" fmla="*/ 0 h 161"/>
                  <a:gd name="T10" fmla="*/ 140 w 140"/>
                  <a:gd name="T11" fmla="*/ 40 h 161"/>
                  <a:gd name="T12" fmla="*/ 140 w 140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161">
                    <a:moveTo>
                      <a:pt x="140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Line 119">
                <a:extLst>
                  <a:ext uri="{FF2B5EF4-FFF2-40B4-BE49-F238E27FC236}">
                    <a16:creationId xmlns:a16="http://schemas.microsoft.com/office/drawing/2014/main" id="{F9B3B803-5794-A2EA-4828-4BDA14201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8" y="2029"/>
                <a:ext cx="70" cy="41"/>
              </a:xfrm>
              <a:prstGeom prst="line">
                <a:avLst/>
              </a:pr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Line 120">
                <a:extLst>
                  <a:ext uri="{FF2B5EF4-FFF2-40B4-BE49-F238E27FC236}">
                    <a16:creationId xmlns:a16="http://schemas.microsoft.com/office/drawing/2014/main" id="{9DBEDDEE-3958-7D13-414A-25C827C8C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9" y="1786"/>
                <a:ext cx="69" cy="40"/>
              </a:xfrm>
              <a:prstGeom prst="line">
                <a:avLst/>
              </a:prstGeom>
              <a:noFill/>
              <a:ln w="6350" cap="flat">
                <a:solidFill>
                  <a:srgbClr val="DFE3E6">
                    <a:alpha val="8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15B8EAE-934C-0F2A-3A1E-780F086D441D}"/>
                </a:ext>
              </a:extLst>
            </p:cNvPr>
            <p:cNvGrpSpPr/>
            <p:nvPr/>
          </p:nvGrpSpPr>
          <p:grpSpPr>
            <a:xfrm flipH="1">
              <a:off x="6904887" y="2603969"/>
              <a:ext cx="431831" cy="709443"/>
              <a:chOff x="570" y="1852157"/>
              <a:chExt cx="766798" cy="1259740"/>
            </a:xfrm>
          </p:grpSpPr>
          <p:sp>
            <p:nvSpPr>
              <p:cNvPr id="1001" name="Rectangle 88">
                <a:extLst>
                  <a:ext uri="{FF2B5EF4-FFF2-40B4-BE49-F238E27FC236}">
                    <a16:creationId xmlns:a16="http://schemas.microsoft.com/office/drawing/2014/main" id="{899EB7DE-7233-EDBE-7620-722C3958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746" y="2891772"/>
                <a:ext cx="140741" cy="111276"/>
              </a:xfrm>
              <a:prstGeom prst="rect">
                <a:avLst/>
              </a:pr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2" name="Freeform 89">
                <a:extLst>
                  <a:ext uri="{FF2B5EF4-FFF2-40B4-BE49-F238E27FC236}">
                    <a16:creationId xmlns:a16="http://schemas.microsoft.com/office/drawing/2014/main" id="{BFD5CD8A-6F7E-DE31-4D96-6B0B986F7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656" y="2985715"/>
                <a:ext cx="318921" cy="57545"/>
              </a:xfrm>
              <a:custGeom>
                <a:avLst/>
                <a:gdLst>
                  <a:gd name="T0" fmla="*/ 0 w 387"/>
                  <a:gd name="T1" fmla="*/ 70 h 70"/>
                  <a:gd name="T2" fmla="*/ 0 w 387"/>
                  <a:gd name="T3" fmla="*/ 27 h 70"/>
                  <a:gd name="T4" fmla="*/ 28 w 387"/>
                  <a:gd name="T5" fmla="*/ 0 h 70"/>
                  <a:gd name="T6" fmla="*/ 359 w 387"/>
                  <a:gd name="T7" fmla="*/ 0 h 70"/>
                  <a:gd name="T8" fmla="*/ 387 w 387"/>
                  <a:gd name="T9" fmla="*/ 27 h 70"/>
                  <a:gd name="T10" fmla="*/ 387 w 387"/>
                  <a:gd name="T11" fmla="*/ 70 h 70"/>
                  <a:gd name="T12" fmla="*/ 0 w 387"/>
                  <a:gd name="T13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7" h="70">
                    <a:moveTo>
                      <a:pt x="0" y="7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3" y="0"/>
                      <a:pt x="28" y="0"/>
                    </a:cubicBezTo>
                    <a:cubicBezTo>
                      <a:pt x="359" y="0"/>
                      <a:pt x="359" y="0"/>
                      <a:pt x="359" y="0"/>
                    </a:cubicBezTo>
                    <a:cubicBezTo>
                      <a:pt x="374" y="0"/>
                      <a:pt x="387" y="12"/>
                      <a:pt x="387" y="27"/>
                    </a:cubicBezTo>
                    <a:cubicBezTo>
                      <a:pt x="387" y="70"/>
                      <a:pt x="387" y="70"/>
                      <a:pt x="387" y="70"/>
                    </a:cubicBez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3" name="Freeform 90">
                <a:extLst>
                  <a:ext uri="{FF2B5EF4-FFF2-40B4-BE49-F238E27FC236}">
                    <a16:creationId xmlns:a16="http://schemas.microsoft.com/office/drawing/2014/main" id="{0EB92F38-961E-0B70-7D9C-403CD7DF2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67" y="3039446"/>
                <a:ext cx="538353" cy="72451"/>
              </a:xfrm>
              <a:custGeom>
                <a:avLst/>
                <a:gdLst>
                  <a:gd name="T0" fmla="*/ 0 w 653"/>
                  <a:gd name="T1" fmla="*/ 88 h 88"/>
                  <a:gd name="T2" fmla="*/ 0 w 653"/>
                  <a:gd name="T3" fmla="*/ 34 h 88"/>
                  <a:gd name="T4" fmla="*/ 35 w 653"/>
                  <a:gd name="T5" fmla="*/ 0 h 88"/>
                  <a:gd name="T6" fmla="*/ 618 w 653"/>
                  <a:gd name="T7" fmla="*/ 0 h 88"/>
                  <a:gd name="T8" fmla="*/ 653 w 653"/>
                  <a:gd name="T9" fmla="*/ 34 h 88"/>
                  <a:gd name="T10" fmla="*/ 653 w 653"/>
                  <a:gd name="T11" fmla="*/ 88 h 88"/>
                  <a:gd name="T12" fmla="*/ 0 w 653"/>
                  <a:gd name="T13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3" h="88">
                    <a:moveTo>
                      <a:pt x="0" y="88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15"/>
                      <a:pt x="16" y="0"/>
                      <a:pt x="35" y="0"/>
                    </a:cubicBezTo>
                    <a:cubicBezTo>
                      <a:pt x="618" y="0"/>
                      <a:pt x="618" y="0"/>
                      <a:pt x="618" y="0"/>
                    </a:cubicBezTo>
                    <a:cubicBezTo>
                      <a:pt x="637" y="0"/>
                      <a:pt x="653" y="15"/>
                      <a:pt x="653" y="34"/>
                    </a:cubicBezTo>
                    <a:cubicBezTo>
                      <a:pt x="653" y="88"/>
                      <a:pt x="653" y="88"/>
                      <a:pt x="653" y="88"/>
                    </a:cubicBez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4" name="Freeform 91">
                <a:extLst>
                  <a:ext uri="{FF2B5EF4-FFF2-40B4-BE49-F238E27FC236}">
                    <a16:creationId xmlns:a16="http://schemas.microsoft.com/office/drawing/2014/main" id="{41FAE03D-AAB3-780A-F403-27B063CAD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9" y="2129480"/>
                <a:ext cx="745999" cy="777198"/>
              </a:xfrm>
              <a:custGeom>
                <a:avLst/>
                <a:gdLst>
                  <a:gd name="T0" fmla="*/ 663 w 905"/>
                  <a:gd name="T1" fmla="*/ 0 h 944"/>
                  <a:gd name="T2" fmla="*/ 591 w 905"/>
                  <a:gd name="T3" fmla="*/ 117 h 944"/>
                  <a:gd name="T4" fmla="*/ 768 w 905"/>
                  <a:gd name="T5" fmla="*/ 434 h 944"/>
                  <a:gd name="T6" fmla="*/ 396 w 905"/>
                  <a:gd name="T7" fmla="*/ 806 h 944"/>
                  <a:gd name="T8" fmla="*/ 0 w 905"/>
                  <a:gd name="T9" fmla="*/ 806 h 944"/>
                  <a:gd name="T10" fmla="*/ 0 w 905"/>
                  <a:gd name="T11" fmla="*/ 850 h 944"/>
                  <a:gd name="T12" fmla="*/ 28 w 905"/>
                  <a:gd name="T13" fmla="*/ 878 h 944"/>
                  <a:gd name="T14" fmla="*/ 146 w 905"/>
                  <a:gd name="T15" fmla="*/ 878 h 944"/>
                  <a:gd name="T16" fmla="*/ 396 w 905"/>
                  <a:gd name="T17" fmla="*/ 944 h 944"/>
                  <a:gd name="T18" fmla="*/ 905 w 905"/>
                  <a:gd name="T19" fmla="*/ 434 h 944"/>
                  <a:gd name="T20" fmla="*/ 663 w 905"/>
                  <a:gd name="T21" fmla="*/ 0 h 9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5" h="944">
                    <a:moveTo>
                      <a:pt x="663" y="0"/>
                    </a:moveTo>
                    <a:cubicBezTo>
                      <a:pt x="591" y="117"/>
                      <a:pt x="591" y="117"/>
                      <a:pt x="591" y="117"/>
                    </a:cubicBezTo>
                    <a:cubicBezTo>
                      <a:pt x="702" y="185"/>
                      <a:pt x="768" y="304"/>
                      <a:pt x="768" y="434"/>
                    </a:cubicBezTo>
                    <a:cubicBezTo>
                      <a:pt x="768" y="639"/>
                      <a:pt x="601" y="806"/>
                      <a:pt x="396" y="806"/>
                    </a:cubicBezTo>
                    <a:cubicBezTo>
                      <a:pt x="0" y="806"/>
                      <a:pt x="0" y="806"/>
                      <a:pt x="0" y="806"/>
                    </a:cubicBezTo>
                    <a:cubicBezTo>
                      <a:pt x="0" y="850"/>
                      <a:pt x="0" y="850"/>
                      <a:pt x="0" y="850"/>
                    </a:cubicBezTo>
                    <a:cubicBezTo>
                      <a:pt x="0" y="866"/>
                      <a:pt x="13" y="878"/>
                      <a:pt x="28" y="878"/>
                    </a:cubicBezTo>
                    <a:cubicBezTo>
                      <a:pt x="146" y="878"/>
                      <a:pt x="146" y="878"/>
                      <a:pt x="146" y="878"/>
                    </a:cubicBezTo>
                    <a:cubicBezTo>
                      <a:pt x="222" y="921"/>
                      <a:pt x="308" y="944"/>
                      <a:pt x="396" y="944"/>
                    </a:cubicBezTo>
                    <a:cubicBezTo>
                      <a:pt x="677" y="944"/>
                      <a:pt x="905" y="715"/>
                      <a:pt x="905" y="434"/>
                    </a:cubicBezTo>
                    <a:cubicBezTo>
                      <a:pt x="905" y="256"/>
                      <a:pt x="815" y="94"/>
                      <a:pt x="663" y="0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5" name="Freeform 92">
                <a:extLst>
                  <a:ext uri="{FF2B5EF4-FFF2-40B4-BE49-F238E27FC236}">
                    <a16:creationId xmlns:a16="http://schemas.microsoft.com/office/drawing/2014/main" id="{8110E086-F7AC-11A8-7DE6-AF1C60548B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405" y="1852157"/>
                <a:ext cx="129302" cy="115089"/>
              </a:xfrm>
              <a:custGeom>
                <a:avLst/>
                <a:gdLst>
                  <a:gd name="T0" fmla="*/ 278 w 373"/>
                  <a:gd name="T1" fmla="*/ 332 h 332"/>
                  <a:gd name="T2" fmla="*/ 0 w 373"/>
                  <a:gd name="T3" fmla="*/ 206 h 332"/>
                  <a:gd name="T4" fmla="*/ 95 w 373"/>
                  <a:gd name="T5" fmla="*/ 0 h 332"/>
                  <a:gd name="T6" fmla="*/ 373 w 373"/>
                  <a:gd name="T7" fmla="*/ 126 h 332"/>
                  <a:gd name="T8" fmla="*/ 278 w 373"/>
                  <a:gd name="T9" fmla="*/ 332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3" h="332">
                    <a:moveTo>
                      <a:pt x="278" y="332"/>
                    </a:moveTo>
                    <a:lnTo>
                      <a:pt x="0" y="206"/>
                    </a:lnTo>
                    <a:lnTo>
                      <a:pt x="95" y="0"/>
                    </a:lnTo>
                    <a:lnTo>
                      <a:pt x="373" y="126"/>
                    </a:lnTo>
                    <a:lnTo>
                      <a:pt x="278" y="332"/>
                    </a:lnTo>
                    <a:close/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6" name="Freeform 93">
                <a:extLst>
                  <a:ext uri="{FF2B5EF4-FFF2-40B4-BE49-F238E27FC236}">
                    <a16:creationId xmlns:a16="http://schemas.microsoft.com/office/drawing/2014/main" id="{BFF62EA3-7D0A-37FA-E0FE-F288C6A6B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041" y="1886476"/>
                <a:ext cx="394145" cy="577179"/>
              </a:xfrm>
              <a:custGeom>
                <a:avLst/>
                <a:gdLst>
                  <a:gd name="T0" fmla="*/ 481 w 1137"/>
                  <a:gd name="T1" fmla="*/ 1665 h 1665"/>
                  <a:gd name="T2" fmla="*/ 0 w 1137"/>
                  <a:gd name="T3" fmla="*/ 1447 h 1665"/>
                  <a:gd name="T4" fmla="*/ 657 w 1137"/>
                  <a:gd name="T5" fmla="*/ 0 h 1665"/>
                  <a:gd name="T6" fmla="*/ 1137 w 1137"/>
                  <a:gd name="T7" fmla="*/ 217 h 1665"/>
                  <a:gd name="T8" fmla="*/ 481 w 1137"/>
                  <a:gd name="T9" fmla="*/ 1665 h 1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7" h="1665">
                    <a:moveTo>
                      <a:pt x="481" y="1665"/>
                    </a:moveTo>
                    <a:lnTo>
                      <a:pt x="0" y="1447"/>
                    </a:lnTo>
                    <a:lnTo>
                      <a:pt x="657" y="0"/>
                    </a:lnTo>
                    <a:lnTo>
                      <a:pt x="1137" y="217"/>
                    </a:lnTo>
                    <a:lnTo>
                      <a:pt x="481" y="1665"/>
                    </a:ln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7" name="Freeform 94">
                <a:extLst>
                  <a:ext uri="{FF2B5EF4-FFF2-40B4-BE49-F238E27FC236}">
                    <a16:creationId xmlns:a16="http://schemas.microsoft.com/office/drawing/2014/main" id="{779C562B-7095-C99E-2C9D-FDDA32B1C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29" y="2483414"/>
                <a:ext cx="72797" cy="89783"/>
              </a:xfrm>
              <a:custGeom>
                <a:avLst/>
                <a:gdLst>
                  <a:gd name="T0" fmla="*/ 115 w 210"/>
                  <a:gd name="T1" fmla="*/ 259 h 259"/>
                  <a:gd name="T2" fmla="*/ 0 w 210"/>
                  <a:gd name="T3" fmla="*/ 209 h 259"/>
                  <a:gd name="T4" fmla="*/ 96 w 210"/>
                  <a:gd name="T5" fmla="*/ 0 h 259"/>
                  <a:gd name="T6" fmla="*/ 210 w 210"/>
                  <a:gd name="T7" fmla="*/ 53 h 259"/>
                  <a:gd name="T8" fmla="*/ 115 w 210"/>
                  <a:gd name="T9" fmla="*/ 25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259">
                    <a:moveTo>
                      <a:pt x="115" y="259"/>
                    </a:moveTo>
                    <a:lnTo>
                      <a:pt x="0" y="209"/>
                    </a:lnTo>
                    <a:lnTo>
                      <a:pt x="96" y="0"/>
                    </a:lnTo>
                    <a:lnTo>
                      <a:pt x="210" y="53"/>
                    </a:lnTo>
                    <a:lnTo>
                      <a:pt x="115" y="259"/>
                    </a:lnTo>
                    <a:close/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8" name="Freeform 95">
                <a:extLst>
                  <a:ext uri="{FF2B5EF4-FFF2-40B4-BE49-F238E27FC236}">
                    <a16:creationId xmlns:a16="http://schemas.microsoft.com/office/drawing/2014/main" id="{32A24DD2-0A2E-DA54-1398-D6D2DB525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86" y="2518079"/>
                <a:ext cx="72451" cy="89783"/>
              </a:xfrm>
              <a:custGeom>
                <a:avLst/>
                <a:gdLst>
                  <a:gd name="T0" fmla="*/ 114 w 209"/>
                  <a:gd name="T1" fmla="*/ 259 h 259"/>
                  <a:gd name="T2" fmla="*/ 0 w 209"/>
                  <a:gd name="T3" fmla="*/ 209 h 259"/>
                  <a:gd name="T4" fmla="*/ 95 w 209"/>
                  <a:gd name="T5" fmla="*/ 0 h 259"/>
                  <a:gd name="T6" fmla="*/ 209 w 209"/>
                  <a:gd name="T7" fmla="*/ 52 h 259"/>
                  <a:gd name="T8" fmla="*/ 114 w 209"/>
                  <a:gd name="T9" fmla="*/ 25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9" h="259">
                    <a:moveTo>
                      <a:pt x="114" y="259"/>
                    </a:moveTo>
                    <a:lnTo>
                      <a:pt x="0" y="209"/>
                    </a:lnTo>
                    <a:lnTo>
                      <a:pt x="95" y="0"/>
                    </a:lnTo>
                    <a:lnTo>
                      <a:pt x="209" y="52"/>
                    </a:lnTo>
                    <a:lnTo>
                      <a:pt x="114" y="259"/>
                    </a:lnTo>
                    <a:close/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9" name="Freeform 96">
                <a:extLst>
                  <a:ext uri="{FF2B5EF4-FFF2-40B4-BE49-F238E27FC236}">
                    <a16:creationId xmlns:a16="http://schemas.microsoft.com/office/drawing/2014/main" id="{5FE28D36-EF94-C72E-638C-5F07975BDC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243" y="2421016"/>
                <a:ext cx="199326" cy="145595"/>
              </a:xfrm>
              <a:custGeom>
                <a:avLst/>
                <a:gdLst>
                  <a:gd name="T0" fmla="*/ 482 w 575"/>
                  <a:gd name="T1" fmla="*/ 420 h 420"/>
                  <a:gd name="T2" fmla="*/ 0 w 575"/>
                  <a:gd name="T3" fmla="*/ 204 h 420"/>
                  <a:gd name="T4" fmla="*/ 92 w 575"/>
                  <a:gd name="T5" fmla="*/ 0 h 420"/>
                  <a:gd name="T6" fmla="*/ 575 w 575"/>
                  <a:gd name="T7" fmla="*/ 216 h 420"/>
                  <a:gd name="T8" fmla="*/ 482 w 575"/>
                  <a:gd name="T9" fmla="*/ 42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5" h="420">
                    <a:moveTo>
                      <a:pt x="482" y="420"/>
                    </a:moveTo>
                    <a:lnTo>
                      <a:pt x="0" y="204"/>
                    </a:lnTo>
                    <a:lnTo>
                      <a:pt x="92" y="0"/>
                    </a:lnTo>
                    <a:lnTo>
                      <a:pt x="575" y="216"/>
                    </a:lnTo>
                    <a:lnTo>
                      <a:pt x="482" y="420"/>
                    </a:ln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0" name="Freeform 97">
                <a:extLst>
                  <a:ext uri="{FF2B5EF4-FFF2-40B4-BE49-F238E27FC236}">
                    <a16:creationId xmlns:a16="http://schemas.microsoft.com/office/drawing/2014/main" id="{84F1B64A-C446-4DDE-85CC-D7381A7EF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16" y="2345099"/>
                <a:ext cx="267963" cy="180260"/>
              </a:xfrm>
              <a:custGeom>
                <a:avLst/>
                <a:gdLst>
                  <a:gd name="T0" fmla="*/ 0 w 773"/>
                  <a:gd name="T1" fmla="*/ 214 h 520"/>
                  <a:gd name="T2" fmla="*/ 676 w 773"/>
                  <a:gd name="T3" fmla="*/ 520 h 520"/>
                  <a:gd name="T4" fmla="*/ 773 w 773"/>
                  <a:gd name="T5" fmla="*/ 304 h 520"/>
                  <a:gd name="T6" fmla="*/ 98 w 773"/>
                  <a:gd name="T7" fmla="*/ 0 h 520"/>
                  <a:gd name="T8" fmla="*/ 0 w 773"/>
                  <a:gd name="T9" fmla="*/ 214 h 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3" h="520">
                    <a:moveTo>
                      <a:pt x="0" y="214"/>
                    </a:moveTo>
                    <a:lnTo>
                      <a:pt x="676" y="520"/>
                    </a:lnTo>
                    <a:lnTo>
                      <a:pt x="773" y="304"/>
                    </a:lnTo>
                    <a:lnTo>
                      <a:pt x="98" y="0"/>
                    </a:lnTo>
                    <a:lnTo>
                      <a:pt x="0" y="214"/>
                    </a:lnTo>
                    <a:close/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1" name="Oval 98">
                <a:extLst>
                  <a:ext uri="{FF2B5EF4-FFF2-40B4-BE49-F238E27FC236}">
                    <a16:creationId xmlns:a16="http://schemas.microsoft.com/office/drawing/2014/main" id="{0200F76E-5FF1-940D-54EB-86572CFD8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247" y="2092388"/>
                <a:ext cx="206952" cy="206606"/>
              </a:xfrm>
              <a:prstGeom prst="ellipse">
                <a:avLst/>
              </a:pr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2" name="Oval 99">
                <a:extLst>
                  <a:ext uri="{FF2B5EF4-FFF2-40B4-BE49-F238E27FC236}">
                    <a16:creationId xmlns:a16="http://schemas.microsoft.com/office/drawing/2014/main" id="{C506F69D-1145-1568-4B39-DE38365A1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805" y="2131907"/>
                <a:ext cx="126875" cy="126875"/>
              </a:xfrm>
              <a:prstGeom prst="ellipse">
                <a:avLst/>
              </a:pr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3" name="Freeform 100">
                <a:extLst>
                  <a:ext uri="{FF2B5EF4-FFF2-40B4-BE49-F238E27FC236}">
                    <a16:creationId xmlns:a16="http://schemas.microsoft.com/office/drawing/2014/main" id="{402F937D-5D0E-440C-3D1E-D7EB676F94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2738897"/>
                <a:ext cx="533500" cy="54078"/>
              </a:xfrm>
              <a:custGeom>
                <a:avLst/>
                <a:gdLst>
                  <a:gd name="T0" fmla="*/ 0 w 647"/>
                  <a:gd name="T1" fmla="*/ 46 h 66"/>
                  <a:gd name="T2" fmla="*/ 20 w 647"/>
                  <a:gd name="T3" fmla="*/ 66 h 66"/>
                  <a:gd name="T4" fmla="*/ 627 w 647"/>
                  <a:gd name="T5" fmla="*/ 66 h 66"/>
                  <a:gd name="T6" fmla="*/ 647 w 647"/>
                  <a:gd name="T7" fmla="*/ 46 h 66"/>
                  <a:gd name="T8" fmla="*/ 647 w 647"/>
                  <a:gd name="T9" fmla="*/ 20 h 66"/>
                  <a:gd name="T10" fmla="*/ 627 w 647"/>
                  <a:gd name="T11" fmla="*/ 0 h 66"/>
                  <a:gd name="T12" fmla="*/ 20 w 647"/>
                  <a:gd name="T13" fmla="*/ 0 h 66"/>
                  <a:gd name="T14" fmla="*/ 0 w 647"/>
                  <a:gd name="T15" fmla="*/ 2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7" h="66">
                    <a:moveTo>
                      <a:pt x="0" y="46"/>
                    </a:moveTo>
                    <a:cubicBezTo>
                      <a:pt x="0" y="57"/>
                      <a:pt x="9" y="66"/>
                      <a:pt x="20" y="66"/>
                    </a:cubicBezTo>
                    <a:cubicBezTo>
                      <a:pt x="627" y="66"/>
                      <a:pt x="627" y="66"/>
                      <a:pt x="627" y="66"/>
                    </a:cubicBezTo>
                    <a:cubicBezTo>
                      <a:pt x="638" y="66"/>
                      <a:pt x="647" y="57"/>
                      <a:pt x="647" y="46"/>
                    </a:cubicBezTo>
                    <a:cubicBezTo>
                      <a:pt x="647" y="20"/>
                      <a:pt x="647" y="20"/>
                      <a:pt x="647" y="20"/>
                    </a:cubicBezTo>
                    <a:cubicBezTo>
                      <a:pt x="647" y="9"/>
                      <a:pt x="638" y="0"/>
                      <a:pt x="627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4" name="Freeform 101">
                <a:extLst>
                  <a:ext uri="{FF2B5EF4-FFF2-40B4-BE49-F238E27FC236}">
                    <a16:creationId xmlns:a16="http://schemas.microsoft.com/office/drawing/2014/main" id="{4632BDF9-3AF4-D606-F9CD-E4C6CC437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2765936"/>
                <a:ext cx="533500" cy="27039"/>
              </a:xfrm>
              <a:custGeom>
                <a:avLst/>
                <a:gdLst>
                  <a:gd name="T0" fmla="*/ 0 w 647"/>
                  <a:gd name="T1" fmla="*/ 13 h 33"/>
                  <a:gd name="T2" fmla="*/ 20 w 647"/>
                  <a:gd name="T3" fmla="*/ 33 h 33"/>
                  <a:gd name="T4" fmla="*/ 627 w 647"/>
                  <a:gd name="T5" fmla="*/ 33 h 33"/>
                  <a:gd name="T6" fmla="*/ 647 w 647"/>
                  <a:gd name="T7" fmla="*/ 13 h 33"/>
                  <a:gd name="T8" fmla="*/ 647 w 647"/>
                  <a:gd name="T9" fmla="*/ 0 h 33"/>
                  <a:gd name="T10" fmla="*/ 0 w 647"/>
                  <a:gd name="T1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7" h="33">
                    <a:moveTo>
                      <a:pt x="0" y="13"/>
                    </a:moveTo>
                    <a:cubicBezTo>
                      <a:pt x="0" y="24"/>
                      <a:pt x="9" y="33"/>
                      <a:pt x="20" y="33"/>
                    </a:cubicBezTo>
                    <a:cubicBezTo>
                      <a:pt x="627" y="33"/>
                      <a:pt x="627" y="33"/>
                      <a:pt x="627" y="33"/>
                    </a:cubicBezTo>
                    <a:cubicBezTo>
                      <a:pt x="638" y="33"/>
                      <a:pt x="647" y="24"/>
                      <a:pt x="647" y="13"/>
                    </a:cubicBezTo>
                    <a:cubicBezTo>
                      <a:pt x="647" y="0"/>
                      <a:pt x="647" y="0"/>
                      <a:pt x="647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587AC36-8535-CBBF-804B-92B8621559CC}"/>
                </a:ext>
              </a:extLst>
            </p:cNvPr>
            <p:cNvCxnSpPr/>
            <p:nvPr/>
          </p:nvCxnSpPr>
          <p:spPr bwMode="auto">
            <a:xfrm>
              <a:off x="6385429" y="3311842"/>
              <a:ext cx="2430224" cy="0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2000987-400F-49A4-C257-9F3963C2BDC4}"/>
                </a:ext>
              </a:extLst>
            </p:cNvPr>
            <p:cNvGrpSpPr/>
            <p:nvPr/>
          </p:nvGrpSpPr>
          <p:grpSpPr>
            <a:xfrm>
              <a:off x="7680103" y="2001618"/>
              <a:ext cx="245834" cy="1219227"/>
              <a:chOff x="7503268" y="2269594"/>
              <a:chExt cx="194546" cy="964858"/>
            </a:xfrm>
          </p:grpSpPr>
          <p:grpSp>
            <p:nvGrpSpPr>
              <p:cNvPr id="49" name="Group 72">
                <a:extLst>
                  <a:ext uri="{FF2B5EF4-FFF2-40B4-BE49-F238E27FC236}">
                    <a16:creationId xmlns:a16="http://schemas.microsoft.com/office/drawing/2014/main" id="{59C8F4B4-EB34-B72C-924F-CB4EEF3A801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7526636" y="2269594"/>
                <a:ext cx="130258" cy="378267"/>
                <a:chOff x="3414" y="921"/>
                <a:chExt cx="854" cy="2480"/>
              </a:xfrm>
            </p:grpSpPr>
            <p:sp>
              <p:nvSpPr>
                <p:cNvPr id="989" name="Freeform 73">
                  <a:extLst>
                    <a:ext uri="{FF2B5EF4-FFF2-40B4-BE49-F238E27FC236}">
                      <a16:creationId xmlns:a16="http://schemas.microsoft.com/office/drawing/2014/main" id="{0DB03B8E-F8D2-8533-E8CB-145EFC0E4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4" y="921"/>
                  <a:ext cx="837" cy="2480"/>
                </a:xfrm>
                <a:custGeom>
                  <a:avLst/>
                  <a:gdLst>
                    <a:gd name="T0" fmla="*/ 342 w 350"/>
                    <a:gd name="T1" fmla="*/ 459 h 1043"/>
                    <a:gd name="T2" fmla="*/ 307 w 350"/>
                    <a:gd name="T3" fmla="*/ 386 h 1043"/>
                    <a:gd name="T4" fmla="*/ 238 w 350"/>
                    <a:gd name="T5" fmla="*/ 317 h 1043"/>
                    <a:gd name="T6" fmla="*/ 191 w 350"/>
                    <a:gd name="T7" fmla="*/ 284 h 1043"/>
                    <a:gd name="T8" fmla="*/ 144 w 350"/>
                    <a:gd name="T9" fmla="*/ 251 h 1043"/>
                    <a:gd name="T10" fmla="*/ 80 w 350"/>
                    <a:gd name="T11" fmla="*/ 190 h 1043"/>
                    <a:gd name="T12" fmla="*/ 51 w 350"/>
                    <a:gd name="T13" fmla="*/ 129 h 1043"/>
                    <a:gd name="T14" fmla="*/ 46 w 350"/>
                    <a:gd name="T15" fmla="*/ 88 h 1043"/>
                    <a:gd name="T16" fmla="*/ 74 w 350"/>
                    <a:gd name="T17" fmla="*/ 31 h 1043"/>
                    <a:gd name="T18" fmla="*/ 75 w 350"/>
                    <a:gd name="T19" fmla="*/ 7 h 1043"/>
                    <a:gd name="T20" fmla="*/ 75 w 350"/>
                    <a:gd name="T21" fmla="*/ 6 h 1043"/>
                    <a:gd name="T22" fmla="*/ 64 w 350"/>
                    <a:gd name="T23" fmla="*/ 0 h 1043"/>
                    <a:gd name="T24" fmla="*/ 52 w 350"/>
                    <a:gd name="T25" fmla="*/ 5 h 1043"/>
                    <a:gd name="T26" fmla="*/ 14 w 350"/>
                    <a:gd name="T27" fmla="*/ 84 h 1043"/>
                    <a:gd name="T28" fmla="*/ 20 w 350"/>
                    <a:gd name="T29" fmla="*/ 138 h 1043"/>
                    <a:gd name="T30" fmla="*/ 55 w 350"/>
                    <a:gd name="T31" fmla="*/ 212 h 1043"/>
                    <a:gd name="T32" fmla="*/ 126 w 350"/>
                    <a:gd name="T33" fmla="*/ 281 h 1043"/>
                    <a:gd name="T34" fmla="*/ 175 w 350"/>
                    <a:gd name="T35" fmla="*/ 315 h 1043"/>
                    <a:gd name="T36" fmla="*/ 220 w 350"/>
                    <a:gd name="T37" fmla="*/ 346 h 1043"/>
                    <a:gd name="T38" fmla="*/ 282 w 350"/>
                    <a:gd name="T39" fmla="*/ 407 h 1043"/>
                    <a:gd name="T40" fmla="*/ 312 w 350"/>
                    <a:gd name="T41" fmla="*/ 469 h 1043"/>
                    <a:gd name="T42" fmla="*/ 318 w 350"/>
                    <a:gd name="T43" fmla="*/ 513 h 1043"/>
                    <a:gd name="T44" fmla="*/ 289 w 350"/>
                    <a:gd name="T45" fmla="*/ 604 h 1043"/>
                    <a:gd name="T46" fmla="*/ 203 w 350"/>
                    <a:gd name="T47" fmla="*/ 699 h 1043"/>
                    <a:gd name="T48" fmla="*/ 165 w 350"/>
                    <a:gd name="T49" fmla="*/ 722 h 1043"/>
                    <a:gd name="T50" fmla="*/ 112 w 350"/>
                    <a:gd name="T51" fmla="*/ 755 h 1043"/>
                    <a:gd name="T52" fmla="*/ 37 w 350"/>
                    <a:gd name="T53" fmla="*/ 830 h 1043"/>
                    <a:gd name="T54" fmla="*/ 7 w 350"/>
                    <a:gd name="T55" fmla="*/ 915 h 1043"/>
                    <a:gd name="T56" fmla="*/ 25 w 350"/>
                    <a:gd name="T57" fmla="*/ 1033 h 1043"/>
                    <a:gd name="T58" fmla="*/ 35 w 350"/>
                    <a:gd name="T59" fmla="*/ 1042 h 1043"/>
                    <a:gd name="T60" fmla="*/ 40 w 350"/>
                    <a:gd name="T61" fmla="*/ 1043 h 1043"/>
                    <a:gd name="T62" fmla="*/ 48 w 350"/>
                    <a:gd name="T63" fmla="*/ 1041 h 1043"/>
                    <a:gd name="T64" fmla="*/ 48 w 350"/>
                    <a:gd name="T65" fmla="*/ 1041 h 1043"/>
                    <a:gd name="T66" fmla="*/ 54 w 350"/>
                    <a:gd name="T67" fmla="*/ 1017 h 1043"/>
                    <a:gd name="T68" fmla="*/ 38 w 350"/>
                    <a:gd name="T69" fmla="*/ 920 h 1043"/>
                    <a:gd name="T70" fmla="*/ 64 w 350"/>
                    <a:gd name="T71" fmla="*/ 849 h 1043"/>
                    <a:gd name="T72" fmla="*/ 130 w 350"/>
                    <a:gd name="T73" fmla="*/ 785 h 1043"/>
                    <a:gd name="T74" fmla="*/ 179 w 350"/>
                    <a:gd name="T75" fmla="*/ 754 h 1043"/>
                    <a:gd name="T76" fmla="*/ 221 w 350"/>
                    <a:gd name="T77" fmla="*/ 728 h 1043"/>
                    <a:gd name="T78" fmla="*/ 316 w 350"/>
                    <a:gd name="T79" fmla="*/ 623 h 1043"/>
                    <a:gd name="T80" fmla="*/ 350 w 350"/>
                    <a:gd name="T81" fmla="*/ 513 h 1043"/>
                    <a:gd name="T82" fmla="*/ 342 w 350"/>
                    <a:gd name="T83" fmla="*/ 459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50" h="1043">
                      <a:moveTo>
                        <a:pt x="342" y="459"/>
                      </a:moveTo>
                      <a:cubicBezTo>
                        <a:pt x="336" y="435"/>
                        <a:pt x="324" y="409"/>
                        <a:pt x="307" y="386"/>
                      </a:cubicBezTo>
                      <a:cubicBezTo>
                        <a:pt x="302" y="378"/>
                        <a:pt x="287" y="355"/>
                        <a:pt x="238" y="317"/>
                      </a:cubicBezTo>
                      <a:cubicBezTo>
                        <a:pt x="216" y="300"/>
                        <a:pt x="204" y="292"/>
                        <a:pt x="191" y="284"/>
                      </a:cubicBezTo>
                      <a:cubicBezTo>
                        <a:pt x="178" y="276"/>
                        <a:pt x="166" y="268"/>
                        <a:pt x="144" y="251"/>
                      </a:cubicBezTo>
                      <a:cubicBezTo>
                        <a:pt x="98" y="216"/>
                        <a:pt x="85" y="197"/>
                        <a:pt x="80" y="190"/>
                      </a:cubicBezTo>
                      <a:cubicBezTo>
                        <a:pt x="66" y="170"/>
                        <a:pt x="55" y="149"/>
                        <a:pt x="51" y="129"/>
                      </a:cubicBezTo>
                      <a:cubicBezTo>
                        <a:pt x="48" y="117"/>
                        <a:pt x="45" y="104"/>
                        <a:pt x="46" y="88"/>
                      </a:cubicBezTo>
                      <a:cubicBezTo>
                        <a:pt x="49" y="62"/>
                        <a:pt x="63" y="43"/>
                        <a:pt x="74" y="31"/>
                      </a:cubicBezTo>
                      <a:cubicBezTo>
                        <a:pt x="80" y="24"/>
                        <a:pt x="80" y="14"/>
                        <a:pt x="75" y="7"/>
                      </a:cubicBezTo>
                      <a:cubicBezTo>
                        <a:pt x="75" y="6"/>
                        <a:pt x="75" y="6"/>
                        <a:pt x="75" y="6"/>
                      </a:cubicBezTo>
                      <a:cubicBezTo>
                        <a:pt x="72" y="3"/>
                        <a:pt x="68" y="0"/>
                        <a:pt x="64" y="0"/>
                      </a:cubicBezTo>
                      <a:cubicBezTo>
                        <a:pt x="59" y="0"/>
                        <a:pt x="55" y="2"/>
                        <a:pt x="52" y="5"/>
                      </a:cubicBezTo>
                      <a:cubicBezTo>
                        <a:pt x="37" y="21"/>
                        <a:pt x="18" y="48"/>
                        <a:pt x="14" y="84"/>
                      </a:cubicBezTo>
                      <a:cubicBezTo>
                        <a:pt x="12" y="107"/>
                        <a:pt x="16" y="124"/>
                        <a:pt x="20" y="138"/>
                      </a:cubicBezTo>
                      <a:cubicBezTo>
                        <a:pt x="26" y="163"/>
                        <a:pt x="38" y="189"/>
                        <a:pt x="55" y="212"/>
                      </a:cubicBezTo>
                      <a:cubicBezTo>
                        <a:pt x="60" y="220"/>
                        <a:pt x="76" y="242"/>
                        <a:pt x="126" y="281"/>
                      </a:cubicBezTo>
                      <a:cubicBezTo>
                        <a:pt x="149" y="299"/>
                        <a:pt x="162" y="307"/>
                        <a:pt x="175" y="315"/>
                      </a:cubicBezTo>
                      <a:cubicBezTo>
                        <a:pt x="187" y="322"/>
                        <a:pt x="199" y="330"/>
                        <a:pt x="220" y="346"/>
                      </a:cubicBezTo>
                      <a:cubicBezTo>
                        <a:pt x="249" y="370"/>
                        <a:pt x="270" y="390"/>
                        <a:pt x="282" y="407"/>
                      </a:cubicBezTo>
                      <a:cubicBezTo>
                        <a:pt x="301" y="434"/>
                        <a:pt x="309" y="458"/>
                        <a:pt x="312" y="469"/>
                      </a:cubicBezTo>
                      <a:cubicBezTo>
                        <a:pt x="313" y="476"/>
                        <a:pt x="318" y="493"/>
                        <a:pt x="318" y="513"/>
                      </a:cubicBezTo>
                      <a:cubicBezTo>
                        <a:pt x="318" y="553"/>
                        <a:pt x="301" y="584"/>
                        <a:pt x="289" y="604"/>
                      </a:cubicBezTo>
                      <a:cubicBezTo>
                        <a:pt x="260" y="655"/>
                        <a:pt x="223" y="683"/>
                        <a:pt x="203" y="699"/>
                      </a:cubicBezTo>
                      <a:cubicBezTo>
                        <a:pt x="186" y="711"/>
                        <a:pt x="176" y="716"/>
                        <a:pt x="165" y="722"/>
                      </a:cubicBezTo>
                      <a:cubicBezTo>
                        <a:pt x="153" y="728"/>
                        <a:pt x="138" y="736"/>
                        <a:pt x="112" y="755"/>
                      </a:cubicBezTo>
                      <a:cubicBezTo>
                        <a:pt x="58" y="796"/>
                        <a:pt x="42" y="821"/>
                        <a:pt x="37" y="830"/>
                      </a:cubicBezTo>
                      <a:cubicBezTo>
                        <a:pt x="30" y="841"/>
                        <a:pt x="12" y="870"/>
                        <a:pt x="7" y="915"/>
                      </a:cubicBezTo>
                      <a:cubicBezTo>
                        <a:pt x="0" y="965"/>
                        <a:pt x="13" y="1007"/>
                        <a:pt x="25" y="1033"/>
                      </a:cubicBezTo>
                      <a:cubicBezTo>
                        <a:pt x="27" y="1038"/>
                        <a:pt x="31" y="1041"/>
                        <a:pt x="35" y="1042"/>
                      </a:cubicBezTo>
                      <a:cubicBezTo>
                        <a:pt x="37" y="1043"/>
                        <a:pt x="38" y="1043"/>
                        <a:pt x="40" y="1043"/>
                      </a:cubicBezTo>
                      <a:cubicBezTo>
                        <a:pt x="42" y="1043"/>
                        <a:pt x="45" y="1042"/>
                        <a:pt x="48" y="1041"/>
                      </a:cubicBezTo>
                      <a:cubicBezTo>
                        <a:pt x="48" y="1041"/>
                        <a:pt x="48" y="1041"/>
                        <a:pt x="48" y="1041"/>
                      </a:cubicBezTo>
                      <a:cubicBezTo>
                        <a:pt x="55" y="1036"/>
                        <a:pt x="58" y="1026"/>
                        <a:pt x="54" y="1017"/>
                      </a:cubicBezTo>
                      <a:cubicBezTo>
                        <a:pt x="44" y="995"/>
                        <a:pt x="33" y="961"/>
                        <a:pt x="38" y="920"/>
                      </a:cubicBezTo>
                      <a:cubicBezTo>
                        <a:pt x="43" y="884"/>
                        <a:pt x="58" y="859"/>
                        <a:pt x="64" y="849"/>
                      </a:cubicBezTo>
                      <a:cubicBezTo>
                        <a:pt x="75" y="831"/>
                        <a:pt x="97" y="809"/>
                        <a:pt x="130" y="785"/>
                      </a:cubicBezTo>
                      <a:cubicBezTo>
                        <a:pt x="154" y="767"/>
                        <a:pt x="167" y="760"/>
                        <a:pt x="179" y="754"/>
                      </a:cubicBezTo>
                      <a:cubicBezTo>
                        <a:pt x="190" y="748"/>
                        <a:pt x="202" y="742"/>
                        <a:pt x="221" y="728"/>
                      </a:cubicBezTo>
                      <a:cubicBezTo>
                        <a:pt x="241" y="713"/>
                        <a:pt x="284" y="681"/>
                        <a:pt x="316" y="623"/>
                      </a:cubicBezTo>
                      <a:cubicBezTo>
                        <a:pt x="329" y="601"/>
                        <a:pt x="350" y="564"/>
                        <a:pt x="350" y="513"/>
                      </a:cubicBezTo>
                      <a:cubicBezTo>
                        <a:pt x="350" y="488"/>
                        <a:pt x="344" y="467"/>
                        <a:pt x="342" y="459"/>
                      </a:cubicBezTo>
                      <a:close/>
                    </a:path>
                  </a:pathLst>
                </a:custGeom>
                <a:gradFill>
                  <a:gsLst>
                    <a:gs pos="2000">
                      <a:srgbClr val="F79696"/>
                    </a:gs>
                    <a:gs pos="100000">
                      <a:srgbClr val="F46262"/>
                    </a:gs>
                  </a:gsLst>
                  <a:lin ang="5400000" scaled="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0" name="Freeform 74">
                  <a:extLst>
                    <a:ext uri="{FF2B5EF4-FFF2-40B4-BE49-F238E27FC236}">
                      <a16:creationId xmlns:a16="http://schemas.microsoft.com/office/drawing/2014/main" id="{9F5B0EED-7A76-7AC8-9EAD-C7CF81F10D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1" y="921"/>
                  <a:ext cx="837" cy="2480"/>
                </a:xfrm>
                <a:custGeom>
                  <a:avLst/>
                  <a:gdLst>
                    <a:gd name="T0" fmla="*/ 343 w 350"/>
                    <a:gd name="T1" fmla="*/ 915 h 1043"/>
                    <a:gd name="T2" fmla="*/ 313 w 350"/>
                    <a:gd name="T3" fmla="*/ 830 h 1043"/>
                    <a:gd name="T4" fmla="*/ 238 w 350"/>
                    <a:gd name="T5" fmla="*/ 755 h 1043"/>
                    <a:gd name="T6" fmla="*/ 185 w 350"/>
                    <a:gd name="T7" fmla="*/ 722 h 1043"/>
                    <a:gd name="T8" fmla="*/ 147 w 350"/>
                    <a:gd name="T9" fmla="*/ 699 h 1043"/>
                    <a:gd name="T10" fmla="*/ 61 w 350"/>
                    <a:gd name="T11" fmla="*/ 604 h 1043"/>
                    <a:gd name="T12" fmla="*/ 32 w 350"/>
                    <a:gd name="T13" fmla="*/ 513 h 1043"/>
                    <a:gd name="T14" fmla="*/ 38 w 350"/>
                    <a:gd name="T15" fmla="*/ 469 h 1043"/>
                    <a:gd name="T16" fmla="*/ 68 w 350"/>
                    <a:gd name="T17" fmla="*/ 407 h 1043"/>
                    <a:gd name="T18" fmla="*/ 130 w 350"/>
                    <a:gd name="T19" fmla="*/ 346 h 1043"/>
                    <a:gd name="T20" fmla="*/ 175 w 350"/>
                    <a:gd name="T21" fmla="*/ 315 h 1043"/>
                    <a:gd name="T22" fmla="*/ 224 w 350"/>
                    <a:gd name="T23" fmla="*/ 281 h 1043"/>
                    <a:gd name="T24" fmla="*/ 295 w 350"/>
                    <a:gd name="T25" fmla="*/ 212 h 1043"/>
                    <a:gd name="T26" fmla="*/ 330 w 350"/>
                    <a:gd name="T27" fmla="*/ 138 h 1043"/>
                    <a:gd name="T28" fmla="*/ 336 w 350"/>
                    <a:gd name="T29" fmla="*/ 84 h 1043"/>
                    <a:gd name="T30" fmla="*/ 298 w 350"/>
                    <a:gd name="T31" fmla="*/ 5 h 1043"/>
                    <a:gd name="T32" fmla="*/ 286 w 350"/>
                    <a:gd name="T33" fmla="*/ 0 h 1043"/>
                    <a:gd name="T34" fmla="*/ 275 w 350"/>
                    <a:gd name="T35" fmla="*/ 6 h 1043"/>
                    <a:gd name="T36" fmla="*/ 275 w 350"/>
                    <a:gd name="T37" fmla="*/ 7 h 1043"/>
                    <a:gd name="T38" fmla="*/ 276 w 350"/>
                    <a:gd name="T39" fmla="*/ 31 h 1043"/>
                    <a:gd name="T40" fmla="*/ 304 w 350"/>
                    <a:gd name="T41" fmla="*/ 88 h 1043"/>
                    <a:gd name="T42" fmla="*/ 300 w 350"/>
                    <a:gd name="T43" fmla="*/ 129 h 1043"/>
                    <a:gd name="T44" fmla="*/ 270 w 350"/>
                    <a:gd name="T45" fmla="*/ 190 h 1043"/>
                    <a:gd name="T46" fmla="*/ 206 w 350"/>
                    <a:gd name="T47" fmla="*/ 251 h 1043"/>
                    <a:gd name="T48" fmla="*/ 160 w 350"/>
                    <a:gd name="T49" fmla="*/ 284 h 1043"/>
                    <a:gd name="T50" fmla="*/ 112 w 350"/>
                    <a:gd name="T51" fmla="*/ 317 h 1043"/>
                    <a:gd name="T52" fmla="*/ 43 w 350"/>
                    <a:gd name="T53" fmla="*/ 386 h 1043"/>
                    <a:gd name="T54" fmla="*/ 8 w 350"/>
                    <a:gd name="T55" fmla="*/ 459 h 1043"/>
                    <a:gd name="T56" fmla="*/ 0 w 350"/>
                    <a:gd name="T57" fmla="*/ 513 h 1043"/>
                    <a:gd name="T58" fmla="*/ 34 w 350"/>
                    <a:gd name="T59" fmla="*/ 623 h 1043"/>
                    <a:gd name="T60" fmla="*/ 129 w 350"/>
                    <a:gd name="T61" fmla="*/ 728 h 1043"/>
                    <a:gd name="T62" fmla="*/ 172 w 350"/>
                    <a:gd name="T63" fmla="*/ 754 h 1043"/>
                    <a:gd name="T64" fmla="*/ 220 w 350"/>
                    <a:gd name="T65" fmla="*/ 785 h 1043"/>
                    <a:gd name="T66" fmla="*/ 287 w 350"/>
                    <a:gd name="T67" fmla="*/ 849 h 1043"/>
                    <a:gd name="T68" fmla="*/ 312 w 350"/>
                    <a:gd name="T69" fmla="*/ 920 h 1043"/>
                    <a:gd name="T70" fmla="*/ 296 w 350"/>
                    <a:gd name="T71" fmla="*/ 1017 h 1043"/>
                    <a:gd name="T72" fmla="*/ 302 w 350"/>
                    <a:gd name="T73" fmla="*/ 1041 h 1043"/>
                    <a:gd name="T74" fmla="*/ 302 w 350"/>
                    <a:gd name="T75" fmla="*/ 1041 h 1043"/>
                    <a:gd name="T76" fmla="*/ 310 w 350"/>
                    <a:gd name="T77" fmla="*/ 1043 h 1043"/>
                    <a:gd name="T78" fmla="*/ 315 w 350"/>
                    <a:gd name="T79" fmla="*/ 1042 h 1043"/>
                    <a:gd name="T80" fmla="*/ 325 w 350"/>
                    <a:gd name="T81" fmla="*/ 1033 h 1043"/>
                    <a:gd name="T82" fmla="*/ 343 w 350"/>
                    <a:gd name="T83" fmla="*/ 915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50" h="1043">
                      <a:moveTo>
                        <a:pt x="343" y="915"/>
                      </a:moveTo>
                      <a:cubicBezTo>
                        <a:pt x="338" y="870"/>
                        <a:pt x="320" y="841"/>
                        <a:pt x="313" y="830"/>
                      </a:cubicBezTo>
                      <a:cubicBezTo>
                        <a:pt x="308" y="821"/>
                        <a:pt x="292" y="796"/>
                        <a:pt x="238" y="755"/>
                      </a:cubicBezTo>
                      <a:cubicBezTo>
                        <a:pt x="212" y="736"/>
                        <a:pt x="197" y="728"/>
                        <a:pt x="185" y="722"/>
                      </a:cubicBezTo>
                      <a:cubicBezTo>
                        <a:pt x="174" y="716"/>
                        <a:pt x="164" y="711"/>
                        <a:pt x="147" y="699"/>
                      </a:cubicBezTo>
                      <a:cubicBezTo>
                        <a:pt x="127" y="683"/>
                        <a:pt x="90" y="655"/>
                        <a:pt x="61" y="604"/>
                      </a:cubicBezTo>
                      <a:cubicBezTo>
                        <a:pt x="49" y="584"/>
                        <a:pt x="32" y="553"/>
                        <a:pt x="32" y="513"/>
                      </a:cubicBezTo>
                      <a:cubicBezTo>
                        <a:pt x="32" y="493"/>
                        <a:pt x="37" y="476"/>
                        <a:pt x="38" y="469"/>
                      </a:cubicBezTo>
                      <a:cubicBezTo>
                        <a:pt x="42" y="458"/>
                        <a:pt x="49" y="434"/>
                        <a:pt x="68" y="407"/>
                      </a:cubicBezTo>
                      <a:cubicBezTo>
                        <a:pt x="80" y="390"/>
                        <a:pt x="101" y="370"/>
                        <a:pt x="130" y="346"/>
                      </a:cubicBezTo>
                      <a:cubicBezTo>
                        <a:pt x="151" y="330"/>
                        <a:pt x="163" y="322"/>
                        <a:pt x="175" y="315"/>
                      </a:cubicBezTo>
                      <a:cubicBezTo>
                        <a:pt x="188" y="307"/>
                        <a:pt x="201" y="299"/>
                        <a:pt x="224" y="281"/>
                      </a:cubicBezTo>
                      <a:cubicBezTo>
                        <a:pt x="274" y="242"/>
                        <a:pt x="290" y="220"/>
                        <a:pt x="295" y="212"/>
                      </a:cubicBezTo>
                      <a:cubicBezTo>
                        <a:pt x="312" y="189"/>
                        <a:pt x="324" y="163"/>
                        <a:pt x="330" y="138"/>
                      </a:cubicBezTo>
                      <a:cubicBezTo>
                        <a:pt x="334" y="124"/>
                        <a:pt x="338" y="107"/>
                        <a:pt x="336" y="84"/>
                      </a:cubicBezTo>
                      <a:cubicBezTo>
                        <a:pt x="332" y="48"/>
                        <a:pt x="313" y="21"/>
                        <a:pt x="298" y="5"/>
                      </a:cubicBezTo>
                      <a:cubicBezTo>
                        <a:pt x="295" y="2"/>
                        <a:pt x="291" y="0"/>
                        <a:pt x="286" y="0"/>
                      </a:cubicBezTo>
                      <a:cubicBezTo>
                        <a:pt x="282" y="0"/>
                        <a:pt x="278" y="3"/>
                        <a:pt x="275" y="6"/>
                      </a:cubicBezTo>
                      <a:cubicBezTo>
                        <a:pt x="275" y="7"/>
                        <a:pt x="275" y="7"/>
                        <a:pt x="275" y="7"/>
                      </a:cubicBezTo>
                      <a:cubicBezTo>
                        <a:pt x="270" y="14"/>
                        <a:pt x="270" y="24"/>
                        <a:pt x="276" y="31"/>
                      </a:cubicBezTo>
                      <a:cubicBezTo>
                        <a:pt x="288" y="43"/>
                        <a:pt x="301" y="62"/>
                        <a:pt x="304" y="88"/>
                      </a:cubicBezTo>
                      <a:cubicBezTo>
                        <a:pt x="306" y="104"/>
                        <a:pt x="303" y="117"/>
                        <a:pt x="300" y="129"/>
                      </a:cubicBezTo>
                      <a:cubicBezTo>
                        <a:pt x="295" y="149"/>
                        <a:pt x="285" y="170"/>
                        <a:pt x="270" y="190"/>
                      </a:cubicBezTo>
                      <a:cubicBezTo>
                        <a:pt x="265" y="197"/>
                        <a:pt x="252" y="216"/>
                        <a:pt x="206" y="251"/>
                      </a:cubicBezTo>
                      <a:cubicBezTo>
                        <a:pt x="184" y="268"/>
                        <a:pt x="172" y="276"/>
                        <a:pt x="160" y="284"/>
                      </a:cubicBezTo>
                      <a:cubicBezTo>
                        <a:pt x="146" y="292"/>
                        <a:pt x="134" y="300"/>
                        <a:pt x="112" y="317"/>
                      </a:cubicBezTo>
                      <a:cubicBezTo>
                        <a:pt x="63" y="355"/>
                        <a:pt x="48" y="378"/>
                        <a:pt x="43" y="386"/>
                      </a:cubicBezTo>
                      <a:cubicBezTo>
                        <a:pt x="27" y="409"/>
                        <a:pt x="14" y="435"/>
                        <a:pt x="8" y="459"/>
                      </a:cubicBezTo>
                      <a:cubicBezTo>
                        <a:pt x="6" y="467"/>
                        <a:pt x="0" y="488"/>
                        <a:pt x="0" y="513"/>
                      </a:cubicBezTo>
                      <a:cubicBezTo>
                        <a:pt x="0" y="564"/>
                        <a:pt x="21" y="601"/>
                        <a:pt x="34" y="623"/>
                      </a:cubicBezTo>
                      <a:cubicBezTo>
                        <a:pt x="66" y="681"/>
                        <a:pt x="109" y="713"/>
                        <a:pt x="129" y="728"/>
                      </a:cubicBezTo>
                      <a:cubicBezTo>
                        <a:pt x="149" y="742"/>
                        <a:pt x="160" y="748"/>
                        <a:pt x="172" y="754"/>
                      </a:cubicBezTo>
                      <a:cubicBezTo>
                        <a:pt x="184" y="760"/>
                        <a:pt x="196" y="767"/>
                        <a:pt x="220" y="785"/>
                      </a:cubicBezTo>
                      <a:cubicBezTo>
                        <a:pt x="253" y="809"/>
                        <a:pt x="275" y="831"/>
                        <a:pt x="287" y="849"/>
                      </a:cubicBezTo>
                      <a:cubicBezTo>
                        <a:pt x="292" y="859"/>
                        <a:pt x="307" y="884"/>
                        <a:pt x="312" y="920"/>
                      </a:cubicBezTo>
                      <a:cubicBezTo>
                        <a:pt x="317" y="961"/>
                        <a:pt x="306" y="995"/>
                        <a:pt x="296" y="1017"/>
                      </a:cubicBezTo>
                      <a:cubicBezTo>
                        <a:pt x="292" y="1026"/>
                        <a:pt x="295" y="1036"/>
                        <a:pt x="302" y="1041"/>
                      </a:cubicBezTo>
                      <a:cubicBezTo>
                        <a:pt x="302" y="1041"/>
                        <a:pt x="302" y="1041"/>
                        <a:pt x="302" y="1041"/>
                      </a:cubicBezTo>
                      <a:cubicBezTo>
                        <a:pt x="305" y="1042"/>
                        <a:pt x="308" y="1043"/>
                        <a:pt x="310" y="1043"/>
                      </a:cubicBezTo>
                      <a:cubicBezTo>
                        <a:pt x="312" y="1043"/>
                        <a:pt x="314" y="1043"/>
                        <a:pt x="315" y="1042"/>
                      </a:cubicBezTo>
                      <a:cubicBezTo>
                        <a:pt x="319" y="1041"/>
                        <a:pt x="323" y="1038"/>
                        <a:pt x="325" y="1033"/>
                      </a:cubicBezTo>
                      <a:cubicBezTo>
                        <a:pt x="337" y="1007"/>
                        <a:pt x="350" y="965"/>
                        <a:pt x="343" y="91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FB7F6"/>
                    </a:gs>
                    <a:gs pos="100000">
                      <a:srgbClr val="459FED"/>
                    </a:gs>
                  </a:gsLst>
                  <a:lin ang="0" scaled="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1" name="Freeform 75">
                  <a:extLst>
                    <a:ext uri="{FF2B5EF4-FFF2-40B4-BE49-F238E27FC236}">
                      <a16:creationId xmlns:a16="http://schemas.microsoft.com/office/drawing/2014/main" id="{F608AEA6-610D-10D9-1AFD-116BDC5325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2" y="995"/>
                  <a:ext cx="443" cy="31"/>
                </a:xfrm>
                <a:custGeom>
                  <a:avLst/>
                  <a:gdLst>
                    <a:gd name="T0" fmla="*/ 179 w 185"/>
                    <a:gd name="T1" fmla="*/ 13 h 13"/>
                    <a:gd name="T2" fmla="*/ 6 w 185"/>
                    <a:gd name="T3" fmla="*/ 13 h 13"/>
                    <a:gd name="T4" fmla="*/ 0 w 185"/>
                    <a:gd name="T5" fmla="*/ 7 h 13"/>
                    <a:gd name="T6" fmla="*/ 0 w 185"/>
                    <a:gd name="T7" fmla="*/ 7 h 13"/>
                    <a:gd name="T8" fmla="*/ 6 w 185"/>
                    <a:gd name="T9" fmla="*/ 0 h 13"/>
                    <a:gd name="T10" fmla="*/ 179 w 185"/>
                    <a:gd name="T11" fmla="*/ 0 h 13"/>
                    <a:gd name="T12" fmla="*/ 185 w 185"/>
                    <a:gd name="T13" fmla="*/ 7 h 13"/>
                    <a:gd name="T14" fmla="*/ 185 w 185"/>
                    <a:gd name="T15" fmla="*/ 7 h 13"/>
                    <a:gd name="T16" fmla="*/ 179 w 185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5" h="13">
                      <a:moveTo>
                        <a:pt x="179" y="13"/>
                      </a:move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3" y="13"/>
                        <a:pt x="0" y="11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179" y="0"/>
                        <a:pt x="179" y="0"/>
                        <a:pt x="179" y="0"/>
                      </a:cubicBezTo>
                      <a:cubicBezTo>
                        <a:pt x="182" y="0"/>
                        <a:pt x="185" y="3"/>
                        <a:pt x="185" y="7"/>
                      </a:cubicBezTo>
                      <a:cubicBezTo>
                        <a:pt x="185" y="7"/>
                        <a:pt x="185" y="7"/>
                        <a:pt x="185" y="7"/>
                      </a:cubicBezTo>
                      <a:cubicBezTo>
                        <a:pt x="185" y="11"/>
                        <a:pt x="182" y="13"/>
                        <a:pt x="179" y="1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FB7F6"/>
                    </a:gs>
                    <a:gs pos="100000">
                      <a:srgbClr val="459FED"/>
                    </a:gs>
                  </a:gsLst>
                  <a:lin ang="0" scaled="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2" name="Freeform 76">
                  <a:extLst>
                    <a:ext uri="{FF2B5EF4-FFF2-40B4-BE49-F238E27FC236}">
                      <a16:creationId xmlns:a16="http://schemas.microsoft.com/office/drawing/2014/main" id="{AE140038-98C5-8194-3EA6-7A2C36069B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9" y="1173"/>
                  <a:ext cx="522" cy="31"/>
                </a:xfrm>
                <a:custGeom>
                  <a:avLst/>
                  <a:gdLst>
                    <a:gd name="T0" fmla="*/ 213 w 218"/>
                    <a:gd name="T1" fmla="*/ 13 h 13"/>
                    <a:gd name="T2" fmla="*/ 6 w 218"/>
                    <a:gd name="T3" fmla="*/ 13 h 13"/>
                    <a:gd name="T4" fmla="*/ 0 w 218"/>
                    <a:gd name="T5" fmla="*/ 7 h 13"/>
                    <a:gd name="T6" fmla="*/ 0 w 218"/>
                    <a:gd name="T7" fmla="*/ 7 h 13"/>
                    <a:gd name="T8" fmla="*/ 6 w 218"/>
                    <a:gd name="T9" fmla="*/ 0 h 13"/>
                    <a:gd name="T10" fmla="*/ 213 w 218"/>
                    <a:gd name="T11" fmla="*/ 0 h 13"/>
                    <a:gd name="T12" fmla="*/ 218 w 218"/>
                    <a:gd name="T13" fmla="*/ 7 h 13"/>
                    <a:gd name="T14" fmla="*/ 218 w 218"/>
                    <a:gd name="T15" fmla="*/ 7 h 13"/>
                    <a:gd name="T16" fmla="*/ 213 w 218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8" h="13">
                      <a:moveTo>
                        <a:pt x="213" y="13"/>
                      </a:move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3" y="13"/>
                        <a:pt x="0" y="10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213" y="0"/>
                        <a:pt x="213" y="0"/>
                        <a:pt x="213" y="0"/>
                      </a:cubicBezTo>
                      <a:cubicBezTo>
                        <a:pt x="216" y="0"/>
                        <a:pt x="218" y="3"/>
                        <a:pt x="218" y="7"/>
                      </a:cubicBezTo>
                      <a:cubicBezTo>
                        <a:pt x="218" y="7"/>
                        <a:pt x="218" y="7"/>
                        <a:pt x="218" y="7"/>
                      </a:cubicBezTo>
                      <a:cubicBezTo>
                        <a:pt x="218" y="10"/>
                        <a:pt x="216" y="13"/>
                        <a:pt x="213" y="1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FB7F6"/>
                    </a:gs>
                    <a:gs pos="100000">
                      <a:srgbClr val="459FED"/>
                    </a:gs>
                  </a:gsLst>
                  <a:lin ang="0" scaled="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3" name="Freeform 77">
                  <a:extLst>
                    <a:ext uri="{FF2B5EF4-FFF2-40B4-BE49-F238E27FC236}">
                      <a16:creationId xmlns:a16="http://schemas.microsoft.com/office/drawing/2014/main" id="{430C8F6C-E271-E71C-B77E-25FBB94EE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4" y="1380"/>
                  <a:ext cx="368" cy="31"/>
                </a:xfrm>
                <a:custGeom>
                  <a:avLst/>
                  <a:gdLst>
                    <a:gd name="T0" fmla="*/ 149 w 154"/>
                    <a:gd name="T1" fmla="*/ 13 h 13"/>
                    <a:gd name="T2" fmla="*/ 6 w 154"/>
                    <a:gd name="T3" fmla="*/ 13 h 13"/>
                    <a:gd name="T4" fmla="*/ 0 w 154"/>
                    <a:gd name="T5" fmla="*/ 7 h 13"/>
                    <a:gd name="T6" fmla="*/ 0 w 154"/>
                    <a:gd name="T7" fmla="*/ 7 h 13"/>
                    <a:gd name="T8" fmla="*/ 6 w 154"/>
                    <a:gd name="T9" fmla="*/ 0 h 13"/>
                    <a:gd name="T10" fmla="*/ 149 w 154"/>
                    <a:gd name="T11" fmla="*/ 0 h 13"/>
                    <a:gd name="T12" fmla="*/ 154 w 154"/>
                    <a:gd name="T13" fmla="*/ 7 h 13"/>
                    <a:gd name="T14" fmla="*/ 154 w 154"/>
                    <a:gd name="T15" fmla="*/ 7 h 13"/>
                    <a:gd name="T16" fmla="*/ 149 w 154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4" h="13">
                      <a:moveTo>
                        <a:pt x="149" y="13"/>
                      </a:move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3" y="13"/>
                        <a:pt x="0" y="10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149" y="0"/>
                        <a:pt x="149" y="0"/>
                        <a:pt x="149" y="0"/>
                      </a:cubicBezTo>
                      <a:cubicBezTo>
                        <a:pt x="152" y="0"/>
                        <a:pt x="154" y="3"/>
                        <a:pt x="154" y="7"/>
                      </a:cubicBezTo>
                      <a:cubicBezTo>
                        <a:pt x="154" y="7"/>
                        <a:pt x="154" y="7"/>
                        <a:pt x="154" y="7"/>
                      </a:cubicBezTo>
                      <a:cubicBezTo>
                        <a:pt x="154" y="10"/>
                        <a:pt x="152" y="13"/>
                        <a:pt x="149" y="1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FB7F6"/>
                    </a:gs>
                    <a:gs pos="100000">
                      <a:srgbClr val="459FED"/>
                    </a:gs>
                  </a:gsLst>
                  <a:lin ang="0" scaled="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4" name="Freeform 78">
                  <a:extLst>
                    <a:ext uri="{FF2B5EF4-FFF2-40B4-BE49-F238E27FC236}">
                      <a16:creationId xmlns:a16="http://schemas.microsoft.com/office/drawing/2014/main" id="{DF07989A-A1CA-4B0D-1641-3DFA1079F5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2" y="3284"/>
                  <a:ext cx="443" cy="31"/>
                </a:xfrm>
                <a:custGeom>
                  <a:avLst/>
                  <a:gdLst>
                    <a:gd name="T0" fmla="*/ 179 w 185"/>
                    <a:gd name="T1" fmla="*/ 13 h 13"/>
                    <a:gd name="T2" fmla="*/ 6 w 185"/>
                    <a:gd name="T3" fmla="*/ 13 h 13"/>
                    <a:gd name="T4" fmla="*/ 0 w 185"/>
                    <a:gd name="T5" fmla="*/ 7 h 13"/>
                    <a:gd name="T6" fmla="*/ 0 w 185"/>
                    <a:gd name="T7" fmla="*/ 7 h 13"/>
                    <a:gd name="T8" fmla="*/ 6 w 185"/>
                    <a:gd name="T9" fmla="*/ 0 h 13"/>
                    <a:gd name="T10" fmla="*/ 179 w 185"/>
                    <a:gd name="T11" fmla="*/ 0 h 13"/>
                    <a:gd name="T12" fmla="*/ 185 w 185"/>
                    <a:gd name="T13" fmla="*/ 7 h 13"/>
                    <a:gd name="T14" fmla="*/ 185 w 185"/>
                    <a:gd name="T15" fmla="*/ 7 h 13"/>
                    <a:gd name="T16" fmla="*/ 179 w 185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5" h="13">
                      <a:moveTo>
                        <a:pt x="179" y="13"/>
                      </a:move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3" y="13"/>
                        <a:pt x="0" y="10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179" y="0"/>
                        <a:pt x="179" y="0"/>
                        <a:pt x="179" y="0"/>
                      </a:cubicBezTo>
                      <a:cubicBezTo>
                        <a:pt x="182" y="0"/>
                        <a:pt x="185" y="3"/>
                        <a:pt x="185" y="7"/>
                      </a:cubicBezTo>
                      <a:cubicBezTo>
                        <a:pt x="185" y="7"/>
                        <a:pt x="185" y="7"/>
                        <a:pt x="185" y="7"/>
                      </a:cubicBezTo>
                      <a:cubicBezTo>
                        <a:pt x="185" y="10"/>
                        <a:pt x="182" y="13"/>
                        <a:pt x="179" y="13"/>
                      </a:cubicBezTo>
                      <a:close/>
                    </a:path>
                  </a:pathLst>
                </a:custGeom>
                <a:solidFill>
                  <a:srgbClr val="4FB7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5" name="Freeform 79">
                  <a:extLst>
                    <a:ext uri="{FF2B5EF4-FFF2-40B4-BE49-F238E27FC236}">
                      <a16:creationId xmlns:a16="http://schemas.microsoft.com/office/drawing/2014/main" id="{86B02544-EEC3-B48C-670D-0D57BD59D5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9" y="3106"/>
                  <a:ext cx="522" cy="31"/>
                </a:xfrm>
                <a:custGeom>
                  <a:avLst/>
                  <a:gdLst>
                    <a:gd name="T0" fmla="*/ 213 w 218"/>
                    <a:gd name="T1" fmla="*/ 13 h 13"/>
                    <a:gd name="T2" fmla="*/ 6 w 218"/>
                    <a:gd name="T3" fmla="*/ 13 h 13"/>
                    <a:gd name="T4" fmla="*/ 0 w 218"/>
                    <a:gd name="T5" fmla="*/ 7 h 13"/>
                    <a:gd name="T6" fmla="*/ 0 w 218"/>
                    <a:gd name="T7" fmla="*/ 7 h 13"/>
                    <a:gd name="T8" fmla="*/ 6 w 218"/>
                    <a:gd name="T9" fmla="*/ 0 h 13"/>
                    <a:gd name="T10" fmla="*/ 213 w 218"/>
                    <a:gd name="T11" fmla="*/ 0 h 13"/>
                    <a:gd name="T12" fmla="*/ 218 w 218"/>
                    <a:gd name="T13" fmla="*/ 7 h 13"/>
                    <a:gd name="T14" fmla="*/ 218 w 218"/>
                    <a:gd name="T15" fmla="*/ 7 h 13"/>
                    <a:gd name="T16" fmla="*/ 213 w 218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8" h="13">
                      <a:moveTo>
                        <a:pt x="213" y="13"/>
                      </a:move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3" y="13"/>
                        <a:pt x="0" y="10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213" y="0"/>
                        <a:pt x="213" y="0"/>
                        <a:pt x="213" y="0"/>
                      </a:cubicBezTo>
                      <a:cubicBezTo>
                        <a:pt x="216" y="0"/>
                        <a:pt x="218" y="3"/>
                        <a:pt x="218" y="7"/>
                      </a:cubicBezTo>
                      <a:cubicBezTo>
                        <a:pt x="218" y="7"/>
                        <a:pt x="218" y="7"/>
                        <a:pt x="218" y="7"/>
                      </a:cubicBezTo>
                      <a:cubicBezTo>
                        <a:pt x="218" y="10"/>
                        <a:pt x="216" y="13"/>
                        <a:pt x="213" y="13"/>
                      </a:cubicBezTo>
                      <a:close/>
                    </a:path>
                  </a:pathLst>
                </a:custGeom>
                <a:solidFill>
                  <a:srgbClr val="4FB7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6" name="Freeform 80">
                  <a:extLst>
                    <a:ext uri="{FF2B5EF4-FFF2-40B4-BE49-F238E27FC236}">
                      <a16:creationId xmlns:a16="http://schemas.microsoft.com/office/drawing/2014/main" id="{4FD6ADD6-452D-4CA8-65E5-E8C6DE4805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4" y="2899"/>
                  <a:ext cx="368" cy="31"/>
                </a:xfrm>
                <a:custGeom>
                  <a:avLst/>
                  <a:gdLst>
                    <a:gd name="T0" fmla="*/ 149 w 154"/>
                    <a:gd name="T1" fmla="*/ 13 h 13"/>
                    <a:gd name="T2" fmla="*/ 6 w 154"/>
                    <a:gd name="T3" fmla="*/ 13 h 13"/>
                    <a:gd name="T4" fmla="*/ 0 w 154"/>
                    <a:gd name="T5" fmla="*/ 7 h 13"/>
                    <a:gd name="T6" fmla="*/ 0 w 154"/>
                    <a:gd name="T7" fmla="*/ 7 h 13"/>
                    <a:gd name="T8" fmla="*/ 6 w 154"/>
                    <a:gd name="T9" fmla="*/ 0 h 13"/>
                    <a:gd name="T10" fmla="*/ 149 w 154"/>
                    <a:gd name="T11" fmla="*/ 0 h 13"/>
                    <a:gd name="T12" fmla="*/ 154 w 154"/>
                    <a:gd name="T13" fmla="*/ 7 h 13"/>
                    <a:gd name="T14" fmla="*/ 154 w 154"/>
                    <a:gd name="T15" fmla="*/ 7 h 13"/>
                    <a:gd name="T16" fmla="*/ 149 w 154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4" h="13">
                      <a:moveTo>
                        <a:pt x="149" y="13"/>
                      </a:move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3" y="13"/>
                        <a:pt x="0" y="10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149" y="0"/>
                        <a:pt x="149" y="0"/>
                        <a:pt x="149" y="0"/>
                      </a:cubicBezTo>
                      <a:cubicBezTo>
                        <a:pt x="152" y="0"/>
                        <a:pt x="154" y="3"/>
                        <a:pt x="154" y="7"/>
                      </a:cubicBezTo>
                      <a:cubicBezTo>
                        <a:pt x="154" y="7"/>
                        <a:pt x="154" y="7"/>
                        <a:pt x="154" y="7"/>
                      </a:cubicBezTo>
                      <a:cubicBezTo>
                        <a:pt x="154" y="10"/>
                        <a:pt x="152" y="13"/>
                        <a:pt x="149" y="13"/>
                      </a:cubicBezTo>
                      <a:close/>
                    </a:path>
                  </a:pathLst>
                </a:custGeom>
                <a:solidFill>
                  <a:srgbClr val="4FB7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7" name="Freeform 81">
                  <a:extLst>
                    <a:ext uri="{FF2B5EF4-FFF2-40B4-BE49-F238E27FC236}">
                      <a16:creationId xmlns:a16="http://schemas.microsoft.com/office/drawing/2014/main" id="{2753CF51-B166-96F9-0B86-02D3CC03F0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4" y="1863"/>
                  <a:ext cx="368" cy="31"/>
                </a:xfrm>
                <a:custGeom>
                  <a:avLst/>
                  <a:gdLst>
                    <a:gd name="T0" fmla="*/ 149 w 154"/>
                    <a:gd name="T1" fmla="*/ 13 h 13"/>
                    <a:gd name="T2" fmla="*/ 6 w 154"/>
                    <a:gd name="T3" fmla="*/ 13 h 13"/>
                    <a:gd name="T4" fmla="*/ 0 w 154"/>
                    <a:gd name="T5" fmla="*/ 7 h 13"/>
                    <a:gd name="T6" fmla="*/ 0 w 154"/>
                    <a:gd name="T7" fmla="*/ 7 h 13"/>
                    <a:gd name="T8" fmla="*/ 6 w 154"/>
                    <a:gd name="T9" fmla="*/ 0 h 13"/>
                    <a:gd name="T10" fmla="*/ 149 w 154"/>
                    <a:gd name="T11" fmla="*/ 0 h 13"/>
                    <a:gd name="T12" fmla="*/ 154 w 154"/>
                    <a:gd name="T13" fmla="*/ 7 h 13"/>
                    <a:gd name="T14" fmla="*/ 154 w 154"/>
                    <a:gd name="T15" fmla="*/ 7 h 13"/>
                    <a:gd name="T16" fmla="*/ 149 w 154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4" h="13">
                      <a:moveTo>
                        <a:pt x="149" y="13"/>
                      </a:move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3" y="13"/>
                        <a:pt x="0" y="10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149" y="0"/>
                        <a:pt x="149" y="0"/>
                        <a:pt x="149" y="0"/>
                      </a:cubicBezTo>
                      <a:cubicBezTo>
                        <a:pt x="152" y="0"/>
                        <a:pt x="154" y="3"/>
                        <a:pt x="154" y="7"/>
                      </a:cubicBezTo>
                      <a:cubicBezTo>
                        <a:pt x="154" y="7"/>
                        <a:pt x="154" y="7"/>
                        <a:pt x="154" y="7"/>
                      </a:cubicBezTo>
                      <a:cubicBezTo>
                        <a:pt x="154" y="10"/>
                        <a:pt x="152" y="13"/>
                        <a:pt x="149" y="13"/>
                      </a:cubicBezTo>
                      <a:close/>
                    </a:path>
                  </a:pathLst>
                </a:custGeom>
                <a:solidFill>
                  <a:srgbClr val="F462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8" name="Freeform 82">
                  <a:extLst>
                    <a:ext uri="{FF2B5EF4-FFF2-40B4-BE49-F238E27FC236}">
                      <a16:creationId xmlns:a16="http://schemas.microsoft.com/office/drawing/2014/main" id="{99002389-71D6-8FDE-B94A-F9CE31985E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97" y="2445"/>
                  <a:ext cx="265" cy="31"/>
                </a:xfrm>
                <a:custGeom>
                  <a:avLst/>
                  <a:gdLst>
                    <a:gd name="T0" fmla="*/ 105 w 111"/>
                    <a:gd name="T1" fmla="*/ 13 h 13"/>
                    <a:gd name="T2" fmla="*/ 5 w 111"/>
                    <a:gd name="T3" fmla="*/ 13 h 13"/>
                    <a:gd name="T4" fmla="*/ 0 w 111"/>
                    <a:gd name="T5" fmla="*/ 7 h 13"/>
                    <a:gd name="T6" fmla="*/ 0 w 111"/>
                    <a:gd name="T7" fmla="*/ 7 h 13"/>
                    <a:gd name="T8" fmla="*/ 5 w 111"/>
                    <a:gd name="T9" fmla="*/ 0 h 13"/>
                    <a:gd name="T10" fmla="*/ 105 w 111"/>
                    <a:gd name="T11" fmla="*/ 0 h 13"/>
                    <a:gd name="T12" fmla="*/ 111 w 111"/>
                    <a:gd name="T13" fmla="*/ 7 h 13"/>
                    <a:gd name="T14" fmla="*/ 111 w 111"/>
                    <a:gd name="T15" fmla="*/ 7 h 13"/>
                    <a:gd name="T16" fmla="*/ 105 w 111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1" h="13">
                      <a:moveTo>
                        <a:pt x="105" y="13"/>
                      </a:move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2" y="13"/>
                        <a:pt x="0" y="10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9" y="0"/>
                        <a:pt x="111" y="3"/>
                        <a:pt x="111" y="7"/>
                      </a:cubicBezTo>
                      <a:cubicBezTo>
                        <a:pt x="111" y="7"/>
                        <a:pt x="111" y="7"/>
                        <a:pt x="111" y="7"/>
                      </a:cubicBezTo>
                      <a:cubicBezTo>
                        <a:pt x="111" y="10"/>
                        <a:pt x="109" y="13"/>
                        <a:pt x="105" y="13"/>
                      </a:cubicBezTo>
                      <a:close/>
                    </a:path>
                  </a:pathLst>
                </a:custGeom>
                <a:solidFill>
                  <a:srgbClr val="F462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9" name="Freeform 83">
                  <a:extLst>
                    <a:ext uri="{FF2B5EF4-FFF2-40B4-BE49-F238E27FC236}">
                      <a16:creationId xmlns:a16="http://schemas.microsoft.com/office/drawing/2014/main" id="{C5DBBD60-E804-346D-7D77-5135093114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4" y="2257"/>
                  <a:ext cx="471" cy="31"/>
                </a:xfrm>
                <a:custGeom>
                  <a:avLst/>
                  <a:gdLst>
                    <a:gd name="T0" fmla="*/ 191 w 197"/>
                    <a:gd name="T1" fmla="*/ 13 h 13"/>
                    <a:gd name="T2" fmla="*/ 6 w 197"/>
                    <a:gd name="T3" fmla="*/ 13 h 13"/>
                    <a:gd name="T4" fmla="*/ 0 w 197"/>
                    <a:gd name="T5" fmla="*/ 7 h 13"/>
                    <a:gd name="T6" fmla="*/ 0 w 197"/>
                    <a:gd name="T7" fmla="*/ 7 h 13"/>
                    <a:gd name="T8" fmla="*/ 6 w 197"/>
                    <a:gd name="T9" fmla="*/ 0 h 13"/>
                    <a:gd name="T10" fmla="*/ 191 w 197"/>
                    <a:gd name="T11" fmla="*/ 0 h 13"/>
                    <a:gd name="T12" fmla="*/ 197 w 197"/>
                    <a:gd name="T13" fmla="*/ 7 h 13"/>
                    <a:gd name="T14" fmla="*/ 197 w 197"/>
                    <a:gd name="T15" fmla="*/ 7 h 13"/>
                    <a:gd name="T16" fmla="*/ 191 w 197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7" h="13">
                      <a:moveTo>
                        <a:pt x="191" y="13"/>
                      </a:move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3" y="13"/>
                        <a:pt x="0" y="10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194" y="0"/>
                        <a:pt x="197" y="3"/>
                        <a:pt x="197" y="7"/>
                      </a:cubicBezTo>
                      <a:cubicBezTo>
                        <a:pt x="197" y="7"/>
                        <a:pt x="197" y="7"/>
                        <a:pt x="197" y="7"/>
                      </a:cubicBezTo>
                      <a:cubicBezTo>
                        <a:pt x="197" y="10"/>
                        <a:pt x="194" y="13"/>
                        <a:pt x="191" y="13"/>
                      </a:cubicBezTo>
                      <a:close/>
                    </a:path>
                  </a:pathLst>
                </a:custGeom>
                <a:solidFill>
                  <a:srgbClr val="F462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0" name="Freeform 84">
                  <a:extLst>
                    <a:ext uri="{FF2B5EF4-FFF2-40B4-BE49-F238E27FC236}">
                      <a16:creationId xmlns:a16="http://schemas.microsoft.com/office/drawing/2014/main" id="{8CB39146-A588-050D-A244-33DCAA83D7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6" y="2074"/>
                  <a:ext cx="608" cy="31"/>
                </a:xfrm>
                <a:custGeom>
                  <a:avLst/>
                  <a:gdLst>
                    <a:gd name="T0" fmla="*/ 249 w 254"/>
                    <a:gd name="T1" fmla="*/ 13 h 13"/>
                    <a:gd name="T2" fmla="*/ 6 w 254"/>
                    <a:gd name="T3" fmla="*/ 13 h 13"/>
                    <a:gd name="T4" fmla="*/ 0 w 254"/>
                    <a:gd name="T5" fmla="*/ 7 h 13"/>
                    <a:gd name="T6" fmla="*/ 0 w 254"/>
                    <a:gd name="T7" fmla="*/ 7 h 13"/>
                    <a:gd name="T8" fmla="*/ 6 w 254"/>
                    <a:gd name="T9" fmla="*/ 0 h 13"/>
                    <a:gd name="T10" fmla="*/ 249 w 254"/>
                    <a:gd name="T11" fmla="*/ 0 h 13"/>
                    <a:gd name="T12" fmla="*/ 254 w 254"/>
                    <a:gd name="T13" fmla="*/ 7 h 13"/>
                    <a:gd name="T14" fmla="*/ 254 w 254"/>
                    <a:gd name="T15" fmla="*/ 7 h 13"/>
                    <a:gd name="T16" fmla="*/ 249 w 254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54" h="13">
                      <a:moveTo>
                        <a:pt x="249" y="13"/>
                      </a:move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3" y="13"/>
                        <a:pt x="0" y="10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249" y="0"/>
                        <a:pt x="249" y="0"/>
                        <a:pt x="249" y="0"/>
                      </a:cubicBezTo>
                      <a:cubicBezTo>
                        <a:pt x="252" y="0"/>
                        <a:pt x="254" y="3"/>
                        <a:pt x="254" y="7"/>
                      </a:cubicBezTo>
                      <a:cubicBezTo>
                        <a:pt x="254" y="7"/>
                        <a:pt x="254" y="7"/>
                        <a:pt x="254" y="7"/>
                      </a:cubicBezTo>
                      <a:cubicBezTo>
                        <a:pt x="254" y="10"/>
                        <a:pt x="252" y="13"/>
                        <a:pt x="249" y="13"/>
                      </a:cubicBezTo>
                      <a:close/>
                    </a:path>
                  </a:pathLst>
                </a:custGeom>
                <a:solidFill>
                  <a:srgbClr val="F4626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pic>
            <p:nvPicPr>
              <p:cNvPr id="50" name="Picture 32">
                <a:extLst>
                  <a:ext uri="{FF2B5EF4-FFF2-40B4-BE49-F238E27FC236}">
                    <a16:creationId xmlns:a16="http://schemas.microsoft.com/office/drawing/2014/main" id="{9F90439D-67B3-99EA-F90F-9A3A6144A6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46808" y="2600364"/>
                <a:ext cx="14859" cy="14513"/>
              </a:xfrm>
              <a:prstGeom prst="rect">
                <a:avLst/>
              </a:prstGeom>
              <a:solidFill>
                <a:srgbClr val="F46262"/>
              </a:solidFill>
              <a:ln>
                <a:noFill/>
              </a:ln>
            </p:spPr>
          </p:pic>
          <p:sp>
            <p:nvSpPr>
              <p:cNvPr id="51" name="Freeform 33">
                <a:extLst>
                  <a:ext uri="{FF2B5EF4-FFF2-40B4-BE49-F238E27FC236}">
                    <a16:creationId xmlns:a16="http://schemas.microsoft.com/office/drawing/2014/main" id="{509BCFDC-C26D-11ED-C210-1F2FCA762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3268" y="2404781"/>
                <a:ext cx="194546" cy="829671"/>
              </a:xfrm>
              <a:custGeom>
                <a:avLst/>
                <a:gdLst>
                  <a:gd name="T0" fmla="*/ 237 w 237"/>
                  <a:gd name="T1" fmla="*/ 0 h 1010"/>
                  <a:gd name="T2" fmla="*/ 0 w 237"/>
                  <a:gd name="T3" fmla="*/ 0 h 1010"/>
                  <a:gd name="T4" fmla="*/ 0 w 237"/>
                  <a:gd name="T5" fmla="*/ 27 h 1010"/>
                  <a:gd name="T6" fmla="*/ 16 w 237"/>
                  <a:gd name="T7" fmla="*/ 27 h 1010"/>
                  <a:gd name="T8" fmla="*/ 16 w 237"/>
                  <a:gd name="T9" fmla="*/ 908 h 1010"/>
                  <a:gd name="T10" fmla="*/ 119 w 237"/>
                  <a:gd name="T11" fmla="*/ 1010 h 1010"/>
                  <a:gd name="T12" fmla="*/ 221 w 237"/>
                  <a:gd name="T13" fmla="*/ 908 h 1010"/>
                  <a:gd name="T14" fmla="*/ 221 w 237"/>
                  <a:gd name="T15" fmla="*/ 27 h 1010"/>
                  <a:gd name="T16" fmla="*/ 237 w 237"/>
                  <a:gd name="T17" fmla="*/ 27 h 1010"/>
                  <a:gd name="T18" fmla="*/ 237 w 237"/>
                  <a:gd name="T19" fmla="*/ 0 h 1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7" h="1010">
                    <a:moveTo>
                      <a:pt x="23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908"/>
                      <a:pt x="16" y="908"/>
                      <a:pt x="16" y="908"/>
                    </a:cubicBezTo>
                    <a:cubicBezTo>
                      <a:pt x="16" y="908"/>
                      <a:pt x="16" y="1010"/>
                      <a:pt x="119" y="1010"/>
                    </a:cubicBezTo>
                    <a:cubicBezTo>
                      <a:pt x="221" y="1010"/>
                      <a:pt x="221" y="908"/>
                      <a:pt x="221" y="908"/>
                    </a:cubicBezTo>
                    <a:cubicBezTo>
                      <a:pt x="221" y="27"/>
                      <a:pt x="221" y="27"/>
                      <a:pt x="221" y="27"/>
                    </a:cubicBezTo>
                    <a:cubicBezTo>
                      <a:pt x="237" y="27"/>
                      <a:pt x="237" y="27"/>
                      <a:pt x="237" y="27"/>
                    </a:cubicBezTo>
                    <a:cubicBezTo>
                      <a:pt x="237" y="0"/>
                      <a:pt x="237" y="0"/>
                      <a:pt x="237" y="0"/>
                    </a:cubicBezTo>
                  </a:path>
                </a:pathLst>
              </a:custGeom>
              <a:gradFill>
                <a:gsLst>
                  <a:gs pos="2000">
                    <a:srgbClr val="AFDEF9">
                      <a:alpha val="25000"/>
                    </a:srgbClr>
                  </a:gs>
                  <a:gs pos="100000">
                    <a:srgbClr val="AFDEF9">
                      <a:alpha val="5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34">
                <a:extLst>
                  <a:ext uri="{FF2B5EF4-FFF2-40B4-BE49-F238E27FC236}">
                    <a16:creationId xmlns:a16="http://schemas.microsoft.com/office/drawing/2014/main" id="{4148E669-F08C-E51D-4BE4-C6629F393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1258" y="2695391"/>
                <a:ext cx="139258" cy="518328"/>
              </a:xfrm>
              <a:custGeom>
                <a:avLst/>
                <a:gdLst>
                  <a:gd name="T0" fmla="*/ 0 w 170"/>
                  <a:gd name="T1" fmla="*/ 0 h 631"/>
                  <a:gd name="T2" fmla="*/ 0 w 170"/>
                  <a:gd name="T3" fmla="*/ 546 h 631"/>
                  <a:gd name="T4" fmla="*/ 85 w 170"/>
                  <a:gd name="T5" fmla="*/ 631 h 631"/>
                  <a:gd name="T6" fmla="*/ 170 w 170"/>
                  <a:gd name="T7" fmla="*/ 546 h 631"/>
                  <a:gd name="T8" fmla="*/ 170 w 170"/>
                  <a:gd name="T9" fmla="*/ 0 h 631"/>
                  <a:gd name="T10" fmla="*/ 0 w 170"/>
                  <a:gd name="T11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" h="631">
                    <a:moveTo>
                      <a:pt x="0" y="0"/>
                    </a:moveTo>
                    <a:cubicBezTo>
                      <a:pt x="0" y="546"/>
                      <a:pt x="0" y="546"/>
                      <a:pt x="0" y="546"/>
                    </a:cubicBezTo>
                    <a:cubicBezTo>
                      <a:pt x="0" y="546"/>
                      <a:pt x="0" y="631"/>
                      <a:pt x="85" y="631"/>
                    </a:cubicBezTo>
                    <a:cubicBezTo>
                      <a:pt x="170" y="631"/>
                      <a:pt x="170" y="546"/>
                      <a:pt x="170" y="546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adFill>
                <a:gsLst>
                  <a:gs pos="100000">
                    <a:srgbClr val="F46262"/>
                  </a:gs>
                  <a:gs pos="0">
                    <a:srgbClr val="F89696">
                      <a:alpha val="5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Rectangle 36">
                <a:extLst>
                  <a:ext uri="{FF2B5EF4-FFF2-40B4-BE49-F238E27FC236}">
                    <a16:creationId xmlns:a16="http://schemas.microsoft.com/office/drawing/2014/main" id="{E929F951-3454-09F9-F45F-AA2F49CFC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50954" y="2444865"/>
                <a:ext cx="23843" cy="2505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Rectangle 38">
                <a:extLst>
                  <a:ext uri="{FF2B5EF4-FFF2-40B4-BE49-F238E27FC236}">
                    <a16:creationId xmlns:a16="http://schemas.microsoft.com/office/drawing/2014/main" id="{D2EEB04B-3537-9125-F1EA-7D88BFA22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50954" y="2695391"/>
                <a:ext cx="23843" cy="4568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Oval 39">
                <a:extLst>
                  <a:ext uri="{FF2B5EF4-FFF2-40B4-BE49-F238E27FC236}">
                    <a16:creationId xmlns:a16="http://schemas.microsoft.com/office/drawing/2014/main" id="{003408FD-9906-D432-E25B-6690B4D4E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5593" y="2658417"/>
                <a:ext cx="20387" cy="20734"/>
              </a:xfrm>
              <a:prstGeom prst="ellipse">
                <a:avLst/>
              </a:prstGeom>
              <a:solidFill>
                <a:srgbClr val="F4626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Oval 40">
                <a:extLst>
                  <a:ext uri="{FF2B5EF4-FFF2-40B4-BE49-F238E27FC236}">
                    <a16:creationId xmlns:a16="http://schemas.microsoft.com/office/drawing/2014/main" id="{EEE4FD1F-B7A7-605C-26BB-9BCD7797EF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05897" y="2549222"/>
                <a:ext cx="13131" cy="13131"/>
              </a:xfrm>
              <a:prstGeom prst="ellipse">
                <a:avLst/>
              </a:prstGeom>
              <a:solidFill>
                <a:srgbClr val="F4626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Oval 41">
                <a:extLst>
                  <a:ext uri="{FF2B5EF4-FFF2-40B4-BE49-F238E27FC236}">
                    <a16:creationId xmlns:a16="http://schemas.microsoft.com/office/drawing/2014/main" id="{8E894073-98A1-FB3B-2616-BADFC3615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89311" y="2628008"/>
                <a:ext cx="23152" cy="23152"/>
              </a:xfrm>
              <a:prstGeom prst="ellipse">
                <a:avLst/>
              </a:prstGeom>
              <a:solidFill>
                <a:srgbClr val="F4626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Oval 42">
                <a:extLst>
                  <a:ext uri="{FF2B5EF4-FFF2-40B4-BE49-F238E27FC236}">
                    <a16:creationId xmlns:a16="http://schemas.microsoft.com/office/drawing/2014/main" id="{1956254A-20C9-F082-CBC4-5EFD2C3F9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67195" y="2563390"/>
                <a:ext cx="12440" cy="12094"/>
              </a:xfrm>
              <a:prstGeom prst="ellipse">
                <a:avLst/>
              </a:prstGeom>
              <a:solidFill>
                <a:srgbClr val="F4626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Oval 43">
                <a:extLst>
                  <a:ext uri="{FF2B5EF4-FFF2-40B4-BE49-F238E27FC236}">
                    <a16:creationId xmlns:a16="http://schemas.microsoft.com/office/drawing/2014/main" id="{B2AA3A75-D937-FE8D-CEBA-E568BABFC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4389" y="2654270"/>
                <a:ext cx="20387" cy="20734"/>
              </a:xfrm>
              <a:prstGeom prst="ellipse">
                <a:avLst/>
              </a:prstGeom>
              <a:solidFill>
                <a:srgbClr val="F4626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Oval 44">
                <a:extLst>
                  <a:ext uri="{FF2B5EF4-FFF2-40B4-BE49-F238E27FC236}">
                    <a16:creationId xmlns:a16="http://schemas.microsoft.com/office/drawing/2014/main" id="{B8A6273B-1DD8-2343-C90B-D9EAD7648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5593" y="2613495"/>
                <a:ext cx="8985" cy="7948"/>
              </a:xfrm>
              <a:prstGeom prst="ellipse">
                <a:avLst/>
              </a:prstGeom>
              <a:solidFill>
                <a:srgbClr val="F4626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Oval 45">
                <a:extLst>
                  <a:ext uri="{FF2B5EF4-FFF2-40B4-BE49-F238E27FC236}">
                    <a16:creationId xmlns:a16="http://schemas.microsoft.com/office/drawing/2014/main" id="{A1C0132C-5AC4-BB0A-7299-8CD2D45DA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3887" y="2570646"/>
                <a:ext cx="18660" cy="19006"/>
              </a:xfrm>
              <a:prstGeom prst="ellipse">
                <a:avLst/>
              </a:prstGeom>
              <a:solidFill>
                <a:srgbClr val="F4626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Oval 46">
                <a:extLst>
                  <a:ext uri="{FF2B5EF4-FFF2-40B4-BE49-F238E27FC236}">
                    <a16:creationId xmlns:a16="http://schemas.microsoft.com/office/drawing/2014/main" id="{18514526-AFD6-16D0-6BAA-581ECB4CE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5185" y="2583777"/>
                <a:ext cx="14859" cy="14859"/>
              </a:xfrm>
              <a:prstGeom prst="ellipse">
                <a:avLst/>
              </a:prstGeom>
              <a:solidFill>
                <a:srgbClr val="F4626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132D1D5-5D77-5A7C-E406-37455DFCC9AF}"/>
                  </a:ext>
                </a:extLst>
              </p:cNvPr>
              <p:cNvSpPr/>
              <p:nvPr/>
            </p:nvSpPr>
            <p:spPr bwMode="auto">
              <a:xfrm>
                <a:off x="7544389" y="2444865"/>
                <a:ext cx="38497" cy="707346"/>
              </a:xfrm>
              <a:prstGeom prst="rect">
                <a:avLst/>
              </a:prstGeom>
              <a:gradFill>
                <a:gsLst>
                  <a:gs pos="100000">
                    <a:schemeClr val="bg1">
                      <a:alpha val="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Freeform 56">
              <a:extLst>
                <a:ext uri="{FF2B5EF4-FFF2-40B4-BE49-F238E27FC236}">
                  <a16:creationId xmlns:a16="http://schemas.microsoft.com/office/drawing/2014/main" id="{724D9768-9F21-9B2E-0CEF-CD6ADF6FC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2283" y="2381111"/>
              <a:ext cx="601552" cy="904967"/>
            </a:xfrm>
            <a:custGeom>
              <a:avLst/>
              <a:gdLst>
                <a:gd name="T0" fmla="*/ 574 w 574"/>
                <a:gd name="T1" fmla="*/ 0 h 865"/>
                <a:gd name="T2" fmla="*/ 574 w 574"/>
                <a:gd name="T3" fmla="*/ 707 h 865"/>
                <a:gd name="T4" fmla="*/ 416 w 574"/>
                <a:gd name="T5" fmla="*/ 865 h 865"/>
                <a:gd name="T6" fmla="*/ 158 w 574"/>
                <a:gd name="T7" fmla="*/ 865 h 865"/>
                <a:gd name="T8" fmla="*/ 0 w 574"/>
                <a:gd name="T9" fmla="*/ 707 h 865"/>
                <a:gd name="T10" fmla="*/ 0 w 574"/>
                <a:gd name="T11" fmla="*/ 0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865">
                  <a:moveTo>
                    <a:pt x="574" y="0"/>
                  </a:moveTo>
                  <a:cubicBezTo>
                    <a:pt x="574" y="707"/>
                    <a:pt x="574" y="707"/>
                    <a:pt x="574" y="707"/>
                  </a:cubicBezTo>
                  <a:cubicBezTo>
                    <a:pt x="574" y="794"/>
                    <a:pt x="503" y="865"/>
                    <a:pt x="416" y="865"/>
                  </a:cubicBezTo>
                  <a:cubicBezTo>
                    <a:pt x="158" y="865"/>
                    <a:pt x="158" y="865"/>
                    <a:pt x="158" y="865"/>
                  </a:cubicBezTo>
                  <a:cubicBezTo>
                    <a:pt x="71" y="865"/>
                    <a:pt x="0" y="794"/>
                    <a:pt x="0" y="70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57150" cap="rnd">
              <a:gradFill>
                <a:gsLst>
                  <a:gs pos="0">
                    <a:srgbClr val="A2ABB0">
                      <a:alpha val="59000"/>
                    </a:srgbClr>
                  </a:gs>
                  <a:gs pos="78000">
                    <a:srgbClr val="66737C"/>
                  </a:gs>
                  <a:gs pos="100000">
                    <a:srgbClr val="43515C"/>
                  </a:gs>
                </a:gsLst>
                <a:lin ang="5400000" scaled="1"/>
              </a:gra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FBDFA29-3754-7501-C5AA-A5D08E96990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97590" y="2523620"/>
              <a:ext cx="810939" cy="0"/>
            </a:xfrm>
            <a:prstGeom prst="line">
              <a:avLst/>
            </a:prstGeom>
            <a:noFill/>
            <a:ln w="57150" cap="rnd" cmpd="sng" algn="ctr">
              <a:gradFill>
                <a:gsLst>
                  <a:gs pos="0">
                    <a:srgbClr val="A2ABB0"/>
                  </a:gs>
                  <a:gs pos="83000">
                    <a:srgbClr val="66737C"/>
                  </a:gs>
                  <a:gs pos="100000">
                    <a:srgbClr val="43515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4" name="Group 63">
              <a:extLst>
                <a:ext uri="{FF2B5EF4-FFF2-40B4-BE49-F238E27FC236}">
                  <a16:creationId xmlns:a16="http://schemas.microsoft.com/office/drawing/2014/main" id="{CE289A30-2BBF-8F7B-76D5-6C729C2F69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46034" y="1892827"/>
              <a:ext cx="322483" cy="331017"/>
              <a:chOff x="2932" y="1229"/>
              <a:chExt cx="1814" cy="1862"/>
            </a:xfrm>
          </p:grpSpPr>
          <p:sp>
            <p:nvSpPr>
              <p:cNvPr id="43" name="Freeform 64">
                <a:extLst>
                  <a:ext uri="{FF2B5EF4-FFF2-40B4-BE49-F238E27FC236}">
                    <a16:creationId xmlns:a16="http://schemas.microsoft.com/office/drawing/2014/main" id="{D4423168-F034-2156-699A-D14DCBC0F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3" y="2211"/>
                <a:ext cx="62" cy="799"/>
              </a:xfrm>
              <a:custGeom>
                <a:avLst/>
                <a:gdLst>
                  <a:gd name="T0" fmla="*/ 9 w 26"/>
                  <a:gd name="T1" fmla="*/ 336 h 336"/>
                  <a:gd name="T2" fmla="*/ 9 w 26"/>
                  <a:gd name="T3" fmla="*/ 336 h 336"/>
                  <a:gd name="T4" fmla="*/ 0 w 26"/>
                  <a:gd name="T5" fmla="*/ 327 h 336"/>
                  <a:gd name="T6" fmla="*/ 8 w 26"/>
                  <a:gd name="T7" fmla="*/ 8 h 336"/>
                  <a:gd name="T8" fmla="*/ 17 w 26"/>
                  <a:gd name="T9" fmla="*/ 0 h 336"/>
                  <a:gd name="T10" fmla="*/ 18 w 26"/>
                  <a:gd name="T11" fmla="*/ 0 h 336"/>
                  <a:gd name="T12" fmla="*/ 26 w 26"/>
                  <a:gd name="T13" fmla="*/ 9 h 336"/>
                  <a:gd name="T14" fmla="*/ 18 w 26"/>
                  <a:gd name="T15" fmla="*/ 328 h 336"/>
                  <a:gd name="T16" fmla="*/ 9 w 26"/>
                  <a:gd name="T17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336">
                    <a:moveTo>
                      <a:pt x="9" y="336"/>
                    </a:moveTo>
                    <a:cubicBezTo>
                      <a:pt x="9" y="336"/>
                      <a:pt x="9" y="336"/>
                      <a:pt x="9" y="336"/>
                    </a:cubicBezTo>
                    <a:cubicBezTo>
                      <a:pt x="4" y="336"/>
                      <a:pt x="0" y="332"/>
                      <a:pt x="0" y="327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4"/>
                      <a:pt x="13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3" y="0"/>
                      <a:pt x="26" y="4"/>
                      <a:pt x="26" y="9"/>
                    </a:cubicBezTo>
                    <a:cubicBezTo>
                      <a:pt x="18" y="328"/>
                      <a:pt x="18" y="328"/>
                      <a:pt x="18" y="328"/>
                    </a:cubicBezTo>
                    <a:cubicBezTo>
                      <a:pt x="18" y="332"/>
                      <a:pt x="14" y="336"/>
                      <a:pt x="9" y="336"/>
                    </a:cubicBezTo>
                    <a:close/>
                  </a:path>
                </a:pathLst>
              </a:custGeom>
              <a:solidFill>
                <a:srgbClr val="A2AB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65">
                <a:extLst>
                  <a:ext uri="{FF2B5EF4-FFF2-40B4-BE49-F238E27FC236}">
                    <a16:creationId xmlns:a16="http://schemas.microsoft.com/office/drawing/2014/main" id="{B6F4911C-9337-D1B4-F130-68EC261A3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1345"/>
                <a:ext cx="1630" cy="909"/>
              </a:xfrm>
              <a:custGeom>
                <a:avLst/>
                <a:gdLst>
                  <a:gd name="T0" fmla="*/ 313 w 685"/>
                  <a:gd name="T1" fmla="*/ 382 h 382"/>
                  <a:gd name="T2" fmla="*/ 309 w 685"/>
                  <a:gd name="T3" fmla="*/ 380 h 382"/>
                  <a:gd name="T4" fmla="*/ 5 w 685"/>
                  <a:gd name="T5" fmla="*/ 181 h 382"/>
                  <a:gd name="T6" fmla="*/ 3 w 685"/>
                  <a:gd name="T7" fmla="*/ 169 h 382"/>
                  <a:gd name="T8" fmla="*/ 15 w 685"/>
                  <a:gd name="T9" fmla="*/ 166 h 382"/>
                  <a:gd name="T10" fmla="*/ 312 w 685"/>
                  <a:gd name="T11" fmla="*/ 361 h 382"/>
                  <a:gd name="T12" fmla="*/ 669 w 685"/>
                  <a:gd name="T13" fmla="*/ 3 h 382"/>
                  <a:gd name="T14" fmla="*/ 682 w 685"/>
                  <a:gd name="T15" fmla="*/ 3 h 382"/>
                  <a:gd name="T16" fmla="*/ 682 w 685"/>
                  <a:gd name="T17" fmla="*/ 16 h 382"/>
                  <a:gd name="T18" fmla="*/ 320 w 685"/>
                  <a:gd name="T19" fmla="*/ 379 h 382"/>
                  <a:gd name="T20" fmla="*/ 313 w 685"/>
                  <a:gd name="T21" fmla="*/ 3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5" h="382">
                    <a:moveTo>
                      <a:pt x="313" y="382"/>
                    </a:moveTo>
                    <a:cubicBezTo>
                      <a:pt x="312" y="382"/>
                      <a:pt x="310" y="381"/>
                      <a:pt x="309" y="380"/>
                    </a:cubicBezTo>
                    <a:cubicBezTo>
                      <a:pt x="5" y="181"/>
                      <a:pt x="5" y="181"/>
                      <a:pt x="5" y="181"/>
                    </a:cubicBezTo>
                    <a:cubicBezTo>
                      <a:pt x="1" y="178"/>
                      <a:pt x="0" y="173"/>
                      <a:pt x="3" y="169"/>
                    </a:cubicBezTo>
                    <a:cubicBezTo>
                      <a:pt x="6" y="165"/>
                      <a:pt x="11" y="163"/>
                      <a:pt x="15" y="166"/>
                    </a:cubicBezTo>
                    <a:cubicBezTo>
                      <a:pt x="312" y="361"/>
                      <a:pt x="312" y="361"/>
                      <a:pt x="312" y="361"/>
                    </a:cubicBezTo>
                    <a:cubicBezTo>
                      <a:pt x="669" y="3"/>
                      <a:pt x="669" y="3"/>
                      <a:pt x="669" y="3"/>
                    </a:cubicBezTo>
                    <a:cubicBezTo>
                      <a:pt x="673" y="0"/>
                      <a:pt x="678" y="0"/>
                      <a:pt x="682" y="3"/>
                    </a:cubicBezTo>
                    <a:cubicBezTo>
                      <a:pt x="685" y="7"/>
                      <a:pt x="685" y="13"/>
                      <a:pt x="682" y="16"/>
                    </a:cubicBezTo>
                    <a:cubicBezTo>
                      <a:pt x="320" y="379"/>
                      <a:pt x="320" y="379"/>
                      <a:pt x="320" y="379"/>
                    </a:cubicBezTo>
                    <a:cubicBezTo>
                      <a:pt x="318" y="381"/>
                      <a:pt x="316" y="382"/>
                      <a:pt x="313" y="382"/>
                    </a:cubicBezTo>
                    <a:close/>
                  </a:path>
                </a:pathLst>
              </a:custGeom>
              <a:solidFill>
                <a:srgbClr val="A2AB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66">
                <a:extLst>
                  <a:ext uri="{FF2B5EF4-FFF2-40B4-BE49-F238E27FC236}">
                    <a16:creationId xmlns:a16="http://schemas.microsoft.com/office/drawing/2014/main" id="{04DC7D93-43B9-0789-A698-67AF59A8B4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5" y="1990"/>
                <a:ext cx="479" cy="485"/>
              </a:xfrm>
              <a:custGeom>
                <a:avLst/>
                <a:gdLst>
                  <a:gd name="T0" fmla="*/ 124 w 201"/>
                  <a:gd name="T1" fmla="*/ 191 h 204"/>
                  <a:gd name="T2" fmla="*/ 13 w 201"/>
                  <a:gd name="T3" fmla="*/ 125 h 204"/>
                  <a:gd name="T4" fmla="*/ 77 w 201"/>
                  <a:gd name="T5" fmla="*/ 13 h 204"/>
                  <a:gd name="T6" fmla="*/ 188 w 201"/>
                  <a:gd name="T7" fmla="*/ 79 h 204"/>
                  <a:gd name="T8" fmla="*/ 124 w 201"/>
                  <a:gd name="T9" fmla="*/ 191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1" h="204">
                    <a:moveTo>
                      <a:pt x="124" y="191"/>
                    </a:moveTo>
                    <a:cubicBezTo>
                      <a:pt x="76" y="204"/>
                      <a:pt x="26" y="174"/>
                      <a:pt x="13" y="125"/>
                    </a:cubicBezTo>
                    <a:cubicBezTo>
                      <a:pt x="0" y="76"/>
                      <a:pt x="29" y="25"/>
                      <a:pt x="77" y="13"/>
                    </a:cubicBezTo>
                    <a:cubicBezTo>
                      <a:pt x="125" y="0"/>
                      <a:pt x="174" y="29"/>
                      <a:pt x="188" y="79"/>
                    </a:cubicBezTo>
                    <a:cubicBezTo>
                      <a:pt x="201" y="128"/>
                      <a:pt x="172" y="178"/>
                      <a:pt x="124" y="191"/>
                    </a:cubicBezTo>
                    <a:close/>
                  </a:path>
                </a:pathLst>
              </a:custGeom>
              <a:gradFill>
                <a:gsLst>
                  <a:gs pos="99000">
                    <a:srgbClr val="459FED"/>
                  </a:gs>
                  <a:gs pos="0">
                    <a:srgbClr val="B2E0FA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67">
                <a:extLst>
                  <a:ext uri="{FF2B5EF4-FFF2-40B4-BE49-F238E27FC236}">
                    <a16:creationId xmlns:a16="http://schemas.microsoft.com/office/drawing/2014/main" id="{83590432-731D-9D02-3B4A-30C5B43D7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6" y="1229"/>
                <a:ext cx="200" cy="204"/>
              </a:xfrm>
              <a:custGeom>
                <a:avLst/>
                <a:gdLst>
                  <a:gd name="T0" fmla="*/ 52 w 84"/>
                  <a:gd name="T1" fmla="*/ 80 h 86"/>
                  <a:gd name="T2" fmla="*/ 5 w 84"/>
                  <a:gd name="T3" fmla="*/ 53 h 86"/>
                  <a:gd name="T4" fmla="*/ 32 w 84"/>
                  <a:gd name="T5" fmla="*/ 6 h 86"/>
                  <a:gd name="T6" fmla="*/ 78 w 84"/>
                  <a:gd name="T7" fmla="*/ 33 h 86"/>
                  <a:gd name="T8" fmla="*/ 52 w 84"/>
                  <a:gd name="T9" fmla="*/ 8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6">
                    <a:moveTo>
                      <a:pt x="52" y="80"/>
                    </a:moveTo>
                    <a:cubicBezTo>
                      <a:pt x="31" y="86"/>
                      <a:pt x="11" y="73"/>
                      <a:pt x="5" y="53"/>
                    </a:cubicBezTo>
                    <a:cubicBezTo>
                      <a:pt x="0" y="32"/>
                      <a:pt x="12" y="11"/>
                      <a:pt x="32" y="6"/>
                    </a:cubicBezTo>
                    <a:cubicBezTo>
                      <a:pt x="52" y="0"/>
                      <a:pt x="73" y="13"/>
                      <a:pt x="78" y="33"/>
                    </a:cubicBezTo>
                    <a:cubicBezTo>
                      <a:pt x="84" y="54"/>
                      <a:pt x="72" y="75"/>
                      <a:pt x="52" y="80"/>
                    </a:cubicBezTo>
                    <a:close/>
                  </a:path>
                </a:pathLst>
              </a:custGeom>
              <a:gradFill>
                <a:gsLst>
                  <a:gs pos="99000">
                    <a:srgbClr val="459FED"/>
                  </a:gs>
                  <a:gs pos="0">
                    <a:srgbClr val="B2E0FA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Freeform 68">
                <a:extLst>
                  <a:ext uri="{FF2B5EF4-FFF2-40B4-BE49-F238E27FC236}">
                    <a16:creationId xmlns:a16="http://schemas.microsoft.com/office/drawing/2014/main" id="{BDC93847-51FE-70ED-10C9-B8AF94F0E9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4" y="2889"/>
                <a:ext cx="200" cy="202"/>
              </a:xfrm>
              <a:custGeom>
                <a:avLst/>
                <a:gdLst>
                  <a:gd name="T0" fmla="*/ 52 w 84"/>
                  <a:gd name="T1" fmla="*/ 80 h 85"/>
                  <a:gd name="T2" fmla="*/ 5 w 84"/>
                  <a:gd name="T3" fmla="*/ 52 h 85"/>
                  <a:gd name="T4" fmla="*/ 32 w 84"/>
                  <a:gd name="T5" fmla="*/ 5 h 85"/>
                  <a:gd name="T6" fmla="*/ 78 w 84"/>
                  <a:gd name="T7" fmla="*/ 33 h 85"/>
                  <a:gd name="T8" fmla="*/ 52 w 84"/>
                  <a:gd name="T9" fmla="*/ 8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5">
                    <a:moveTo>
                      <a:pt x="52" y="80"/>
                    </a:moveTo>
                    <a:cubicBezTo>
                      <a:pt x="32" y="85"/>
                      <a:pt x="11" y="73"/>
                      <a:pt x="5" y="52"/>
                    </a:cubicBezTo>
                    <a:cubicBezTo>
                      <a:pt x="0" y="31"/>
                      <a:pt x="12" y="10"/>
                      <a:pt x="32" y="5"/>
                    </a:cubicBezTo>
                    <a:cubicBezTo>
                      <a:pt x="52" y="0"/>
                      <a:pt x="73" y="12"/>
                      <a:pt x="78" y="33"/>
                    </a:cubicBezTo>
                    <a:cubicBezTo>
                      <a:pt x="84" y="53"/>
                      <a:pt x="72" y="74"/>
                      <a:pt x="52" y="80"/>
                    </a:cubicBezTo>
                    <a:close/>
                  </a:path>
                </a:pathLst>
              </a:custGeom>
              <a:gradFill>
                <a:gsLst>
                  <a:gs pos="99000">
                    <a:srgbClr val="459FED"/>
                  </a:gs>
                  <a:gs pos="0">
                    <a:srgbClr val="B2E0FA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69">
                <a:extLst>
                  <a:ext uri="{FF2B5EF4-FFF2-40B4-BE49-F238E27FC236}">
                    <a16:creationId xmlns:a16="http://schemas.microsoft.com/office/drawing/2014/main" id="{CFCD4622-45C9-1DEA-76F0-0E4A72311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2" y="1657"/>
                <a:ext cx="200" cy="202"/>
              </a:xfrm>
              <a:custGeom>
                <a:avLst/>
                <a:gdLst>
                  <a:gd name="T0" fmla="*/ 52 w 84"/>
                  <a:gd name="T1" fmla="*/ 80 h 85"/>
                  <a:gd name="T2" fmla="*/ 6 w 84"/>
                  <a:gd name="T3" fmla="*/ 52 h 85"/>
                  <a:gd name="T4" fmla="*/ 33 w 84"/>
                  <a:gd name="T5" fmla="*/ 5 h 85"/>
                  <a:gd name="T6" fmla="*/ 79 w 84"/>
                  <a:gd name="T7" fmla="*/ 33 h 85"/>
                  <a:gd name="T8" fmla="*/ 52 w 84"/>
                  <a:gd name="T9" fmla="*/ 8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5">
                    <a:moveTo>
                      <a:pt x="52" y="80"/>
                    </a:moveTo>
                    <a:cubicBezTo>
                      <a:pt x="32" y="85"/>
                      <a:pt x="11" y="73"/>
                      <a:pt x="6" y="52"/>
                    </a:cubicBezTo>
                    <a:cubicBezTo>
                      <a:pt x="0" y="32"/>
                      <a:pt x="12" y="11"/>
                      <a:pt x="33" y="5"/>
                    </a:cubicBezTo>
                    <a:cubicBezTo>
                      <a:pt x="53" y="0"/>
                      <a:pt x="73" y="12"/>
                      <a:pt x="79" y="33"/>
                    </a:cubicBezTo>
                    <a:cubicBezTo>
                      <a:pt x="84" y="54"/>
                      <a:pt x="72" y="75"/>
                      <a:pt x="52" y="80"/>
                    </a:cubicBezTo>
                    <a:close/>
                  </a:path>
                </a:pathLst>
              </a:custGeom>
              <a:gradFill>
                <a:gsLst>
                  <a:gs pos="99000">
                    <a:srgbClr val="459FED"/>
                  </a:gs>
                  <a:gs pos="0">
                    <a:srgbClr val="B2E0FA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437D55A-B9FE-6E45-A7AB-5E047212DFC6}"/>
                </a:ext>
              </a:extLst>
            </p:cNvPr>
            <p:cNvGrpSpPr/>
            <p:nvPr/>
          </p:nvGrpSpPr>
          <p:grpSpPr>
            <a:xfrm>
              <a:off x="6349556" y="2659658"/>
              <a:ext cx="425627" cy="510952"/>
              <a:chOff x="6735910" y="2318754"/>
              <a:chExt cx="425627" cy="510952"/>
            </a:xfrm>
          </p:grpSpPr>
          <p:sp>
            <p:nvSpPr>
              <p:cNvPr id="36" name="Freeform 65">
                <a:extLst>
                  <a:ext uri="{FF2B5EF4-FFF2-40B4-BE49-F238E27FC236}">
                    <a16:creationId xmlns:a16="http://schemas.microsoft.com/office/drawing/2014/main" id="{47004314-9ECD-76F1-CCF8-9604852B0CC5}"/>
                  </a:ext>
                </a:extLst>
              </p:cNvPr>
              <p:cNvSpPr>
                <a:spLocks/>
              </p:cNvSpPr>
              <p:nvPr/>
            </p:nvSpPr>
            <p:spPr bwMode="auto">
              <a:xfrm rot="7648200">
                <a:off x="6783497" y="2435168"/>
                <a:ext cx="430846" cy="240270"/>
              </a:xfrm>
              <a:custGeom>
                <a:avLst/>
                <a:gdLst>
                  <a:gd name="T0" fmla="*/ 313 w 685"/>
                  <a:gd name="T1" fmla="*/ 382 h 382"/>
                  <a:gd name="T2" fmla="*/ 309 w 685"/>
                  <a:gd name="T3" fmla="*/ 380 h 382"/>
                  <a:gd name="T4" fmla="*/ 5 w 685"/>
                  <a:gd name="T5" fmla="*/ 181 h 382"/>
                  <a:gd name="T6" fmla="*/ 3 w 685"/>
                  <a:gd name="T7" fmla="*/ 169 h 382"/>
                  <a:gd name="T8" fmla="*/ 15 w 685"/>
                  <a:gd name="T9" fmla="*/ 166 h 382"/>
                  <a:gd name="T10" fmla="*/ 312 w 685"/>
                  <a:gd name="T11" fmla="*/ 361 h 382"/>
                  <a:gd name="T12" fmla="*/ 669 w 685"/>
                  <a:gd name="T13" fmla="*/ 3 h 382"/>
                  <a:gd name="T14" fmla="*/ 682 w 685"/>
                  <a:gd name="T15" fmla="*/ 3 h 382"/>
                  <a:gd name="T16" fmla="*/ 682 w 685"/>
                  <a:gd name="T17" fmla="*/ 16 h 382"/>
                  <a:gd name="T18" fmla="*/ 320 w 685"/>
                  <a:gd name="T19" fmla="*/ 379 h 382"/>
                  <a:gd name="T20" fmla="*/ 313 w 685"/>
                  <a:gd name="T21" fmla="*/ 3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5" h="382">
                    <a:moveTo>
                      <a:pt x="313" y="382"/>
                    </a:moveTo>
                    <a:cubicBezTo>
                      <a:pt x="312" y="382"/>
                      <a:pt x="310" y="381"/>
                      <a:pt x="309" y="380"/>
                    </a:cubicBezTo>
                    <a:cubicBezTo>
                      <a:pt x="5" y="181"/>
                      <a:pt x="5" y="181"/>
                      <a:pt x="5" y="181"/>
                    </a:cubicBezTo>
                    <a:cubicBezTo>
                      <a:pt x="1" y="178"/>
                      <a:pt x="0" y="173"/>
                      <a:pt x="3" y="169"/>
                    </a:cubicBezTo>
                    <a:cubicBezTo>
                      <a:pt x="6" y="165"/>
                      <a:pt x="11" y="163"/>
                      <a:pt x="15" y="166"/>
                    </a:cubicBezTo>
                    <a:cubicBezTo>
                      <a:pt x="312" y="361"/>
                      <a:pt x="312" y="361"/>
                      <a:pt x="312" y="361"/>
                    </a:cubicBezTo>
                    <a:cubicBezTo>
                      <a:pt x="669" y="3"/>
                      <a:pt x="669" y="3"/>
                      <a:pt x="669" y="3"/>
                    </a:cubicBezTo>
                    <a:cubicBezTo>
                      <a:pt x="673" y="0"/>
                      <a:pt x="678" y="0"/>
                      <a:pt x="682" y="3"/>
                    </a:cubicBezTo>
                    <a:cubicBezTo>
                      <a:pt x="685" y="7"/>
                      <a:pt x="685" y="13"/>
                      <a:pt x="682" y="16"/>
                    </a:cubicBezTo>
                    <a:cubicBezTo>
                      <a:pt x="320" y="379"/>
                      <a:pt x="320" y="379"/>
                      <a:pt x="320" y="379"/>
                    </a:cubicBezTo>
                    <a:cubicBezTo>
                      <a:pt x="318" y="381"/>
                      <a:pt x="316" y="382"/>
                      <a:pt x="313" y="382"/>
                    </a:cubicBezTo>
                    <a:close/>
                  </a:path>
                </a:pathLst>
              </a:custGeom>
              <a:solidFill>
                <a:srgbClr val="A2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9671897B-658C-11AE-2798-8BDC0DA71DC3}"/>
                  </a:ext>
                </a:extLst>
              </p:cNvPr>
              <p:cNvGrpSpPr/>
              <p:nvPr/>
            </p:nvGrpSpPr>
            <p:grpSpPr>
              <a:xfrm>
                <a:off x="6735910" y="2318754"/>
                <a:ext cx="425627" cy="510952"/>
                <a:chOff x="6888668" y="2520578"/>
                <a:chExt cx="336827" cy="404353"/>
              </a:xfrm>
            </p:grpSpPr>
            <p:sp>
              <p:nvSpPr>
                <p:cNvPr id="38" name="Freeform 64">
                  <a:extLst>
                    <a:ext uri="{FF2B5EF4-FFF2-40B4-BE49-F238E27FC236}">
                      <a16:creationId xmlns:a16="http://schemas.microsoft.com/office/drawing/2014/main" id="{26DD48F5-F956-8513-A757-9052CCBA7B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7648200">
                  <a:off x="6965749" y="2507882"/>
                  <a:ext cx="12969" cy="167132"/>
                </a:xfrm>
                <a:custGeom>
                  <a:avLst/>
                  <a:gdLst>
                    <a:gd name="T0" fmla="*/ 9 w 26"/>
                    <a:gd name="T1" fmla="*/ 336 h 336"/>
                    <a:gd name="T2" fmla="*/ 9 w 26"/>
                    <a:gd name="T3" fmla="*/ 336 h 336"/>
                    <a:gd name="T4" fmla="*/ 0 w 26"/>
                    <a:gd name="T5" fmla="*/ 327 h 336"/>
                    <a:gd name="T6" fmla="*/ 8 w 26"/>
                    <a:gd name="T7" fmla="*/ 8 h 336"/>
                    <a:gd name="T8" fmla="*/ 17 w 26"/>
                    <a:gd name="T9" fmla="*/ 0 h 336"/>
                    <a:gd name="T10" fmla="*/ 18 w 26"/>
                    <a:gd name="T11" fmla="*/ 0 h 336"/>
                    <a:gd name="T12" fmla="*/ 26 w 26"/>
                    <a:gd name="T13" fmla="*/ 9 h 336"/>
                    <a:gd name="T14" fmla="*/ 18 w 26"/>
                    <a:gd name="T15" fmla="*/ 328 h 336"/>
                    <a:gd name="T16" fmla="*/ 9 w 26"/>
                    <a:gd name="T17" fmla="*/ 336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6" h="336">
                      <a:moveTo>
                        <a:pt x="9" y="336"/>
                      </a:moveTo>
                      <a:cubicBezTo>
                        <a:pt x="9" y="336"/>
                        <a:pt x="9" y="336"/>
                        <a:pt x="9" y="336"/>
                      </a:cubicBezTo>
                      <a:cubicBezTo>
                        <a:pt x="4" y="336"/>
                        <a:pt x="0" y="332"/>
                        <a:pt x="0" y="327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9" y="4"/>
                        <a:pt x="13" y="0"/>
                        <a:pt x="17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3" y="0"/>
                        <a:pt x="26" y="4"/>
                        <a:pt x="26" y="9"/>
                      </a:cubicBezTo>
                      <a:cubicBezTo>
                        <a:pt x="18" y="328"/>
                        <a:pt x="18" y="328"/>
                        <a:pt x="18" y="328"/>
                      </a:cubicBezTo>
                      <a:cubicBezTo>
                        <a:pt x="18" y="332"/>
                        <a:pt x="14" y="336"/>
                        <a:pt x="9" y="336"/>
                      </a:cubicBezTo>
                      <a:close/>
                    </a:path>
                  </a:pathLst>
                </a:custGeom>
                <a:solidFill>
                  <a:srgbClr val="A2ABB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66">
                  <a:extLst>
                    <a:ext uri="{FF2B5EF4-FFF2-40B4-BE49-F238E27FC236}">
                      <a16:creationId xmlns:a16="http://schemas.microsoft.com/office/drawing/2014/main" id="{D13FC5A3-0AB2-3391-EA79-94E0A712FA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7648200">
                  <a:off x="6983555" y="2590567"/>
                  <a:ext cx="100195" cy="101451"/>
                </a:xfrm>
                <a:custGeom>
                  <a:avLst/>
                  <a:gdLst>
                    <a:gd name="T0" fmla="*/ 124 w 201"/>
                    <a:gd name="T1" fmla="*/ 191 h 204"/>
                    <a:gd name="T2" fmla="*/ 13 w 201"/>
                    <a:gd name="T3" fmla="*/ 125 h 204"/>
                    <a:gd name="T4" fmla="*/ 77 w 201"/>
                    <a:gd name="T5" fmla="*/ 13 h 204"/>
                    <a:gd name="T6" fmla="*/ 188 w 201"/>
                    <a:gd name="T7" fmla="*/ 79 h 204"/>
                    <a:gd name="T8" fmla="*/ 124 w 201"/>
                    <a:gd name="T9" fmla="*/ 191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1" h="204">
                      <a:moveTo>
                        <a:pt x="124" y="191"/>
                      </a:moveTo>
                      <a:cubicBezTo>
                        <a:pt x="76" y="204"/>
                        <a:pt x="26" y="174"/>
                        <a:pt x="13" y="125"/>
                      </a:cubicBezTo>
                      <a:cubicBezTo>
                        <a:pt x="0" y="76"/>
                        <a:pt x="29" y="25"/>
                        <a:pt x="77" y="13"/>
                      </a:cubicBezTo>
                      <a:cubicBezTo>
                        <a:pt x="125" y="0"/>
                        <a:pt x="174" y="29"/>
                        <a:pt x="188" y="79"/>
                      </a:cubicBezTo>
                      <a:cubicBezTo>
                        <a:pt x="201" y="128"/>
                        <a:pt x="172" y="178"/>
                        <a:pt x="124" y="191"/>
                      </a:cubicBezTo>
                      <a:close/>
                    </a:path>
                  </a:pathLst>
                </a:custGeom>
                <a:gradFill>
                  <a:gsLst>
                    <a:gs pos="99000">
                      <a:srgbClr val="F46262"/>
                    </a:gs>
                    <a:gs pos="0">
                      <a:srgbClr val="F89696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67">
                  <a:extLst>
                    <a:ext uri="{FF2B5EF4-FFF2-40B4-BE49-F238E27FC236}">
                      <a16:creationId xmlns:a16="http://schemas.microsoft.com/office/drawing/2014/main" id="{B866C549-9EBF-5272-6B32-9BA5D53437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7648200">
                  <a:off x="7048955" y="2882678"/>
                  <a:ext cx="41835" cy="42672"/>
                </a:xfrm>
                <a:custGeom>
                  <a:avLst/>
                  <a:gdLst>
                    <a:gd name="T0" fmla="*/ 52 w 84"/>
                    <a:gd name="T1" fmla="*/ 80 h 86"/>
                    <a:gd name="T2" fmla="*/ 5 w 84"/>
                    <a:gd name="T3" fmla="*/ 53 h 86"/>
                    <a:gd name="T4" fmla="*/ 32 w 84"/>
                    <a:gd name="T5" fmla="*/ 6 h 86"/>
                    <a:gd name="T6" fmla="*/ 78 w 84"/>
                    <a:gd name="T7" fmla="*/ 33 h 86"/>
                    <a:gd name="T8" fmla="*/ 52 w 84"/>
                    <a:gd name="T9" fmla="*/ 80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4" h="86">
                      <a:moveTo>
                        <a:pt x="52" y="80"/>
                      </a:moveTo>
                      <a:cubicBezTo>
                        <a:pt x="31" y="86"/>
                        <a:pt x="11" y="73"/>
                        <a:pt x="5" y="53"/>
                      </a:cubicBezTo>
                      <a:cubicBezTo>
                        <a:pt x="0" y="32"/>
                        <a:pt x="12" y="11"/>
                        <a:pt x="32" y="6"/>
                      </a:cubicBezTo>
                      <a:cubicBezTo>
                        <a:pt x="52" y="0"/>
                        <a:pt x="73" y="13"/>
                        <a:pt x="78" y="33"/>
                      </a:cubicBezTo>
                      <a:cubicBezTo>
                        <a:pt x="84" y="54"/>
                        <a:pt x="72" y="75"/>
                        <a:pt x="52" y="80"/>
                      </a:cubicBezTo>
                      <a:close/>
                    </a:path>
                  </a:pathLst>
                </a:custGeom>
                <a:gradFill>
                  <a:gsLst>
                    <a:gs pos="99000">
                      <a:srgbClr val="F46262"/>
                    </a:gs>
                    <a:gs pos="0">
                      <a:srgbClr val="F89696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Freeform 68">
                  <a:extLst>
                    <a:ext uri="{FF2B5EF4-FFF2-40B4-BE49-F238E27FC236}">
                      <a16:creationId xmlns:a16="http://schemas.microsoft.com/office/drawing/2014/main" id="{940B1357-8734-99DA-616D-E01664F30E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7648200">
                  <a:off x="6889585" y="2520369"/>
                  <a:ext cx="41835" cy="42254"/>
                </a:xfrm>
                <a:custGeom>
                  <a:avLst/>
                  <a:gdLst>
                    <a:gd name="T0" fmla="*/ 52 w 84"/>
                    <a:gd name="T1" fmla="*/ 80 h 85"/>
                    <a:gd name="T2" fmla="*/ 5 w 84"/>
                    <a:gd name="T3" fmla="*/ 52 h 85"/>
                    <a:gd name="T4" fmla="*/ 32 w 84"/>
                    <a:gd name="T5" fmla="*/ 5 h 85"/>
                    <a:gd name="T6" fmla="*/ 78 w 84"/>
                    <a:gd name="T7" fmla="*/ 33 h 85"/>
                    <a:gd name="T8" fmla="*/ 52 w 84"/>
                    <a:gd name="T9" fmla="*/ 80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4" h="85">
                      <a:moveTo>
                        <a:pt x="52" y="80"/>
                      </a:moveTo>
                      <a:cubicBezTo>
                        <a:pt x="32" y="85"/>
                        <a:pt x="11" y="73"/>
                        <a:pt x="5" y="52"/>
                      </a:cubicBezTo>
                      <a:cubicBezTo>
                        <a:pt x="0" y="31"/>
                        <a:pt x="12" y="10"/>
                        <a:pt x="32" y="5"/>
                      </a:cubicBezTo>
                      <a:cubicBezTo>
                        <a:pt x="52" y="0"/>
                        <a:pt x="73" y="12"/>
                        <a:pt x="78" y="33"/>
                      </a:cubicBezTo>
                      <a:cubicBezTo>
                        <a:pt x="84" y="53"/>
                        <a:pt x="72" y="74"/>
                        <a:pt x="52" y="80"/>
                      </a:cubicBezTo>
                      <a:close/>
                    </a:path>
                  </a:pathLst>
                </a:custGeom>
                <a:gradFill>
                  <a:gsLst>
                    <a:gs pos="99000">
                      <a:srgbClr val="F46262"/>
                    </a:gs>
                    <a:gs pos="0">
                      <a:srgbClr val="F89696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69">
                  <a:extLst>
                    <a:ext uri="{FF2B5EF4-FFF2-40B4-BE49-F238E27FC236}">
                      <a16:creationId xmlns:a16="http://schemas.microsoft.com/office/drawing/2014/main" id="{B087C214-5D8F-EF21-D89F-AE5FAC693C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7648200">
                  <a:off x="7183450" y="2560599"/>
                  <a:ext cx="41835" cy="42254"/>
                </a:xfrm>
                <a:custGeom>
                  <a:avLst/>
                  <a:gdLst>
                    <a:gd name="T0" fmla="*/ 52 w 84"/>
                    <a:gd name="T1" fmla="*/ 80 h 85"/>
                    <a:gd name="T2" fmla="*/ 6 w 84"/>
                    <a:gd name="T3" fmla="*/ 52 h 85"/>
                    <a:gd name="T4" fmla="*/ 33 w 84"/>
                    <a:gd name="T5" fmla="*/ 5 h 85"/>
                    <a:gd name="T6" fmla="*/ 79 w 84"/>
                    <a:gd name="T7" fmla="*/ 33 h 85"/>
                    <a:gd name="T8" fmla="*/ 52 w 84"/>
                    <a:gd name="T9" fmla="*/ 80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4" h="85">
                      <a:moveTo>
                        <a:pt x="52" y="80"/>
                      </a:moveTo>
                      <a:cubicBezTo>
                        <a:pt x="32" y="85"/>
                        <a:pt x="11" y="73"/>
                        <a:pt x="6" y="52"/>
                      </a:cubicBezTo>
                      <a:cubicBezTo>
                        <a:pt x="0" y="32"/>
                        <a:pt x="12" y="11"/>
                        <a:pt x="33" y="5"/>
                      </a:cubicBezTo>
                      <a:cubicBezTo>
                        <a:pt x="53" y="0"/>
                        <a:pt x="73" y="12"/>
                        <a:pt x="79" y="33"/>
                      </a:cubicBezTo>
                      <a:cubicBezTo>
                        <a:pt x="84" y="54"/>
                        <a:pt x="72" y="75"/>
                        <a:pt x="52" y="80"/>
                      </a:cubicBezTo>
                      <a:close/>
                    </a:path>
                  </a:pathLst>
                </a:custGeom>
                <a:gradFill>
                  <a:gsLst>
                    <a:gs pos="99000">
                      <a:srgbClr val="F46262"/>
                    </a:gs>
                    <a:gs pos="0">
                      <a:srgbClr val="F89696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C9E5DC09-C4C0-23AD-C908-EAD752E9E6F0}"/>
              </a:ext>
            </a:extLst>
          </p:cNvPr>
          <p:cNvCxnSpPr>
            <a:cxnSpLocks/>
          </p:cNvCxnSpPr>
          <p:nvPr/>
        </p:nvCxnSpPr>
        <p:spPr bwMode="auto">
          <a:xfrm>
            <a:off x="9197630" y="3037005"/>
            <a:ext cx="2778941" cy="0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A9716FF-04AF-6C4A-2EE7-5707B53A6CAB}"/>
              </a:ext>
            </a:extLst>
          </p:cNvPr>
          <p:cNvGrpSpPr/>
          <p:nvPr/>
        </p:nvGrpSpPr>
        <p:grpSpPr>
          <a:xfrm>
            <a:off x="9370925" y="1437260"/>
            <a:ext cx="2512819" cy="1602453"/>
            <a:chOff x="9432967" y="1706863"/>
            <a:chExt cx="2512819" cy="1602453"/>
          </a:xfrm>
        </p:grpSpPr>
        <p:grpSp>
          <p:nvGrpSpPr>
            <p:cNvPr id="137" name="Group 104">
              <a:extLst>
                <a:ext uri="{FF2B5EF4-FFF2-40B4-BE49-F238E27FC236}">
                  <a16:creationId xmlns:a16="http://schemas.microsoft.com/office/drawing/2014/main" id="{CBB97214-D8F5-D2CD-2417-E6654C3CE7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432967" y="1739597"/>
              <a:ext cx="1325564" cy="1409703"/>
              <a:chOff x="201" y="1544"/>
              <a:chExt cx="835" cy="888"/>
            </a:xfrm>
          </p:grpSpPr>
          <p:sp>
            <p:nvSpPr>
              <p:cNvPr id="1038" name="Freeform 105">
                <a:extLst>
                  <a:ext uri="{FF2B5EF4-FFF2-40B4-BE49-F238E27FC236}">
                    <a16:creationId xmlns:a16="http://schemas.microsoft.com/office/drawing/2014/main" id="{3788BA1A-5967-8B59-3066-48A0EA575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2271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9" name="Freeform 106">
                <a:extLst>
                  <a:ext uri="{FF2B5EF4-FFF2-40B4-BE49-F238E27FC236}">
                    <a16:creationId xmlns:a16="http://schemas.microsoft.com/office/drawing/2014/main" id="{6DDA82D6-B6F9-E985-6DF2-D546A473F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" y="2150"/>
                <a:ext cx="71" cy="161"/>
              </a:xfrm>
              <a:custGeom>
                <a:avLst/>
                <a:gdLst>
                  <a:gd name="T0" fmla="*/ 71 w 71"/>
                  <a:gd name="T1" fmla="*/ 161 h 161"/>
                  <a:gd name="T2" fmla="*/ 0 w 71"/>
                  <a:gd name="T3" fmla="*/ 121 h 161"/>
                  <a:gd name="T4" fmla="*/ 0 w 71"/>
                  <a:gd name="T5" fmla="*/ 41 h 161"/>
                  <a:gd name="T6" fmla="*/ 71 w 71"/>
                  <a:gd name="T7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61">
                    <a:moveTo>
                      <a:pt x="71" y="161"/>
                    </a:moveTo>
                    <a:lnTo>
                      <a:pt x="0" y="121"/>
                    </a:lnTo>
                    <a:lnTo>
                      <a:pt x="0" y="41"/>
                    </a:lnTo>
                    <a:lnTo>
                      <a:pt x="71" y="0"/>
                    </a:lnTo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0" name="Freeform 107">
                <a:extLst>
                  <a:ext uri="{FF2B5EF4-FFF2-40B4-BE49-F238E27FC236}">
                    <a16:creationId xmlns:a16="http://schemas.microsoft.com/office/drawing/2014/main" id="{68B55989-171F-72FC-2813-38B6D7228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2029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1" name="Freeform 108">
                <a:extLst>
                  <a:ext uri="{FF2B5EF4-FFF2-40B4-BE49-F238E27FC236}">
                    <a16:creationId xmlns:a16="http://schemas.microsoft.com/office/drawing/2014/main" id="{4FD21DEC-7879-C39D-020C-92484650B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" y="1907"/>
                <a:ext cx="141" cy="161"/>
              </a:xfrm>
              <a:custGeom>
                <a:avLst/>
                <a:gdLst>
                  <a:gd name="T0" fmla="*/ 141 w 141"/>
                  <a:gd name="T1" fmla="*/ 122 h 161"/>
                  <a:gd name="T2" fmla="*/ 71 w 141"/>
                  <a:gd name="T3" fmla="*/ 161 h 161"/>
                  <a:gd name="T4" fmla="*/ 0 w 141"/>
                  <a:gd name="T5" fmla="*/ 122 h 161"/>
                  <a:gd name="T6" fmla="*/ 0 w 141"/>
                  <a:gd name="T7" fmla="*/ 42 h 161"/>
                  <a:gd name="T8" fmla="*/ 71 w 141"/>
                  <a:gd name="T9" fmla="*/ 0 h 161"/>
                  <a:gd name="T10" fmla="*/ 141 w 141"/>
                  <a:gd name="T11" fmla="*/ 42 h 161"/>
                  <a:gd name="T12" fmla="*/ 141 w 141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161">
                    <a:moveTo>
                      <a:pt x="141" y="122"/>
                    </a:moveTo>
                    <a:lnTo>
                      <a:pt x="71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1" y="0"/>
                    </a:lnTo>
                    <a:lnTo>
                      <a:pt x="141" y="42"/>
                    </a:lnTo>
                    <a:lnTo>
                      <a:pt x="141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2" name="Freeform 109">
                <a:extLst>
                  <a:ext uri="{FF2B5EF4-FFF2-40B4-BE49-F238E27FC236}">
                    <a16:creationId xmlns:a16="http://schemas.microsoft.com/office/drawing/2014/main" id="{42D67BF1-439A-0E7A-B940-96AE5A6D4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" y="1907"/>
                <a:ext cx="138" cy="161"/>
              </a:xfrm>
              <a:custGeom>
                <a:avLst/>
                <a:gdLst>
                  <a:gd name="T0" fmla="*/ 138 w 138"/>
                  <a:gd name="T1" fmla="*/ 122 h 161"/>
                  <a:gd name="T2" fmla="*/ 70 w 138"/>
                  <a:gd name="T3" fmla="*/ 161 h 161"/>
                  <a:gd name="T4" fmla="*/ 0 w 138"/>
                  <a:gd name="T5" fmla="*/ 122 h 161"/>
                  <a:gd name="T6" fmla="*/ 0 w 138"/>
                  <a:gd name="T7" fmla="*/ 42 h 161"/>
                  <a:gd name="T8" fmla="*/ 70 w 138"/>
                  <a:gd name="T9" fmla="*/ 0 h 161"/>
                  <a:gd name="T10" fmla="*/ 138 w 138"/>
                  <a:gd name="T11" fmla="*/ 42 h 161"/>
                  <a:gd name="T12" fmla="*/ 138 w 138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161">
                    <a:moveTo>
                      <a:pt x="138" y="122"/>
                    </a:moveTo>
                    <a:lnTo>
                      <a:pt x="70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0" y="0"/>
                    </a:lnTo>
                    <a:lnTo>
                      <a:pt x="138" y="42"/>
                    </a:lnTo>
                    <a:lnTo>
                      <a:pt x="138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3" name="Freeform 110">
                <a:extLst>
                  <a:ext uri="{FF2B5EF4-FFF2-40B4-BE49-F238E27FC236}">
                    <a16:creationId xmlns:a16="http://schemas.microsoft.com/office/drawing/2014/main" id="{0B48C9B0-22BF-62F1-CF49-5292C81460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" y="2029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4" name="Line 111">
                <a:extLst>
                  <a:ext uri="{FF2B5EF4-FFF2-40B4-BE49-F238E27FC236}">
                    <a16:creationId xmlns:a16="http://schemas.microsoft.com/office/drawing/2014/main" id="{9555F603-17BC-B25C-241B-A11FB73C3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" y="2029"/>
                <a:ext cx="70" cy="39"/>
              </a:xfrm>
              <a:prstGeom prst="line">
                <a:avLst/>
              </a:pr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5" name="Freeform 112">
                <a:extLst>
                  <a:ext uri="{FF2B5EF4-FFF2-40B4-BE49-F238E27FC236}">
                    <a16:creationId xmlns:a16="http://schemas.microsoft.com/office/drawing/2014/main" id="{EC25782A-FE4A-2457-0258-7F025F88D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" y="1907"/>
                <a:ext cx="139" cy="161"/>
              </a:xfrm>
              <a:custGeom>
                <a:avLst/>
                <a:gdLst>
                  <a:gd name="T0" fmla="*/ 139 w 139"/>
                  <a:gd name="T1" fmla="*/ 122 h 161"/>
                  <a:gd name="T2" fmla="*/ 70 w 139"/>
                  <a:gd name="T3" fmla="*/ 161 h 161"/>
                  <a:gd name="T4" fmla="*/ 0 w 139"/>
                  <a:gd name="T5" fmla="*/ 122 h 161"/>
                  <a:gd name="T6" fmla="*/ 0 w 139"/>
                  <a:gd name="T7" fmla="*/ 42 h 161"/>
                  <a:gd name="T8" fmla="*/ 70 w 139"/>
                  <a:gd name="T9" fmla="*/ 0 h 161"/>
                  <a:gd name="T10" fmla="*/ 139 w 139"/>
                  <a:gd name="T11" fmla="*/ 42 h 161"/>
                  <a:gd name="T12" fmla="*/ 139 w 139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2"/>
                    </a:moveTo>
                    <a:lnTo>
                      <a:pt x="70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0" y="0"/>
                    </a:lnTo>
                    <a:lnTo>
                      <a:pt x="139" y="42"/>
                    </a:lnTo>
                    <a:lnTo>
                      <a:pt x="139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6" name="Freeform 113">
                <a:extLst>
                  <a:ext uri="{FF2B5EF4-FFF2-40B4-BE49-F238E27FC236}">
                    <a16:creationId xmlns:a16="http://schemas.microsoft.com/office/drawing/2014/main" id="{76E3F886-F282-289A-3D1E-AC68E52AD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" y="2029"/>
                <a:ext cx="138" cy="161"/>
              </a:xfrm>
              <a:custGeom>
                <a:avLst/>
                <a:gdLst>
                  <a:gd name="T0" fmla="*/ 138 w 138"/>
                  <a:gd name="T1" fmla="*/ 121 h 161"/>
                  <a:gd name="T2" fmla="*/ 70 w 138"/>
                  <a:gd name="T3" fmla="*/ 161 h 161"/>
                  <a:gd name="T4" fmla="*/ 0 w 138"/>
                  <a:gd name="T5" fmla="*/ 121 h 161"/>
                  <a:gd name="T6" fmla="*/ 0 w 138"/>
                  <a:gd name="T7" fmla="*/ 41 h 161"/>
                  <a:gd name="T8" fmla="*/ 70 w 138"/>
                  <a:gd name="T9" fmla="*/ 0 h 161"/>
                  <a:gd name="T10" fmla="*/ 138 w 138"/>
                  <a:gd name="T11" fmla="*/ 41 h 161"/>
                  <a:gd name="T12" fmla="*/ 138 w 138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161">
                    <a:moveTo>
                      <a:pt x="138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70" y="0"/>
                    </a:lnTo>
                    <a:lnTo>
                      <a:pt x="138" y="41"/>
                    </a:lnTo>
                    <a:lnTo>
                      <a:pt x="138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7" name="Freeform 114">
                <a:extLst>
                  <a:ext uri="{FF2B5EF4-FFF2-40B4-BE49-F238E27FC236}">
                    <a16:creationId xmlns:a16="http://schemas.microsoft.com/office/drawing/2014/main" id="{09339475-767D-7D2F-4917-7488A2E52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" y="1786"/>
                <a:ext cx="140" cy="161"/>
              </a:xfrm>
              <a:custGeom>
                <a:avLst/>
                <a:gdLst>
                  <a:gd name="T0" fmla="*/ 70 w 140"/>
                  <a:gd name="T1" fmla="*/ 0 h 161"/>
                  <a:gd name="T2" fmla="*/ 140 w 140"/>
                  <a:gd name="T3" fmla="*/ 40 h 161"/>
                  <a:gd name="T4" fmla="*/ 140 w 140"/>
                  <a:gd name="T5" fmla="*/ 121 h 161"/>
                  <a:gd name="T6" fmla="*/ 70 w 140"/>
                  <a:gd name="T7" fmla="*/ 161 h 161"/>
                  <a:gd name="T8" fmla="*/ 0 w 140"/>
                  <a:gd name="T9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161">
                    <a:moveTo>
                      <a:pt x="70" y="0"/>
                    </a:moveTo>
                    <a:lnTo>
                      <a:pt x="140" y="40"/>
                    </a:lnTo>
                    <a:lnTo>
                      <a:pt x="140" y="121"/>
                    </a:lnTo>
                    <a:lnTo>
                      <a:pt x="70" y="161"/>
                    </a:lnTo>
                    <a:lnTo>
                      <a:pt x="0" y="121"/>
                    </a:lnTo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8" name="Freeform 115">
                <a:extLst>
                  <a:ext uri="{FF2B5EF4-FFF2-40B4-BE49-F238E27FC236}">
                    <a16:creationId xmlns:a16="http://schemas.microsoft.com/office/drawing/2014/main" id="{28A8C088-681E-B50A-926B-0F3C9FA12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" y="1665"/>
                <a:ext cx="141" cy="161"/>
              </a:xfrm>
              <a:custGeom>
                <a:avLst/>
                <a:gdLst>
                  <a:gd name="T0" fmla="*/ 141 w 141"/>
                  <a:gd name="T1" fmla="*/ 121 h 161"/>
                  <a:gd name="T2" fmla="*/ 71 w 141"/>
                  <a:gd name="T3" fmla="*/ 161 h 161"/>
                  <a:gd name="T4" fmla="*/ 0 w 141"/>
                  <a:gd name="T5" fmla="*/ 121 h 161"/>
                  <a:gd name="T6" fmla="*/ 0 w 141"/>
                  <a:gd name="T7" fmla="*/ 40 h 161"/>
                  <a:gd name="T8" fmla="*/ 71 w 141"/>
                  <a:gd name="T9" fmla="*/ 0 h 161"/>
                  <a:gd name="T10" fmla="*/ 141 w 141"/>
                  <a:gd name="T11" fmla="*/ 40 h 161"/>
                  <a:gd name="T12" fmla="*/ 141 w 141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161">
                    <a:moveTo>
                      <a:pt x="141" y="121"/>
                    </a:moveTo>
                    <a:lnTo>
                      <a:pt x="71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1" y="0"/>
                    </a:lnTo>
                    <a:lnTo>
                      <a:pt x="141" y="40"/>
                    </a:lnTo>
                    <a:lnTo>
                      <a:pt x="141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9" name="Freeform 116">
                <a:extLst>
                  <a:ext uri="{FF2B5EF4-FFF2-40B4-BE49-F238E27FC236}">
                    <a16:creationId xmlns:a16="http://schemas.microsoft.com/office/drawing/2014/main" id="{59E16AD1-4189-7901-7061-0BC8BD40B4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" y="1786"/>
                <a:ext cx="140" cy="161"/>
              </a:xfrm>
              <a:custGeom>
                <a:avLst/>
                <a:gdLst>
                  <a:gd name="T0" fmla="*/ 0 w 140"/>
                  <a:gd name="T1" fmla="*/ 40 h 161"/>
                  <a:gd name="T2" fmla="*/ 70 w 140"/>
                  <a:gd name="T3" fmla="*/ 0 h 161"/>
                  <a:gd name="T4" fmla="*/ 140 w 140"/>
                  <a:gd name="T5" fmla="*/ 40 h 161"/>
                  <a:gd name="T6" fmla="*/ 140 w 140"/>
                  <a:gd name="T7" fmla="*/ 121 h 161"/>
                  <a:gd name="T8" fmla="*/ 70 w 140"/>
                  <a:gd name="T9" fmla="*/ 16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161">
                    <a:moveTo>
                      <a:pt x="0" y="40"/>
                    </a:move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lnTo>
                      <a:pt x="70" y="161"/>
                    </a:lnTo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0" name="Freeform 117">
                <a:extLst>
                  <a:ext uri="{FF2B5EF4-FFF2-40B4-BE49-F238E27FC236}">
                    <a16:creationId xmlns:a16="http://schemas.microsoft.com/office/drawing/2014/main" id="{BDC11C87-50B6-F512-A1B2-62E716242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" y="1544"/>
                <a:ext cx="140" cy="161"/>
              </a:xfrm>
              <a:custGeom>
                <a:avLst/>
                <a:gdLst>
                  <a:gd name="T0" fmla="*/ 140 w 140"/>
                  <a:gd name="T1" fmla="*/ 121 h 161"/>
                  <a:gd name="T2" fmla="*/ 70 w 140"/>
                  <a:gd name="T3" fmla="*/ 161 h 161"/>
                  <a:gd name="T4" fmla="*/ 0 w 140"/>
                  <a:gd name="T5" fmla="*/ 121 h 161"/>
                  <a:gd name="T6" fmla="*/ 0 w 140"/>
                  <a:gd name="T7" fmla="*/ 40 h 161"/>
                  <a:gd name="T8" fmla="*/ 70 w 140"/>
                  <a:gd name="T9" fmla="*/ 0 h 161"/>
                  <a:gd name="T10" fmla="*/ 140 w 140"/>
                  <a:gd name="T11" fmla="*/ 40 h 161"/>
                  <a:gd name="T12" fmla="*/ 140 w 140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161">
                    <a:moveTo>
                      <a:pt x="140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1" name="Freeform 118">
                <a:extLst>
                  <a:ext uri="{FF2B5EF4-FFF2-40B4-BE49-F238E27FC236}">
                    <a16:creationId xmlns:a16="http://schemas.microsoft.com/office/drawing/2014/main" id="{EF87FF8B-F7E6-AFDD-8907-C5DF346A5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1665"/>
                <a:ext cx="140" cy="161"/>
              </a:xfrm>
              <a:custGeom>
                <a:avLst/>
                <a:gdLst>
                  <a:gd name="T0" fmla="*/ 140 w 140"/>
                  <a:gd name="T1" fmla="*/ 121 h 161"/>
                  <a:gd name="T2" fmla="*/ 70 w 140"/>
                  <a:gd name="T3" fmla="*/ 161 h 161"/>
                  <a:gd name="T4" fmla="*/ 0 w 140"/>
                  <a:gd name="T5" fmla="*/ 121 h 161"/>
                  <a:gd name="T6" fmla="*/ 0 w 140"/>
                  <a:gd name="T7" fmla="*/ 40 h 161"/>
                  <a:gd name="T8" fmla="*/ 70 w 140"/>
                  <a:gd name="T9" fmla="*/ 0 h 161"/>
                  <a:gd name="T10" fmla="*/ 140 w 140"/>
                  <a:gd name="T11" fmla="*/ 40 h 161"/>
                  <a:gd name="T12" fmla="*/ 140 w 140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161">
                    <a:moveTo>
                      <a:pt x="140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2" name="Line 119">
                <a:extLst>
                  <a:ext uri="{FF2B5EF4-FFF2-40B4-BE49-F238E27FC236}">
                    <a16:creationId xmlns:a16="http://schemas.microsoft.com/office/drawing/2014/main" id="{999A1609-2907-25AE-869E-FA358FBDB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8" y="2029"/>
                <a:ext cx="70" cy="41"/>
              </a:xfrm>
              <a:prstGeom prst="line">
                <a:avLst/>
              </a:pr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3" name="Line 120">
                <a:extLst>
                  <a:ext uri="{FF2B5EF4-FFF2-40B4-BE49-F238E27FC236}">
                    <a16:creationId xmlns:a16="http://schemas.microsoft.com/office/drawing/2014/main" id="{060783D4-B21A-EA29-F2B1-A2C9DAF97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9" y="1786"/>
                <a:ext cx="69" cy="40"/>
              </a:xfrm>
              <a:prstGeom prst="line">
                <a:avLst/>
              </a:pr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8" name="Group 16">
              <a:extLst>
                <a:ext uri="{FF2B5EF4-FFF2-40B4-BE49-F238E27FC236}">
                  <a16:creationId xmlns:a16="http://schemas.microsoft.com/office/drawing/2014/main" id="{1D6CF191-4CEF-2EC2-CC8C-A9C1A33F8B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219432" y="1966190"/>
              <a:ext cx="351654" cy="176448"/>
              <a:chOff x="6424" y="1326"/>
              <a:chExt cx="283" cy="142"/>
            </a:xfrm>
          </p:grpSpPr>
          <p:sp>
            <p:nvSpPr>
              <p:cNvPr id="1036" name="Freeform 17">
                <a:extLst>
                  <a:ext uri="{FF2B5EF4-FFF2-40B4-BE49-F238E27FC236}">
                    <a16:creationId xmlns:a16="http://schemas.microsoft.com/office/drawing/2014/main" id="{22C0DBF3-45E1-8B7E-8D38-57C5169FF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4" y="1326"/>
                <a:ext cx="283" cy="142"/>
              </a:xfrm>
              <a:custGeom>
                <a:avLst/>
                <a:gdLst>
                  <a:gd name="T0" fmla="*/ 135 w 145"/>
                  <a:gd name="T1" fmla="*/ 71 h 71"/>
                  <a:gd name="T2" fmla="*/ 145 w 145"/>
                  <a:gd name="T3" fmla="*/ 39 h 71"/>
                  <a:gd name="T4" fmla="*/ 141 w 145"/>
                  <a:gd name="T5" fmla="*/ 38 h 71"/>
                  <a:gd name="T6" fmla="*/ 141 w 145"/>
                  <a:gd name="T7" fmla="*/ 40 h 71"/>
                  <a:gd name="T8" fmla="*/ 22 w 145"/>
                  <a:gd name="T9" fmla="*/ 4 h 71"/>
                  <a:gd name="T10" fmla="*/ 4 w 145"/>
                  <a:gd name="T11" fmla="*/ 14 h 71"/>
                  <a:gd name="T12" fmla="*/ 14 w 145"/>
                  <a:gd name="T13" fmla="*/ 32 h 71"/>
                  <a:gd name="T14" fmla="*/ 132 w 145"/>
                  <a:gd name="T15" fmla="*/ 68 h 71"/>
                  <a:gd name="T16" fmla="*/ 132 w 145"/>
                  <a:gd name="T17" fmla="*/ 70 h 71"/>
                  <a:gd name="T18" fmla="*/ 135 w 145"/>
                  <a:gd name="T1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5" h="71">
                    <a:moveTo>
                      <a:pt x="135" y="71"/>
                    </a:moveTo>
                    <a:cubicBezTo>
                      <a:pt x="145" y="39"/>
                      <a:pt x="145" y="39"/>
                      <a:pt x="145" y="39"/>
                    </a:cubicBezTo>
                    <a:cubicBezTo>
                      <a:pt x="141" y="38"/>
                      <a:pt x="141" y="38"/>
                      <a:pt x="141" y="38"/>
                    </a:cubicBezTo>
                    <a:cubicBezTo>
                      <a:pt x="141" y="40"/>
                      <a:pt x="141" y="40"/>
                      <a:pt x="141" y="40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2" y="4"/>
                      <a:pt x="8" y="0"/>
                      <a:pt x="4" y="14"/>
                    </a:cubicBezTo>
                    <a:cubicBezTo>
                      <a:pt x="0" y="27"/>
                      <a:pt x="14" y="32"/>
                      <a:pt x="14" y="32"/>
                    </a:cubicBezTo>
                    <a:cubicBezTo>
                      <a:pt x="132" y="68"/>
                      <a:pt x="132" y="68"/>
                      <a:pt x="132" y="68"/>
                    </a:cubicBezTo>
                    <a:cubicBezTo>
                      <a:pt x="132" y="70"/>
                      <a:pt x="132" y="70"/>
                      <a:pt x="132" y="70"/>
                    </a:cubicBezTo>
                    <a:cubicBezTo>
                      <a:pt x="135" y="71"/>
                      <a:pt x="135" y="71"/>
                      <a:pt x="135" y="71"/>
                    </a:cubicBezTo>
                  </a:path>
                </a:pathLst>
              </a:custGeom>
              <a:gradFill>
                <a:gsLst>
                  <a:gs pos="2000">
                    <a:srgbClr val="AFDEF9">
                      <a:alpha val="25000"/>
                    </a:srgbClr>
                  </a:gs>
                  <a:gs pos="100000">
                    <a:srgbClr val="AFDEF9">
                      <a:alpha val="5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7" name="Freeform 18">
                <a:extLst>
                  <a:ext uri="{FF2B5EF4-FFF2-40B4-BE49-F238E27FC236}">
                    <a16:creationId xmlns:a16="http://schemas.microsoft.com/office/drawing/2014/main" id="{77F81FED-586B-F402-CBC2-1AD270FD0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32" y="1332"/>
                <a:ext cx="261" cy="128"/>
              </a:xfrm>
              <a:custGeom>
                <a:avLst/>
                <a:gdLst>
                  <a:gd name="T0" fmla="*/ 49 w 134"/>
                  <a:gd name="T1" fmla="*/ 13 h 64"/>
                  <a:gd name="T2" fmla="*/ 18 w 134"/>
                  <a:gd name="T3" fmla="*/ 4 h 64"/>
                  <a:gd name="T4" fmla="*/ 3 w 134"/>
                  <a:gd name="T5" fmla="*/ 11 h 64"/>
                  <a:gd name="T6" fmla="*/ 11 w 134"/>
                  <a:gd name="T7" fmla="*/ 26 h 64"/>
                  <a:gd name="T8" fmla="*/ 132 w 134"/>
                  <a:gd name="T9" fmla="*/ 64 h 64"/>
                  <a:gd name="T10" fmla="*/ 49 w 134"/>
                  <a:gd name="T11" fmla="*/ 13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" h="64">
                    <a:moveTo>
                      <a:pt x="49" y="13"/>
                    </a:move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7" y="0"/>
                      <a:pt x="3" y="11"/>
                    </a:cubicBezTo>
                    <a:cubicBezTo>
                      <a:pt x="0" y="23"/>
                      <a:pt x="11" y="26"/>
                      <a:pt x="11" y="26"/>
                    </a:cubicBezTo>
                    <a:cubicBezTo>
                      <a:pt x="85" y="49"/>
                      <a:pt x="132" y="64"/>
                      <a:pt x="132" y="64"/>
                    </a:cubicBezTo>
                    <a:cubicBezTo>
                      <a:pt x="134" y="60"/>
                      <a:pt x="59" y="16"/>
                      <a:pt x="49" y="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46262"/>
                  </a:gs>
                  <a:gs pos="0">
                    <a:srgbClr val="F89696">
                      <a:alpha val="5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39" name="Freeform 55">
              <a:extLst>
                <a:ext uri="{FF2B5EF4-FFF2-40B4-BE49-F238E27FC236}">
                  <a16:creationId xmlns:a16="http://schemas.microsoft.com/office/drawing/2014/main" id="{0D454322-BB2C-6781-5E31-51D781631DDE}"/>
                </a:ext>
              </a:extLst>
            </p:cNvPr>
            <p:cNvSpPr>
              <a:spLocks/>
            </p:cNvSpPr>
            <p:nvPr/>
          </p:nvSpPr>
          <p:spPr bwMode="auto">
            <a:xfrm rot="4066476">
              <a:off x="11190532" y="1650189"/>
              <a:ext cx="59321" cy="172670"/>
            </a:xfrm>
            <a:custGeom>
              <a:avLst/>
              <a:gdLst>
                <a:gd name="T0" fmla="*/ 0 w 168"/>
                <a:gd name="T1" fmla="*/ 489 h 489"/>
                <a:gd name="T2" fmla="*/ 42 w 168"/>
                <a:gd name="T3" fmla="*/ 489 h 489"/>
                <a:gd name="T4" fmla="*/ 85 w 168"/>
                <a:gd name="T5" fmla="*/ 489 h 489"/>
                <a:gd name="T6" fmla="*/ 126 w 168"/>
                <a:gd name="T7" fmla="*/ 489 h 489"/>
                <a:gd name="T8" fmla="*/ 168 w 168"/>
                <a:gd name="T9" fmla="*/ 489 h 489"/>
                <a:gd name="T10" fmla="*/ 168 w 168"/>
                <a:gd name="T11" fmla="*/ 366 h 489"/>
                <a:gd name="T12" fmla="*/ 168 w 168"/>
                <a:gd name="T13" fmla="*/ 245 h 489"/>
                <a:gd name="T14" fmla="*/ 168 w 168"/>
                <a:gd name="T15" fmla="*/ 121 h 489"/>
                <a:gd name="T16" fmla="*/ 168 w 168"/>
                <a:gd name="T17" fmla="*/ 0 h 489"/>
                <a:gd name="T18" fmla="*/ 126 w 168"/>
                <a:gd name="T19" fmla="*/ 0 h 489"/>
                <a:gd name="T20" fmla="*/ 85 w 168"/>
                <a:gd name="T21" fmla="*/ 0 h 489"/>
                <a:gd name="T22" fmla="*/ 42 w 168"/>
                <a:gd name="T23" fmla="*/ 0 h 489"/>
                <a:gd name="T24" fmla="*/ 0 w 168"/>
                <a:gd name="T25" fmla="*/ 0 h 489"/>
                <a:gd name="T26" fmla="*/ 0 w 168"/>
                <a:gd name="T27" fmla="*/ 121 h 489"/>
                <a:gd name="T28" fmla="*/ 0 w 168"/>
                <a:gd name="T29" fmla="*/ 245 h 489"/>
                <a:gd name="T30" fmla="*/ 0 w 168"/>
                <a:gd name="T31" fmla="*/ 366 h 489"/>
                <a:gd name="T32" fmla="*/ 0 w 168"/>
                <a:gd name="T33" fmla="*/ 48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8" h="489">
                  <a:moveTo>
                    <a:pt x="0" y="489"/>
                  </a:moveTo>
                  <a:lnTo>
                    <a:pt x="42" y="489"/>
                  </a:lnTo>
                  <a:lnTo>
                    <a:pt x="85" y="489"/>
                  </a:lnTo>
                  <a:lnTo>
                    <a:pt x="126" y="489"/>
                  </a:lnTo>
                  <a:lnTo>
                    <a:pt x="168" y="489"/>
                  </a:lnTo>
                  <a:lnTo>
                    <a:pt x="168" y="366"/>
                  </a:lnTo>
                  <a:lnTo>
                    <a:pt x="168" y="245"/>
                  </a:lnTo>
                  <a:lnTo>
                    <a:pt x="168" y="121"/>
                  </a:lnTo>
                  <a:lnTo>
                    <a:pt x="168" y="0"/>
                  </a:lnTo>
                  <a:lnTo>
                    <a:pt x="126" y="0"/>
                  </a:lnTo>
                  <a:lnTo>
                    <a:pt x="85" y="0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245"/>
                  </a:lnTo>
                  <a:lnTo>
                    <a:pt x="0" y="366"/>
                  </a:lnTo>
                  <a:lnTo>
                    <a:pt x="0" y="489"/>
                  </a:lnTo>
                  <a:close/>
                </a:path>
              </a:pathLst>
            </a:custGeom>
            <a:gradFill>
              <a:gsLst>
                <a:gs pos="100000">
                  <a:srgbClr val="43515C"/>
                </a:gs>
                <a:gs pos="0">
                  <a:srgbClr val="A2ABB0"/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0B9B2000-A4D5-E8CE-CAA7-35D207545620}"/>
                </a:ext>
              </a:extLst>
            </p:cNvPr>
            <p:cNvGrpSpPr/>
            <p:nvPr/>
          </p:nvGrpSpPr>
          <p:grpSpPr>
            <a:xfrm rot="20682416" flipH="1">
              <a:off x="10819260" y="1737517"/>
              <a:ext cx="412006" cy="298360"/>
              <a:chOff x="5538860" y="1802873"/>
              <a:chExt cx="434199" cy="314434"/>
            </a:xfrm>
          </p:grpSpPr>
          <p:sp>
            <p:nvSpPr>
              <p:cNvPr id="1025" name="Freeform 49">
                <a:extLst>
                  <a:ext uri="{FF2B5EF4-FFF2-40B4-BE49-F238E27FC236}">
                    <a16:creationId xmlns:a16="http://schemas.microsoft.com/office/drawing/2014/main" id="{04E34AD3-5A91-8A17-9AE0-7B2F1C11333C}"/>
                  </a:ext>
                </a:extLst>
              </p:cNvPr>
              <p:cNvSpPr>
                <a:spLocks/>
              </p:cNvSpPr>
              <p:nvPr/>
            </p:nvSpPr>
            <p:spPr bwMode="auto">
              <a:xfrm rot="13747848" flipH="1">
                <a:off x="5526867" y="1936726"/>
                <a:ext cx="243001" cy="69216"/>
              </a:xfrm>
              <a:custGeom>
                <a:avLst/>
                <a:gdLst>
                  <a:gd name="T0" fmla="*/ 0 w 653"/>
                  <a:gd name="T1" fmla="*/ 186 h 186"/>
                  <a:gd name="T2" fmla="*/ 162 w 653"/>
                  <a:gd name="T3" fmla="*/ 186 h 186"/>
                  <a:gd name="T4" fmla="*/ 326 w 653"/>
                  <a:gd name="T5" fmla="*/ 186 h 186"/>
                  <a:gd name="T6" fmla="*/ 489 w 653"/>
                  <a:gd name="T7" fmla="*/ 186 h 186"/>
                  <a:gd name="T8" fmla="*/ 653 w 653"/>
                  <a:gd name="T9" fmla="*/ 186 h 186"/>
                  <a:gd name="T10" fmla="*/ 653 w 653"/>
                  <a:gd name="T11" fmla="*/ 164 h 186"/>
                  <a:gd name="T12" fmla="*/ 653 w 653"/>
                  <a:gd name="T13" fmla="*/ 141 h 186"/>
                  <a:gd name="T14" fmla="*/ 653 w 653"/>
                  <a:gd name="T15" fmla="*/ 117 h 186"/>
                  <a:gd name="T16" fmla="*/ 653 w 653"/>
                  <a:gd name="T17" fmla="*/ 95 h 186"/>
                  <a:gd name="T18" fmla="*/ 489 w 653"/>
                  <a:gd name="T19" fmla="*/ 72 h 186"/>
                  <a:gd name="T20" fmla="*/ 326 w 653"/>
                  <a:gd name="T21" fmla="*/ 48 h 186"/>
                  <a:gd name="T22" fmla="*/ 162 w 653"/>
                  <a:gd name="T23" fmla="*/ 24 h 186"/>
                  <a:gd name="T24" fmla="*/ 0 w 653"/>
                  <a:gd name="T25" fmla="*/ 0 h 186"/>
                  <a:gd name="T26" fmla="*/ 0 w 653"/>
                  <a:gd name="T27" fmla="*/ 46 h 186"/>
                  <a:gd name="T28" fmla="*/ 0 w 653"/>
                  <a:gd name="T29" fmla="*/ 93 h 186"/>
                  <a:gd name="T30" fmla="*/ 0 w 653"/>
                  <a:gd name="T31" fmla="*/ 141 h 186"/>
                  <a:gd name="T32" fmla="*/ 0 w 653"/>
                  <a:gd name="T33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3" h="186">
                    <a:moveTo>
                      <a:pt x="0" y="186"/>
                    </a:moveTo>
                    <a:lnTo>
                      <a:pt x="162" y="186"/>
                    </a:lnTo>
                    <a:lnTo>
                      <a:pt x="326" y="186"/>
                    </a:lnTo>
                    <a:lnTo>
                      <a:pt x="489" y="186"/>
                    </a:lnTo>
                    <a:lnTo>
                      <a:pt x="653" y="186"/>
                    </a:lnTo>
                    <a:lnTo>
                      <a:pt x="653" y="164"/>
                    </a:lnTo>
                    <a:lnTo>
                      <a:pt x="653" y="141"/>
                    </a:lnTo>
                    <a:lnTo>
                      <a:pt x="653" y="117"/>
                    </a:lnTo>
                    <a:lnTo>
                      <a:pt x="653" y="95"/>
                    </a:lnTo>
                    <a:lnTo>
                      <a:pt x="489" y="72"/>
                    </a:lnTo>
                    <a:lnTo>
                      <a:pt x="326" y="48"/>
                    </a:lnTo>
                    <a:lnTo>
                      <a:pt x="162" y="24"/>
                    </a:lnTo>
                    <a:lnTo>
                      <a:pt x="0" y="0"/>
                    </a:lnTo>
                    <a:lnTo>
                      <a:pt x="0" y="46"/>
                    </a:lnTo>
                    <a:lnTo>
                      <a:pt x="0" y="93"/>
                    </a:lnTo>
                    <a:lnTo>
                      <a:pt x="0" y="141"/>
                    </a:lnTo>
                    <a:lnTo>
                      <a:pt x="0" y="186"/>
                    </a:lnTo>
                    <a:close/>
                  </a:path>
                </a:pathLst>
              </a:custGeom>
              <a:solidFill>
                <a:srgbClr val="459F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026" name="Group 1025">
                <a:extLst>
                  <a:ext uri="{FF2B5EF4-FFF2-40B4-BE49-F238E27FC236}">
                    <a16:creationId xmlns:a16="http://schemas.microsoft.com/office/drawing/2014/main" id="{31BC7FBB-0EE1-FD53-9E08-89A14C90397F}"/>
                  </a:ext>
                </a:extLst>
              </p:cNvPr>
              <p:cNvGrpSpPr/>
              <p:nvPr/>
            </p:nvGrpSpPr>
            <p:grpSpPr>
              <a:xfrm flipH="1">
                <a:off x="5715213" y="2010506"/>
                <a:ext cx="168238" cy="106801"/>
                <a:chOff x="7969166" y="2465634"/>
                <a:chExt cx="134184" cy="85183"/>
              </a:xfrm>
            </p:grpSpPr>
            <p:sp>
              <p:nvSpPr>
                <p:cNvPr id="1034" name="Freeform 50">
                  <a:extLst>
                    <a:ext uri="{FF2B5EF4-FFF2-40B4-BE49-F238E27FC236}">
                      <a16:creationId xmlns:a16="http://schemas.microsoft.com/office/drawing/2014/main" id="{6061B16B-CB6C-A5E1-3EFF-AD4008D629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876919">
                  <a:off x="7980148" y="2454652"/>
                  <a:ext cx="85183" cy="107148"/>
                </a:xfrm>
                <a:custGeom>
                  <a:avLst/>
                  <a:gdLst>
                    <a:gd name="T0" fmla="*/ 192 w 287"/>
                    <a:gd name="T1" fmla="*/ 0 h 361"/>
                    <a:gd name="T2" fmla="*/ 142 w 287"/>
                    <a:gd name="T3" fmla="*/ 83 h 361"/>
                    <a:gd name="T4" fmla="*/ 95 w 287"/>
                    <a:gd name="T5" fmla="*/ 166 h 361"/>
                    <a:gd name="T6" fmla="*/ 47 w 287"/>
                    <a:gd name="T7" fmla="*/ 252 h 361"/>
                    <a:gd name="T8" fmla="*/ 0 w 287"/>
                    <a:gd name="T9" fmla="*/ 335 h 361"/>
                    <a:gd name="T10" fmla="*/ 9 w 287"/>
                    <a:gd name="T11" fmla="*/ 342 h 361"/>
                    <a:gd name="T12" fmla="*/ 21 w 287"/>
                    <a:gd name="T13" fmla="*/ 347 h 361"/>
                    <a:gd name="T14" fmla="*/ 33 w 287"/>
                    <a:gd name="T15" fmla="*/ 354 h 361"/>
                    <a:gd name="T16" fmla="*/ 45 w 287"/>
                    <a:gd name="T17" fmla="*/ 361 h 361"/>
                    <a:gd name="T18" fmla="*/ 107 w 287"/>
                    <a:gd name="T19" fmla="*/ 285 h 361"/>
                    <a:gd name="T20" fmla="*/ 166 w 287"/>
                    <a:gd name="T21" fmla="*/ 209 h 361"/>
                    <a:gd name="T22" fmla="*/ 228 w 287"/>
                    <a:gd name="T23" fmla="*/ 133 h 361"/>
                    <a:gd name="T24" fmla="*/ 287 w 287"/>
                    <a:gd name="T25" fmla="*/ 55 h 361"/>
                    <a:gd name="T26" fmla="*/ 264 w 287"/>
                    <a:gd name="T27" fmla="*/ 43 h 361"/>
                    <a:gd name="T28" fmla="*/ 240 w 287"/>
                    <a:gd name="T29" fmla="*/ 28 h 361"/>
                    <a:gd name="T30" fmla="*/ 216 w 287"/>
                    <a:gd name="T31" fmla="*/ 14 h 361"/>
                    <a:gd name="T32" fmla="*/ 192 w 287"/>
                    <a:gd name="T33" fmla="*/ 0 h 3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87" h="361">
                      <a:moveTo>
                        <a:pt x="192" y="0"/>
                      </a:moveTo>
                      <a:lnTo>
                        <a:pt x="142" y="83"/>
                      </a:lnTo>
                      <a:lnTo>
                        <a:pt x="95" y="166"/>
                      </a:lnTo>
                      <a:lnTo>
                        <a:pt x="47" y="252"/>
                      </a:lnTo>
                      <a:lnTo>
                        <a:pt x="0" y="335"/>
                      </a:lnTo>
                      <a:lnTo>
                        <a:pt x="9" y="342"/>
                      </a:lnTo>
                      <a:lnTo>
                        <a:pt x="21" y="347"/>
                      </a:lnTo>
                      <a:lnTo>
                        <a:pt x="33" y="354"/>
                      </a:lnTo>
                      <a:lnTo>
                        <a:pt x="45" y="361"/>
                      </a:lnTo>
                      <a:lnTo>
                        <a:pt x="107" y="285"/>
                      </a:lnTo>
                      <a:lnTo>
                        <a:pt x="166" y="209"/>
                      </a:lnTo>
                      <a:lnTo>
                        <a:pt x="228" y="133"/>
                      </a:lnTo>
                      <a:lnTo>
                        <a:pt x="287" y="55"/>
                      </a:lnTo>
                      <a:lnTo>
                        <a:pt x="264" y="43"/>
                      </a:lnTo>
                      <a:lnTo>
                        <a:pt x="240" y="28"/>
                      </a:lnTo>
                      <a:lnTo>
                        <a:pt x="216" y="14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459FE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5" name="Freeform 51">
                  <a:extLst>
                    <a:ext uri="{FF2B5EF4-FFF2-40B4-BE49-F238E27FC236}">
                      <a16:creationId xmlns:a16="http://schemas.microsoft.com/office/drawing/2014/main" id="{4EF286B9-E2CE-6842-8CEF-67A9466A00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268262">
                  <a:off x="8059126" y="2473375"/>
                  <a:ext cx="43927" cy="44521"/>
                </a:xfrm>
                <a:custGeom>
                  <a:avLst/>
                  <a:gdLst>
                    <a:gd name="T0" fmla="*/ 0 w 62"/>
                    <a:gd name="T1" fmla="*/ 31 h 63"/>
                    <a:gd name="T2" fmla="*/ 2 w 62"/>
                    <a:gd name="T3" fmla="*/ 44 h 63"/>
                    <a:gd name="T4" fmla="*/ 9 w 62"/>
                    <a:gd name="T5" fmla="*/ 53 h 63"/>
                    <a:gd name="T6" fmla="*/ 19 w 62"/>
                    <a:gd name="T7" fmla="*/ 60 h 63"/>
                    <a:gd name="T8" fmla="*/ 31 w 62"/>
                    <a:gd name="T9" fmla="*/ 63 h 63"/>
                    <a:gd name="T10" fmla="*/ 43 w 62"/>
                    <a:gd name="T11" fmla="*/ 60 h 63"/>
                    <a:gd name="T12" fmla="*/ 53 w 62"/>
                    <a:gd name="T13" fmla="*/ 53 h 63"/>
                    <a:gd name="T14" fmla="*/ 59 w 62"/>
                    <a:gd name="T15" fmla="*/ 44 h 63"/>
                    <a:gd name="T16" fmla="*/ 62 w 62"/>
                    <a:gd name="T17" fmla="*/ 31 h 63"/>
                    <a:gd name="T18" fmla="*/ 59 w 62"/>
                    <a:gd name="T19" fmla="*/ 19 h 63"/>
                    <a:gd name="T20" fmla="*/ 53 w 62"/>
                    <a:gd name="T21" fmla="*/ 9 h 63"/>
                    <a:gd name="T22" fmla="*/ 43 w 62"/>
                    <a:gd name="T23" fmla="*/ 3 h 63"/>
                    <a:gd name="T24" fmla="*/ 31 w 62"/>
                    <a:gd name="T25" fmla="*/ 0 h 63"/>
                    <a:gd name="T26" fmla="*/ 19 w 62"/>
                    <a:gd name="T27" fmla="*/ 3 h 63"/>
                    <a:gd name="T28" fmla="*/ 9 w 62"/>
                    <a:gd name="T29" fmla="*/ 9 h 63"/>
                    <a:gd name="T30" fmla="*/ 2 w 62"/>
                    <a:gd name="T31" fmla="*/ 19 h 63"/>
                    <a:gd name="T32" fmla="*/ 0 w 62"/>
                    <a:gd name="T33" fmla="*/ 31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2" h="63">
                      <a:moveTo>
                        <a:pt x="0" y="31"/>
                      </a:moveTo>
                      <a:cubicBezTo>
                        <a:pt x="0" y="36"/>
                        <a:pt x="1" y="40"/>
                        <a:pt x="2" y="44"/>
                      </a:cubicBezTo>
                      <a:cubicBezTo>
                        <a:pt x="4" y="47"/>
                        <a:pt x="6" y="51"/>
                        <a:pt x="9" y="53"/>
                      </a:cubicBezTo>
                      <a:cubicBezTo>
                        <a:pt x="12" y="56"/>
                        <a:pt x="15" y="59"/>
                        <a:pt x="19" y="60"/>
                      </a:cubicBezTo>
                      <a:cubicBezTo>
                        <a:pt x="22" y="62"/>
                        <a:pt x="26" y="63"/>
                        <a:pt x="31" y="63"/>
                      </a:cubicBezTo>
                      <a:cubicBezTo>
                        <a:pt x="35" y="63"/>
                        <a:pt x="39" y="62"/>
                        <a:pt x="43" y="60"/>
                      </a:cubicBezTo>
                      <a:cubicBezTo>
                        <a:pt x="47" y="59"/>
                        <a:pt x="50" y="56"/>
                        <a:pt x="53" y="53"/>
                      </a:cubicBezTo>
                      <a:cubicBezTo>
                        <a:pt x="56" y="51"/>
                        <a:pt x="58" y="47"/>
                        <a:pt x="59" y="44"/>
                      </a:cubicBezTo>
                      <a:cubicBezTo>
                        <a:pt x="61" y="40"/>
                        <a:pt x="62" y="36"/>
                        <a:pt x="62" y="31"/>
                      </a:cubicBezTo>
                      <a:cubicBezTo>
                        <a:pt x="62" y="27"/>
                        <a:pt x="61" y="23"/>
                        <a:pt x="59" y="19"/>
                      </a:cubicBezTo>
                      <a:cubicBezTo>
                        <a:pt x="58" y="16"/>
                        <a:pt x="56" y="12"/>
                        <a:pt x="53" y="9"/>
                      </a:cubicBezTo>
                      <a:cubicBezTo>
                        <a:pt x="50" y="7"/>
                        <a:pt x="47" y="4"/>
                        <a:pt x="43" y="3"/>
                      </a:cubicBezTo>
                      <a:cubicBezTo>
                        <a:pt x="39" y="1"/>
                        <a:pt x="35" y="0"/>
                        <a:pt x="31" y="0"/>
                      </a:cubicBezTo>
                      <a:cubicBezTo>
                        <a:pt x="26" y="0"/>
                        <a:pt x="22" y="1"/>
                        <a:pt x="19" y="3"/>
                      </a:cubicBezTo>
                      <a:cubicBezTo>
                        <a:pt x="15" y="4"/>
                        <a:pt x="12" y="7"/>
                        <a:pt x="9" y="9"/>
                      </a:cubicBezTo>
                      <a:cubicBezTo>
                        <a:pt x="6" y="12"/>
                        <a:pt x="4" y="16"/>
                        <a:pt x="2" y="19"/>
                      </a:cubicBezTo>
                      <a:cubicBezTo>
                        <a:pt x="1" y="23"/>
                        <a:pt x="0" y="27"/>
                        <a:pt x="0" y="31"/>
                      </a:cubicBezTo>
                      <a:close/>
                    </a:path>
                  </a:pathLst>
                </a:custGeom>
                <a:solidFill>
                  <a:srgbClr val="4FB7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027" name="Freeform 52">
                <a:extLst>
                  <a:ext uri="{FF2B5EF4-FFF2-40B4-BE49-F238E27FC236}">
                    <a16:creationId xmlns:a16="http://schemas.microsoft.com/office/drawing/2014/main" id="{F9F26330-6123-2CE5-7D16-E518D2540016}"/>
                  </a:ext>
                </a:extLst>
              </p:cNvPr>
              <p:cNvSpPr>
                <a:spLocks/>
              </p:cNvSpPr>
              <p:nvPr/>
            </p:nvSpPr>
            <p:spPr bwMode="auto">
              <a:xfrm rot="21575638" flipH="1">
                <a:off x="5620653" y="1808885"/>
                <a:ext cx="243746" cy="69216"/>
              </a:xfrm>
              <a:custGeom>
                <a:avLst/>
                <a:gdLst>
                  <a:gd name="T0" fmla="*/ 655 w 655"/>
                  <a:gd name="T1" fmla="*/ 186 h 186"/>
                  <a:gd name="T2" fmla="*/ 491 w 655"/>
                  <a:gd name="T3" fmla="*/ 186 h 186"/>
                  <a:gd name="T4" fmla="*/ 327 w 655"/>
                  <a:gd name="T5" fmla="*/ 186 h 186"/>
                  <a:gd name="T6" fmla="*/ 164 w 655"/>
                  <a:gd name="T7" fmla="*/ 186 h 186"/>
                  <a:gd name="T8" fmla="*/ 0 w 655"/>
                  <a:gd name="T9" fmla="*/ 186 h 186"/>
                  <a:gd name="T10" fmla="*/ 0 w 655"/>
                  <a:gd name="T11" fmla="*/ 164 h 186"/>
                  <a:gd name="T12" fmla="*/ 0 w 655"/>
                  <a:gd name="T13" fmla="*/ 141 h 186"/>
                  <a:gd name="T14" fmla="*/ 0 w 655"/>
                  <a:gd name="T15" fmla="*/ 117 h 186"/>
                  <a:gd name="T16" fmla="*/ 0 w 655"/>
                  <a:gd name="T17" fmla="*/ 95 h 186"/>
                  <a:gd name="T18" fmla="*/ 164 w 655"/>
                  <a:gd name="T19" fmla="*/ 72 h 186"/>
                  <a:gd name="T20" fmla="*/ 327 w 655"/>
                  <a:gd name="T21" fmla="*/ 48 h 186"/>
                  <a:gd name="T22" fmla="*/ 491 w 655"/>
                  <a:gd name="T23" fmla="*/ 24 h 186"/>
                  <a:gd name="T24" fmla="*/ 655 w 655"/>
                  <a:gd name="T25" fmla="*/ 0 h 186"/>
                  <a:gd name="T26" fmla="*/ 655 w 655"/>
                  <a:gd name="T27" fmla="*/ 46 h 186"/>
                  <a:gd name="T28" fmla="*/ 655 w 655"/>
                  <a:gd name="T29" fmla="*/ 93 h 186"/>
                  <a:gd name="T30" fmla="*/ 655 w 655"/>
                  <a:gd name="T31" fmla="*/ 141 h 186"/>
                  <a:gd name="T32" fmla="*/ 655 w 655"/>
                  <a:gd name="T33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5" h="186">
                    <a:moveTo>
                      <a:pt x="655" y="186"/>
                    </a:moveTo>
                    <a:lnTo>
                      <a:pt x="491" y="186"/>
                    </a:lnTo>
                    <a:lnTo>
                      <a:pt x="327" y="186"/>
                    </a:lnTo>
                    <a:lnTo>
                      <a:pt x="164" y="186"/>
                    </a:lnTo>
                    <a:lnTo>
                      <a:pt x="0" y="186"/>
                    </a:lnTo>
                    <a:lnTo>
                      <a:pt x="0" y="164"/>
                    </a:lnTo>
                    <a:lnTo>
                      <a:pt x="0" y="141"/>
                    </a:lnTo>
                    <a:lnTo>
                      <a:pt x="0" y="117"/>
                    </a:lnTo>
                    <a:lnTo>
                      <a:pt x="0" y="95"/>
                    </a:lnTo>
                    <a:lnTo>
                      <a:pt x="164" y="72"/>
                    </a:lnTo>
                    <a:lnTo>
                      <a:pt x="327" y="48"/>
                    </a:lnTo>
                    <a:lnTo>
                      <a:pt x="491" y="24"/>
                    </a:lnTo>
                    <a:lnTo>
                      <a:pt x="655" y="0"/>
                    </a:lnTo>
                    <a:lnTo>
                      <a:pt x="655" y="46"/>
                    </a:lnTo>
                    <a:lnTo>
                      <a:pt x="655" y="93"/>
                    </a:lnTo>
                    <a:lnTo>
                      <a:pt x="655" y="141"/>
                    </a:lnTo>
                    <a:lnTo>
                      <a:pt x="655" y="186"/>
                    </a:lnTo>
                    <a:close/>
                  </a:path>
                </a:pathLst>
              </a:custGeom>
              <a:solidFill>
                <a:srgbClr val="459F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028" name="Group 1027">
                <a:extLst>
                  <a:ext uri="{FF2B5EF4-FFF2-40B4-BE49-F238E27FC236}">
                    <a16:creationId xmlns:a16="http://schemas.microsoft.com/office/drawing/2014/main" id="{E4AC05EA-BF36-7FC3-5A33-E205F820E69A}"/>
                  </a:ext>
                </a:extLst>
              </p:cNvPr>
              <p:cNvGrpSpPr/>
              <p:nvPr/>
            </p:nvGrpSpPr>
            <p:grpSpPr>
              <a:xfrm flipH="1">
                <a:off x="5830091" y="1839625"/>
                <a:ext cx="142968" cy="137072"/>
                <a:chOff x="7832358" y="2256295"/>
                <a:chExt cx="114029" cy="109327"/>
              </a:xfrm>
            </p:grpSpPr>
            <p:sp>
              <p:nvSpPr>
                <p:cNvPr id="1032" name="Freeform 53">
                  <a:extLst>
                    <a:ext uri="{FF2B5EF4-FFF2-40B4-BE49-F238E27FC236}">
                      <a16:creationId xmlns:a16="http://schemas.microsoft.com/office/drawing/2014/main" id="{22C36D50-19F0-AA94-FBC3-CCC12C8784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268262">
                  <a:off x="7853729" y="2274205"/>
                  <a:ext cx="70046" cy="112787"/>
                </a:xfrm>
                <a:custGeom>
                  <a:avLst/>
                  <a:gdLst>
                    <a:gd name="T0" fmla="*/ 103 w 236"/>
                    <a:gd name="T1" fmla="*/ 0 h 380"/>
                    <a:gd name="T2" fmla="*/ 136 w 236"/>
                    <a:gd name="T3" fmla="*/ 90 h 380"/>
                    <a:gd name="T4" fmla="*/ 169 w 236"/>
                    <a:gd name="T5" fmla="*/ 181 h 380"/>
                    <a:gd name="T6" fmla="*/ 202 w 236"/>
                    <a:gd name="T7" fmla="*/ 271 h 380"/>
                    <a:gd name="T8" fmla="*/ 236 w 236"/>
                    <a:gd name="T9" fmla="*/ 361 h 380"/>
                    <a:gd name="T10" fmla="*/ 221 w 236"/>
                    <a:gd name="T11" fmla="*/ 366 h 380"/>
                    <a:gd name="T12" fmla="*/ 209 w 236"/>
                    <a:gd name="T13" fmla="*/ 371 h 380"/>
                    <a:gd name="T14" fmla="*/ 198 w 236"/>
                    <a:gd name="T15" fmla="*/ 375 h 380"/>
                    <a:gd name="T16" fmla="*/ 183 w 236"/>
                    <a:gd name="T17" fmla="*/ 380 h 380"/>
                    <a:gd name="T18" fmla="*/ 138 w 236"/>
                    <a:gd name="T19" fmla="*/ 295 h 380"/>
                    <a:gd name="T20" fmla="*/ 93 w 236"/>
                    <a:gd name="T21" fmla="*/ 209 h 380"/>
                    <a:gd name="T22" fmla="*/ 46 w 236"/>
                    <a:gd name="T23" fmla="*/ 124 h 380"/>
                    <a:gd name="T24" fmla="*/ 0 w 236"/>
                    <a:gd name="T25" fmla="*/ 38 h 380"/>
                    <a:gd name="T26" fmla="*/ 27 w 236"/>
                    <a:gd name="T27" fmla="*/ 29 h 380"/>
                    <a:gd name="T28" fmla="*/ 50 w 236"/>
                    <a:gd name="T29" fmla="*/ 19 h 380"/>
                    <a:gd name="T30" fmla="*/ 76 w 236"/>
                    <a:gd name="T31" fmla="*/ 10 h 380"/>
                    <a:gd name="T32" fmla="*/ 103 w 236"/>
                    <a:gd name="T33" fmla="*/ 0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36" h="380">
                      <a:moveTo>
                        <a:pt x="103" y="0"/>
                      </a:moveTo>
                      <a:lnTo>
                        <a:pt x="136" y="90"/>
                      </a:lnTo>
                      <a:lnTo>
                        <a:pt x="169" y="181"/>
                      </a:lnTo>
                      <a:lnTo>
                        <a:pt x="202" y="271"/>
                      </a:lnTo>
                      <a:lnTo>
                        <a:pt x="236" y="361"/>
                      </a:lnTo>
                      <a:lnTo>
                        <a:pt x="221" y="366"/>
                      </a:lnTo>
                      <a:lnTo>
                        <a:pt x="209" y="371"/>
                      </a:lnTo>
                      <a:lnTo>
                        <a:pt x="198" y="375"/>
                      </a:lnTo>
                      <a:lnTo>
                        <a:pt x="183" y="380"/>
                      </a:lnTo>
                      <a:lnTo>
                        <a:pt x="138" y="295"/>
                      </a:lnTo>
                      <a:lnTo>
                        <a:pt x="93" y="209"/>
                      </a:lnTo>
                      <a:lnTo>
                        <a:pt x="46" y="124"/>
                      </a:lnTo>
                      <a:lnTo>
                        <a:pt x="0" y="38"/>
                      </a:lnTo>
                      <a:lnTo>
                        <a:pt x="27" y="29"/>
                      </a:lnTo>
                      <a:lnTo>
                        <a:pt x="50" y="19"/>
                      </a:lnTo>
                      <a:lnTo>
                        <a:pt x="76" y="10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459FE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3" name="Freeform 54">
                  <a:extLst>
                    <a:ext uri="{FF2B5EF4-FFF2-40B4-BE49-F238E27FC236}">
                      <a16:creationId xmlns:a16="http://schemas.microsoft.com/office/drawing/2014/main" id="{F147D72C-ECA6-1E65-1EEE-C56B1DBB3E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268262">
                  <a:off x="7901866" y="2256295"/>
                  <a:ext cx="44521" cy="44521"/>
                </a:xfrm>
                <a:custGeom>
                  <a:avLst/>
                  <a:gdLst>
                    <a:gd name="T0" fmla="*/ 63 w 63"/>
                    <a:gd name="T1" fmla="*/ 31 h 63"/>
                    <a:gd name="T2" fmla="*/ 60 w 63"/>
                    <a:gd name="T3" fmla="*/ 44 h 63"/>
                    <a:gd name="T4" fmla="*/ 54 w 63"/>
                    <a:gd name="T5" fmla="*/ 53 h 63"/>
                    <a:gd name="T6" fmla="*/ 44 w 63"/>
                    <a:gd name="T7" fmla="*/ 60 h 63"/>
                    <a:gd name="T8" fmla="*/ 32 w 63"/>
                    <a:gd name="T9" fmla="*/ 63 h 63"/>
                    <a:gd name="T10" fmla="*/ 19 w 63"/>
                    <a:gd name="T11" fmla="*/ 60 h 63"/>
                    <a:gd name="T12" fmla="*/ 10 w 63"/>
                    <a:gd name="T13" fmla="*/ 53 h 63"/>
                    <a:gd name="T14" fmla="*/ 3 w 63"/>
                    <a:gd name="T15" fmla="*/ 44 h 63"/>
                    <a:gd name="T16" fmla="*/ 0 w 63"/>
                    <a:gd name="T17" fmla="*/ 31 h 63"/>
                    <a:gd name="T18" fmla="*/ 3 w 63"/>
                    <a:gd name="T19" fmla="*/ 19 h 63"/>
                    <a:gd name="T20" fmla="*/ 10 w 63"/>
                    <a:gd name="T21" fmla="*/ 9 h 63"/>
                    <a:gd name="T22" fmla="*/ 19 w 63"/>
                    <a:gd name="T23" fmla="*/ 3 h 63"/>
                    <a:gd name="T24" fmla="*/ 32 w 63"/>
                    <a:gd name="T25" fmla="*/ 0 h 63"/>
                    <a:gd name="T26" fmla="*/ 44 w 63"/>
                    <a:gd name="T27" fmla="*/ 3 h 63"/>
                    <a:gd name="T28" fmla="*/ 54 w 63"/>
                    <a:gd name="T29" fmla="*/ 9 h 63"/>
                    <a:gd name="T30" fmla="*/ 60 w 63"/>
                    <a:gd name="T31" fmla="*/ 19 h 63"/>
                    <a:gd name="T32" fmla="*/ 63 w 63"/>
                    <a:gd name="T33" fmla="*/ 31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3" h="63">
                      <a:moveTo>
                        <a:pt x="63" y="31"/>
                      </a:moveTo>
                      <a:cubicBezTo>
                        <a:pt x="63" y="36"/>
                        <a:pt x="62" y="40"/>
                        <a:pt x="60" y="44"/>
                      </a:cubicBezTo>
                      <a:cubicBezTo>
                        <a:pt x="59" y="47"/>
                        <a:pt x="56" y="51"/>
                        <a:pt x="54" y="53"/>
                      </a:cubicBezTo>
                      <a:cubicBezTo>
                        <a:pt x="51" y="56"/>
                        <a:pt x="47" y="59"/>
                        <a:pt x="44" y="60"/>
                      </a:cubicBezTo>
                      <a:cubicBezTo>
                        <a:pt x="40" y="62"/>
                        <a:pt x="36" y="63"/>
                        <a:pt x="32" y="63"/>
                      </a:cubicBezTo>
                      <a:cubicBezTo>
                        <a:pt x="27" y="63"/>
                        <a:pt x="23" y="62"/>
                        <a:pt x="19" y="60"/>
                      </a:cubicBezTo>
                      <a:cubicBezTo>
                        <a:pt x="16" y="59"/>
                        <a:pt x="12" y="56"/>
                        <a:pt x="10" y="53"/>
                      </a:cubicBezTo>
                      <a:cubicBezTo>
                        <a:pt x="7" y="51"/>
                        <a:pt x="4" y="47"/>
                        <a:pt x="3" y="44"/>
                      </a:cubicBezTo>
                      <a:cubicBezTo>
                        <a:pt x="1" y="40"/>
                        <a:pt x="0" y="36"/>
                        <a:pt x="0" y="31"/>
                      </a:cubicBezTo>
                      <a:cubicBezTo>
                        <a:pt x="0" y="27"/>
                        <a:pt x="1" y="23"/>
                        <a:pt x="3" y="19"/>
                      </a:cubicBezTo>
                      <a:cubicBezTo>
                        <a:pt x="4" y="16"/>
                        <a:pt x="7" y="12"/>
                        <a:pt x="10" y="9"/>
                      </a:cubicBezTo>
                      <a:cubicBezTo>
                        <a:pt x="12" y="7"/>
                        <a:pt x="16" y="4"/>
                        <a:pt x="19" y="3"/>
                      </a:cubicBezTo>
                      <a:cubicBezTo>
                        <a:pt x="23" y="1"/>
                        <a:pt x="27" y="0"/>
                        <a:pt x="32" y="0"/>
                      </a:cubicBezTo>
                      <a:cubicBezTo>
                        <a:pt x="36" y="0"/>
                        <a:pt x="40" y="1"/>
                        <a:pt x="44" y="3"/>
                      </a:cubicBezTo>
                      <a:cubicBezTo>
                        <a:pt x="47" y="4"/>
                        <a:pt x="51" y="7"/>
                        <a:pt x="54" y="9"/>
                      </a:cubicBezTo>
                      <a:cubicBezTo>
                        <a:pt x="56" y="12"/>
                        <a:pt x="59" y="16"/>
                        <a:pt x="60" y="19"/>
                      </a:cubicBezTo>
                      <a:cubicBezTo>
                        <a:pt x="62" y="23"/>
                        <a:pt x="63" y="27"/>
                        <a:pt x="63" y="31"/>
                      </a:cubicBezTo>
                      <a:close/>
                    </a:path>
                  </a:pathLst>
                </a:custGeom>
                <a:solidFill>
                  <a:srgbClr val="4FB7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29" name="Group 1028">
                <a:extLst>
                  <a:ext uri="{FF2B5EF4-FFF2-40B4-BE49-F238E27FC236}">
                    <a16:creationId xmlns:a16="http://schemas.microsoft.com/office/drawing/2014/main" id="{C3EAD355-5F90-EBB5-4494-F588B121C801}"/>
                  </a:ext>
                </a:extLst>
              </p:cNvPr>
              <p:cNvGrpSpPr/>
              <p:nvPr/>
            </p:nvGrpSpPr>
            <p:grpSpPr>
              <a:xfrm flipH="1">
                <a:off x="5538860" y="1802873"/>
                <a:ext cx="154062" cy="153690"/>
                <a:chOff x="7993062" y="2322402"/>
                <a:chExt cx="122878" cy="122581"/>
              </a:xfrm>
            </p:grpSpPr>
            <p:sp>
              <p:nvSpPr>
                <p:cNvPr id="1030" name="Freeform 57">
                  <a:extLst>
                    <a:ext uri="{FF2B5EF4-FFF2-40B4-BE49-F238E27FC236}">
                      <a16:creationId xmlns:a16="http://schemas.microsoft.com/office/drawing/2014/main" id="{26BEA3C9-B66E-E1B1-37B1-D96D7E35F2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268262">
                  <a:off x="7993210" y="2322254"/>
                  <a:ext cx="122581" cy="122878"/>
                </a:xfrm>
                <a:custGeom>
                  <a:avLst/>
                  <a:gdLst>
                    <a:gd name="T0" fmla="*/ 0 w 174"/>
                    <a:gd name="T1" fmla="*/ 87 h 174"/>
                    <a:gd name="T2" fmla="*/ 6 w 174"/>
                    <a:gd name="T3" fmla="*/ 121 h 174"/>
                    <a:gd name="T4" fmla="*/ 25 w 174"/>
                    <a:gd name="T5" fmla="*/ 149 h 174"/>
                    <a:gd name="T6" fmla="*/ 53 w 174"/>
                    <a:gd name="T7" fmla="*/ 167 h 174"/>
                    <a:gd name="T8" fmla="*/ 87 w 174"/>
                    <a:gd name="T9" fmla="*/ 174 h 174"/>
                    <a:gd name="T10" fmla="*/ 121 w 174"/>
                    <a:gd name="T11" fmla="*/ 167 h 174"/>
                    <a:gd name="T12" fmla="*/ 148 w 174"/>
                    <a:gd name="T13" fmla="*/ 149 h 174"/>
                    <a:gd name="T14" fmla="*/ 167 w 174"/>
                    <a:gd name="T15" fmla="*/ 121 h 174"/>
                    <a:gd name="T16" fmla="*/ 174 w 174"/>
                    <a:gd name="T17" fmla="*/ 87 h 174"/>
                    <a:gd name="T18" fmla="*/ 167 w 174"/>
                    <a:gd name="T19" fmla="*/ 53 h 174"/>
                    <a:gd name="T20" fmla="*/ 148 w 174"/>
                    <a:gd name="T21" fmla="*/ 25 h 174"/>
                    <a:gd name="T22" fmla="*/ 121 w 174"/>
                    <a:gd name="T23" fmla="*/ 7 h 174"/>
                    <a:gd name="T24" fmla="*/ 87 w 174"/>
                    <a:gd name="T25" fmla="*/ 0 h 174"/>
                    <a:gd name="T26" fmla="*/ 53 w 174"/>
                    <a:gd name="T27" fmla="*/ 7 h 174"/>
                    <a:gd name="T28" fmla="*/ 25 w 174"/>
                    <a:gd name="T29" fmla="*/ 25 h 174"/>
                    <a:gd name="T30" fmla="*/ 6 w 174"/>
                    <a:gd name="T31" fmla="*/ 53 h 174"/>
                    <a:gd name="T32" fmla="*/ 0 w 174"/>
                    <a:gd name="T33" fmla="*/ 87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4" h="174">
                      <a:moveTo>
                        <a:pt x="0" y="87"/>
                      </a:moveTo>
                      <a:cubicBezTo>
                        <a:pt x="0" y="99"/>
                        <a:pt x="2" y="110"/>
                        <a:pt x="6" y="121"/>
                      </a:cubicBezTo>
                      <a:cubicBezTo>
                        <a:pt x="11" y="131"/>
                        <a:pt x="17" y="141"/>
                        <a:pt x="25" y="149"/>
                      </a:cubicBezTo>
                      <a:cubicBezTo>
                        <a:pt x="33" y="156"/>
                        <a:pt x="42" y="163"/>
                        <a:pt x="53" y="167"/>
                      </a:cubicBezTo>
                      <a:cubicBezTo>
                        <a:pt x="63" y="172"/>
                        <a:pt x="75" y="174"/>
                        <a:pt x="87" y="174"/>
                      </a:cubicBezTo>
                      <a:cubicBezTo>
                        <a:pt x="99" y="174"/>
                        <a:pt x="110" y="172"/>
                        <a:pt x="121" y="167"/>
                      </a:cubicBezTo>
                      <a:cubicBezTo>
                        <a:pt x="131" y="163"/>
                        <a:pt x="140" y="156"/>
                        <a:pt x="148" y="149"/>
                      </a:cubicBezTo>
                      <a:cubicBezTo>
                        <a:pt x="156" y="141"/>
                        <a:pt x="163" y="131"/>
                        <a:pt x="167" y="121"/>
                      </a:cubicBezTo>
                      <a:cubicBezTo>
                        <a:pt x="171" y="110"/>
                        <a:pt x="174" y="99"/>
                        <a:pt x="174" y="87"/>
                      </a:cubicBezTo>
                      <a:cubicBezTo>
                        <a:pt x="174" y="75"/>
                        <a:pt x="171" y="63"/>
                        <a:pt x="167" y="53"/>
                      </a:cubicBezTo>
                      <a:cubicBezTo>
                        <a:pt x="163" y="43"/>
                        <a:pt x="156" y="33"/>
                        <a:pt x="148" y="25"/>
                      </a:cubicBezTo>
                      <a:cubicBezTo>
                        <a:pt x="140" y="17"/>
                        <a:pt x="131" y="11"/>
                        <a:pt x="121" y="7"/>
                      </a:cubicBezTo>
                      <a:cubicBezTo>
                        <a:pt x="110" y="2"/>
                        <a:pt x="99" y="0"/>
                        <a:pt x="87" y="0"/>
                      </a:cubicBezTo>
                      <a:cubicBezTo>
                        <a:pt x="75" y="0"/>
                        <a:pt x="63" y="2"/>
                        <a:pt x="53" y="7"/>
                      </a:cubicBezTo>
                      <a:cubicBezTo>
                        <a:pt x="42" y="11"/>
                        <a:pt x="33" y="17"/>
                        <a:pt x="25" y="25"/>
                      </a:cubicBezTo>
                      <a:cubicBezTo>
                        <a:pt x="17" y="33"/>
                        <a:pt x="11" y="43"/>
                        <a:pt x="6" y="53"/>
                      </a:cubicBezTo>
                      <a:cubicBezTo>
                        <a:pt x="2" y="63"/>
                        <a:pt x="0" y="75"/>
                        <a:pt x="0" y="87"/>
                      </a:cubicBezTo>
                      <a:close/>
                    </a:path>
                  </a:pathLst>
                </a:custGeom>
                <a:solidFill>
                  <a:srgbClr val="4FB7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1" name="Freeform 58">
                  <a:extLst>
                    <a:ext uri="{FF2B5EF4-FFF2-40B4-BE49-F238E27FC236}">
                      <a16:creationId xmlns:a16="http://schemas.microsoft.com/office/drawing/2014/main" id="{F6B1E829-3332-9D05-D192-259C7A101D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268262">
                  <a:off x="8031898" y="2363816"/>
                  <a:ext cx="40960" cy="40960"/>
                </a:xfrm>
                <a:custGeom>
                  <a:avLst/>
                  <a:gdLst>
                    <a:gd name="T0" fmla="*/ 0 w 58"/>
                    <a:gd name="T1" fmla="*/ 29 h 58"/>
                    <a:gd name="T2" fmla="*/ 2 w 58"/>
                    <a:gd name="T3" fmla="*/ 40 h 58"/>
                    <a:gd name="T4" fmla="*/ 9 w 58"/>
                    <a:gd name="T5" fmla="*/ 49 h 58"/>
                    <a:gd name="T6" fmla="*/ 18 w 58"/>
                    <a:gd name="T7" fmla="*/ 56 h 58"/>
                    <a:gd name="T8" fmla="*/ 29 w 58"/>
                    <a:gd name="T9" fmla="*/ 58 h 58"/>
                    <a:gd name="T10" fmla="*/ 40 w 58"/>
                    <a:gd name="T11" fmla="*/ 56 h 58"/>
                    <a:gd name="T12" fmla="*/ 49 w 58"/>
                    <a:gd name="T13" fmla="*/ 49 h 58"/>
                    <a:gd name="T14" fmla="*/ 56 w 58"/>
                    <a:gd name="T15" fmla="*/ 40 h 58"/>
                    <a:gd name="T16" fmla="*/ 58 w 58"/>
                    <a:gd name="T17" fmla="*/ 29 h 58"/>
                    <a:gd name="T18" fmla="*/ 56 w 58"/>
                    <a:gd name="T19" fmla="*/ 18 h 58"/>
                    <a:gd name="T20" fmla="*/ 49 w 58"/>
                    <a:gd name="T21" fmla="*/ 8 h 58"/>
                    <a:gd name="T22" fmla="*/ 40 w 58"/>
                    <a:gd name="T23" fmla="*/ 2 h 58"/>
                    <a:gd name="T24" fmla="*/ 29 w 58"/>
                    <a:gd name="T25" fmla="*/ 0 h 58"/>
                    <a:gd name="T26" fmla="*/ 18 w 58"/>
                    <a:gd name="T27" fmla="*/ 2 h 58"/>
                    <a:gd name="T28" fmla="*/ 9 w 58"/>
                    <a:gd name="T29" fmla="*/ 8 h 58"/>
                    <a:gd name="T30" fmla="*/ 2 w 58"/>
                    <a:gd name="T31" fmla="*/ 18 h 58"/>
                    <a:gd name="T32" fmla="*/ 0 w 58"/>
                    <a:gd name="T33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8" h="58">
                      <a:moveTo>
                        <a:pt x="0" y="29"/>
                      </a:moveTo>
                      <a:cubicBezTo>
                        <a:pt x="0" y="33"/>
                        <a:pt x="1" y="37"/>
                        <a:pt x="2" y="40"/>
                      </a:cubicBezTo>
                      <a:cubicBezTo>
                        <a:pt x="4" y="44"/>
                        <a:pt x="6" y="47"/>
                        <a:pt x="9" y="49"/>
                      </a:cubicBezTo>
                      <a:cubicBezTo>
                        <a:pt x="11" y="52"/>
                        <a:pt x="14" y="54"/>
                        <a:pt x="18" y="56"/>
                      </a:cubicBezTo>
                      <a:cubicBezTo>
                        <a:pt x="21" y="57"/>
                        <a:pt x="25" y="58"/>
                        <a:pt x="29" y="58"/>
                      </a:cubicBezTo>
                      <a:cubicBezTo>
                        <a:pt x="33" y="58"/>
                        <a:pt x="37" y="57"/>
                        <a:pt x="40" y="56"/>
                      </a:cubicBezTo>
                      <a:cubicBezTo>
                        <a:pt x="44" y="54"/>
                        <a:pt x="47" y="52"/>
                        <a:pt x="49" y="49"/>
                      </a:cubicBezTo>
                      <a:cubicBezTo>
                        <a:pt x="52" y="47"/>
                        <a:pt x="54" y="44"/>
                        <a:pt x="56" y="40"/>
                      </a:cubicBezTo>
                      <a:cubicBezTo>
                        <a:pt x="57" y="37"/>
                        <a:pt x="58" y="33"/>
                        <a:pt x="58" y="29"/>
                      </a:cubicBezTo>
                      <a:cubicBezTo>
                        <a:pt x="58" y="25"/>
                        <a:pt x="57" y="21"/>
                        <a:pt x="56" y="18"/>
                      </a:cubicBezTo>
                      <a:cubicBezTo>
                        <a:pt x="54" y="14"/>
                        <a:pt x="52" y="11"/>
                        <a:pt x="49" y="8"/>
                      </a:cubicBezTo>
                      <a:cubicBezTo>
                        <a:pt x="47" y="6"/>
                        <a:pt x="44" y="4"/>
                        <a:pt x="40" y="2"/>
                      </a:cubicBezTo>
                      <a:cubicBezTo>
                        <a:pt x="37" y="1"/>
                        <a:pt x="33" y="0"/>
                        <a:pt x="29" y="0"/>
                      </a:cubicBezTo>
                      <a:cubicBezTo>
                        <a:pt x="25" y="0"/>
                        <a:pt x="21" y="1"/>
                        <a:pt x="18" y="2"/>
                      </a:cubicBezTo>
                      <a:cubicBezTo>
                        <a:pt x="14" y="4"/>
                        <a:pt x="11" y="6"/>
                        <a:pt x="9" y="8"/>
                      </a:cubicBezTo>
                      <a:cubicBezTo>
                        <a:pt x="6" y="11"/>
                        <a:pt x="4" y="14"/>
                        <a:pt x="2" y="18"/>
                      </a:cubicBezTo>
                      <a:cubicBezTo>
                        <a:pt x="1" y="21"/>
                        <a:pt x="0" y="25"/>
                        <a:pt x="0" y="2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41" name="Freeform 60">
              <a:extLst>
                <a:ext uri="{FF2B5EF4-FFF2-40B4-BE49-F238E27FC236}">
                  <a16:creationId xmlns:a16="http://schemas.microsoft.com/office/drawing/2014/main" id="{CE14A931-8B95-040F-1BC8-441C704710A2}"/>
                </a:ext>
              </a:extLst>
            </p:cNvPr>
            <p:cNvSpPr>
              <a:spLocks/>
            </p:cNvSpPr>
            <p:nvPr/>
          </p:nvSpPr>
          <p:spPr bwMode="auto">
            <a:xfrm rot="3219335">
              <a:off x="11563938" y="2232480"/>
              <a:ext cx="235876" cy="201272"/>
            </a:xfrm>
            <a:custGeom>
              <a:avLst/>
              <a:gdLst>
                <a:gd name="T0" fmla="*/ 0 w 668"/>
                <a:gd name="T1" fmla="*/ 195 h 570"/>
                <a:gd name="T2" fmla="*/ 133 w 668"/>
                <a:gd name="T3" fmla="*/ 287 h 570"/>
                <a:gd name="T4" fmla="*/ 266 w 668"/>
                <a:gd name="T5" fmla="*/ 382 h 570"/>
                <a:gd name="T6" fmla="*/ 397 w 668"/>
                <a:gd name="T7" fmla="*/ 475 h 570"/>
                <a:gd name="T8" fmla="*/ 530 w 668"/>
                <a:gd name="T9" fmla="*/ 570 h 570"/>
                <a:gd name="T10" fmla="*/ 563 w 668"/>
                <a:gd name="T11" fmla="*/ 522 h 570"/>
                <a:gd name="T12" fmla="*/ 599 w 668"/>
                <a:gd name="T13" fmla="*/ 473 h 570"/>
                <a:gd name="T14" fmla="*/ 634 w 668"/>
                <a:gd name="T15" fmla="*/ 425 h 570"/>
                <a:gd name="T16" fmla="*/ 668 w 668"/>
                <a:gd name="T17" fmla="*/ 375 h 570"/>
                <a:gd name="T18" fmla="*/ 535 w 668"/>
                <a:gd name="T19" fmla="*/ 283 h 570"/>
                <a:gd name="T20" fmla="*/ 404 w 668"/>
                <a:gd name="T21" fmla="*/ 188 h 570"/>
                <a:gd name="T22" fmla="*/ 271 w 668"/>
                <a:gd name="T23" fmla="*/ 93 h 570"/>
                <a:gd name="T24" fmla="*/ 140 w 668"/>
                <a:gd name="T25" fmla="*/ 0 h 570"/>
                <a:gd name="T26" fmla="*/ 105 w 668"/>
                <a:gd name="T27" fmla="*/ 47 h 570"/>
                <a:gd name="T28" fmla="*/ 69 w 668"/>
                <a:gd name="T29" fmla="*/ 97 h 570"/>
                <a:gd name="T30" fmla="*/ 36 w 668"/>
                <a:gd name="T31" fmla="*/ 145 h 570"/>
                <a:gd name="T32" fmla="*/ 0 w 668"/>
                <a:gd name="T33" fmla="*/ 195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8" h="570">
                  <a:moveTo>
                    <a:pt x="0" y="195"/>
                  </a:moveTo>
                  <a:lnTo>
                    <a:pt x="133" y="287"/>
                  </a:lnTo>
                  <a:lnTo>
                    <a:pt x="266" y="382"/>
                  </a:lnTo>
                  <a:lnTo>
                    <a:pt x="397" y="475"/>
                  </a:lnTo>
                  <a:lnTo>
                    <a:pt x="530" y="570"/>
                  </a:lnTo>
                  <a:lnTo>
                    <a:pt x="563" y="522"/>
                  </a:lnTo>
                  <a:lnTo>
                    <a:pt x="599" y="473"/>
                  </a:lnTo>
                  <a:lnTo>
                    <a:pt x="634" y="425"/>
                  </a:lnTo>
                  <a:lnTo>
                    <a:pt x="668" y="375"/>
                  </a:lnTo>
                  <a:lnTo>
                    <a:pt x="535" y="283"/>
                  </a:lnTo>
                  <a:lnTo>
                    <a:pt x="404" y="188"/>
                  </a:lnTo>
                  <a:lnTo>
                    <a:pt x="271" y="93"/>
                  </a:lnTo>
                  <a:lnTo>
                    <a:pt x="140" y="0"/>
                  </a:lnTo>
                  <a:lnTo>
                    <a:pt x="105" y="47"/>
                  </a:lnTo>
                  <a:lnTo>
                    <a:pt x="69" y="97"/>
                  </a:lnTo>
                  <a:lnTo>
                    <a:pt x="36" y="145"/>
                  </a:lnTo>
                  <a:lnTo>
                    <a:pt x="0" y="195"/>
                  </a:lnTo>
                  <a:close/>
                </a:path>
              </a:pathLst>
            </a:custGeom>
            <a:gradFill>
              <a:gsLst>
                <a:gs pos="100000">
                  <a:srgbClr val="43515C"/>
                </a:gs>
                <a:gs pos="0">
                  <a:srgbClr val="A2ABB0"/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81FB08C5-B7CF-FF9A-7BB7-1D3F9103C2A6}"/>
                </a:ext>
              </a:extLst>
            </p:cNvPr>
            <p:cNvGrpSpPr/>
            <p:nvPr/>
          </p:nvGrpSpPr>
          <p:grpSpPr>
            <a:xfrm rot="1167990">
              <a:off x="11174271" y="1717854"/>
              <a:ext cx="638932" cy="463913"/>
              <a:chOff x="11071069" y="1826888"/>
              <a:chExt cx="638932" cy="463913"/>
            </a:xfrm>
          </p:grpSpPr>
          <p:sp>
            <p:nvSpPr>
              <p:cNvPr id="316" name="Freeform 48">
                <a:extLst>
                  <a:ext uri="{FF2B5EF4-FFF2-40B4-BE49-F238E27FC236}">
                    <a16:creationId xmlns:a16="http://schemas.microsoft.com/office/drawing/2014/main" id="{8DA1E1D9-BBAB-2BED-EC95-2C6352B3FF2A}"/>
                  </a:ext>
                </a:extLst>
              </p:cNvPr>
              <p:cNvSpPr>
                <a:spLocks/>
              </p:cNvSpPr>
              <p:nvPr/>
            </p:nvSpPr>
            <p:spPr bwMode="auto">
              <a:xfrm rot="3316517">
                <a:off x="11150496" y="1899648"/>
                <a:ext cx="206216" cy="123234"/>
              </a:xfrm>
              <a:custGeom>
                <a:avLst/>
                <a:gdLst>
                  <a:gd name="T0" fmla="*/ 0 w 584"/>
                  <a:gd name="T1" fmla="*/ 225 h 349"/>
                  <a:gd name="T2" fmla="*/ 12 w 584"/>
                  <a:gd name="T3" fmla="*/ 256 h 349"/>
                  <a:gd name="T4" fmla="*/ 26 w 584"/>
                  <a:gd name="T5" fmla="*/ 287 h 349"/>
                  <a:gd name="T6" fmla="*/ 38 w 584"/>
                  <a:gd name="T7" fmla="*/ 318 h 349"/>
                  <a:gd name="T8" fmla="*/ 52 w 584"/>
                  <a:gd name="T9" fmla="*/ 349 h 349"/>
                  <a:gd name="T10" fmla="*/ 185 w 584"/>
                  <a:gd name="T11" fmla="*/ 292 h 349"/>
                  <a:gd name="T12" fmla="*/ 318 w 584"/>
                  <a:gd name="T13" fmla="*/ 235 h 349"/>
                  <a:gd name="T14" fmla="*/ 451 w 584"/>
                  <a:gd name="T15" fmla="*/ 180 h 349"/>
                  <a:gd name="T16" fmla="*/ 584 w 584"/>
                  <a:gd name="T17" fmla="*/ 123 h 349"/>
                  <a:gd name="T18" fmla="*/ 572 w 584"/>
                  <a:gd name="T19" fmla="*/ 92 h 349"/>
                  <a:gd name="T20" fmla="*/ 558 w 584"/>
                  <a:gd name="T21" fmla="*/ 61 h 349"/>
                  <a:gd name="T22" fmla="*/ 546 w 584"/>
                  <a:gd name="T23" fmla="*/ 31 h 349"/>
                  <a:gd name="T24" fmla="*/ 532 w 584"/>
                  <a:gd name="T25" fmla="*/ 0 h 349"/>
                  <a:gd name="T26" fmla="*/ 399 w 584"/>
                  <a:gd name="T27" fmla="*/ 57 h 349"/>
                  <a:gd name="T28" fmla="*/ 266 w 584"/>
                  <a:gd name="T29" fmla="*/ 114 h 349"/>
                  <a:gd name="T30" fmla="*/ 133 w 584"/>
                  <a:gd name="T31" fmla="*/ 168 h 349"/>
                  <a:gd name="T32" fmla="*/ 0 w 584"/>
                  <a:gd name="T33" fmla="*/ 225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84" h="349">
                    <a:moveTo>
                      <a:pt x="0" y="225"/>
                    </a:moveTo>
                    <a:lnTo>
                      <a:pt x="12" y="256"/>
                    </a:lnTo>
                    <a:lnTo>
                      <a:pt x="26" y="287"/>
                    </a:lnTo>
                    <a:lnTo>
                      <a:pt x="38" y="318"/>
                    </a:lnTo>
                    <a:lnTo>
                      <a:pt x="52" y="349"/>
                    </a:lnTo>
                    <a:lnTo>
                      <a:pt x="185" y="292"/>
                    </a:lnTo>
                    <a:lnTo>
                      <a:pt x="318" y="235"/>
                    </a:lnTo>
                    <a:lnTo>
                      <a:pt x="451" y="180"/>
                    </a:lnTo>
                    <a:lnTo>
                      <a:pt x="584" y="123"/>
                    </a:lnTo>
                    <a:lnTo>
                      <a:pt x="572" y="92"/>
                    </a:lnTo>
                    <a:lnTo>
                      <a:pt x="558" y="61"/>
                    </a:lnTo>
                    <a:lnTo>
                      <a:pt x="546" y="31"/>
                    </a:lnTo>
                    <a:lnTo>
                      <a:pt x="532" y="0"/>
                    </a:lnTo>
                    <a:lnTo>
                      <a:pt x="399" y="57"/>
                    </a:lnTo>
                    <a:lnTo>
                      <a:pt x="266" y="114"/>
                    </a:lnTo>
                    <a:lnTo>
                      <a:pt x="133" y="168"/>
                    </a:lnTo>
                    <a:lnTo>
                      <a:pt x="0" y="225"/>
                    </a:ln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A2ABB0"/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087AF42D-7773-6E76-D45E-FEC4436E60F1}"/>
                  </a:ext>
                </a:extLst>
              </p:cNvPr>
              <p:cNvGrpSpPr/>
              <p:nvPr/>
            </p:nvGrpSpPr>
            <p:grpSpPr>
              <a:xfrm rot="1508454">
                <a:off x="11071069" y="1826888"/>
                <a:ext cx="145834" cy="145832"/>
                <a:chOff x="8151231" y="2430400"/>
                <a:chExt cx="122581" cy="122581"/>
              </a:xfrm>
            </p:grpSpPr>
            <p:sp>
              <p:nvSpPr>
                <p:cNvPr id="319" name="Freeform 56">
                  <a:extLst>
                    <a:ext uri="{FF2B5EF4-FFF2-40B4-BE49-F238E27FC236}">
                      <a16:creationId xmlns:a16="http://schemas.microsoft.com/office/drawing/2014/main" id="{D95A28CC-A460-9B16-49F2-5481FA1744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51231" y="2430400"/>
                  <a:ext cx="122581" cy="122581"/>
                </a:xfrm>
                <a:custGeom>
                  <a:avLst/>
                  <a:gdLst>
                    <a:gd name="T0" fmla="*/ 0 w 174"/>
                    <a:gd name="T1" fmla="*/ 87 h 174"/>
                    <a:gd name="T2" fmla="*/ 6 w 174"/>
                    <a:gd name="T3" fmla="*/ 121 h 174"/>
                    <a:gd name="T4" fmla="*/ 25 w 174"/>
                    <a:gd name="T5" fmla="*/ 148 h 174"/>
                    <a:gd name="T6" fmla="*/ 53 w 174"/>
                    <a:gd name="T7" fmla="*/ 167 h 174"/>
                    <a:gd name="T8" fmla="*/ 87 w 174"/>
                    <a:gd name="T9" fmla="*/ 174 h 174"/>
                    <a:gd name="T10" fmla="*/ 121 w 174"/>
                    <a:gd name="T11" fmla="*/ 167 h 174"/>
                    <a:gd name="T12" fmla="*/ 148 w 174"/>
                    <a:gd name="T13" fmla="*/ 148 h 174"/>
                    <a:gd name="T14" fmla="*/ 167 w 174"/>
                    <a:gd name="T15" fmla="*/ 121 h 174"/>
                    <a:gd name="T16" fmla="*/ 174 w 174"/>
                    <a:gd name="T17" fmla="*/ 87 h 174"/>
                    <a:gd name="T18" fmla="*/ 167 w 174"/>
                    <a:gd name="T19" fmla="*/ 53 h 174"/>
                    <a:gd name="T20" fmla="*/ 148 w 174"/>
                    <a:gd name="T21" fmla="*/ 25 h 174"/>
                    <a:gd name="T22" fmla="*/ 121 w 174"/>
                    <a:gd name="T23" fmla="*/ 6 h 174"/>
                    <a:gd name="T24" fmla="*/ 87 w 174"/>
                    <a:gd name="T25" fmla="*/ 0 h 174"/>
                    <a:gd name="T26" fmla="*/ 53 w 174"/>
                    <a:gd name="T27" fmla="*/ 6 h 174"/>
                    <a:gd name="T28" fmla="*/ 25 w 174"/>
                    <a:gd name="T29" fmla="*/ 25 h 174"/>
                    <a:gd name="T30" fmla="*/ 6 w 174"/>
                    <a:gd name="T31" fmla="*/ 53 h 174"/>
                    <a:gd name="T32" fmla="*/ 0 w 174"/>
                    <a:gd name="T33" fmla="*/ 87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4" h="174">
                      <a:moveTo>
                        <a:pt x="0" y="87"/>
                      </a:moveTo>
                      <a:cubicBezTo>
                        <a:pt x="0" y="99"/>
                        <a:pt x="2" y="110"/>
                        <a:pt x="6" y="121"/>
                      </a:cubicBezTo>
                      <a:cubicBezTo>
                        <a:pt x="11" y="131"/>
                        <a:pt x="17" y="140"/>
                        <a:pt x="25" y="148"/>
                      </a:cubicBezTo>
                      <a:cubicBezTo>
                        <a:pt x="33" y="156"/>
                        <a:pt x="42" y="162"/>
                        <a:pt x="53" y="167"/>
                      </a:cubicBezTo>
                      <a:cubicBezTo>
                        <a:pt x="63" y="171"/>
                        <a:pt x="75" y="174"/>
                        <a:pt x="87" y="174"/>
                      </a:cubicBezTo>
                      <a:cubicBezTo>
                        <a:pt x="99" y="174"/>
                        <a:pt x="110" y="171"/>
                        <a:pt x="121" y="167"/>
                      </a:cubicBezTo>
                      <a:cubicBezTo>
                        <a:pt x="131" y="162"/>
                        <a:pt x="140" y="156"/>
                        <a:pt x="148" y="148"/>
                      </a:cubicBezTo>
                      <a:cubicBezTo>
                        <a:pt x="156" y="140"/>
                        <a:pt x="163" y="131"/>
                        <a:pt x="167" y="121"/>
                      </a:cubicBezTo>
                      <a:cubicBezTo>
                        <a:pt x="171" y="110"/>
                        <a:pt x="174" y="99"/>
                        <a:pt x="174" y="87"/>
                      </a:cubicBezTo>
                      <a:cubicBezTo>
                        <a:pt x="174" y="75"/>
                        <a:pt x="171" y="63"/>
                        <a:pt x="167" y="53"/>
                      </a:cubicBezTo>
                      <a:cubicBezTo>
                        <a:pt x="163" y="42"/>
                        <a:pt x="156" y="33"/>
                        <a:pt x="148" y="25"/>
                      </a:cubicBezTo>
                      <a:cubicBezTo>
                        <a:pt x="140" y="17"/>
                        <a:pt x="131" y="11"/>
                        <a:pt x="121" y="6"/>
                      </a:cubicBezTo>
                      <a:cubicBezTo>
                        <a:pt x="110" y="2"/>
                        <a:pt x="99" y="0"/>
                        <a:pt x="87" y="0"/>
                      </a:cubicBezTo>
                      <a:cubicBezTo>
                        <a:pt x="75" y="0"/>
                        <a:pt x="63" y="2"/>
                        <a:pt x="53" y="6"/>
                      </a:cubicBezTo>
                      <a:cubicBezTo>
                        <a:pt x="42" y="11"/>
                        <a:pt x="33" y="17"/>
                        <a:pt x="25" y="25"/>
                      </a:cubicBezTo>
                      <a:cubicBezTo>
                        <a:pt x="17" y="33"/>
                        <a:pt x="11" y="42"/>
                        <a:pt x="6" y="53"/>
                      </a:cubicBezTo>
                      <a:cubicBezTo>
                        <a:pt x="2" y="63"/>
                        <a:pt x="0" y="75"/>
                        <a:pt x="0" y="87"/>
                      </a:cubicBezTo>
                      <a:close/>
                    </a:path>
                  </a:pathLst>
                </a:custGeom>
                <a:solidFill>
                  <a:srgbClr val="4FB7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4" name="Freeform 59">
                  <a:extLst>
                    <a:ext uri="{FF2B5EF4-FFF2-40B4-BE49-F238E27FC236}">
                      <a16:creationId xmlns:a16="http://schemas.microsoft.com/office/drawing/2014/main" id="{19C3C252-46CA-DCC8-7F32-E0503CC040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91893" y="2471360"/>
                  <a:ext cx="40960" cy="40960"/>
                </a:xfrm>
                <a:custGeom>
                  <a:avLst/>
                  <a:gdLst>
                    <a:gd name="T0" fmla="*/ 0 w 58"/>
                    <a:gd name="T1" fmla="*/ 29 h 58"/>
                    <a:gd name="T2" fmla="*/ 2 w 58"/>
                    <a:gd name="T3" fmla="*/ 40 h 58"/>
                    <a:gd name="T4" fmla="*/ 8 w 58"/>
                    <a:gd name="T5" fmla="*/ 49 h 58"/>
                    <a:gd name="T6" fmla="*/ 17 w 58"/>
                    <a:gd name="T7" fmla="*/ 55 h 58"/>
                    <a:gd name="T8" fmla="*/ 29 w 58"/>
                    <a:gd name="T9" fmla="*/ 58 h 58"/>
                    <a:gd name="T10" fmla="*/ 40 w 58"/>
                    <a:gd name="T11" fmla="*/ 55 h 58"/>
                    <a:gd name="T12" fmla="*/ 49 w 58"/>
                    <a:gd name="T13" fmla="*/ 49 h 58"/>
                    <a:gd name="T14" fmla="*/ 55 w 58"/>
                    <a:gd name="T15" fmla="*/ 40 h 58"/>
                    <a:gd name="T16" fmla="*/ 58 w 58"/>
                    <a:gd name="T17" fmla="*/ 29 h 58"/>
                    <a:gd name="T18" fmla="*/ 55 w 58"/>
                    <a:gd name="T19" fmla="*/ 17 h 58"/>
                    <a:gd name="T20" fmla="*/ 49 w 58"/>
                    <a:gd name="T21" fmla="*/ 8 h 58"/>
                    <a:gd name="T22" fmla="*/ 40 w 58"/>
                    <a:gd name="T23" fmla="*/ 2 h 58"/>
                    <a:gd name="T24" fmla="*/ 29 w 58"/>
                    <a:gd name="T25" fmla="*/ 0 h 58"/>
                    <a:gd name="T26" fmla="*/ 17 w 58"/>
                    <a:gd name="T27" fmla="*/ 2 h 58"/>
                    <a:gd name="T28" fmla="*/ 8 w 58"/>
                    <a:gd name="T29" fmla="*/ 8 h 58"/>
                    <a:gd name="T30" fmla="*/ 2 w 58"/>
                    <a:gd name="T31" fmla="*/ 17 h 58"/>
                    <a:gd name="T32" fmla="*/ 0 w 58"/>
                    <a:gd name="T33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8" h="58">
                      <a:moveTo>
                        <a:pt x="0" y="29"/>
                      </a:moveTo>
                      <a:cubicBezTo>
                        <a:pt x="0" y="33"/>
                        <a:pt x="1" y="36"/>
                        <a:pt x="2" y="40"/>
                      </a:cubicBezTo>
                      <a:cubicBezTo>
                        <a:pt x="4" y="43"/>
                        <a:pt x="6" y="46"/>
                        <a:pt x="8" y="49"/>
                      </a:cubicBezTo>
                      <a:cubicBezTo>
                        <a:pt x="11" y="52"/>
                        <a:pt x="14" y="54"/>
                        <a:pt x="17" y="55"/>
                      </a:cubicBezTo>
                      <a:cubicBezTo>
                        <a:pt x="21" y="57"/>
                        <a:pt x="25" y="58"/>
                        <a:pt x="29" y="58"/>
                      </a:cubicBezTo>
                      <a:cubicBezTo>
                        <a:pt x="33" y="58"/>
                        <a:pt x="37" y="57"/>
                        <a:pt x="40" y="55"/>
                      </a:cubicBezTo>
                      <a:cubicBezTo>
                        <a:pt x="43" y="54"/>
                        <a:pt x="47" y="52"/>
                        <a:pt x="49" y="49"/>
                      </a:cubicBezTo>
                      <a:cubicBezTo>
                        <a:pt x="52" y="46"/>
                        <a:pt x="54" y="43"/>
                        <a:pt x="55" y="40"/>
                      </a:cubicBezTo>
                      <a:cubicBezTo>
                        <a:pt x="57" y="36"/>
                        <a:pt x="58" y="33"/>
                        <a:pt x="58" y="29"/>
                      </a:cubicBezTo>
                      <a:cubicBezTo>
                        <a:pt x="58" y="25"/>
                        <a:pt x="57" y="21"/>
                        <a:pt x="55" y="17"/>
                      </a:cubicBezTo>
                      <a:cubicBezTo>
                        <a:pt x="54" y="14"/>
                        <a:pt x="52" y="11"/>
                        <a:pt x="49" y="8"/>
                      </a:cubicBezTo>
                      <a:cubicBezTo>
                        <a:pt x="47" y="6"/>
                        <a:pt x="43" y="3"/>
                        <a:pt x="40" y="2"/>
                      </a:cubicBezTo>
                      <a:cubicBezTo>
                        <a:pt x="37" y="1"/>
                        <a:pt x="33" y="0"/>
                        <a:pt x="29" y="0"/>
                      </a:cubicBezTo>
                      <a:cubicBezTo>
                        <a:pt x="25" y="0"/>
                        <a:pt x="21" y="1"/>
                        <a:pt x="17" y="2"/>
                      </a:cubicBezTo>
                      <a:cubicBezTo>
                        <a:pt x="14" y="3"/>
                        <a:pt x="11" y="6"/>
                        <a:pt x="8" y="8"/>
                      </a:cubicBezTo>
                      <a:cubicBezTo>
                        <a:pt x="6" y="11"/>
                        <a:pt x="4" y="14"/>
                        <a:pt x="2" y="17"/>
                      </a:cubicBezTo>
                      <a:cubicBezTo>
                        <a:pt x="1" y="21"/>
                        <a:pt x="0" y="25"/>
                        <a:pt x="0" y="2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18" name="Freeform 61">
                <a:extLst>
                  <a:ext uri="{FF2B5EF4-FFF2-40B4-BE49-F238E27FC236}">
                    <a16:creationId xmlns:a16="http://schemas.microsoft.com/office/drawing/2014/main" id="{04F17833-A010-5120-8B20-C6415430D28B}"/>
                  </a:ext>
                </a:extLst>
              </p:cNvPr>
              <p:cNvSpPr>
                <a:spLocks/>
              </p:cNvSpPr>
              <p:nvPr/>
            </p:nvSpPr>
            <p:spPr bwMode="auto">
              <a:xfrm rot="21268914">
                <a:off x="11290512" y="1942992"/>
                <a:ext cx="419489" cy="347809"/>
              </a:xfrm>
              <a:custGeom>
                <a:avLst/>
                <a:gdLst>
                  <a:gd name="T0" fmla="*/ 328 w 500"/>
                  <a:gd name="T1" fmla="*/ 392 h 415"/>
                  <a:gd name="T2" fmla="*/ 259 w 500"/>
                  <a:gd name="T3" fmla="*/ 343 h 415"/>
                  <a:gd name="T4" fmla="*/ 189 w 500"/>
                  <a:gd name="T5" fmla="*/ 294 h 415"/>
                  <a:gd name="T6" fmla="*/ 120 w 500"/>
                  <a:gd name="T7" fmla="*/ 244 h 415"/>
                  <a:gd name="T8" fmla="*/ 50 w 500"/>
                  <a:gd name="T9" fmla="*/ 195 h 415"/>
                  <a:gd name="T10" fmla="*/ 20 w 500"/>
                  <a:gd name="T11" fmla="*/ 162 h 415"/>
                  <a:gd name="T12" fmla="*/ 3 w 500"/>
                  <a:gd name="T13" fmla="*/ 123 h 415"/>
                  <a:gd name="T14" fmla="*/ 2 w 500"/>
                  <a:gd name="T15" fmla="*/ 80 h 415"/>
                  <a:gd name="T16" fmla="*/ 2 w 500"/>
                  <a:gd name="T17" fmla="*/ 79 h 415"/>
                  <a:gd name="T18" fmla="*/ 50 w 500"/>
                  <a:gd name="T19" fmla="*/ 13 h 415"/>
                  <a:gd name="T20" fmla="*/ 51 w 500"/>
                  <a:gd name="T21" fmla="*/ 13 h 415"/>
                  <a:gd name="T22" fmla="*/ 91 w 500"/>
                  <a:gd name="T23" fmla="*/ 2 h 415"/>
                  <a:gd name="T24" fmla="*/ 132 w 500"/>
                  <a:gd name="T25" fmla="*/ 5 h 415"/>
                  <a:gd name="T26" fmla="*/ 172 w 500"/>
                  <a:gd name="T27" fmla="*/ 23 h 415"/>
                  <a:gd name="T28" fmla="*/ 241 w 500"/>
                  <a:gd name="T29" fmla="*/ 73 h 415"/>
                  <a:gd name="T30" fmla="*/ 311 w 500"/>
                  <a:gd name="T31" fmla="*/ 122 h 415"/>
                  <a:gd name="T32" fmla="*/ 380 w 500"/>
                  <a:gd name="T33" fmla="*/ 172 h 415"/>
                  <a:gd name="T34" fmla="*/ 450 w 500"/>
                  <a:gd name="T35" fmla="*/ 221 h 415"/>
                  <a:gd name="T36" fmla="*/ 480 w 500"/>
                  <a:gd name="T37" fmla="*/ 253 h 415"/>
                  <a:gd name="T38" fmla="*/ 497 w 500"/>
                  <a:gd name="T39" fmla="*/ 293 h 415"/>
                  <a:gd name="T40" fmla="*/ 498 w 500"/>
                  <a:gd name="T41" fmla="*/ 336 h 415"/>
                  <a:gd name="T42" fmla="*/ 498 w 500"/>
                  <a:gd name="T43" fmla="*/ 337 h 415"/>
                  <a:gd name="T44" fmla="*/ 450 w 500"/>
                  <a:gd name="T45" fmla="*/ 402 h 415"/>
                  <a:gd name="T46" fmla="*/ 449 w 500"/>
                  <a:gd name="T47" fmla="*/ 403 h 415"/>
                  <a:gd name="T48" fmla="*/ 409 w 500"/>
                  <a:gd name="T49" fmla="*/ 414 h 415"/>
                  <a:gd name="T50" fmla="*/ 368 w 500"/>
                  <a:gd name="T51" fmla="*/ 411 h 415"/>
                  <a:gd name="T52" fmla="*/ 328 w 500"/>
                  <a:gd name="T53" fmla="*/ 392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00" h="415">
                    <a:moveTo>
                      <a:pt x="328" y="392"/>
                    </a:moveTo>
                    <a:cubicBezTo>
                      <a:pt x="259" y="343"/>
                      <a:pt x="259" y="343"/>
                      <a:pt x="259" y="343"/>
                    </a:cubicBezTo>
                    <a:cubicBezTo>
                      <a:pt x="189" y="294"/>
                      <a:pt x="189" y="294"/>
                      <a:pt x="189" y="294"/>
                    </a:cubicBezTo>
                    <a:cubicBezTo>
                      <a:pt x="120" y="244"/>
                      <a:pt x="120" y="244"/>
                      <a:pt x="120" y="244"/>
                    </a:cubicBezTo>
                    <a:cubicBezTo>
                      <a:pt x="50" y="195"/>
                      <a:pt x="50" y="195"/>
                      <a:pt x="50" y="195"/>
                    </a:cubicBezTo>
                    <a:cubicBezTo>
                      <a:pt x="38" y="186"/>
                      <a:pt x="28" y="175"/>
                      <a:pt x="20" y="162"/>
                    </a:cubicBezTo>
                    <a:cubicBezTo>
                      <a:pt x="12" y="150"/>
                      <a:pt x="6" y="137"/>
                      <a:pt x="3" y="123"/>
                    </a:cubicBezTo>
                    <a:cubicBezTo>
                      <a:pt x="0" y="109"/>
                      <a:pt x="0" y="94"/>
                      <a:pt x="2" y="80"/>
                    </a:cubicBezTo>
                    <a:cubicBezTo>
                      <a:pt x="2" y="80"/>
                      <a:pt x="2" y="79"/>
                      <a:pt x="2" y="79"/>
                    </a:cubicBezTo>
                    <a:cubicBezTo>
                      <a:pt x="6" y="51"/>
                      <a:pt x="24" y="26"/>
                      <a:pt x="50" y="13"/>
                    </a:cubicBezTo>
                    <a:cubicBezTo>
                      <a:pt x="50" y="13"/>
                      <a:pt x="50" y="13"/>
                      <a:pt x="51" y="13"/>
                    </a:cubicBezTo>
                    <a:cubicBezTo>
                      <a:pt x="63" y="7"/>
                      <a:pt x="77" y="3"/>
                      <a:pt x="91" y="2"/>
                    </a:cubicBezTo>
                    <a:cubicBezTo>
                      <a:pt x="105" y="0"/>
                      <a:pt x="119" y="2"/>
                      <a:pt x="132" y="5"/>
                    </a:cubicBezTo>
                    <a:cubicBezTo>
                      <a:pt x="146" y="9"/>
                      <a:pt x="159" y="15"/>
                      <a:pt x="172" y="23"/>
                    </a:cubicBezTo>
                    <a:cubicBezTo>
                      <a:pt x="241" y="73"/>
                      <a:pt x="241" y="73"/>
                      <a:pt x="241" y="73"/>
                    </a:cubicBezTo>
                    <a:cubicBezTo>
                      <a:pt x="311" y="122"/>
                      <a:pt x="311" y="122"/>
                      <a:pt x="311" y="122"/>
                    </a:cubicBezTo>
                    <a:cubicBezTo>
                      <a:pt x="380" y="172"/>
                      <a:pt x="380" y="172"/>
                      <a:pt x="380" y="172"/>
                    </a:cubicBezTo>
                    <a:cubicBezTo>
                      <a:pt x="450" y="221"/>
                      <a:pt x="450" y="221"/>
                      <a:pt x="450" y="221"/>
                    </a:cubicBezTo>
                    <a:cubicBezTo>
                      <a:pt x="462" y="230"/>
                      <a:pt x="472" y="241"/>
                      <a:pt x="480" y="253"/>
                    </a:cubicBezTo>
                    <a:cubicBezTo>
                      <a:pt x="488" y="266"/>
                      <a:pt x="494" y="279"/>
                      <a:pt x="497" y="293"/>
                    </a:cubicBezTo>
                    <a:cubicBezTo>
                      <a:pt x="500" y="307"/>
                      <a:pt x="500" y="322"/>
                      <a:pt x="498" y="336"/>
                    </a:cubicBezTo>
                    <a:cubicBezTo>
                      <a:pt x="498" y="336"/>
                      <a:pt x="498" y="336"/>
                      <a:pt x="498" y="337"/>
                    </a:cubicBezTo>
                    <a:cubicBezTo>
                      <a:pt x="494" y="365"/>
                      <a:pt x="476" y="390"/>
                      <a:pt x="450" y="402"/>
                    </a:cubicBezTo>
                    <a:cubicBezTo>
                      <a:pt x="450" y="402"/>
                      <a:pt x="450" y="403"/>
                      <a:pt x="449" y="403"/>
                    </a:cubicBezTo>
                    <a:cubicBezTo>
                      <a:pt x="437" y="409"/>
                      <a:pt x="423" y="413"/>
                      <a:pt x="409" y="414"/>
                    </a:cubicBezTo>
                    <a:cubicBezTo>
                      <a:pt x="396" y="415"/>
                      <a:pt x="381" y="414"/>
                      <a:pt x="368" y="411"/>
                    </a:cubicBezTo>
                    <a:cubicBezTo>
                      <a:pt x="354" y="407"/>
                      <a:pt x="341" y="401"/>
                      <a:pt x="328" y="392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459FED"/>
                  </a:gs>
                  <a:gs pos="0">
                    <a:srgbClr val="7ECAF8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3" name="Freeform 62">
              <a:extLst>
                <a:ext uri="{FF2B5EF4-FFF2-40B4-BE49-F238E27FC236}">
                  <a16:creationId xmlns:a16="http://schemas.microsoft.com/office/drawing/2014/main" id="{0EA1C056-144A-138C-F6F2-7A9C766BC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4800" y="2343088"/>
              <a:ext cx="236582" cy="549082"/>
            </a:xfrm>
            <a:custGeom>
              <a:avLst/>
              <a:gdLst>
                <a:gd name="T0" fmla="*/ 0 w 282"/>
                <a:gd name="T1" fmla="*/ 496 h 655"/>
                <a:gd name="T2" fmla="*/ 0 w 282"/>
                <a:gd name="T3" fmla="*/ 412 h 655"/>
                <a:gd name="T4" fmla="*/ 0 w 282"/>
                <a:gd name="T5" fmla="*/ 328 h 655"/>
                <a:gd name="T6" fmla="*/ 0 w 282"/>
                <a:gd name="T7" fmla="*/ 244 h 655"/>
                <a:gd name="T8" fmla="*/ 0 w 282"/>
                <a:gd name="T9" fmla="*/ 159 h 655"/>
                <a:gd name="T10" fmla="*/ 11 w 282"/>
                <a:gd name="T11" fmla="*/ 101 h 655"/>
                <a:gd name="T12" fmla="*/ 41 w 282"/>
                <a:gd name="T13" fmla="*/ 53 h 655"/>
                <a:gd name="T14" fmla="*/ 86 w 282"/>
                <a:gd name="T15" fmla="*/ 18 h 655"/>
                <a:gd name="T16" fmla="*/ 93 w 282"/>
                <a:gd name="T17" fmla="*/ 14 h 655"/>
                <a:gd name="T18" fmla="*/ 189 w 282"/>
                <a:gd name="T19" fmla="*/ 14 h 655"/>
                <a:gd name="T20" fmla="*/ 197 w 282"/>
                <a:gd name="T21" fmla="*/ 18 h 655"/>
                <a:gd name="T22" fmla="*/ 241 w 282"/>
                <a:gd name="T23" fmla="*/ 53 h 655"/>
                <a:gd name="T24" fmla="*/ 271 w 282"/>
                <a:gd name="T25" fmla="*/ 101 h 655"/>
                <a:gd name="T26" fmla="*/ 282 w 282"/>
                <a:gd name="T27" fmla="*/ 159 h 655"/>
                <a:gd name="T28" fmla="*/ 282 w 282"/>
                <a:gd name="T29" fmla="*/ 244 h 655"/>
                <a:gd name="T30" fmla="*/ 282 w 282"/>
                <a:gd name="T31" fmla="*/ 328 h 655"/>
                <a:gd name="T32" fmla="*/ 282 w 282"/>
                <a:gd name="T33" fmla="*/ 412 h 655"/>
                <a:gd name="T34" fmla="*/ 282 w 282"/>
                <a:gd name="T35" fmla="*/ 496 h 655"/>
                <a:gd name="T36" fmla="*/ 271 w 282"/>
                <a:gd name="T37" fmla="*/ 554 h 655"/>
                <a:gd name="T38" fmla="*/ 241 w 282"/>
                <a:gd name="T39" fmla="*/ 603 h 655"/>
                <a:gd name="T40" fmla="*/ 197 w 282"/>
                <a:gd name="T41" fmla="*/ 638 h 655"/>
                <a:gd name="T42" fmla="*/ 189 w 282"/>
                <a:gd name="T43" fmla="*/ 641 h 655"/>
                <a:gd name="T44" fmla="*/ 93 w 282"/>
                <a:gd name="T45" fmla="*/ 641 h 655"/>
                <a:gd name="T46" fmla="*/ 86 w 282"/>
                <a:gd name="T47" fmla="*/ 638 h 655"/>
                <a:gd name="T48" fmla="*/ 41 w 282"/>
                <a:gd name="T49" fmla="*/ 603 h 655"/>
                <a:gd name="T50" fmla="*/ 11 w 282"/>
                <a:gd name="T51" fmla="*/ 554 h 655"/>
                <a:gd name="T52" fmla="*/ 0 w 282"/>
                <a:gd name="T53" fmla="*/ 496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82" h="655">
                  <a:moveTo>
                    <a:pt x="0" y="496"/>
                  </a:moveTo>
                  <a:cubicBezTo>
                    <a:pt x="0" y="412"/>
                    <a:pt x="0" y="412"/>
                    <a:pt x="0" y="412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39"/>
                    <a:pt x="4" y="119"/>
                    <a:pt x="11" y="101"/>
                  </a:cubicBezTo>
                  <a:cubicBezTo>
                    <a:pt x="18" y="83"/>
                    <a:pt x="28" y="67"/>
                    <a:pt x="41" y="53"/>
                  </a:cubicBezTo>
                  <a:cubicBezTo>
                    <a:pt x="54" y="39"/>
                    <a:pt x="69" y="27"/>
                    <a:pt x="86" y="18"/>
                  </a:cubicBezTo>
                  <a:cubicBezTo>
                    <a:pt x="88" y="17"/>
                    <a:pt x="91" y="15"/>
                    <a:pt x="93" y="14"/>
                  </a:cubicBezTo>
                  <a:cubicBezTo>
                    <a:pt x="123" y="0"/>
                    <a:pt x="159" y="0"/>
                    <a:pt x="189" y="14"/>
                  </a:cubicBezTo>
                  <a:cubicBezTo>
                    <a:pt x="192" y="15"/>
                    <a:pt x="194" y="17"/>
                    <a:pt x="197" y="18"/>
                  </a:cubicBezTo>
                  <a:cubicBezTo>
                    <a:pt x="213" y="27"/>
                    <a:pt x="229" y="39"/>
                    <a:pt x="241" y="53"/>
                  </a:cubicBezTo>
                  <a:cubicBezTo>
                    <a:pt x="254" y="67"/>
                    <a:pt x="264" y="83"/>
                    <a:pt x="271" y="101"/>
                  </a:cubicBezTo>
                  <a:cubicBezTo>
                    <a:pt x="278" y="119"/>
                    <a:pt x="282" y="139"/>
                    <a:pt x="282" y="159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2" y="328"/>
                    <a:pt x="282" y="328"/>
                    <a:pt x="282" y="328"/>
                  </a:cubicBezTo>
                  <a:cubicBezTo>
                    <a:pt x="282" y="412"/>
                    <a:pt x="282" y="412"/>
                    <a:pt x="282" y="412"/>
                  </a:cubicBezTo>
                  <a:cubicBezTo>
                    <a:pt x="282" y="496"/>
                    <a:pt x="282" y="496"/>
                    <a:pt x="282" y="496"/>
                  </a:cubicBezTo>
                  <a:cubicBezTo>
                    <a:pt x="282" y="517"/>
                    <a:pt x="278" y="536"/>
                    <a:pt x="271" y="554"/>
                  </a:cubicBezTo>
                  <a:cubicBezTo>
                    <a:pt x="264" y="572"/>
                    <a:pt x="254" y="589"/>
                    <a:pt x="241" y="603"/>
                  </a:cubicBezTo>
                  <a:cubicBezTo>
                    <a:pt x="229" y="617"/>
                    <a:pt x="213" y="629"/>
                    <a:pt x="197" y="638"/>
                  </a:cubicBezTo>
                  <a:cubicBezTo>
                    <a:pt x="194" y="639"/>
                    <a:pt x="192" y="640"/>
                    <a:pt x="189" y="641"/>
                  </a:cubicBezTo>
                  <a:cubicBezTo>
                    <a:pt x="159" y="655"/>
                    <a:pt x="123" y="655"/>
                    <a:pt x="93" y="641"/>
                  </a:cubicBezTo>
                  <a:cubicBezTo>
                    <a:pt x="91" y="640"/>
                    <a:pt x="88" y="639"/>
                    <a:pt x="86" y="638"/>
                  </a:cubicBezTo>
                  <a:cubicBezTo>
                    <a:pt x="69" y="629"/>
                    <a:pt x="54" y="617"/>
                    <a:pt x="41" y="603"/>
                  </a:cubicBezTo>
                  <a:cubicBezTo>
                    <a:pt x="28" y="589"/>
                    <a:pt x="18" y="572"/>
                    <a:pt x="11" y="554"/>
                  </a:cubicBezTo>
                  <a:cubicBezTo>
                    <a:pt x="4" y="536"/>
                    <a:pt x="0" y="517"/>
                    <a:pt x="0" y="496"/>
                  </a:cubicBezTo>
                  <a:close/>
                </a:path>
              </a:pathLst>
            </a:custGeom>
            <a:gradFill>
              <a:gsLst>
                <a:gs pos="88000">
                  <a:srgbClr val="459FED"/>
                </a:gs>
                <a:gs pos="0">
                  <a:srgbClr val="7ECAF8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64">
              <a:extLst>
                <a:ext uri="{FF2B5EF4-FFF2-40B4-BE49-F238E27FC236}">
                  <a16:creationId xmlns:a16="http://schemas.microsoft.com/office/drawing/2014/main" id="{ADE251DC-4387-747C-9B5A-953162315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894" y="2723737"/>
              <a:ext cx="352046" cy="234815"/>
            </a:xfrm>
            <a:custGeom>
              <a:avLst/>
              <a:gdLst>
                <a:gd name="T0" fmla="*/ 27 w 420"/>
                <a:gd name="T1" fmla="*/ 232 h 280"/>
                <a:gd name="T2" fmla="*/ 27 w 420"/>
                <a:gd name="T3" fmla="*/ 220 h 280"/>
                <a:gd name="T4" fmla="*/ 27 w 420"/>
                <a:gd name="T5" fmla="*/ 208 h 280"/>
                <a:gd name="T6" fmla="*/ 27 w 420"/>
                <a:gd name="T7" fmla="*/ 195 h 280"/>
                <a:gd name="T8" fmla="*/ 27 w 420"/>
                <a:gd name="T9" fmla="*/ 183 h 280"/>
                <a:gd name="T10" fmla="*/ 41 w 420"/>
                <a:gd name="T11" fmla="*/ 112 h 280"/>
                <a:gd name="T12" fmla="*/ 80 w 420"/>
                <a:gd name="T13" fmla="*/ 53 h 280"/>
                <a:gd name="T14" fmla="*/ 139 w 420"/>
                <a:gd name="T15" fmla="*/ 14 h 280"/>
                <a:gd name="T16" fmla="*/ 210 w 420"/>
                <a:gd name="T17" fmla="*/ 0 h 280"/>
                <a:gd name="T18" fmla="*/ 210 w 420"/>
                <a:gd name="T19" fmla="*/ 0 h 280"/>
                <a:gd name="T20" fmla="*/ 210 w 420"/>
                <a:gd name="T21" fmla="*/ 0 h 280"/>
                <a:gd name="T22" fmla="*/ 210 w 420"/>
                <a:gd name="T23" fmla="*/ 0 h 280"/>
                <a:gd name="T24" fmla="*/ 210 w 420"/>
                <a:gd name="T25" fmla="*/ 0 h 280"/>
                <a:gd name="T26" fmla="*/ 282 w 420"/>
                <a:gd name="T27" fmla="*/ 14 h 280"/>
                <a:gd name="T28" fmla="*/ 340 w 420"/>
                <a:gd name="T29" fmla="*/ 53 h 280"/>
                <a:gd name="T30" fmla="*/ 379 w 420"/>
                <a:gd name="T31" fmla="*/ 112 h 280"/>
                <a:gd name="T32" fmla="*/ 394 w 420"/>
                <a:gd name="T33" fmla="*/ 183 h 280"/>
                <a:gd name="T34" fmla="*/ 394 w 420"/>
                <a:gd name="T35" fmla="*/ 195 h 280"/>
                <a:gd name="T36" fmla="*/ 394 w 420"/>
                <a:gd name="T37" fmla="*/ 208 h 280"/>
                <a:gd name="T38" fmla="*/ 394 w 420"/>
                <a:gd name="T39" fmla="*/ 220 h 280"/>
                <a:gd name="T40" fmla="*/ 394 w 420"/>
                <a:gd name="T41" fmla="*/ 232 h 280"/>
                <a:gd name="T42" fmla="*/ 400 w 420"/>
                <a:gd name="T43" fmla="*/ 232 h 280"/>
                <a:gd name="T44" fmla="*/ 407 w 420"/>
                <a:gd name="T45" fmla="*/ 232 h 280"/>
                <a:gd name="T46" fmla="*/ 413 w 420"/>
                <a:gd name="T47" fmla="*/ 232 h 280"/>
                <a:gd name="T48" fmla="*/ 420 w 420"/>
                <a:gd name="T49" fmla="*/ 232 h 280"/>
                <a:gd name="T50" fmla="*/ 420 w 420"/>
                <a:gd name="T51" fmla="*/ 244 h 280"/>
                <a:gd name="T52" fmla="*/ 420 w 420"/>
                <a:gd name="T53" fmla="*/ 256 h 280"/>
                <a:gd name="T54" fmla="*/ 420 w 420"/>
                <a:gd name="T55" fmla="*/ 268 h 280"/>
                <a:gd name="T56" fmla="*/ 420 w 420"/>
                <a:gd name="T57" fmla="*/ 280 h 280"/>
                <a:gd name="T58" fmla="*/ 413 w 420"/>
                <a:gd name="T59" fmla="*/ 280 h 280"/>
                <a:gd name="T60" fmla="*/ 407 w 420"/>
                <a:gd name="T61" fmla="*/ 280 h 280"/>
                <a:gd name="T62" fmla="*/ 400 w 420"/>
                <a:gd name="T63" fmla="*/ 280 h 280"/>
                <a:gd name="T64" fmla="*/ 394 w 420"/>
                <a:gd name="T65" fmla="*/ 280 h 280"/>
                <a:gd name="T66" fmla="*/ 302 w 420"/>
                <a:gd name="T67" fmla="*/ 280 h 280"/>
                <a:gd name="T68" fmla="*/ 210 w 420"/>
                <a:gd name="T69" fmla="*/ 280 h 280"/>
                <a:gd name="T70" fmla="*/ 118 w 420"/>
                <a:gd name="T71" fmla="*/ 280 h 280"/>
                <a:gd name="T72" fmla="*/ 27 w 420"/>
                <a:gd name="T73" fmla="*/ 280 h 280"/>
                <a:gd name="T74" fmla="*/ 20 w 420"/>
                <a:gd name="T75" fmla="*/ 280 h 280"/>
                <a:gd name="T76" fmla="*/ 13 w 420"/>
                <a:gd name="T77" fmla="*/ 280 h 280"/>
                <a:gd name="T78" fmla="*/ 7 w 420"/>
                <a:gd name="T79" fmla="*/ 280 h 280"/>
                <a:gd name="T80" fmla="*/ 0 w 420"/>
                <a:gd name="T81" fmla="*/ 280 h 280"/>
                <a:gd name="T82" fmla="*/ 0 w 420"/>
                <a:gd name="T83" fmla="*/ 268 h 280"/>
                <a:gd name="T84" fmla="*/ 0 w 420"/>
                <a:gd name="T85" fmla="*/ 256 h 280"/>
                <a:gd name="T86" fmla="*/ 0 w 420"/>
                <a:gd name="T87" fmla="*/ 244 h 280"/>
                <a:gd name="T88" fmla="*/ 0 w 420"/>
                <a:gd name="T89" fmla="*/ 232 h 280"/>
                <a:gd name="T90" fmla="*/ 7 w 420"/>
                <a:gd name="T91" fmla="*/ 232 h 280"/>
                <a:gd name="T92" fmla="*/ 13 w 420"/>
                <a:gd name="T93" fmla="*/ 232 h 280"/>
                <a:gd name="T94" fmla="*/ 20 w 420"/>
                <a:gd name="T95" fmla="*/ 232 h 280"/>
                <a:gd name="T96" fmla="*/ 27 w 420"/>
                <a:gd name="T97" fmla="*/ 232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20" h="280">
                  <a:moveTo>
                    <a:pt x="27" y="232"/>
                  </a:moveTo>
                  <a:cubicBezTo>
                    <a:pt x="27" y="220"/>
                    <a:pt x="27" y="220"/>
                    <a:pt x="27" y="220"/>
                  </a:cubicBezTo>
                  <a:cubicBezTo>
                    <a:pt x="27" y="208"/>
                    <a:pt x="27" y="208"/>
                    <a:pt x="27" y="208"/>
                  </a:cubicBezTo>
                  <a:cubicBezTo>
                    <a:pt x="27" y="195"/>
                    <a:pt x="27" y="195"/>
                    <a:pt x="27" y="195"/>
                  </a:cubicBezTo>
                  <a:cubicBezTo>
                    <a:pt x="27" y="183"/>
                    <a:pt x="27" y="183"/>
                    <a:pt x="27" y="183"/>
                  </a:cubicBezTo>
                  <a:cubicBezTo>
                    <a:pt x="27" y="158"/>
                    <a:pt x="32" y="134"/>
                    <a:pt x="41" y="112"/>
                  </a:cubicBezTo>
                  <a:cubicBezTo>
                    <a:pt x="50" y="90"/>
                    <a:pt x="64" y="70"/>
                    <a:pt x="80" y="53"/>
                  </a:cubicBezTo>
                  <a:cubicBezTo>
                    <a:pt x="97" y="37"/>
                    <a:pt x="117" y="23"/>
                    <a:pt x="139" y="14"/>
                  </a:cubicBezTo>
                  <a:cubicBezTo>
                    <a:pt x="161" y="5"/>
                    <a:pt x="185" y="0"/>
                    <a:pt x="210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35" y="0"/>
                    <a:pt x="260" y="5"/>
                    <a:pt x="282" y="14"/>
                  </a:cubicBezTo>
                  <a:cubicBezTo>
                    <a:pt x="304" y="23"/>
                    <a:pt x="323" y="37"/>
                    <a:pt x="340" y="53"/>
                  </a:cubicBezTo>
                  <a:cubicBezTo>
                    <a:pt x="356" y="70"/>
                    <a:pt x="370" y="90"/>
                    <a:pt x="379" y="112"/>
                  </a:cubicBezTo>
                  <a:cubicBezTo>
                    <a:pt x="389" y="134"/>
                    <a:pt x="394" y="158"/>
                    <a:pt x="394" y="183"/>
                  </a:cubicBezTo>
                  <a:cubicBezTo>
                    <a:pt x="394" y="195"/>
                    <a:pt x="394" y="195"/>
                    <a:pt x="394" y="195"/>
                  </a:cubicBezTo>
                  <a:cubicBezTo>
                    <a:pt x="394" y="208"/>
                    <a:pt x="394" y="208"/>
                    <a:pt x="394" y="208"/>
                  </a:cubicBezTo>
                  <a:cubicBezTo>
                    <a:pt x="394" y="220"/>
                    <a:pt x="394" y="220"/>
                    <a:pt x="394" y="220"/>
                  </a:cubicBezTo>
                  <a:cubicBezTo>
                    <a:pt x="394" y="232"/>
                    <a:pt x="394" y="232"/>
                    <a:pt x="394" y="232"/>
                  </a:cubicBezTo>
                  <a:cubicBezTo>
                    <a:pt x="400" y="232"/>
                    <a:pt x="400" y="232"/>
                    <a:pt x="400" y="232"/>
                  </a:cubicBezTo>
                  <a:cubicBezTo>
                    <a:pt x="407" y="232"/>
                    <a:pt x="407" y="232"/>
                    <a:pt x="407" y="232"/>
                  </a:cubicBezTo>
                  <a:cubicBezTo>
                    <a:pt x="413" y="232"/>
                    <a:pt x="413" y="232"/>
                    <a:pt x="413" y="232"/>
                  </a:cubicBezTo>
                  <a:cubicBezTo>
                    <a:pt x="420" y="232"/>
                    <a:pt x="420" y="232"/>
                    <a:pt x="420" y="232"/>
                  </a:cubicBezTo>
                  <a:cubicBezTo>
                    <a:pt x="420" y="244"/>
                    <a:pt x="420" y="244"/>
                    <a:pt x="420" y="244"/>
                  </a:cubicBezTo>
                  <a:cubicBezTo>
                    <a:pt x="420" y="256"/>
                    <a:pt x="420" y="256"/>
                    <a:pt x="420" y="256"/>
                  </a:cubicBezTo>
                  <a:cubicBezTo>
                    <a:pt x="420" y="268"/>
                    <a:pt x="420" y="268"/>
                    <a:pt x="420" y="268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13" y="280"/>
                    <a:pt x="413" y="280"/>
                    <a:pt x="413" y="280"/>
                  </a:cubicBezTo>
                  <a:cubicBezTo>
                    <a:pt x="407" y="280"/>
                    <a:pt x="407" y="280"/>
                    <a:pt x="407" y="280"/>
                  </a:cubicBezTo>
                  <a:cubicBezTo>
                    <a:pt x="400" y="280"/>
                    <a:pt x="400" y="280"/>
                    <a:pt x="400" y="280"/>
                  </a:cubicBezTo>
                  <a:cubicBezTo>
                    <a:pt x="394" y="280"/>
                    <a:pt x="394" y="280"/>
                    <a:pt x="394" y="280"/>
                  </a:cubicBezTo>
                  <a:cubicBezTo>
                    <a:pt x="302" y="280"/>
                    <a:pt x="302" y="280"/>
                    <a:pt x="302" y="280"/>
                  </a:cubicBezTo>
                  <a:cubicBezTo>
                    <a:pt x="210" y="280"/>
                    <a:pt x="210" y="280"/>
                    <a:pt x="210" y="280"/>
                  </a:cubicBezTo>
                  <a:cubicBezTo>
                    <a:pt x="118" y="280"/>
                    <a:pt x="118" y="280"/>
                    <a:pt x="118" y="280"/>
                  </a:cubicBezTo>
                  <a:cubicBezTo>
                    <a:pt x="27" y="280"/>
                    <a:pt x="27" y="280"/>
                    <a:pt x="27" y="280"/>
                  </a:cubicBezTo>
                  <a:cubicBezTo>
                    <a:pt x="20" y="280"/>
                    <a:pt x="20" y="280"/>
                    <a:pt x="20" y="280"/>
                  </a:cubicBezTo>
                  <a:cubicBezTo>
                    <a:pt x="13" y="280"/>
                    <a:pt x="13" y="280"/>
                    <a:pt x="13" y="280"/>
                  </a:cubicBezTo>
                  <a:cubicBezTo>
                    <a:pt x="7" y="280"/>
                    <a:pt x="7" y="280"/>
                    <a:pt x="7" y="280"/>
                  </a:cubicBezTo>
                  <a:cubicBezTo>
                    <a:pt x="0" y="280"/>
                    <a:pt x="0" y="280"/>
                    <a:pt x="0" y="280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7" y="232"/>
                    <a:pt x="7" y="232"/>
                    <a:pt x="7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20" y="232"/>
                    <a:pt x="20" y="232"/>
                    <a:pt x="20" y="232"/>
                  </a:cubicBezTo>
                  <a:lnTo>
                    <a:pt x="27" y="232"/>
                  </a:lnTo>
                  <a:close/>
                </a:path>
              </a:pathLst>
            </a:custGeom>
            <a:gradFill>
              <a:gsLst>
                <a:gs pos="100000">
                  <a:srgbClr val="43515C"/>
                </a:gs>
                <a:gs pos="0">
                  <a:srgbClr val="66737C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65">
              <a:extLst>
                <a:ext uri="{FF2B5EF4-FFF2-40B4-BE49-F238E27FC236}">
                  <a16:creationId xmlns:a16="http://schemas.microsoft.com/office/drawing/2014/main" id="{6E179778-6C44-BB5D-A78D-C38C016AC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4236" y="2772466"/>
              <a:ext cx="137359" cy="137359"/>
            </a:xfrm>
            <a:custGeom>
              <a:avLst/>
              <a:gdLst>
                <a:gd name="T0" fmla="*/ 0 w 164"/>
                <a:gd name="T1" fmla="*/ 82 h 164"/>
                <a:gd name="T2" fmla="*/ 6 w 164"/>
                <a:gd name="T3" fmla="*/ 114 h 164"/>
                <a:gd name="T4" fmla="*/ 24 w 164"/>
                <a:gd name="T5" fmla="*/ 140 h 164"/>
                <a:gd name="T6" fmla="*/ 50 w 164"/>
                <a:gd name="T7" fmla="*/ 158 h 164"/>
                <a:gd name="T8" fmla="*/ 82 w 164"/>
                <a:gd name="T9" fmla="*/ 164 h 164"/>
                <a:gd name="T10" fmla="*/ 114 w 164"/>
                <a:gd name="T11" fmla="*/ 158 h 164"/>
                <a:gd name="T12" fmla="*/ 140 w 164"/>
                <a:gd name="T13" fmla="*/ 140 h 164"/>
                <a:gd name="T14" fmla="*/ 158 w 164"/>
                <a:gd name="T15" fmla="*/ 114 h 164"/>
                <a:gd name="T16" fmla="*/ 164 w 164"/>
                <a:gd name="T17" fmla="*/ 82 h 164"/>
                <a:gd name="T18" fmla="*/ 158 w 164"/>
                <a:gd name="T19" fmla="*/ 50 h 164"/>
                <a:gd name="T20" fmla="*/ 140 w 164"/>
                <a:gd name="T21" fmla="*/ 24 h 164"/>
                <a:gd name="T22" fmla="*/ 114 w 164"/>
                <a:gd name="T23" fmla="*/ 6 h 164"/>
                <a:gd name="T24" fmla="*/ 82 w 164"/>
                <a:gd name="T25" fmla="*/ 0 h 164"/>
                <a:gd name="T26" fmla="*/ 50 w 164"/>
                <a:gd name="T27" fmla="*/ 6 h 164"/>
                <a:gd name="T28" fmla="*/ 24 w 164"/>
                <a:gd name="T29" fmla="*/ 24 h 164"/>
                <a:gd name="T30" fmla="*/ 6 w 164"/>
                <a:gd name="T31" fmla="*/ 50 h 164"/>
                <a:gd name="T32" fmla="*/ 0 w 164"/>
                <a:gd name="T33" fmla="*/ 8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164">
                  <a:moveTo>
                    <a:pt x="0" y="82"/>
                  </a:moveTo>
                  <a:cubicBezTo>
                    <a:pt x="0" y="93"/>
                    <a:pt x="2" y="104"/>
                    <a:pt x="6" y="114"/>
                  </a:cubicBezTo>
                  <a:cubicBezTo>
                    <a:pt x="10" y="124"/>
                    <a:pt x="16" y="133"/>
                    <a:pt x="24" y="140"/>
                  </a:cubicBezTo>
                  <a:cubicBezTo>
                    <a:pt x="31" y="147"/>
                    <a:pt x="40" y="153"/>
                    <a:pt x="50" y="158"/>
                  </a:cubicBezTo>
                  <a:cubicBezTo>
                    <a:pt x="60" y="162"/>
                    <a:pt x="71" y="164"/>
                    <a:pt x="82" y="164"/>
                  </a:cubicBezTo>
                  <a:cubicBezTo>
                    <a:pt x="93" y="164"/>
                    <a:pt x="104" y="162"/>
                    <a:pt x="114" y="158"/>
                  </a:cubicBezTo>
                  <a:cubicBezTo>
                    <a:pt x="124" y="153"/>
                    <a:pt x="133" y="147"/>
                    <a:pt x="140" y="140"/>
                  </a:cubicBezTo>
                  <a:cubicBezTo>
                    <a:pt x="148" y="133"/>
                    <a:pt x="154" y="124"/>
                    <a:pt x="158" y="114"/>
                  </a:cubicBezTo>
                  <a:cubicBezTo>
                    <a:pt x="162" y="104"/>
                    <a:pt x="164" y="93"/>
                    <a:pt x="164" y="82"/>
                  </a:cubicBezTo>
                  <a:cubicBezTo>
                    <a:pt x="164" y="70"/>
                    <a:pt x="162" y="60"/>
                    <a:pt x="158" y="50"/>
                  </a:cubicBezTo>
                  <a:cubicBezTo>
                    <a:pt x="154" y="40"/>
                    <a:pt x="148" y="31"/>
                    <a:pt x="140" y="24"/>
                  </a:cubicBezTo>
                  <a:cubicBezTo>
                    <a:pt x="133" y="16"/>
                    <a:pt x="124" y="10"/>
                    <a:pt x="114" y="6"/>
                  </a:cubicBezTo>
                  <a:cubicBezTo>
                    <a:pt x="104" y="2"/>
                    <a:pt x="93" y="0"/>
                    <a:pt x="82" y="0"/>
                  </a:cubicBezTo>
                  <a:cubicBezTo>
                    <a:pt x="71" y="0"/>
                    <a:pt x="60" y="2"/>
                    <a:pt x="50" y="6"/>
                  </a:cubicBezTo>
                  <a:cubicBezTo>
                    <a:pt x="40" y="10"/>
                    <a:pt x="31" y="16"/>
                    <a:pt x="24" y="24"/>
                  </a:cubicBezTo>
                  <a:cubicBezTo>
                    <a:pt x="16" y="31"/>
                    <a:pt x="10" y="40"/>
                    <a:pt x="6" y="50"/>
                  </a:cubicBezTo>
                  <a:cubicBezTo>
                    <a:pt x="2" y="60"/>
                    <a:pt x="0" y="70"/>
                    <a:pt x="0" y="82"/>
                  </a:cubicBezTo>
                  <a:close/>
                </a:path>
              </a:pathLst>
            </a:custGeom>
            <a:solidFill>
              <a:srgbClr val="7ECA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66">
              <a:extLst>
                <a:ext uri="{FF2B5EF4-FFF2-40B4-BE49-F238E27FC236}">
                  <a16:creationId xmlns:a16="http://schemas.microsoft.com/office/drawing/2014/main" id="{61831673-D495-AEB5-5CC8-1375D88A6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2725" y="2810955"/>
              <a:ext cx="60381" cy="60381"/>
            </a:xfrm>
            <a:custGeom>
              <a:avLst/>
              <a:gdLst>
                <a:gd name="T0" fmla="*/ 0 w 72"/>
                <a:gd name="T1" fmla="*/ 36 h 72"/>
                <a:gd name="T2" fmla="*/ 3 w 72"/>
                <a:gd name="T3" fmla="*/ 50 h 72"/>
                <a:gd name="T4" fmla="*/ 11 w 72"/>
                <a:gd name="T5" fmla="*/ 61 h 72"/>
                <a:gd name="T6" fmla="*/ 22 w 72"/>
                <a:gd name="T7" fmla="*/ 69 h 72"/>
                <a:gd name="T8" fmla="*/ 36 w 72"/>
                <a:gd name="T9" fmla="*/ 72 h 72"/>
                <a:gd name="T10" fmla="*/ 50 w 72"/>
                <a:gd name="T11" fmla="*/ 69 h 72"/>
                <a:gd name="T12" fmla="*/ 62 w 72"/>
                <a:gd name="T13" fmla="*/ 61 h 72"/>
                <a:gd name="T14" fmla="*/ 69 w 72"/>
                <a:gd name="T15" fmla="*/ 50 h 72"/>
                <a:gd name="T16" fmla="*/ 72 w 72"/>
                <a:gd name="T17" fmla="*/ 36 h 72"/>
                <a:gd name="T18" fmla="*/ 69 w 72"/>
                <a:gd name="T19" fmla="*/ 22 h 72"/>
                <a:gd name="T20" fmla="*/ 62 w 72"/>
                <a:gd name="T21" fmla="*/ 10 h 72"/>
                <a:gd name="T22" fmla="*/ 50 w 72"/>
                <a:gd name="T23" fmla="*/ 3 h 72"/>
                <a:gd name="T24" fmla="*/ 36 w 72"/>
                <a:gd name="T25" fmla="*/ 0 h 72"/>
                <a:gd name="T26" fmla="*/ 22 w 72"/>
                <a:gd name="T27" fmla="*/ 3 h 72"/>
                <a:gd name="T28" fmla="*/ 11 w 72"/>
                <a:gd name="T29" fmla="*/ 10 h 72"/>
                <a:gd name="T30" fmla="*/ 3 w 72"/>
                <a:gd name="T31" fmla="*/ 22 h 72"/>
                <a:gd name="T32" fmla="*/ 0 w 72"/>
                <a:gd name="T33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" h="72">
                  <a:moveTo>
                    <a:pt x="0" y="36"/>
                  </a:moveTo>
                  <a:cubicBezTo>
                    <a:pt x="0" y="41"/>
                    <a:pt x="1" y="46"/>
                    <a:pt x="3" y="50"/>
                  </a:cubicBezTo>
                  <a:cubicBezTo>
                    <a:pt x="5" y="54"/>
                    <a:pt x="7" y="58"/>
                    <a:pt x="11" y="61"/>
                  </a:cubicBezTo>
                  <a:cubicBezTo>
                    <a:pt x="14" y="65"/>
                    <a:pt x="18" y="67"/>
                    <a:pt x="22" y="69"/>
                  </a:cubicBezTo>
                  <a:cubicBezTo>
                    <a:pt x="26" y="71"/>
                    <a:pt x="31" y="72"/>
                    <a:pt x="36" y="72"/>
                  </a:cubicBezTo>
                  <a:cubicBezTo>
                    <a:pt x="41" y="72"/>
                    <a:pt x="46" y="71"/>
                    <a:pt x="50" y="69"/>
                  </a:cubicBezTo>
                  <a:cubicBezTo>
                    <a:pt x="54" y="67"/>
                    <a:pt x="58" y="65"/>
                    <a:pt x="62" y="61"/>
                  </a:cubicBezTo>
                  <a:cubicBezTo>
                    <a:pt x="65" y="58"/>
                    <a:pt x="67" y="54"/>
                    <a:pt x="69" y="50"/>
                  </a:cubicBezTo>
                  <a:cubicBezTo>
                    <a:pt x="71" y="46"/>
                    <a:pt x="72" y="41"/>
                    <a:pt x="72" y="36"/>
                  </a:cubicBezTo>
                  <a:cubicBezTo>
                    <a:pt x="72" y="31"/>
                    <a:pt x="71" y="26"/>
                    <a:pt x="69" y="22"/>
                  </a:cubicBezTo>
                  <a:cubicBezTo>
                    <a:pt x="67" y="18"/>
                    <a:pt x="65" y="14"/>
                    <a:pt x="62" y="10"/>
                  </a:cubicBezTo>
                  <a:cubicBezTo>
                    <a:pt x="58" y="7"/>
                    <a:pt x="54" y="4"/>
                    <a:pt x="50" y="3"/>
                  </a:cubicBezTo>
                  <a:cubicBezTo>
                    <a:pt x="46" y="1"/>
                    <a:pt x="41" y="0"/>
                    <a:pt x="36" y="0"/>
                  </a:cubicBezTo>
                  <a:cubicBezTo>
                    <a:pt x="31" y="0"/>
                    <a:pt x="26" y="1"/>
                    <a:pt x="22" y="3"/>
                  </a:cubicBezTo>
                  <a:cubicBezTo>
                    <a:pt x="18" y="4"/>
                    <a:pt x="14" y="7"/>
                    <a:pt x="11" y="10"/>
                  </a:cubicBezTo>
                  <a:cubicBezTo>
                    <a:pt x="7" y="14"/>
                    <a:pt x="5" y="18"/>
                    <a:pt x="3" y="22"/>
                  </a:cubicBezTo>
                  <a:cubicBezTo>
                    <a:pt x="1" y="26"/>
                    <a:pt x="0" y="31"/>
                    <a:pt x="0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67">
              <a:extLst>
                <a:ext uri="{FF2B5EF4-FFF2-40B4-BE49-F238E27FC236}">
                  <a16:creationId xmlns:a16="http://schemas.microsoft.com/office/drawing/2014/main" id="{9038B8B8-7187-AB16-CE4C-B0E7D22D4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4236" y="2396053"/>
              <a:ext cx="137359" cy="138064"/>
            </a:xfrm>
            <a:custGeom>
              <a:avLst/>
              <a:gdLst>
                <a:gd name="T0" fmla="*/ 0 w 164"/>
                <a:gd name="T1" fmla="*/ 82 h 165"/>
                <a:gd name="T2" fmla="*/ 6 w 164"/>
                <a:gd name="T3" fmla="*/ 114 h 165"/>
                <a:gd name="T4" fmla="*/ 24 w 164"/>
                <a:gd name="T5" fmla="*/ 141 h 165"/>
                <a:gd name="T6" fmla="*/ 50 w 164"/>
                <a:gd name="T7" fmla="*/ 158 h 165"/>
                <a:gd name="T8" fmla="*/ 82 w 164"/>
                <a:gd name="T9" fmla="*/ 165 h 165"/>
                <a:gd name="T10" fmla="*/ 114 w 164"/>
                <a:gd name="T11" fmla="*/ 158 h 165"/>
                <a:gd name="T12" fmla="*/ 140 w 164"/>
                <a:gd name="T13" fmla="*/ 141 h 165"/>
                <a:gd name="T14" fmla="*/ 158 w 164"/>
                <a:gd name="T15" fmla="*/ 114 h 165"/>
                <a:gd name="T16" fmla="*/ 164 w 164"/>
                <a:gd name="T17" fmla="*/ 82 h 165"/>
                <a:gd name="T18" fmla="*/ 158 w 164"/>
                <a:gd name="T19" fmla="*/ 50 h 165"/>
                <a:gd name="T20" fmla="*/ 140 w 164"/>
                <a:gd name="T21" fmla="*/ 24 h 165"/>
                <a:gd name="T22" fmla="*/ 114 w 164"/>
                <a:gd name="T23" fmla="*/ 7 h 165"/>
                <a:gd name="T24" fmla="*/ 82 w 164"/>
                <a:gd name="T25" fmla="*/ 0 h 165"/>
                <a:gd name="T26" fmla="*/ 50 w 164"/>
                <a:gd name="T27" fmla="*/ 7 h 165"/>
                <a:gd name="T28" fmla="*/ 24 w 164"/>
                <a:gd name="T29" fmla="*/ 24 h 165"/>
                <a:gd name="T30" fmla="*/ 6 w 164"/>
                <a:gd name="T31" fmla="*/ 50 h 165"/>
                <a:gd name="T32" fmla="*/ 0 w 164"/>
                <a:gd name="T33" fmla="*/ 8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165">
                  <a:moveTo>
                    <a:pt x="0" y="82"/>
                  </a:moveTo>
                  <a:cubicBezTo>
                    <a:pt x="0" y="94"/>
                    <a:pt x="2" y="105"/>
                    <a:pt x="6" y="114"/>
                  </a:cubicBezTo>
                  <a:cubicBezTo>
                    <a:pt x="10" y="124"/>
                    <a:pt x="16" y="133"/>
                    <a:pt x="24" y="141"/>
                  </a:cubicBezTo>
                  <a:cubicBezTo>
                    <a:pt x="31" y="148"/>
                    <a:pt x="40" y="154"/>
                    <a:pt x="50" y="158"/>
                  </a:cubicBezTo>
                  <a:cubicBezTo>
                    <a:pt x="60" y="162"/>
                    <a:pt x="71" y="165"/>
                    <a:pt x="82" y="165"/>
                  </a:cubicBezTo>
                  <a:cubicBezTo>
                    <a:pt x="93" y="165"/>
                    <a:pt x="104" y="162"/>
                    <a:pt x="114" y="158"/>
                  </a:cubicBezTo>
                  <a:cubicBezTo>
                    <a:pt x="124" y="154"/>
                    <a:pt x="133" y="148"/>
                    <a:pt x="140" y="141"/>
                  </a:cubicBezTo>
                  <a:cubicBezTo>
                    <a:pt x="148" y="133"/>
                    <a:pt x="154" y="124"/>
                    <a:pt x="158" y="114"/>
                  </a:cubicBezTo>
                  <a:cubicBezTo>
                    <a:pt x="162" y="105"/>
                    <a:pt x="164" y="94"/>
                    <a:pt x="164" y="82"/>
                  </a:cubicBezTo>
                  <a:cubicBezTo>
                    <a:pt x="164" y="71"/>
                    <a:pt x="162" y="60"/>
                    <a:pt x="158" y="50"/>
                  </a:cubicBezTo>
                  <a:cubicBezTo>
                    <a:pt x="154" y="41"/>
                    <a:pt x="148" y="32"/>
                    <a:pt x="140" y="24"/>
                  </a:cubicBezTo>
                  <a:cubicBezTo>
                    <a:pt x="133" y="17"/>
                    <a:pt x="124" y="11"/>
                    <a:pt x="114" y="7"/>
                  </a:cubicBezTo>
                  <a:cubicBezTo>
                    <a:pt x="104" y="3"/>
                    <a:pt x="93" y="0"/>
                    <a:pt x="82" y="0"/>
                  </a:cubicBezTo>
                  <a:cubicBezTo>
                    <a:pt x="71" y="0"/>
                    <a:pt x="60" y="3"/>
                    <a:pt x="50" y="7"/>
                  </a:cubicBezTo>
                  <a:cubicBezTo>
                    <a:pt x="40" y="11"/>
                    <a:pt x="31" y="17"/>
                    <a:pt x="24" y="24"/>
                  </a:cubicBezTo>
                  <a:cubicBezTo>
                    <a:pt x="16" y="32"/>
                    <a:pt x="10" y="41"/>
                    <a:pt x="6" y="50"/>
                  </a:cubicBezTo>
                  <a:cubicBezTo>
                    <a:pt x="2" y="60"/>
                    <a:pt x="0" y="71"/>
                    <a:pt x="0" y="82"/>
                  </a:cubicBezTo>
                  <a:close/>
                </a:path>
              </a:pathLst>
            </a:custGeom>
            <a:gradFill>
              <a:gsLst>
                <a:gs pos="100000">
                  <a:srgbClr val="43515C"/>
                </a:gs>
                <a:gs pos="0">
                  <a:srgbClr val="66737C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68">
              <a:extLst>
                <a:ext uri="{FF2B5EF4-FFF2-40B4-BE49-F238E27FC236}">
                  <a16:creationId xmlns:a16="http://schemas.microsoft.com/office/drawing/2014/main" id="{1EB3040C-867F-9957-E2B4-78F491644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6962" y="2435248"/>
              <a:ext cx="51907" cy="52966"/>
            </a:xfrm>
            <a:custGeom>
              <a:avLst/>
              <a:gdLst>
                <a:gd name="T0" fmla="*/ 0 w 62"/>
                <a:gd name="T1" fmla="*/ 32 h 63"/>
                <a:gd name="T2" fmla="*/ 2 w 62"/>
                <a:gd name="T3" fmla="*/ 44 h 63"/>
                <a:gd name="T4" fmla="*/ 9 w 62"/>
                <a:gd name="T5" fmla="*/ 54 h 63"/>
                <a:gd name="T6" fmla="*/ 19 w 62"/>
                <a:gd name="T7" fmla="*/ 61 h 63"/>
                <a:gd name="T8" fmla="*/ 31 w 62"/>
                <a:gd name="T9" fmla="*/ 63 h 63"/>
                <a:gd name="T10" fmla="*/ 43 w 62"/>
                <a:gd name="T11" fmla="*/ 61 h 63"/>
                <a:gd name="T12" fmla="*/ 53 w 62"/>
                <a:gd name="T13" fmla="*/ 54 h 63"/>
                <a:gd name="T14" fmla="*/ 60 w 62"/>
                <a:gd name="T15" fmla="*/ 44 h 63"/>
                <a:gd name="T16" fmla="*/ 62 w 62"/>
                <a:gd name="T17" fmla="*/ 32 h 63"/>
                <a:gd name="T18" fmla="*/ 60 w 62"/>
                <a:gd name="T19" fmla="*/ 19 h 63"/>
                <a:gd name="T20" fmla="*/ 53 w 62"/>
                <a:gd name="T21" fmla="*/ 9 h 63"/>
                <a:gd name="T22" fmla="*/ 43 w 62"/>
                <a:gd name="T23" fmla="*/ 3 h 63"/>
                <a:gd name="T24" fmla="*/ 31 w 62"/>
                <a:gd name="T25" fmla="*/ 0 h 63"/>
                <a:gd name="T26" fmla="*/ 19 w 62"/>
                <a:gd name="T27" fmla="*/ 3 h 63"/>
                <a:gd name="T28" fmla="*/ 9 w 62"/>
                <a:gd name="T29" fmla="*/ 9 h 63"/>
                <a:gd name="T30" fmla="*/ 2 w 62"/>
                <a:gd name="T31" fmla="*/ 19 h 63"/>
                <a:gd name="T32" fmla="*/ 0 w 62"/>
                <a:gd name="T33" fmla="*/ 3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" h="63">
                  <a:moveTo>
                    <a:pt x="0" y="32"/>
                  </a:moveTo>
                  <a:cubicBezTo>
                    <a:pt x="0" y="36"/>
                    <a:pt x="1" y="40"/>
                    <a:pt x="2" y="44"/>
                  </a:cubicBezTo>
                  <a:cubicBezTo>
                    <a:pt x="4" y="48"/>
                    <a:pt x="6" y="51"/>
                    <a:pt x="9" y="54"/>
                  </a:cubicBezTo>
                  <a:cubicBezTo>
                    <a:pt x="12" y="57"/>
                    <a:pt x="15" y="59"/>
                    <a:pt x="19" y="61"/>
                  </a:cubicBezTo>
                  <a:cubicBezTo>
                    <a:pt x="23" y="62"/>
                    <a:pt x="27" y="63"/>
                    <a:pt x="31" y="63"/>
                  </a:cubicBezTo>
                  <a:cubicBezTo>
                    <a:pt x="35" y="63"/>
                    <a:pt x="40" y="62"/>
                    <a:pt x="43" y="61"/>
                  </a:cubicBezTo>
                  <a:cubicBezTo>
                    <a:pt x="47" y="59"/>
                    <a:pt x="50" y="57"/>
                    <a:pt x="53" y="54"/>
                  </a:cubicBezTo>
                  <a:cubicBezTo>
                    <a:pt x="56" y="51"/>
                    <a:pt x="58" y="48"/>
                    <a:pt x="60" y="44"/>
                  </a:cubicBezTo>
                  <a:cubicBezTo>
                    <a:pt x="62" y="40"/>
                    <a:pt x="62" y="36"/>
                    <a:pt x="62" y="32"/>
                  </a:cubicBezTo>
                  <a:cubicBezTo>
                    <a:pt x="62" y="27"/>
                    <a:pt x="62" y="23"/>
                    <a:pt x="60" y="19"/>
                  </a:cubicBezTo>
                  <a:cubicBezTo>
                    <a:pt x="58" y="16"/>
                    <a:pt x="56" y="12"/>
                    <a:pt x="53" y="9"/>
                  </a:cubicBezTo>
                  <a:cubicBezTo>
                    <a:pt x="50" y="7"/>
                    <a:pt x="47" y="4"/>
                    <a:pt x="43" y="3"/>
                  </a:cubicBezTo>
                  <a:cubicBezTo>
                    <a:pt x="40" y="1"/>
                    <a:pt x="35" y="0"/>
                    <a:pt x="31" y="0"/>
                  </a:cubicBezTo>
                  <a:cubicBezTo>
                    <a:pt x="27" y="0"/>
                    <a:pt x="23" y="1"/>
                    <a:pt x="19" y="3"/>
                  </a:cubicBezTo>
                  <a:cubicBezTo>
                    <a:pt x="15" y="4"/>
                    <a:pt x="12" y="7"/>
                    <a:pt x="9" y="9"/>
                  </a:cubicBezTo>
                  <a:cubicBezTo>
                    <a:pt x="6" y="12"/>
                    <a:pt x="4" y="16"/>
                    <a:pt x="2" y="19"/>
                  </a:cubicBezTo>
                  <a:cubicBezTo>
                    <a:pt x="1" y="23"/>
                    <a:pt x="0" y="27"/>
                    <a:pt x="0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Rectangle: Top Corners Rounded 148">
              <a:extLst>
                <a:ext uri="{FF2B5EF4-FFF2-40B4-BE49-F238E27FC236}">
                  <a16:creationId xmlns:a16="http://schemas.microsoft.com/office/drawing/2014/main" id="{C7365ED0-6F0D-89AB-4BDD-1C5D3A3939A0}"/>
                </a:ext>
              </a:extLst>
            </p:cNvPr>
            <p:cNvSpPr/>
            <p:nvPr/>
          </p:nvSpPr>
          <p:spPr bwMode="auto">
            <a:xfrm flipH="1">
              <a:off x="11442958" y="2958579"/>
              <a:ext cx="502828" cy="350737"/>
            </a:xfrm>
            <a:prstGeom prst="round2SameRect">
              <a:avLst/>
            </a:prstGeom>
            <a:gradFill>
              <a:gsLst>
                <a:gs pos="88000">
                  <a:srgbClr val="459FED"/>
                </a:gs>
                <a:gs pos="0">
                  <a:srgbClr val="4FB7F6"/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69">
              <a:extLst>
                <a:ext uri="{FF2B5EF4-FFF2-40B4-BE49-F238E27FC236}">
                  <a16:creationId xmlns:a16="http://schemas.microsoft.com/office/drawing/2014/main" id="{73A24216-8E0A-2DA2-6934-4128CECB0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5588" y="3043130"/>
              <a:ext cx="340747" cy="25070"/>
            </a:xfrm>
            <a:custGeom>
              <a:avLst/>
              <a:gdLst>
                <a:gd name="T0" fmla="*/ 15 w 406"/>
                <a:gd name="T1" fmla="*/ 30 h 30"/>
                <a:gd name="T2" fmla="*/ 109 w 406"/>
                <a:gd name="T3" fmla="*/ 30 h 30"/>
                <a:gd name="T4" fmla="*/ 203 w 406"/>
                <a:gd name="T5" fmla="*/ 30 h 30"/>
                <a:gd name="T6" fmla="*/ 297 w 406"/>
                <a:gd name="T7" fmla="*/ 30 h 30"/>
                <a:gd name="T8" fmla="*/ 391 w 406"/>
                <a:gd name="T9" fmla="*/ 30 h 30"/>
                <a:gd name="T10" fmla="*/ 397 w 406"/>
                <a:gd name="T11" fmla="*/ 29 h 30"/>
                <a:gd name="T12" fmla="*/ 402 w 406"/>
                <a:gd name="T13" fmla="*/ 26 h 30"/>
                <a:gd name="T14" fmla="*/ 405 w 406"/>
                <a:gd name="T15" fmla="*/ 21 h 30"/>
                <a:gd name="T16" fmla="*/ 406 w 406"/>
                <a:gd name="T17" fmla="*/ 15 h 30"/>
                <a:gd name="T18" fmla="*/ 406 w 406"/>
                <a:gd name="T19" fmla="*/ 15 h 30"/>
                <a:gd name="T20" fmla="*/ 406 w 406"/>
                <a:gd name="T21" fmla="*/ 15 h 30"/>
                <a:gd name="T22" fmla="*/ 406 w 406"/>
                <a:gd name="T23" fmla="*/ 15 h 30"/>
                <a:gd name="T24" fmla="*/ 406 w 406"/>
                <a:gd name="T25" fmla="*/ 15 h 30"/>
                <a:gd name="T26" fmla="*/ 405 w 406"/>
                <a:gd name="T27" fmla="*/ 9 h 30"/>
                <a:gd name="T28" fmla="*/ 402 w 406"/>
                <a:gd name="T29" fmla="*/ 4 h 30"/>
                <a:gd name="T30" fmla="*/ 397 w 406"/>
                <a:gd name="T31" fmla="*/ 1 h 30"/>
                <a:gd name="T32" fmla="*/ 391 w 406"/>
                <a:gd name="T33" fmla="*/ 0 h 30"/>
                <a:gd name="T34" fmla="*/ 297 w 406"/>
                <a:gd name="T35" fmla="*/ 0 h 30"/>
                <a:gd name="T36" fmla="*/ 203 w 406"/>
                <a:gd name="T37" fmla="*/ 0 h 30"/>
                <a:gd name="T38" fmla="*/ 109 w 406"/>
                <a:gd name="T39" fmla="*/ 0 h 30"/>
                <a:gd name="T40" fmla="*/ 15 w 406"/>
                <a:gd name="T41" fmla="*/ 0 h 30"/>
                <a:gd name="T42" fmla="*/ 9 w 406"/>
                <a:gd name="T43" fmla="*/ 1 h 30"/>
                <a:gd name="T44" fmla="*/ 4 w 406"/>
                <a:gd name="T45" fmla="*/ 4 h 30"/>
                <a:gd name="T46" fmla="*/ 1 w 406"/>
                <a:gd name="T47" fmla="*/ 9 h 30"/>
                <a:gd name="T48" fmla="*/ 0 w 406"/>
                <a:gd name="T49" fmla="*/ 15 h 30"/>
                <a:gd name="T50" fmla="*/ 0 w 406"/>
                <a:gd name="T51" fmla="*/ 15 h 30"/>
                <a:gd name="T52" fmla="*/ 0 w 406"/>
                <a:gd name="T53" fmla="*/ 15 h 30"/>
                <a:gd name="T54" fmla="*/ 0 w 406"/>
                <a:gd name="T55" fmla="*/ 15 h 30"/>
                <a:gd name="T56" fmla="*/ 0 w 406"/>
                <a:gd name="T57" fmla="*/ 15 h 30"/>
                <a:gd name="T58" fmla="*/ 1 w 406"/>
                <a:gd name="T59" fmla="*/ 21 h 30"/>
                <a:gd name="T60" fmla="*/ 4 w 406"/>
                <a:gd name="T61" fmla="*/ 26 h 30"/>
                <a:gd name="T62" fmla="*/ 9 w 406"/>
                <a:gd name="T63" fmla="*/ 29 h 30"/>
                <a:gd name="T64" fmla="*/ 15 w 406"/>
                <a:gd name="T6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6" h="30">
                  <a:moveTo>
                    <a:pt x="15" y="30"/>
                  </a:moveTo>
                  <a:cubicBezTo>
                    <a:pt x="109" y="30"/>
                    <a:pt x="109" y="30"/>
                    <a:pt x="109" y="30"/>
                  </a:cubicBezTo>
                  <a:cubicBezTo>
                    <a:pt x="203" y="30"/>
                    <a:pt x="203" y="30"/>
                    <a:pt x="203" y="30"/>
                  </a:cubicBezTo>
                  <a:cubicBezTo>
                    <a:pt x="297" y="30"/>
                    <a:pt x="297" y="30"/>
                    <a:pt x="297" y="30"/>
                  </a:cubicBezTo>
                  <a:cubicBezTo>
                    <a:pt x="391" y="30"/>
                    <a:pt x="391" y="30"/>
                    <a:pt x="391" y="30"/>
                  </a:cubicBezTo>
                  <a:cubicBezTo>
                    <a:pt x="393" y="30"/>
                    <a:pt x="395" y="30"/>
                    <a:pt x="397" y="29"/>
                  </a:cubicBezTo>
                  <a:cubicBezTo>
                    <a:pt x="399" y="28"/>
                    <a:pt x="400" y="27"/>
                    <a:pt x="402" y="26"/>
                  </a:cubicBezTo>
                  <a:cubicBezTo>
                    <a:pt x="403" y="24"/>
                    <a:pt x="404" y="23"/>
                    <a:pt x="405" y="21"/>
                  </a:cubicBezTo>
                  <a:cubicBezTo>
                    <a:pt x="406" y="19"/>
                    <a:pt x="406" y="17"/>
                    <a:pt x="406" y="15"/>
                  </a:cubicBezTo>
                  <a:cubicBezTo>
                    <a:pt x="406" y="15"/>
                    <a:pt x="406" y="15"/>
                    <a:pt x="406" y="15"/>
                  </a:cubicBezTo>
                  <a:cubicBezTo>
                    <a:pt x="406" y="15"/>
                    <a:pt x="406" y="15"/>
                    <a:pt x="406" y="15"/>
                  </a:cubicBezTo>
                  <a:cubicBezTo>
                    <a:pt x="406" y="15"/>
                    <a:pt x="406" y="15"/>
                    <a:pt x="406" y="15"/>
                  </a:cubicBezTo>
                  <a:cubicBezTo>
                    <a:pt x="406" y="15"/>
                    <a:pt x="406" y="15"/>
                    <a:pt x="406" y="15"/>
                  </a:cubicBezTo>
                  <a:cubicBezTo>
                    <a:pt x="406" y="13"/>
                    <a:pt x="406" y="11"/>
                    <a:pt x="405" y="9"/>
                  </a:cubicBezTo>
                  <a:cubicBezTo>
                    <a:pt x="404" y="7"/>
                    <a:pt x="403" y="6"/>
                    <a:pt x="402" y="4"/>
                  </a:cubicBezTo>
                  <a:cubicBezTo>
                    <a:pt x="400" y="3"/>
                    <a:pt x="399" y="2"/>
                    <a:pt x="397" y="1"/>
                  </a:cubicBezTo>
                  <a:cubicBezTo>
                    <a:pt x="395" y="0"/>
                    <a:pt x="393" y="0"/>
                    <a:pt x="391" y="0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3" y="0"/>
                    <a:pt x="11" y="0"/>
                    <a:pt x="9" y="1"/>
                  </a:cubicBezTo>
                  <a:cubicBezTo>
                    <a:pt x="7" y="2"/>
                    <a:pt x="5" y="3"/>
                    <a:pt x="4" y="4"/>
                  </a:cubicBezTo>
                  <a:cubicBezTo>
                    <a:pt x="3" y="6"/>
                    <a:pt x="2" y="7"/>
                    <a:pt x="1" y="9"/>
                  </a:cubicBezTo>
                  <a:cubicBezTo>
                    <a:pt x="0" y="11"/>
                    <a:pt x="0" y="13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7"/>
                    <a:pt x="0" y="19"/>
                    <a:pt x="1" y="21"/>
                  </a:cubicBezTo>
                  <a:cubicBezTo>
                    <a:pt x="2" y="23"/>
                    <a:pt x="3" y="24"/>
                    <a:pt x="4" y="26"/>
                  </a:cubicBezTo>
                  <a:cubicBezTo>
                    <a:pt x="5" y="27"/>
                    <a:pt x="7" y="28"/>
                    <a:pt x="9" y="29"/>
                  </a:cubicBezTo>
                  <a:cubicBezTo>
                    <a:pt x="11" y="30"/>
                    <a:pt x="13" y="30"/>
                    <a:pt x="15" y="30"/>
                  </a:cubicBezTo>
                  <a:close/>
                </a:path>
              </a:pathLst>
            </a:custGeom>
            <a:gradFill>
              <a:gsLst>
                <a:gs pos="100000">
                  <a:srgbClr val="DFE3E6"/>
                </a:gs>
                <a:gs pos="0">
                  <a:schemeClr val="bg1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76" name="Graphic 175">
              <a:extLst>
                <a:ext uri="{FF2B5EF4-FFF2-40B4-BE49-F238E27FC236}">
                  <a16:creationId xmlns:a16="http://schemas.microsoft.com/office/drawing/2014/main" id="{118A28DC-C967-0311-1BCE-F3D2F82A1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29013" y="3126188"/>
              <a:ext cx="321336" cy="81870"/>
            </a:xfrm>
            <a:prstGeom prst="rect">
              <a:avLst/>
            </a:prstGeom>
          </p:spPr>
        </p:pic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9A5B77DE-CD6B-9CBE-2B54-BF8A51A9AA2F}"/>
                </a:ext>
              </a:extLst>
            </p:cNvPr>
            <p:cNvGrpSpPr/>
            <p:nvPr/>
          </p:nvGrpSpPr>
          <p:grpSpPr>
            <a:xfrm>
              <a:off x="10366762" y="2371558"/>
              <a:ext cx="577380" cy="914521"/>
              <a:chOff x="10129566" y="2001618"/>
              <a:chExt cx="810939" cy="1284460"/>
            </a:xfrm>
          </p:grpSpPr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621D80EF-DD35-8ED8-DA58-08E8095034F3}"/>
                  </a:ext>
                </a:extLst>
              </p:cNvPr>
              <p:cNvGrpSpPr/>
              <p:nvPr/>
            </p:nvGrpSpPr>
            <p:grpSpPr>
              <a:xfrm>
                <a:off x="10412088" y="2001618"/>
                <a:ext cx="245834" cy="1219227"/>
                <a:chOff x="7503275" y="2269594"/>
                <a:chExt cx="194546" cy="964858"/>
              </a:xfrm>
            </p:grpSpPr>
            <p:grpSp>
              <p:nvGrpSpPr>
                <p:cNvPr id="286" name="Group 72">
                  <a:extLst>
                    <a:ext uri="{FF2B5EF4-FFF2-40B4-BE49-F238E27FC236}">
                      <a16:creationId xmlns:a16="http://schemas.microsoft.com/office/drawing/2014/main" id="{96BA2609-C60E-5522-932C-881B35CA4E8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7526636" y="2269594"/>
                  <a:ext cx="130258" cy="378267"/>
                  <a:chOff x="3414" y="921"/>
                  <a:chExt cx="854" cy="2480"/>
                </a:xfrm>
              </p:grpSpPr>
              <p:sp>
                <p:nvSpPr>
                  <p:cNvPr id="304" name="Freeform 73">
                    <a:extLst>
                      <a:ext uri="{FF2B5EF4-FFF2-40B4-BE49-F238E27FC236}">
                        <a16:creationId xmlns:a16="http://schemas.microsoft.com/office/drawing/2014/main" id="{834363CB-5979-188E-672D-1059321ADE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14" y="921"/>
                    <a:ext cx="837" cy="2480"/>
                  </a:xfrm>
                  <a:custGeom>
                    <a:avLst/>
                    <a:gdLst>
                      <a:gd name="T0" fmla="*/ 342 w 350"/>
                      <a:gd name="T1" fmla="*/ 459 h 1043"/>
                      <a:gd name="T2" fmla="*/ 307 w 350"/>
                      <a:gd name="T3" fmla="*/ 386 h 1043"/>
                      <a:gd name="T4" fmla="*/ 238 w 350"/>
                      <a:gd name="T5" fmla="*/ 317 h 1043"/>
                      <a:gd name="T6" fmla="*/ 191 w 350"/>
                      <a:gd name="T7" fmla="*/ 284 h 1043"/>
                      <a:gd name="T8" fmla="*/ 144 w 350"/>
                      <a:gd name="T9" fmla="*/ 251 h 1043"/>
                      <a:gd name="T10" fmla="*/ 80 w 350"/>
                      <a:gd name="T11" fmla="*/ 190 h 1043"/>
                      <a:gd name="T12" fmla="*/ 51 w 350"/>
                      <a:gd name="T13" fmla="*/ 129 h 1043"/>
                      <a:gd name="T14" fmla="*/ 46 w 350"/>
                      <a:gd name="T15" fmla="*/ 88 h 1043"/>
                      <a:gd name="T16" fmla="*/ 74 w 350"/>
                      <a:gd name="T17" fmla="*/ 31 h 1043"/>
                      <a:gd name="T18" fmla="*/ 75 w 350"/>
                      <a:gd name="T19" fmla="*/ 7 h 1043"/>
                      <a:gd name="T20" fmla="*/ 75 w 350"/>
                      <a:gd name="T21" fmla="*/ 6 h 1043"/>
                      <a:gd name="T22" fmla="*/ 64 w 350"/>
                      <a:gd name="T23" fmla="*/ 0 h 1043"/>
                      <a:gd name="T24" fmla="*/ 52 w 350"/>
                      <a:gd name="T25" fmla="*/ 5 h 1043"/>
                      <a:gd name="T26" fmla="*/ 14 w 350"/>
                      <a:gd name="T27" fmla="*/ 84 h 1043"/>
                      <a:gd name="T28" fmla="*/ 20 w 350"/>
                      <a:gd name="T29" fmla="*/ 138 h 1043"/>
                      <a:gd name="T30" fmla="*/ 55 w 350"/>
                      <a:gd name="T31" fmla="*/ 212 h 1043"/>
                      <a:gd name="T32" fmla="*/ 126 w 350"/>
                      <a:gd name="T33" fmla="*/ 281 h 1043"/>
                      <a:gd name="T34" fmla="*/ 175 w 350"/>
                      <a:gd name="T35" fmla="*/ 315 h 1043"/>
                      <a:gd name="T36" fmla="*/ 220 w 350"/>
                      <a:gd name="T37" fmla="*/ 346 h 1043"/>
                      <a:gd name="T38" fmla="*/ 282 w 350"/>
                      <a:gd name="T39" fmla="*/ 407 h 1043"/>
                      <a:gd name="T40" fmla="*/ 312 w 350"/>
                      <a:gd name="T41" fmla="*/ 469 h 1043"/>
                      <a:gd name="T42" fmla="*/ 318 w 350"/>
                      <a:gd name="T43" fmla="*/ 513 h 1043"/>
                      <a:gd name="T44" fmla="*/ 289 w 350"/>
                      <a:gd name="T45" fmla="*/ 604 h 1043"/>
                      <a:gd name="T46" fmla="*/ 203 w 350"/>
                      <a:gd name="T47" fmla="*/ 699 h 1043"/>
                      <a:gd name="T48" fmla="*/ 165 w 350"/>
                      <a:gd name="T49" fmla="*/ 722 h 1043"/>
                      <a:gd name="T50" fmla="*/ 112 w 350"/>
                      <a:gd name="T51" fmla="*/ 755 h 1043"/>
                      <a:gd name="T52" fmla="*/ 37 w 350"/>
                      <a:gd name="T53" fmla="*/ 830 h 1043"/>
                      <a:gd name="T54" fmla="*/ 7 w 350"/>
                      <a:gd name="T55" fmla="*/ 915 h 1043"/>
                      <a:gd name="T56" fmla="*/ 25 w 350"/>
                      <a:gd name="T57" fmla="*/ 1033 h 1043"/>
                      <a:gd name="T58" fmla="*/ 35 w 350"/>
                      <a:gd name="T59" fmla="*/ 1042 h 1043"/>
                      <a:gd name="T60" fmla="*/ 40 w 350"/>
                      <a:gd name="T61" fmla="*/ 1043 h 1043"/>
                      <a:gd name="T62" fmla="*/ 48 w 350"/>
                      <a:gd name="T63" fmla="*/ 1041 h 1043"/>
                      <a:gd name="T64" fmla="*/ 48 w 350"/>
                      <a:gd name="T65" fmla="*/ 1041 h 1043"/>
                      <a:gd name="T66" fmla="*/ 54 w 350"/>
                      <a:gd name="T67" fmla="*/ 1017 h 1043"/>
                      <a:gd name="T68" fmla="*/ 38 w 350"/>
                      <a:gd name="T69" fmla="*/ 920 h 1043"/>
                      <a:gd name="T70" fmla="*/ 64 w 350"/>
                      <a:gd name="T71" fmla="*/ 849 h 1043"/>
                      <a:gd name="T72" fmla="*/ 130 w 350"/>
                      <a:gd name="T73" fmla="*/ 785 h 1043"/>
                      <a:gd name="T74" fmla="*/ 179 w 350"/>
                      <a:gd name="T75" fmla="*/ 754 h 1043"/>
                      <a:gd name="T76" fmla="*/ 221 w 350"/>
                      <a:gd name="T77" fmla="*/ 728 h 1043"/>
                      <a:gd name="T78" fmla="*/ 316 w 350"/>
                      <a:gd name="T79" fmla="*/ 623 h 1043"/>
                      <a:gd name="T80" fmla="*/ 350 w 350"/>
                      <a:gd name="T81" fmla="*/ 513 h 1043"/>
                      <a:gd name="T82" fmla="*/ 342 w 350"/>
                      <a:gd name="T83" fmla="*/ 459 h 10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50" h="1043">
                        <a:moveTo>
                          <a:pt x="342" y="459"/>
                        </a:moveTo>
                        <a:cubicBezTo>
                          <a:pt x="336" y="435"/>
                          <a:pt x="324" y="409"/>
                          <a:pt x="307" y="386"/>
                        </a:cubicBezTo>
                        <a:cubicBezTo>
                          <a:pt x="302" y="378"/>
                          <a:pt x="287" y="355"/>
                          <a:pt x="238" y="317"/>
                        </a:cubicBezTo>
                        <a:cubicBezTo>
                          <a:pt x="216" y="300"/>
                          <a:pt x="204" y="292"/>
                          <a:pt x="191" y="284"/>
                        </a:cubicBezTo>
                        <a:cubicBezTo>
                          <a:pt x="178" y="276"/>
                          <a:pt x="166" y="268"/>
                          <a:pt x="144" y="251"/>
                        </a:cubicBezTo>
                        <a:cubicBezTo>
                          <a:pt x="98" y="216"/>
                          <a:pt x="85" y="197"/>
                          <a:pt x="80" y="190"/>
                        </a:cubicBezTo>
                        <a:cubicBezTo>
                          <a:pt x="66" y="170"/>
                          <a:pt x="55" y="149"/>
                          <a:pt x="51" y="129"/>
                        </a:cubicBezTo>
                        <a:cubicBezTo>
                          <a:pt x="48" y="117"/>
                          <a:pt x="45" y="104"/>
                          <a:pt x="46" y="88"/>
                        </a:cubicBezTo>
                        <a:cubicBezTo>
                          <a:pt x="49" y="62"/>
                          <a:pt x="63" y="43"/>
                          <a:pt x="74" y="31"/>
                        </a:cubicBezTo>
                        <a:cubicBezTo>
                          <a:pt x="80" y="24"/>
                          <a:pt x="80" y="14"/>
                          <a:pt x="75" y="7"/>
                        </a:cubicBezTo>
                        <a:cubicBezTo>
                          <a:pt x="75" y="6"/>
                          <a:pt x="75" y="6"/>
                          <a:pt x="75" y="6"/>
                        </a:cubicBezTo>
                        <a:cubicBezTo>
                          <a:pt x="72" y="3"/>
                          <a:pt x="68" y="0"/>
                          <a:pt x="64" y="0"/>
                        </a:cubicBezTo>
                        <a:cubicBezTo>
                          <a:pt x="59" y="0"/>
                          <a:pt x="55" y="2"/>
                          <a:pt x="52" y="5"/>
                        </a:cubicBezTo>
                        <a:cubicBezTo>
                          <a:pt x="37" y="21"/>
                          <a:pt x="18" y="48"/>
                          <a:pt x="14" y="84"/>
                        </a:cubicBezTo>
                        <a:cubicBezTo>
                          <a:pt x="12" y="107"/>
                          <a:pt x="16" y="124"/>
                          <a:pt x="20" y="138"/>
                        </a:cubicBezTo>
                        <a:cubicBezTo>
                          <a:pt x="26" y="163"/>
                          <a:pt x="38" y="189"/>
                          <a:pt x="55" y="212"/>
                        </a:cubicBezTo>
                        <a:cubicBezTo>
                          <a:pt x="60" y="220"/>
                          <a:pt x="76" y="242"/>
                          <a:pt x="126" y="281"/>
                        </a:cubicBezTo>
                        <a:cubicBezTo>
                          <a:pt x="149" y="299"/>
                          <a:pt x="162" y="307"/>
                          <a:pt x="175" y="315"/>
                        </a:cubicBezTo>
                        <a:cubicBezTo>
                          <a:pt x="187" y="322"/>
                          <a:pt x="199" y="330"/>
                          <a:pt x="220" y="346"/>
                        </a:cubicBezTo>
                        <a:cubicBezTo>
                          <a:pt x="249" y="370"/>
                          <a:pt x="270" y="390"/>
                          <a:pt x="282" y="407"/>
                        </a:cubicBezTo>
                        <a:cubicBezTo>
                          <a:pt x="301" y="434"/>
                          <a:pt x="309" y="458"/>
                          <a:pt x="312" y="469"/>
                        </a:cubicBezTo>
                        <a:cubicBezTo>
                          <a:pt x="313" y="476"/>
                          <a:pt x="318" y="493"/>
                          <a:pt x="318" y="513"/>
                        </a:cubicBezTo>
                        <a:cubicBezTo>
                          <a:pt x="318" y="553"/>
                          <a:pt x="301" y="584"/>
                          <a:pt x="289" y="604"/>
                        </a:cubicBezTo>
                        <a:cubicBezTo>
                          <a:pt x="260" y="655"/>
                          <a:pt x="223" y="683"/>
                          <a:pt x="203" y="699"/>
                        </a:cubicBezTo>
                        <a:cubicBezTo>
                          <a:pt x="186" y="711"/>
                          <a:pt x="176" y="716"/>
                          <a:pt x="165" y="722"/>
                        </a:cubicBezTo>
                        <a:cubicBezTo>
                          <a:pt x="153" y="728"/>
                          <a:pt x="138" y="736"/>
                          <a:pt x="112" y="755"/>
                        </a:cubicBezTo>
                        <a:cubicBezTo>
                          <a:pt x="58" y="796"/>
                          <a:pt x="42" y="821"/>
                          <a:pt x="37" y="830"/>
                        </a:cubicBezTo>
                        <a:cubicBezTo>
                          <a:pt x="30" y="841"/>
                          <a:pt x="12" y="870"/>
                          <a:pt x="7" y="915"/>
                        </a:cubicBezTo>
                        <a:cubicBezTo>
                          <a:pt x="0" y="965"/>
                          <a:pt x="13" y="1007"/>
                          <a:pt x="25" y="1033"/>
                        </a:cubicBezTo>
                        <a:cubicBezTo>
                          <a:pt x="27" y="1038"/>
                          <a:pt x="31" y="1041"/>
                          <a:pt x="35" y="1042"/>
                        </a:cubicBezTo>
                        <a:cubicBezTo>
                          <a:pt x="37" y="1043"/>
                          <a:pt x="38" y="1043"/>
                          <a:pt x="40" y="1043"/>
                        </a:cubicBezTo>
                        <a:cubicBezTo>
                          <a:pt x="42" y="1043"/>
                          <a:pt x="45" y="1042"/>
                          <a:pt x="48" y="1041"/>
                        </a:cubicBezTo>
                        <a:cubicBezTo>
                          <a:pt x="48" y="1041"/>
                          <a:pt x="48" y="1041"/>
                          <a:pt x="48" y="1041"/>
                        </a:cubicBezTo>
                        <a:cubicBezTo>
                          <a:pt x="55" y="1036"/>
                          <a:pt x="58" y="1026"/>
                          <a:pt x="54" y="1017"/>
                        </a:cubicBezTo>
                        <a:cubicBezTo>
                          <a:pt x="44" y="995"/>
                          <a:pt x="33" y="961"/>
                          <a:pt x="38" y="920"/>
                        </a:cubicBezTo>
                        <a:cubicBezTo>
                          <a:pt x="43" y="884"/>
                          <a:pt x="58" y="859"/>
                          <a:pt x="64" y="849"/>
                        </a:cubicBezTo>
                        <a:cubicBezTo>
                          <a:pt x="75" y="831"/>
                          <a:pt x="97" y="809"/>
                          <a:pt x="130" y="785"/>
                        </a:cubicBezTo>
                        <a:cubicBezTo>
                          <a:pt x="154" y="767"/>
                          <a:pt x="167" y="760"/>
                          <a:pt x="179" y="754"/>
                        </a:cubicBezTo>
                        <a:cubicBezTo>
                          <a:pt x="190" y="748"/>
                          <a:pt x="202" y="742"/>
                          <a:pt x="221" y="728"/>
                        </a:cubicBezTo>
                        <a:cubicBezTo>
                          <a:pt x="241" y="713"/>
                          <a:pt x="284" y="681"/>
                          <a:pt x="316" y="623"/>
                        </a:cubicBezTo>
                        <a:cubicBezTo>
                          <a:pt x="329" y="601"/>
                          <a:pt x="350" y="564"/>
                          <a:pt x="350" y="513"/>
                        </a:cubicBezTo>
                        <a:cubicBezTo>
                          <a:pt x="350" y="488"/>
                          <a:pt x="344" y="467"/>
                          <a:pt x="342" y="459"/>
                        </a:cubicBezTo>
                        <a:close/>
                      </a:path>
                    </a:pathLst>
                  </a:custGeom>
                  <a:gradFill>
                    <a:gsLst>
                      <a:gs pos="2000">
                        <a:srgbClr val="F79696"/>
                      </a:gs>
                      <a:gs pos="100000">
                        <a:srgbClr val="F46262"/>
                      </a:gs>
                    </a:gsLst>
                    <a:lin ang="5400000" scaled="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05" name="Freeform 74">
                    <a:extLst>
                      <a:ext uri="{FF2B5EF4-FFF2-40B4-BE49-F238E27FC236}">
                        <a16:creationId xmlns:a16="http://schemas.microsoft.com/office/drawing/2014/main" id="{443D013F-336E-9FB3-1320-79327CB998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31" y="921"/>
                    <a:ext cx="837" cy="2480"/>
                  </a:xfrm>
                  <a:custGeom>
                    <a:avLst/>
                    <a:gdLst>
                      <a:gd name="T0" fmla="*/ 343 w 350"/>
                      <a:gd name="T1" fmla="*/ 915 h 1043"/>
                      <a:gd name="T2" fmla="*/ 313 w 350"/>
                      <a:gd name="T3" fmla="*/ 830 h 1043"/>
                      <a:gd name="T4" fmla="*/ 238 w 350"/>
                      <a:gd name="T5" fmla="*/ 755 h 1043"/>
                      <a:gd name="T6" fmla="*/ 185 w 350"/>
                      <a:gd name="T7" fmla="*/ 722 h 1043"/>
                      <a:gd name="T8" fmla="*/ 147 w 350"/>
                      <a:gd name="T9" fmla="*/ 699 h 1043"/>
                      <a:gd name="T10" fmla="*/ 61 w 350"/>
                      <a:gd name="T11" fmla="*/ 604 h 1043"/>
                      <a:gd name="T12" fmla="*/ 32 w 350"/>
                      <a:gd name="T13" fmla="*/ 513 h 1043"/>
                      <a:gd name="T14" fmla="*/ 38 w 350"/>
                      <a:gd name="T15" fmla="*/ 469 h 1043"/>
                      <a:gd name="T16" fmla="*/ 68 w 350"/>
                      <a:gd name="T17" fmla="*/ 407 h 1043"/>
                      <a:gd name="T18" fmla="*/ 130 w 350"/>
                      <a:gd name="T19" fmla="*/ 346 h 1043"/>
                      <a:gd name="T20" fmla="*/ 175 w 350"/>
                      <a:gd name="T21" fmla="*/ 315 h 1043"/>
                      <a:gd name="T22" fmla="*/ 224 w 350"/>
                      <a:gd name="T23" fmla="*/ 281 h 1043"/>
                      <a:gd name="T24" fmla="*/ 295 w 350"/>
                      <a:gd name="T25" fmla="*/ 212 h 1043"/>
                      <a:gd name="T26" fmla="*/ 330 w 350"/>
                      <a:gd name="T27" fmla="*/ 138 h 1043"/>
                      <a:gd name="T28" fmla="*/ 336 w 350"/>
                      <a:gd name="T29" fmla="*/ 84 h 1043"/>
                      <a:gd name="T30" fmla="*/ 298 w 350"/>
                      <a:gd name="T31" fmla="*/ 5 h 1043"/>
                      <a:gd name="T32" fmla="*/ 286 w 350"/>
                      <a:gd name="T33" fmla="*/ 0 h 1043"/>
                      <a:gd name="T34" fmla="*/ 275 w 350"/>
                      <a:gd name="T35" fmla="*/ 6 h 1043"/>
                      <a:gd name="T36" fmla="*/ 275 w 350"/>
                      <a:gd name="T37" fmla="*/ 7 h 1043"/>
                      <a:gd name="T38" fmla="*/ 276 w 350"/>
                      <a:gd name="T39" fmla="*/ 31 h 1043"/>
                      <a:gd name="T40" fmla="*/ 304 w 350"/>
                      <a:gd name="T41" fmla="*/ 88 h 1043"/>
                      <a:gd name="T42" fmla="*/ 300 w 350"/>
                      <a:gd name="T43" fmla="*/ 129 h 1043"/>
                      <a:gd name="T44" fmla="*/ 270 w 350"/>
                      <a:gd name="T45" fmla="*/ 190 h 1043"/>
                      <a:gd name="T46" fmla="*/ 206 w 350"/>
                      <a:gd name="T47" fmla="*/ 251 h 1043"/>
                      <a:gd name="T48" fmla="*/ 160 w 350"/>
                      <a:gd name="T49" fmla="*/ 284 h 1043"/>
                      <a:gd name="T50" fmla="*/ 112 w 350"/>
                      <a:gd name="T51" fmla="*/ 317 h 1043"/>
                      <a:gd name="T52" fmla="*/ 43 w 350"/>
                      <a:gd name="T53" fmla="*/ 386 h 1043"/>
                      <a:gd name="T54" fmla="*/ 8 w 350"/>
                      <a:gd name="T55" fmla="*/ 459 h 1043"/>
                      <a:gd name="T56" fmla="*/ 0 w 350"/>
                      <a:gd name="T57" fmla="*/ 513 h 1043"/>
                      <a:gd name="T58" fmla="*/ 34 w 350"/>
                      <a:gd name="T59" fmla="*/ 623 h 1043"/>
                      <a:gd name="T60" fmla="*/ 129 w 350"/>
                      <a:gd name="T61" fmla="*/ 728 h 1043"/>
                      <a:gd name="T62" fmla="*/ 172 w 350"/>
                      <a:gd name="T63" fmla="*/ 754 h 1043"/>
                      <a:gd name="T64" fmla="*/ 220 w 350"/>
                      <a:gd name="T65" fmla="*/ 785 h 1043"/>
                      <a:gd name="T66" fmla="*/ 287 w 350"/>
                      <a:gd name="T67" fmla="*/ 849 h 1043"/>
                      <a:gd name="T68" fmla="*/ 312 w 350"/>
                      <a:gd name="T69" fmla="*/ 920 h 1043"/>
                      <a:gd name="T70" fmla="*/ 296 w 350"/>
                      <a:gd name="T71" fmla="*/ 1017 h 1043"/>
                      <a:gd name="T72" fmla="*/ 302 w 350"/>
                      <a:gd name="T73" fmla="*/ 1041 h 1043"/>
                      <a:gd name="T74" fmla="*/ 302 w 350"/>
                      <a:gd name="T75" fmla="*/ 1041 h 1043"/>
                      <a:gd name="T76" fmla="*/ 310 w 350"/>
                      <a:gd name="T77" fmla="*/ 1043 h 1043"/>
                      <a:gd name="T78" fmla="*/ 315 w 350"/>
                      <a:gd name="T79" fmla="*/ 1042 h 1043"/>
                      <a:gd name="T80" fmla="*/ 325 w 350"/>
                      <a:gd name="T81" fmla="*/ 1033 h 1043"/>
                      <a:gd name="T82" fmla="*/ 343 w 350"/>
                      <a:gd name="T83" fmla="*/ 915 h 10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50" h="1043">
                        <a:moveTo>
                          <a:pt x="343" y="915"/>
                        </a:moveTo>
                        <a:cubicBezTo>
                          <a:pt x="338" y="870"/>
                          <a:pt x="320" y="841"/>
                          <a:pt x="313" y="830"/>
                        </a:cubicBezTo>
                        <a:cubicBezTo>
                          <a:pt x="308" y="821"/>
                          <a:pt x="292" y="796"/>
                          <a:pt x="238" y="755"/>
                        </a:cubicBezTo>
                        <a:cubicBezTo>
                          <a:pt x="212" y="736"/>
                          <a:pt x="197" y="728"/>
                          <a:pt x="185" y="722"/>
                        </a:cubicBezTo>
                        <a:cubicBezTo>
                          <a:pt x="174" y="716"/>
                          <a:pt x="164" y="711"/>
                          <a:pt x="147" y="699"/>
                        </a:cubicBezTo>
                        <a:cubicBezTo>
                          <a:pt x="127" y="683"/>
                          <a:pt x="90" y="655"/>
                          <a:pt x="61" y="604"/>
                        </a:cubicBezTo>
                        <a:cubicBezTo>
                          <a:pt x="49" y="584"/>
                          <a:pt x="32" y="553"/>
                          <a:pt x="32" y="513"/>
                        </a:cubicBezTo>
                        <a:cubicBezTo>
                          <a:pt x="32" y="493"/>
                          <a:pt x="37" y="476"/>
                          <a:pt x="38" y="469"/>
                        </a:cubicBezTo>
                        <a:cubicBezTo>
                          <a:pt x="42" y="458"/>
                          <a:pt x="49" y="434"/>
                          <a:pt x="68" y="407"/>
                        </a:cubicBezTo>
                        <a:cubicBezTo>
                          <a:pt x="80" y="390"/>
                          <a:pt x="101" y="370"/>
                          <a:pt x="130" y="346"/>
                        </a:cubicBezTo>
                        <a:cubicBezTo>
                          <a:pt x="151" y="330"/>
                          <a:pt x="163" y="322"/>
                          <a:pt x="175" y="315"/>
                        </a:cubicBezTo>
                        <a:cubicBezTo>
                          <a:pt x="188" y="307"/>
                          <a:pt x="201" y="299"/>
                          <a:pt x="224" y="281"/>
                        </a:cubicBezTo>
                        <a:cubicBezTo>
                          <a:pt x="274" y="242"/>
                          <a:pt x="290" y="220"/>
                          <a:pt x="295" y="212"/>
                        </a:cubicBezTo>
                        <a:cubicBezTo>
                          <a:pt x="312" y="189"/>
                          <a:pt x="324" y="163"/>
                          <a:pt x="330" y="138"/>
                        </a:cubicBezTo>
                        <a:cubicBezTo>
                          <a:pt x="334" y="124"/>
                          <a:pt x="338" y="107"/>
                          <a:pt x="336" y="84"/>
                        </a:cubicBezTo>
                        <a:cubicBezTo>
                          <a:pt x="332" y="48"/>
                          <a:pt x="313" y="21"/>
                          <a:pt x="298" y="5"/>
                        </a:cubicBezTo>
                        <a:cubicBezTo>
                          <a:pt x="295" y="2"/>
                          <a:pt x="291" y="0"/>
                          <a:pt x="286" y="0"/>
                        </a:cubicBezTo>
                        <a:cubicBezTo>
                          <a:pt x="282" y="0"/>
                          <a:pt x="278" y="3"/>
                          <a:pt x="275" y="6"/>
                        </a:cubicBezTo>
                        <a:cubicBezTo>
                          <a:pt x="275" y="7"/>
                          <a:pt x="275" y="7"/>
                          <a:pt x="275" y="7"/>
                        </a:cubicBezTo>
                        <a:cubicBezTo>
                          <a:pt x="270" y="14"/>
                          <a:pt x="270" y="24"/>
                          <a:pt x="276" y="31"/>
                        </a:cubicBezTo>
                        <a:cubicBezTo>
                          <a:pt x="288" y="43"/>
                          <a:pt x="301" y="62"/>
                          <a:pt x="304" y="88"/>
                        </a:cubicBezTo>
                        <a:cubicBezTo>
                          <a:pt x="306" y="104"/>
                          <a:pt x="303" y="117"/>
                          <a:pt x="300" y="129"/>
                        </a:cubicBezTo>
                        <a:cubicBezTo>
                          <a:pt x="295" y="149"/>
                          <a:pt x="285" y="170"/>
                          <a:pt x="270" y="190"/>
                        </a:cubicBezTo>
                        <a:cubicBezTo>
                          <a:pt x="265" y="197"/>
                          <a:pt x="252" y="216"/>
                          <a:pt x="206" y="251"/>
                        </a:cubicBezTo>
                        <a:cubicBezTo>
                          <a:pt x="184" y="268"/>
                          <a:pt x="172" y="276"/>
                          <a:pt x="160" y="284"/>
                        </a:cubicBezTo>
                        <a:cubicBezTo>
                          <a:pt x="146" y="292"/>
                          <a:pt x="134" y="300"/>
                          <a:pt x="112" y="317"/>
                        </a:cubicBezTo>
                        <a:cubicBezTo>
                          <a:pt x="63" y="355"/>
                          <a:pt x="48" y="378"/>
                          <a:pt x="43" y="386"/>
                        </a:cubicBezTo>
                        <a:cubicBezTo>
                          <a:pt x="27" y="409"/>
                          <a:pt x="14" y="435"/>
                          <a:pt x="8" y="459"/>
                        </a:cubicBezTo>
                        <a:cubicBezTo>
                          <a:pt x="6" y="467"/>
                          <a:pt x="0" y="488"/>
                          <a:pt x="0" y="513"/>
                        </a:cubicBezTo>
                        <a:cubicBezTo>
                          <a:pt x="0" y="564"/>
                          <a:pt x="21" y="601"/>
                          <a:pt x="34" y="623"/>
                        </a:cubicBezTo>
                        <a:cubicBezTo>
                          <a:pt x="66" y="681"/>
                          <a:pt x="109" y="713"/>
                          <a:pt x="129" y="728"/>
                        </a:cubicBezTo>
                        <a:cubicBezTo>
                          <a:pt x="149" y="742"/>
                          <a:pt x="160" y="748"/>
                          <a:pt x="172" y="754"/>
                        </a:cubicBezTo>
                        <a:cubicBezTo>
                          <a:pt x="184" y="760"/>
                          <a:pt x="196" y="767"/>
                          <a:pt x="220" y="785"/>
                        </a:cubicBezTo>
                        <a:cubicBezTo>
                          <a:pt x="253" y="809"/>
                          <a:pt x="275" y="831"/>
                          <a:pt x="287" y="849"/>
                        </a:cubicBezTo>
                        <a:cubicBezTo>
                          <a:pt x="292" y="859"/>
                          <a:pt x="307" y="884"/>
                          <a:pt x="312" y="920"/>
                        </a:cubicBezTo>
                        <a:cubicBezTo>
                          <a:pt x="317" y="961"/>
                          <a:pt x="306" y="995"/>
                          <a:pt x="296" y="1017"/>
                        </a:cubicBezTo>
                        <a:cubicBezTo>
                          <a:pt x="292" y="1026"/>
                          <a:pt x="295" y="1036"/>
                          <a:pt x="302" y="1041"/>
                        </a:cubicBezTo>
                        <a:cubicBezTo>
                          <a:pt x="302" y="1041"/>
                          <a:pt x="302" y="1041"/>
                          <a:pt x="302" y="1041"/>
                        </a:cubicBezTo>
                        <a:cubicBezTo>
                          <a:pt x="305" y="1042"/>
                          <a:pt x="308" y="1043"/>
                          <a:pt x="310" y="1043"/>
                        </a:cubicBezTo>
                        <a:cubicBezTo>
                          <a:pt x="312" y="1043"/>
                          <a:pt x="314" y="1043"/>
                          <a:pt x="315" y="1042"/>
                        </a:cubicBezTo>
                        <a:cubicBezTo>
                          <a:pt x="319" y="1041"/>
                          <a:pt x="323" y="1038"/>
                          <a:pt x="325" y="1033"/>
                        </a:cubicBezTo>
                        <a:cubicBezTo>
                          <a:pt x="337" y="1007"/>
                          <a:pt x="350" y="965"/>
                          <a:pt x="343" y="91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4FB7F6"/>
                      </a:gs>
                      <a:gs pos="100000">
                        <a:srgbClr val="459FED"/>
                      </a:gs>
                    </a:gsLst>
                    <a:lin ang="0" scaled="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06" name="Freeform 75">
                    <a:extLst>
                      <a:ext uri="{FF2B5EF4-FFF2-40B4-BE49-F238E27FC236}">
                        <a16:creationId xmlns:a16="http://schemas.microsoft.com/office/drawing/2014/main" id="{3902769C-C883-D500-5712-30DE1CBBE8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2" y="995"/>
                    <a:ext cx="443" cy="31"/>
                  </a:xfrm>
                  <a:custGeom>
                    <a:avLst/>
                    <a:gdLst>
                      <a:gd name="T0" fmla="*/ 179 w 185"/>
                      <a:gd name="T1" fmla="*/ 13 h 13"/>
                      <a:gd name="T2" fmla="*/ 6 w 185"/>
                      <a:gd name="T3" fmla="*/ 13 h 13"/>
                      <a:gd name="T4" fmla="*/ 0 w 185"/>
                      <a:gd name="T5" fmla="*/ 7 h 13"/>
                      <a:gd name="T6" fmla="*/ 0 w 185"/>
                      <a:gd name="T7" fmla="*/ 7 h 13"/>
                      <a:gd name="T8" fmla="*/ 6 w 185"/>
                      <a:gd name="T9" fmla="*/ 0 h 13"/>
                      <a:gd name="T10" fmla="*/ 179 w 185"/>
                      <a:gd name="T11" fmla="*/ 0 h 13"/>
                      <a:gd name="T12" fmla="*/ 185 w 185"/>
                      <a:gd name="T13" fmla="*/ 7 h 13"/>
                      <a:gd name="T14" fmla="*/ 185 w 185"/>
                      <a:gd name="T15" fmla="*/ 7 h 13"/>
                      <a:gd name="T16" fmla="*/ 179 w 185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85" h="13">
                        <a:moveTo>
                          <a:pt x="179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1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79" y="0"/>
                          <a:pt x="179" y="0"/>
                          <a:pt x="179" y="0"/>
                        </a:cubicBezTo>
                        <a:cubicBezTo>
                          <a:pt x="182" y="0"/>
                          <a:pt x="185" y="3"/>
                          <a:pt x="185" y="7"/>
                        </a:cubicBezTo>
                        <a:cubicBezTo>
                          <a:pt x="185" y="7"/>
                          <a:pt x="185" y="7"/>
                          <a:pt x="185" y="7"/>
                        </a:cubicBezTo>
                        <a:cubicBezTo>
                          <a:pt x="185" y="11"/>
                          <a:pt x="182" y="13"/>
                          <a:pt x="179" y="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4FB7F6"/>
                      </a:gs>
                      <a:gs pos="100000">
                        <a:srgbClr val="459FED"/>
                      </a:gs>
                    </a:gsLst>
                    <a:lin ang="0" scaled="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07" name="Freeform 76">
                    <a:extLst>
                      <a:ext uri="{FF2B5EF4-FFF2-40B4-BE49-F238E27FC236}">
                        <a16:creationId xmlns:a16="http://schemas.microsoft.com/office/drawing/2014/main" id="{EB163F55-4ACE-DBB9-A5B6-8D263DD1FF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79" y="1173"/>
                    <a:ext cx="522" cy="31"/>
                  </a:xfrm>
                  <a:custGeom>
                    <a:avLst/>
                    <a:gdLst>
                      <a:gd name="T0" fmla="*/ 213 w 218"/>
                      <a:gd name="T1" fmla="*/ 13 h 13"/>
                      <a:gd name="T2" fmla="*/ 6 w 218"/>
                      <a:gd name="T3" fmla="*/ 13 h 13"/>
                      <a:gd name="T4" fmla="*/ 0 w 218"/>
                      <a:gd name="T5" fmla="*/ 7 h 13"/>
                      <a:gd name="T6" fmla="*/ 0 w 218"/>
                      <a:gd name="T7" fmla="*/ 7 h 13"/>
                      <a:gd name="T8" fmla="*/ 6 w 218"/>
                      <a:gd name="T9" fmla="*/ 0 h 13"/>
                      <a:gd name="T10" fmla="*/ 213 w 218"/>
                      <a:gd name="T11" fmla="*/ 0 h 13"/>
                      <a:gd name="T12" fmla="*/ 218 w 218"/>
                      <a:gd name="T13" fmla="*/ 7 h 13"/>
                      <a:gd name="T14" fmla="*/ 218 w 218"/>
                      <a:gd name="T15" fmla="*/ 7 h 13"/>
                      <a:gd name="T16" fmla="*/ 213 w 218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18" h="13">
                        <a:moveTo>
                          <a:pt x="213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213" y="0"/>
                          <a:pt x="213" y="0"/>
                          <a:pt x="213" y="0"/>
                        </a:cubicBezTo>
                        <a:cubicBezTo>
                          <a:pt x="216" y="0"/>
                          <a:pt x="218" y="3"/>
                          <a:pt x="218" y="7"/>
                        </a:cubicBezTo>
                        <a:cubicBezTo>
                          <a:pt x="218" y="7"/>
                          <a:pt x="218" y="7"/>
                          <a:pt x="218" y="7"/>
                        </a:cubicBezTo>
                        <a:cubicBezTo>
                          <a:pt x="218" y="10"/>
                          <a:pt x="216" y="13"/>
                          <a:pt x="213" y="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4FB7F6"/>
                      </a:gs>
                      <a:gs pos="100000">
                        <a:srgbClr val="459FED"/>
                      </a:gs>
                    </a:gsLst>
                    <a:lin ang="0" scaled="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08" name="Freeform 77">
                    <a:extLst>
                      <a:ext uri="{FF2B5EF4-FFF2-40B4-BE49-F238E27FC236}">
                        <a16:creationId xmlns:a16="http://schemas.microsoft.com/office/drawing/2014/main" id="{0DCD3BB9-9FB2-6460-8A7A-BE49FC36D9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44" y="1380"/>
                    <a:ext cx="368" cy="31"/>
                  </a:xfrm>
                  <a:custGeom>
                    <a:avLst/>
                    <a:gdLst>
                      <a:gd name="T0" fmla="*/ 149 w 154"/>
                      <a:gd name="T1" fmla="*/ 13 h 13"/>
                      <a:gd name="T2" fmla="*/ 6 w 154"/>
                      <a:gd name="T3" fmla="*/ 13 h 13"/>
                      <a:gd name="T4" fmla="*/ 0 w 154"/>
                      <a:gd name="T5" fmla="*/ 7 h 13"/>
                      <a:gd name="T6" fmla="*/ 0 w 154"/>
                      <a:gd name="T7" fmla="*/ 7 h 13"/>
                      <a:gd name="T8" fmla="*/ 6 w 154"/>
                      <a:gd name="T9" fmla="*/ 0 h 13"/>
                      <a:gd name="T10" fmla="*/ 149 w 154"/>
                      <a:gd name="T11" fmla="*/ 0 h 13"/>
                      <a:gd name="T12" fmla="*/ 154 w 154"/>
                      <a:gd name="T13" fmla="*/ 7 h 13"/>
                      <a:gd name="T14" fmla="*/ 154 w 154"/>
                      <a:gd name="T15" fmla="*/ 7 h 13"/>
                      <a:gd name="T16" fmla="*/ 149 w 154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54" h="13">
                        <a:moveTo>
                          <a:pt x="149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49" y="0"/>
                          <a:pt x="149" y="0"/>
                          <a:pt x="149" y="0"/>
                        </a:cubicBezTo>
                        <a:cubicBezTo>
                          <a:pt x="152" y="0"/>
                          <a:pt x="154" y="3"/>
                          <a:pt x="154" y="7"/>
                        </a:cubicBezTo>
                        <a:cubicBezTo>
                          <a:pt x="154" y="7"/>
                          <a:pt x="154" y="7"/>
                          <a:pt x="154" y="7"/>
                        </a:cubicBezTo>
                        <a:cubicBezTo>
                          <a:pt x="154" y="10"/>
                          <a:pt x="152" y="13"/>
                          <a:pt x="149" y="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4FB7F6"/>
                      </a:gs>
                      <a:gs pos="100000">
                        <a:srgbClr val="459FED"/>
                      </a:gs>
                    </a:gsLst>
                    <a:lin ang="0" scaled="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09" name="Freeform 78">
                    <a:extLst>
                      <a:ext uri="{FF2B5EF4-FFF2-40B4-BE49-F238E27FC236}">
                        <a16:creationId xmlns:a16="http://schemas.microsoft.com/office/drawing/2014/main" id="{80EE2922-68BF-5798-AA17-781400A0D3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2" y="3284"/>
                    <a:ext cx="443" cy="31"/>
                  </a:xfrm>
                  <a:custGeom>
                    <a:avLst/>
                    <a:gdLst>
                      <a:gd name="T0" fmla="*/ 179 w 185"/>
                      <a:gd name="T1" fmla="*/ 13 h 13"/>
                      <a:gd name="T2" fmla="*/ 6 w 185"/>
                      <a:gd name="T3" fmla="*/ 13 h 13"/>
                      <a:gd name="T4" fmla="*/ 0 w 185"/>
                      <a:gd name="T5" fmla="*/ 7 h 13"/>
                      <a:gd name="T6" fmla="*/ 0 w 185"/>
                      <a:gd name="T7" fmla="*/ 7 h 13"/>
                      <a:gd name="T8" fmla="*/ 6 w 185"/>
                      <a:gd name="T9" fmla="*/ 0 h 13"/>
                      <a:gd name="T10" fmla="*/ 179 w 185"/>
                      <a:gd name="T11" fmla="*/ 0 h 13"/>
                      <a:gd name="T12" fmla="*/ 185 w 185"/>
                      <a:gd name="T13" fmla="*/ 7 h 13"/>
                      <a:gd name="T14" fmla="*/ 185 w 185"/>
                      <a:gd name="T15" fmla="*/ 7 h 13"/>
                      <a:gd name="T16" fmla="*/ 179 w 185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85" h="13">
                        <a:moveTo>
                          <a:pt x="179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79" y="0"/>
                          <a:pt x="179" y="0"/>
                          <a:pt x="179" y="0"/>
                        </a:cubicBezTo>
                        <a:cubicBezTo>
                          <a:pt x="182" y="0"/>
                          <a:pt x="185" y="3"/>
                          <a:pt x="185" y="7"/>
                        </a:cubicBezTo>
                        <a:cubicBezTo>
                          <a:pt x="185" y="7"/>
                          <a:pt x="185" y="7"/>
                          <a:pt x="185" y="7"/>
                        </a:cubicBezTo>
                        <a:cubicBezTo>
                          <a:pt x="185" y="10"/>
                          <a:pt x="182" y="13"/>
                          <a:pt x="179" y="13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0" name="Freeform 79">
                    <a:extLst>
                      <a:ext uri="{FF2B5EF4-FFF2-40B4-BE49-F238E27FC236}">
                        <a16:creationId xmlns:a16="http://schemas.microsoft.com/office/drawing/2014/main" id="{013801AF-31C0-4A64-3B15-2878AAF8C7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79" y="3106"/>
                    <a:ext cx="522" cy="31"/>
                  </a:xfrm>
                  <a:custGeom>
                    <a:avLst/>
                    <a:gdLst>
                      <a:gd name="T0" fmla="*/ 213 w 218"/>
                      <a:gd name="T1" fmla="*/ 13 h 13"/>
                      <a:gd name="T2" fmla="*/ 6 w 218"/>
                      <a:gd name="T3" fmla="*/ 13 h 13"/>
                      <a:gd name="T4" fmla="*/ 0 w 218"/>
                      <a:gd name="T5" fmla="*/ 7 h 13"/>
                      <a:gd name="T6" fmla="*/ 0 w 218"/>
                      <a:gd name="T7" fmla="*/ 7 h 13"/>
                      <a:gd name="T8" fmla="*/ 6 w 218"/>
                      <a:gd name="T9" fmla="*/ 0 h 13"/>
                      <a:gd name="T10" fmla="*/ 213 w 218"/>
                      <a:gd name="T11" fmla="*/ 0 h 13"/>
                      <a:gd name="T12" fmla="*/ 218 w 218"/>
                      <a:gd name="T13" fmla="*/ 7 h 13"/>
                      <a:gd name="T14" fmla="*/ 218 w 218"/>
                      <a:gd name="T15" fmla="*/ 7 h 13"/>
                      <a:gd name="T16" fmla="*/ 213 w 218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18" h="13">
                        <a:moveTo>
                          <a:pt x="213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213" y="0"/>
                          <a:pt x="213" y="0"/>
                          <a:pt x="213" y="0"/>
                        </a:cubicBezTo>
                        <a:cubicBezTo>
                          <a:pt x="216" y="0"/>
                          <a:pt x="218" y="3"/>
                          <a:pt x="218" y="7"/>
                        </a:cubicBezTo>
                        <a:cubicBezTo>
                          <a:pt x="218" y="7"/>
                          <a:pt x="218" y="7"/>
                          <a:pt x="218" y="7"/>
                        </a:cubicBezTo>
                        <a:cubicBezTo>
                          <a:pt x="218" y="10"/>
                          <a:pt x="216" y="13"/>
                          <a:pt x="213" y="13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1" name="Freeform 80">
                    <a:extLst>
                      <a:ext uri="{FF2B5EF4-FFF2-40B4-BE49-F238E27FC236}">
                        <a16:creationId xmlns:a16="http://schemas.microsoft.com/office/drawing/2014/main" id="{C9989453-F5BA-BD51-FA64-EACC88B62D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44" y="2899"/>
                    <a:ext cx="368" cy="31"/>
                  </a:xfrm>
                  <a:custGeom>
                    <a:avLst/>
                    <a:gdLst>
                      <a:gd name="T0" fmla="*/ 149 w 154"/>
                      <a:gd name="T1" fmla="*/ 13 h 13"/>
                      <a:gd name="T2" fmla="*/ 6 w 154"/>
                      <a:gd name="T3" fmla="*/ 13 h 13"/>
                      <a:gd name="T4" fmla="*/ 0 w 154"/>
                      <a:gd name="T5" fmla="*/ 7 h 13"/>
                      <a:gd name="T6" fmla="*/ 0 w 154"/>
                      <a:gd name="T7" fmla="*/ 7 h 13"/>
                      <a:gd name="T8" fmla="*/ 6 w 154"/>
                      <a:gd name="T9" fmla="*/ 0 h 13"/>
                      <a:gd name="T10" fmla="*/ 149 w 154"/>
                      <a:gd name="T11" fmla="*/ 0 h 13"/>
                      <a:gd name="T12" fmla="*/ 154 w 154"/>
                      <a:gd name="T13" fmla="*/ 7 h 13"/>
                      <a:gd name="T14" fmla="*/ 154 w 154"/>
                      <a:gd name="T15" fmla="*/ 7 h 13"/>
                      <a:gd name="T16" fmla="*/ 149 w 154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54" h="13">
                        <a:moveTo>
                          <a:pt x="149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49" y="0"/>
                          <a:pt x="149" y="0"/>
                          <a:pt x="149" y="0"/>
                        </a:cubicBezTo>
                        <a:cubicBezTo>
                          <a:pt x="152" y="0"/>
                          <a:pt x="154" y="3"/>
                          <a:pt x="154" y="7"/>
                        </a:cubicBezTo>
                        <a:cubicBezTo>
                          <a:pt x="154" y="7"/>
                          <a:pt x="154" y="7"/>
                          <a:pt x="154" y="7"/>
                        </a:cubicBezTo>
                        <a:cubicBezTo>
                          <a:pt x="154" y="10"/>
                          <a:pt x="152" y="13"/>
                          <a:pt x="149" y="13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2" name="Freeform 81">
                    <a:extLst>
                      <a:ext uri="{FF2B5EF4-FFF2-40B4-BE49-F238E27FC236}">
                        <a16:creationId xmlns:a16="http://schemas.microsoft.com/office/drawing/2014/main" id="{07DCD59E-1880-C1E8-8F2A-F5525FDBBF3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44" y="1863"/>
                    <a:ext cx="368" cy="31"/>
                  </a:xfrm>
                  <a:custGeom>
                    <a:avLst/>
                    <a:gdLst>
                      <a:gd name="T0" fmla="*/ 149 w 154"/>
                      <a:gd name="T1" fmla="*/ 13 h 13"/>
                      <a:gd name="T2" fmla="*/ 6 w 154"/>
                      <a:gd name="T3" fmla="*/ 13 h 13"/>
                      <a:gd name="T4" fmla="*/ 0 w 154"/>
                      <a:gd name="T5" fmla="*/ 7 h 13"/>
                      <a:gd name="T6" fmla="*/ 0 w 154"/>
                      <a:gd name="T7" fmla="*/ 7 h 13"/>
                      <a:gd name="T8" fmla="*/ 6 w 154"/>
                      <a:gd name="T9" fmla="*/ 0 h 13"/>
                      <a:gd name="T10" fmla="*/ 149 w 154"/>
                      <a:gd name="T11" fmla="*/ 0 h 13"/>
                      <a:gd name="T12" fmla="*/ 154 w 154"/>
                      <a:gd name="T13" fmla="*/ 7 h 13"/>
                      <a:gd name="T14" fmla="*/ 154 w 154"/>
                      <a:gd name="T15" fmla="*/ 7 h 13"/>
                      <a:gd name="T16" fmla="*/ 149 w 154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54" h="13">
                        <a:moveTo>
                          <a:pt x="149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49" y="0"/>
                          <a:pt x="149" y="0"/>
                          <a:pt x="149" y="0"/>
                        </a:cubicBezTo>
                        <a:cubicBezTo>
                          <a:pt x="152" y="0"/>
                          <a:pt x="154" y="3"/>
                          <a:pt x="154" y="7"/>
                        </a:cubicBezTo>
                        <a:cubicBezTo>
                          <a:pt x="154" y="7"/>
                          <a:pt x="154" y="7"/>
                          <a:pt x="154" y="7"/>
                        </a:cubicBezTo>
                        <a:cubicBezTo>
                          <a:pt x="154" y="10"/>
                          <a:pt x="152" y="13"/>
                          <a:pt x="149" y="13"/>
                        </a:cubicBezTo>
                        <a:close/>
                      </a:path>
                    </a:pathLst>
                  </a:custGeom>
                  <a:solidFill>
                    <a:srgbClr val="F4626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3" name="Freeform 82">
                    <a:extLst>
                      <a:ext uri="{FF2B5EF4-FFF2-40B4-BE49-F238E27FC236}">
                        <a16:creationId xmlns:a16="http://schemas.microsoft.com/office/drawing/2014/main" id="{A949F390-3C02-B906-E2A7-000A5D674B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97" y="2445"/>
                    <a:ext cx="265" cy="31"/>
                  </a:xfrm>
                  <a:custGeom>
                    <a:avLst/>
                    <a:gdLst>
                      <a:gd name="T0" fmla="*/ 105 w 111"/>
                      <a:gd name="T1" fmla="*/ 13 h 13"/>
                      <a:gd name="T2" fmla="*/ 5 w 111"/>
                      <a:gd name="T3" fmla="*/ 13 h 13"/>
                      <a:gd name="T4" fmla="*/ 0 w 111"/>
                      <a:gd name="T5" fmla="*/ 7 h 13"/>
                      <a:gd name="T6" fmla="*/ 0 w 111"/>
                      <a:gd name="T7" fmla="*/ 7 h 13"/>
                      <a:gd name="T8" fmla="*/ 5 w 111"/>
                      <a:gd name="T9" fmla="*/ 0 h 13"/>
                      <a:gd name="T10" fmla="*/ 105 w 111"/>
                      <a:gd name="T11" fmla="*/ 0 h 13"/>
                      <a:gd name="T12" fmla="*/ 111 w 111"/>
                      <a:gd name="T13" fmla="*/ 7 h 13"/>
                      <a:gd name="T14" fmla="*/ 111 w 111"/>
                      <a:gd name="T15" fmla="*/ 7 h 13"/>
                      <a:gd name="T16" fmla="*/ 105 w 111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11" h="13">
                        <a:moveTo>
                          <a:pt x="105" y="13"/>
                        </a:moveTo>
                        <a:cubicBezTo>
                          <a:pt x="5" y="13"/>
                          <a:pt x="5" y="13"/>
                          <a:pt x="5" y="13"/>
                        </a:cubicBezTo>
                        <a:cubicBezTo>
                          <a:pt x="2" y="13"/>
                          <a:pt x="0" y="10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2" y="0"/>
                          <a:pt x="5" y="0"/>
                        </a:cubicBezTo>
                        <a:cubicBezTo>
                          <a:pt x="105" y="0"/>
                          <a:pt x="105" y="0"/>
                          <a:pt x="105" y="0"/>
                        </a:cubicBezTo>
                        <a:cubicBezTo>
                          <a:pt x="109" y="0"/>
                          <a:pt x="111" y="3"/>
                          <a:pt x="111" y="7"/>
                        </a:cubicBezTo>
                        <a:cubicBezTo>
                          <a:pt x="111" y="7"/>
                          <a:pt x="111" y="7"/>
                          <a:pt x="111" y="7"/>
                        </a:cubicBezTo>
                        <a:cubicBezTo>
                          <a:pt x="111" y="10"/>
                          <a:pt x="109" y="13"/>
                          <a:pt x="105" y="13"/>
                        </a:cubicBezTo>
                        <a:close/>
                      </a:path>
                    </a:pathLst>
                  </a:custGeom>
                  <a:solidFill>
                    <a:srgbClr val="F4626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4" name="Freeform 83">
                    <a:extLst>
                      <a:ext uri="{FF2B5EF4-FFF2-40B4-BE49-F238E27FC236}">
                        <a16:creationId xmlns:a16="http://schemas.microsoft.com/office/drawing/2014/main" id="{610FFF61-977C-E877-2B0D-0AD6C842E7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94" y="2257"/>
                    <a:ext cx="471" cy="31"/>
                  </a:xfrm>
                  <a:custGeom>
                    <a:avLst/>
                    <a:gdLst>
                      <a:gd name="T0" fmla="*/ 191 w 197"/>
                      <a:gd name="T1" fmla="*/ 13 h 13"/>
                      <a:gd name="T2" fmla="*/ 6 w 197"/>
                      <a:gd name="T3" fmla="*/ 13 h 13"/>
                      <a:gd name="T4" fmla="*/ 0 w 197"/>
                      <a:gd name="T5" fmla="*/ 7 h 13"/>
                      <a:gd name="T6" fmla="*/ 0 w 197"/>
                      <a:gd name="T7" fmla="*/ 7 h 13"/>
                      <a:gd name="T8" fmla="*/ 6 w 197"/>
                      <a:gd name="T9" fmla="*/ 0 h 13"/>
                      <a:gd name="T10" fmla="*/ 191 w 197"/>
                      <a:gd name="T11" fmla="*/ 0 h 13"/>
                      <a:gd name="T12" fmla="*/ 197 w 197"/>
                      <a:gd name="T13" fmla="*/ 7 h 13"/>
                      <a:gd name="T14" fmla="*/ 197 w 197"/>
                      <a:gd name="T15" fmla="*/ 7 h 13"/>
                      <a:gd name="T16" fmla="*/ 191 w 197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7" h="13">
                        <a:moveTo>
                          <a:pt x="191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91" y="0"/>
                          <a:pt x="191" y="0"/>
                          <a:pt x="191" y="0"/>
                        </a:cubicBezTo>
                        <a:cubicBezTo>
                          <a:pt x="194" y="0"/>
                          <a:pt x="197" y="3"/>
                          <a:pt x="197" y="7"/>
                        </a:cubicBezTo>
                        <a:cubicBezTo>
                          <a:pt x="197" y="7"/>
                          <a:pt x="197" y="7"/>
                          <a:pt x="197" y="7"/>
                        </a:cubicBezTo>
                        <a:cubicBezTo>
                          <a:pt x="197" y="10"/>
                          <a:pt x="194" y="13"/>
                          <a:pt x="191" y="13"/>
                        </a:cubicBezTo>
                        <a:close/>
                      </a:path>
                    </a:pathLst>
                  </a:custGeom>
                  <a:solidFill>
                    <a:srgbClr val="F4626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5" name="Freeform 84">
                    <a:extLst>
                      <a:ext uri="{FF2B5EF4-FFF2-40B4-BE49-F238E27FC236}">
                        <a16:creationId xmlns:a16="http://schemas.microsoft.com/office/drawing/2014/main" id="{438187D7-7861-44E3-8B9E-263964F3DC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36" y="2074"/>
                    <a:ext cx="608" cy="31"/>
                  </a:xfrm>
                  <a:custGeom>
                    <a:avLst/>
                    <a:gdLst>
                      <a:gd name="T0" fmla="*/ 249 w 254"/>
                      <a:gd name="T1" fmla="*/ 13 h 13"/>
                      <a:gd name="T2" fmla="*/ 6 w 254"/>
                      <a:gd name="T3" fmla="*/ 13 h 13"/>
                      <a:gd name="T4" fmla="*/ 0 w 254"/>
                      <a:gd name="T5" fmla="*/ 7 h 13"/>
                      <a:gd name="T6" fmla="*/ 0 w 254"/>
                      <a:gd name="T7" fmla="*/ 7 h 13"/>
                      <a:gd name="T8" fmla="*/ 6 w 254"/>
                      <a:gd name="T9" fmla="*/ 0 h 13"/>
                      <a:gd name="T10" fmla="*/ 249 w 254"/>
                      <a:gd name="T11" fmla="*/ 0 h 13"/>
                      <a:gd name="T12" fmla="*/ 254 w 254"/>
                      <a:gd name="T13" fmla="*/ 7 h 13"/>
                      <a:gd name="T14" fmla="*/ 254 w 254"/>
                      <a:gd name="T15" fmla="*/ 7 h 13"/>
                      <a:gd name="T16" fmla="*/ 249 w 254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54" h="13">
                        <a:moveTo>
                          <a:pt x="249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249" y="0"/>
                          <a:pt x="249" y="0"/>
                          <a:pt x="249" y="0"/>
                        </a:cubicBezTo>
                        <a:cubicBezTo>
                          <a:pt x="252" y="0"/>
                          <a:pt x="254" y="3"/>
                          <a:pt x="254" y="7"/>
                        </a:cubicBezTo>
                        <a:cubicBezTo>
                          <a:pt x="254" y="7"/>
                          <a:pt x="254" y="7"/>
                          <a:pt x="254" y="7"/>
                        </a:cubicBezTo>
                        <a:cubicBezTo>
                          <a:pt x="254" y="10"/>
                          <a:pt x="252" y="13"/>
                          <a:pt x="249" y="13"/>
                        </a:cubicBezTo>
                        <a:close/>
                      </a:path>
                    </a:pathLst>
                  </a:custGeom>
                  <a:solidFill>
                    <a:srgbClr val="F4626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pic>
              <p:nvPicPr>
                <p:cNvPr id="289" name="Picture 32">
                  <a:extLst>
                    <a:ext uri="{FF2B5EF4-FFF2-40B4-BE49-F238E27FC236}">
                      <a16:creationId xmlns:a16="http://schemas.microsoft.com/office/drawing/2014/main" id="{9EBA37B1-BBE6-1D75-4D8F-70D05E934AA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46808" y="2600364"/>
                  <a:ext cx="14859" cy="14513"/>
                </a:xfrm>
                <a:prstGeom prst="rect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</p:pic>
            <p:sp>
              <p:nvSpPr>
                <p:cNvPr id="290" name="Freeform 33">
                  <a:extLst>
                    <a:ext uri="{FF2B5EF4-FFF2-40B4-BE49-F238E27FC236}">
                      <a16:creationId xmlns:a16="http://schemas.microsoft.com/office/drawing/2014/main" id="{221AC76D-40F7-CBDE-3A73-B427CE7458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3275" y="2404781"/>
                  <a:ext cx="194546" cy="829671"/>
                </a:xfrm>
                <a:custGeom>
                  <a:avLst/>
                  <a:gdLst>
                    <a:gd name="T0" fmla="*/ 237 w 237"/>
                    <a:gd name="T1" fmla="*/ 0 h 1010"/>
                    <a:gd name="T2" fmla="*/ 0 w 237"/>
                    <a:gd name="T3" fmla="*/ 0 h 1010"/>
                    <a:gd name="T4" fmla="*/ 0 w 237"/>
                    <a:gd name="T5" fmla="*/ 27 h 1010"/>
                    <a:gd name="T6" fmla="*/ 16 w 237"/>
                    <a:gd name="T7" fmla="*/ 27 h 1010"/>
                    <a:gd name="T8" fmla="*/ 16 w 237"/>
                    <a:gd name="T9" fmla="*/ 908 h 1010"/>
                    <a:gd name="T10" fmla="*/ 119 w 237"/>
                    <a:gd name="T11" fmla="*/ 1010 h 1010"/>
                    <a:gd name="T12" fmla="*/ 221 w 237"/>
                    <a:gd name="T13" fmla="*/ 908 h 1010"/>
                    <a:gd name="T14" fmla="*/ 221 w 237"/>
                    <a:gd name="T15" fmla="*/ 27 h 1010"/>
                    <a:gd name="T16" fmla="*/ 237 w 237"/>
                    <a:gd name="T17" fmla="*/ 27 h 1010"/>
                    <a:gd name="T18" fmla="*/ 237 w 237"/>
                    <a:gd name="T19" fmla="*/ 0 h 10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7" h="1010">
                      <a:moveTo>
                        <a:pt x="23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16" y="27"/>
                        <a:pt x="16" y="27"/>
                        <a:pt x="16" y="27"/>
                      </a:cubicBezTo>
                      <a:cubicBezTo>
                        <a:pt x="16" y="908"/>
                        <a:pt x="16" y="908"/>
                        <a:pt x="16" y="908"/>
                      </a:cubicBezTo>
                      <a:cubicBezTo>
                        <a:pt x="16" y="908"/>
                        <a:pt x="16" y="1010"/>
                        <a:pt x="119" y="1010"/>
                      </a:cubicBezTo>
                      <a:cubicBezTo>
                        <a:pt x="221" y="1010"/>
                        <a:pt x="221" y="908"/>
                        <a:pt x="221" y="908"/>
                      </a:cubicBezTo>
                      <a:cubicBezTo>
                        <a:pt x="221" y="27"/>
                        <a:pt x="221" y="27"/>
                        <a:pt x="221" y="27"/>
                      </a:cubicBezTo>
                      <a:cubicBezTo>
                        <a:pt x="237" y="27"/>
                        <a:pt x="237" y="27"/>
                        <a:pt x="237" y="27"/>
                      </a:cubicBezTo>
                      <a:cubicBezTo>
                        <a:pt x="237" y="0"/>
                        <a:pt x="237" y="0"/>
                        <a:pt x="237" y="0"/>
                      </a:cubicBezTo>
                    </a:path>
                  </a:pathLst>
                </a:custGeom>
                <a:gradFill>
                  <a:gsLst>
                    <a:gs pos="2000">
                      <a:srgbClr val="AFDEF9">
                        <a:alpha val="25000"/>
                      </a:srgbClr>
                    </a:gs>
                    <a:gs pos="100000">
                      <a:srgbClr val="AFDEF9">
                        <a:alpha val="50000"/>
                      </a:srgbClr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1" name="Freeform 34">
                  <a:extLst>
                    <a:ext uri="{FF2B5EF4-FFF2-40B4-BE49-F238E27FC236}">
                      <a16:creationId xmlns:a16="http://schemas.microsoft.com/office/drawing/2014/main" id="{07D50D19-CED6-DCF6-D252-BD948A69D8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31258" y="2695391"/>
                  <a:ext cx="139258" cy="518328"/>
                </a:xfrm>
                <a:custGeom>
                  <a:avLst/>
                  <a:gdLst>
                    <a:gd name="T0" fmla="*/ 0 w 170"/>
                    <a:gd name="T1" fmla="*/ 0 h 631"/>
                    <a:gd name="T2" fmla="*/ 0 w 170"/>
                    <a:gd name="T3" fmla="*/ 546 h 631"/>
                    <a:gd name="T4" fmla="*/ 85 w 170"/>
                    <a:gd name="T5" fmla="*/ 631 h 631"/>
                    <a:gd name="T6" fmla="*/ 170 w 170"/>
                    <a:gd name="T7" fmla="*/ 546 h 631"/>
                    <a:gd name="T8" fmla="*/ 170 w 170"/>
                    <a:gd name="T9" fmla="*/ 0 h 631"/>
                    <a:gd name="T10" fmla="*/ 0 w 170"/>
                    <a:gd name="T11" fmla="*/ 0 h 6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0" h="631">
                      <a:moveTo>
                        <a:pt x="0" y="0"/>
                      </a:moveTo>
                      <a:cubicBezTo>
                        <a:pt x="0" y="546"/>
                        <a:pt x="0" y="546"/>
                        <a:pt x="0" y="546"/>
                      </a:cubicBezTo>
                      <a:cubicBezTo>
                        <a:pt x="0" y="546"/>
                        <a:pt x="0" y="631"/>
                        <a:pt x="85" y="631"/>
                      </a:cubicBezTo>
                      <a:cubicBezTo>
                        <a:pt x="170" y="631"/>
                        <a:pt x="170" y="546"/>
                        <a:pt x="170" y="546"/>
                      </a:cubicBezTo>
                      <a:cubicBezTo>
                        <a:pt x="170" y="0"/>
                        <a:pt x="170" y="0"/>
                        <a:pt x="17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adFill>
                  <a:gsLst>
                    <a:gs pos="100000">
                      <a:srgbClr val="F46262"/>
                    </a:gs>
                    <a:gs pos="0">
                      <a:srgbClr val="F89696">
                        <a:alpha val="50000"/>
                      </a:srgbClr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2" name="Rectangle 36">
                  <a:extLst>
                    <a:ext uri="{FF2B5EF4-FFF2-40B4-BE49-F238E27FC236}">
                      <a16:creationId xmlns:a16="http://schemas.microsoft.com/office/drawing/2014/main" id="{3C7DF06E-31F2-AC67-6F98-08CFA5174A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0954" y="2444865"/>
                  <a:ext cx="23843" cy="2505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3" name="Rectangle 38">
                  <a:extLst>
                    <a:ext uri="{FF2B5EF4-FFF2-40B4-BE49-F238E27FC236}">
                      <a16:creationId xmlns:a16="http://schemas.microsoft.com/office/drawing/2014/main" id="{0ABE6D60-BD8C-CF25-9C26-AC49065872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0954" y="2695391"/>
                  <a:ext cx="23843" cy="4568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4" name="Oval 39">
                  <a:extLst>
                    <a:ext uri="{FF2B5EF4-FFF2-40B4-BE49-F238E27FC236}">
                      <a16:creationId xmlns:a16="http://schemas.microsoft.com/office/drawing/2014/main" id="{03FEDC1E-055F-7B7F-DA17-E96CEF90B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5593" y="2658417"/>
                  <a:ext cx="20387" cy="20734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5" name="Oval 40">
                  <a:extLst>
                    <a:ext uri="{FF2B5EF4-FFF2-40B4-BE49-F238E27FC236}">
                      <a16:creationId xmlns:a16="http://schemas.microsoft.com/office/drawing/2014/main" id="{52118EE5-5EB1-104E-01F6-37606D979C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05897" y="2549222"/>
                  <a:ext cx="13131" cy="13131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6" name="Oval 41">
                  <a:extLst>
                    <a:ext uri="{FF2B5EF4-FFF2-40B4-BE49-F238E27FC236}">
                      <a16:creationId xmlns:a16="http://schemas.microsoft.com/office/drawing/2014/main" id="{948A6713-C299-619B-72F9-57650D6B46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89311" y="2628008"/>
                  <a:ext cx="23152" cy="23152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7" name="Oval 42">
                  <a:extLst>
                    <a:ext uri="{FF2B5EF4-FFF2-40B4-BE49-F238E27FC236}">
                      <a16:creationId xmlns:a16="http://schemas.microsoft.com/office/drawing/2014/main" id="{5EE9FD7D-9DD1-42C7-2E79-11C10D859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67195" y="2563390"/>
                  <a:ext cx="12440" cy="12094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8" name="Oval 43">
                  <a:extLst>
                    <a:ext uri="{FF2B5EF4-FFF2-40B4-BE49-F238E27FC236}">
                      <a16:creationId xmlns:a16="http://schemas.microsoft.com/office/drawing/2014/main" id="{11E535A7-D0D3-253C-96DB-A792EEFB95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44389" y="2654270"/>
                  <a:ext cx="20387" cy="20734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0" name="Oval 44">
                  <a:extLst>
                    <a:ext uri="{FF2B5EF4-FFF2-40B4-BE49-F238E27FC236}">
                      <a16:creationId xmlns:a16="http://schemas.microsoft.com/office/drawing/2014/main" id="{65C66C24-0055-2548-A681-D812C66C8A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5593" y="2613495"/>
                  <a:ext cx="8985" cy="7948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1" name="Oval 45">
                  <a:extLst>
                    <a:ext uri="{FF2B5EF4-FFF2-40B4-BE49-F238E27FC236}">
                      <a16:creationId xmlns:a16="http://schemas.microsoft.com/office/drawing/2014/main" id="{B93090B3-3428-2A41-6B43-08BD27D5F6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33887" y="2570646"/>
                  <a:ext cx="18660" cy="19006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2" name="Oval 46">
                  <a:extLst>
                    <a:ext uri="{FF2B5EF4-FFF2-40B4-BE49-F238E27FC236}">
                      <a16:creationId xmlns:a16="http://schemas.microsoft.com/office/drawing/2014/main" id="{4A46C531-9103-7435-43A5-376F94F17C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5185" y="2583777"/>
                  <a:ext cx="14859" cy="14859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82F1F8F6-6947-B6F4-A11A-F21BEAD13A2C}"/>
                    </a:ext>
                  </a:extLst>
                </p:cNvPr>
                <p:cNvSpPr/>
                <p:nvPr/>
              </p:nvSpPr>
              <p:spPr bwMode="auto">
                <a:xfrm>
                  <a:off x="7544389" y="2444865"/>
                  <a:ext cx="38497" cy="707346"/>
                </a:xfrm>
                <a:prstGeom prst="rect">
                  <a:avLst/>
                </a:pr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84" name="Freeform 56">
                <a:extLst>
                  <a:ext uri="{FF2B5EF4-FFF2-40B4-BE49-F238E27FC236}">
                    <a16:creationId xmlns:a16="http://schemas.microsoft.com/office/drawing/2014/main" id="{41F8F114-9756-D02C-57AF-0D06076DFE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4259" y="2381111"/>
                <a:ext cx="601552" cy="904967"/>
              </a:xfrm>
              <a:custGeom>
                <a:avLst/>
                <a:gdLst>
                  <a:gd name="T0" fmla="*/ 574 w 574"/>
                  <a:gd name="T1" fmla="*/ 0 h 865"/>
                  <a:gd name="T2" fmla="*/ 574 w 574"/>
                  <a:gd name="T3" fmla="*/ 707 h 865"/>
                  <a:gd name="T4" fmla="*/ 416 w 574"/>
                  <a:gd name="T5" fmla="*/ 865 h 865"/>
                  <a:gd name="T6" fmla="*/ 158 w 574"/>
                  <a:gd name="T7" fmla="*/ 865 h 865"/>
                  <a:gd name="T8" fmla="*/ 0 w 574"/>
                  <a:gd name="T9" fmla="*/ 707 h 865"/>
                  <a:gd name="T10" fmla="*/ 0 w 574"/>
                  <a:gd name="T11" fmla="*/ 0 h 8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" h="865">
                    <a:moveTo>
                      <a:pt x="574" y="0"/>
                    </a:moveTo>
                    <a:cubicBezTo>
                      <a:pt x="574" y="707"/>
                      <a:pt x="574" y="707"/>
                      <a:pt x="574" y="707"/>
                    </a:cubicBezTo>
                    <a:cubicBezTo>
                      <a:pt x="574" y="794"/>
                      <a:pt x="503" y="865"/>
                      <a:pt x="416" y="865"/>
                    </a:cubicBezTo>
                    <a:cubicBezTo>
                      <a:pt x="158" y="865"/>
                      <a:pt x="158" y="865"/>
                      <a:pt x="158" y="865"/>
                    </a:cubicBezTo>
                    <a:cubicBezTo>
                      <a:pt x="71" y="865"/>
                      <a:pt x="0" y="794"/>
                      <a:pt x="0" y="70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57150" cap="rnd">
                <a:gradFill>
                  <a:gsLst>
                    <a:gs pos="0">
                      <a:srgbClr val="A2ABB0">
                        <a:alpha val="59000"/>
                      </a:srgbClr>
                    </a:gs>
                    <a:gs pos="78000">
                      <a:srgbClr val="66737C"/>
                    </a:gs>
                    <a:gs pos="100000">
                      <a:srgbClr val="43515C"/>
                    </a:gs>
                  </a:gsLst>
                  <a:lin ang="5400000" scaled="1"/>
                </a:gra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FC5347C9-128E-4E80-7B29-12BA47C5F80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0129566" y="2523620"/>
                <a:ext cx="810939" cy="0"/>
              </a:xfrm>
              <a:prstGeom prst="line">
                <a:avLst/>
              </a:prstGeom>
              <a:noFill/>
              <a:ln w="57150" cap="rnd" cmpd="sng" algn="ctr">
                <a:gradFill>
                  <a:gsLst>
                    <a:gs pos="0">
                      <a:srgbClr val="A2ABB0"/>
                    </a:gs>
                    <a:gs pos="83000">
                      <a:srgbClr val="66737C"/>
                    </a:gs>
                    <a:gs pos="100000">
                      <a:srgbClr val="43515C"/>
                    </a:gs>
                  </a:gsLst>
                  <a:lin ang="0" scaled="0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370B7DE-F319-E65E-7AE1-82FAC743875C}"/>
                </a:ext>
              </a:extLst>
            </p:cNvPr>
            <p:cNvGrpSpPr/>
            <p:nvPr/>
          </p:nvGrpSpPr>
          <p:grpSpPr>
            <a:xfrm rot="21261242">
              <a:off x="10619891" y="1955273"/>
              <a:ext cx="343257" cy="385336"/>
              <a:chOff x="-2525434" y="2928971"/>
              <a:chExt cx="623247" cy="699649"/>
            </a:xfrm>
          </p:grpSpPr>
          <p:sp>
            <p:nvSpPr>
              <p:cNvPr id="278" name="Freeform 9">
                <a:extLst>
                  <a:ext uri="{FF2B5EF4-FFF2-40B4-BE49-F238E27FC236}">
                    <a16:creationId xmlns:a16="http://schemas.microsoft.com/office/drawing/2014/main" id="{75E74AAF-14F0-3043-1858-39A8D6661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525434" y="3491378"/>
                <a:ext cx="160587" cy="137242"/>
              </a:xfrm>
              <a:custGeom>
                <a:avLst/>
                <a:gdLst>
                  <a:gd name="T0" fmla="*/ 50 w 95"/>
                  <a:gd name="T1" fmla="*/ 0 h 81"/>
                  <a:gd name="T2" fmla="*/ 48 w 95"/>
                  <a:gd name="T3" fmla="*/ 81 h 81"/>
                  <a:gd name="T4" fmla="*/ 50 w 95"/>
                  <a:gd name="T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81">
                    <a:moveTo>
                      <a:pt x="50" y="0"/>
                    </a:moveTo>
                    <a:cubicBezTo>
                      <a:pt x="50" y="0"/>
                      <a:pt x="0" y="81"/>
                      <a:pt x="48" y="81"/>
                    </a:cubicBezTo>
                    <a:cubicBezTo>
                      <a:pt x="95" y="81"/>
                      <a:pt x="50" y="0"/>
                      <a:pt x="5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B2E0FA"/>
                  </a:gs>
                  <a:gs pos="100000">
                    <a:srgbClr val="459FED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9" name="Freeform 10">
                <a:extLst>
                  <a:ext uri="{FF2B5EF4-FFF2-40B4-BE49-F238E27FC236}">
                    <a16:creationId xmlns:a16="http://schemas.microsoft.com/office/drawing/2014/main" id="{626CFF69-6DCD-CCB9-3FC1-0B279F3D1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444078" y="3018107"/>
                <a:ext cx="452756" cy="459830"/>
              </a:xfrm>
              <a:custGeom>
                <a:avLst/>
                <a:gdLst>
                  <a:gd name="T0" fmla="*/ 225 w 268"/>
                  <a:gd name="T1" fmla="*/ 0 h 272"/>
                  <a:gd name="T2" fmla="*/ 27 w 268"/>
                  <a:gd name="T3" fmla="*/ 202 h 272"/>
                  <a:gd name="T4" fmla="*/ 12 w 268"/>
                  <a:gd name="T5" fmla="*/ 234 h 272"/>
                  <a:gd name="T6" fmla="*/ 0 w 268"/>
                  <a:gd name="T7" fmla="*/ 257 h 272"/>
                  <a:gd name="T8" fmla="*/ 8 w 268"/>
                  <a:gd name="T9" fmla="*/ 265 h 272"/>
                  <a:gd name="T10" fmla="*/ 16 w 268"/>
                  <a:gd name="T11" fmla="*/ 272 h 272"/>
                  <a:gd name="T12" fmla="*/ 38 w 268"/>
                  <a:gd name="T13" fmla="*/ 260 h 272"/>
                  <a:gd name="T14" fmla="*/ 70 w 268"/>
                  <a:gd name="T15" fmla="*/ 244 h 272"/>
                  <a:gd name="T16" fmla="*/ 268 w 268"/>
                  <a:gd name="T17" fmla="*/ 42 h 272"/>
                  <a:gd name="T18" fmla="*/ 225 w 268"/>
                  <a:gd name="T19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8" h="272">
                    <a:moveTo>
                      <a:pt x="225" y="0"/>
                    </a:moveTo>
                    <a:cubicBezTo>
                      <a:pt x="225" y="0"/>
                      <a:pt x="43" y="186"/>
                      <a:pt x="27" y="202"/>
                    </a:cubicBezTo>
                    <a:cubicBezTo>
                      <a:pt x="11" y="218"/>
                      <a:pt x="13" y="225"/>
                      <a:pt x="12" y="234"/>
                    </a:cubicBezTo>
                    <a:cubicBezTo>
                      <a:pt x="12" y="244"/>
                      <a:pt x="0" y="257"/>
                      <a:pt x="0" y="257"/>
                    </a:cubicBezTo>
                    <a:cubicBezTo>
                      <a:pt x="8" y="265"/>
                      <a:pt x="8" y="265"/>
                      <a:pt x="8" y="265"/>
                    </a:cubicBezTo>
                    <a:cubicBezTo>
                      <a:pt x="16" y="272"/>
                      <a:pt x="16" y="272"/>
                      <a:pt x="16" y="272"/>
                    </a:cubicBezTo>
                    <a:cubicBezTo>
                      <a:pt x="16" y="272"/>
                      <a:pt x="29" y="261"/>
                      <a:pt x="38" y="260"/>
                    </a:cubicBezTo>
                    <a:cubicBezTo>
                      <a:pt x="47" y="259"/>
                      <a:pt x="54" y="260"/>
                      <a:pt x="70" y="244"/>
                    </a:cubicBezTo>
                    <a:cubicBezTo>
                      <a:pt x="86" y="228"/>
                      <a:pt x="268" y="42"/>
                      <a:pt x="268" y="42"/>
                    </a:cubicBezTo>
                    <a:lnTo>
                      <a:pt x="225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DFE3E6"/>
                  </a:gs>
                  <a:gs pos="0">
                    <a:srgbClr val="DFE3E6">
                      <a:alpha val="25000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0" name="Freeform 11">
                <a:extLst>
                  <a:ext uri="{FF2B5EF4-FFF2-40B4-BE49-F238E27FC236}">
                    <a16:creationId xmlns:a16="http://schemas.microsoft.com/office/drawing/2014/main" id="{6D67D540-C012-0B54-3032-47D89FA65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057114" y="2928971"/>
                <a:ext cx="154927" cy="155635"/>
              </a:xfrm>
              <a:custGeom>
                <a:avLst/>
                <a:gdLst>
                  <a:gd name="T0" fmla="*/ 0 w 92"/>
                  <a:gd name="T1" fmla="*/ 47 h 92"/>
                  <a:gd name="T2" fmla="*/ 34 w 92"/>
                  <a:gd name="T3" fmla="*/ 12 h 92"/>
                  <a:gd name="T4" fmla="*/ 76 w 92"/>
                  <a:gd name="T5" fmla="*/ 12 h 92"/>
                  <a:gd name="T6" fmla="*/ 79 w 92"/>
                  <a:gd name="T7" fmla="*/ 15 h 92"/>
                  <a:gd name="T8" fmla="*/ 80 w 92"/>
                  <a:gd name="T9" fmla="*/ 57 h 92"/>
                  <a:gd name="T10" fmla="*/ 46 w 92"/>
                  <a:gd name="T11" fmla="*/ 92 h 92"/>
                  <a:gd name="T12" fmla="*/ 0 w 92"/>
                  <a:gd name="T13" fmla="*/ 47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92">
                    <a:moveTo>
                      <a:pt x="0" y="47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45" y="0"/>
                      <a:pt x="65" y="0"/>
                      <a:pt x="76" y="12"/>
                    </a:cubicBezTo>
                    <a:cubicBezTo>
                      <a:pt x="79" y="15"/>
                      <a:pt x="79" y="15"/>
                      <a:pt x="79" y="15"/>
                    </a:cubicBezTo>
                    <a:cubicBezTo>
                      <a:pt x="91" y="26"/>
                      <a:pt x="92" y="45"/>
                      <a:pt x="80" y="57"/>
                    </a:cubicBezTo>
                    <a:cubicBezTo>
                      <a:pt x="46" y="92"/>
                      <a:pt x="46" y="92"/>
                      <a:pt x="46" y="92"/>
                    </a:cubicBezTo>
                    <a:lnTo>
                      <a:pt x="0" y="47"/>
                    </a:lnTo>
                    <a:close/>
                  </a:path>
                </a:pathLst>
              </a:custGeom>
              <a:gradFill>
                <a:gsLst>
                  <a:gs pos="0">
                    <a:srgbClr val="66737C"/>
                  </a:gs>
                  <a:gs pos="84000">
                    <a:srgbClr val="43515C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1" name="Freeform 12">
                <a:extLst>
                  <a:ext uri="{FF2B5EF4-FFF2-40B4-BE49-F238E27FC236}">
                    <a16:creationId xmlns:a16="http://schemas.microsoft.com/office/drawing/2014/main" id="{D5C4510C-C157-2F0B-9BE9-E4C9D1045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422149" y="3248022"/>
                <a:ext cx="251846" cy="207985"/>
              </a:xfrm>
              <a:custGeom>
                <a:avLst/>
                <a:gdLst>
                  <a:gd name="T0" fmla="*/ 92 w 149"/>
                  <a:gd name="T1" fmla="*/ 0 h 123"/>
                  <a:gd name="T2" fmla="*/ 18 w 149"/>
                  <a:gd name="T3" fmla="*/ 75 h 123"/>
                  <a:gd name="T4" fmla="*/ 8 w 149"/>
                  <a:gd name="T5" fmla="*/ 97 h 123"/>
                  <a:gd name="T6" fmla="*/ 0 w 149"/>
                  <a:gd name="T7" fmla="*/ 113 h 123"/>
                  <a:gd name="T8" fmla="*/ 5 w 149"/>
                  <a:gd name="T9" fmla="*/ 118 h 123"/>
                  <a:gd name="T10" fmla="*/ 10 w 149"/>
                  <a:gd name="T11" fmla="*/ 123 h 123"/>
                  <a:gd name="T12" fmla="*/ 26 w 149"/>
                  <a:gd name="T13" fmla="*/ 115 h 123"/>
                  <a:gd name="T14" fmla="*/ 47 w 149"/>
                  <a:gd name="T15" fmla="*/ 104 h 123"/>
                  <a:gd name="T16" fmla="*/ 149 w 149"/>
                  <a:gd name="T17" fmla="*/ 0 h 123"/>
                  <a:gd name="T18" fmla="*/ 92 w 149"/>
                  <a:gd name="T19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23">
                    <a:moveTo>
                      <a:pt x="92" y="0"/>
                    </a:moveTo>
                    <a:cubicBezTo>
                      <a:pt x="59" y="34"/>
                      <a:pt x="24" y="70"/>
                      <a:pt x="18" y="75"/>
                    </a:cubicBezTo>
                    <a:cubicBezTo>
                      <a:pt x="7" y="87"/>
                      <a:pt x="9" y="91"/>
                      <a:pt x="8" y="97"/>
                    </a:cubicBezTo>
                    <a:cubicBezTo>
                      <a:pt x="7" y="104"/>
                      <a:pt x="0" y="113"/>
                      <a:pt x="0" y="113"/>
                    </a:cubicBezTo>
                    <a:cubicBezTo>
                      <a:pt x="5" y="118"/>
                      <a:pt x="5" y="118"/>
                      <a:pt x="5" y="118"/>
                    </a:cubicBezTo>
                    <a:cubicBezTo>
                      <a:pt x="10" y="123"/>
                      <a:pt x="10" y="123"/>
                      <a:pt x="10" y="123"/>
                    </a:cubicBezTo>
                    <a:cubicBezTo>
                      <a:pt x="10" y="123"/>
                      <a:pt x="19" y="115"/>
                      <a:pt x="26" y="115"/>
                    </a:cubicBezTo>
                    <a:cubicBezTo>
                      <a:pt x="32" y="114"/>
                      <a:pt x="37" y="115"/>
                      <a:pt x="47" y="104"/>
                    </a:cubicBezTo>
                    <a:cubicBezTo>
                      <a:pt x="55" y="97"/>
                      <a:pt x="112" y="39"/>
                      <a:pt x="149" y="0"/>
                    </a:cubicBezTo>
                    <a:lnTo>
                      <a:pt x="92" y="0"/>
                    </a:lnTo>
                    <a:close/>
                  </a:path>
                </a:pathLst>
              </a:custGeom>
              <a:gradFill>
                <a:gsLst>
                  <a:gs pos="0">
                    <a:srgbClr val="B2E0FA"/>
                  </a:gs>
                  <a:gs pos="100000">
                    <a:srgbClr val="459FED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2" name="Freeform 13">
                <a:extLst>
                  <a:ext uri="{FF2B5EF4-FFF2-40B4-BE49-F238E27FC236}">
                    <a16:creationId xmlns:a16="http://schemas.microsoft.com/office/drawing/2014/main" id="{C76F73CB-45AA-E23D-6B3D-A502A3A13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087534" y="2989810"/>
                <a:ext cx="124508" cy="125215"/>
              </a:xfrm>
              <a:custGeom>
                <a:avLst/>
                <a:gdLst>
                  <a:gd name="T0" fmla="*/ 71 w 74"/>
                  <a:gd name="T1" fmla="*/ 70 h 74"/>
                  <a:gd name="T2" fmla="*/ 58 w 74"/>
                  <a:gd name="T3" fmla="*/ 70 h 74"/>
                  <a:gd name="T4" fmla="*/ 3 w 74"/>
                  <a:gd name="T5" fmla="*/ 17 h 74"/>
                  <a:gd name="T6" fmla="*/ 3 w 74"/>
                  <a:gd name="T7" fmla="*/ 4 h 74"/>
                  <a:gd name="T8" fmla="*/ 3 w 74"/>
                  <a:gd name="T9" fmla="*/ 4 h 74"/>
                  <a:gd name="T10" fmla="*/ 16 w 74"/>
                  <a:gd name="T11" fmla="*/ 4 h 74"/>
                  <a:gd name="T12" fmla="*/ 71 w 74"/>
                  <a:gd name="T13" fmla="*/ 57 h 74"/>
                  <a:gd name="T14" fmla="*/ 71 w 74"/>
                  <a:gd name="T15" fmla="*/ 7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4" h="74">
                    <a:moveTo>
                      <a:pt x="71" y="70"/>
                    </a:moveTo>
                    <a:cubicBezTo>
                      <a:pt x="67" y="74"/>
                      <a:pt x="62" y="74"/>
                      <a:pt x="58" y="70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0" y="13"/>
                      <a:pt x="0" y="7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7" y="0"/>
                      <a:pt x="12" y="0"/>
                      <a:pt x="16" y="4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74" y="61"/>
                      <a:pt x="74" y="67"/>
                      <a:pt x="71" y="70"/>
                    </a:cubicBezTo>
                    <a:close/>
                  </a:path>
                </a:pathLst>
              </a:custGeom>
              <a:solidFill>
                <a:srgbClr val="43515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417B64E0-6083-585F-F1E3-5431753256E3}"/>
                </a:ext>
              </a:extLst>
            </p:cNvPr>
            <p:cNvGrpSpPr/>
            <p:nvPr/>
          </p:nvGrpSpPr>
          <p:grpSpPr>
            <a:xfrm>
              <a:off x="9440391" y="1901037"/>
              <a:ext cx="983005" cy="1405872"/>
              <a:chOff x="13209490" y="1782627"/>
              <a:chExt cx="983005" cy="1405872"/>
            </a:xfrm>
          </p:grpSpPr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FAC15489-102D-F4C0-200A-20164A96177A}"/>
                  </a:ext>
                </a:extLst>
              </p:cNvPr>
              <p:cNvGrpSpPr/>
              <p:nvPr/>
            </p:nvGrpSpPr>
            <p:grpSpPr>
              <a:xfrm rot="20091546">
                <a:off x="13563283" y="1782627"/>
                <a:ext cx="629212" cy="340488"/>
                <a:chOff x="5340754" y="2032088"/>
                <a:chExt cx="799548" cy="432660"/>
              </a:xfrm>
            </p:grpSpPr>
            <p:sp>
              <p:nvSpPr>
                <p:cNvPr id="261" name="Freeform 48">
                  <a:extLst>
                    <a:ext uri="{FF2B5EF4-FFF2-40B4-BE49-F238E27FC236}">
                      <a16:creationId xmlns:a16="http://schemas.microsoft.com/office/drawing/2014/main" id="{D161348C-86A8-01B8-E982-9B27C6D495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8906312" flipH="1">
                  <a:off x="5340754" y="2080016"/>
                  <a:ext cx="217325" cy="129874"/>
                </a:xfrm>
                <a:custGeom>
                  <a:avLst/>
                  <a:gdLst>
                    <a:gd name="T0" fmla="*/ 0 w 584"/>
                    <a:gd name="T1" fmla="*/ 225 h 349"/>
                    <a:gd name="T2" fmla="*/ 12 w 584"/>
                    <a:gd name="T3" fmla="*/ 256 h 349"/>
                    <a:gd name="T4" fmla="*/ 26 w 584"/>
                    <a:gd name="T5" fmla="*/ 287 h 349"/>
                    <a:gd name="T6" fmla="*/ 38 w 584"/>
                    <a:gd name="T7" fmla="*/ 318 h 349"/>
                    <a:gd name="T8" fmla="*/ 52 w 584"/>
                    <a:gd name="T9" fmla="*/ 349 h 349"/>
                    <a:gd name="T10" fmla="*/ 185 w 584"/>
                    <a:gd name="T11" fmla="*/ 292 h 349"/>
                    <a:gd name="T12" fmla="*/ 318 w 584"/>
                    <a:gd name="T13" fmla="*/ 235 h 349"/>
                    <a:gd name="T14" fmla="*/ 451 w 584"/>
                    <a:gd name="T15" fmla="*/ 180 h 349"/>
                    <a:gd name="T16" fmla="*/ 584 w 584"/>
                    <a:gd name="T17" fmla="*/ 123 h 349"/>
                    <a:gd name="T18" fmla="*/ 572 w 584"/>
                    <a:gd name="T19" fmla="*/ 92 h 349"/>
                    <a:gd name="T20" fmla="*/ 558 w 584"/>
                    <a:gd name="T21" fmla="*/ 61 h 349"/>
                    <a:gd name="T22" fmla="*/ 546 w 584"/>
                    <a:gd name="T23" fmla="*/ 31 h 349"/>
                    <a:gd name="T24" fmla="*/ 532 w 584"/>
                    <a:gd name="T25" fmla="*/ 0 h 349"/>
                    <a:gd name="T26" fmla="*/ 399 w 584"/>
                    <a:gd name="T27" fmla="*/ 57 h 349"/>
                    <a:gd name="T28" fmla="*/ 266 w 584"/>
                    <a:gd name="T29" fmla="*/ 114 h 349"/>
                    <a:gd name="T30" fmla="*/ 133 w 584"/>
                    <a:gd name="T31" fmla="*/ 168 h 349"/>
                    <a:gd name="T32" fmla="*/ 0 w 584"/>
                    <a:gd name="T33" fmla="*/ 225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84" h="349">
                      <a:moveTo>
                        <a:pt x="0" y="225"/>
                      </a:moveTo>
                      <a:lnTo>
                        <a:pt x="12" y="256"/>
                      </a:lnTo>
                      <a:lnTo>
                        <a:pt x="26" y="287"/>
                      </a:lnTo>
                      <a:lnTo>
                        <a:pt x="38" y="318"/>
                      </a:lnTo>
                      <a:lnTo>
                        <a:pt x="52" y="349"/>
                      </a:lnTo>
                      <a:lnTo>
                        <a:pt x="185" y="292"/>
                      </a:lnTo>
                      <a:lnTo>
                        <a:pt x="318" y="235"/>
                      </a:lnTo>
                      <a:lnTo>
                        <a:pt x="451" y="180"/>
                      </a:lnTo>
                      <a:lnTo>
                        <a:pt x="584" y="123"/>
                      </a:lnTo>
                      <a:lnTo>
                        <a:pt x="572" y="92"/>
                      </a:lnTo>
                      <a:lnTo>
                        <a:pt x="558" y="61"/>
                      </a:lnTo>
                      <a:lnTo>
                        <a:pt x="546" y="31"/>
                      </a:lnTo>
                      <a:lnTo>
                        <a:pt x="532" y="0"/>
                      </a:lnTo>
                      <a:lnTo>
                        <a:pt x="399" y="57"/>
                      </a:lnTo>
                      <a:lnTo>
                        <a:pt x="266" y="114"/>
                      </a:lnTo>
                      <a:lnTo>
                        <a:pt x="133" y="168"/>
                      </a:lnTo>
                      <a:lnTo>
                        <a:pt x="0" y="225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43515C"/>
                    </a:gs>
                    <a:gs pos="0">
                      <a:srgbClr val="A2ABB0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2" name="Freeform 55">
                  <a:extLst>
                    <a:ext uri="{FF2B5EF4-FFF2-40B4-BE49-F238E27FC236}">
                      <a16:creationId xmlns:a16="http://schemas.microsoft.com/office/drawing/2014/main" id="{AED88AB6-0F94-2F82-7B75-EBAB76E505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7953715" flipH="1">
                  <a:off x="5647527" y="2048454"/>
                  <a:ext cx="62517" cy="181972"/>
                </a:xfrm>
                <a:custGeom>
                  <a:avLst/>
                  <a:gdLst>
                    <a:gd name="T0" fmla="*/ 0 w 168"/>
                    <a:gd name="T1" fmla="*/ 489 h 489"/>
                    <a:gd name="T2" fmla="*/ 42 w 168"/>
                    <a:gd name="T3" fmla="*/ 489 h 489"/>
                    <a:gd name="T4" fmla="*/ 85 w 168"/>
                    <a:gd name="T5" fmla="*/ 489 h 489"/>
                    <a:gd name="T6" fmla="*/ 126 w 168"/>
                    <a:gd name="T7" fmla="*/ 489 h 489"/>
                    <a:gd name="T8" fmla="*/ 168 w 168"/>
                    <a:gd name="T9" fmla="*/ 489 h 489"/>
                    <a:gd name="T10" fmla="*/ 168 w 168"/>
                    <a:gd name="T11" fmla="*/ 366 h 489"/>
                    <a:gd name="T12" fmla="*/ 168 w 168"/>
                    <a:gd name="T13" fmla="*/ 245 h 489"/>
                    <a:gd name="T14" fmla="*/ 168 w 168"/>
                    <a:gd name="T15" fmla="*/ 121 h 489"/>
                    <a:gd name="T16" fmla="*/ 168 w 168"/>
                    <a:gd name="T17" fmla="*/ 0 h 489"/>
                    <a:gd name="T18" fmla="*/ 126 w 168"/>
                    <a:gd name="T19" fmla="*/ 0 h 489"/>
                    <a:gd name="T20" fmla="*/ 85 w 168"/>
                    <a:gd name="T21" fmla="*/ 0 h 489"/>
                    <a:gd name="T22" fmla="*/ 42 w 168"/>
                    <a:gd name="T23" fmla="*/ 0 h 489"/>
                    <a:gd name="T24" fmla="*/ 0 w 168"/>
                    <a:gd name="T25" fmla="*/ 0 h 489"/>
                    <a:gd name="T26" fmla="*/ 0 w 168"/>
                    <a:gd name="T27" fmla="*/ 121 h 489"/>
                    <a:gd name="T28" fmla="*/ 0 w 168"/>
                    <a:gd name="T29" fmla="*/ 245 h 489"/>
                    <a:gd name="T30" fmla="*/ 0 w 168"/>
                    <a:gd name="T31" fmla="*/ 366 h 489"/>
                    <a:gd name="T32" fmla="*/ 0 w 168"/>
                    <a:gd name="T33" fmla="*/ 489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68" h="489">
                      <a:moveTo>
                        <a:pt x="0" y="489"/>
                      </a:moveTo>
                      <a:lnTo>
                        <a:pt x="42" y="489"/>
                      </a:lnTo>
                      <a:lnTo>
                        <a:pt x="85" y="489"/>
                      </a:lnTo>
                      <a:lnTo>
                        <a:pt x="126" y="489"/>
                      </a:lnTo>
                      <a:lnTo>
                        <a:pt x="168" y="489"/>
                      </a:lnTo>
                      <a:lnTo>
                        <a:pt x="168" y="366"/>
                      </a:lnTo>
                      <a:lnTo>
                        <a:pt x="168" y="245"/>
                      </a:lnTo>
                      <a:lnTo>
                        <a:pt x="168" y="121"/>
                      </a:lnTo>
                      <a:lnTo>
                        <a:pt x="168" y="0"/>
                      </a:lnTo>
                      <a:lnTo>
                        <a:pt x="126" y="0"/>
                      </a:lnTo>
                      <a:lnTo>
                        <a:pt x="85" y="0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21"/>
                      </a:lnTo>
                      <a:lnTo>
                        <a:pt x="0" y="245"/>
                      </a:lnTo>
                      <a:lnTo>
                        <a:pt x="0" y="366"/>
                      </a:lnTo>
                      <a:lnTo>
                        <a:pt x="0" y="489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43515C"/>
                    </a:gs>
                    <a:gs pos="0">
                      <a:srgbClr val="A2ABB0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263" name="Group 262">
                  <a:extLst>
                    <a:ext uri="{FF2B5EF4-FFF2-40B4-BE49-F238E27FC236}">
                      <a16:creationId xmlns:a16="http://schemas.microsoft.com/office/drawing/2014/main" id="{7BC68946-8ECA-EED6-211E-89DB9B308F8C}"/>
                    </a:ext>
                  </a:extLst>
                </p:cNvPr>
                <p:cNvGrpSpPr/>
                <p:nvPr/>
              </p:nvGrpSpPr>
              <p:grpSpPr>
                <a:xfrm>
                  <a:off x="5706103" y="2115467"/>
                  <a:ext cx="434199" cy="349281"/>
                  <a:chOff x="5538860" y="1802873"/>
                  <a:chExt cx="434199" cy="349281"/>
                </a:xfrm>
              </p:grpSpPr>
              <p:sp>
                <p:nvSpPr>
                  <p:cNvPr id="267" name="Freeform 49">
                    <a:extLst>
                      <a:ext uri="{FF2B5EF4-FFF2-40B4-BE49-F238E27FC236}">
                        <a16:creationId xmlns:a16="http://schemas.microsoft.com/office/drawing/2014/main" id="{1F5E5BC5-37DF-AAA0-5B4C-04F77181FD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3747848" flipH="1">
                    <a:off x="5526867" y="1936726"/>
                    <a:ext cx="243001" cy="69216"/>
                  </a:xfrm>
                  <a:custGeom>
                    <a:avLst/>
                    <a:gdLst>
                      <a:gd name="T0" fmla="*/ 0 w 653"/>
                      <a:gd name="T1" fmla="*/ 186 h 186"/>
                      <a:gd name="T2" fmla="*/ 162 w 653"/>
                      <a:gd name="T3" fmla="*/ 186 h 186"/>
                      <a:gd name="T4" fmla="*/ 326 w 653"/>
                      <a:gd name="T5" fmla="*/ 186 h 186"/>
                      <a:gd name="T6" fmla="*/ 489 w 653"/>
                      <a:gd name="T7" fmla="*/ 186 h 186"/>
                      <a:gd name="T8" fmla="*/ 653 w 653"/>
                      <a:gd name="T9" fmla="*/ 186 h 186"/>
                      <a:gd name="T10" fmla="*/ 653 w 653"/>
                      <a:gd name="T11" fmla="*/ 164 h 186"/>
                      <a:gd name="T12" fmla="*/ 653 w 653"/>
                      <a:gd name="T13" fmla="*/ 141 h 186"/>
                      <a:gd name="T14" fmla="*/ 653 w 653"/>
                      <a:gd name="T15" fmla="*/ 117 h 186"/>
                      <a:gd name="T16" fmla="*/ 653 w 653"/>
                      <a:gd name="T17" fmla="*/ 95 h 186"/>
                      <a:gd name="T18" fmla="*/ 489 w 653"/>
                      <a:gd name="T19" fmla="*/ 72 h 186"/>
                      <a:gd name="T20" fmla="*/ 326 w 653"/>
                      <a:gd name="T21" fmla="*/ 48 h 186"/>
                      <a:gd name="T22" fmla="*/ 162 w 653"/>
                      <a:gd name="T23" fmla="*/ 24 h 186"/>
                      <a:gd name="T24" fmla="*/ 0 w 653"/>
                      <a:gd name="T25" fmla="*/ 0 h 186"/>
                      <a:gd name="T26" fmla="*/ 0 w 653"/>
                      <a:gd name="T27" fmla="*/ 46 h 186"/>
                      <a:gd name="T28" fmla="*/ 0 w 653"/>
                      <a:gd name="T29" fmla="*/ 93 h 186"/>
                      <a:gd name="T30" fmla="*/ 0 w 653"/>
                      <a:gd name="T31" fmla="*/ 141 h 186"/>
                      <a:gd name="T32" fmla="*/ 0 w 653"/>
                      <a:gd name="T33" fmla="*/ 186 h 1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53" h="186">
                        <a:moveTo>
                          <a:pt x="0" y="186"/>
                        </a:moveTo>
                        <a:lnTo>
                          <a:pt x="162" y="186"/>
                        </a:lnTo>
                        <a:lnTo>
                          <a:pt x="326" y="186"/>
                        </a:lnTo>
                        <a:lnTo>
                          <a:pt x="489" y="186"/>
                        </a:lnTo>
                        <a:lnTo>
                          <a:pt x="653" y="186"/>
                        </a:lnTo>
                        <a:lnTo>
                          <a:pt x="653" y="164"/>
                        </a:lnTo>
                        <a:lnTo>
                          <a:pt x="653" y="141"/>
                        </a:lnTo>
                        <a:lnTo>
                          <a:pt x="653" y="117"/>
                        </a:lnTo>
                        <a:lnTo>
                          <a:pt x="653" y="95"/>
                        </a:lnTo>
                        <a:lnTo>
                          <a:pt x="489" y="72"/>
                        </a:lnTo>
                        <a:lnTo>
                          <a:pt x="326" y="48"/>
                        </a:lnTo>
                        <a:lnTo>
                          <a:pt x="162" y="24"/>
                        </a:lnTo>
                        <a:lnTo>
                          <a:pt x="0" y="0"/>
                        </a:lnTo>
                        <a:lnTo>
                          <a:pt x="0" y="46"/>
                        </a:lnTo>
                        <a:lnTo>
                          <a:pt x="0" y="93"/>
                        </a:lnTo>
                        <a:lnTo>
                          <a:pt x="0" y="141"/>
                        </a:lnTo>
                        <a:lnTo>
                          <a:pt x="0" y="186"/>
                        </a:lnTo>
                        <a:close/>
                      </a:path>
                    </a:pathLst>
                  </a:custGeom>
                  <a:solidFill>
                    <a:srgbClr val="459F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68" name="Group 267">
                    <a:extLst>
                      <a:ext uri="{FF2B5EF4-FFF2-40B4-BE49-F238E27FC236}">
                        <a16:creationId xmlns:a16="http://schemas.microsoft.com/office/drawing/2014/main" id="{3836821F-80CB-5775-1556-A73B12135536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715241" y="2017815"/>
                    <a:ext cx="149580" cy="134339"/>
                    <a:chOff x="7984047" y="2471465"/>
                    <a:chExt cx="119303" cy="107147"/>
                  </a:xfrm>
                </p:grpSpPr>
                <p:sp>
                  <p:nvSpPr>
                    <p:cNvPr id="276" name="Freeform 50">
                      <a:extLst>
                        <a:ext uri="{FF2B5EF4-FFF2-40B4-BE49-F238E27FC236}">
                          <a16:creationId xmlns:a16="http://schemas.microsoft.com/office/drawing/2014/main" id="{7A13EBC3-6902-8913-4B6D-4F778AE99D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667891">
                      <a:off x="7984047" y="2471465"/>
                      <a:ext cx="85184" cy="107147"/>
                    </a:xfrm>
                    <a:custGeom>
                      <a:avLst/>
                      <a:gdLst>
                        <a:gd name="T0" fmla="*/ 192 w 287"/>
                        <a:gd name="T1" fmla="*/ 0 h 361"/>
                        <a:gd name="T2" fmla="*/ 142 w 287"/>
                        <a:gd name="T3" fmla="*/ 83 h 361"/>
                        <a:gd name="T4" fmla="*/ 95 w 287"/>
                        <a:gd name="T5" fmla="*/ 166 h 361"/>
                        <a:gd name="T6" fmla="*/ 47 w 287"/>
                        <a:gd name="T7" fmla="*/ 252 h 361"/>
                        <a:gd name="T8" fmla="*/ 0 w 287"/>
                        <a:gd name="T9" fmla="*/ 335 h 361"/>
                        <a:gd name="T10" fmla="*/ 9 w 287"/>
                        <a:gd name="T11" fmla="*/ 342 h 361"/>
                        <a:gd name="T12" fmla="*/ 21 w 287"/>
                        <a:gd name="T13" fmla="*/ 347 h 361"/>
                        <a:gd name="T14" fmla="*/ 33 w 287"/>
                        <a:gd name="T15" fmla="*/ 354 h 361"/>
                        <a:gd name="T16" fmla="*/ 45 w 287"/>
                        <a:gd name="T17" fmla="*/ 361 h 361"/>
                        <a:gd name="T18" fmla="*/ 107 w 287"/>
                        <a:gd name="T19" fmla="*/ 285 h 361"/>
                        <a:gd name="T20" fmla="*/ 166 w 287"/>
                        <a:gd name="T21" fmla="*/ 209 h 361"/>
                        <a:gd name="T22" fmla="*/ 228 w 287"/>
                        <a:gd name="T23" fmla="*/ 133 h 361"/>
                        <a:gd name="T24" fmla="*/ 287 w 287"/>
                        <a:gd name="T25" fmla="*/ 55 h 361"/>
                        <a:gd name="T26" fmla="*/ 264 w 287"/>
                        <a:gd name="T27" fmla="*/ 43 h 361"/>
                        <a:gd name="T28" fmla="*/ 240 w 287"/>
                        <a:gd name="T29" fmla="*/ 28 h 361"/>
                        <a:gd name="T30" fmla="*/ 216 w 287"/>
                        <a:gd name="T31" fmla="*/ 14 h 361"/>
                        <a:gd name="T32" fmla="*/ 192 w 287"/>
                        <a:gd name="T33" fmla="*/ 0 h 3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287" h="361">
                          <a:moveTo>
                            <a:pt x="192" y="0"/>
                          </a:moveTo>
                          <a:lnTo>
                            <a:pt x="142" y="83"/>
                          </a:lnTo>
                          <a:lnTo>
                            <a:pt x="95" y="166"/>
                          </a:lnTo>
                          <a:lnTo>
                            <a:pt x="47" y="252"/>
                          </a:lnTo>
                          <a:lnTo>
                            <a:pt x="0" y="335"/>
                          </a:lnTo>
                          <a:lnTo>
                            <a:pt x="9" y="342"/>
                          </a:lnTo>
                          <a:lnTo>
                            <a:pt x="21" y="347"/>
                          </a:lnTo>
                          <a:lnTo>
                            <a:pt x="33" y="354"/>
                          </a:lnTo>
                          <a:lnTo>
                            <a:pt x="45" y="361"/>
                          </a:lnTo>
                          <a:lnTo>
                            <a:pt x="107" y="285"/>
                          </a:lnTo>
                          <a:lnTo>
                            <a:pt x="166" y="209"/>
                          </a:lnTo>
                          <a:lnTo>
                            <a:pt x="228" y="133"/>
                          </a:lnTo>
                          <a:lnTo>
                            <a:pt x="287" y="55"/>
                          </a:lnTo>
                          <a:lnTo>
                            <a:pt x="264" y="43"/>
                          </a:lnTo>
                          <a:lnTo>
                            <a:pt x="240" y="28"/>
                          </a:lnTo>
                          <a:lnTo>
                            <a:pt x="216" y="14"/>
                          </a:lnTo>
                          <a:lnTo>
                            <a:pt x="192" y="0"/>
                          </a:lnTo>
                          <a:close/>
                        </a:path>
                      </a:pathLst>
                    </a:custGeom>
                    <a:solidFill>
                      <a:srgbClr val="459FED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7" name="Freeform 51">
                      <a:extLst>
                        <a:ext uri="{FF2B5EF4-FFF2-40B4-BE49-F238E27FC236}">
                          <a16:creationId xmlns:a16="http://schemas.microsoft.com/office/drawing/2014/main" id="{8BF015D5-4B6C-FDBB-EA1D-B9C8E634F0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8059126" y="2473375"/>
                      <a:ext cx="43927" cy="44521"/>
                    </a:xfrm>
                    <a:custGeom>
                      <a:avLst/>
                      <a:gdLst>
                        <a:gd name="T0" fmla="*/ 0 w 62"/>
                        <a:gd name="T1" fmla="*/ 31 h 63"/>
                        <a:gd name="T2" fmla="*/ 2 w 62"/>
                        <a:gd name="T3" fmla="*/ 44 h 63"/>
                        <a:gd name="T4" fmla="*/ 9 w 62"/>
                        <a:gd name="T5" fmla="*/ 53 h 63"/>
                        <a:gd name="T6" fmla="*/ 19 w 62"/>
                        <a:gd name="T7" fmla="*/ 60 h 63"/>
                        <a:gd name="T8" fmla="*/ 31 w 62"/>
                        <a:gd name="T9" fmla="*/ 63 h 63"/>
                        <a:gd name="T10" fmla="*/ 43 w 62"/>
                        <a:gd name="T11" fmla="*/ 60 h 63"/>
                        <a:gd name="T12" fmla="*/ 53 w 62"/>
                        <a:gd name="T13" fmla="*/ 53 h 63"/>
                        <a:gd name="T14" fmla="*/ 59 w 62"/>
                        <a:gd name="T15" fmla="*/ 44 h 63"/>
                        <a:gd name="T16" fmla="*/ 62 w 62"/>
                        <a:gd name="T17" fmla="*/ 31 h 63"/>
                        <a:gd name="T18" fmla="*/ 59 w 62"/>
                        <a:gd name="T19" fmla="*/ 19 h 63"/>
                        <a:gd name="T20" fmla="*/ 53 w 62"/>
                        <a:gd name="T21" fmla="*/ 9 h 63"/>
                        <a:gd name="T22" fmla="*/ 43 w 62"/>
                        <a:gd name="T23" fmla="*/ 3 h 63"/>
                        <a:gd name="T24" fmla="*/ 31 w 62"/>
                        <a:gd name="T25" fmla="*/ 0 h 63"/>
                        <a:gd name="T26" fmla="*/ 19 w 62"/>
                        <a:gd name="T27" fmla="*/ 3 h 63"/>
                        <a:gd name="T28" fmla="*/ 9 w 62"/>
                        <a:gd name="T29" fmla="*/ 9 h 63"/>
                        <a:gd name="T30" fmla="*/ 2 w 62"/>
                        <a:gd name="T31" fmla="*/ 19 h 63"/>
                        <a:gd name="T32" fmla="*/ 0 w 62"/>
                        <a:gd name="T33" fmla="*/ 31 h 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62" h="63">
                          <a:moveTo>
                            <a:pt x="0" y="31"/>
                          </a:moveTo>
                          <a:cubicBezTo>
                            <a:pt x="0" y="36"/>
                            <a:pt x="1" y="40"/>
                            <a:pt x="2" y="44"/>
                          </a:cubicBezTo>
                          <a:cubicBezTo>
                            <a:pt x="4" y="47"/>
                            <a:pt x="6" y="51"/>
                            <a:pt x="9" y="53"/>
                          </a:cubicBezTo>
                          <a:cubicBezTo>
                            <a:pt x="12" y="56"/>
                            <a:pt x="15" y="59"/>
                            <a:pt x="19" y="60"/>
                          </a:cubicBezTo>
                          <a:cubicBezTo>
                            <a:pt x="22" y="62"/>
                            <a:pt x="26" y="63"/>
                            <a:pt x="31" y="63"/>
                          </a:cubicBezTo>
                          <a:cubicBezTo>
                            <a:pt x="35" y="63"/>
                            <a:pt x="39" y="62"/>
                            <a:pt x="43" y="60"/>
                          </a:cubicBezTo>
                          <a:cubicBezTo>
                            <a:pt x="47" y="59"/>
                            <a:pt x="50" y="56"/>
                            <a:pt x="53" y="53"/>
                          </a:cubicBezTo>
                          <a:cubicBezTo>
                            <a:pt x="56" y="51"/>
                            <a:pt x="58" y="47"/>
                            <a:pt x="59" y="44"/>
                          </a:cubicBezTo>
                          <a:cubicBezTo>
                            <a:pt x="61" y="40"/>
                            <a:pt x="62" y="36"/>
                            <a:pt x="62" y="31"/>
                          </a:cubicBezTo>
                          <a:cubicBezTo>
                            <a:pt x="62" y="27"/>
                            <a:pt x="61" y="23"/>
                            <a:pt x="59" y="19"/>
                          </a:cubicBezTo>
                          <a:cubicBezTo>
                            <a:pt x="58" y="16"/>
                            <a:pt x="56" y="12"/>
                            <a:pt x="53" y="9"/>
                          </a:cubicBezTo>
                          <a:cubicBezTo>
                            <a:pt x="50" y="7"/>
                            <a:pt x="47" y="4"/>
                            <a:pt x="43" y="3"/>
                          </a:cubicBezTo>
                          <a:cubicBezTo>
                            <a:pt x="39" y="1"/>
                            <a:pt x="35" y="0"/>
                            <a:pt x="31" y="0"/>
                          </a:cubicBezTo>
                          <a:cubicBezTo>
                            <a:pt x="26" y="0"/>
                            <a:pt x="22" y="1"/>
                            <a:pt x="19" y="3"/>
                          </a:cubicBezTo>
                          <a:cubicBezTo>
                            <a:pt x="15" y="4"/>
                            <a:pt x="12" y="7"/>
                            <a:pt x="9" y="9"/>
                          </a:cubicBezTo>
                          <a:cubicBezTo>
                            <a:pt x="6" y="12"/>
                            <a:pt x="4" y="16"/>
                            <a:pt x="2" y="19"/>
                          </a:cubicBezTo>
                          <a:cubicBezTo>
                            <a:pt x="1" y="23"/>
                            <a:pt x="0" y="27"/>
                            <a:pt x="0" y="31"/>
                          </a:cubicBezTo>
                          <a:close/>
                        </a:path>
                      </a:pathLst>
                    </a:custGeom>
                    <a:solidFill>
                      <a:srgbClr val="4FB7F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69" name="Freeform 52">
                    <a:extLst>
                      <a:ext uri="{FF2B5EF4-FFF2-40B4-BE49-F238E27FC236}">
                        <a16:creationId xmlns:a16="http://schemas.microsoft.com/office/drawing/2014/main" id="{C3745942-3F1B-429D-DE38-D02FA6A55C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21575638" flipH="1">
                    <a:off x="5620653" y="1808885"/>
                    <a:ext cx="243746" cy="69216"/>
                  </a:xfrm>
                  <a:custGeom>
                    <a:avLst/>
                    <a:gdLst>
                      <a:gd name="T0" fmla="*/ 655 w 655"/>
                      <a:gd name="T1" fmla="*/ 186 h 186"/>
                      <a:gd name="T2" fmla="*/ 491 w 655"/>
                      <a:gd name="T3" fmla="*/ 186 h 186"/>
                      <a:gd name="T4" fmla="*/ 327 w 655"/>
                      <a:gd name="T5" fmla="*/ 186 h 186"/>
                      <a:gd name="T6" fmla="*/ 164 w 655"/>
                      <a:gd name="T7" fmla="*/ 186 h 186"/>
                      <a:gd name="T8" fmla="*/ 0 w 655"/>
                      <a:gd name="T9" fmla="*/ 186 h 186"/>
                      <a:gd name="T10" fmla="*/ 0 w 655"/>
                      <a:gd name="T11" fmla="*/ 164 h 186"/>
                      <a:gd name="T12" fmla="*/ 0 w 655"/>
                      <a:gd name="T13" fmla="*/ 141 h 186"/>
                      <a:gd name="T14" fmla="*/ 0 w 655"/>
                      <a:gd name="T15" fmla="*/ 117 h 186"/>
                      <a:gd name="T16" fmla="*/ 0 w 655"/>
                      <a:gd name="T17" fmla="*/ 95 h 186"/>
                      <a:gd name="T18" fmla="*/ 164 w 655"/>
                      <a:gd name="T19" fmla="*/ 72 h 186"/>
                      <a:gd name="T20" fmla="*/ 327 w 655"/>
                      <a:gd name="T21" fmla="*/ 48 h 186"/>
                      <a:gd name="T22" fmla="*/ 491 w 655"/>
                      <a:gd name="T23" fmla="*/ 24 h 186"/>
                      <a:gd name="T24" fmla="*/ 655 w 655"/>
                      <a:gd name="T25" fmla="*/ 0 h 186"/>
                      <a:gd name="T26" fmla="*/ 655 w 655"/>
                      <a:gd name="T27" fmla="*/ 46 h 186"/>
                      <a:gd name="T28" fmla="*/ 655 w 655"/>
                      <a:gd name="T29" fmla="*/ 93 h 186"/>
                      <a:gd name="T30" fmla="*/ 655 w 655"/>
                      <a:gd name="T31" fmla="*/ 141 h 186"/>
                      <a:gd name="T32" fmla="*/ 655 w 655"/>
                      <a:gd name="T33" fmla="*/ 186 h 1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55" h="186">
                        <a:moveTo>
                          <a:pt x="655" y="186"/>
                        </a:moveTo>
                        <a:lnTo>
                          <a:pt x="491" y="186"/>
                        </a:lnTo>
                        <a:lnTo>
                          <a:pt x="327" y="186"/>
                        </a:lnTo>
                        <a:lnTo>
                          <a:pt x="164" y="186"/>
                        </a:lnTo>
                        <a:lnTo>
                          <a:pt x="0" y="186"/>
                        </a:lnTo>
                        <a:lnTo>
                          <a:pt x="0" y="164"/>
                        </a:lnTo>
                        <a:lnTo>
                          <a:pt x="0" y="141"/>
                        </a:lnTo>
                        <a:lnTo>
                          <a:pt x="0" y="117"/>
                        </a:lnTo>
                        <a:lnTo>
                          <a:pt x="0" y="95"/>
                        </a:lnTo>
                        <a:lnTo>
                          <a:pt x="164" y="72"/>
                        </a:lnTo>
                        <a:lnTo>
                          <a:pt x="327" y="48"/>
                        </a:lnTo>
                        <a:lnTo>
                          <a:pt x="491" y="24"/>
                        </a:lnTo>
                        <a:lnTo>
                          <a:pt x="655" y="0"/>
                        </a:lnTo>
                        <a:lnTo>
                          <a:pt x="655" y="46"/>
                        </a:lnTo>
                        <a:lnTo>
                          <a:pt x="655" y="93"/>
                        </a:lnTo>
                        <a:lnTo>
                          <a:pt x="655" y="141"/>
                        </a:lnTo>
                        <a:lnTo>
                          <a:pt x="655" y="186"/>
                        </a:lnTo>
                        <a:close/>
                      </a:path>
                    </a:pathLst>
                  </a:custGeom>
                  <a:solidFill>
                    <a:srgbClr val="459F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70" name="Group 269">
                    <a:extLst>
                      <a:ext uri="{FF2B5EF4-FFF2-40B4-BE49-F238E27FC236}">
                        <a16:creationId xmlns:a16="http://schemas.microsoft.com/office/drawing/2014/main" id="{D3E41D25-E20E-D322-F3FD-418ECF8EC34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830091" y="1839625"/>
                    <a:ext cx="142968" cy="137072"/>
                    <a:chOff x="7832358" y="2256295"/>
                    <a:chExt cx="114029" cy="109327"/>
                  </a:xfrm>
                </p:grpSpPr>
                <p:sp>
                  <p:nvSpPr>
                    <p:cNvPr id="274" name="Freeform 53">
                      <a:extLst>
                        <a:ext uri="{FF2B5EF4-FFF2-40B4-BE49-F238E27FC236}">
                          <a16:creationId xmlns:a16="http://schemas.microsoft.com/office/drawing/2014/main" id="{F061D592-4499-7154-339B-70710A0B13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7853729" y="2274205"/>
                      <a:ext cx="70046" cy="112787"/>
                    </a:xfrm>
                    <a:custGeom>
                      <a:avLst/>
                      <a:gdLst>
                        <a:gd name="T0" fmla="*/ 103 w 236"/>
                        <a:gd name="T1" fmla="*/ 0 h 380"/>
                        <a:gd name="T2" fmla="*/ 136 w 236"/>
                        <a:gd name="T3" fmla="*/ 90 h 380"/>
                        <a:gd name="T4" fmla="*/ 169 w 236"/>
                        <a:gd name="T5" fmla="*/ 181 h 380"/>
                        <a:gd name="T6" fmla="*/ 202 w 236"/>
                        <a:gd name="T7" fmla="*/ 271 h 380"/>
                        <a:gd name="T8" fmla="*/ 236 w 236"/>
                        <a:gd name="T9" fmla="*/ 361 h 380"/>
                        <a:gd name="T10" fmla="*/ 221 w 236"/>
                        <a:gd name="T11" fmla="*/ 366 h 380"/>
                        <a:gd name="T12" fmla="*/ 209 w 236"/>
                        <a:gd name="T13" fmla="*/ 371 h 380"/>
                        <a:gd name="T14" fmla="*/ 198 w 236"/>
                        <a:gd name="T15" fmla="*/ 375 h 380"/>
                        <a:gd name="T16" fmla="*/ 183 w 236"/>
                        <a:gd name="T17" fmla="*/ 380 h 380"/>
                        <a:gd name="T18" fmla="*/ 138 w 236"/>
                        <a:gd name="T19" fmla="*/ 295 h 380"/>
                        <a:gd name="T20" fmla="*/ 93 w 236"/>
                        <a:gd name="T21" fmla="*/ 209 h 380"/>
                        <a:gd name="T22" fmla="*/ 46 w 236"/>
                        <a:gd name="T23" fmla="*/ 124 h 380"/>
                        <a:gd name="T24" fmla="*/ 0 w 236"/>
                        <a:gd name="T25" fmla="*/ 38 h 380"/>
                        <a:gd name="T26" fmla="*/ 27 w 236"/>
                        <a:gd name="T27" fmla="*/ 29 h 380"/>
                        <a:gd name="T28" fmla="*/ 50 w 236"/>
                        <a:gd name="T29" fmla="*/ 19 h 380"/>
                        <a:gd name="T30" fmla="*/ 76 w 236"/>
                        <a:gd name="T31" fmla="*/ 10 h 380"/>
                        <a:gd name="T32" fmla="*/ 103 w 236"/>
                        <a:gd name="T33" fmla="*/ 0 h 38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236" h="380">
                          <a:moveTo>
                            <a:pt x="103" y="0"/>
                          </a:moveTo>
                          <a:lnTo>
                            <a:pt x="136" y="90"/>
                          </a:lnTo>
                          <a:lnTo>
                            <a:pt x="169" y="181"/>
                          </a:lnTo>
                          <a:lnTo>
                            <a:pt x="202" y="271"/>
                          </a:lnTo>
                          <a:lnTo>
                            <a:pt x="236" y="361"/>
                          </a:lnTo>
                          <a:lnTo>
                            <a:pt x="221" y="366"/>
                          </a:lnTo>
                          <a:lnTo>
                            <a:pt x="209" y="371"/>
                          </a:lnTo>
                          <a:lnTo>
                            <a:pt x="198" y="375"/>
                          </a:lnTo>
                          <a:lnTo>
                            <a:pt x="183" y="380"/>
                          </a:lnTo>
                          <a:lnTo>
                            <a:pt x="138" y="295"/>
                          </a:lnTo>
                          <a:lnTo>
                            <a:pt x="93" y="209"/>
                          </a:lnTo>
                          <a:lnTo>
                            <a:pt x="46" y="124"/>
                          </a:lnTo>
                          <a:lnTo>
                            <a:pt x="0" y="38"/>
                          </a:lnTo>
                          <a:lnTo>
                            <a:pt x="27" y="29"/>
                          </a:lnTo>
                          <a:lnTo>
                            <a:pt x="50" y="19"/>
                          </a:lnTo>
                          <a:lnTo>
                            <a:pt x="76" y="10"/>
                          </a:lnTo>
                          <a:lnTo>
                            <a:pt x="103" y="0"/>
                          </a:lnTo>
                          <a:close/>
                        </a:path>
                      </a:pathLst>
                    </a:custGeom>
                    <a:solidFill>
                      <a:srgbClr val="459FED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5" name="Freeform 54">
                      <a:extLst>
                        <a:ext uri="{FF2B5EF4-FFF2-40B4-BE49-F238E27FC236}">
                          <a16:creationId xmlns:a16="http://schemas.microsoft.com/office/drawing/2014/main" id="{DFE21B44-A101-266C-1052-A7701378670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7901866" y="2256295"/>
                      <a:ext cx="44521" cy="44521"/>
                    </a:xfrm>
                    <a:custGeom>
                      <a:avLst/>
                      <a:gdLst>
                        <a:gd name="T0" fmla="*/ 63 w 63"/>
                        <a:gd name="T1" fmla="*/ 31 h 63"/>
                        <a:gd name="T2" fmla="*/ 60 w 63"/>
                        <a:gd name="T3" fmla="*/ 44 h 63"/>
                        <a:gd name="T4" fmla="*/ 54 w 63"/>
                        <a:gd name="T5" fmla="*/ 53 h 63"/>
                        <a:gd name="T6" fmla="*/ 44 w 63"/>
                        <a:gd name="T7" fmla="*/ 60 h 63"/>
                        <a:gd name="T8" fmla="*/ 32 w 63"/>
                        <a:gd name="T9" fmla="*/ 63 h 63"/>
                        <a:gd name="T10" fmla="*/ 19 w 63"/>
                        <a:gd name="T11" fmla="*/ 60 h 63"/>
                        <a:gd name="T12" fmla="*/ 10 w 63"/>
                        <a:gd name="T13" fmla="*/ 53 h 63"/>
                        <a:gd name="T14" fmla="*/ 3 w 63"/>
                        <a:gd name="T15" fmla="*/ 44 h 63"/>
                        <a:gd name="T16" fmla="*/ 0 w 63"/>
                        <a:gd name="T17" fmla="*/ 31 h 63"/>
                        <a:gd name="T18" fmla="*/ 3 w 63"/>
                        <a:gd name="T19" fmla="*/ 19 h 63"/>
                        <a:gd name="T20" fmla="*/ 10 w 63"/>
                        <a:gd name="T21" fmla="*/ 9 h 63"/>
                        <a:gd name="T22" fmla="*/ 19 w 63"/>
                        <a:gd name="T23" fmla="*/ 3 h 63"/>
                        <a:gd name="T24" fmla="*/ 32 w 63"/>
                        <a:gd name="T25" fmla="*/ 0 h 63"/>
                        <a:gd name="T26" fmla="*/ 44 w 63"/>
                        <a:gd name="T27" fmla="*/ 3 h 63"/>
                        <a:gd name="T28" fmla="*/ 54 w 63"/>
                        <a:gd name="T29" fmla="*/ 9 h 63"/>
                        <a:gd name="T30" fmla="*/ 60 w 63"/>
                        <a:gd name="T31" fmla="*/ 19 h 63"/>
                        <a:gd name="T32" fmla="*/ 63 w 63"/>
                        <a:gd name="T33" fmla="*/ 31 h 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63" h="63">
                          <a:moveTo>
                            <a:pt x="63" y="31"/>
                          </a:moveTo>
                          <a:cubicBezTo>
                            <a:pt x="63" y="36"/>
                            <a:pt x="62" y="40"/>
                            <a:pt x="60" y="44"/>
                          </a:cubicBezTo>
                          <a:cubicBezTo>
                            <a:pt x="59" y="47"/>
                            <a:pt x="56" y="51"/>
                            <a:pt x="54" y="53"/>
                          </a:cubicBezTo>
                          <a:cubicBezTo>
                            <a:pt x="51" y="56"/>
                            <a:pt x="47" y="59"/>
                            <a:pt x="44" y="60"/>
                          </a:cubicBezTo>
                          <a:cubicBezTo>
                            <a:pt x="40" y="62"/>
                            <a:pt x="36" y="63"/>
                            <a:pt x="32" y="63"/>
                          </a:cubicBezTo>
                          <a:cubicBezTo>
                            <a:pt x="27" y="63"/>
                            <a:pt x="23" y="62"/>
                            <a:pt x="19" y="60"/>
                          </a:cubicBezTo>
                          <a:cubicBezTo>
                            <a:pt x="16" y="59"/>
                            <a:pt x="12" y="56"/>
                            <a:pt x="10" y="53"/>
                          </a:cubicBezTo>
                          <a:cubicBezTo>
                            <a:pt x="7" y="51"/>
                            <a:pt x="4" y="47"/>
                            <a:pt x="3" y="44"/>
                          </a:cubicBezTo>
                          <a:cubicBezTo>
                            <a:pt x="1" y="40"/>
                            <a:pt x="0" y="36"/>
                            <a:pt x="0" y="31"/>
                          </a:cubicBezTo>
                          <a:cubicBezTo>
                            <a:pt x="0" y="27"/>
                            <a:pt x="1" y="23"/>
                            <a:pt x="3" y="19"/>
                          </a:cubicBezTo>
                          <a:cubicBezTo>
                            <a:pt x="4" y="16"/>
                            <a:pt x="7" y="12"/>
                            <a:pt x="10" y="9"/>
                          </a:cubicBezTo>
                          <a:cubicBezTo>
                            <a:pt x="12" y="7"/>
                            <a:pt x="16" y="4"/>
                            <a:pt x="19" y="3"/>
                          </a:cubicBezTo>
                          <a:cubicBezTo>
                            <a:pt x="23" y="1"/>
                            <a:pt x="27" y="0"/>
                            <a:pt x="32" y="0"/>
                          </a:cubicBezTo>
                          <a:cubicBezTo>
                            <a:pt x="36" y="0"/>
                            <a:pt x="40" y="1"/>
                            <a:pt x="44" y="3"/>
                          </a:cubicBezTo>
                          <a:cubicBezTo>
                            <a:pt x="47" y="4"/>
                            <a:pt x="51" y="7"/>
                            <a:pt x="54" y="9"/>
                          </a:cubicBezTo>
                          <a:cubicBezTo>
                            <a:pt x="56" y="12"/>
                            <a:pt x="59" y="16"/>
                            <a:pt x="60" y="19"/>
                          </a:cubicBezTo>
                          <a:cubicBezTo>
                            <a:pt x="62" y="23"/>
                            <a:pt x="63" y="27"/>
                            <a:pt x="63" y="31"/>
                          </a:cubicBezTo>
                          <a:close/>
                        </a:path>
                      </a:pathLst>
                    </a:custGeom>
                    <a:solidFill>
                      <a:srgbClr val="4FB7F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71" name="Group 270">
                    <a:extLst>
                      <a:ext uri="{FF2B5EF4-FFF2-40B4-BE49-F238E27FC236}">
                        <a16:creationId xmlns:a16="http://schemas.microsoft.com/office/drawing/2014/main" id="{EE1A5C4F-96E3-8887-CDBB-8B532D46B1E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538860" y="1802873"/>
                    <a:ext cx="154062" cy="153690"/>
                    <a:chOff x="7993062" y="2322402"/>
                    <a:chExt cx="122878" cy="122581"/>
                  </a:xfrm>
                </p:grpSpPr>
                <p:sp>
                  <p:nvSpPr>
                    <p:cNvPr id="272" name="Freeform 57">
                      <a:extLst>
                        <a:ext uri="{FF2B5EF4-FFF2-40B4-BE49-F238E27FC236}">
                          <a16:creationId xmlns:a16="http://schemas.microsoft.com/office/drawing/2014/main" id="{20E68F69-1524-D4AC-8F87-69C3EFDAC6B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7993210" y="2322254"/>
                      <a:ext cx="122581" cy="122878"/>
                    </a:xfrm>
                    <a:custGeom>
                      <a:avLst/>
                      <a:gdLst>
                        <a:gd name="T0" fmla="*/ 0 w 174"/>
                        <a:gd name="T1" fmla="*/ 87 h 174"/>
                        <a:gd name="T2" fmla="*/ 6 w 174"/>
                        <a:gd name="T3" fmla="*/ 121 h 174"/>
                        <a:gd name="T4" fmla="*/ 25 w 174"/>
                        <a:gd name="T5" fmla="*/ 149 h 174"/>
                        <a:gd name="T6" fmla="*/ 53 w 174"/>
                        <a:gd name="T7" fmla="*/ 167 h 174"/>
                        <a:gd name="T8" fmla="*/ 87 w 174"/>
                        <a:gd name="T9" fmla="*/ 174 h 174"/>
                        <a:gd name="T10" fmla="*/ 121 w 174"/>
                        <a:gd name="T11" fmla="*/ 167 h 174"/>
                        <a:gd name="T12" fmla="*/ 148 w 174"/>
                        <a:gd name="T13" fmla="*/ 149 h 174"/>
                        <a:gd name="T14" fmla="*/ 167 w 174"/>
                        <a:gd name="T15" fmla="*/ 121 h 174"/>
                        <a:gd name="T16" fmla="*/ 174 w 174"/>
                        <a:gd name="T17" fmla="*/ 87 h 174"/>
                        <a:gd name="T18" fmla="*/ 167 w 174"/>
                        <a:gd name="T19" fmla="*/ 53 h 174"/>
                        <a:gd name="T20" fmla="*/ 148 w 174"/>
                        <a:gd name="T21" fmla="*/ 25 h 174"/>
                        <a:gd name="T22" fmla="*/ 121 w 174"/>
                        <a:gd name="T23" fmla="*/ 7 h 174"/>
                        <a:gd name="T24" fmla="*/ 87 w 174"/>
                        <a:gd name="T25" fmla="*/ 0 h 174"/>
                        <a:gd name="T26" fmla="*/ 53 w 174"/>
                        <a:gd name="T27" fmla="*/ 7 h 174"/>
                        <a:gd name="T28" fmla="*/ 25 w 174"/>
                        <a:gd name="T29" fmla="*/ 25 h 174"/>
                        <a:gd name="T30" fmla="*/ 6 w 174"/>
                        <a:gd name="T31" fmla="*/ 53 h 174"/>
                        <a:gd name="T32" fmla="*/ 0 w 174"/>
                        <a:gd name="T33" fmla="*/ 87 h 17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174" h="174">
                          <a:moveTo>
                            <a:pt x="0" y="87"/>
                          </a:moveTo>
                          <a:cubicBezTo>
                            <a:pt x="0" y="99"/>
                            <a:pt x="2" y="110"/>
                            <a:pt x="6" y="121"/>
                          </a:cubicBezTo>
                          <a:cubicBezTo>
                            <a:pt x="11" y="131"/>
                            <a:pt x="17" y="141"/>
                            <a:pt x="25" y="149"/>
                          </a:cubicBezTo>
                          <a:cubicBezTo>
                            <a:pt x="33" y="156"/>
                            <a:pt x="42" y="163"/>
                            <a:pt x="53" y="167"/>
                          </a:cubicBezTo>
                          <a:cubicBezTo>
                            <a:pt x="63" y="172"/>
                            <a:pt x="75" y="174"/>
                            <a:pt x="87" y="174"/>
                          </a:cubicBezTo>
                          <a:cubicBezTo>
                            <a:pt x="99" y="174"/>
                            <a:pt x="110" y="172"/>
                            <a:pt x="121" y="167"/>
                          </a:cubicBezTo>
                          <a:cubicBezTo>
                            <a:pt x="131" y="163"/>
                            <a:pt x="140" y="156"/>
                            <a:pt x="148" y="149"/>
                          </a:cubicBezTo>
                          <a:cubicBezTo>
                            <a:pt x="156" y="141"/>
                            <a:pt x="163" y="131"/>
                            <a:pt x="167" y="121"/>
                          </a:cubicBezTo>
                          <a:cubicBezTo>
                            <a:pt x="171" y="110"/>
                            <a:pt x="174" y="99"/>
                            <a:pt x="174" y="87"/>
                          </a:cubicBezTo>
                          <a:cubicBezTo>
                            <a:pt x="174" y="75"/>
                            <a:pt x="171" y="63"/>
                            <a:pt x="167" y="53"/>
                          </a:cubicBezTo>
                          <a:cubicBezTo>
                            <a:pt x="163" y="43"/>
                            <a:pt x="156" y="33"/>
                            <a:pt x="148" y="25"/>
                          </a:cubicBezTo>
                          <a:cubicBezTo>
                            <a:pt x="140" y="17"/>
                            <a:pt x="131" y="11"/>
                            <a:pt x="121" y="7"/>
                          </a:cubicBezTo>
                          <a:cubicBezTo>
                            <a:pt x="110" y="2"/>
                            <a:pt x="99" y="0"/>
                            <a:pt x="87" y="0"/>
                          </a:cubicBezTo>
                          <a:cubicBezTo>
                            <a:pt x="75" y="0"/>
                            <a:pt x="63" y="2"/>
                            <a:pt x="53" y="7"/>
                          </a:cubicBezTo>
                          <a:cubicBezTo>
                            <a:pt x="42" y="11"/>
                            <a:pt x="33" y="17"/>
                            <a:pt x="25" y="25"/>
                          </a:cubicBezTo>
                          <a:cubicBezTo>
                            <a:pt x="17" y="33"/>
                            <a:pt x="11" y="43"/>
                            <a:pt x="6" y="53"/>
                          </a:cubicBezTo>
                          <a:cubicBezTo>
                            <a:pt x="2" y="63"/>
                            <a:pt x="0" y="75"/>
                            <a:pt x="0" y="87"/>
                          </a:cubicBezTo>
                          <a:close/>
                        </a:path>
                      </a:pathLst>
                    </a:custGeom>
                    <a:solidFill>
                      <a:srgbClr val="4FB7F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3" name="Freeform 58">
                      <a:extLst>
                        <a:ext uri="{FF2B5EF4-FFF2-40B4-BE49-F238E27FC236}">
                          <a16:creationId xmlns:a16="http://schemas.microsoft.com/office/drawing/2014/main" id="{60E27A36-17FC-9592-37BE-8B2978E0BCB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3268262">
                      <a:off x="8031898" y="2363816"/>
                      <a:ext cx="40960" cy="40960"/>
                    </a:xfrm>
                    <a:custGeom>
                      <a:avLst/>
                      <a:gdLst>
                        <a:gd name="T0" fmla="*/ 0 w 58"/>
                        <a:gd name="T1" fmla="*/ 29 h 58"/>
                        <a:gd name="T2" fmla="*/ 2 w 58"/>
                        <a:gd name="T3" fmla="*/ 40 h 58"/>
                        <a:gd name="T4" fmla="*/ 9 w 58"/>
                        <a:gd name="T5" fmla="*/ 49 h 58"/>
                        <a:gd name="T6" fmla="*/ 18 w 58"/>
                        <a:gd name="T7" fmla="*/ 56 h 58"/>
                        <a:gd name="T8" fmla="*/ 29 w 58"/>
                        <a:gd name="T9" fmla="*/ 58 h 58"/>
                        <a:gd name="T10" fmla="*/ 40 w 58"/>
                        <a:gd name="T11" fmla="*/ 56 h 58"/>
                        <a:gd name="T12" fmla="*/ 49 w 58"/>
                        <a:gd name="T13" fmla="*/ 49 h 58"/>
                        <a:gd name="T14" fmla="*/ 56 w 58"/>
                        <a:gd name="T15" fmla="*/ 40 h 58"/>
                        <a:gd name="T16" fmla="*/ 58 w 58"/>
                        <a:gd name="T17" fmla="*/ 29 h 58"/>
                        <a:gd name="T18" fmla="*/ 56 w 58"/>
                        <a:gd name="T19" fmla="*/ 18 h 58"/>
                        <a:gd name="T20" fmla="*/ 49 w 58"/>
                        <a:gd name="T21" fmla="*/ 8 h 58"/>
                        <a:gd name="T22" fmla="*/ 40 w 58"/>
                        <a:gd name="T23" fmla="*/ 2 h 58"/>
                        <a:gd name="T24" fmla="*/ 29 w 58"/>
                        <a:gd name="T25" fmla="*/ 0 h 58"/>
                        <a:gd name="T26" fmla="*/ 18 w 58"/>
                        <a:gd name="T27" fmla="*/ 2 h 58"/>
                        <a:gd name="T28" fmla="*/ 9 w 58"/>
                        <a:gd name="T29" fmla="*/ 8 h 58"/>
                        <a:gd name="T30" fmla="*/ 2 w 58"/>
                        <a:gd name="T31" fmla="*/ 18 h 58"/>
                        <a:gd name="T32" fmla="*/ 0 w 58"/>
                        <a:gd name="T33" fmla="*/ 29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58" h="58">
                          <a:moveTo>
                            <a:pt x="0" y="29"/>
                          </a:moveTo>
                          <a:cubicBezTo>
                            <a:pt x="0" y="33"/>
                            <a:pt x="1" y="37"/>
                            <a:pt x="2" y="40"/>
                          </a:cubicBezTo>
                          <a:cubicBezTo>
                            <a:pt x="4" y="44"/>
                            <a:pt x="6" y="47"/>
                            <a:pt x="9" y="49"/>
                          </a:cubicBezTo>
                          <a:cubicBezTo>
                            <a:pt x="11" y="52"/>
                            <a:pt x="14" y="54"/>
                            <a:pt x="18" y="56"/>
                          </a:cubicBezTo>
                          <a:cubicBezTo>
                            <a:pt x="21" y="57"/>
                            <a:pt x="25" y="58"/>
                            <a:pt x="29" y="58"/>
                          </a:cubicBezTo>
                          <a:cubicBezTo>
                            <a:pt x="33" y="58"/>
                            <a:pt x="37" y="57"/>
                            <a:pt x="40" y="56"/>
                          </a:cubicBezTo>
                          <a:cubicBezTo>
                            <a:pt x="44" y="54"/>
                            <a:pt x="47" y="52"/>
                            <a:pt x="49" y="49"/>
                          </a:cubicBezTo>
                          <a:cubicBezTo>
                            <a:pt x="52" y="47"/>
                            <a:pt x="54" y="44"/>
                            <a:pt x="56" y="40"/>
                          </a:cubicBezTo>
                          <a:cubicBezTo>
                            <a:pt x="57" y="37"/>
                            <a:pt x="58" y="33"/>
                            <a:pt x="58" y="29"/>
                          </a:cubicBezTo>
                          <a:cubicBezTo>
                            <a:pt x="58" y="25"/>
                            <a:pt x="57" y="21"/>
                            <a:pt x="56" y="18"/>
                          </a:cubicBezTo>
                          <a:cubicBezTo>
                            <a:pt x="54" y="14"/>
                            <a:pt x="52" y="11"/>
                            <a:pt x="49" y="8"/>
                          </a:cubicBezTo>
                          <a:cubicBezTo>
                            <a:pt x="47" y="6"/>
                            <a:pt x="44" y="4"/>
                            <a:pt x="40" y="2"/>
                          </a:cubicBezTo>
                          <a:cubicBezTo>
                            <a:pt x="37" y="1"/>
                            <a:pt x="33" y="0"/>
                            <a:pt x="29" y="0"/>
                          </a:cubicBezTo>
                          <a:cubicBezTo>
                            <a:pt x="25" y="0"/>
                            <a:pt x="21" y="1"/>
                            <a:pt x="18" y="2"/>
                          </a:cubicBezTo>
                          <a:cubicBezTo>
                            <a:pt x="14" y="4"/>
                            <a:pt x="11" y="6"/>
                            <a:pt x="9" y="8"/>
                          </a:cubicBezTo>
                          <a:cubicBezTo>
                            <a:pt x="6" y="11"/>
                            <a:pt x="4" y="14"/>
                            <a:pt x="2" y="18"/>
                          </a:cubicBezTo>
                          <a:cubicBezTo>
                            <a:pt x="1" y="21"/>
                            <a:pt x="0" y="25"/>
                            <a:pt x="0" y="2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264" name="Group 263">
                  <a:extLst>
                    <a:ext uri="{FF2B5EF4-FFF2-40B4-BE49-F238E27FC236}">
                      <a16:creationId xmlns:a16="http://schemas.microsoft.com/office/drawing/2014/main" id="{4CDCEA40-1C5D-DB54-6D04-9BBD59CD67F2}"/>
                    </a:ext>
                  </a:extLst>
                </p:cNvPr>
                <p:cNvGrpSpPr/>
                <p:nvPr/>
              </p:nvGrpSpPr>
              <p:grpSpPr>
                <a:xfrm flipH="1">
                  <a:off x="5489289" y="2032088"/>
                  <a:ext cx="153690" cy="153690"/>
                  <a:chOff x="8151231" y="2430400"/>
                  <a:chExt cx="122581" cy="122581"/>
                </a:xfrm>
              </p:grpSpPr>
              <p:sp>
                <p:nvSpPr>
                  <p:cNvPr id="265" name="Freeform 56">
                    <a:extLst>
                      <a:ext uri="{FF2B5EF4-FFF2-40B4-BE49-F238E27FC236}">
                        <a16:creationId xmlns:a16="http://schemas.microsoft.com/office/drawing/2014/main" id="{5424436D-B778-CEBD-7BFE-039023163B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51231" y="2430400"/>
                    <a:ext cx="122581" cy="122581"/>
                  </a:xfrm>
                  <a:custGeom>
                    <a:avLst/>
                    <a:gdLst>
                      <a:gd name="T0" fmla="*/ 0 w 174"/>
                      <a:gd name="T1" fmla="*/ 87 h 174"/>
                      <a:gd name="T2" fmla="*/ 6 w 174"/>
                      <a:gd name="T3" fmla="*/ 121 h 174"/>
                      <a:gd name="T4" fmla="*/ 25 w 174"/>
                      <a:gd name="T5" fmla="*/ 148 h 174"/>
                      <a:gd name="T6" fmla="*/ 53 w 174"/>
                      <a:gd name="T7" fmla="*/ 167 h 174"/>
                      <a:gd name="T8" fmla="*/ 87 w 174"/>
                      <a:gd name="T9" fmla="*/ 174 h 174"/>
                      <a:gd name="T10" fmla="*/ 121 w 174"/>
                      <a:gd name="T11" fmla="*/ 167 h 174"/>
                      <a:gd name="T12" fmla="*/ 148 w 174"/>
                      <a:gd name="T13" fmla="*/ 148 h 174"/>
                      <a:gd name="T14" fmla="*/ 167 w 174"/>
                      <a:gd name="T15" fmla="*/ 121 h 174"/>
                      <a:gd name="T16" fmla="*/ 174 w 174"/>
                      <a:gd name="T17" fmla="*/ 87 h 174"/>
                      <a:gd name="T18" fmla="*/ 167 w 174"/>
                      <a:gd name="T19" fmla="*/ 53 h 174"/>
                      <a:gd name="T20" fmla="*/ 148 w 174"/>
                      <a:gd name="T21" fmla="*/ 25 h 174"/>
                      <a:gd name="T22" fmla="*/ 121 w 174"/>
                      <a:gd name="T23" fmla="*/ 6 h 174"/>
                      <a:gd name="T24" fmla="*/ 87 w 174"/>
                      <a:gd name="T25" fmla="*/ 0 h 174"/>
                      <a:gd name="T26" fmla="*/ 53 w 174"/>
                      <a:gd name="T27" fmla="*/ 6 h 174"/>
                      <a:gd name="T28" fmla="*/ 25 w 174"/>
                      <a:gd name="T29" fmla="*/ 25 h 174"/>
                      <a:gd name="T30" fmla="*/ 6 w 174"/>
                      <a:gd name="T31" fmla="*/ 53 h 174"/>
                      <a:gd name="T32" fmla="*/ 0 w 174"/>
                      <a:gd name="T33" fmla="*/ 87 h 17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74" h="174">
                        <a:moveTo>
                          <a:pt x="0" y="87"/>
                        </a:moveTo>
                        <a:cubicBezTo>
                          <a:pt x="0" y="99"/>
                          <a:pt x="2" y="110"/>
                          <a:pt x="6" y="121"/>
                        </a:cubicBezTo>
                        <a:cubicBezTo>
                          <a:pt x="11" y="131"/>
                          <a:pt x="17" y="140"/>
                          <a:pt x="25" y="148"/>
                        </a:cubicBezTo>
                        <a:cubicBezTo>
                          <a:pt x="33" y="156"/>
                          <a:pt x="42" y="162"/>
                          <a:pt x="53" y="167"/>
                        </a:cubicBezTo>
                        <a:cubicBezTo>
                          <a:pt x="63" y="171"/>
                          <a:pt x="75" y="174"/>
                          <a:pt x="87" y="174"/>
                        </a:cubicBezTo>
                        <a:cubicBezTo>
                          <a:pt x="99" y="174"/>
                          <a:pt x="110" y="171"/>
                          <a:pt x="121" y="167"/>
                        </a:cubicBezTo>
                        <a:cubicBezTo>
                          <a:pt x="131" y="162"/>
                          <a:pt x="140" y="156"/>
                          <a:pt x="148" y="148"/>
                        </a:cubicBezTo>
                        <a:cubicBezTo>
                          <a:pt x="156" y="140"/>
                          <a:pt x="163" y="131"/>
                          <a:pt x="167" y="121"/>
                        </a:cubicBezTo>
                        <a:cubicBezTo>
                          <a:pt x="171" y="110"/>
                          <a:pt x="174" y="99"/>
                          <a:pt x="174" y="87"/>
                        </a:cubicBezTo>
                        <a:cubicBezTo>
                          <a:pt x="174" y="75"/>
                          <a:pt x="171" y="63"/>
                          <a:pt x="167" y="53"/>
                        </a:cubicBezTo>
                        <a:cubicBezTo>
                          <a:pt x="163" y="42"/>
                          <a:pt x="156" y="33"/>
                          <a:pt x="148" y="25"/>
                        </a:cubicBezTo>
                        <a:cubicBezTo>
                          <a:pt x="140" y="17"/>
                          <a:pt x="131" y="11"/>
                          <a:pt x="121" y="6"/>
                        </a:cubicBezTo>
                        <a:cubicBezTo>
                          <a:pt x="110" y="2"/>
                          <a:pt x="99" y="0"/>
                          <a:pt x="87" y="0"/>
                        </a:cubicBezTo>
                        <a:cubicBezTo>
                          <a:pt x="75" y="0"/>
                          <a:pt x="63" y="2"/>
                          <a:pt x="53" y="6"/>
                        </a:cubicBezTo>
                        <a:cubicBezTo>
                          <a:pt x="42" y="11"/>
                          <a:pt x="33" y="17"/>
                          <a:pt x="25" y="25"/>
                        </a:cubicBezTo>
                        <a:cubicBezTo>
                          <a:pt x="17" y="33"/>
                          <a:pt x="11" y="42"/>
                          <a:pt x="6" y="53"/>
                        </a:cubicBezTo>
                        <a:cubicBezTo>
                          <a:pt x="2" y="63"/>
                          <a:pt x="0" y="75"/>
                          <a:pt x="0" y="87"/>
                        </a:cubicBezTo>
                        <a:close/>
                      </a:path>
                    </a:pathLst>
                  </a:custGeom>
                  <a:solidFill>
                    <a:srgbClr val="4FB7F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66" name="Freeform 59">
                    <a:extLst>
                      <a:ext uri="{FF2B5EF4-FFF2-40B4-BE49-F238E27FC236}">
                        <a16:creationId xmlns:a16="http://schemas.microsoft.com/office/drawing/2014/main" id="{D1E8BA53-EEF0-4EB0-BCDB-F2A0A3F89D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91893" y="2471360"/>
                    <a:ext cx="40960" cy="40960"/>
                  </a:xfrm>
                  <a:custGeom>
                    <a:avLst/>
                    <a:gdLst>
                      <a:gd name="T0" fmla="*/ 0 w 58"/>
                      <a:gd name="T1" fmla="*/ 29 h 58"/>
                      <a:gd name="T2" fmla="*/ 2 w 58"/>
                      <a:gd name="T3" fmla="*/ 40 h 58"/>
                      <a:gd name="T4" fmla="*/ 8 w 58"/>
                      <a:gd name="T5" fmla="*/ 49 h 58"/>
                      <a:gd name="T6" fmla="*/ 17 w 58"/>
                      <a:gd name="T7" fmla="*/ 55 h 58"/>
                      <a:gd name="T8" fmla="*/ 29 w 58"/>
                      <a:gd name="T9" fmla="*/ 58 h 58"/>
                      <a:gd name="T10" fmla="*/ 40 w 58"/>
                      <a:gd name="T11" fmla="*/ 55 h 58"/>
                      <a:gd name="T12" fmla="*/ 49 w 58"/>
                      <a:gd name="T13" fmla="*/ 49 h 58"/>
                      <a:gd name="T14" fmla="*/ 55 w 58"/>
                      <a:gd name="T15" fmla="*/ 40 h 58"/>
                      <a:gd name="T16" fmla="*/ 58 w 58"/>
                      <a:gd name="T17" fmla="*/ 29 h 58"/>
                      <a:gd name="T18" fmla="*/ 55 w 58"/>
                      <a:gd name="T19" fmla="*/ 17 h 58"/>
                      <a:gd name="T20" fmla="*/ 49 w 58"/>
                      <a:gd name="T21" fmla="*/ 8 h 58"/>
                      <a:gd name="T22" fmla="*/ 40 w 58"/>
                      <a:gd name="T23" fmla="*/ 2 h 58"/>
                      <a:gd name="T24" fmla="*/ 29 w 58"/>
                      <a:gd name="T25" fmla="*/ 0 h 58"/>
                      <a:gd name="T26" fmla="*/ 17 w 58"/>
                      <a:gd name="T27" fmla="*/ 2 h 58"/>
                      <a:gd name="T28" fmla="*/ 8 w 58"/>
                      <a:gd name="T29" fmla="*/ 8 h 58"/>
                      <a:gd name="T30" fmla="*/ 2 w 58"/>
                      <a:gd name="T31" fmla="*/ 17 h 58"/>
                      <a:gd name="T32" fmla="*/ 0 w 58"/>
                      <a:gd name="T33" fmla="*/ 29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58" h="58">
                        <a:moveTo>
                          <a:pt x="0" y="29"/>
                        </a:moveTo>
                        <a:cubicBezTo>
                          <a:pt x="0" y="33"/>
                          <a:pt x="1" y="36"/>
                          <a:pt x="2" y="40"/>
                        </a:cubicBezTo>
                        <a:cubicBezTo>
                          <a:pt x="4" y="43"/>
                          <a:pt x="6" y="46"/>
                          <a:pt x="8" y="49"/>
                        </a:cubicBezTo>
                        <a:cubicBezTo>
                          <a:pt x="11" y="52"/>
                          <a:pt x="14" y="54"/>
                          <a:pt x="17" y="55"/>
                        </a:cubicBezTo>
                        <a:cubicBezTo>
                          <a:pt x="21" y="57"/>
                          <a:pt x="25" y="58"/>
                          <a:pt x="29" y="58"/>
                        </a:cubicBezTo>
                        <a:cubicBezTo>
                          <a:pt x="33" y="58"/>
                          <a:pt x="37" y="57"/>
                          <a:pt x="40" y="55"/>
                        </a:cubicBezTo>
                        <a:cubicBezTo>
                          <a:pt x="43" y="54"/>
                          <a:pt x="47" y="52"/>
                          <a:pt x="49" y="49"/>
                        </a:cubicBezTo>
                        <a:cubicBezTo>
                          <a:pt x="52" y="46"/>
                          <a:pt x="54" y="43"/>
                          <a:pt x="55" y="40"/>
                        </a:cubicBezTo>
                        <a:cubicBezTo>
                          <a:pt x="57" y="36"/>
                          <a:pt x="58" y="33"/>
                          <a:pt x="58" y="29"/>
                        </a:cubicBezTo>
                        <a:cubicBezTo>
                          <a:pt x="58" y="25"/>
                          <a:pt x="57" y="21"/>
                          <a:pt x="55" y="17"/>
                        </a:cubicBezTo>
                        <a:cubicBezTo>
                          <a:pt x="54" y="14"/>
                          <a:pt x="52" y="11"/>
                          <a:pt x="49" y="8"/>
                        </a:cubicBezTo>
                        <a:cubicBezTo>
                          <a:pt x="47" y="6"/>
                          <a:pt x="43" y="3"/>
                          <a:pt x="40" y="2"/>
                        </a:cubicBezTo>
                        <a:cubicBezTo>
                          <a:pt x="37" y="1"/>
                          <a:pt x="33" y="0"/>
                          <a:pt x="29" y="0"/>
                        </a:cubicBezTo>
                        <a:cubicBezTo>
                          <a:pt x="25" y="0"/>
                          <a:pt x="21" y="1"/>
                          <a:pt x="17" y="2"/>
                        </a:cubicBezTo>
                        <a:cubicBezTo>
                          <a:pt x="14" y="3"/>
                          <a:pt x="11" y="6"/>
                          <a:pt x="8" y="8"/>
                        </a:cubicBezTo>
                        <a:cubicBezTo>
                          <a:pt x="6" y="11"/>
                          <a:pt x="4" y="14"/>
                          <a:pt x="2" y="17"/>
                        </a:cubicBezTo>
                        <a:cubicBezTo>
                          <a:pt x="1" y="21"/>
                          <a:pt x="0" y="25"/>
                          <a:pt x="0" y="2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83" name="Freeform 60">
                <a:extLst>
                  <a:ext uri="{FF2B5EF4-FFF2-40B4-BE49-F238E27FC236}">
                    <a16:creationId xmlns:a16="http://schemas.microsoft.com/office/drawing/2014/main" id="{EB87AF38-5DC1-9A11-D546-D97C4AB78362}"/>
                  </a:ext>
                </a:extLst>
              </p:cNvPr>
              <p:cNvSpPr>
                <a:spLocks/>
              </p:cNvSpPr>
              <p:nvPr/>
            </p:nvSpPr>
            <p:spPr bwMode="auto">
              <a:xfrm rot="18797561" flipH="1">
                <a:off x="13339641" y="2282794"/>
                <a:ext cx="195625" cy="166926"/>
              </a:xfrm>
              <a:custGeom>
                <a:avLst/>
                <a:gdLst>
                  <a:gd name="T0" fmla="*/ 0 w 668"/>
                  <a:gd name="T1" fmla="*/ 195 h 570"/>
                  <a:gd name="T2" fmla="*/ 133 w 668"/>
                  <a:gd name="T3" fmla="*/ 287 h 570"/>
                  <a:gd name="T4" fmla="*/ 266 w 668"/>
                  <a:gd name="T5" fmla="*/ 382 h 570"/>
                  <a:gd name="T6" fmla="*/ 397 w 668"/>
                  <a:gd name="T7" fmla="*/ 475 h 570"/>
                  <a:gd name="T8" fmla="*/ 530 w 668"/>
                  <a:gd name="T9" fmla="*/ 570 h 570"/>
                  <a:gd name="T10" fmla="*/ 563 w 668"/>
                  <a:gd name="T11" fmla="*/ 522 h 570"/>
                  <a:gd name="T12" fmla="*/ 599 w 668"/>
                  <a:gd name="T13" fmla="*/ 473 h 570"/>
                  <a:gd name="T14" fmla="*/ 634 w 668"/>
                  <a:gd name="T15" fmla="*/ 425 h 570"/>
                  <a:gd name="T16" fmla="*/ 668 w 668"/>
                  <a:gd name="T17" fmla="*/ 375 h 570"/>
                  <a:gd name="T18" fmla="*/ 535 w 668"/>
                  <a:gd name="T19" fmla="*/ 283 h 570"/>
                  <a:gd name="T20" fmla="*/ 404 w 668"/>
                  <a:gd name="T21" fmla="*/ 188 h 570"/>
                  <a:gd name="T22" fmla="*/ 271 w 668"/>
                  <a:gd name="T23" fmla="*/ 93 h 570"/>
                  <a:gd name="T24" fmla="*/ 140 w 668"/>
                  <a:gd name="T25" fmla="*/ 0 h 570"/>
                  <a:gd name="T26" fmla="*/ 105 w 668"/>
                  <a:gd name="T27" fmla="*/ 47 h 570"/>
                  <a:gd name="T28" fmla="*/ 69 w 668"/>
                  <a:gd name="T29" fmla="*/ 97 h 570"/>
                  <a:gd name="T30" fmla="*/ 36 w 668"/>
                  <a:gd name="T31" fmla="*/ 145 h 570"/>
                  <a:gd name="T32" fmla="*/ 0 w 668"/>
                  <a:gd name="T33" fmla="*/ 195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68" h="570">
                    <a:moveTo>
                      <a:pt x="0" y="195"/>
                    </a:moveTo>
                    <a:lnTo>
                      <a:pt x="133" y="287"/>
                    </a:lnTo>
                    <a:lnTo>
                      <a:pt x="266" y="382"/>
                    </a:lnTo>
                    <a:lnTo>
                      <a:pt x="397" y="475"/>
                    </a:lnTo>
                    <a:lnTo>
                      <a:pt x="530" y="570"/>
                    </a:lnTo>
                    <a:lnTo>
                      <a:pt x="563" y="522"/>
                    </a:lnTo>
                    <a:lnTo>
                      <a:pt x="599" y="473"/>
                    </a:lnTo>
                    <a:lnTo>
                      <a:pt x="634" y="425"/>
                    </a:lnTo>
                    <a:lnTo>
                      <a:pt x="668" y="375"/>
                    </a:lnTo>
                    <a:lnTo>
                      <a:pt x="535" y="283"/>
                    </a:lnTo>
                    <a:lnTo>
                      <a:pt x="404" y="188"/>
                    </a:lnTo>
                    <a:lnTo>
                      <a:pt x="271" y="93"/>
                    </a:lnTo>
                    <a:lnTo>
                      <a:pt x="140" y="0"/>
                    </a:lnTo>
                    <a:lnTo>
                      <a:pt x="105" y="47"/>
                    </a:lnTo>
                    <a:lnTo>
                      <a:pt x="69" y="97"/>
                    </a:lnTo>
                    <a:lnTo>
                      <a:pt x="36" y="145"/>
                    </a:lnTo>
                    <a:lnTo>
                      <a:pt x="0" y="195"/>
                    </a:ln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A2ABB0"/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61">
                <a:extLst>
                  <a:ext uri="{FF2B5EF4-FFF2-40B4-BE49-F238E27FC236}">
                    <a16:creationId xmlns:a16="http://schemas.microsoft.com/office/drawing/2014/main" id="{428365DD-4D6C-FEA4-2E47-9E9556A5D752}"/>
                  </a:ext>
                </a:extLst>
              </p:cNvPr>
              <p:cNvSpPr>
                <a:spLocks/>
              </p:cNvSpPr>
              <p:nvPr/>
            </p:nvSpPr>
            <p:spPr bwMode="auto">
              <a:xfrm rot="20110873" flipH="1">
                <a:off x="13348213" y="2015623"/>
                <a:ext cx="347908" cy="288458"/>
              </a:xfrm>
              <a:custGeom>
                <a:avLst/>
                <a:gdLst>
                  <a:gd name="T0" fmla="*/ 328 w 500"/>
                  <a:gd name="T1" fmla="*/ 392 h 415"/>
                  <a:gd name="T2" fmla="*/ 259 w 500"/>
                  <a:gd name="T3" fmla="*/ 343 h 415"/>
                  <a:gd name="T4" fmla="*/ 189 w 500"/>
                  <a:gd name="T5" fmla="*/ 294 h 415"/>
                  <a:gd name="T6" fmla="*/ 120 w 500"/>
                  <a:gd name="T7" fmla="*/ 244 h 415"/>
                  <a:gd name="T8" fmla="*/ 50 w 500"/>
                  <a:gd name="T9" fmla="*/ 195 h 415"/>
                  <a:gd name="T10" fmla="*/ 20 w 500"/>
                  <a:gd name="T11" fmla="*/ 162 h 415"/>
                  <a:gd name="T12" fmla="*/ 3 w 500"/>
                  <a:gd name="T13" fmla="*/ 123 h 415"/>
                  <a:gd name="T14" fmla="*/ 2 w 500"/>
                  <a:gd name="T15" fmla="*/ 80 h 415"/>
                  <a:gd name="T16" fmla="*/ 2 w 500"/>
                  <a:gd name="T17" fmla="*/ 79 h 415"/>
                  <a:gd name="T18" fmla="*/ 50 w 500"/>
                  <a:gd name="T19" fmla="*/ 13 h 415"/>
                  <a:gd name="T20" fmla="*/ 51 w 500"/>
                  <a:gd name="T21" fmla="*/ 13 h 415"/>
                  <a:gd name="T22" fmla="*/ 91 w 500"/>
                  <a:gd name="T23" fmla="*/ 2 h 415"/>
                  <a:gd name="T24" fmla="*/ 132 w 500"/>
                  <a:gd name="T25" fmla="*/ 5 h 415"/>
                  <a:gd name="T26" fmla="*/ 172 w 500"/>
                  <a:gd name="T27" fmla="*/ 23 h 415"/>
                  <a:gd name="T28" fmla="*/ 241 w 500"/>
                  <a:gd name="T29" fmla="*/ 73 h 415"/>
                  <a:gd name="T30" fmla="*/ 311 w 500"/>
                  <a:gd name="T31" fmla="*/ 122 h 415"/>
                  <a:gd name="T32" fmla="*/ 380 w 500"/>
                  <a:gd name="T33" fmla="*/ 172 h 415"/>
                  <a:gd name="T34" fmla="*/ 450 w 500"/>
                  <a:gd name="T35" fmla="*/ 221 h 415"/>
                  <a:gd name="T36" fmla="*/ 480 w 500"/>
                  <a:gd name="T37" fmla="*/ 253 h 415"/>
                  <a:gd name="T38" fmla="*/ 497 w 500"/>
                  <a:gd name="T39" fmla="*/ 293 h 415"/>
                  <a:gd name="T40" fmla="*/ 498 w 500"/>
                  <a:gd name="T41" fmla="*/ 336 h 415"/>
                  <a:gd name="T42" fmla="*/ 498 w 500"/>
                  <a:gd name="T43" fmla="*/ 337 h 415"/>
                  <a:gd name="T44" fmla="*/ 450 w 500"/>
                  <a:gd name="T45" fmla="*/ 402 h 415"/>
                  <a:gd name="T46" fmla="*/ 449 w 500"/>
                  <a:gd name="T47" fmla="*/ 403 h 415"/>
                  <a:gd name="T48" fmla="*/ 409 w 500"/>
                  <a:gd name="T49" fmla="*/ 414 h 415"/>
                  <a:gd name="T50" fmla="*/ 368 w 500"/>
                  <a:gd name="T51" fmla="*/ 411 h 415"/>
                  <a:gd name="T52" fmla="*/ 328 w 500"/>
                  <a:gd name="T53" fmla="*/ 392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00" h="415">
                    <a:moveTo>
                      <a:pt x="328" y="392"/>
                    </a:moveTo>
                    <a:cubicBezTo>
                      <a:pt x="259" y="343"/>
                      <a:pt x="259" y="343"/>
                      <a:pt x="259" y="343"/>
                    </a:cubicBezTo>
                    <a:cubicBezTo>
                      <a:pt x="189" y="294"/>
                      <a:pt x="189" y="294"/>
                      <a:pt x="189" y="294"/>
                    </a:cubicBezTo>
                    <a:cubicBezTo>
                      <a:pt x="120" y="244"/>
                      <a:pt x="120" y="244"/>
                      <a:pt x="120" y="244"/>
                    </a:cubicBezTo>
                    <a:cubicBezTo>
                      <a:pt x="50" y="195"/>
                      <a:pt x="50" y="195"/>
                      <a:pt x="50" y="195"/>
                    </a:cubicBezTo>
                    <a:cubicBezTo>
                      <a:pt x="38" y="186"/>
                      <a:pt x="28" y="175"/>
                      <a:pt x="20" y="162"/>
                    </a:cubicBezTo>
                    <a:cubicBezTo>
                      <a:pt x="12" y="150"/>
                      <a:pt x="6" y="137"/>
                      <a:pt x="3" y="123"/>
                    </a:cubicBezTo>
                    <a:cubicBezTo>
                      <a:pt x="0" y="109"/>
                      <a:pt x="0" y="94"/>
                      <a:pt x="2" y="80"/>
                    </a:cubicBezTo>
                    <a:cubicBezTo>
                      <a:pt x="2" y="80"/>
                      <a:pt x="2" y="79"/>
                      <a:pt x="2" y="79"/>
                    </a:cubicBezTo>
                    <a:cubicBezTo>
                      <a:pt x="6" y="51"/>
                      <a:pt x="24" y="26"/>
                      <a:pt x="50" y="13"/>
                    </a:cubicBezTo>
                    <a:cubicBezTo>
                      <a:pt x="50" y="13"/>
                      <a:pt x="50" y="13"/>
                      <a:pt x="51" y="13"/>
                    </a:cubicBezTo>
                    <a:cubicBezTo>
                      <a:pt x="63" y="7"/>
                      <a:pt x="77" y="3"/>
                      <a:pt x="91" y="2"/>
                    </a:cubicBezTo>
                    <a:cubicBezTo>
                      <a:pt x="105" y="0"/>
                      <a:pt x="119" y="2"/>
                      <a:pt x="132" y="5"/>
                    </a:cubicBezTo>
                    <a:cubicBezTo>
                      <a:pt x="146" y="9"/>
                      <a:pt x="159" y="15"/>
                      <a:pt x="172" y="23"/>
                    </a:cubicBezTo>
                    <a:cubicBezTo>
                      <a:pt x="241" y="73"/>
                      <a:pt x="241" y="73"/>
                      <a:pt x="241" y="73"/>
                    </a:cubicBezTo>
                    <a:cubicBezTo>
                      <a:pt x="311" y="122"/>
                      <a:pt x="311" y="122"/>
                      <a:pt x="311" y="122"/>
                    </a:cubicBezTo>
                    <a:cubicBezTo>
                      <a:pt x="380" y="172"/>
                      <a:pt x="380" y="172"/>
                      <a:pt x="380" y="172"/>
                    </a:cubicBezTo>
                    <a:cubicBezTo>
                      <a:pt x="450" y="221"/>
                      <a:pt x="450" y="221"/>
                      <a:pt x="450" y="221"/>
                    </a:cubicBezTo>
                    <a:cubicBezTo>
                      <a:pt x="462" y="230"/>
                      <a:pt x="472" y="241"/>
                      <a:pt x="480" y="253"/>
                    </a:cubicBezTo>
                    <a:cubicBezTo>
                      <a:pt x="488" y="266"/>
                      <a:pt x="494" y="279"/>
                      <a:pt x="497" y="293"/>
                    </a:cubicBezTo>
                    <a:cubicBezTo>
                      <a:pt x="500" y="307"/>
                      <a:pt x="500" y="322"/>
                      <a:pt x="498" y="336"/>
                    </a:cubicBezTo>
                    <a:cubicBezTo>
                      <a:pt x="498" y="336"/>
                      <a:pt x="498" y="336"/>
                      <a:pt x="498" y="337"/>
                    </a:cubicBezTo>
                    <a:cubicBezTo>
                      <a:pt x="494" y="365"/>
                      <a:pt x="476" y="390"/>
                      <a:pt x="450" y="402"/>
                    </a:cubicBezTo>
                    <a:cubicBezTo>
                      <a:pt x="450" y="402"/>
                      <a:pt x="450" y="403"/>
                      <a:pt x="449" y="403"/>
                    </a:cubicBezTo>
                    <a:cubicBezTo>
                      <a:pt x="437" y="409"/>
                      <a:pt x="423" y="413"/>
                      <a:pt x="409" y="414"/>
                    </a:cubicBezTo>
                    <a:cubicBezTo>
                      <a:pt x="396" y="415"/>
                      <a:pt x="381" y="414"/>
                      <a:pt x="368" y="411"/>
                    </a:cubicBezTo>
                    <a:cubicBezTo>
                      <a:pt x="354" y="407"/>
                      <a:pt x="341" y="401"/>
                      <a:pt x="328" y="392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459FED"/>
                  </a:gs>
                  <a:gs pos="0">
                    <a:srgbClr val="7ECAF8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62">
                <a:extLst>
                  <a:ext uri="{FF2B5EF4-FFF2-40B4-BE49-F238E27FC236}">
                    <a16:creationId xmlns:a16="http://schemas.microsoft.com/office/drawing/2014/main" id="{14EE2C31-12B2-A13B-58D3-1F15039045D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3320958" y="2387152"/>
                <a:ext cx="196211" cy="455385"/>
              </a:xfrm>
              <a:custGeom>
                <a:avLst/>
                <a:gdLst>
                  <a:gd name="T0" fmla="*/ 0 w 282"/>
                  <a:gd name="T1" fmla="*/ 496 h 655"/>
                  <a:gd name="T2" fmla="*/ 0 w 282"/>
                  <a:gd name="T3" fmla="*/ 412 h 655"/>
                  <a:gd name="T4" fmla="*/ 0 w 282"/>
                  <a:gd name="T5" fmla="*/ 328 h 655"/>
                  <a:gd name="T6" fmla="*/ 0 w 282"/>
                  <a:gd name="T7" fmla="*/ 244 h 655"/>
                  <a:gd name="T8" fmla="*/ 0 w 282"/>
                  <a:gd name="T9" fmla="*/ 159 h 655"/>
                  <a:gd name="T10" fmla="*/ 11 w 282"/>
                  <a:gd name="T11" fmla="*/ 101 h 655"/>
                  <a:gd name="T12" fmla="*/ 41 w 282"/>
                  <a:gd name="T13" fmla="*/ 53 h 655"/>
                  <a:gd name="T14" fmla="*/ 86 w 282"/>
                  <a:gd name="T15" fmla="*/ 18 h 655"/>
                  <a:gd name="T16" fmla="*/ 93 w 282"/>
                  <a:gd name="T17" fmla="*/ 14 h 655"/>
                  <a:gd name="T18" fmla="*/ 189 w 282"/>
                  <a:gd name="T19" fmla="*/ 14 h 655"/>
                  <a:gd name="T20" fmla="*/ 197 w 282"/>
                  <a:gd name="T21" fmla="*/ 18 h 655"/>
                  <a:gd name="T22" fmla="*/ 241 w 282"/>
                  <a:gd name="T23" fmla="*/ 53 h 655"/>
                  <a:gd name="T24" fmla="*/ 271 w 282"/>
                  <a:gd name="T25" fmla="*/ 101 h 655"/>
                  <a:gd name="T26" fmla="*/ 282 w 282"/>
                  <a:gd name="T27" fmla="*/ 159 h 655"/>
                  <a:gd name="T28" fmla="*/ 282 w 282"/>
                  <a:gd name="T29" fmla="*/ 244 h 655"/>
                  <a:gd name="T30" fmla="*/ 282 w 282"/>
                  <a:gd name="T31" fmla="*/ 328 h 655"/>
                  <a:gd name="T32" fmla="*/ 282 w 282"/>
                  <a:gd name="T33" fmla="*/ 412 h 655"/>
                  <a:gd name="T34" fmla="*/ 282 w 282"/>
                  <a:gd name="T35" fmla="*/ 496 h 655"/>
                  <a:gd name="T36" fmla="*/ 271 w 282"/>
                  <a:gd name="T37" fmla="*/ 554 h 655"/>
                  <a:gd name="T38" fmla="*/ 241 w 282"/>
                  <a:gd name="T39" fmla="*/ 603 h 655"/>
                  <a:gd name="T40" fmla="*/ 197 w 282"/>
                  <a:gd name="T41" fmla="*/ 638 h 655"/>
                  <a:gd name="T42" fmla="*/ 189 w 282"/>
                  <a:gd name="T43" fmla="*/ 641 h 655"/>
                  <a:gd name="T44" fmla="*/ 93 w 282"/>
                  <a:gd name="T45" fmla="*/ 641 h 655"/>
                  <a:gd name="T46" fmla="*/ 86 w 282"/>
                  <a:gd name="T47" fmla="*/ 638 h 655"/>
                  <a:gd name="T48" fmla="*/ 41 w 282"/>
                  <a:gd name="T49" fmla="*/ 603 h 655"/>
                  <a:gd name="T50" fmla="*/ 11 w 282"/>
                  <a:gd name="T51" fmla="*/ 554 h 655"/>
                  <a:gd name="T52" fmla="*/ 0 w 282"/>
                  <a:gd name="T53" fmla="*/ 496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82" h="655">
                    <a:moveTo>
                      <a:pt x="0" y="496"/>
                    </a:moveTo>
                    <a:cubicBezTo>
                      <a:pt x="0" y="412"/>
                      <a:pt x="0" y="412"/>
                      <a:pt x="0" y="412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0" y="159"/>
                      <a:pt x="0" y="159"/>
                      <a:pt x="0" y="159"/>
                    </a:cubicBezTo>
                    <a:cubicBezTo>
                      <a:pt x="0" y="139"/>
                      <a:pt x="4" y="119"/>
                      <a:pt x="11" y="101"/>
                    </a:cubicBezTo>
                    <a:cubicBezTo>
                      <a:pt x="18" y="83"/>
                      <a:pt x="28" y="67"/>
                      <a:pt x="41" y="53"/>
                    </a:cubicBezTo>
                    <a:cubicBezTo>
                      <a:pt x="54" y="39"/>
                      <a:pt x="69" y="27"/>
                      <a:pt x="86" y="18"/>
                    </a:cubicBezTo>
                    <a:cubicBezTo>
                      <a:pt x="88" y="17"/>
                      <a:pt x="91" y="15"/>
                      <a:pt x="93" y="14"/>
                    </a:cubicBezTo>
                    <a:cubicBezTo>
                      <a:pt x="123" y="0"/>
                      <a:pt x="159" y="0"/>
                      <a:pt x="189" y="14"/>
                    </a:cubicBezTo>
                    <a:cubicBezTo>
                      <a:pt x="192" y="15"/>
                      <a:pt x="194" y="17"/>
                      <a:pt x="197" y="18"/>
                    </a:cubicBezTo>
                    <a:cubicBezTo>
                      <a:pt x="213" y="27"/>
                      <a:pt x="229" y="39"/>
                      <a:pt x="241" y="53"/>
                    </a:cubicBezTo>
                    <a:cubicBezTo>
                      <a:pt x="254" y="67"/>
                      <a:pt x="264" y="83"/>
                      <a:pt x="271" y="101"/>
                    </a:cubicBezTo>
                    <a:cubicBezTo>
                      <a:pt x="278" y="119"/>
                      <a:pt x="282" y="139"/>
                      <a:pt x="282" y="159"/>
                    </a:cubicBezTo>
                    <a:cubicBezTo>
                      <a:pt x="282" y="244"/>
                      <a:pt x="282" y="244"/>
                      <a:pt x="282" y="244"/>
                    </a:cubicBezTo>
                    <a:cubicBezTo>
                      <a:pt x="282" y="328"/>
                      <a:pt x="282" y="328"/>
                      <a:pt x="282" y="328"/>
                    </a:cubicBezTo>
                    <a:cubicBezTo>
                      <a:pt x="282" y="412"/>
                      <a:pt x="282" y="412"/>
                      <a:pt x="282" y="412"/>
                    </a:cubicBezTo>
                    <a:cubicBezTo>
                      <a:pt x="282" y="496"/>
                      <a:pt x="282" y="496"/>
                      <a:pt x="282" y="496"/>
                    </a:cubicBezTo>
                    <a:cubicBezTo>
                      <a:pt x="282" y="517"/>
                      <a:pt x="278" y="536"/>
                      <a:pt x="271" y="554"/>
                    </a:cubicBezTo>
                    <a:cubicBezTo>
                      <a:pt x="264" y="572"/>
                      <a:pt x="254" y="589"/>
                      <a:pt x="241" y="603"/>
                    </a:cubicBezTo>
                    <a:cubicBezTo>
                      <a:pt x="229" y="617"/>
                      <a:pt x="213" y="629"/>
                      <a:pt x="197" y="638"/>
                    </a:cubicBezTo>
                    <a:cubicBezTo>
                      <a:pt x="194" y="639"/>
                      <a:pt x="192" y="640"/>
                      <a:pt x="189" y="641"/>
                    </a:cubicBezTo>
                    <a:cubicBezTo>
                      <a:pt x="159" y="655"/>
                      <a:pt x="123" y="655"/>
                      <a:pt x="93" y="641"/>
                    </a:cubicBezTo>
                    <a:cubicBezTo>
                      <a:pt x="91" y="640"/>
                      <a:pt x="88" y="639"/>
                      <a:pt x="86" y="638"/>
                    </a:cubicBezTo>
                    <a:cubicBezTo>
                      <a:pt x="69" y="629"/>
                      <a:pt x="54" y="617"/>
                      <a:pt x="41" y="603"/>
                    </a:cubicBezTo>
                    <a:cubicBezTo>
                      <a:pt x="28" y="589"/>
                      <a:pt x="18" y="572"/>
                      <a:pt x="11" y="554"/>
                    </a:cubicBezTo>
                    <a:cubicBezTo>
                      <a:pt x="4" y="536"/>
                      <a:pt x="0" y="517"/>
                      <a:pt x="0" y="496"/>
                    </a:cubicBezTo>
                    <a:close/>
                  </a:path>
                </a:pathLst>
              </a:custGeom>
              <a:gradFill>
                <a:gsLst>
                  <a:gs pos="88000">
                    <a:srgbClr val="459FED"/>
                  </a:gs>
                  <a:gs pos="0">
                    <a:srgbClr val="7ECAF8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Freeform 64">
                <a:extLst>
                  <a:ext uri="{FF2B5EF4-FFF2-40B4-BE49-F238E27FC236}">
                    <a16:creationId xmlns:a16="http://schemas.microsoft.com/office/drawing/2014/main" id="{F18BA2FC-1C42-B3D1-F2FD-EA4C609DAE7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3273223" y="2702845"/>
                <a:ext cx="291974" cy="194746"/>
              </a:xfrm>
              <a:custGeom>
                <a:avLst/>
                <a:gdLst>
                  <a:gd name="T0" fmla="*/ 27 w 420"/>
                  <a:gd name="T1" fmla="*/ 232 h 280"/>
                  <a:gd name="T2" fmla="*/ 27 w 420"/>
                  <a:gd name="T3" fmla="*/ 220 h 280"/>
                  <a:gd name="T4" fmla="*/ 27 w 420"/>
                  <a:gd name="T5" fmla="*/ 208 h 280"/>
                  <a:gd name="T6" fmla="*/ 27 w 420"/>
                  <a:gd name="T7" fmla="*/ 195 h 280"/>
                  <a:gd name="T8" fmla="*/ 27 w 420"/>
                  <a:gd name="T9" fmla="*/ 183 h 280"/>
                  <a:gd name="T10" fmla="*/ 41 w 420"/>
                  <a:gd name="T11" fmla="*/ 112 h 280"/>
                  <a:gd name="T12" fmla="*/ 80 w 420"/>
                  <a:gd name="T13" fmla="*/ 53 h 280"/>
                  <a:gd name="T14" fmla="*/ 139 w 420"/>
                  <a:gd name="T15" fmla="*/ 14 h 280"/>
                  <a:gd name="T16" fmla="*/ 210 w 420"/>
                  <a:gd name="T17" fmla="*/ 0 h 280"/>
                  <a:gd name="T18" fmla="*/ 210 w 420"/>
                  <a:gd name="T19" fmla="*/ 0 h 280"/>
                  <a:gd name="T20" fmla="*/ 210 w 420"/>
                  <a:gd name="T21" fmla="*/ 0 h 280"/>
                  <a:gd name="T22" fmla="*/ 210 w 420"/>
                  <a:gd name="T23" fmla="*/ 0 h 280"/>
                  <a:gd name="T24" fmla="*/ 210 w 420"/>
                  <a:gd name="T25" fmla="*/ 0 h 280"/>
                  <a:gd name="T26" fmla="*/ 282 w 420"/>
                  <a:gd name="T27" fmla="*/ 14 h 280"/>
                  <a:gd name="T28" fmla="*/ 340 w 420"/>
                  <a:gd name="T29" fmla="*/ 53 h 280"/>
                  <a:gd name="T30" fmla="*/ 379 w 420"/>
                  <a:gd name="T31" fmla="*/ 112 h 280"/>
                  <a:gd name="T32" fmla="*/ 394 w 420"/>
                  <a:gd name="T33" fmla="*/ 183 h 280"/>
                  <a:gd name="T34" fmla="*/ 394 w 420"/>
                  <a:gd name="T35" fmla="*/ 195 h 280"/>
                  <a:gd name="T36" fmla="*/ 394 w 420"/>
                  <a:gd name="T37" fmla="*/ 208 h 280"/>
                  <a:gd name="T38" fmla="*/ 394 w 420"/>
                  <a:gd name="T39" fmla="*/ 220 h 280"/>
                  <a:gd name="T40" fmla="*/ 394 w 420"/>
                  <a:gd name="T41" fmla="*/ 232 h 280"/>
                  <a:gd name="T42" fmla="*/ 400 w 420"/>
                  <a:gd name="T43" fmla="*/ 232 h 280"/>
                  <a:gd name="T44" fmla="*/ 407 w 420"/>
                  <a:gd name="T45" fmla="*/ 232 h 280"/>
                  <a:gd name="T46" fmla="*/ 413 w 420"/>
                  <a:gd name="T47" fmla="*/ 232 h 280"/>
                  <a:gd name="T48" fmla="*/ 420 w 420"/>
                  <a:gd name="T49" fmla="*/ 232 h 280"/>
                  <a:gd name="T50" fmla="*/ 420 w 420"/>
                  <a:gd name="T51" fmla="*/ 244 h 280"/>
                  <a:gd name="T52" fmla="*/ 420 w 420"/>
                  <a:gd name="T53" fmla="*/ 256 h 280"/>
                  <a:gd name="T54" fmla="*/ 420 w 420"/>
                  <a:gd name="T55" fmla="*/ 268 h 280"/>
                  <a:gd name="T56" fmla="*/ 420 w 420"/>
                  <a:gd name="T57" fmla="*/ 280 h 280"/>
                  <a:gd name="T58" fmla="*/ 413 w 420"/>
                  <a:gd name="T59" fmla="*/ 280 h 280"/>
                  <a:gd name="T60" fmla="*/ 407 w 420"/>
                  <a:gd name="T61" fmla="*/ 280 h 280"/>
                  <a:gd name="T62" fmla="*/ 400 w 420"/>
                  <a:gd name="T63" fmla="*/ 280 h 280"/>
                  <a:gd name="T64" fmla="*/ 394 w 420"/>
                  <a:gd name="T65" fmla="*/ 280 h 280"/>
                  <a:gd name="T66" fmla="*/ 302 w 420"/>
                  <a:gd name="T67" fmla="*/ 280 h 280"/>
                  <a:gd name="T68" fmla="*/ 210 w 420"/>
                  <a:gd name="T69" fmla="*/ 280 h 280"/>
                  <a:gd name="T70" fmla="*/ 118 w 420"/>
                  <a:gd name="T71" fmla="*/ 280 h 280"/>
                  <a:gd name="T72" fmla="*/ 27 w 420"/>
                  <a:gd name="T73" fmla="*/ 280 h 280"/>
                  <a:gd name="T74" fmla="*/ 20 w 420"/>
                  <a:gd name="T75" fmla="*/ 280 h 280"/>
                  <a:gd name="T76" fmla="*/ 13 w 420"/>
                  <a:gd name="T77" fmla="*/ 280 h 280"/>
                  <a:gd name="T78" fmla="*/ 7 w 420"/>
                  <a:gd name="T79" fmla="*/ 280 h 280"/>
                  <a:gd name="T80" fmla="*/ 0 w 420"/>
                  <a:gd name="T81" fmla="*/ 280 h 280"/>
                  <a:gd name="T82" fmla="*/ 0 w 420"/>
                  <a:gd name="T83" fmla="*/ 268 h 280"/>
                  <a:gd name="T84" fmla="*/ 0 w 420"/>
                  <a:gd name="T85" fmla="*/ 256 h 280"/>
                  <a:gd name="T86" fmla="*/ 0 w 420"/>
                  <a:gd name="T87" fmla="*/ 244 h 280"/>
                  <a:gd name="T88" fmla="*/ 0 w 420"/>
                  <a:gd name="T89" fmla="*/ 232 h 280"/>
                  <a:gd name="T90" fmla="*/ 7 w 420"/>
                  <a:gd name="T91" fmla="*/ 232 h 280"/>
                  <a:gd name="T92" fmla="*/ 13 w 420"/>
                  <a:gd name="T93" fmla="*/ 232 h 280"/>
                  <a:gd name="T94" fmla="*/ 20 w 420"/>
                  <a:gd name="T95" fmla="*/ 232 h 280"/>
                  <a:gd name="T96" fmla="*/ 27 w 420"/>
                  <a:gd name="T97" fmla="*/ 232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20" h="280">
                    <a:moveTo>
                      <a:pt x="27" y="232"/>
                    </a:moveTo>
                    <a:cubicBezTo>
                      <a:pt x="27" y="220"/>
                      <a:pt x="27" y="220"/>
                      <a:pt x="27" y="220"/>
                    </a:cubicBezTo>
                    <a:cubicBezTo>
                      <a:pt x="27" y="208"/>
                      <a:pt x="27" y="208"/>
                      <a:pt x="27" y="208"/>
                    </a:cubicBezTo>
                    <a:cubicBezTo>
                      <a:pt x="27" y="195"/>
                      <a:pt x="27" y="195"/>
                      <a:pt x="27" y="195"/>
                    </a:cubicBezTo>
                    <a:cubicBezTo>
                      <a:pt x="27" y="183"/>
                      <a:pt x="27" y="183"/>
                      <a:pt x="27" y="183"/>
                    </a:cubicBezTo>
                    <a:cubicBezTo>
                      <a:pt x="27" y="158"/>
                      <a:pt x="32" y="134"/>
                      <a:pt x="41" y="112"/>
                    </a:cubicBezTo>
                    <a:cubicBezTo>
                      <a:pt x="50" y="90"/>
                      <a:pt x="64" y="70"/>
                      <a:pt x="80" y="53"/>
                    </a:cubicBezTo>
                    <a:cubicBezTo>
                      <a:pt x="97" y="37"/>
                      <a:pt x="117" y="23"/>
                      <a:pt x="139" y="14"/>
                    </a:cubicBezTo>
                    <a:cubicBezTo>
                      <a:pt x="161" y="5"/>
                      <a:pt x="185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35" y="0"/>
                      <a:pt x="260" y="5"/>
                      <a:pt x="282" y="14"/>
                    </a:cubicBezTo>
                    <a:cubicBezTo>
                      <a:pt x="304" y="23"/>
                      <a:pt x="323" y="37"/>
                      <a:pt x="340" y="53"/>
                    </a:cubicBezTo>
                    <a:cubicBezTo>
                      <a:pt x="356" y="70"/>
                      <a:pt x="370" y="90"/>
                      <a:pt x="379" y="112"/>
                    </a:cubicBezTo>
                    <a:cubicBezTo>
                      <a:pt x="389" y="134"/>
                      <a:pt x="394" y="158"/>
                      <a:pt x="394" y="183"/>
                    </a:cubicBezTo>
                    <a:cubicBezTo>
                      <a:pt x="394" y="195"/>
                      <a:pt x="394" y="195"/>
                      <a:pt x="394" y="195"/>
                    </a:cubicBezTo>
                    <a:cubicBezTo>
                      <a:pt x="394" y="208"/>
                      <a:pt x="394" y="208"/>
                      <a:pt x="394" y="208"/>
                    </a:cubicBezTo>
                    <a:cubicBezTo>
                      <a:pt x="394" y="220"/>
                      <a:pt x="394" y="220"/>
                      <a:pt x="394" y="220"/>
                    </a:cubicBezTo>
                    <a:cubicBezTo>
                      <a:pt x="394" y="232"/>
                      <a:pt x="394" y="232"/>
                      <a:pt x="394" y="232"/>
                    </a:cubicBezTo>
                    <a:cubicBezTo>
                      <a:pt x="400" y="232"/>
                      <a:pt x="400" y="232"/>
                      <a:pt x="400" y="232"/>
                    </a:cubicBezTo>
                    <a:cubicBezTo>
                      <a:pt x="407" y="232"/>
                      <a:pt x="407" y="232"/>
                      <a:pt x="407" y="232"/>
                    </a:cubicBezTo>
                    <a:cubicBezTo>
                      <a:pt x="413" y="232"/>
                      <a:pt x="413" y="232"/>
                      <a:pt x="413" y="232"/>
                    </a:cubicBezTo>
                    <a:cubicBezTo>
                      <a:pt x="420" y="232"/>
                      <a:pt x="420" y="232"/>
                      <a:pt x="420" y="232"/>
                    </a:cubicBezTo>
                    <a:cubicBezTo>
                      <a:pt x="420" y="244"/>
                      <a:pt x="420" y="244"/>
                      <a:pt x="420" y="244"/>
                    </a:cubicBezTo>
                    <a:cubicBezTo>
                      <a:pt x="420" y="256"/>
                      <a:pt x="420" y="256"/>
                      <a:pt x="420" y="256"/>
                    </a:cubicBezTo>
                    <a:cubicBezTo>
                      <a:pt x="420" y="268"/>
                      <a:pt x="420" y="268"/>
                      <a:pt x="420" y="268"/>
                    </a:cubicBezTo>
                    <a:cubicBezTo>
                      <a:pt x="420" y="280"/>
                      <a:pt x="420" y="280"/>
                      <a:pt x="420" y="280"/>
                    </a:cubicBezTo>
                    <a:cubicBezTo>
                      <a:pt x="413" y="280"/>
                      <a:pt x="413" y="280"/>
                      <a:pt x="413" y="280"/>
                    </a:cubicBezTo>
                    <a:cubicBezTo>
                      <a:pt x="407" y="280"/>
                      <a:pt x="407" y="280"/>
                      <a:pt x="407" y="280"/>
                    </a:cubicBezTo>
                    <a:cubicBezTo>
                      <a:pt x="400" y="280"/>
                      <a:pt x="400" y="280"/>
                      <a:pt x="400" y="280"/>
                    </a:cubicBezTo>
                    <a:cubicBezTo>
                      <a:pt x="394" y="280"/>
                      <a:pt x="394" y="280"/>
                      <a:pt x="394" y="280"/>
                    </a:cubicBezTo>
                    <a:cubicBezTo>
                      <a:pt x="302" y="280"/>
                      <a:pt x="302" y="280"/>
                      <a:pt x="302" y="280"/>
                    </a:cubicBezTo>
                    <a:cubicBezTo>
                      <a:pt x="210" y="280"/>
                      <a:pt x="210" y="280"/>
                      <a:pt x="210" y="280"/>
                    </a:cubicBezTo>
                    <a:cubicBezTo>
                      <a:pt x="118" y="280"/>
                      <a:pt x="118" y="280"/>
                      <a:pt x="118" y="280"/>
                    </a:cubicBezTo>
                    <a:cubicBezTo>
                      <a:pt x="27" y="280"/>
                      <a:pt x="27" y="280"/>
                      <a:pt x="27" y="280"/>
                    </a:cubicBezTo>
                    <a:cubicBezTo>
                      <a:pt x="20" y="280"/>
                      <a:pt x="20" y="280"/>
                      <a:pt x="20" y="280"/>
                    </a:cubicBezTo>
                    <a:cubicBezTo>
                      <a:pt x="13" y="280"/>
                      <a:pt x="13" y="280"/>
                      <a:pt x="13" y="280"/>
                    </a:cubicBezTo>
                    <a:cubicBezTo>
                      <a:pt x="7" y="280"/>
                      <a:pt x="7" y="280"/>
                      <a:pt x="7" y="280"/>
                    </a:cubicBezTo>
                    <a:cubicBezTo>
                      <a:pt x="0" y="280"/>
                      <a:pt x="0" y="280"/>
                      <a:pt x="0" y="280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0" y="232"/>
                      <a:pt x="0" y="232"/>
                      <a:pt x="0" y="232"/>
                    </a:cubicBezTo>
                    <a:cubicBezTo>
                      <a:pt x="7" y="232"/>
                      <a:pt x="7" y="232"/>
                      <a:pt x="7" y="232"/>
                    </a:cubicBezTo>
                    <a:cubicBezTo>
                      <a:pt x="13" y="232"/>
                      <a:pt x="13" y="232"/>
                      <a:pt x="13" y="232"/>
                    </a:cubicBezTo>
                    <a:cubicBezTo>
                      <a:pt x="20" y="232"/>
                      <a:pt x="20" y="232"/>
                      <a:pt x="20" y="232"/>
                    </a:cubicBezTo>
                    <a:lnTo>
                      <a:pt x="27" y="232"/>
                    </a:ln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66737C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Freeform 65">
                <a:extLst>
                  <a:ext uri="{FF2B5EF4-FFF2-40B4-BE49-F238E27FC236}">
                    <a16:creationId xmlns:a16="http://schemas.microsoft.com/office/drawing/2014/main" id="{D0E16475-A568-2073-10F5-B1EB0756197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3362251" y="2743260"/>
                <a:ext cx="113920" cy="113919"/>
              </a:xfrm>
              <a:custGeom>
                <a:avLst/>
                <a:gdLst>
                  <a:gd name="T0" fmla="*/ 0 w 164"/>
                  <a:gd name="T1" fmla="*/ 82 h 164"/>
                  <a:gd name="T2" fmla="*/ 6 w 164"/>
                  <a:gd name="T3" fmla="*/ 114 h 164"/>
                  <a:gd name="T4" fmla="*/ 24 w 164"/>
                  <a:gd name="T5" fmla="*/ 140 h 164"/>
                  <a:gd name="T6" fmla="*/ 50 w 164"/>
                  <a:gd name="T7" fmla="*/ 158 h 164"/>
                  <a:gd name="T8" fmla="*/ 82 w 164"/>
                  <a:gd name="T9" fmla="*/ 164 h 164"/>
                  <a:gd name="T10" fmla="*/ 114 w 164"/>
                  <a:gd name="T11" fmla="*/ 158 h 164"/>
                  <a:gd name="T12" fmla="*/ 140 w 164"/>
                  <a:gd name="T13" fmla="*/ 140 h 164"/>
                  <a:gd name="T14" fmla="*/ 158 w 164"/>
                  <a:gd name="T15" fmla="*/ 114 h 164"/>
                  <a:gd name="T16" fmla="*/ 164 w 164"/>
                  <a:gd name="T17" fmla="*/ 82 h 164"/>
                  <a:gd name="T18" fmla="*/ 158 w 164"/>
                  <a:gd name="T19" fmla="*/ 50 h 164"/>
                  <a:gd name="T20" fmla="*/ 140 w 164"/>
                  <a:gd name="T21" fmla="*/ 24 h 164"/>
                  <a:gd name="T22" fmla="*/ 114 w 164"/>
                  <a:gd name="T23" fmla="*/ 6 h 164"/>
                  <a:gd name="T24" fmla="*/ 82 w 164"/>
                  <a:gd name="T25" fmla="*/ 0 h 164"/>
                  <a:gd name="T26" fmla="*/ 50 w 164"/>
                  <a:gd name="T27" fmla="*/ 6 h 164"/>
                  <a:gd name="T28" fmla="*/ 24 w 164"/>
                  <a:gd name="T29" fmla="*/ 24 h 164"/>
                  <a:gd name="T30" fmla="*/ 6 w 164"/>
                  <a:gd name="T31" fmla="*/ 50 h 164"/>
                  <a:gd name="T32" fmla="*/ 0 w 164"/>
                  <a:gd name="T33" fmla="*/ 82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4" h="164">
                    <a:moveTo>
                      <a:pt x="0" y="82"/>
                    </a:moveTo>
                    <a:cubicBezTo>
                      <a:pt x="0" y="93"/>
                      <a:pt x="2" y="104"/>
                      <a:pt x="6" y="114"/>
                    </a:cubicBezTo>
                    <a:cubicBezTo>
                      <a:pt x="10" y="124"/>
                      <a:pt x="16" y="133"/>
                      <a:pt x="24" y="140"/>
                    </a:cubicBezTo>
                    <a:cubicBezTo>
                      <a:pt x="31" y="147"/>
                      <a:pt x="40" y="153"/>
                      <a:pt x="50" y="158"/>
                    </a:cubicBezTo>
                    <a:cubicBezTo>
                      <a:pt x="60" y="162"/>
                      <a:pt x="71" y="164"/>
                      <a:pt x="82" y="164"/>
                    </a:cubicBezTo>
                    <a:cubicBezTo>
                      <a:pt x="93" y="164"/>
                      <a:pt x="104" y="162"/>
                      <a:pt x="114" y="158"/>
                    </a:cubicBezTo>
                    <a:cubicBezTo>
                      <a:pt x="124" y="153"/>
                      <a:pt x="133" y="147"/>
                      <a:pt x="140" y="140"/>
                    </a:cubicBezTo>
                    <a:cubicBezTo>
                      <a:pt x="148" y="133"/>
                      <a:pt x="154" y="124"/>
                      <a:pt x="158" y="114"/>
                    </a:cubicBezTo>
                    <a:cubicBezTo>
                      <a:pt x="162" y="104"/>
                      <a:pt x="164" y="93"/>
                      <a:pt x="164" y="82"/>
                    </a:cubicBezTo>
                    <a:cubicBezTo>
                      <a:pt x="164" y="70"/>
                      <a:pt x="162" y="60"/>
                      <a:pt x="158" y="50"/>
                    </a:cubicBezTo>
                    <a:cubicBezTo>
                      <a:pt x="154" y="40"/>
                      <a:pt x="148" y="31"/>
                      <a:pt x="140" y="24"/>
                    </a:cubicBezTo>
                    <a:cubicBezTo>
                      <a:pt x="133" y="16"/>
                      <a:pt x="124" y="10"/>
                      <a:pt x="114" y="6"/>
                    </a:cubicBezTo>
                    <a:cubicBezTo>
                      <a:pt x="104" y="2"/>
                      <a:pt x="93" y="0"/>
                      <a:pt x="82" y="0"/>
                    </a:cubicBezTo>
                    <a:cubicBezTo>
                      <a:pt x="71" y="0"/>
                      <a:pt x="60" y="2"/>
                      <a:pt x="50" y="6"/>
                    </a:cubicBezTo>
                    <a:cubicBezTo>
                      <a:pt x="40" y="10"/>
                      <a:pt x="31" y="16"/>
                      <a:pt x="24" y="24"/>
                    </a:cubicBezTo>
                    <a:cubicBezTo>
                      <a:pt x="16" y="31"/>
                      <a:pt x="10" y="40"/>
                      <a:pt x="6" y="50"/>
                    </a:cubicBezTo>
                    <a:cubicBezTo>
                      <a:pt x="2" y="60"/>
                      <a:pt x="0" y="70"/>
                      <a:pt x="0" y="82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Freeform 66">
                <a:extLst>
                  <a:ext uri="{FF2B5EF4-FFF2-40B4-BE49-F238E27FC236}">
                    <a16:creationId xmlns:a16="http://schemas.microsoft.com/office/drawing/2014/main" id="{C260F6C6-90C8-C301-CFBE-C428843B84D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3394172" y="2775180"/>
                <a:ext cx="50077" cy="50077"/>
              </a:xfrm>
              <a:custGeom>
                <a:avLst/>
                <a:gdLst>
                  <a:gd name="T0" fmla="*/ 0 w 72"/>
                  <a:gd name="T1" fmla="*/ 36 h 72"/>
                  <a:gd name="T2" fmla="*/ 3 w 72"/>
                  <a:gd name="T3" fmla="*/ 50 h 72"/>
                  <a:gd name="T4" fmla="*/ 11 w 72"/>
                  <a:gd name="T5" fmla="*/ 61 h 72"/>
                  <a:gd name="T6" fmla="*/ 22 w 72"/>
                  <a:gd name="T7" fmla="*/ 69 h 72"/>
                  <a:gd name="T8" fmla="*/ 36 w 72"/>
                  <a:gd name="T9" fmla="*/ 72 h 72"/>
                  <a:gd name="T10" fmla="*/ 50 w 72"/>
                  <a:gd name="T11" fmla="*/ 69 h 72"/>
                  <a:gd name="T12" fmla="*/ 62 w 72"/>
                  <a:gd name="T13" fmla="*/ 61 h 72"/>
                  <a:gd name="T14" fmla="*/ 69 w 72"/>
                  <a:gd name="T15" fmla="*/ 50 h 72"/>
                  <a:gd name="T16" fmla="*/ 72 w 72"/>
                  <a:gd name="T17" fmla="*/ 36 h 72"/>
                  <a:gd name="T18" fmla="*/ 69 w 72"/>
                  <a:gd name="T19" fmla="*/ 22 h 72"/>
                  <a:gd name="T20" fmla="*/ 62 w 72"/>
                  <a:gd name="T21" fmla="*/ 10 h 72"/>
                  <a:gd name="T22" fmla="*/ 50 w 72"/>
                  <a:gd name="T23" fmla="*/ 3 h 72"/>
                  <a:gd name="T24" fmla="*/ 36 w 72"/>
                  <a:gd name="T25" fmla="*/ 0 h 72"/>
                  <a:gd name="T26" fmla="*/ 22 w 72"/>
                  <a:gd name="T27" fmla="*/ 3 h 72"/>
                  <a:gd name="T28" fmla="*/ 11 w 72"/>
                  <a:gd name="T29" fmla="*/ 10 h 72"/>
                  <a:gd name="T30" fmla="*/ 3 w 72"/>
                  <a:gd name="T31" fmla="*/ 22 h 72"/>
                  <a:gd name="T32" fmla="*/ 0 w 72"/>
                  <a:gd name="T33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2" h="72">
                    <a:moveTo>
                      <a:pt x="0" y="36"/>
                    </a:moveTo>
                    <a:cubicBezTo>
                      <a:pt x="0" y="41"/>
                      <a:pt x="1" y="46"/>
                      <a:pt x="3" y="50"/>
                    </a:cubicBezTo>
                    <a:cubicBezTo>
                      <a:pt x="5" y="54"/>
                      <a:pt x="7" y="58"/>
                      <a:pt x="11" y="61"/>
                    </a:cubicBezTo>
                    <a:cubicBezTo>
                      <a:pt x="14" y="65"/>
                      <a:pt x="18" y="67"/>
                      <a:pt x="22" y="69"/>
                    </a:cubicBezTo>
                    <a:cubicBezTo>
                      <a:pt x="26" y="71"/>
                      <a:pt x="31" y="72"/>
                      <a:pt x="36" y="72"/>
                    </a:cubicBezTo>
                    <a:cubicBezTo>
                      <a:pt x="41" y="72"/>
                      <a:pt x="46" y="71"/>
                      <a:pt x="50" y="69"/>
                    </a:cubicBezTo>
                    <a:cubicBezTo>
                      <a:pt x="54" y="67"/>
                      <a:pt x="58" y="65"/>
                      <a:pt x="62" y="61"/>
                    </a:cubicBezTo>
                    <a:cubicBezTo>
                      <a:pt x="65" y="58"/>
                      <a:pt x="67" y="54"/>
                      <a:pt x="69" y="50"/>
                    </a:cubicBezTo>
                    <a:cubicBezTo>
                      <a:pt x="71" y="46"/>
                      <a:pt x="72" y="41"/>
                      <a:pt x="72" y="36"/>
                    </a:cubicBezTo>
                    <a:cubicBezTo>
                      <a:pt x="72" y="31"/>
                      <a:pt x="71" y="26"/>
                      <a:pt x="69" y="22"/>
                    </a:cubicBezTo>
                    <a:cubicBezTo>
                      <a:pt x="67" y="18"/>
                      <a:pt x="65" y="14"/>
                      <a:pt x="62" y="10"/>
                    </a:cubicBezTo>
                    <a:cubicBezTo>
                      <a:pt x="58" y="7"/>
                      <a:pt x="54" y="4"/>
                      <a:pt x="50" y="3"/>
                    </a:cubicBezTo>
                    <a:cubicBezTo>
                      <a:pt x="46" y="1"/>
                      <a:pt x="41" y="0"/>
                      <a:pt x="36" y="0"/>
                    </a:cubicBezTo>
                    <a:cubicBezTo>
                      <a:pt x="31" y="0"/>
                      <a:pt x="26" y="1"/>
                      <a:pt x="22" y="3"/>
                    </a:cubicBezTo>
                    <a:cubicBezTo>
                      <a:pt x="18" y="4"/>
                      <a:pt x="14" y="7"/>
                      <a:pt x="11" y="10"/>
                    </a:cubicBezTo>
                    <a:cubicBezTo>
                      <a:pt x="7" y="14"/>
                      <a:pt x="5" y="18"/>
                      <a:pt x="3" y="22"/>
                    </a:cubicBezTo>
                    <a:cubicBezTo>
                      <a:pt x="1" y="26"/>
                      <a:pt x="0" y="31"/>
                      <a:pt x="0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Freeform 67">
                <a:extLst>
                  <a:ext uri="{FF2B5EF4-FFF2-40B4-BE49-F238E27FC236}">
                    <a16:creationId xmlns:a16="http://schemas.microsoft.com/office/drawing/2014/main" id="{11DE3E7A-C01F-702C-7C28-CF1FFA5AD07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3362251" y="2431079"/>
                <a:ext cx="113920" cy="114504"/>
              </a:xfrm>
              <a:custGeom>
                <a:avLst/>
                <a:gdLst>
                  <a:gd name="T0" fmla="*/ 0 w 164"/>
                  <a:gd name="T1" fmla="*/ 82 h 165"/>
                  <a:gd name="T2" fmla="*/ 6 w 164"/>
                  <a:gd name="T3" fmla="*/ 114 h 165"/>
                  <a:gd name="T4" fmla="*/ 24 w 164"/>
                  <a:gd name="T5" fmla="*/ 141 h 165"/>
                  <a:gd name="T6" fmla="*/ 50 w 164"/>
                  <a:gd name="T7" fmla="*/ 158 h 165"/>
                  <a:gd name="T8" fmla="*/ 82 w 164"/>
                  <a:gd name="T9" fmla="*/ 165 h 165"/>
                  <a:gd name="T10" fmla="*/ 114 w 164"/>
                  <a:gd name="T11" fmla="*/ 158 h 165"/>
                  <a:gd name="T12" fmla="*/ 140 w 164"/>
                  <a:gd name="T13" fmla="*/ 141 h 165"/>
                  <a:gd name="T14" fmla="*/ 158 w 164"/>
                  <a:gd name="T15" fmla="*/ 114 h 165"/>
                  <a:gd name="T16" fmla="*/ 164 w 164"/>
                  <a:gd name="T17" fmla="*/ 82 h 165"/>
                  <a:gd name="T18" fmla="*/ 158 w 164"/>
                  <a:gd name="T19" fmla="*/ 50 h 165"/>
                  <a:gd name="T20" fmla="*/ 140 w 164"/>
                  <a:gd name="T21" fmla="*/ 24 h 165"/>
                  <a:gd name="T22" fmla="*/ 114 w 164"/>
                  <a:gd name="T23" fmla="*/ 7 h 165"/>
                  <a:gd name="T24" fmla="*/ 82 w 164"/>
                  <a:gd name="T25" fmla="*/ 0 h 165"/>
                  <a:gd name="T26" fmla="*/ 50 w 164"/>
                  <a:gd name="T27" fmla="*/ 7 h 165"/>
                  <a:gd name="T28" fmla="*/ 24 w 164"/>
                  <a:gd name="T29" fmla="*/ 24 h 165"/>
                  <a:gd name="T30" fmla="*/ 6 w 164"/>
                  <a:gd name="T31" fmla="*/ 50 h 165"/>
                  <a:gd name="T32" fmla="*/ 0 w 164"/>
                  <a:gd name="T33" fmla="*/ 82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4" h="165">
                    <a:moveTo>
                      <a:pt x="0" y="82"/>
                    </a:moveTo>
                    <a:cubicBezTo>
                      <a:pt x="0" y="94"/>
                      <a:pt x="2" y="105"/>
                      <a:pt x="6" y="114"/>
                    </a:cubicBezTo>
                    <a:cubicBezTo>
                      <a:pt x="10" y="124"/>
                      <a:pt x="16" y="133"/>
                      <a:pt x="24" y="141"/>
                    </a:cubicBezTo>
                    <a:cubicBezTo>
                      <a:pt x="31" y="148"/>
                      <a:pt x="40" y="154"/>
                      <a:pt x="50" y="158"/>
                    </a:cubicBezTo>
                    <a:cubicBezTo>
                      <a:pt x="60" y="162"/>
                      <a:pt x="71" y="165"/>
                      <a:pt x="82" y="165"/>
                    </a:cubicBezTo>
                    <a:cubicBezTo>
                      <a:pt x="93" y="165"/>
                      <a:pt x="104" y="162"/>
                      <a:pt x="114" y="158"/>
                    </a:cubicBezTo>
                    <a:cubicBezTo>
                      <a:pt x="124" y="154"/>
                      <a:pt x="133" y="148"/>
                      <a:pt x="140" y="141"/>
                    </a:cubicBezTo>
                    <a:cubicBezTo>
                      <a:pt x="148" y="133"/>
                      <a:pt x="154" y="124"/>
                      <a:pt x="158" y="114"/>
                    </a:cubicBezTo>
                    <a:cubicBezTo>
                      <a:pt x="162" y="105"/>
                      <a:pt x="164" y="94"/>
                      <a:pt x="164" y="82"/>
                    </a:cubicBezTo>
                    <a:cubicBezTo>
                      <a:pt x="164" y="71"/>
                      <a:pt x="162" y="60"/>
                      <a:pt x="158" y="50"/>
                    </a:cubicBezTo>
                    <a:cubicBezTo>
                      <a:pt x="154" y="41"/>
                      <a:pt x="148" y="32"/>
                      <a:pt x="140" y="24"/>
                    </a:cubicBezTo>
                    <a:cubicBezTo>
                      <a:pt x="133" y="17"/>
                      <a:pt x="124" y="11"/>
                      <a:pt x="114" y="7"/>
                    </a:cubicBezTo>
                    <a:cubicBezTo>
                      <a:pt x="104" y="3"/>
                      <a:pt x="93" y="0"/>
                      <a:pt x="82" y="0"/>
                    </a:cubicBezTo>
                    <a:cubicBezTo>
                      <a:pt x="71" y="0"/>
                      <a:pt x="60" y="3"/>
                      <a:pt x="50" y="7"/>
                    </a:cubicBezTo>
                    <a:cubicBezTo>
                      <a:pt x="40" y="11"/>
                      <a:pt x="31" y="17"/>
                      <a:pt x="24" y="24"/>
                    </a:cubicBezTo>
                    <a:cubicBezTo>
                      <a:pt x="16" y="32"/>
                      <a:pt x="10" y="41"/>
                      <a:pt x="6" y="50"/>
                    </a:cubicBezTo>
                    <a:cubicBezTo>
                      <a:pt x="2" y="60"/>
                      <a:pt x="0" y="71"/>
                      <a:pt x="0" y="82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43515C"/>
                  </a:gs>
                  <a:gs pos="0">
                    <a:srgbClr val="66737C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Freeform 68">
                <a:extLst>
                  <a:ext uri="{FF2B5EF4-FFF2-40B4-BE49-F238E27FC236}">
                    <a16:creationId xmlns:a16="http://schemas.microsoft.com/office/drawing/2014/main" id="{29DA8E70-C11E-1A7F-5914-77B06473101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3397685" y="2463585"/>
                <a:ext cx="43050" cy="43928"/>
              </a:xfrm>
              <a:custGeom>
                <a:avLst/>
                <a:gdLst>
                  <a:gd name="T0" fmla="*/ 0 w 62"/>
                  <a:gd name="T1" fmla="*/ 32 h 63"/>
                  <a:gd name="T2" fmla="*/ 2 w 62"/>
                  <a:gd name="T3" fmla="*/ 44 h 63"/>
                  <a:gd name="T4" fmla="*/ 9 w 62"/>
                  <a:gd name="T5" fmla="*/ 54 h 63"/>
                  <a:gd name="T6" fmla="*/ 19 w 62"/>
                  <a:gd name="T7" fmla="*/ 61 h 63"/>
                  <a:gd name="T8" fmla="*/ 31 w 62"/>
                  <a:gd name="T9" fmla="*/ 63 h 63"/>
                  <a:gd name="T10" fmla="*/ 43 w 62"/>
                  <a:gd name="T11" fmla="*/ 61 h 63"/>
                  <a:gd name="T12" fmla="*/ 53 w 62"/>
                  <a:gd name="T13" fmla="*/ 54 h 63"/>
                  <a:gd name="T14" fmla="*/ 60 w 62"/>
                  <a:gd name="T15" fmla="*/ 44 h 63"/>
                  <a:gd name="T16" fmla="*/ 62 w 62"/>
                  <a:gd name="T17" fmla="*/ 32 h 63"/>
                  <a:gd name="T18" fmla="*/ 60 w 62"/>
                  <a:gd name="T19" fmla="*/ 19 h 63"/>
                  <a:gd name="T20" fmla="*/ 53 w 62"/>
                  <a:gd name="T21" fmla="*/ 9 h 63"/>
                  <a:gd name="T22" fmla="*/ 43 w 62"/>
                  <a:gd name="T23" fmla="*/ 3 h 63"/>
                  <a:gd name="T24" fmla="*/ 31 w 62"/>
                  <a:gd name="T25" fmla="*/ 0 h 63"/>
                  <a:gd name="T26" fmla="*/ 19 w 62"/>
                  <a:gd name="T27" fmla="*/ 3 h 63"/>
                  <a:gd name="T28" fmla="*/ 9 w 62"/>
                  <a:gd name="T29" fmla="*/ 9 h 63"/>
                  <a:gd name="T30" fmla="*/ 2 w 62"/>
                  <a:gd name="T31" fmla="*/ 19 h 63"/>
                  <a:gd name="T32" fmla="*/ 0 w 62"/>
                  <a:gd name="T33" fmla="*/ 3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" h="63">
                    <a:moveTo>
                      <a:pt x="0" y="32"/>
                    </a:moveTo>
                    <a:cubicBezTo>
                      <a:pt x="0" y="36"/>
                      <a:pt x="1" y="40"/>
                      <a:pt x="2" y="44"/>
                    </a:cubicBezTo>
                    <a:cubicBezTo>
                      <a:pt x="4" y="48"/>
                      <a:pt x="6" y="51"/>
                      <a:pt x="9" y="54"/>
                    </a:cubicBezTo>
                    <a:cubicBezTo>
                      <a:pt x="12" y="57"/>
                      <a:pt x="15" y="59"/>
                      <a:pt x="19" y="61"/>
                    </a:cubicBezTo>
                    <a:cubicBezTo>
                      <a:pt x="23" y="62"/>
                      <a:pt x="27" y="63"/>
                      <a:pt x="31" y="63"/>
                    </a:cubicBezTo>
                    <a:cubicBezTo>
                      <a:pt x="35" y="63"/>
                      <a:pt x="40" y="62"/>
                      <a:pt x="43" y="61"/>
                    </a:cubicBezTo>
                    <a:cubicBezTo>
                      <a:pt x="47" y="59"/>
                      <a:pt x="50" y="57"/>
                      <a:pt x="53" y="54"/>
                    </a:cubicBezTo>
                    <a:cubicBezTo>
                      <a:pt x="56" y="51"/>
                      <a:pt x="58" y="48"/>
                      <a:pt x="60" y="44"/>
                    </a:cubicBezTo>
                    <a:cubicBezTo>
                      <a:pt x="62" y="40"/>
                      <a:pt x="62" y="36"/>
                      <a:pt x="62" y="32"/>
                    </a:cubicBezTo>
                    <a:cubicBezTo>
                      <a:pt x="62" y="27"/>
                      <a:pt x="62" y="23"/>
                      <a:pt x="60" y="19"/>
                    </a:cubicBezTo>
                    <a:cubicBezTo>
                      <a:pt x="58" y="16"/>
                      <a:pt x="56" y="12"/>
                      <a:pt x="53" y="9"/>
                    </a:cubicBezTo>
                    <a:cubicBezTo>
                      <a:pt x="50" y="7"/>
                      <a:pt x="47" y="4"/>
                      <a:pt x="43" y="3"/>
                    </a:cubicBezTo>
                    <a:cubicBezTo>
                      <a:pt x="40" y="1"/>
                      <a:pt x="35" y="0"/>
                      <a:pt x="31" y="0"/>
                    </a:cubicBezTo>
                    <a:cubicBezTo>
                      <a:pt x="27" y="0"/>
                      <a:pt x="23" y="1"/>
                      <a:pt x="19" y="3"/>
                    </a:cubicBezTo>
                    <a:cubicBezTo>
                      <a:pt x="15" y="4"/>
                      <a:pt x="12" y="7"/>
                      <a:pt x="9" y="9"/>
                    </a:cubicBezTo>
                    <a:cubicBezTo>
                      <a:pt x="6" y="12"/>
                      <a:pt x="4" y="16"/>
                      <a:pt x="2" y="19"/>
                    </a:cubicBezTo>
                    <a:cubicBezTo>
                      <a:pt x="1" y="23"/>
                      <a:pt x="0" y="27"/>
                      <a:pt x="0" y="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Rectangle: Top Corners Rounded 190">
                <a:extLst>
                  <a:ext uri="{FF2B5EF4-FFF2-40B4-BE49-F238E27FC236}">
                    <a16:creationId xmlns:a16="http://schemas.microsoft.com/office/drawing/2014/main" id="{3748FB8B-BC1B-DDAE-90E7-446A6543BF0C}"/>
                  </a:ext>
                </a:extLst>
              </p:cNvPr>
              <p:cNvSpPr/>
              <p:nvPr/>
            </p:nvSpPr>
            <p:spPr bwMode="auto">
              <a:xfrm>
                <a:off x="13209490" y="2897613"/>
                <a:ext cx="417026" cy="290886"/>
              </a:xfrm>
              <a:prstGeom prst="round2SameRect">
                <a:avLst/>
              </a:prstGeom>
              <a:gradFill>
                <a:gsLst>
                  <a:gs pos="88000">
                    <a:srgbClr val="459FED"/>
                  </a:gs>
                  <a:gs pos="0">
                    <a:srgbClr val="4FB7F6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Freeform 69">
                <a:extLst>
                  <a:ext uri="{FF2B5EF4-FFF2-40B4-BE49-F238E27FC236}">
                    <a16:creationId xmlns:a16="http://schemas.microsoft.com/office/drawing/2014/main" id="{7489AC50-DE0A-5D9E-6143-9CDB6D40F9D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3275384" y="2970439"/>
                <a:ext cx="282602" cy="20792"/>
              </a:xfrm>
              <a:custGeom>
                <a:avLst/>
                <a:gdLst>
                  <a:gd name="T0" fmla="*/ 15 w 406"/>
                  <a:gd name="T1" fmla="*/ 30 h 30"/>
                  <a:gd name="T2" fmla="*/ 109 w 406"/>
                  <a:gd name="T3" fmla="*/ 30 h 30"/>
                  <a:gd name="T4" fmla="*/ 203 w 406"/>
                  <a:gd name="T5" fmla="*/ 30 h 30"/>
                  <a:gd name="T6" fmla="*/ 297 w 406"/>
                  <a:gd name="T7" fmla="*/ 30 h 30"/>
                  <a:gd name="T8" fmla="*/ 391 w 406"/>
                  <a:gd name="T9" fmla="*/ 30 h 30"/>
                  <a:gd name="T10" fmla="*/ 397 w 406"/>
                  <a:gd name="T11" fmla="*/ 29 h 30"/>
                  <a:gd name="T12" fmla="*/ 402 w 406"/>
                  <a:gd name="T13" fmla="*/ 26 h 30"/>
                  <a:gd name="T14" fmla="*/ 405 w 406"/>
                  <a:gd name="T15" fmla="*/ 21 h 30"/>
                  <a:gd name="T16" fmla="*/ 406 w 406"/>
                  <a:gd name="T17" fmla="*/ 15 h 30"/>
                  <a:gd name="T18" fmla="*/ 406 w 406"/>
                  <a:gd name="T19" fmla="*/ 15 h 30"/>
                  <a:gd name="T20" fmla="*/ 406 w 406"/>
                  <a:gd name="T21" fmla="*/ 15 h 30"/>
                  <a:gd name="T22" fmla="*/ 406 w 406"/>
                  <a:gd name="T23" fmla="*/ 15 h 30"/>
                  <a:gd name="T24" fmla="*/ 406 w 406"/>
                  <a:gd name="T25" fmla="*/ 15 h 30"/>
                  <a:gd name="T26" fmla="*/ 405 w 406"/>
                  <a:gd name="T27" fmla="*/ 9 h 30"/>
                  <a:gd name="T28" fmla="*/ 402 w 406"/>
                  <a:gd name="T29" fmla="*/ 4 h 30"/>
                  <a:gd name="T30" fmla="*/ 397 w 406"/>
                  <a:gd name="T31" fmla="*/ 1 h 30"/>
                  <a:gd name="T32" fmla="*/ 391 w 406"/>
                  <a:gd name="T33" fmla="*/ 0 h 30"/>
                  <a:gd name="T34" fmla="*/ 297 w 406"/>
                  <a:gd name="T35" fmla="*/ 0 h 30"/>
                  <a:gd name="T36" fmla="*/ 203 w 406"/>
                  <a:gd name="T37" fmla="*/ 0 h 30"/>
                  <a:gd name="T38" fmla="*/ 109 w 406"/>
                  <a:gd name="T39" fmla="*/ 0 h 30"/>
                  <a:gd name="T40" fmla="*/ 15 w 406"/>
                  <a:gd name="T41" fmla="*/ 0 h 30"/>
                  <a:gd name="T42" fmla="*/ 9 w 406"/>
                  <a:gd name="T43" fmla="*/ 1 h 30"/>
                  <a:gd name="T44" fmla="*/ 4 w 406"/>
                  <a:gd name="T45" fmla="*/ 4 h 30"/>
                  <a:gd name="T46" fmla="*/ 1 w 406"/>
                  <a:gd name="T47" fmla="*/ 9 h 30"/>
                  <a:gd name="T48" fmla="*/ 0 w 406"/>
                  <a:gd name="T49" fmla="*/ 15 h 30"/>
                  <a:gd name="T50" fmla="*/ 0 w 406"/>
                  <a:gd name="T51" fmla="*/ 15 h 30"/>
                  <a:gd name="T52" fmla="*/ 0 w 406"/>
                  <a:gd name="T53" fmla="*/ 15 h 30"/>
                  <a:gd name="T54" fmla="*/ 0 w 406"/>
                  <a:gd name="T55" fmla="*/ 15 h 30"/>
                  <a:gd name="T56" fmla="*/ 0 w 406"/>
                  <a:gd name="T57" fmla="*/ 15 h 30"/>
                  <a:gd name="T58" fmla="*/ 1 w 406"/>
                  <a:gd name="T59" fmla="*/ 21 h 30"/>
                  <a:gd name="T60" fmla="*/ 4 w 406"/>
                  <a:gd name="T61" fmla="*/ 26 h 30"/>
                  <a:gd name="T62" fmla="*/ 9 w 406"/>
                  <a:gd name="T63" fmla="*/ 29 h 30"/>
                  <a:gd name="T64" fmla="*/ 15 w 406"/>
                  <a:gd name="T65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6" h="30">
                    <a:moveTo>
                      <a:pt x="15" y="30"/>
                    </a:moveTo>
                    <a:cubicBezTo>
                      <a:pt x="109" y="30"/>
                      <a:pt x="109" y="30"/>
                      <a:pt x="109" y="30"/>
                    </a:cubicBezTo>
                    <a:cubicBezTo>
                      <a:pt x="203" y="30"/>
                      <a:pt x="203" y="30"/>
                      <a:pt x="203" y="30"/>
                    </a:cubicBezTo>
                    <a:cubicBezTo>
                      <a:pt x="297" y="30"/>
                      <a:pt x="297" y="30"/>
                      <a:pt x="297" y="30"/>
                    </a:cubicBezTo>
                    <a:cubicBezTo>
                      <a:pt x="391" y="30"/>
                      <a:pt x="391" y="30"/>
                      <a:pt x="391" y="30"/>
                    </a:cubicBezTo>
                    <a:cubicBezTo>
                      <a:pt x="393" y="30"/>
                      <a:pt x="395" y="30"/>
                      <a:pt x="397" y="29"/>
                    </a:cubicBezTo>
                    <a:cubicBezTo>
                      <a:pt x="399" y="28"/>
                      <a:pt x="400" y="27"/>
                      <a:pt x="402" y="26"/>
                    </a:cubicBezTo>
                    <a:cubicBezTo>
                      <a:pt x="403" y="24"/>
                      <a:pt x="404" y="23"/>
                      <a:pt x="405" y="21"/>
                    </a:cubicBezTo>
                    <a:cubicBezTo>
                      <a:pt x="406" y="19"/>
                      <a:pt x="406" y="17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5"/>
                      <a:pt x="406" y="15"/>
                      <a:pt x="406" y="15"/>
                    </a:cubicBezTo>
                    <a:cubicBezTo>
                      <a:pt x="406" y="13"/>
                      <a:pt x="406" y="11"/>
                      <a:pt x="405" y="9"/>
                    </a:cubicBezTo>
                    <a:cubicBezTo>
                      <a:pt x="404" y="7"/>
                      <a:pt x="403" y="6"/>
                      <a:pt x="402" y="4"/>
                    </a:cubicBezTo>
                    <a:cubicBezTo>
                      <a:pt x="400" y="3"/>
                      <a:pt x="399" y="2"/>
                      <a:pt x="397" y="1"/>
                    </a:cubicBezTo>
                    <a:cubicBezTo>
                      <a:pt x="395" y="0"/>
                      <a:pt x="393" y="0"/>
                      <a:pt x="391" y="0"/>
                    </a:cubicBezTo>
                    <a:cubicBezTo>
                      <a:pt x="297" y="0"/>
                      <a:pt x="297" y="0"/>
                      <a:pt x="297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3" y="0"/>
                      <a:pt x="11" y="0"/>
                      <a:pt x="9" y="1"/>
                    </a:cubicBezTo>
                    <a:cubicBezTo>
                      <a:pt x="7" y="2"/>
                      <a:pt x="5" y="3"/>
                      <a:pt x="4" y="4"/>
                    </a:cubicBezTo>
                    <a:cubicBezTo>
                      <a:pt x="3" y="6"/>
                      <a:pt x="2" y="7"/>
                      <a:pt x="1" y="9"/>
                    </a:cubicBezTo>
                    <a:cubicBezTo>
                      <a:pt x="0" y="11"/>
                      <a:pt x="0" y="13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0" y="19"/>
                      <a:pt x="1" y="21"/>
                    </a:cubicBezTo>
                    <a:cubicBezTo>
                      <a:pt x="2" y="23"/>
                      <a:pt x="3" y="24"/>
                      <a:pt x="4" y="26"/>
                    </a:cubicBezTo>
                    <a:cubicBezTo>
                      <a:pt x="5" y="27"/>
                      <a:pt x="7" y="28"/>
                      <a:pt x="9" y="29"/>
                    </a:cubicBezTo>
                    <a:cubicBezTo>
                      <a:pt x="11" y="30"/>
                      <a:pt x="13" y="30"/>
                      <a:pt x="15" y="3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DFE3E6"/>
                  </a:gs>
                  <a:gs pos="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EFE4E770-3E03-C5B3-3ABB-7FB8DF4AE51C}"/>
                  </a:ext>
                </a:extLst>
              </p:cNvPr>
              <p:cNvGrpSpPr/>
              <p:nvPr/>
            </p:nvGrpSpPr>
            <p:grpSpPr>
              <a:xfrm rot="19698091" flipH="1">
                <a:off x="14024465" y="1930095"/>
                <a:ext cx="117711" cy="105719"/>
                <a:chOff x="7984049" y="2471467"/>
                <a:chExt cx="119301" cy="107147"/>
              </a:xfrm>
            </p:grpSpPr>
            <p:sp>
              <p:nvSpPr>
                <p:cNvPr id="259" name="Freeform 50">
                  <a:extLst>
                    <a:ext uri="{FF2B5EF4-FFF2-40B4-BE49-F238E27FC236}">
                      <a16:creationId xmlns:a16="http://schemas.microsoft.com/office/drawing/2014/main" id="{3D68630E-CA0F-36B9-0328-AE56006545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67891">
                  <a:off x="7984049" y="2471467"/>
                  <a:ext cx="85184" cy="107147"/>
                </a:xfrm>
                <a:custGeom>
                  <a:avLst/>
                  <a:gdLst>
                    <a:gd name="T0" fmla="*/ 192 w 287"/>
                    <a:gd name="T1" fmla="*/ 0 h 361"/>
                    <a:gd name="T2" fmla="*/ 142 w 287"/>
                    <a:gd name="T3" fmla="*/ 83 h 361"/>
                    <a:gd name="T4" fmla="*/ 95 w 287"/>
                    <a:gd name="T5" fmla="*/ 166 h 361"/>
                    <a:gd name="T6" fmla="*/ 47 w 287"/>
                    <a:gd name="T7" fmla="*/ 252 h 361"/>
                    <a:gd name="T8" fmla="*/ 0 w 287"/>
                    <a:gd name="T9" fmla="*/ 335 h 361"/>
                    <a:gd name="T10" fmla="*/ 9 w 287"/>
                    <a:gd name="T11" fmla="*/ 342 h 361"/>
                    <a:gd name="T12" fmla="*/ 21 w 287"/>
                    <a:gd name="T13" fmla="*/ 347 h 361"/>
                    <a:gd name="T14" fmla="*/ 33 w 287"/>
                    <a:gd name="T15" fmla="*/ 354 h 361"/>
                    <a:gd name="T16" fmla="*/ 45 w 287"/>
                    <a:gd name="T17" fmla="*/ 361 h 361"/>
                    <a:gd name="T18" fmla="*/ 107 w 287"/>
                    <a:gd name="T19" fmla="*/ 285 h 361"/>
                    <a:gd name="T20" fmla="*/ 166 w 287"/>
                    <a:gd name="T21" fmla="*/ 209 h 361"/>
                    <a:gd name="T22" fmla="*/ 228 w 287"/>
                    <a:gd name="T23" fmla="*/ 133 h 361"/>
                    <a:gd name="T24" fmla="*/ 287 w 287"/>
                    <a:gd name="T25" fmla="*/ 55 h 361"/>
                    <a:gd name="T26" fmla="*/ 264 w 287"/>
                    <a:gd name="T27" fmla="*/ 43 h 361"/>
                    <a:gd name="T28" fmla="*/ 240 w 287"/>
                    <a:gd name="T29" fmla="*/ 28 h 361"/>
                    <a:gd name="T30" fmla="*/ 216 w 287"/>
                    <a:gd name="T31" fmla="*/ 14 h 361"/>
                    <a:gd name="T32" fmla="*/ 192 w 287"/>
                    <a:gd name="T33" fmla="*/ 0 h 3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87" h="361">
                      <a:moveTo>
                        <a:pt x="192" y="0"/>
                      </a:moveTo>
                      <a:lnTo>
                        <a:pt x="142" y="83"/>
                      </a:lnTo>
                      <a:lnTo>
                        <a:pt x="95" y="166"/>
                      </a:lnTo>
                      <a:lnTo>
                        <a:pt x="47" y="252"/>
                      </a:lnTo>
                      <a:lnTo>
                        <a:pt x="0" y="335"/>
                      </a:lnTo>
                      <a:lnTo>
                        <a:pt x="9" y="342"/>
                      </a:lnTo>
                      <a:lnTo>
                        <a:pt x="21" y="347"/>
                      </a:lnTo>
                      <a:lnTo>
                        <a:pt x="33" y="354"/>
                      </a:lnTo>
                      <a:lnTo>
                        <a:pt x="45" y="361"/>
                      </a:lnTo>
                      <a:lnTo>
                        <a:pt x="107" y="285"/>
                      </a:lnTo>
                      <a:lnTo>
                        <a:pt x="166" y="209"/>
                      </a:lnTo>
                      <a:lnTo>
                        <a:pt x="228" y="133"/>
                      </a:lnTo>
                      <a:lnTo>
                        <a:pt x="287" y="55"/>
                      </a:lnTo>
                      <a:lnTo>
                        <a:pt x="264" y="43"/>
                      </a:lnTo>
                      <a:lnTo>
                        <a:pt x="240" y="28"/>
                      </a:lnTo>
                      <a:lnTo>
                        <a:pt x="216" y="14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459FE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0" name="Freeform 51">
                  <a:extLst>
                    <a:ext uri="{FF2B5EF4-FFF2-40B4-BE49-F238E27FC236}">
                      <a16:creationId xmlns:a16="http://schemas.microsoft.com/office/drawing/2014/main" id="{AD442094-FDB6-67C1-B0C7-D98E849AE1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268262">
                  <a:off x="8059126" y="2473375"/>
                  <a:ext cx="43927" cy="44521"/>
                </a:xfrm>
                <a:custGeom>
                  <a:avLst/>
                  <a:gdLst>
                    <a:gd name="T0" fmla="*/ 0 w 62"/>
                    <a:gd name="T1" fmla="*/ 31 h 63"/>
                    <a:gd name="T2" fmla="*/ 2 w 62"/>
                    <a:gd name="T3" fmla="*/ 44 h 63"/>
                    <a:gd name="T4" fmla="*/ 9 w 62"/>
                    <a:gd name="T5" fmla="*/ 53 h 63"/>
                    <a:gd name="T6" fmla="*/ 19 w 62"/>
                    <a:gd name="T7" fmla="*/ 60 h 63"/>
                    <a:gd name="T8" fmla="*/ 31 w 62"/>
                    <a:gd name="T9" fmla="*/ 63 h 63"/>
                    <a:gd name="T10" fmla="*/ 43 w 62"/>
                    <a:gd name="T11" fmla="*/ 60 h 63"/>
                    <a:gd name="T12" fmla="*/ 53 w 62"/>
                    <a:gd name="T13" fmla="*/ 53 h 63"/>
                    <a:gd name="T14" fmla="*/ 59 w 62"/>
                    <a:gd name="T15" fmla="*/ 44 h 63"/>
                    <a:gd name="T16" fmla="*/ 62 w 62"/>
                    <a:gd name="T17" fmla="*/ 31 h 63"/>
                    <a:gd name="T18" fmla="*/ 59 w 62"/>
                    <a:gd name="T19" fmla="*/ 19 h 63"/>
                    <a:gd name="T20" fmla="*/ 53 w 62"/>
                    <a:gd name="T21" fmla="*/ 9 h 63"/>
                    <a:gd name="T22" fmla="*/ 43 w 62"/>
                    <a:gd name="T23" fmla="*/ 3 h 63"/>
                    <a:gd name="T24" fmla="*/ 31 w 62"/>
                    <a:gd name="T25" fmla="*/ 0 h 63"/>
                    <a:gd name="T26" fmla="*/ 19 w 62"/>
                    <a:gd name="T27" fmla="*/ 3 h 63"/>
                    <a:gd name="T28" fmla="*/ 9 w 62"/>
                    <a:gd name="T29" fmla="*/ 9 h 63"/>
                    <a:gd name="T30" fmla="*/ 2 w 62"/>
                    <a:gd name="T31" fmla="*/ 19 h 63"/>
                    <a:gd name="T32" fmla="*/ 0 w 62"/>
                    <a:gd name="T33" fmla="*/ 31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2" h="63">
                      <a:moveTo>
                        <a:pt x="0" y="31"/>
                      </a:moveTo>
                      <a:cubicBezTo>
                        <a:pt x="0" y="36"/>
                        <a:pt x="1" y="40"/>
                        <a:pt x="2" y="44"/>
                      </a:cubicBezTo>
                      <a:cubicBezTo>
                        <a:pt x="4" y="47"/>
                        <a:pt x="6" y="51"/>
                        <a:pt x="9" y="53"/>
                      </a:cubicBezTo>
                      <a:cubicBezTo>
                        <a:pt x="12" y="56"/>
                        <a:pt x="15" y="59"/>
                        <a:pt x="19" y="60"/>
                      </a:cubicBezTo>
                      <a:cubicBezTo>
                        <a:pt x="22" y="62"/>
                        <a:pt x="26" y="63"/>
                        <a:pt x="31" y="63"/>
                      </a:cubicBezTo>
                      <a:cubicBezTo>
                        <a:pt x="35" y="63"/>
                        <a:pt x="39" y="62"/>
                        <a:pt x="43" y="60"/>
                      </a:cubicBezTo>
                      <a:cubicBezTo>
                        <a:pt x="47" y="59"/>
                        <a:pt x="50" y="56"/>
                        <a:pt x="53" y="53"/>
                      </a:cubicBezTo>
                      <a:cubicBezTo>
                        <a:pt x="56" y="51"/>
                        <a:pt x="58" y="47"/>
                        <a:pt x="59" y="44"/>
                      </a:cubicBezTo>
                      <a:cubicBezTo>
                        <a:pt x="61" y="40"/>
                        <a:pt x="62" y="36"/>
                        <a:pt x="62" y="31"/>
                      </a:cubicBezTo>
                      <a:cubicBezTo>
                        <a:pt x="62" y="27"/>
                        <a:pt x="61" y="23"/>
                        <a:pt x="59" y="19"/>
                      </a:cubicBezTo>
                      <a:cubicBezTo>
                        <a:pt x="58" y="16"/>
                        <a:pt x="56" y="12"/>
                        <a:pt x="53" y="9"/>
                      </a:cubicBezTo>
                      <a:cubicBezTo>
                        <a:pt x="50" y="7"/>
                        <a:pt x="47" y="4"/>
                        <a:pt x="43" y="3"/>
                      </a:cubicBezTo>
                      <a:cubicBezTo>
                        <a:pt x="39" y="1"/>
                        <a:pt x="35" y="0"/>
                        <a:pt x="31" y="0"/>
                      </a:cubicBezTo>
                      <a:cubicBezTo>
                        <a:pt x="26" y="0"/>
                        <a:pt x="22" y="1"/>
                        <a:pt x="19" y="3"/>
                      </a:cubicBezTo>
                      <a:cubicBezTo>
                        <a:pt x="15" y="4"/>
                        <a:pt x="12" y="7"/>
                        <a:pt x="9" y="9"/>
                      </a:cubicBezTo>
                      <a:cubicBezTo>
                        <a:pt x="6" y="12"/>
                        <a:pt x="4" y="16"/>
                        <a:pt x="2" y="19"/>
                      </a:cubicBezTo>
                      <a:cubicBezTo>
                        <a:pt x="1" y="23"/>
                        <a:pt x="0" y="27"/>
                        <a:pt x="0" y="31"/>
                      </a:cubicBezTo>
                      <a:close/>
                    </a:path>
                  </a:pathLst>
                </a:custGeom>
                <a:solidFill>
                  <a:srgbClr val="4FB7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pic>
            <p:nvPicPr>
              <p:cNvPr id="258" name="Graphic 257">
                <a:extLst>
                  <a:ext uri="{FF2B5EF4-FFF2-40B4-BE49-F238E27FC236}">
                    <a16:creationId xmlns:a16="http://schemas.microsoft.com/office/drawing/2014/main" id="{264A069C-CE42-A55A-E0DC-7FF26D2B8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275091" y="3034993"/>
                <a:ext cx="282895" cy="72076"/>
              </a:xfrm>
              <a:prstGeom prst="rect">
                <a:avLst/>
              </a:prstGeom>
            </p:spPr>
          </p:pic>
        </p:grpSp>
        <p:sp>
          <p:nvSpPr>
            <p:cNvPr id="180" name="Freeform 9">
              <a:extLst>
                <a:ext uri="{FF2B5EF4-FFF2-40B4-BE49-F238E27FC236}">
                  <a16:creationId xmlns:a16="http://schemas.microsoft.com/office/drawing/2014/main" id="{5CEFA09D-FC2C-0A48-F81E-1B10F2B12249}"/>
                </a:ext>
              </a:extLst>
            </p:cNvPr>
            <p:cNvSpPr>
              <a:spLocks/>
            </p:cNvSpPr>
            <p:nvPr/>
          </p:nvSpPr>
          <p:spPr bwMode="auto">
            <a:xfrm rot="20627322">
              <a:off x="10536181" y="2142985"/>
              <a:ext cx="62562" cy="53467"/>
            </a:xfrm>
            <a:custGeom>
              <a:avLst/>
              <a:gdLst>
                <a:gd name="T0" fmla="*/ 50 w 95"/>
                <a:gd name="T1" fmla="*/ 0 h 81"/>
                <a:gd name="T2" fmla="*/ 48 w 95"/>
                <a:gd name="T3" fmla="*/ 81 h 81"/>
                <a:gd name="T4" fmla="*/ 50 w 95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81">
                  <a:moveTo>
                    <a:pt x="50" y="0"/>
                  </a:moveTo>
                  <a:cubicBezTo>
                    <a:pt x="50" y="0"/>
                    <a:pt x="0" y="81"/>
                    <a:pt x="48" y="81"/>
                  </a:cubicBezTo>
                  <a:cubicBezTo>
                    <a:pt x="95" y="81"/>
                    <a:pt x="50" y="0"/>
                    <a:pt x="50" y="0"/>
                  </a:cubicBezTo>
                  <a:close/>
                </a:path>
              </a:pathLst>
            </a:custGeom>
            <a:gradFill>
              <a:gsLst>
                <a:gs pos="100000">
                  <a:srgbClr val="F46262"/>
                </a:gs>
                <a:gs pos="0">
                  <a:srgbClr val="F89696">
                    <a:alpha val="5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9">
              <a:extLst>
                <a:ext uri="{FF2B5EF4-FFF2-40B4-BE49-F238E27FC236}">
                  <a16:creationId xmlns:a16="http://schemas.microsoft.com/office/drawing/2014/main" id="{281D56EB-FA17-5B42-930D-3543FD35F004}"/>
                </a:ext>
              </a:extLst>
            </p:cNvPr>
            <p:cNvSpPr>
              <a:spLocks/>
            </p:cNvSpPr>
            <p:nvPr/>
          </p:nvSpPr>
          <p:spPr bwMode="auto">
            <a:xfrm rot="21175077">
              <a:off x="10571673" y="2314209"/>
              <a:ext cx="53496" cy="45719"/>
            </a:xfrm>
            <a:custGeom>
              <a:avLst/>
              <a:gdLst>
                <a:gd name="T0" fmla="*/ 50 w 95"/>
                <a:gd name="T1" fmla="*/ 0 h 81"/>
                <a:gd name="T2" fmla="*/ 48 w 95"/>
                <a:gd name="T3" fmla="*/ 81 h 81"/>
                <a:gd name="T4" fmla="*/ 50 w 95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81">
                  <a:moveTo>
                    <a:pt x="50" y="0"/>
                  </a:moveTo>
                  <a:cubicBezTo>
                    <a:pt x="50" y="0"/>
                    <a:pt x="0" y="81"/>
                    <a:pt x="48" y="81"/>
                  </a:cubicBezTo>
                  <a:cubicBezTo>
                    <a:pt x="95" y="81"/>
                    <a:pt x="50" y="0"/>
                    <a:pt x="50" y="0"/>
                  </a:cubicBezTo>
                  <a:close/>
                </a:path>
              </a:pathLst>
            </a:custGeom>
            <a:gradFill>
              <a:gsLst>
                <a:gs pos="100000">
                  <a:srgbClr val="F46262"/>
                </a:gs>
                <a:gs pos="0">
                  <a:srgbClr val="F89696">
                    <a:alpha val="5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6986D0D8-8C01-994E-64CD-2784281C2024}"/>
              </a:ext>
            </a:extLst>
          </p:cNvPr>
          <p:cNvGrpSpPr/>
          <p:nvPr/>
        </p:nvGrpSpPr>
        <p:grpSpPr>
          <a:xfrm>
            <a:off x="714931" y="1643577"/>
            <a:ext cx="2430224" cy="1933593"/>
            <a:chOff x="303668" y="2039602"/>
            <a:chExt cx="2430224" cy="1933593"/>
          </a:xfrm>
        </p:grpSpPr>
        <p:grpSp>
          <p:nvGrpSpPr>
            <p:cNvPr id="1055" name="Group 104">
              <a:extLst>
                <a:ext uri="{FF2B5EF4-FFF2-40B4-BE49-F238E27FC236}">
                  <a16:creationId xmlns:a16="http://schemas.microsoft.com/office/drawing/2014/main" id="{1D52AB8C-12A1-B1EE-5ADC-61E14EE0DF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26404" y="2039602"/>
              <a:ext cx="1325564" cy="1409703"/>
              <a:chOff x="201" y="1544"/>
              <a:chExt cx="835" cy="888"/>
            </a:xfrm>
          </p:grpSpPr>
          <p:sp>
            <p:nvSpPr>
              <p:cNvPr id="1149" name="Freeform 105">
                <a:extLst>
                  <a:ext uri="{FF2B5EF4-FFF2-40B4-BE49-F238E27FC236}">
                    <a16:creationId xmlns:a16="http://schemas.microsoft.com/office/drawing/2014/main" id="{D331E308-E9DF-8B21-CDF5-2F6C8E444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2271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0" name="Freeform 106">
                <a:extLst>
                  <a:ext uri="{FF2B5EF4-FFF2-40B4-BE49-F238E27FC236}">
                    <a16:creationId xmlns:a16="http://schemas.microsoft.com/office/drawing/2014/main" id="{8AE71346-DFEA-078C-6F47-40C050162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" y="2150"/>
                <a:ext cx="71" cy="161"/>
              </a:xfrm>
              <a:custGeom>
                <a:avLst/>
                <a:gdLst>
                  <a:gd name="T0" fmla="*/ 71 w 71"/>
                  <a:gd name="T1" fmla="*/ 161 h 161"/>
                  <a:gd name="T2" fmla="*/ 0 w 71"/>
                  <a:gd name="T3" fmla="*/ 121 h 161"/>
                  <a:gd name="T4" fmla="*/ 0 w 71"/>
                  <a:gd name="T5" fmla="*/ 41 h 161"/>
                  <a:gd name="T6" fmla="*/ 71 w 71"/>
                  <a:gd name="T7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61">
                    <a:moveTo>
                      <a:pt x="71" y="161"/>
                    </a:moveTo>
                    <a:lnTo>
                      <a:pt x="0" y="121"/>
                    </a:lnTo>
                    <a:lnTo>
                      <a:pt x="0" y="41"/>
                    </a:lnTo>
                    <a:lnTo>
                      <a:pt x="71" y="0"/>
                    </a:lnTo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1" name="Freeform 107">
                <a:extLst>
                  <a:ext uri="{FF2B5EF4-FFF2-40B4-BE49-F238E27FC236}">
                    <a16:creationId xmlns:a16="http://schemas.microsoft.com/office/drawing/2014/main" id="{E54D93D9-1286-982F-DF09-15243B029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2029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2" name="Freeform 108">
                <a:extLst>
                  <a:ext uri="{FF2B5EF4-FFF2-40B4-BE49-F238E27FC236}">
                    <a16:creationId xmlns:a16="http://schemas.microsoft.com/office/drawing/2014/main" id="{690BEC43-3174-8280-0B18-38A0E7EC1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" y="1907"/>
                <a:ext cx="141" cy="161"/>
              </a:xfrm>
              <a:custGeom>
                <a:avLst/>
                <a:gdLst>
                  <a:gd name="T0" fmla="*/ 141 w 141"/>
                  <a:gd name="T1" fmla="*/ 122 h 161"/>
                  <a:gd name="T2" fmla="*/ 71 w 141"/>
                  <a:gd name="T3" fmla="*/ 161 h 161"/>
                  <a:gd name="T4" fmla="*/ 0 w 141"/>
                  <a:gd name="T5" fmla="*/ 122 h 161"/>
                  <a:gd name="T6" fmla="*/ 0 w 141"/>
                  <a:gd name="T7" fmla="*/ 42 h 161"/>
                  <a:gd name="T8" fmla="*/ 71 w 141"/>
                  <a:gd name="T9" fmla="*/ 0 h 161"/>
                  <a:gd name="T10" fmla="*/ 141 w 141"/>
                  <a:gd name="T11" fmla="*/ 42 h 161"/>
                  <a:gd name="T12" fmla="*/ 141 w 141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161">
                    <a:moveTo>
                      <a:pt x="141" y="122"/>
                    </a:moveTo>
                    <a:lnTo>
                      <a:pt x="71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1" y="0"/>
                    </a:lnTo>
                    <a:lnTo>
                      <a:pt x="141" y="42"/>
                    </a:lnTo>
                    <a:lnTo>
                      <a:pt x="141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3" name="Freeform 109">
                <a:extLst>
                  <a:ext uri="{FF2B5EF4-FFF2-40B4-BE49-F238E27FC236}">
                    <a16:creationId xmlns:a16="http://schemas.microsoft.com/office/drawing/2014/main" id="{6127755D-E92B-7A03-0E86-8B130937BA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" y="1907"/>
                <a:ext cx="138" cy="161"/>
              </a:xfrm>
              <a:custGeom>
                <a:avLst/>
                <a:gdLst>
                  <a:gd name="T0" fmla="*/ 138 w 138"/>
                  <a:gd name="T1" fmla="*/ 122 h 161"/>
                  <a:gd name="T2" fmla="*/ 70 w 138"/>
                  <a:gd name="T3" fmla="*/ 161 h 161"/>
                  <a:gd name="T4" fmla="*/ 0 w 138"/>
                  <a:gd name="T5" fmla="*/ 122 h 161"/>
                  <a:gd name="T6" fmla="*/ 0 w 138"/>
                  <a:gd name="T7" fmla="*/ 42 h 161"/>
                  <a:gd name="T8" fmla="*/ 70 w 138"/>
                  <a:gd name="T9" fmla="*/ 0 h 161"/>
                  <a:gd name="T10" fmla="*/ 138 w 138"/>
                  <a:gd name="T11" fmla="*/ 42 h 161"/>
                  <a:gd name="T12" fmla="*/ 138 w 138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161">
                    <a:moveTo>
                      <a:pt x="138" y="122"/>
                    </a:moveTo>
                    <a:lnTo>
                      <a:pt x="70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0" y="0"/>
                    </a:lnTo>
                    <a:lnTo>
                      <a:pt x="138" y="42"/>
                    </a:lnTo>
                    <a:lnTo>
                      <a:pt x="138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4" name="Freeform 110">
                <a:extLst>
                  <a:ext uri="{FF2B5EF4-FFF2-40B4-BE49-F238E27FC236}">
                    <a16:creationId xmlns:a16="http://schemas.microsoft.com/office/drawing/2014/main" id="{FB1429CB-D46D-79D1-3B92-0C214B6459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" y="2029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5" name="Line 111">
                <a:extLst>
                  <a:ext uri="{FF2B5EF4-FFF2-40B4-BE49-F238E27FC236}">
                    <a16:creationId xmlns:a16="http://schemas.microsoft.com/office/drawing/2014/main" id="{19B4A7BA-CF97-1FF4-11C0-94EC05F511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" y="2029"/>
                <a:ext cx="70" cy="39"/>
              </a:xfrm>
              <a:prstGeom prst="line">
                <a:avLst/>
              </a:pr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6" name="Freeform 112">
                <a:extLst>
                  <a:ext uri="{FF2B5EF4-FFF2-40B4-BE49-F238E27FC236}">
                    <a16:creationId xmlns:a16="http://schemas.microsoft.com/office/drawing/2014/main" id="{5ACB3DAE-B280-97D0-45B9-C1F74E69A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" y="1907"/>
                <a:ext cx="139" cy="161"/>
              </a:xfrm>
              <a:custGeom>
                <a:avLst/>
                <a:gdLst>
                  <a:gd name="T0" fmla="*/ 139 w 139"/>
                  <a:gd name="T1" fmla="*/ 122 h 161"/>
                  <a:gd name="T2" fmla="*/ 70 w 139"/>
                  <a:gd name="T3" fmla="*/ 161 h 161"/>
                  <a:gd name="T4" fmla="*/ 0 w 139"/>
                  <a:gd name="T5" fmla="*/ 122 h 161"/>
                  <a:gd name="T6" fmla="*/ 0 w 139"/>
                  <a:gd name="T7" fmla="*/ 42 h 161"/>
                  <a:gd name="T8" fmla="*/ 70 w 139"/>
                  <a:gd name="T9" fmla="*/ 0 h 161"/>
                  <a:gd name="T10" fmla="*/ 139 w 139"/>
                  <a:gd name="T11" fmla="*/ 42 h 161"/>
                  <a:gd name="T12" fmla="*/ 139 w 139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2"/>
                    </a:moveTo>
                    <a:lnTo>
                      <a:pt x="70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0" y="0"/>
                    </a:lnTo>
                    <a:lnTo>
                      <a:pt x="139" y="42"/>
                    </a:lnTo>
                    <a:lnTo>
                      <a:pt x="139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7" name="Freeform 113">
                <a:extLst>
                  <a:ext uri="{FF2B5EF4-FFF2-40B4-BE49-F238E27FC236}">
                    <a16:creationId xmlns:a16="http://schemas.microsoft.com/office/drawing/2014/main" id="{DC859931-5D66-23A2-8E67-F100C7A27B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" y="2029"/>
                <a:ext cx="138" cy="161"/>
              </a:xfrm>
              <a:custGeom>
                <a:avLst/>
                <a:gdLst>
                  <a:gd name="T0" fmla="*/ 138 w 138"/>
                  <a:gd name="T1" fmla="*/ 121 h 161"/>
                  <a:gd name="T2" fmla="*/ 70 w 138"/>
                  <a:gd name="T3" fmla="*/ 161 h 161"/>
                  <a:gd name="T4" fmla="*/ 0 w 138"/>
                  <a:gd name="T5" fmla="*/ 121 h 161"/>
                  <a:gd name="T6" fmla="*/ 0 w 138"/>
                  <a:gd name="T7" fmla="*/ 41 h 161"/>
                  <a:gd name="T8" fmla="*/ 70 w 138"/>
                  <a:gd name="T9" fmla="*/ 0 h 161"/>
                  <a:gd name="T10" fmla="*/ 138 w 138"/>
                  <a:gd name="T11" fmla="*/ 41 h 161"/>
                  <a:gd name="T12" fmla="*/ 138 w 138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161">
                    <a:moveTo>
                      <a:pt x="138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70" y="0"/>
                    </a:lnTo>
                    <a:lnTo>
                      <a:pt x="138" y="41"/>
                    </a:lnTo>
                    <a:lnTo>
                      <a:pt x="138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8" name="Freeform 114">
                <a:extLst>
                  <a:ext uri="{FF2B5EF4-FFF2-40B4-BE49-F238E27FC236}">
                    <a16:creationId xmlns:a16="http://schemas.microsoft.com/office/drawing/2014/main" id="{26550AFE-87CE-0F81-7459-9131CF615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" y="1786"/>
                <a:ext cx="140" cy="161"/>
              </a:xfrm>
              <a:custGeom>
                <a:avLst/>
                <a:gdLst>
                  <a:gd name="T0" fmla="*/ 70 w 140"/>
                  <a:gd name="T1" fmla="*/ 0 h 161"/>
                  <a:gd name="T2" fmla="*/ 140 w 140"/>
                  <a:gd name="T3" fmla="*/ 40 h 161"/>
                  <a:gd name="T4" fmla="*/ 140 w 140"/>
                  <a:gd name="T5" fmla="*/ 121 h 161"/>
                  <a:gd name="T6" fmla="*/ 70 w 140"/>
                  <a:gd name="T7" fmla="*/ 161 h 161"/>
                  <a:gd name="T8" fmla="*/ 0 w 140"/>
                  <a:gd name="T9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161">
                    <a:moveTo>
                      <a:pt x="70" y="0"/>
                    </a:moveTo>
                    <a:lnTo>
                      <a:pt x="140" y="40"/>
                    </a:lnTo>
                    <a:lnTo>
                      <a:pt x="140" y="121"/>
                    </a:lnTo>
                    <a:lnTo>
                      <a:pt x="70" y="161"/>
                    </a:lnTo>
                    <a:lnTo>
                      <a:pt x="0" y="121"/>
                    </a:lnTo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9" name="Freeform 115">
                <a:extLst>
                  <a:ext uri="{FF2B5EF4-FFF2-40B4-BE49-F238E27FC236}">
                    <a16:creationId xmlns:a16="http://schemas.microsoft.com/office/drawing/2014/main" id="{A8BB1845-EAB0-8EB4-7DA8-B3133E944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" y="1665"/>
                <a:ext cx="141" cy="161"/>
              </a:xfrm>
              <a:custGeom>
                <a:avLst/>
                <a:gdLst>
                  <a:gd name="T0" fmla="*/ 141 w 141"/>
                  <a:gd name="T1" fmla="*/ 121 h 161"/>
                  <a:gd name="T2" fmla="*/ 71 w 141"/>
                  <a:gd name="T3" fmla="*/ 161 h 161"/>
                  <a:gd name="T4" fmla="*/ 0 w 141"/>
                  <a:gd name="T5" fmla="*/ 121 h 161"/>
                  <a:gd name="T6" fmla="*/ 0 w 141"/>
                  <a:gd name="T7" fmla="*/ 40 h 161"/>
                  <a:gd name="T8" fmla="*/ 71 w 141"/>
                  <a:gd name="T9" fmla="*/ 0 h 161"/>
                  <a:gd name="T10" fmla="*/ 141 w 141"/>
                  <a:gd name="T11" fmla="*/ 40 h 161"/>
                  <a:gd name="T12" fmla="*/ 141 w 141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161">
                    <a:moveTo>
                      <a:pt x="141" y="121"/>
                    </a:moveTo>
                    <a:lnTo>
                      <a:pt x="71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1" y="0"/>
                    </a:lnTo>
                    <a:lnTo>
                      <a:pt x="141" y="40"/>
                    </a:lnTo>
                    <a:lnTo>
                      <a:pt x="141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0" name="Freeform 116">
                <a:extLst>
                  <a:ext uri="{FF2B5EF4-FFF2-40B4-BE49-F238E27FC236}">
                    <a16:creationId xmlns:a16="http://schemas.microsoft.com/office/drawing/2014/main" id="{998F3494-06DC-B525-27F3-CB9DC93B5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" y="1786"/>
                <a:ext cx="140" cy="161"/>
              </a:xfrm>
              <a:custGeom>
                <a:avLst/>
                <a:gdLst>
                  <a:gd name="T0" fmla="*/ 0 w 140"/>
                  <a:gd name="T1" fmla="*/ 40 h 161"/>
                  <a:gd name="T2" fmla="*/ 70 w 140"/>
                  <a:gd name="T3" fmla="*/ 0 h 161"/>
                  <a:gd name="T4" fmla="*/ 140 w 140"/>
                  <a:gd name="T5" fmla="*/ 40 h 161"/>
                  <a:gd name="T6" fmla="*/ 140 w 140"/>
                  <a:gd name="T7" fmla="*/ 121 h 161"/>
                  <a:gd name="T8" fmla="*/ 70 w 140"/>
                  <a:gd name="T9" fmla="*/ 16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161">
                    <a:moveTo>
                      <a:pt x="0" y="40"/>
                    </a:move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lnTo>
                      <a:pt x="70" y="161"/>
                    </a:lnTo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1" name="Freeform 117">
                <a:extLst>
                  <a:ext uri="{FF2B5EF4-FFF2-40B4-BE49-F238E27FC236}">
                    <a16:creationId xmlns:a16="http://schemas.microsoft.com/office/drawing/2014/main" id="{10A02DBE-9E2C-65E6-B514-B16008B01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" y="1544"/>
                <a:ext cx="140" cy="161"/>
              </a:xfrm>
              <a:custGeom>
                <a:avLst/>
                <a:gdLst>
                  <a:gd name="T0" fmla="*/ 140 w 140"/>
                  <a:gd name="T1" fmla="*/ 121 h 161"/>
                  <a:gd name="T2" fmla="*/ 70 w 140"/>
                  <a:gd name="T3" fmla="*/ 161 h 161"/>
                  <a:gd name="T4" fmla="*/ 0 w 140"/>
                  <a:gd name="T5" fmla="*/ 121 h 161"/>
                  <a:gd name="T6" fmla="*/ 0 w 140"/>
                  <a:gd name="T7" fmla="*/ 40 h 161"/>
                  <a:gd name="T8" fmla="*/ 70 w 140"/>
                  <a:gd name="T9" fmla="*/ 0 h 161"/>
                  <a:gd name="T10" fmla="*/ 140 w 140"/>
                  <a:gd name="T11" fmla="*/ 40 h 161"/>
                  <a:gd name="T12" fmla="*/ 140 w 140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161">
                    <a:moveTo>
                      <a:pt x="140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2" name="Freeform 118">
                <a:extLst>
                  <a:ext uri="{FF2B5EF4-FFF2-40B4-BE49-F238E27FC236}">
                    <a16:creationId xmlns:a16="http://schemas.microsoft.com/office/drawing/2014/main" id="{D442B75E-E1B6-F886-1AC7-46ABE3A91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1665"/>
                <a:ext cx="140" cy="161"/>
              </a:xfrm>
              <a:custGeom>
                <a:avLst/>
                <a:gdLst>
                  <a:gd name="T0" fmla="*/ 140 w 140"/>
                  <a:gd name="T1" fmla="*/ 121 h 161"/>
                  <a:gd name="T2" fmla="*/ 70 w 140"/>
                  <a:gd name="T3" fmla="*/ 161 h 161"/>
                  <a:gd name="T4" fmla="*/ 0 w 140"/>
                  <a:gd name="T5" fmla="*/ 121 h 161"/>
                  <a:gd name="T6" fmla="*/ 0 w 140"/>
                  <a:gd name="T7" fmla="*/ 40 h 161"/>
                  <a:gd name="T8" fmla="*/ 70 w 140"/>
                  <a:gd name="T9" fmla="*/ 0 h 161"/>
                  <a:gd name="T10" fmla="*/ 140 w 140"/>
                  <a:gd name="T11" fmla="*/ 40 h 161"/>
                  <a:gd name="T12" fmla="*/ 140 w 140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161">
                    <a:moveTo>
                      <a:pt x="140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3" name="Line 119">
                <a:extLst>
                  <a:ext uri="{FF2B5EF4-FFF2-40B4-BE49-F238E27FC236}">
                    <a16:creationId xmlns:a16="http://schemas.microsoft.com/office/drawing/2014/main" id="{981E62C3-A88E-0B33-D2A4-34E496C27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8" y="2029"/>
                <a:ext cx="70" cy="41"/>
              </a:xfrm>
              <a:prstGeom prst="line">
                <a:avLst/>
              </a:pr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4" name="Line 120">
                <a:extLst>
                  <a:ext uri="{FF2B5EF4-FFF2-40B4-BE49-F238E27FC236}">
                    <a16:creationId xmlns:a16="http://schemas.microsoft.com/office/drawing/2014/main" id="{1716E7AD-DF8E-E5A3-8D08-F9C4120F9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9" y="1786"/>
                <a:ext cx="69" cy="40"/>
              </a:xfrm>
              <a:prstGeom prst="line">
                <a:avLst/>
              </a:prstGeom>
              <a:noFill/>
              <a:ln w="6350" cap="flat">
                <a:solidFill>
                  <a:srgbClr val="DFE3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56" name="Group 1055">
              <a:extLst>
                <a:ext uri="{FF2B5EF4-FFF2-40B4-BE49-F238E27FC236}">
                  <a16:creationId xmlns:a16="http://schemas.microsoft.com/office/drawing/2014/main" id="{AE14AC20-3C22-1E6C-B15E-0653A73D8841}"/>
                </a:ext>
              </a:extLst>
            </p:cNvPr>
            <p:cNvGrpSpPr/>
            <p:nvPr/>
          </p:nvGrpSpPr>
          <p:grpSpPr>
            <a:xfrm flipH="1">
              <a:off x="728208" y="3263752"/>
              <a:ext cx="431831" cy="709443"/>
              <a:chOff x="570" y="1852157"/>
              <a:chExt cx="766798" cy="1259740"/>
            </a:xfrm>
          </p:grpSpPr>
          <p:sp>
            <p:nvSpPr>
              <p:cNvPr id="1135" name="Rectangle 88">
                <a:extLst>
                  <a:ext uri="{FF2B5EF4-FFF2-40B4-BE49-F238E27FC236}">
                    <a16:creationId xmlns:a16="http://schemas.microsoft.com/office/drawing/2014/main" id="{82C6A311-7268-5E04-2BC3-BBB50C1D6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746" y="2891772"/>
                <a:ext cx="140741" cy="111276"/>
              </a:xfrm>
              <a:prstGeom prst="rect">
                <a:avLst/>
              </a:pr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6" name="Freeform 89">
                <a:extLst>
                  <a:ext uri="{FF2B5EF4-FFF2-40B4-BE49-F238E27FC236}">
                    <a16:creationId xmlns:a16="http://schemas.microsoft.com/office/drawing/2014/main" id="{8E5053B8-6894-27EA-CA29-748C06074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656" y="2985715"/>
                <a:ext cx="318921" cy="57545"/>
              </a:xfrm>
              <a:custGeom>
                <a:avLst/>
                <a:gdLst>
                  <a:gd name="T0" fmla="*/ 0 w 387"/>
                  <a:gd name="T1" fmla="*/ 70 h 70"/>
                  <a:gd name="T2" fmla="*/ 0 w 387"/>
                  <a:gd name="T3" fmla="*/ 27 h 70"/>
                  <a:gd name="T4" fmla="*/ 28 w 387"/>
                  <a:gd name="T5" fmla="*/ 0 h 70"/>
                  <a:gd name="T6" fmla="*/ 359 w 387"/>
                  <a:gd name="T7" fmla="*/ 0 h 70"/>
                  <a:gd name="T8" fmla="*/ 387 w 387"/>
                  <a:gd name="T9" fmla="*/ 27 h 70"/>
                  <a:gd name="T10" fmla="*/ 387 w 387"/>
                  <a:gd name="T11" fmla="*/ 70 h 70"/>
                  <a:gd name="T12" fmla="*/ 0 w 387"/>
                  <a:gd name="T13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7" h="70">
                    <a:moveTo>
                      <a:pt x="0" y="7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3" y="0"/>
                      <a:pt x="28" y="0"/>
                    </a:cubicBezTo>
                    <a:cubicBezTo>
                      <a:pt x="359" y="0"/>
                      <a:pt x="359" y="0"/>
                      <a:pt x="359" y="0"/>
                    </a:cubicBezTo>
                    <a:cubicBezTo>
                      <a:pt x="374" y="0"/>
                      <a:pt x="387" y="12"/>
                      <a:pt x="387" y="27"/>
                    </a:cubicBezTo>
                    <a:cubicBezTo>
                      <a:pt x="387" y="70"/>
                      <a:pt x="387" y="70"/>
                      <a:pt x="387" y="70"/>
                    </a:cubicBez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7" name="Freeform 90">
                <a:extLst>
                  <a:ext uri="{FF2B5EF4-FFF2-40B4-BE49-F238E27FC236}">
                    <a16:creationId xmlns:a16="http://schemas.microsoft.com/office/drawing/2014/main" id="{2E8E8F6D-E811-961D-CF6F-E9BD1A8BE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67" y="3039446"/>
                <a:ext cx="538353" cy="72451"/>
              </a:xfrm>
              <a:custGeom>
                <a:avLst/>
                <a:gdLst>
                  <a:gd name="T0" fmla="*/ 0 w 653"/>
                  <a:gd name="T1" fmla="*/ 88 h 88"/>
                  <a:gd name="T2" fmla="*/ 0 w 653"/>
                  <a:gd name="T3" fmla="*/ 34 h 88"/>
                  <a:gd name="T4" fmla="*/ 35 w 653"/>
                  <a:gd name="T5" fmla="*/ 0 h 88"/>
                  <a:gd name="T6" fmla="*/ 618 w 653"/>
                  <a:gd name="T7" fmla="*/ 0 h 88"/>
                  <a:gd name="T8" fmla="*/ 653 w 653"/>
                  <a:gd name="T9" fmla="*/ 34 h 88"/>
                  <a:gd name="T10" fmla="*/ 653 w 653"/>
                  <a:gd name="T11" fmla="*/ 88 h 88"/>
                  <a:gd name="T12" fmla="*/ 0 w 653"/>
                  <a:gd name="T13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3" h="88">
                    <a:moveTo>
                      <a:pt x="0" y="88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15"/>
                      <a:pt x="16" y="0"/>
                      <a:pt x="35" y="0"/>
                    </a:cubicBezTo>
                    <a:cubicBezTo>
                      <a:pt x="618" y="0"/>
                      <a:pt x="618" y="0"/>
                      <a:pt x="618" y="0"/>
                    </a:cubicBezTo>
                    <a:cubicBezTo>
                      <a:pt x="637" y="0"/>
                      <a:pt x="653" y="15"/>
                      <a:pt x="653" y="34"/>
                    </a:cubicBezTo>
                    <a:cubicBezTo>
                      <a:pt x="653" y="88"/>
                      <a:pt x="653" y="88"/>
                      <a:pt x="653" y="88"/>
                    </a:cubicBez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8" name="Freeform 91">
                <a:extLst>
                  <a:ext uri="{FF2B5EF4-FFF2-40B4-BE49-F238E27FC236}">
                    <a16:creationId xmlns:a16="http://schemas.microsoft.com/office/drawing/2014/main" id="{05D41770-FAB0-6891-EE36-8A17D5469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9" y="2129480"/>
                <a:ext cx="745999" cy="777198"/>
              </a:xfrm>
              <a:custGeom>
                <a:avLst/>
                <a:gdLst>
                  <a:gd name="T0" fmla="*/ 663 w 905"/>
                  <a:gd name="T1" fmla="*/ 0 h 944"/>
                  <a:gd name="T2" fmla="*/ 591 w 905"/>
                  <a:gd name="T3" fmla="*/ 117 h 944"/>
                  <a:gd name="T4" fmla="*/ 768 w 905"/>
                  <a:gd name="T5" fmla="*/ 434 h 944"/>
                  <a:gd name="T6" fmla="*/ 396 w 905"/>
                  <a:gd name="T7" fmla="*/ 806 h 944"/>
                  <a:gd name="T8" fmla="*/ 0 w 905"/>
                  <a:gd name="T9" fmla="*/ 806 h 944"/>
                  <a:gd name="T10" fmla="*/ 0 w 905"/>
                  <a:gd name="T11" fmla="*/ 850 h 944"/>
                  <a:gd name="T12" fmla="*/ 28 w 905"/>
                  <a:gd name="T13" fmla="*/ 878 h 944"/>
                  <a:gd name="T14" fmla="*/ 146 w 905"/>
                  <a:gd name="T15" fmla="*/ 878 h 944"/>
                  <a:gd name="T16" fmla="*/ 396 w 905"/>
                  <a:gd name="T17" fmla="*/ 944 h 944"/>
                  <a:gd name="T18" fmla="*/ 905 w 905"/>
                  <a:gd name="T19" fmla="*/ 434 h 944"/>
                  <a:gd name="T20" fmla="*/ 663 w 905"/>
                  <a:gd name="T21" fmla="*/ 0 h 9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5" h="944">
                    <a:moveTo>
                      <a:pt x="663" y="0"/>
                    </a:moveTo>
                    <a:cubicBezTo>
                      <a:pt x="591" y="117"/>
                      <a:pt x="591" y="117"/>
                      <a:pt x="591" y="117"/>
                    </a:cubicBezTo>
                    <a:cubicBezTo>
                      <a:pt x="702" y="185"/>
                      <a:pt x="768" y="304"/>
                      <a:pt x="768" y="434"/>
                    </a:cubicBezTo>
                    <a:cubicBezTo>
                      <a:pt x="768" y="639"/>
                      <a:pt x="601" y="806"/>
                      <a:pt x="396" y="806"/>
                    </a:cubicBezTo>
                    <a:cubicBezTo>
                      <a:pt x="0" y="806"/>
                      <a:pt x="0" y="806"/>
                      <a:pt x="0" y="806"/>
                    </a:cubicBezTo>
                    <a:cubicBezTo>
                      <a:pt x="0" y="850"/>
                      <a:pt x="0" y="850"/>
                      <a:pt x="0" y="850"/>
                    </a:cubicBezTo>
                    <a:cubicBezTo>
                      <a:pt x="0" y="866"/>
                      <a:pt x="13" y="878"/>
                      <a:pt x="28" y="878"/>
                    </a:cubicBezTo>
                    <a:cubicBezTo>
                      <a:pt x="146" y="878"/>
                      <a:pt x="146" y="878"/>
                      <a:pt x="146" y="878"/>
                    </a:cubicBezTo>
                    <a:cubicBezTo>
                      <a:pt x="222" y="921"/>
                      <a:pt x="308" y="944"/>
                      <a:pt x="396" y="944"/>
                    </a:cubicBezTo>
                    <a:cubicBezTo>
                      <a:pt x="677" y="944"/>
                      <a:pt x="905" y="715"/>
                      <a:pt x="905" y="434"/>
                    </a:cubicBezTo>
                    <a:cubicBezTo>
                      <a:pt x="905" y="256"/>
                      <a:pt x="815" y="94"/>
                      <a:pt x="663" y="0"/>
                    </a:cubicBez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9" name="Freeform 92">
                <a:extLst>
                  <a:ext uri="{FF2B5EF4-FFF2-40B4-BE49-F238E27FC236}">
                    <a16:creationId xmlns:a16="http://schemas.microsoft.com/office/drawing/2014/main" id="{017DDB24-93EA-6F2D-2604-39931467A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405" y="1852157"/>
                <a:ext cx="129302" cy="115089"/>
              </a:xfrm>
              <a:custGeom>
                <a:avLst/>
                <a:gdLst>
                  <a:gd name="T0" fmla="*/ 278 w 373"/>
                  <a:gd name="T1" fmla="*/ 332 h 332"/>
                  <a:gd name="T2" fmla="*/ 0 w 373"/>
                  <a:gd name="T3" fmla="*/ 206 h 332"/>
                  <a:gd name="T4" fmla="*/ 95 w 373"/>
                  <a:gd name="T5" fmla="*/ 0 h 332"/>
                  <a:gd name="T6" fmla="*/ 373 w 373"/>
                  <a:gd name="T7" fmla="*/ 126 h 332"/>
                  <a:gd name="T8" fmla="*/ 278 w 373"/>
                  <a:gd name="T9" fmla="*/ 332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3" h="332">
                    <a:moveTo>
                      <a:pt x="278" y="332"/>
                    </a:moveTo>
                    <a:lnTo>
                      <a:pt x="0" y="206"/>
                    </a:lnTo>
                    <a:lnTo>
                      <a:pt x="95" y="0"/>
                    </a:lnTo>
                    <a:lnTo>
                      <a:pt x="373" y="126"/>
                    </a:lnTo>
                    <a:lnTo>
                      <a:pt x="278" y="332"/>
                    </a:lnTo>
                    <a:close/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0" name="Freeform 93">
                <a:extLst>
                  <a:ext uri="{FF2B5EF4-FFF2-40B4-BE49-F238E27FC236}">
                    <a16:creationId xmlns:a16="http://schemas.microsoft.com/office/drawing/2014/main" id="{62E21DA6-A3DC-7EFE-BF6C-52481EA9D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041" y="1886476"/>
                <a:ext cx="394145" cy="577179"/>
              </a:xfrm>
              <a:custGeom>
                <a:avLst/>
                <a:gdLst>
                  <a:gd name="T0" fmla="*/ 481 w 1137"/>
                  <a:gd name="T1" fmla="*/ 1665 h 1665"/>
                  <a:gd name="T2" fmla="*/ 0 w 1137"/>
                  <a:gd name="T3" fmla="*/ 1447 h 1665"/>
                  <a:gd name="T4" fmla="*/ 657 w 1137"/>
                  <a:gd name="T5" fmla="*/ 0 h 1665"/>
                  <a:gd name="T6" fmla="*/ 1137 w 1137"/>
                  <a:gd name="T7" fmla="*/ 217 h 1665"/>
                  <a:gd name="T8" fmla="*/ 481 w 1137"/>
                  <a:gd name="T9" fmla="*/ 1665 h 1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7" h="1665">
                    <a:moveTo>
                      <a:pt x="481" y="1665"/>
                    </a:moveTo>
                    <a:lnTo>
                      <a:pt x="0" y="1447"/>
                    </a:lnTo>
                    <a:lnTo>
                      <a:pt x="657" y="0"/>
                    </a:lnTo>
                    <a:lnTo>
                      <a:pt x="1137" y="217"/>
                    </a:lnTo>
                    <a:lnTo>
                      <a:pt x="481" y="1665"/>
                    </a:ln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1" name="Freeform 94">
                <a:extLst>
                  <a:ext uri="{FF2B5EF4-FFF2-40B4-BE49-F238E27FC236}">
                    <a16:creationId xmlns:a16="http://schemas.microsoft.com/office/drawing/2014/main" id="{3EDCB7B2-54CC-6B83-F911-FA88B8DC7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29" y="2483414"/>
                <a:ext cx="72797" cy="89783"/>
              </a:xfrm>
              <a:custGeom>
                <a:avLst/>
                <a:gdLst>
                  <a:gd name="T0" fmla="*/ 115 w 210"/>
                  <a:gd name="T1" fmla="*/ 259 h 259"/>
                  <a:gd name="T2" fmla="*/ 0 w 210"/>
                  <a:gd name="T3" fmla="*/ 209 h 259"/>
                  <a:gd name="T4" fmla="*/ 96 w 210"/>
                  <a:gd name="T5" fmla="*/ 0 h 259"/>
                  <a:gd name="T6" fmla="*/ 210 w 210"/>
                  <a:gd name="T7" fmla="*/ 53 h 259"/>
                  <a:gd name="T8" fmla="*/ 115 w 210"/>
                  <a:gd name="T9" fmla="*/ 25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259">
                    <a:moveTo>
                      <a:pt x="115" y="259"/>
                    </a:moveTo>
                    <a:lnTo>
                      <a:pt x="0" y="209"/>
                    </a:lnTo>
                    <a:lnTo>
                      <a:pt x="96" y="0"/>
                    </a:lnTo>
                    <a:lnTo>
                      <a:pt x="210" y="53"/>
                    </a:lnTo>
                    <a:lnTo>
                      <a:pt x="115" y="259"/>
                    </a:lnTo>
                    <a:close/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2" name="Freeform 95">
                <a:extLst>
                  <a:ext uri="{FF2B5EF4-FFF2-40B4-BE49-F238E27FC236}">
                    <a16:creationId xmlns:a16="http://schemas.microsoft.com/office/drawing/2014/main" id="{7B1D2FA3-7B41-B8C5-C099-072D5DD8D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86" y="2518079"/>
                <a:ext cx="72451" cy="89783"/>
              </a:xfrm>
              <a:custGeom>
                <a:avLst/>
                <a:gdLst>
                  <a:gd name="T0" fmla="*/ 114 w 209"/>
                  <a:gd name="T1" fmla="*/ 259 h 259"/>
                  <a:gd name="T2" fmla="*/ 0 w 209"/>
                  <a:gd name="T3" fmla="*/ 209 h 259"/>
                  <a:gd name="T4" fmla="*/ 95 w 209"/>
                  <a:gd name="T5" fmla="*/ 0 h 259"/>
                  <a:gd name="T6" fmla="*/ 209 w 209"/>
                  <a:gd name="T7" fmla="*/ 52 h 259"/>
                  <a:gd name="T8" fmla="*/ 114 w 209"/>
                  <a:gd name="T9" fmla="*/ 25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9" h="259">
                    <a:moveTo>
                      <a:pt x="114" y="259"/>
                    </a:moveTo>
                    <a:lnTo>
                      <a:pt x="0" y="209"/>
                    </a:lnTo>
                    <a:lnTo>
                      <a:pt x="95" y="0"/>
                    </a:lnTo>
                    <a:lnTo>
                      <a:pt x="209" y="52"/>
                    </a:lnTo>
                    <a:lnTo>
                      <a:pt x="114" y="259"/>
                    </a:lnTo>
                    <a:close/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3" name="Freeform 96">
                <a:extLst>
                  <a:ext uri="{FF2B5EF4-FFF2-40B4-BE49-F238E27FC236}">
                    <a16:creationId xmlns:a16="http://schemas.microsoft.com/office/drawing/2014/main" id="{D5B5CEF2-2B15-820F-D195-E0DAE9F374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243" y="2421016"/>
                <a:ext cx="199326" cy="145595"/>
              </a:xfrm>
              <a:custGeom>
                <a:avLst/>
                <a:gdLst>
                  <a:gd name="T0" fmla="*/ 482 w 575"/>
                  <a:gd name="T1" fmla="*/ 420 h 420"/>
                  <a:gd name="T2" fmla="*/ 0 w 575"/>
                  <a:gd name="T3" fmla="*/ 204 h 420"/>
                  <a:gd name="T4" fmla="*/ 92 w 575"/>
                  <a:gd name="T5" fmla="*/ 0 h 420"/>
                  <a:gd name="T6" fmla="*/ 575 w 575"/>
                  <a:gd name="T7" fmla="*/ 216 h 420"/>
                  <a:gd name="T8" fmla="*/ 482 w 575"/>
                  <a:gd name="T9" fmla="*/ 42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5" h="420">
                    <a:moveTo>
                      <a:pt x="482" y="420"/>
                    </a:moveTo>
                    <a:lnTo>
                      <a:pt x="0" y="204"/>
                    </a:lnTo>
                    <a:lnTo>
                      <a:pt x="92" y="0"/>
                    </a:lnTo>
                    <a:lnTo>
                      <a:pt x="575" y="216"/>
                    </a:lnTo>
                    <a:lnTo>
                      <a:pt x="482" y="420"/>
                    </a:lnTo>
                    <a:close/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4" name="Freeform 97">
                <a:extLst>
                  <a:ext uri="{FF2B5EF4-FFF2-40B4-BE49-F238E27FC236}">
                    <a16:creationId xmlns:a16="http://schemas.microsoft.com/office/drawing/2014/main" id="{A5FE5A90-5D58-D2B3-187B-E83098F63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16" y="2345099"/>
                <a:ext cx="267963" cy="180260"/>
              </a:xfrm>
              <a:custGeom>
                <a:avLst/>
                <a:gdLst>
                  <a:gd name="T0" fmla="*/ 0 w 773"/>
                  <a:gd name="T1" fmla="*/ 214 h 520"/>
                  <a:gd name="T2" fmla="*/ 676 w 773"/>
                  <a:gd name="T3" fmla="*/ 520 h 520"/>
                  <a:gd name="T4" fmla="*/ 773 w 773"/>
                  <a:gd name="T5" fmla="*/ 304 h 520"/>
                  <a:gd name="T6" fmla="*/ 98 w 773"/>
                  <a:gd name="T7" fmla="*/ 0 h 520"/>
                  <a:gd name="T8" fmla="*/ 0 w 773"/>
                  <a:gd name="T9" fmla="*/ 214 h 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3" h="520">
                    <a:moveTo>
                      <a:pt x="0" y="214"/>
                    </a:moveTo>
                    <a:lnTo>
                      <a:pt x="676" y="520"/>
                    </a:lnTo>
                    <a:lnTo>
                      <a:pt x="773" y="304"/>
                    </a:lnTo>
                    <a:lnTo>
                      <a:pt x="98" y="0"/>
                    </a:lnTo>
                    <a:lnTo>
                      <a:pt x="0" y="214"/>
                    </a:lnTo>
                    <a:close/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5" name="Oval 98">
                <a:extLst>
                  <a:ext uri="{FF2B5EF4-FFF2-40B4-BE49-F238E27FC236}">
                    <a16:creationId xmlns:a16="http://schemas.microsoft.com/office/drawing/2014/main" id="{01158681-8838-83F4-5E2E-E0954F78A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247" y="2092388"/>
                <a:ext cx="206952" cy="206606"/>
              </a:xfrm>
              <a:prstGeom prst="ellipse">
                <a:avLst/>
              </a:pr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6" name="Oval 99">
                <a:extLst>
                  <a:ext uri="{FF2B5EF4-FFF2-40B4-BE49-F238E27FC236}">
                    <a16:creationId xmlns:a16="http://schemas.microsoft.com/office/drawing/2014/main" id="{4270F9CB-2038-659E-E7BE-DD15819F4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805" y="2131907"/>
                <a:ext cx="126875" cy="126875"/>
              </a:xfrm>
              <a:prstGeom prst="ellipse">
                <a:avLst/>
              </a:pr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7" name="Freeform 100">
                <a:extLst>
                  <a:ext uri="{FF2B5EF4-FFF2-40B4-BE49-F238E27FC236}">
                    <a16:creationId xmlns:a16="http://schemas.microsoft.com/office/drawing/2014/main" id="{C406D816-A79E-5067-4EA0-43B9819F6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2738897"/>
                <a:ext cx="533500" cy="54078"/>
              </a:xfrm>
              <a:custGeom>
                <a:avLst/>
                <a:gdLst>
                  <a:gd name="T0" fmla="*/ 0 w 647"/>
                  <a:gd name="T1" fmla="*/ 46 h 66"/>
                  <a:gd name="T2" fmla="*/ 20 w 647"/>
                  <a:gd name="T3" fmla="*/ 66 h 66"/>
                  <a:gd name="T4" fmla="*/ 627 w 647"/>
                  <a:gd name="T5" fmla="*/ 66 h 66"/>
                  <a:gd name="T6" fmla="*/ 647 w 647"/>
                  <a:gd name="T7" fmla="*/ 46 h 66"/>
                  <a:gd name="T8" fmla="*/ 647 w 647"/>
                  <a:gd name="T9" fmla="*/ 20 h 66"/>
                  <a:gd name="T10" fmla="*/ 627 w 647"/>
                  <a:gd name="T11" fmla="*/ 0 h 66"/>
                  <a:gd name="T12" fmla="*/ 20 w 647"/>
                  <a:gd name="T13" fmla="*/ 0 h 66"/>
                  <a:gd name="T14" fmla="*/ 0 w 647"/>
                  <a:gd name="T15" fmla="*/ 2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7" h="66">
                    <a:moveTo>
                      <a:pt x="0" y="46"/>
                    </a:moveTo>
                    <a:cubicBezTo>
                      <a:pt x="0" y="57"/>
                      <a:pt x="9" y="66"/>
                      <a:pt x="20" y="66"/>
                    </a:cubicBezTo>
                    <a:cubicBezTo>
                      <a:pt x="627" y="66"/>
                      <a:pt x="627" y="66"/>
                      <a:pt x="627" y="66"/>
                    </a:cubicBezTo>
                    <a:cubicBezTo>
                      <a:pt x="638" y="66"/>
                      <a:pt x="647" y="57"/>
                      <a:pt x="647" y="46"/>
                    </a:cubicBezTo>
                    <a:cubicBezTo>
                      <a:pt x="647" y="20"/>
                      <a:pt x="647" y="20"/>
                      <a:pt x="647" y="20"/>
                    </a:cubicBezTo>
                    <a:cubicBezTo>
                      <a:pt x="647" y="9"/>
                      <a:pt x="638" y="0"/>
                      <a:pt x="627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</a:path>
                </a:pathLst>
              </a:custGeom>
              <a:solidFill>
                <a:srgbClr val="A1ABB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8" name="Freeform 101">
                <a:extLst>
                  <a:ext uri="{FF2B5EF4-FFF2-40B4-BE49-F238E27FC236}">
                    <a16:creationId xmlns:a16="http://schemas.microsoft.com/office/drawing/2014/main" id="{AF5DB14C-B415-9A59-7D85-5920448BC5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2765936"/>
                <a:ext cx="533500" cy="27039"/>
              </a:xfrm>
              <a:custGeom>
                <a:avLst/>
                <a:gdLst>
                  <a:gd name="T0" fmla="*/ 0 w 647"/>
                  <a:gd name="T1" fmla="*/ 13 h 33"/>
                  <a:gd name="T2" fmla="*/ 20 w 647"/>
                  <a:gd name="T3" fmla="*/ 33 h 33"/>
                  <a:gd name="T4" fmla="*/ 627 w 647"/>
                  <a:gd name="T5" fmla="*/ 33 h 33"/>
                  <a:gd name="T6" fmla="*/ 647 w 647"/>
                  <a:gd name="T7" fmla="*/ 13 h 33"/>
                  <a:gd name="T8" fmla="*/ 647 w 647"/>
                  <a:gd name="T9" fmla="*/ 0 h 33"/>
                  <a:gd name="T10" fmla="*/ 0 w 647"/>
                  <a:gd name="T1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7" h="33">
                    <a:moveTo>
                      <a:pt x="0" y="13"/>
                    </a:moveTo>
                    <a:cubicBezTo>
                      <a:pt x="0" y="24"/>
                      <a:pt x="9" y="33"/>
                      <a:pt x="20" y="33"/>
                    </a:cubicBezTo>
                    <a:cubicBezTo>
                      <a:pt x="627" y="33"/>
                      <a:pt x="627" y="33"/>
                      <a:pt x="627" y="33"/>
                    </a:cubicBezTo>
                    <a:cubicBezTo>
                      <a:pt x="638" y="33"/>
                      <a:pt x="647" y="24"/>
                      <a:pt x="647" y="13"/>
                    </a:cubicBezTo>
                    <a:cubicBezTo>
                      <a:pt x="647" y="0"/>
                      <a:pt x="647" y="0"/>
                      <a:pt x="647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FE3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57" name="Rectangle 36">
              <a:extLst>
                <a:ext uri="{FF2B5EF4-FFF2-40B4-BE49-F238E27FC236}">
                  <a16:creationId xmlns:a16="http://schemas.microsoft.com/office/drawing/2014/main" id="{A1234A79-8B13-F076-038E-CF6FB2A18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039" y="3109979"/>
              <a:ext cx="23843" cy="250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8" name="Rectangle 38">
              <a:extLst>
                <a:ext uri="{FF2B5EF4-FFF2-40B4-BE49-F238E27FC236}">
                  <a16:creationId xmlns:a16="http://schemas.microsoft.com/office/drawing/2014/main" id="{B9574040-E841-6882-DEB9-7DB73DFD8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039" y="3360505"/>
              <a:ext cx="23843" cy="456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59" name="Group 1058">
              <a:extLst>
                <a:ext uri="{FF2B5EF4-FFF2-40B4-BE49-F238E27FC236}">
                  <a16:creationId xmlns:a16="http://schemas.microsoft.com/office/drawing/2014/main" id="{AF0B906C-110A-8EFB-AF39-43B41406B2B3}"/>
                </a:ext>
              </a:extLst>
            </p:cNvPr>
            <p:cNvGrpSpPr/>
            <p:nvPr/>
          </p:nvGrpSpPr>
          <p:grpSpPr>
            <a:xfrm>
              <a:off x="1023651" y="3058492"/>
              <a:ext cx="1139216" cy="889762"/>
              <a:chOff x="1023651" y="3058492"/>
              <a:chExt cx="1139216" cy="889762"/>
            </a:xfrm>
          </p:grpSpPr>
          <p:grpSp>
            <p:nvGrpSpPr>
              <p:cNvPr id="1068" name="Group 1067">
                <a:extLst>
                  <a:ext uri="{FF2B5EF4-FFF2-40B4-BE49-F238E27FC236}">
                    <a16:creationId xmlns:a16="http://schemas.microsoft.com/office/drawing/2014/main" id="{8A5BB24F-E561-0AAC-5216-007C7EAD8CC6}"/>
                  </a:ext>
                </a:extLst>
              </p:cNvPr>
              <p:cNvGrpSpPr/>
              <p:nvPr/>
            </p:nvGrpSpPr>
            <p:grpSpPr>
              <a:xfrm>
                <a:off x="1199568" y="3058492"/>
                <a:ext cx="823331" cy="841132"/>
                <a:chOff x="1199568" y="3058492"/>
                <a:chExt cx="823331" cy="841132"/>
              </a:xfrm>
            </p:grpSpPr>
            <p:grpSp>
              <p:nvGrpSpPr>
                <p:cNvPr id="1072" name="Group 1071">
                  <a:extLst>
                    <a:ext uri="{FF2B5EF4-FFF2-40B4-BE49-F238E27FC236}">
                      <a16:creationId xmlns:a16="http://schemas.microsoft.com/office/drawing/2014/main" id="{9825885B-E658-8919-290C-17757C0B4432}"/>
                    </a:ext>
                  </a:extLst>
                </p:cNvPr>
                <p:cNvGrpSpPr/>
                <p:nvPr/>
              </p:nvGrpSpPr>
              <p:grpSpPr>
                <a:xfrm>
                  <a:off x="1199568" y="3058535"/>
                  <a:ext cx="194547" cy="841089"/>
                  <a:chOff x="961336" y="2884578"/>
                  <a:chExt cx="231042" cy="998855"/>
                </a:xfrm>
              </p:grpSpPr>
              <p:sp>
                <p:nvSpPr>
                  <p:cNvPr id="1120" name="Rectangle 31">
                    <a:extLst>
                      <a:ext uri="{FF2B5EF4-FFF2-40B4-BE49-F238E27FC236}">
                        <a16:creationId xmlns:a16="http://schemas.microsoft.com/office/drawing/2014/main" id="{73EAEA71-AE95-381A-74E6-C8A458CD07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8421" y="2884578"/>
                    <a:ext cx="176462" cy="27085"/>
                  </a:xfrm>
                  <a:prstGeom prst="roundRect">
                    <a:avLst>
                      <a:gd name="adj" fmla="val 234447"/>
                    </a:avLst>
                  </a:prstGeom>
                  <a:gradFill>
                    <a:gsLst>
                      <a:gs pos="100000">
                        <a:srgbClr val="459FED"/>
                      </a:gs>
                      <a:gs pos="0">
                        <a:srgbClr val="4FB7F6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pic>
                <p:nvPicPr>
                  <p:cNvPr id="1121" name="Picture 32">
                    <a:extLst>
                      <a:ext uri="{FF2B5EF4-FFF2-40B4-BE49-F238E27FC236}">
                        <a16:creationId xmlns:a16="http://schemas.microsoft.com/office/drawing/2014/main" id="{6335F2E3-675B-3A2A-AB6F-0E8988E14F2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13044" y="3130393"/>
                    <a:ext cx="17646" cy="17236"/>
                  </a:xfrm>
                  <a:prstGeom prst="rect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</p:pic>
              <p:sp>
                <p:nvSpPr>
                  <p:cNvPr id="1122" name="Freeform 33">
                    <a:extLst>
                      <a:ext uri="{FF2B5EF4-FFF2-40B4-BE49-F238E27FC236}">
                        <a16:creationId xmlns:a16="http://schemas.microsoft.com/office/drawing/2014/main" id="{79A237DE-3E89-9D43-73E4-080492E062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61336" y="2898120"/>
                    <a:ext cx="231042" cy="985313"/>
                  </a:xfrm>
                  <a:custGeom>
                    <a:avLst/>
                    <a:gdLst>
                      <a:gd name="T0" fmla="*/ 237 w 237"/>
                      <a:gd name="T1" fmla="*/ 0 h 1010"/>
                      <a:gd name="T2" fmla="*/ 0 w 237"/>
                      <a:gd name="T3" fmla="*/ 0 h 1010"/>
                      <a:gd name="T4" fmla="*/ 0 w 237"/>
                      <a:gd name="T5" fmla="*/ 27 h 1010"/>
                      <a:gd name="T6" fmla="*/ 16 w 237"/>
                      <a:gd name="T7" fmla="*/ 27 h 1010"/>
                      <a:gd name="T8" fmla="*/ 16 w 237"/>
                      <a:gd name="T9" fmla="*/ 908 h 1010"/>
                      <a:gd name="T10" fmla="*/ 119 w 237"/>
                      <a:gd name="T11" fmla="*/ 1010 h 1010"/>
                      <a:gd name="T12" fmla="*/ 221 w 237"/>
                      <a:gd name="T13" fmla="*/ 908 h 1010"/>
                      <a:gd name="T14" fmla="*/ 221 w 237"/>
                      <a:gd name="T15" fmla="*/ 27 h 1010"/>
                      <a:gd name="T16" fmla="*/ 237 w 237"/>
                      <a:gd name="T17" fmla="*/ 27 h 1010"/>
                      <a:gd name="T18" fmla="*/ 237 w 237"/>
                      <a:gd name="T19" fmla="*/ 0 h 10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37" h="1010">
                        <a:moveTo>
                          <a:pt x="23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16" y="27"/>
                          <a:pt x="16" y="27"/>
                          <a:pt x="16" y="27"/>
                        </a:cubicBezTo>
                        <a:cubicBezTo>
                          <a:pt x="16" y="908"/>
                          <a:pt x="16" y="908"/>
                          <a:pt x="16" y="908"/>
                        </a:cubicBezTo>
                        <a:cubicBezTo>
                          <a:pt x="16" y="908"/>
                          <a:pt x="16" y="1010"/>
                          <a:pt x="119" y="1010"/>
                        </a:cubicBezTo>
                        <a:cubicBezTo>
                          <a:pt x="221" y="1010"/>
                          <a:pt x="221" y="908"/>
                          <a:pt x="221" y="908"/>
                        </a:cubicBezTo>
                        <a:cubicBezTo>
                          <a:pt x="221" y="27"/>
                          <a:pt x="221" y="27"/>
                          <a:pt x="221" y="27"/>
                        </a:cubicBezTo>
                        <a:cubicBezTo>
                          <a:pt x="237" y="27"/>
                          <a:pt x="237" y="27"/>
                          <a:pt x="237" y="27"/>
                        </a:cubicBezTo>
                        <a:cubicBezTo>
                          <a:pt x="237" y="0"/>
                          <a:pt x="237" y="0"/>
                          <a:pt x="237" y="0"/>
                        </a:cubicBezTo>
                      </a:path>
                    </a:pathLst>
                  </a:custGeom>
                  <a:gradFill>
                    <a:gsLst>
                      <a:gs pos="2000">
                        <a:srgbClr val="AFDEF9">
                          <a:alpha val="25000"/>
                        </a:srgbClr>
                      </a:gs>
                      <a:gs pos="100000">
                        <a:srgbClr val="AFDEF9">
                          <a:alpha val="50000"/>
                        </a:srgbClr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34">
                    <a:extLst>
                      <a:ext uri="{FF2B5EF4-FFF2-40B4-BE49-F238E27FC236}">
                        <a16:creationId xmlns:a16="http://schemas.microsoft.com/office/drawing/2014/main" id="{58BBD7EA-1206-FDED-1924-96A0F8C984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4577" y="3243247"/>
                    <a:ext cx="165382" cy="615564"/>
                  </a:xfrm>
                  <a:custGeom>
                    <a:avLst/>
                    <a:gdLst>
                      <a:gd name="T0" fmla="*/ 0 w 170"/>
                      <a:gd name="T1" fmla="*/ 0 h 631"/>
                      <a:gd name="T2" fmla="*/ 0 w 170"/>
                      <a:gd name="T3" fmla="*/ 546 h 631"/>
                      <a:gd name="T4" fmla="*/ 85 w 170"/>
                      <a:gd name="T5" fmla="*/ 631 h 631"/>
                      <a:gd name="T6" fmla="*/ 170 w 170"/>
                      <a:gd name="T7" fmla="*/ 546 h 631"/>
                      <a:gd name="T8" fmla="*/ 170 w 170"/>
                      <a:gd name="T9" fmla="*/ 0 h 631"/>
                      <a:gd name="T10" fmla="*/ 0 w 170"/>
                      <a:gd name="T11" fmla="*/ 0 h 6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0" h="631">
                        <a:moveTo>
                          <a:pt x="0" y="0"/>
                        </a:moveTo>
                        <a:cubicBezTo>
                          <a:pt x="0" y="546"/>
                          <a:pt x="0" y="546"/>
                          <a:pt x="0" y="546"/>
                        </a:cubicBezTo>
                        <a:cubicBezTo>
                          <a:pt x="0" y="546"/>
                          <a:pt x="0" y="631"/>
                          <a:pt x="85" y="631"/>
                        </a:cubicBezTo>
                        <a:cubicBezTo>
                          <a:pt x="170" y="631"/>
                          <a:pt x="170" y="546"/>
                          <a:pt x="170" y="546"/>
                        </a:cubicBezTo>
                        <a:cubicBezTo>
                          <a:pt x="170" y="0"/>
                          <a:pt x="170" y="0"/>
                          <a:pt x="17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gradFill>
                    <a:gsLst>
                      <a:gs pos="100000">
                        <a:srgbClr val="459FED"/>
                      </a:gs>
                      <a:gs pos="0">
                        <a:srgbClr val="B2E0F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4" name="Rectangle 36">
                    <a:extLst>
                      <a:ext uri="{FF2B5EF4-FFF2-40B4-BE49-F238E27FC236}">
                        <a16:creationId xmlns:a16="http://schemas.microsoft.com/office/drawing/2014/main" id="{7D9ED653-6C5A-5119-A86C-F3963A68D2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2945724"/>
                    <a:ext cx="28316" cy="2975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5" name="Rectangle 38">
                    <a:extLst>
                      <a:ext uri="{FF2B5EF4-FFF2-40B4-BE49-F238E27FC236}">
                        <a16:creationId xmlns:a16="http://schemas.microsoft.com/office/drawing/2014/main" id="{00ED9B1C-BF79-BCD8-FC89-3C168EA1D0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3243247"/>
                    <a:ext cx="28316" cy="5425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6" name="Oval 39">
                    <a:extLst>
                      <a:ext uri="{FF2B5EF4-FFF2-40B4-BE49-F238E27FC236}">
                        <a16:creationId xmlns:a16="http://schemas.microsoft.com/office/drawing/2014/main" id="{8A0B32F8-046C-2CF9-143F-692381EB5E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99337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7" name="Oval 40">
                    <a:extLst>
                      <a:ext uri="{FF2B5EF4-FFF2-40B4-BE49-F238E27FC236}">
                        <a16:creationId xmlns:a16="http://schemas.microsoft.com/office/drawing/2014/main" id="{7301F62A-B132-26E8-16CB-EE3843AA33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3218" y="3069658"/>
                    <a:ext cx="15594" cy="15594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8" name="Oval 41">
                    <a:extLst>
                      <a:ext uri="{FF2B5EF4-FFF2-40B4-BE49-F238E27FC236}">
                        <a16:creationId xmlns:a16="http://schemas.microsoft.com/office/drawing/2014/main" id="{DC92918F-5B64-3A5C-A69C-FE4C0BDDEF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63520" y="3163223"/>
                    <a:ext cx="27495" cy="27495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9" name="Oval 42">
                    <a:extLst>
                      <a:ext uri="{FF2B5EF4-FFF2-40B4-BE49-F238E27FC236}">
                        <a16:creationId xmlns:a16="http://schemas.microsoft.com/office/drawing/2014/main" id="{6B6AAE42-E55F-202D-37D1-48CFB6082D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7256" y="3086483"/>
                    <a:ext cx="14774" cy="1436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30" name="Oval 43">
                    <a:extLst>
                      <a:ext uri="{FF2B5EF4-FFF2-40B4-BE49-F238E27FC236}">
                        <a16:creationId xmlns:a16="http://schemas.microsoft.com/office/drawing/2014/main" id="{F31243D6-08F2-6BDB-6E38-EA9F13A0CA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0171" y="3194412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31" name="Oval 44">
                    <a:extLst>
                      <a:ext uri="{FF2B5EF4-FFF2-40B4-BE49-F238E27FC236}">
                        <a16:creationId xmlns:a16="http://schemas.microsoft.com/office/drawing/2014/main" id="{1B086F21-4E46-C7ED-1284-DC83F5A618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45988"/>
                    <a:ext cx="10670" cy="9439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32" name="Oval 45">
                    <a:extLst>
                      <a:ext uri="{FF2B5EF4-FFF2-40B4-BE49-F238E27FC236}">
                        <a16:creationId xmlns:a16="http://schemas.microsoft.com/office/drawing/2014/main" id="{2C77CC8E-F031-7175-32A6-64E0E3F2C1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16458" y="3095101"/>
                    <a:ext cx="22160" cy="22571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33" name="Oval 46">
                    <a:extLst>
                      <a:ext uri="{FF2B5EF4-FFF2-40B4-BE49-F238E27FC236}">
                        <a16:creationId xmlns:a16="http://schemas.microsoft.com/office/drawing/2014/main" id="{AD6763EE-F2E8-7A6D-2838-7C00D77BB5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0496" y="3110695"/>
                    <a:ext cx="17646" cy="17646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34" name="Rectangle 1133">
                    <a:extLst>
                      <a:ext uri="{FF2B5EF4-FFF2-40B4-BE49-F238E27FC236}">
                        <a16:creationId xmlns:a16="http://schemas.microsoft.com/office/drawing/2014/main" id="{3AEC5961-2E23-8A16-0385-C9FF615BE44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10171" y="2945724"/>
                    <a:ext cx="45719" cy="840040"/>
                  </a:xfrm>
                  <a:prstGeom prst="rect">
                    <a:avLst/>
                  </a:prstGeom>
                  <a:gradFill>
                    <a:gsLst>
                      <a:gs pos="100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73" name="Group 1072">
                  <a:extLst>
                    <a:ext uri="{FF2B5EF4-FFF2-40B4-BE49-F238E27FC236}">
                      <a16:creationId xmlns:a16="http://schemas.microsoft.com/office/drawing/2014/main" id="{A24C01E4-A1B6-DCE3-8E85-641C813B60AF}"/>
                    </a:ext>
                  </a:extLst>
                </p:cNvPr>
                <p:cNvGrpSpPr/>
                <p:nvPr/>
              </p:nvGrpSpPr>
              <p:grpSpPr>
                <a:xfrm>
                  <a:off x="1409164" y="3058535"/>
                  <a:ext cx="194547" cy="841089"/>
                  <a:chOff x="961336" y="2884578"/>
                  <a:chExt cx="231042" cy="998855"/>
                </a:xfrm>
              </p:grpSpPr>
              <p:sp>
                <p:nvSpPr>
                  <p:cNvPr id="1105" name="Rectangle 31">
                    <a:extLst>
                      <a:ext uri="{FF2B5EF4-FFF2-40B4-BE49-F238E27FC236}">
                        <a16:creationId xmlns:a16="http://schemas.microsoft.com/office/drawing/2014/main" id="{E559E235-D2D1-9F34-8577-85A6865532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8421" y="2884578"/>
                    <a:ext cx="176462" cy="27085"/>
                  </a:xfrm>
                  <a:prstGeom prst="roundRect">
                    <a:avLst>
                      <a:gd name="adj" fmla="val 234447"/>
                    </a:avLst>
                  </a:prstGeom>
                  <a:gradFill>
                    <a:gsLst>
                      <a:gs pos="100000">
                        <a:srgbClr val="459FED"/>
                      </a:gs>
                      <a:gs pos="0">
                        <a:srgbClr val="4FB7F6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pic>
                <p:nvPicPr>
                  <p:cNvPr id="1106" name="Picture 32">
                    <a:extLst>
                      <a:ext uri="{FF2B5EF4-FFF2-40B4-BE49-F238E27FC236}">
                        <a16:creationId xmlns:a16="http://schemas.microsoft.com/office/drawing/2014/main" id="{F07C19F1-153F-E247-3A1D-5776B287D56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13044" y="3130393"/>
                    <a:ext cx="17646" cy="17236"/>
                  </a:xfrm>
                  <a:prstGeom prst="rect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</p:pic>
              <p:sp>
                <p:nvSpPr>
                  <p:cNvPr id="1107" name="Freeform 33">
                    <a:extLst>
                      <a:ext uri="{FF2B5EF4-FFF2-40B4-BE49-F238E27FC236}">
                        <a16:creationId xmlns:a16="http://schemas.microsoft.com/office/drawing/2014/main" id="{FDB3028C-14EA-BE43-78CA-CFDB672CA0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61336" y="2898120"/>
                    <a:ext cx="231042" cy="985313"/>
                  </a:xfrm>
                  <a:custGeom>
                    <a:avLst/>
                    <a:gdLst>
                      <a:gd name="T0" fmla="*/ 237 w 237"/>
                      <a:gd name="T1" fmla="*/ 0 h 1010"/>
                      <a:gd name="T2" fmla="*/ 0 w 237"/>
                      <a:gd name="T3" fmla="*/ 0 h 1010"/>
                      <a:gd name="T4" fmla="*/ 0 w 237"/>
                      <a:gd name="T5" fmla="*/ 27 h 1010"/>
                      <a:gd name="T6" fmla="*/ 16 w 237"/>
                      <a:gd name="T7" fmla="*/ 27 h 1010"/>
                      <a:gd name="T8" fmla="*/ 16 w 237"/>
                      <a:gd name="T9" fmla="*/ 908 h 1010"/>
                      <a:gd name="T10" fmla="*/ 119 w 237"/>
                      <a:gd name="T11" fmla="*/ 1010 h 1010"/>
                      <a:gd name="T12" fmla="*/ 221 w 237"/>
                      <a:gd name="T13" fmla="*/ 908 h 1010"/>
                      <a:gd name="T14" fmla="*/ 221 w 237"/>
                      <a:gd name="T15" fmla="*/ 27 h 1010"/>
                      <a:gd name="T16" fmla="*/ 237 w 237"/>
                      <a:gd name="T17" fmla="*/ 27 h 1010"/>
                      <a:gd name="T18" fmla="*/ 237 w 237"/>
                      <a:gd name="T19" fmla="*/ 0 h 10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37" h="1010">
                        <a:moveTo>
                          <a:pt x="23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16" y="27"/>
                          <a:pt x="16" y="27"/>
                          <a:pt x="16" y="27"/>
                        </a:cubicBezTo>
                        <a:cubicBezTo>
                          <a:pt x="16" y="908"/>
                          <a:pt x="16" y="908"/>
                          <a:pt x="16" y="908"/>
                        </a:cubicBezTo>
                        <a:cubicBezTo>
                          <a:pt x="16" y="908"/>
                          <a:pt x="16" y="1010"/>
                          <a:pt x="119" y="1010"/>
                        </a:cubicBezTo>
                        <a:cubicBezTo>
                          <a:pt x="221" y="1010"/>
                          <a:pt x="221" y="908"/>
                          <a:pt x="221" y="908"/>
                        </a:cubicBezTo>
                        <a:cubicBezTo>
                          <a:pt x="221" y="27"/>
                          <a:pt x="221" y="27"/>
                          <a:pt x="221" y="27"/>
                        </a:cubicBezTo>
                        <a:cubicBezTo>
                          <a:pt x="237" y="27"/>
                          <a:pt x="237" y="27"/>
                          <a:pt x="237" y="27"/>
                        </a:cubicBezTo>
                        <a:cubicBezTo>
                          <a:pt x="237" y="0"/>
                          <a:pt x="237" y="0"/>
                          <a:pt x="237" y="0"/>
                        </a:cubicBezTo>
                      </a:path>
                    </a:pathLst>
                  </a:custGeom>
                  <a:gradFill>
                    <a:gsLst>
                      <a:gs pos="2000">
                        <a:srgbClr val="AFDEF9">
                          <a:alpha val="25000"/>
                        </a:srgbClr>
                      </a:gs>
                      <a:gs pos="100000">
                        <a:srgbClr val="AFDEF9">
                          <a:alpha val="50000"/>
                        </a:srgbClr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34">
                    <a:extLst>
                      <a:ext uri="{FF2B5EF4-FFF2-40B4-BE49-F238E27FC236}">
                        <a16:creationId xmlns:a16="http://schemas.microsoft.com/office/drawing/2014/main" id="{6CA1BA4E-A901-C1BD-D282-A4545BC4D4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4577" y="3243247"/>
                    <a:ext cx="165382" cy="615564"/>
                  </a:xfrm>
                  <a:custGeom>
                    <a:avLst/>
                    <a:gdLst>
                      <a:gd name="T0" fmla="*/ 0 w 170"/>
                      <a:gd name="T1" fmla="*/ 0 h 631"/>
                      <a:gd name="T2" fmla="*/ 0 w 170"/>
                      <a:gd name="T3" fmla="*/ 546 h 631"/>
                      <a:gd name="T4" fmla="*/ 85 w 170"/>
                      <a:gd name="T5" fmla="*/ 631 h 631"/>
                      <a:gd name="T6" fmla="*/ 170 w 170"/>
                      <a:gd name="T7" fmla="*/ 546 h 631"/>
                      <a:gd name="T8" fmla="*/ 170 w 170"/>
                      <a:gd name="T9" fmla="*/ 0 h 631"/>
                      <a:gd name="T10" fmla="*/ 0 w 170"/>
                      <a:gd name="T11" fmla="*/ 0 h 6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0" h="631">
                        <a:moveTo>
                          <a:pt x="0" y="0"/>
                        </a:moveTo>
                        <a:cubicBezTo>
                          <a:pt x="0" y="546"/>
                          <a:pt x="0" y="546"/>
                          <a:pt x="0" y="546"/>
                        </a:cubicBezTo>
                        <a:cubicBezTo>
                          <a:pt x="0" y="546"/>
                          <a:pt x="0" y="631"/>
                          <a:pt x="85" y="631"/>
                        </a:cubicBezTo>
                        <a:cubicBezTo>
                          <a:pt x="170" y="631"/>
                          <a:pt x="170" y="546"/>
                          <a:pt x="170" y="546"/>
                        </a:cubicBezTo>
                        <a:cubicBezTo>
                          <a:pt x="170" y="0"/>
                          <a:pt x="170" y="0"/>
                          <a:pt x="17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gradFill>
                    <a:gsLst>
                      <a:gs pos="100000">
                        <a:srgbClr val="459FED"/>
                      </a:gs>
                      <a:gs pos="0">
                        <a:srgbClr val="B2E0F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9" name="Rectangle 36">
                    <a:extLst>
                      <a:ext uri="{FF2B5EF4-FFF2-40B4-BE49-F238E27FC236}">
                        <a16:creationId xmlns:a16="http://schemas.microsoft.com/office/drawing/2014/main" id="{1690AB22-F1BC-1653-0637-6EB139F8E7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2945724"/>
                    <a:ext cx="28316" cy="2975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0" name="Rectangle 38">
                    <a:extLst>
                      <a:ext uri="{FF2B5EF4-FFF2-40B4-BE49-F238E27FC236}">
                        <a16:creationId xmlns:a16="http://schemas.microsoft.com/office/drawing/2014/main" id="{F473952A-9DCF-CEF3-B33F-5D5905C013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3243247"/>
                    <a:ext cx="28316" cy="5425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1" name="Oval 39">
                    <a:extLst>
                      <a:ext uri="{FF2B5EF4-FFF2-40B4-BE49-F238E27FC236}">
                        <a16:creationId xmlns:a16="http://schemas.microsoft.com/office/drawing/2014/main" id="{9F7EB12B-57BC-3E5A-8498-0D13BF7D98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99337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2" name="Oval 40">
                    <a:extLst>
                      <a:ext uri="{FF2B5EF4-FFF2-40B4-BE49-F238E27FC236}">
                        <a16:creationId xmlns:a16="http://schemas.microsoft.com/office/drawing/2014/main" id="{09855B02-4BF4-295E-7A12-A26F28F136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3218" y="3069658"/>
                    <a:ext cx="15594" cy="15594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3" name="Oval 41">
                    <a:extLst>
                      <a:ext uri="{FF2B5EF4-FFF2-40B4-BE49-F238E27FC236}">
                        <a16:creationId xmlns:a16="http://schemas.microsoft.com/office/drawing/2014/main" id="{EF4E57EB-2575-E092-4C8C-97949780FD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63520" y="3163223"/>
                    <a:ext cx="27495" cy="27495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4" name="Oval 42">
                    <a:extLst>
                      <a:ext uri="{FF2B5EF4-FFF2-40B4-BE49-F238E27FC236}">
                        <a16:creationId xmlns:a16="http://schemas.microsoft.com/office/drawing/2014/main" id="{57F284A1-46FC-F8FA-78AE-975BC17450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7256" y="3086483"/>
                    <a:ext cx="14774" cy="1436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5" name="Oval 43">
                    <a:extLst>
                      <a:ext uri="{FF2B5EF4-FFF2-40B4-BE49-F238E27FC236}">
                        <a16:creationId xmlns:a16="http://schemas.microsoft.com/office/drawing/2014/main" id="{6FA9DBC4-1324-BD38-6C1E-9EC1D3F155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0171" y="3194412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6" name="Oval 44">
                    <a:extLst>
                      <a:ext uri="{FF2B5EF4-FFF2-40B4-BE49-F238E27FC236}">
                        <a16:creationId xmlns:a16="http://schemas.microsoft.com/office/drawing/2014/main" id="{2D76957A-5058-84F4-C756-2AE7F6F2FD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45988"/>
                    <a:ext cx="10670" cy="9439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7" name="Oval 45">
                    <a:extLst>
                      <a:ext uri="{FF2B5EF4-FFF2-40B4-BE49-F238E27FC236}">
                        <a16:creationId xmlns:a16="http://schemas.microsoft.com/office/drawing/2014/main" id="{380EB925-DA7C-B103-E774-F49046249A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16458" y="3095101"/>
                    <a:ext cx="22160" cy="22571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8" name="Oval 46">
                    <a:extLst>
                      <a:ext uri="{FF2B5EF4-FFF2-40B4-BE49-F238E27FC236}">
                        <a16:creationId xmlns:a16="http://schemas.microsoft.com/office/drawing/2014/main" id="{F34E5A29-AA91-445B-3A5F-6CBEF30481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0496" y="3110695"/>
                    <a:ext cx="17646" cy="17646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9" name="Rectangle 1118">
                    <a:extLst>
                      <a:ext uri="{FF2B5EF4-FFF2-40B4-BE49-F238E27FC236}">
                        <a16:creationId xmlns:a16="http://schemas.microsoft.com/office/drawing/2014/main" id="{C2A56DC7-2266-DF99-61F4-8963BE7775D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10171" y="2945724"/>
                    <a:ext cx="45719" cy="840040"/>
                  </a:xfrm>
                  <a:prstGeom prst="rect">
                    <a:avLst/>
                  </a:prstGeom>
                  <a:gradFill>
                    <a:gsLst>
                      <a:gs pos="100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74" name="Group 1073">
                  <a:extLst>
                    <a:ext uri="{FF2B5EF4-FFF2-40B4-BE49-F238E27FC236}">
                      <a16:creationId xmlns:a16="http://schemas.microsoft.com/office/drawing/2014/main" id="{9DC8E1B9-D113-BD21-6ABD-596ECBC94429}"/>
                    </a:ext>
                  </a:extLst>
                </p:cNvPr>
                <p:cNvGrpSpPr/>
                <p:nvPr/>
              </p:nvGrpSpPr>
              <p:grpSpPr>
                <a:xfrm>
                  <a:off x="1618761" y="3058535"/>
                  <a:ext cx="194547" cy="841089"/>
                  <a:chOff x="961336" y="2884578"/>
                  <a:chExt cx="231042" cy="998855"/>
                </a:xfrm>
              </p:grpSpPr>
              <p:sp>
                <p:nvSpPr>
                  <p:cNvPr id="1090" name="Rectangle 31">
                    <a:extLst>
                      <a:ext uri="{FF2B5EF4-FFF2-40B4-BE49-F238E27FC236}">
                        <a16:creationId xmlns:a16="http://schemas.microsoft.com/office/drawing/2014/main" id="{9F563B53-1CCB-7D11-4DBF-229FA2DEBD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8421" y="2884578"/>
                    <a:ext cx="176462" cy="27085"/>
                  </a:xfrm>
                  <a:prstGeom prst="roundRect">
                    <a:avLst>
                      <a:gd name="adj" fmla="val 234447"/>
                    </a:avLst>
                  </a:prstGeom>
                  <a:gradFill>
                    <a:gsLst>
                      <a:gs pos="100000">
                        <a:srgbClr val="459FED"/>
                      </a:gs>
                      <a:gs pos="0">
                        <a:srgbClr val="4FB7F6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pic>
                <p:nvPicPr>
                  <p:cNvPr id="1091" name="Picture 32">
                    <a:extLst>
                      <a:ext uri="{FF2B5EF4-FFF2-40B4-BE49-F238E27FC236}">
                        <a16:creationId xmlns:a16="http://schemas.microsoft.com/office/drawing/2014/main" id="{90AD6CA8-281A-EE32-132C-2FEC292DC9A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13044" y="3130393"/>
                    <a:ext cx="17646" cy="17236"/>
                  </a:xfrm>
                  <a:prstGeom prst="rect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</p:pic>
              <p:sp>
                <p:nvSpPr>
                  <p:cNvPr id="1092" name="Freeform 33">
                    <a:extLst>
                      <a:ext uri="{FF2B5EF4-FFF2-40B4-BE49-F238E27FC236}">
                        <a16:creationId xmlns:a16="http://schemas.microsoft.com/office/drawing/2014/main" id="{58A14DE6-D060-B298-9A75-9570862C95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61336" y="2898120"/>
                    <a:ext cx="231042" cy="985313"/>
                  </a:xfrm>
                  <a:custGeom>
                    <a:avLst/>
                    <a:gdLst>
                      <a:gd name="T0" fmla="*/ 237 w 237"/>
                      <a:gd name="T1" fmla="*/ 0 h 1010"/>
                      <a:gd name="T2" fmla="*/ 0 w 237"/>
                      <a:gd name="T3" fmla="*/ 0 h 1010"/>
                      <a:gd name="T4" fmla="*/ 0 w 237"/>
                      <a:gd name="T5" fmla="*/ 27 h 1010"/>
                      <a:gd name="T6" fmla="*/ 16 w 237"/>
                      <a:gd name="T7" fmla="*/ 27 h 1010"/>
                      <a:gd name="T8" fmla="*/ 16 w 237"/>
                      <a:gd name="T9" fmla="*/ 908 h 1010"/>
                      <a:gd name="T10" fmla="*/ 119 w 237"/>
                      <a:gd name="T11" fmla="*/ 1010 h 1010"/>
                      <a:gd name="T12" fmla="*/ 221 w 237"/>
                      <a:gd name="T13" fmla="*/ 908 h 1010"/>
                      <a:gd name="T14" fmla="*/ 221 w 237"/>
                      <a:gd name="T15" fmla="*/ 27 h 1010"/>
                      <a:gd name="T16" fmla="*/ 237 w 237"/>
                      <a:gd name="T17" fmla="*/ 27 h 1010"/>
                      <a:gd name="T18" fmla="*/ 237 w 237"/>
                      <a:gd name="T19" fmla="*/ 0 h 10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37" h="1010">
                        <a:moveTo>
                          <a:pt x="23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16" y="27"/>
                          <a:pt x="16" y="27"/>
                          <a:pt x="16" y="27"/>
                        </a:cubicBezTo>
                        <a:cubicBezTo>
                          <a:pt x="16" y="908"/>
                          <a:pt x="16" y="908"/>
                          <a:pt x="16" y="908"/>
                        </a:cubicBezTo>
                        <a:cubicBezTo>
                          <a:pt x="16" y="908"/>
                          <a:pt x="16" y="1010"/>
                          <a:pt x="119" y="1010"/>
                        </a:cubicBezTo>
                        <a:cubicBezTo>
                          <a:pt x="221" y="1010"/>
                          <a:pt x="221" y="908"/>
                          <a:pt x="221" y="908"/>
                        </a:cubicBezTo>
                        <a:cubicBezTo>
                          <a:pt x="221" y="27"/>
                          <a:pt x="221" y="27"/>
                          <a:pt x="221" y="27"/>
                        </a:cubicBezTo>
                        <a:cubicBezTo>
                          <a:pt x="237" y="27"/>
                          <a:pt x="237" y="27"/>
                          <a:pt x="237" y="27"/>
                        </a:cubicBezTo>
                        <a:cubicBezTo>
                          <a:pt x="237" y="0"/>
                          <a:pt x="237" y="0"/>
                          <a:pt x="237" y="0"/>
                        </a:cubicBezTo>
                      </a:path>
                    </a:pathLst>
                  </a:custGeom>
                  <a:gradFill>
                    <a:gsLst>
                      <a:gs pos="2000">
                        <a:srgbClr val="AFDEF9">
                          <a:alpha val="25000"/>
                        </a:srgbClr>
                      </a:gs>
                      <a:gs pos="100000">
                        <a:srgbClr val="AFDEF9">
                          <a:alpha val="50000"/>
                        </a:srgbClr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34">
                    <a:extLst>
                      <a:ext uri="{FF2B5EF4-FFF2-40B4-BE49-F238E27FC236}">
                        <a16:creationId xmlns:a16="http://schemas.microsoft.com/office/drawing/2014/main" id="{861BCFF5-3B17-1A8B-D7A0-1BF2DB3ACED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4577" y="3243247"/>
                    <a:ext cx="165382" cy="615564"/>
                  </a:xfrm>
                  <a:custGeom>
                    <a:avLst/>
                    <a:gdLst>
                      <a:gd name="T0" fmla="*/ 0 w 170"/>
                      <a:gd name="T1" fmla="*/ 0 h 631"/>
                      <a:gd name="T2" fmla="*/ 0 w 170"/>
                      <a:gd name="T3" fmla="*/ 546 h 631"/>
                      <a:gd name="T4" fmla="*/ 85 w 170"/>
                      <a:gd name="T5" fmla="*/ 631 h 631"/>
                      <a:gd name="T6" fmla="*/ 170 w 170"/>
                      <a:gd name="T7" fmla="*/ 546 h 631"/>
                      <a:gd name="T8" fmla="*/ 170 w 170"/>
                      <a:gd name="T9" fmla="*/ 0 h 631"/>
                      <a:gd name="T10" fmla="*/ 0 w 170"/>
                      <a:gd name="T11" fmla="*/ 0 h 6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0" h="631">
                        <a:moveTo>
                          <a:pt x="0" y="0"/>
                        </a:moveTo>
                        <a:cubicBezTo>
                          <a:pt x="0" y="546"/>
                          <a:pt x="0" y="546"/>
                          <a:pt x="0" y="546"/>
                        </a:cubicBezTo>
                        <a:cubicBezTo>
                          <a:pt x="0" y="546"/>
                          <a:pt x="0" y="631"/>
                          <a:pt x="85" y="631"/>
                        </a:cubicBezTo>
                        <a:cubicBezTo>
                          <a:pt x="170" y="631"/>
                          <a:pt x="170" y="546"/>
                          <a:pt x="170" y="546"/>
                        </a:cubicBezTo>
                        <a:cubicBezTo>
                          <a:pt x="170" y="0"/>
                          <a:pt x="170" y="0"/>
                          <a:pt x="17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gradFill>
                    <a:gsLst>
                      <a:gs pos="100000">
                        <a:srgbClr val="459FED"/>
                      </a:gs>
                      <a:gs pos="0">
                        <a:srgbClr val="B2E0F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4" name="Rectangle 36">
                    <a:extLst>
                      <a:ext uri="{FF2B5EF4-FFF2-40B4-BE49-F238E27FC236}">
                        <a16:creationId xmlns:a16="http://schemas.microsoft.com/office/drawing/2014/main" id="{C247843A-4424-2FE4-4B9A-FCB3695752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2945724"/>
                    <a:ext cx="28316" cy="2975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5" name="Rectangle 38">
                    <a:extLst>
                      <a:ext uri="{FF2B5EF4-FFF2-40B4-BE49-F238E27FC236}">
                        <a16:creationId xmlns:a16="http://schemas.microsoft.com/office/drawing/2014/main" id="{577ABF87-F72E-4CFD-A7E0-85FC9CFCEA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3243247"/>
                    <a:ext cx="28316" cy="5425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6" name="Oval 39">
                    <a:extLst>
                      <a:ext uri="{FF2B5EF4-FFF2-40B4-BE49-F238E27FC236}">
                        <a16:creationId xmlns:a16="http://schemas.microsoft.com/office/drawing/2014/main" id="{B93F5AD0-8293-EC2F-F44E-6A61C44099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99337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7" name="Oval 40">
                    <a:extLst>
                      <a:ext uri="{FF2B5EF4-FFF2-40B4-BE49-F238E27FC236}">
                        <a16:creationId xmlns:a16="http://schemas.microsoft.com/office/drawing/2014/main" id="{38745674-E9ED-7989-5C90-2E47BE74F7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3218" y="3069658"/>
                    <a:ext cx="15594" cy="15594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8" name="Oval 41">
                    <a:extLst>
                      <a:ext uri="{FF2B5EF4-FFF2-40B4-BE49-F238E27FC236}">
                        <a16:creationId xmlns:a16="http://schemas.microsoft.com/office/drawing/2014/main" id="{0D3AF293-D60F-4260-2654-C13897314C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63520" y="3163223"/>
                    <a:ext cx="27495" cy="27495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9" name="Oval 42">
                    <a:extLst>
                      <a:ext uri="{FF2B5EF4-FFF2-40B4-BE49-F238E27FC236}">
                        <a16:creationId xmlns:a16="http://schemas.microsoft.com/office/drawing/2014/main" id="{F1DCC750-51D6-FA6F-F1F9-D2DEAC9EC3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7256" y="3086483"/>
                    <a:ext cx="14774" cy="1436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0" name="Oval 43">
                    <a:extLst>
                      <a:ext uri="{FF2B5EF4-FFF2-40B4-BE49-F238E27FC236}">
                        <a16:creationId xmlns:a16="http://schemas.microsoft.com/office/drawing/2014/main" id="{44FAA972-AEC2-FEA1-EE2B-207C16FF86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0171" y="3194412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1" name="Oval 44">
                    <a:extLst>
                      <a:ext uri="{FF2B5EF4-FFF2-40B4-BE49-F238E27FC236}">
                        <a16:creationId xmlns:a16="http://schemas.microsoft.com/office/drawing/2014/main" id="{78B27964-E380-5722-9856-B6115DF44D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45988"/>
                    <a:ext cx="10670" cy="9439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2" name="Oval 45">
                    <a:extLst>
                      <a:ext uri="{FF2B5EF4-FFF2-40B4-BE49-F238E27FC236}">
                        <a16:creationId xmlns:a16="http://schemas.microsoft.com/office/drawing/2014/main" id="{C935617D-384C-84CF-2236-B4080EE4A4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16458" y="3095101"/>
                    <a:ext cx="22160" cy="22571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3" name="Oval 46">
                    <a:extLst>
                      <a:ext uri="{FF2B5EF4-FFF2-40B4-BE49-F238E27FC236}">
                        <a16:creationId xmlns:a16="http://schemas.microsoft.com/office/drawing/2014/main" id="{141EFF54-A01F-D57A-02E1-A004C723B1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0496" y="3110695"/>
                    <a:ext cx="17646" cy="17646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4" name="Rectangle 1103">
                    <a:extLst>
                      <a:ext uri="{FF2B5EF4-FFF2-40B4-BE49-F238E27FC236}">
                        <a16:creationId xmlns:a16="http://schemas.microsoft.com/office/drawing/2014/main" id="{58C41B39-D353-709E-1365-ED62A261D01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10171" y="2945724"/>
                    <a:ext cx="45719" cy="840040"/>
                  </a:xfrm>
                  <a:prstGeom prst="rect">
                    <a:avLst/>
                  </a:prstGeom>
                  <a:gradFill>
                    <a:gsLst>
                      <a:gs pos="100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75" name="Group 1074">
                  <a:extLst>
                    <a:ext uri="{FF2B5EF4-FFF2-40B4-BE49-F238E27FC236}">
                      <a16:creationId xmlns:a16="http://schemas.microsoft.com/office/drawing/2014/main" id="{C924B2AC-DF80-E5EA-7558-EE55E3ADE325}"/>
                    </a:ext>
                  </a:extLst>
                </p:cNvPr>
                <p:cNvGrpSpPr/>
                <p:nvPr/>
              </p:nvGrpSpPr>
              <p:grpSpPr>
                <a:xfrm>
                  <a:off x="1828353" y="3058492"/>
                  <a:ext cx="194546" cy="841074"/>
                  <a:chOff x="1828353" y="3058492"/>
                  <a:chExt cx="194546" cy="841074"/>
                </a:xfrm>
              </p:grpSpPr>
              <p:sp>
                <p:nvSpPr>
                  <p:cNvPr id="1076" name="Rectangle 31">
                    <a:extLst>
                      <a:ext uri="{FF2B5EF4-FFF2-40B4-BE49-F238E27FC236}">
                        <a16:creationId xmlns:a16="http://schemas.microsoft.com/office/drawing/2014/main" id="{01F1B640-7C73-7331-78B1-4CF9869251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51160" y="3058492"/>
                    <a:ext cx="148588" cy="22807"/>
                  </a:xfrm>
                  <a:prstGeom prst="roundRect">
                    <a:avLst>
                      <a:gd name="adj" fmla="val 234447"/>
                    </a:avLst>
                  </a:prstGeom>
                  <a:gradFill>
                    <a:gsLst>
                      <a:gs pos="100000">
                        <a:srgbClr val="459FED"/>
                      </a:gs>
                      <a:gs pos="0">
                        <a:srgbClr val="4FB7F6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7" name="Freeform 33">
                    <a:extLst>
                      <a:ext uri="{FF2B5EF4-FFF2-40B4-BE49-F238E27FC236}">
                        <a16:creationId xmlns:a16="http://schemas.microsoft.com/office/drawing/2014/main" id="{FFE741C7-EE53-DA32-415A-EE0870E3CB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28353" y="3069895"/>
                    <a:ext cx="194546" cy="829671"/>
                  </a:xfrm>
                  <a:custGeom>
                    <a:avLst/>
                    <a:gdLst>
                      <a:gd name="T0" fmla="*/ 237 w 237"/>
                      <a:gd name="T1" fmla="*/ 0 h 1010"/>
                      <a:gd name="T2" fmla="*/ 0 w 237"/>
                      <a:gd name="T3" fmla="*/ 0 h 1010"/>
                      <a:gd name="T4" fmla="*/ 0 w 237"/>
                      <a:gd name="T5" fmla="*/ 27 h 1010"/>
                      <a:gd name="T6" fmla="*/ 16 w 237"/>
                      <a:gd name="T7" fmla="*/ 27 h 1010"/>
                      <a:gd name="T8" fmla="*/ 16 w 237"/>
                      <a:gd name="T9" fmla="*/ 908 h 1010"/>
                      <a:gd name="T10" fmla="*/ 119 w 237"/>
                      <a:gd name="T11" fmla="*/ 1010 h 1010"/>
                      <a:gd name="T12" fmla="*/ 221 w 237"/>
                      <a:gd name="T13" fmla="*/ 908 h 1010"/>
                      <a:gd name="T14" fmla="*/ 221 w 237"/>
                      <a:gd name="T15" fmla="*/ 27 h 1010"/>
                      <a:gd name="T16" fmla="*/ 237 w 237"/>
                      <a:gd name="T17" fmla="*/ 27 h 1010"/>
                      <a:gd name="T18" fmla="*/ 237 w 237"/>
                      <a:gd name="T19" fmla="*/ 0 h 10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37" h="1010">
                        <a:moveTo>
                          <a:pt x="23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16" y="27"/>
                          <a:pt x="16" y="27"/>
                          <a:pt x="16" y="27"/>
                        </a:cubicBezTo>
                        <a:cubicBezTo>
                          <a:pt x="16" y="908"/>
                          <a:pt x="16" y="908"/>
                          <a:pt x="16" y="908"/>
                        </a:cubicBezTo>
                        <a:cubicBezTo>
                          <a:pt x="16" y="908"/>
                          <a:pt x="16" y="1010"/>
                          <a:pt x="119" y="1010"/>
                        </a:cubicBezTo>
                        <a:cubicBezTo>
                          <a:pt x="221" y="1010"/>
                          <a:pt x="221" y="908"/>
                          <a:pt x="221" y="908"/>
                        </a:cubicBezTo>
                        <a:cubicBezTo>
                          <a:pt x="221" y="27"/>
                          <a:pt x="221" y="27"/>
                          <a:pt x="221" y="27"/>
                        </a:cubicBezTo>
                        <a:cubicBezTo>
                          <a:pt x="237" y="27"/>
                          <a:pt x="237" y="27"/>
                          <a:pt x="237" y="27"/>
                        </a:cubicBezTo>
                        <a:cubicBezTo>
                          <a:pt x="237" y="0"/>
                          <a:pt x="237" y="0"/>
                          <a:pt x="237" y="0"/>
                        </a:cubicBezTo>
                      </a:path>
                    </a:pathLst>
                  </a:custGeom>
                  <a:gradFill>
                    <a:gsLst>
                      <a:gs pos="2000">
                        <a:srgbClr val="AFDEF9">
                          <a:alpha val="25000"/>
                        </a:srgbClr>
                      </a:gs>
                      <a:gs pos="100000">
                        <a:srgbClr val="AFDEF9">
                          <a:alpha val="50000"/>
                        </a:srgbClr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8" name="Freeform 34">
                    <a:extLst>
                      <a:ext uri="{FF2B5EF4-FFF2-40B4-BE49-F238E27FC236}">
                        <a16:creationId xmlns:a16="http://schemas.microsoft.com/office/drawing/2014/main" id="{D89C5E58-2E9A-6FA2-CFC0-C3F36B470F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56343" y="3360505"/>
                    <a:ext cx="139258" cy="518328"/>
                  </a:xfrm>
                  <a:custGeom>
                    <a:avLst/>
                    <a:gdLst>
                      <a:gd name="T0" fmla="*/ 0 w 170"/>
                      <a:gd name="T1" fmla="*/ 0 h 631"/>
                      <a:gd name="T2" fmla="*/ 0 w 170"/>
                      <a:gd name="T3" fmla="*/ 546 h 631"/>
                      <a:gd name="T4" fmla="*/ 85 w 170"/>
                      <a:gd name="T5" fmla="*/ 631 h 631"/>
                      <a:gd name="T6" fmla="*/ 170 w 170"/>
                      <a:gd name="T7" fmla="*/ 546 h 631"/>
                      <a:gd name="T8" fmla="*/ 170 w 170"/>
                      <a:gd name="T9" fmla="*/ 0 h 631"/>
                      <a:gd name="T10" fmla="*/ 0 w 170"/>
                      <a:gd name="T11" fmla="*/ 0 h 6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0" h="631">
                        <a:moveTo>
                          <a:pt x="0" y="0"/>
                        </a:moveTo>
                        <a:cubicBezTo>
                          <a:pt x="0" y="546"/>
                          <a:pt x="0" y="546"/>
                          <a:pt x="0" y="546"/>
                        </a:cubicBezTo>
                        <a:cubicBezTo>
                          <a:pt x="0" y="546"/>
                          <a:pt x="0" y="631"/>
                          <a:pt x="85" y="631"/>
                        </a:cubicBezTo>
                        <a:cubicBezTo>
                          <a:pt x="170" y="631"/>
                          <a:pt x="170" y="546"/>
                          <a:pt x="170" y="546"/>
                        </a:cubicBezTo>
                        <a:cubicBezTo>
                          <a:pt x="170" y="0"/>
                          <a:pt x="170" y="0"/>
                          <a:pt x="17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gradFill>
                    <a:gsLst>
                      <a:gs pos="100000">
                        <a:srgbClr val="459FED"/>
                      </a:gs>
                      <a:gs pos="0">
                        <a:srgbClr val="B2E0F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079" name="Group 1078">
                    <a:extLst>
                      <a:ext uri="{FF2B5EF4-FFF2-40B4-BE49-F238E27FC236}">
                        <a16:creationId xmlns:a16="http://schemas.microsoft.com/office/drawing/2014/main" id="{AEC4B164-BC8A-FBFF-E8F9-34E1C7112D21}"/>
                      </a:ext>
                    </a:extLst>
                  </p:cNvPr>
                  <p:cNvGrpSpPr/>
                  <p:nvPr/>
                </p:nvGrpSpPr>
                <p:grpSpPr>
                  <a:xfrm>
                    <a:off x="1869474" y="3214336"/>
                    <a:ext cx="108158" cy="129929"/>
                    <a:chOff x="1869474" y="3214336"/>
                    <a:chExt cx="108158" cy="129929"/>
                  </a:xfrm>
                </p:grpSpPr>
                <p:pic>
                  <p:nvPicPr>
                    <p:cNvPr id="1081" name="Picture 32">
                      <a:extLst>
                        <a:ext uri="{FF2B5EF4-FFF2-40B4-BE49-F238E27FC236}">
                          <a16:creationId xmlns:a16="http://schemas.microsoft.com/office/drawing/2014/main" id="{0D56271A-8C06-C45E-0722-7F56229CD98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 cstate="email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871893" y="3265478"/>
                      <a:ext cx="14859" cy="14513"/>
                    </a:xfrm>
                    <a:prstGeom prst="rect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</p:pic>
                <p:sp>
                  <p:nvSpPr>
                    <p:cNvPr id="1082" name="Oval 39">
                      <a:extLst>
                        <a:ext uri="{FF2B5EF4-FFF2-40B4-BE49-F238E27FC236}">
                          <a16:creationId xmlns:a16="http://schemas.microsoft.com/office/drawing/2014/main" id="{488C3E6D-2104-B579-B238-68EC11A5F1E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50678" y="3323531"/>
                      <a:ext cx="20387" cy="20734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3" name="Oval 40">
                      <a:extLst>
                        <a:ext uri="{FF2B5EF4-FFF2-40B4-BE49-F238E27FC236}">
                          <a16:creationId xmlns:a16="http://schemas.microsoft.com/office/drawing/2014/main" id="{69FA52C5-6F80-1919-1C7C-DB5D276A0A0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30982" y="3214336"/>
                      <a:ext cx="13131" cy="13131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4" name="Oval 41">
                      <a:extLst>
                        <a:ext uri="{FF2B5EF4-FFF2-40B4-BE49-F238E27FC236}">
                          <a16:creationId xmlns:a16="http://schemas.microsoft.com/office/drawing/2014/main" id="{5A0FA77B-6DE4-71E7-C255-99A8C9FBD8D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14396" y="3293122"/>
                      <a:ext cx="23152" cy="23152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5" name="Oval 42">
                      <a:extLst>
                        <a:ext uri="{FF2B5EF4-FFF2-40B4-BE49-F238E27FC236}">
                          <a16:creationId xmlns:a16="http://schemas.microsoft.com/office/drawing/2014/main" id="{3F0D8AB4-C9CB-8829-F3CE-7C76B60E35E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92280" y="3228504"/>
                      <a:ext cx="12440" cy="12094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6" name="Oval 43">
                      <a:extLst>
                        <a:ext uri="{FF2B5EF4-FFF2-40B4-BE49-F238E27FC236}">
                          <a16:creationId xmlns:a16="http://schemas.microsoft.com/office/drawing/2014/main" id="{E94E61E5-B41D-1CDB-6044-1779100F6F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69474" y="3319384"/>
                      <a:ext cx="20387" cy="20734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7" name="Oval 44">
                      <a:extLst>
                        <a:ext uri="{FF2B5EF4-FFF2-40B4-BE49-F238E27FC236}">
                          <a16:creationId xmlns:a16="http://schemas.microsoft.com/office/drawing/2014/main" id="{30F67566-1C2C-855C-1ED6-D51CCD499FD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50678" y="3278609"/>
                      <a:ext cx="8985" cy="7948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8" name="Oval 45">
                      <a:extLst>
                        <a:ext uri="{FF2B5EF4-FFF2-40B4-BE49-F238E27FC236}">
                          <a16:creationId xmlns:a16="http://schemas.microsoft.com/office/drawing/2014/main" id="{7B7023FE-9ED5-A7B5-7497-5B0F615C315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58972" y="3235760"/>
                      <a:ext cx="18660" cy="19006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9" name="Oval 46">
                      <a:extLst>
                        <a:ext uri="{FF2B5EF4-FFF2-40B4-BE49-F238E27FC236}">
                          <a16:creationId xmlns:a16="http://schemas.microsoft.com/office/drawing/2014/main" id="{DAC63ECF-CE41-B20C-A486-5B5E1BA74E1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0270" y="3248891"/>
                      <a:ext cx="14859" cy="14859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80" name="Rectangle 1079">
                    <a:extLst>
                      <a:ext uri="{FF2B5EF4-FFF2-40B4-BE49-F238E27FC236}">
                        <a16:creationId xmlns:a16="http://schemas.microsoft.com/office/drawing/2014/main" id="{32183737-90B9-8C9D-4621-3166894C613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69474" y="3109979"/>
                    <a:ext cx="38497" cy="707346"/>
                  </a:xfrm>
                  <a:prstGeom prst="rect">
                    <a:avLst/>
                  </a:prstGeom>
                  <a:gradFill>
                    <a:gsLst>
                      <a:gs pos="100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69" name="Group 1068">
                <a:extLst>
                  <a:ext uri="{FF2B5EF4-FFF2-40B4-BE49-F238E27FC236}">
                    <a16:creationId xmlns:a16="http://schemas.microsoft.com/office/drawing/2014/main" id="{8E2BFD45-7B13-9A9D-5E7D-CA223B2A3D22}"/>
                  </a:ext>
                </a:extLst>
              </p:cNvPr>
              <p:cNvGrpSpPr/>
              <p:nvPr/>
            </p:nvGrpSpPr>
            <p:grpSpPr>
              <a:xfrm>
                <a:off x="1023651" y="3232090"/>
                <a:ext cx="1139216" cy="716164"/>
                <a:chOff x="1023651" y="3232090"/>
                <a:chExt cx="1139216" cy="716164"/>
              </a:xfrm>
            </p:grpSpPr>
            <p:sp>
              <p:nvSpPr>
                <p:cNvPr id="1070" name="Freeform 52">
                  <a:extLst>
                    <a:ext uri="{FF2B5EF4-FFF2-40B4-BE49-F238E27FC236}">
                      <a16:creationId xmlns:a16="http://schemas.microsoft.com/office/drawing/2014/main" id="{D51139DB-AE45-E599-CEC5-142DC744EC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41226" y="3232090"/>
                  <a:ext cx="922521" cy="716164"/>
                </a:xfrm>
                <a:custGeom>
                  <a:avLst/>
                  <a:gdLst>
                    <a:gd name="T0" fmla="*/ 1116 w 1116"/>
                    <a:gd name="T1" fmla="*/ 0 h 865"/>
                    <a:gd name="T2" fmla="*/ 1116 w 1116"/>
                    <a:gd name="T3" fmla="*/ 707 h 865"/>
                    <a:gd name="T4" fmla="*/ 958 w 1116"/>
                    <a:gd name="T5" fmla="*/ 865 h 865"/>
                    <a:gd name="T6" fmla="*/ 158 w 1116"/>
                    <a:gd name="T7" fmla="*/ 865 h 865"/>
                    <a:gd name="T8" fmla="*/ 0 w 1116"/>
                    <a:gd name="T9" fmla="*/ 707 h 865"/>
                    <a:gd name="T10" fmla="*/ 0 w 1116"/>
                    <a:gd name="T11" fmla="*/ 0 h 8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16" h="865">
                      <a:moveTo>
                        <a:pt x="1116" y="0"/>
                      </a:moveTo>
                      <a:cubicBezTo>
                        <a:pt x="1116" y="707"/>
                        <a:pt x="1116" y="707"/>
                        <a:pt x="1116" y="707"/>
                      </a:cubicBezTo>
                      <a:cubicBezTo>
                        <a:pt x="1116" y="794"/>
                        <a:pt x="1045" y="865"/>
                        <a:pt x="958" y="865"/>
                      </a:cubicBezTo>
                      <a:cubicBezTo>
                        <a:pt x="158" y="865"/>
                        <a:pt x="158" y="865"/>
                        <a:pt x="158" y="865"/>
                      </a:cubicBezTo>
                      <a:cubicBezTo>
                        <a:pt x="71" y="865"/>
                        <a:pt x="0" y="794"/>
                        <a:pt x="0" y="707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noFill/>
                <a:ln w="38100" cap="rnd">
                  <a:gradFill>
                    <a:gsLst>
                      <a:gs pos="0">
                        <a:srgbClr val="A2ABB0">
                          <a:alpha val="59000"/>
                        </a:srgbClr>
                      </a:gs>
                      <a:gs pos="78000">
                        <a:srgbClr val="66737C"/>
                      </a:gs>
                      <a:gs pos="100000">
                        <a:srgbClr val="43515C"/>
                      </a:gs>
                    </a:gsLst>
                    <a:lin ang="5400000" scaled="1"/>
                  </a:gra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cxnSp>
              <p:nvCxnSpPr>
                <p:cNvPr id="1071" name="Straight Connector 1070">
                  <a:extLst>
                    <a:ext uri="{FF2B5EF4-FFF2-40B4-BE49-F238E27FC236}">
                      <a16:creationId xmlns:a16="http://schemas.microsoft.com/office/drawing/2014/main" id="{A7314EC0-3EFA-E555-8D25-B6836224EB3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023651" y="3369041"/>
                  <a:ext cx="1139216" cy="0"/>
                </a:xfrm>
                <a:prstGeom prst="line">
                  <a:avLst/>
                </a:prstGeom>
                <a:noFill/>
                <a:ln w="38100" cap="rnd" cmpd="sng" algn="ctr">
                  <a:gradFill>
                    <a:gsLst>
                      <a:gs pos="0">
                        <a:srgbClr val="A2ABB0"/>
                      </a:gs>
                      <a:gs pos="83000">
                        <a:srgbClr val="66737C"/>
                      </a:gs>
                      <a:gs pos="100000">
                        <a:srgbClr val="43515C"/>
                      </a:gs>
                    </a:gsLst>
                    <a:lin ang="0" scaled="0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grpSp>
          <p:nvGrpSpPr>
            <p:cNvPr id="1060" name="Group 1059">
              <a:extLst>
                <a:ext uri="{FF2B5EF4-FFF2-40B4-BE49-F238E27FC236}">
                  <a16:creationId xmlns:a16="http://schemas.microsoft.com/office/drawing/2014/main" id="{1F969573-EFC9-50E2-C523-41A461409F7F}"/>
                </a:ext>
              </a:extLst>
            </p:cNvPr>
            <p:cNvGrpSpPr/>
            <p:nvPr/>
          </p:nvGrpSpPr>
          <p:grpSpPr>
            <a:xfrm>
              <a:off x="1768860" y="2755462"/>
              <a:ext cx="946805" cy="731701"/>
              <a:chOff x="1445904" y="2446915"/>
              <a:chExt cx="1124421" cy="868964"/>
            </a:xfrm>
          </p:grpSpPr>
          <p:sp>
            <p:nvSpPr>
              <p:cNvPr id="1063" name="Oval 1062">
                <a:extLst>
                  <a:ext uri="{FF2B5EF4-FFF2-40B4-BE49-F238E27FC236}">
                    <a16:creationId xmlns:a16="http://schemas.microsoft.com/office/drawing/2014/main" id="{23734769-2427-5903-23AA-1EB7C22ED1A6}"/>
                  </a:ext>
                </a:extLst>
              </p:cNvPr>
              <p:cNvSpPr/>
              <p:nvPr/>
            </p:nvSpPr>
            <p:spPr bwMode="auto">
              <a:xfrm>
                <a:off x="1500940" y="2501952"/>
                <a:ext cx="588926" cy="588924"/>
              </a:xfrm>
              <a:prstGeom prst="ellipse">
                <a:avLst/>
              </a:prstGeom>
              <a:noFill/>
              <a:ln w="28575">
                <a:solidFill>
                  <a:srgbClr val="4FB7F6"/>
                </a:solidFill>
                <a:miter lim="800000"/>
                <a:headEnd/>
                <a:tailEnd/>
              </a:ln>
            </p:spPr>
            <p:txBody>
              <a:bodyPr wrap="squar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0B7E012E-6409-27ED-7C0D-E1878A6627A1}"/>
                  </a:ext>
                </a:extLst>
              </p:cNvPr>
              <p:cNvSpPr/>
              <p:nvPr/>
            </p:nvSpPr>
            <p:spPr>
              <a:xfrm>
                <a:off x="2027089" y="2916510"/>
                <a:ext cx="410356" cy="318260"/>
              </a:xfrm>
              <a:custGeom>
                <a:avLst/>
                <a:gdLst>
                  <a:gd name="connsiteX0" fmla="*/ 2123313 w 2123313"/>
                  <a:gd name="connsiteY0" fmla="*/ 1137190 h 1646777"/>
                  <a:gd name="connsiteX1" fmla="*/ 1805178 w 2123313"/>
                  <a:gd name="connsiteY1" fmla="*/ 1646777 h 1646777"/>
                  <a:gd name="connsiteX2" fmla="*/ 0 w 2123313"/>
                  <a:gd name="connsiteY2" fmla="*/ 509588 h 1646777"/>
                  <a:gd name="connsiteX3" fmla="*/ 318135 w 2123313"/>
                  <a:gd name="connsiteY3" fmla="*/ 0 h 1646777"/>
                  <a:gd name="connsiteX4" fmla="*/ 2123313 w 2123313"/>
                  <a:gd name="connsiteY4" fmla="*/ 1137190 h 164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3313" h="1646777">
                    <a:moveTo>
                      <a:pt x="2123313" y="1137190"/>
                    </a:moveTo>
                    <a:lnTo>
                      <a:pt x="1805178" y="1646777"/>
                    </a:lnTo>
                    <a:lnTo>
                      <a:pt x="0" y="509588"/>
                    </a:lnTo>
                    <a:lnTo>
                      <a:pt x="318135" y="0"/>
                    </a:lnTo>
                    <a:lnTo>
                      <a:pt x="2123313" y="1137190"/>
                    </a:lnTo>
                    <a:close/>
                  </a:path>
                </a:pathLst>
              </a:custGeom>
              <a:solidFill>
                <a:srgbClr val="DFE3E6"/>
              </a:solidFill>
              <a:ln w="6350" cap="flat" cmpd="sng">
                <a:noFill/>
                <a:prstDash val="solid"/>
                <a:miter/>
              </a:ln>
              <a:effectLst>
                <a:outerShdw blurRad="254000" dist="38100" dir="5400000" rotWithShape="0">
                  <a:srgbClr val="A2ABB0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7DF3B375-1D83-2AD6-F4B0-D292D63AE9FB}"/>
                  </a:ext>
                </a:extLst>
              </p:cNvPr>
              <p:cNvSpPr/>
              <p:nvPr/>
            </p:nvSpPr>
            <p:spPr>
              <a:xfrm>
                <a:off x="2211816" y="3027291"/>
                <a:ext cx="358509" cy="288588"/>
              </a:xfrm>
              <a:custGeom>
                <a:avLst/>
                <a:gdLst>
                  <a:gd name="connsiteX0" fmla="*/ 1789271 w 1855037"/>
                  <a:gd name="connsiteY0" fmla="*/ 1302163 h 1493248"/>
                  <a:gd name="connsiteX1" fmla="*/ 1785557 w 1855037"/>
                  <a:gd name="connsiteY1" fmla="*/ 1308068 h 1493248"/>
                  <a:gd name="connsiteX2" fmla="*/ 1385602 w 1855037"/>
                  <a:gd name="connsiteY2" fmla="*/ 1462849 h 1493248"/>
                  <a:gd name="connsiteX3" fmla="*/ 0 w 1855037"/>
                  <a:gd name="connsiteY3" fmla="*/ 612362 h 1493248"/>
                  <a:gd name="connsiteX4" fmla="*/ 364141 w 1855037"/>
                  <a:gd name="connsiteY4" fmla="*/ 0 h 1493248"/>
                  <a:gd name="connsiteX5" fmla="*/ 1752695 w 1855037"/>
                  <a:gd name="connsiteY5" fmla="*/ 874967 h 1493248"/>
                  <a:gd name="connsiteX6" fmla="*/ 1789271 w 1855037"/>
                  <a:gd name="connsiteY6" fmla="*/ 1302258 h 149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5037" h="1493248">
                    <a:moveTo>
                      <a:pt x="1789271" y="1302163"/>
                    </a:moveTo>
                    <a:lnTo>
                      <a:pt x="1785557" y="1308068"/>
                    </a:lnTo>
                    <a:cubicBezTo>
                      <a:pt x="1685163" y="1468850"/>
                      <a:pt x="1506093" y="1538097"/>
                      <a:pt x="1385602" y="1462849"/>
                    </a:cubicBezTo>
                    <a:lnTo>
                      <a:pt x="0" y="612362"/>
                    </a:lnTo>
                    <a:lnTo>
                      <a:pt x="364141" y="0"/>
                    </a:lnTo>
                    <a:lnTo>
                      <a:pt x="1752695" y="874967"/>
                    </a:lnTo>
                    <a:cubicBezTo>
                      <a:pt x="1873282" y="950214"/>
                      <a:pt x="1889665" y="1141571"/>
                      <a:pt x="1789271" y="1302258"/>
                    </a:cubicBezTo>
                    <a:close/>
                  </a:path>
                </a:pathLst>
              </a:custGeom>
              <a:solidFill>
                <a:srgbClr val="43515C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20303D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AA86ECBA-5142-A4CC-D0AE-AB0086127E60}"/>
                  </a:ext>
                </a:extLst>
              </p:cNvPr>
              <p:cNvSpPr/>
              <p:nvPr/>
            </p:nvSpPr>
            <p:spPr>
              <a:xfrm>
                <a:off x="1445904" y="2446915"/>
                <a:ext cx="698999" cy="698999"/>
              </a:xfrm>
              <a:custGeom>
                <a:avLst/>
                <a:gdLst>
                  <a:gd name="connsiteX0" fmla="*/ 2765968 w 3616838"/>
                  <a:gd name="connsiteY0" fmla="*/ 274609 h 3616838"/>
                  <a:gd name="connsiteX1" fmla="*/ 274609 w 3616838"/>
                  <a:gd name="connsiteY1" fmla="*/ 850871 h 3616838"/>
                  <a:gd name="connsiteX2" fmla="*/ 850871 w 3616838"/>
                  <a:gd name="connsiteY2" fmla="*/ 3342230 h 3616838"/>
                  <a:gd name="connsiteX3" fmla="*/ 3342230 w 3616838"/>
                  <a:gd name="connsiteY3" fmla="*/ 2765968 h 3616838"/>
                  <a:gd name="connsiteX4" fmla="*/ 2765968 w 3616838"/>
                  <a:gd name="connsiteY4" fmla="*/ 274609 h 3616838"/>
                  <a:gd name="connsiteX5" fmla="*/ 3127918 w 3616838"/>
                  <a:gd name="connsiteY5" fmla="*/ 2632141 h 3616838"/>
                  <a:gd name="connsiteX6" fmla="*/ 984697 w 3616838"/>
                  <a:gd name="connsiteY6" fmla="*/ 3127918 h 3616838"/>
                  <a:gd name="connsiteX7" fmla="*/ 488921 w 3616838"/>
                  <a:gd name="connsiteY7" fmla="*/ 984697 h 3616838"/>
                  <a:gd name="connsiteX8" fmla="*/ 2632237 w 3616838"/>
                  <a:gd name="connsiteY8" fmla="*/ 488921 h 3616838"/>
                  <a:gd name="connsiteX9" fmla="*/ 3128013 w 3616838"/>
                  <a:gd name="connsiteY9" fmla="*/ 2632141 h 3616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16838" h="3616838">
                    <a:moveTo>
                      <a:pt x="2765968" y="274609"/>
                    </a:moveTo>
                    <a:cubicBezTo>
                      <a:pt x="1918910" y="-254219"/>
                      <a:pt x="803437" y="3718"/>
                      <a:pt x="274609" y="850871"/>
                    </a:cubicBezTo>
                    <a:cubicBezTo>
                      <a:pt x="-254219" y="1697929"/>
                      <a:pt x="3718" y="2813402"/>
                      <a:pt x="850871" y="3342230"/>
                    </a:cubicBezTo>
                    <a:cubicBezTo>
                      <a:pt x="1698025" y="3871058"/>
                      <a:pt x="2813402" y="3613121"/>
                      <a:pt x="3342230" y="2765968"/>
                    </a:cubicBezTo>
                    <a:cubicBezTo>
                      <a:pt x="3871058" y="1918814"/>
                      <a:pt x="3613121" y="803437"/>
                      <a:pt x="2765968" y="274609"/>
                    </a:cubicBezTo>
                    <a:close/>
                    <a:moveTo>
                      <a:pt x="3127918" y="2632141"/>
                    </a:moveTo>
                    <a:cubicBezTo>
                      <a:pt x="2673004" y="3360899"/>
                      <a:pt x="1713360" y="3582832"/>
                      <a:pt x="984697" y="3127918"/>
                    </a:cubicBezTo>
                    <a:cubicBezTo>
                      <a:pt x="255940" y="2673004"/>
                      <a:pt x="34007" y="1713455"/>
                      <a:pt x="488921" y="984697"/>
                    </a:cubicBezTo>
                    <a:cubicBezTo>
                      <a:pt x="943930" y="255940"/>
                      <a:pt x="1903479" y="34007"/>
                      <a:pt x="2632237" y="488921"/>
                    </a:cubicBezTo>
                    <a:cubicBezTo>
                      <a:pt x="3360994" y="943835"/>
                      <a:pt x="3582927" y="1903479"/>
                      <a:pt x="3128013" y="2632141"/>
                    </a:cubicBezTo>
                    <a:close/>
                  </a:path>
                </a:pathLst>
              </a:custGeom>
              <a:solidFill>
                <a:srgbClr val="459FED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24A74DFB-5A67-2341-ABCE-804113715BBE}"/>
                  </a:ext>
                </a:extLst>
              </p:cNvPr>
              <p:cNvSpPr/>
              <p:nvPr/>
            </p:nvSpPr>
            <p:spPr>
              <a:xfrm>
                <a:off x="2198899" y="3015001"/>
                <a:ext cx="84656" cy="131021"/>
              </a:xfrm>
              <a:custGeom>
                <a:avLst/>
                <a:gdLst>
                  <a:gd name="connsiteX0" fmla="*/ 85219 w 438033"/>
                  <a:gd name="connsiteY0" fmla="*/ 655665 h 677939"/>
                  <a:gd name="connsiteX1" fmla="*/ 431643 w 438033"/>
                  <a:gd name="connsiteY1" fmla="*/ 73021 h 677939"/>
                  <a:gd name="connsiteX2" fmla="*/ 419642 w 438033"/>
                  <a:gd name="connsiteY2" fmla="*/ 13394 h 677939"/>
                  <a:gd name="connsiteX3" fmla="*/ 413546 w 438033"/>
                  <a:gd name="connsiteY3" fmla="*/ 8917 h 677939"/>
                  <a:gd name="connsiteX4" fmla="*/ 347347 w 438033"/>
                  <a:gd name="connsiteY4" fmla="*/ 22538 h 677939"/>
                  <a:gd name="connsiteX5" fmla="*/ 6162 w 438033"/>
                  <a:gd name="connsiteY5" fmla="*/ 609278 h 677939"/>
                  <a:gd name="connsiteX6" fmla="*/ 23307 w 438033"/>
                  <a:gd name="connsiteY6" fmla="*/ 671762 h 677939"/>
                  <a:gd name="connsiteX7" fmla="*/ 24068 w 438033"/>
                  <a:gd name="connsiteY7" fmla="*/ 672238 h 677939"/>
                  <a:gd name="connsiteX8" fmla="*/ 85124 w 438033"/>
                  <a:gd name="connsiteY8" fmla="*/ 655760 h 67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033" h="677939">
                    <a:moveTo>
                      <a:pt x="85219" y="655665"/>
                    </a:moveTo>
                    <a:lnTo>
                      <a:pt x="431643" y="73021"/>
                    </a:lnTo>
                    <a:cubicBezTo>
                      <a:pt x="443549" y="53018"/>
                      <a:pt x="438406" y="27205"/>
                      <a:pt x="419642" y="13394"/>
                    </a:cubicBezTo>
                    <a:lnTo>
                      <a:pt x="413546" y="8917"/>
                    </a:lnTo>
                    <a:cubicBezTo>
                      <a:pt x="391829" y="-7180"/>
                      <a:pt x="360873" y="-798"/>
                      <a:pt x="347347" y="22538"/>
                    </a:cubicBezTo>
                    <a:lnTo>
                      <a:pt x="6162" y="609278"/>
                    </a:lnTo>
                    <a:cubicBezTo>
                      <a:pt x="-6602" y="631281"/>
                      <a:pt x="1113" y="659380"/>
                      <a:pt x="23307" y="671762"/>
                    </a:cubicBezTo>
                    <a:lnTo>
                      <a:pt x="24068" y="672238"/>
                    </a:lnTo>
                    <a:cubicBezTo>
                      <a:pt x="45500" y="684145"/>
                      <a:pt x="72551" y="676810"/>
                      <a:pt x="85124" y="655760"/>
                    </a:cubicBezTo>
                    <a:close/>
                  </a:path>
                </a:pathLst>
              </a:custGeom>
              <a:solidFill>
                <a:srgbClr val="66737C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43515C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</p:grp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761DB4AC-927E-3F71-AFBC-6ECD47B6E909}"/>
                </a:ext>
              </a:extLst>
            </p:cNvPr>
            <p:cNvCxnSpPr/>
            <p:nvPr/>
          </p:nvCxnSpPr>
          <p:spPr bwMode="auto">
            <a:xfrm>
              <a:off x="303668" y="3973191"/>
              <a:ext cx="2430224" cy="0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062" name="Graphic 1061">
              <a:extLst>
                <a:ext uri="{FF2B5EF4-FFF2-40B4-BE49-F238E27FC236}">
                  <a16:creationId xmlns:a16="http://schemas.microsoft.com/office/drawing/2014/main" id="{2FC97EF2-01C6-99D7-F7F4-AC855DBD9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74717">
              <a:off x="2455068" y="3338051"/>
              <a:ext cx="200478" cy="51078"/>
            </a:xfrm>
            <a:prstGeom prst="rect">
              <a:avLst/>
            </a:prstGeom>
          </p:spPr>
        </p:pic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7B038807-F6A5-13A2-DDFC-4902C1B8D675}"/>
              </a:ext>
            </a:extLst>
          </p:cNvPr>
          <p:cNvGrpSpPr/>
          <p:nvPr/>
        </p:nvGrpSpPr>
        <p:grpSpPr>
          <a:xfrm>
            <a:off x="3628250" y="1627320"/>
            <a:ext cx="2440902" cy="1586350"/>
            <a:chOff x="3665749" y="2030144"/>
            <a:chExt cx="2440902" cy="1586350"/>
          </a:xfrm>
        </p:grpSpPr>
        <p:grpSp>
          <p:nvGrpSpPr>
            <p:cNvPr id="1166" name="Group 104">
              <a:extLst>
                <a:ext uri="{FF2B5EF4-FFF2-40B4-BE49-F238E27FC236}">
                  <a16:creationId xmlns:a16="http://schemas.microsoft.com/office/drawing/2014/main" id="{E3E652FC-E869-8F70-D738-7A47DA412A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91031" y="2030144"/>
              <a:ext cx="1325564" cy="1409703"/>
              <a:chOff x="201" y="1544"/>
              <a:chExt cx="835" cy="888"/>
            </a:xfrm>
          </p:grpSpPr>
          <p:sp>
            <p:nvSpPr>
              <p:cNvPr id="1259" name="Freeform 105">
                <a:extLst>
                  <a:ext uri="{FF2B5EF4-FFF2-40B4-BE49-F238E27FC236}">
                    <a16:creationId xmlns:a16="http://schemas.microsoft.com/office/drawing/2014/main" id="{82640557-61ED-D57F-6F59-E3B3B7EFA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2271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0" name="Freeform 106">
                <a:extLst>
                  <a:ext uri="{FF2B5EF4-FFF2-40B4-BE49-F238E27FC236}">
                    <a16:creationId xmlns:a16="http://schemas.microsoft.com/office/drawing/2014/main" id="{0939B75D-D187-5A4A-9C1E-263D9DB085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" y="2150"/>
                <a:ext cx="71" cy="161"/>
              </a:xfrm>
              <a:custGeom>
                <a:avLst/>
                <a:gdLst>
                  <a:gd name="T0" fmla="*/ 71 w 71"/>
                  <a:gd name="T1" fmla="*/ 161 h 161"/>
                  <a:gd name="T2" fmla="*/ 0 w 71"/>
                  <a:gd name="T3" fmla="*/ 121 h 161"/>
                  <a:gd name="T4" fmla="*/ 0 w 71"/>
                  <a:gd name="T5" fmla="*/ 41 h 161"/>
                  <a:gd name="T6" fmla="*/ 71 w 71"/>
                  <a:gd name="T7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61">
                    <a:moveTo>
                      <a:pt x="71" y="161"/>
                    </a:moveTo>
                    <a:lnTo>
                      <a:pt x="0" y="121"/>
                    </a:lnTo>
                    <a:lnTo>
                      <a:pt x="0" y="41"/>
                    </a:lnTo>
                    <a:lnTo>
                      <a:pt x="71" y="0"/>
                    </a:lnTo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1" name="Freeform 107">
                <a:extLst>
                  <a:ext uri="{FF2B5EF4-FFF2-40B4-BE49-F238E27FC236}">
                    <a16:creationId xmlns:a16="http://schemas.microsoft.com/office/drawing/2014/main" id="{D4699716-B51A-B886-0C1C-60F2DFFB1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2029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2" name="Freeform 108">
                <a:extLst>
                  <a:ext uri="{FF2B5EF4-FFF2-40B4-BE49-F238E27FC236}">
                    <a16:creationId xmlns:a16="http://schemas.microsoft.com/office/drawing/2014/main" id="{B269B13B-63A5-4FB6-23FD-17A963BDE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" y="1907"/>
                <a:ext cx="141" cy="161"/>
              </a:xfrm>
              <a:custGeom>
                <a:avLst/>
                <a:gdLst>
                  <a:gd name="T0" fmla="*/ 141 w 141"/>
                  <a:gd name="T1" fmla="*/ 122 h 161"/>
                  <a:gd name="T2" fmla="*/ 71 w 141"/>
                  <a:gd name="T3" fmla="*/ 161 h 161"/>
                  <a:gd name="T4" fmla="*/ 0 w 141"/>
                  <a:gd name="T5" fmla="*/ 122 h 161"/>
                  <a:gd name="T6" fmla="*/ 0 w 141"/>
                  <a:gd name="T7" fmla="*/ 42 h 161"/>
                  <a:gd name="T8" fmla="*/ 71 w 141"/>
                  <a:gd name="T9" fmla="*/ 0 h 161"/>
                  <a:gd name="T10" fmla="*/ 141 w 141"/>
                  <a:gd name="T11" fmla="*/ 42 h 161"/>
                  <a:gd name="T12" fmla="*/ 141 w 141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161">
                    <a:moveTo>
                      <a:pt x="141" y="122"/>
                    </a:moveTo>
                    <a:lnTo>
                      <a:pt x="71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1" y="0"/>
                    </a:lnTo>
                    <a:lnTo>
                      <a:pt x="141" y="42"/>
                    </a:lnTo>
                    <a:lnTo>
                      <a:pt x="141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3" name="Freeform 109">
                <a:extLst>
                  <a:ext uri="{FF2B5EF4-FFF2-40B4-BE49-F238E27FC236}">
                    <a16:creationId xmlns:a16="http://schemas.microsoft.com/office/drawing/2014/main" id="{751CC525-FD6E-70E2-95FF-45608C0EB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" y="1907"/>
                <a:ext cx="138" cy="161"/>
              </a:xfrm>
              <a:custGeom>
                <a:avLst/>
                <a:gdLst>
                  <a:gd name="T0" fmla="*/ 138 w 138"/>
                  <a:gd name="T1" fmla="*/ 122 h 161"/>
                  <a:gd name="T2" fmla="*/ 70 w 138"/>
                  <a:gd name="T3" fmla="*/ 161 h 161"/>
                  <a:gd name="T4" fmla="*/ 0 w 138"/>
                  <a:gd name="T5" fmla="*/ 122 h 161"/>
                  <a:gd name="T6" fmla="*/ 0 w 138"/>
                  <a:gd name="T7" fmla="*/ 42 h 161"/>
                  <a:gd name="T8" fmla="*/ 70 w 138"/>
                  <a:gd name="T9" fmla="*/ 0 h 161"/>
                  <a:gd name="T10" fmla="*/ 138 w 138"/>
                  <a:gd name="T11" fmla="*/ 42 h 161"/>
                  <a:gd name="T12" fmla="*/ 138 w 138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161">
                    <a:moveTo>
                      <a:pt x="138" y="122"/>
                    </a:moveTo>
                    <a:lnTo>
                      <a:pt x="70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0" y="0"/>
                    </a:lnTo>
                    <a:lnTo>
                      <a:pt x="138" y="42"/>
                    </a:lnTo>
                    <a:lnTo>
                      <a:pt x="138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4" name="Freeform 110">
                <a:extLst>
                  <a:ext uri="{FF2B5EF4-FFF2-40B4-BE49-F238E27FC236}">
                    <a16:creationId xmlns:a16="http://schemas.microsoft.com/office/drawing/2014/main" id="{90358259-EF65-C8DC-B887-4227A4F337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" y="2029"/>
                <a:ext cx="139" cy="161"/>
              </a:xfrm>
              <a:custGeom>
                <a:avLst/>
                <a:gdLst>
                  <a:gd name="T0" fmla="*/ 139 w 139"/>
                  <a:gd name="T1" fmla="*/ 121 h 161"/>
                  <a:gd name="T2" fmla="*/ 68 w 139"/>
                  <a:gd name="T3" fmla="*/ 161 h 161"/>
                  <a:gd name="T4" fmla="*/ 0 w 139"/>
                  <a:gd name="T5" fmla="*/ 121 h 161"/>
                  <a:gd name="T6" fmla="*/ 0 w 139"/>
                  <a:gd name="T7" fmla="*/ 41 h 161"/>
                  <a:gd name="T8" fmla="*/ 68 w 139"/>
                  <a:gd name="T9" fmla="*/ 0 h 161"/>
                  <a:gd name="T10" fmla="*/ 139 w 139"/>
                  <a:gd name="T11" fmla="*/ 41 h 161"/>
                  <a:gd name="T12" fmla="*/ 139 w 139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1"/>
                    </a:moveTo>
                    <a:lnTo>
                      <a:pt x="68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68" y="0"/>
                    </a:lnTo>
                    <a:lnTo>
                      <a:pt x="139" y="41"/>
                    </a:lnTo>
                    <a:lnTo>
                      <a:pt x="139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5" name="Line 111">
                <a:extLst>
                  <a:ext uri="{FF2B5EF4-FFF2-40B4-BE49-F238E27FC236}">
                    <a16:creationId xmlns:a16="http://schemas.microsoft.com/office/drawing/2014/main" id="{BF666B9B-03A6-580C-FE11-D16139611E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" y="2029"/>
                <a:ext cx="70" cy="39"/>
              </a:xfrm>
              <a:prstGeom prst="line">
                <a:avLst/>
              </a:pr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6" name="Freeform 112">
                <a:extLst>
                  <a:ext uri="{FF2B5EF4-FFF2-40B4-BE49-F238E27FC236}">
                    <a16:creationId xmlns:a16="http://schemas.microsoft.com/office/drawing/2014/main" id="{74D45D41-AE69-1225-6066-5314826BAD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" y="1907"/>
                <a:ext cx="139" cy="161"/>
              </a:xfrm>
              <a:custGeom>
                <a:avLst/>
                <a:gdLst>
                  <a:gd name="T0" fmla="*/ 139 w 139"/>
                  <a:gd name="T1" fmla="*/ 122 h 161"/>
                  <a:gd name="T2" fmla="*/ 70 w 139"/>
                  <a:gd name="T3" fmla="*/ 161 h 161"/>
                  <a:gd name="T4" fmla="*/ 0 w 139"/>
                  <a:gd name="T5" fmla="*/ 122 h 161"/>
                  <a:gd name="T6" fmla="*/ 0 w 139"/>
                  <a:gd name="T7" fmla="*/ 42 h 161"/>
                  <a:gd name="T8" fmla="*/ 70 w 139"/>
                  <a:gd name="T9" fmla="*/ 0 h 161"/>
                  <a:gd name="T10" fmla="*/ 139 w 139"/>
                  <a:gd name="T11" fmla="*/ 42 h 161"/>
                  <a:gd name="T12" fmla="*/ 139 w 139"/>
                  <a:gd name="T13" fmla="*/ 12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61">
                    <a:moveTo>
                      <a:pt x="139" y="122"/>
                    </a:moveTo>
                    <a:lnTo>
                      <a:pt x="70" y="161"/>
                    </a:lnTo>
                    <a:lnTo>
                      <a:pt x="0" y="122"/>
                    </a:lnTo>
                    <a:lnTo>
                      <a:pt x="0" y="42"/>
                    </a:lnTo>
                    <a:lnTo>
                      <a:pt x="70" y="0"/>
                    </a:lnTo>
                    <a:lnTo>
                      <a:pt x="139" y="42"/>
                    </a:lnTo>
                    <a:lnTo>
                      <a:pt x="139" y="122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7" name="Freeform 113">
                <a:extLst>
                  <a:ext uri="{FF2B5EF4-FFF2-40B4-BE49-F238E27FC236}">
                    <a16:creationId xmlns:a16="http://schemas.microsoft.com/office/drawing/2014/main" id="{DB561944-FCD5-D3E8-B5B4-8867FC9C9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" y="2029"/>
                <a:ext cx="138" cy="161"/>
              </a:xfrm>
              <a:custGeom>
                <a:avLst/>
                <a:gdLst>
                  <a:gd name="T0" fmla="*/ 138 w 138"/>
                  <a:gd name="T1" fmla="*/ 121 h 161"/>
                  <a:gd name="T2" fmla="*/ 70 w 138"/>
                  <a:gd name="T3" fmla="*/ 161 h 161"/>
                  <a:gd name="T4" fmla="*/ 0 w 138"/>
                  <a:gd name="T5" fmla="*/ 121 h 161"/>
                  <a:gd name="T6" fmla="*/ 0 w 138"/>
                  <a:gd name="T7" fmla="*/ 41 h 161"/>
                  <a:gd name="T8" fmla="*/ 70 w 138"/>
                  <a:gd name="T9" fmla="*/ 0 h 161"/>
                  <a:gd name="T10" fmla="*/ 138 w 138"/>
                  <a:gd name="T11" fmla="*/ 41 h 161"/>
                  <a:gd name="T12" fmla="*/ 138 w 138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161">
                    <a:moveTo>
                      <a:pt x="138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1"/>
                    </a:lnTo>
                    <a:lnTo>
                      <a:pt x="70" y="0"/>
                    </a:lnTo>
                    <a:lnTo>
                      <a:pt x="138" y="41"/>
                    </a:lnTo>
                    <a:lnTo>
                      <a:pt x="138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8" name="Freeform 114">
                <a:extLst>
                  <a:ext uri="{FF2B5EF4-FFF2-40B4-BE49-F238E27FC236}">
                    <a16:creationId xmlns:a16="http://schemas.microsoft.com/office/drawing/2014/main" id="{5CAB361C-5F0C-91E0-2663-E3E2AAF46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" y="1786"/>
                <a:ext cx="140" cy="161"/>
              </a:xfrm>
              <a:custGeom>
                <a:avLst/>
                <a:gdLst>
                  <a:gd name="T0" fmla="*/ 70 w 140"/>
                  <a:gd name="T1" fmla="*/ 0 h 161"/>
                  <a:gd name="T2" fmla="*/ 140 w 140"/>
                  <a:gd name="T3" fmla="*/ 40 h 161"/>
                  <a:gd name="T4" fmla="*/ 140 w 140"/>
                  <a:gd name="T5" fmla="*/ 121 h 161"/>
                  <a:gd name="T6" fmla="*/ 70 w 140"/>
                  <a:gd name="T7" fmla="*/ 161 h 161"/>
                  <a:gd name="T8" fmla="*/ 0 w 140"/>
                  <a:gd name="T9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161">
                    <a:moveTo>
                      <a:pt x="70" y="0"/>
                    </a:moveTo>
                    <a:lnTo>
                      <a:pt x="140" y="40"/>
                    </a:lnTo>
                    <a:lnTo>
                      <a:pt x="140" y="121"/>
                    </a:lnTo>
                    <a:lnTo>
                      <a:pt x="70" y="161"/>
                    </a:lnTo>
                    <a:lnTo>
                      <a:pt x="0" y="121"/>
                    </a:lnTo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9" name="Freeform 115">
                <a:extLst>
                  <a:ext uri="{FF2B5EF4-FFF2-40B4-BE49-F238E27FC236}">
                    <a16:creationId xmlns:a16="http://schemas.microsoft.com/office/drawing/2014/main" id="{07BFB7A3-3383-A34E-AD68-E43183150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" y="1665"/>
                <a:ext cx="141" cy="161"/>
              </a:xfrm>
              <a:custGeom>
                <a:avLst/>
                <a:gdLst>
                  <a:gd name="T0" fmla="*/ 141 w 141"/>
                  <a:gd name="T1" fmla="*/ 121 h 161"/>
                  <a:gd name="T2" fmla="*/ 71 w 141"/>
                  <a:gd name="T3" fmla="*/ 161 h 161"/>
                  <a:gd name="T4" fmla="*/ 0 w 141"/>
                  <a:gd name="T5" fmla="*/ 121 h 161"/>
                  <a:gd name="T6" fmla="*/ 0 w 141"/>
                  <a:gd name="T7" fmla="*/ 40 h 161"/>
                  <a:gd name="T8" fmla="*/ 71 w 141"/>
                  <a:gd name="T9" fmla="*/ 0 h 161"/>
                  <a:gd name="T10" fmla="*/ 141 w 141"/>
                  <a:gd name="T11" fmla="*/ 40 h 161"/>
                  <a:gd name="T12" fmla="*/ 141 w 141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161">
                    <a:moveTo>
                      <a:pt x="141" y="121"/>
                    </a:moveTo>
                    <a:lnTo>
                      <a:pt x="71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1" y="0"/>
                    </a:lnTo>
                    <a:lnTo>
                      <a:pt x="141" y="40"/>
                    </a:lnTo>
                    <a:lnTo>
                      <a:pt x="141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0" name="Freeform 116">
                <a:extLst>
                  <a:ext uri="{FF2B5EF4-FFF2-40B4-BE49-F238E27FC236}">
                    <a16:creationId xmlns:a16="http://schemas.microsoft.com/office/drawing/2014/main" id="{B83285A2-85C8-EA1A-6FE1-DEFA1E43E1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" y="1786"/>
                <a:ext cx="140" cy="161"/>
              </a:xfrm>
              <a:custGeom>
                <a:avLst/>
                <a:gdLst>
                  <a:gd name="T0" fmla="*/ 0 w 140"/>
                  <a:gd name="T1" fmla="*/ 40 h 161"/>
                  <a:gd name="T2" fmla="*/ 70 w 140"/>
                  <a:gd name="T3" fmla="*/ 0 h 161"/>
                  <a:gd name="T4" fmla="*/ 140 w 140"/>
                  <a:gd name="T5" fmla="*/ 40 h 161"/>
                  <a:gd name="T6" fmla="*/ 140 w 140"/>
                  <a:gd name="T7" fmla="*/ 121 h 161"/>
                  <a:gd name="T8" fmla="*/ 70 w 140"/>
                  <a:gd name="T9" fmla="*/ 16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161">
                    <a:moveTo>
                      <a:pt x="0" y="40"/>
                    </a:move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lnTo>
                      <a:pt x="70" y="161"/>
                    </a:lnTo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1" name="Freeform 117">
                <a:extLst>
                  <a:ext uri="{FF2B5EF4-FFF2-40B4-BE49-F238E27FC236}">
                    <a16:creationId xmlns:a16="http://schemas.microsoft.com/office/drawing/2014/main" id="{FD92D99B-3F04-EB7D-CA33-66BD101C2F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" y="1544"/>
                <a:ext cx="140" cy="161"/>
              </a:xfrm>
              <a:custGeom>
                <a:avLst/>
                <a:gdLst>
                  <a:gd name="T0" fmla="*/ 140 w 140"/>
                  <a:gd name="T1" fmla="*/ 121 h 161"/>
                  <a:gd name="T2" fmla="*/ 70 w 140"/>
                  <a:gd name="T3" fmla="*/ 161 h 161"/>
                  <a:gd name="T4" fmla="*/ 0 w 140"/>
                  <a:gd name="T5" fmla="*/ 121 h 161"/>
                  <a:gd name="T6" fmla="*/ 0 w 140"/>
                  <a:gd name="T7" fmla="*/ 40 h 161"/>
                  <a:gd name="T8" fmla="*/ 70 w 140"/>
                  <a:gd name="T9" fmla="*/ 0 h 161"/>
                  <a:gd name="T10" fmla="*/ 140 w 140"/>
                  <a:gd name="T11" fmla="*/ 40 h 161"/>
                  <a:gd name="T12" fmla="*/ 140 w 140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161">
                    <a:moveTo>
                      <a:pt x="140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2" name="Freeform 118">
                <a:extLst>
                  <a:ext uri="{FF2B5EF4-FFF2-40B4-BE49-F238E27FC236}">
                    <a16:creationId xmlns:a16="http://schemas.microsoft.com/office/drawing/2014/main" id="{7A883161-5757-1080-8EA0-8EA984A01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1665"/>
                <a:ext cx="140" cy="161"/>
              </a:xfrm>
              <a:custGeom>
                <a:avLst/>
                <a:gdLst>
                  <a:gd name="T0" fmla="*/ 140 w 140"/>
                  <a:gd name="T1" fmla="*/ 121 h 161"/>
                  <a:gd name="T2" fmla="*/ 70 w 140"/>
                  <a:gd name="T3" fmla="*/ 161 h 161"/>
                  <a:gd name="T4" fmla="*/ 0 w 140"/>
                  <a:gd name="T5" fmla="*/ 121 h 161"/>
                  <a:gd name="T6" fmla="*/ 0 w 140"/>
                  <a:gd name="T7" fmla="*/ 40 h 161"/>
                  <a:gd name="T8" fmla="*/ 70 w 140"/>
                  <a:gd name="T9" fmla="*/ 0 h 161"/>
                  <a:gd name="T10" fmla="*/ 140 w 140"/>
                  <a:gd name="T11" fmla="*/ 40 h 161"/>
                  <a:gd name="T12" fmla="*/ 140 w 140"/>
                  <a:gd name="T1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161">
                    <a:moveTo>
                      <a:pt x="140" y="121"/>
                    </a:moveTo>
                    <a:lnTo>
                      <a:pt x="70" y="161"/>
                    </a:lnTo>
                    <a:lnTo>
                      <a:pt x="0" y="121"/>
                    </a:lnTo>
                    <a:lnTo>
                      <a:pt x="0" y="40"/>
                    </a:lnTo>
                    <a:lnTo>
                      <a:pt x="70" y="0"/>
                    </a:lnTo>
                    <a:lnTo>
                      <a:pt x="140" y="40"/>
                    </a:lnTo>
                    <a:lnTo>
                      <a:pt x="140" y="121"/>
                    </a:lnTo>
                    <a:close/>
                  </a:path>
                </a:pathLst>
              </a:cu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3" name="Line 119">
                <a:extLst>
                  <a:ext uri="{FF2B5EF4-FFF2-40B4-BE49-F238E27FC236}">
                    <a16:creationId xmlns:a16="http://schemas.microsoft.com/office/drawing/2014/main" id="{6ED16B93-1D8F-662F-D8AA-A01FA563F3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8" y="2029"/>
                <a:ext cx="70" cy="41"/>
              </a:xfrm>
              <a:prstGeom prst="line">
                <a:avLst/>
              </a:pr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4" name="Line 120">
                <a:extLst>
                  <a:ext uri="{FF2B5EF4-FFF2-40B4-BE49-F238E27FC236}">
                    <a16:creationId xmlns:a16="http://schemas.microsoft.com/office/drawing/2014/main" id="{B1F89AFE-EA30-0E0B-0C3D-64BB0D2A3C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9" y="1786"/>
                <a:ext cx="69" cy="40"/>
              </a:xfrm>
              <a:prstGeom prst="line">
                <a:avLst/>
              </a:prstGeom>
              <a:noFill/>
              <a:ln w="6350" cap="flat">
                <a:solidFill>
                  <a:srgbClr val="DFE3E6">
                    <a:alpha val="5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67" name="Group 1166">
              <a:extLst>
                <a:ext uri="{FF2B5EF4-FFF2-40B4-BE49-F238E27FC236}">
                  <a16:creationId xmlns:a16="http://schemas.microsoft.com/office/drawing/2014/main" id="{3AF40875-5AA9-5E59-4EE1-E60AE73653B8}"/>
                </a:ext>
              </a:extLst>
            </p:cNvPr>
            <p:cNvGrpSpPr/>
            <p:nvPr/>
          </p:nvGrpSpPr>
          <p:grpSpPr>
            <a:xfrm>
              <a:off x="5191838" y="2707216"/>
              <a:ext cx="641752" cy="892657"/>
              <a:chOff x="5060577" y="2702880"/>
              <a:chExt cx="641752" cy="892657"/>
            </a:xfrm>
          </p:grpSpPr>
          <p:grpSp>
            <p:nvGrpSpPr>
              <p:cNvPr id="1241" name="Group 1240">
                <a:extLst>
                  <a:ext uri="{FF2B5EF4-FFF2-40B4-BE49-F238E27FC236}">
                    <a16:creationId xmlns:a16="http://schemas.microsoft.com/office/drawing/2014/main" id="{E0AEEDE4-2E6B-2FEA-C82D-A6902E08B9B9}"/>
                  </a:ext>
                </a:extLst>
              </p:cNvPr>
              <p:cNvGrpSpPr/>
              <p:nvPr/>
            </p:nvGrpSpPr>
            <p:grpSpPr>
              <a:xfrm>
                <a:off x="5284186" y="2702880"/>
                <a:ext cx="194547" cy="841089"/>
                <a:chOff x="1352729" y="2891578"/>
                <a:chExt cx="231042" cy="998855"/>
              </a:xfrm>
            </p:grpSpPr>
            <p:sp>
              <p:nvSpPr>
                <p:cNvPr id="1244" name="Rectangle 31">
                  <a:extLst>
                    <a:ext uri="{FF2B5EF4-FFF2-40B4-BE49-F238E27FC236}">
                      <a16:creationId xmlns:a16="http://schemas.microsoft.com/office/drawing/2014/main" id="{2A9CA1E3-2C21-42FF-B924-93DC58E9CF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9814" y="2891578"/>
                  <a:ext cx="176462" cy="27085"/>
                </a:xfrm>
                <a:prstGeom prst="roundRect">
                  <a:avLst>
                    <a:gd name="adj" fmla="val 234447"/>
                  </a:avLst>
                </a:prstGeom>
                <a:gradFill>
                  <a:gsLst>
                    <a:gs pos="100000">
                      <a:srgbClr val="F34B4B"/>
                    </a:gs>
                    <a:gs pos="0">
                      <a:srgbClr val="F46262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pic>
              <p:nvPicPr>
                <p:cNvPr id="1245" name="Picture 32">
                  <a:extLst>
                    <a:ext uri="{FF2B5EF4-FFF2-40B4-BE49-F238E27FC236}">
                      <a16:creationId xmlns:a16="http://schemas.microsoft.com/office/drawing/2014/main" id="{F74C3BCA-0A23-341D-EE2C-C2410BC73A8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04437" y="3137393"/>
                  <a:ext cx="17646" cy="17236"/>
                </a:xfrm>
                <a:prstGeom prst="rect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</p:pic>
            <p:sp>
              <p:nvSpPr>
                <p:cNvPr id="1246" name="Freeform 33">
                  <a:extLst>
                    <a:ext uri="{FF2B5EF4-FFF2-40B4-BE49-F238E27FC236}">
                      <a16:creationId xmlns:a16="http://schemas.microsoft.com/office/drawing/2014/main" id="{CED41584-AF4C-6380-FB31-5CEBF0771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52729" y="2905120"/>
                  <a:ext cx="231042" cy="985313"/>
                </a:xfrm>
                <a:custGeom>
                  <a:avLst/>
                  <a:gdLst>
                    <a:gd name="T0" fmla="*/ 237 w 237"/>
                    <a:gd name="T1" fmla="*/ 0 h 1010"/>
                    <a:gd name="T2" fmla="*/ 0 w 237"/>
                    <a:gd name="T3" fmla="*/ 0 h 1010"/>
                    <a:gd name="T4" fmla="*/ 0 w 237"/>
                    <a:gd name="T5" fmla="*/ 27 h 1010"/>
                    <a:gd name="T6" fmla="*/ 16 w 237"/>
                    <a:gd name="T7" fmla="*/ 27 h 1010"/>
                    <a:gd name="T8" fmla="*/ 16 w 237"/>
                    <a:gd name="T9" fmla="*/ 908 h 1010"/>
                    <a:gd name="T10" fmla="*/ 119 w 237"/>
                    <a:gd name="T11" fmla="*/ 1010 h 1010"/>
                    <a:gd name="T12" fmla="*/ 221 w 237"/>
                    <a:gd name="T13" fmla="*/ 908 h 1010"/>
                    <a:gd name="T14" fmla="*/ 221 w 237"/>
                    <a:gd name="T15" fmla="*/ 27 h 1010"/>
                    <a:gd name="T16" fmla="*/ 237 w 237"/>
                    <a:gd name="T17" fmla="*/ 27 h 1010"/>
                    <a:gd name="T18" fmla="*/ 237 w 237"/>
                    <a:gd name="T19" fmla="*/ 0 h 10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7" h="1010">
                      <a:moveTo>
                        <a:pt x="23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16" y="27"/>
                        <a:pt x="16" y="27"/>
                        <a:pt x="16" y="27"/>
                      </a:cubicBezTo>
                      <a:cubicBezTo>
                        <a:pt x="16" y="908"/>
                        <a:pt x="16" y="908"/>
                        <a:pt x="16" y="908"/>
                      </a:cubicBezTo>
                      <a:cubicBezTo>
                        <a:pt x="16" y="908"/>
                        <a:pt x="16" y="1010"/>
                        <a:pt x="119" y="1010"/>
                      </a:cubicBezTo>
                      <a:cubicBezTo>
                        <a:pt x="221" y="1010"/>
                        <a:pt x="221" y="908"/>
                        <a:pt x="221" y="908"/>
                      </a:cubicBezTo>
                      <a:cubicBezTo>
                        <a:pt x="221" y="27"/>
                        <a:pt x="221" y="27"/>
                        <a:pt x="221" y="27"/>
                      </a:cubicBezTo>
                      <a:cubicBezTo>
                        <a:pt x="237" y="27"/>
                        <a:pt x="237" y="27"/>
                        <a:pt x="237" y="27"/>
                      </a:cubicBezTo>
                      <a:cubicBezTo>
                        <a:pt x="237" y="0"/>
                        <a:pt x="237" y="0"/>
                        <a:pt x="237" y="0"/>
                      </a:cubicBezTo>
                    </a:path>
                  </a:pathLst>
                </a:custGeom>
                <a:gradFill>
                  <a:gsLst>
                    <a:gs pos="2000">
                      <a:srgbClr val="AFDEF9">
                        <a:alpha val="25000"/>
                      </a:srgbClr>
                    </a:gs>
                    <a:gs pos="100000">
                      <a:srgbClr val="AFDEF9">
                        <a:alpha val="50000"/>
                      </a:srgbClr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7" name="Freeform 34">
                  <a:extLst>
                    <a:ext uri="{FF2B5EF4-FFF2-40B4-BE49-F238E27FC236}">
                      <a16:creationId xmlns:a16="http://schemas.microsoft.com/office/drawing/2014/main" id="{40058D42-A08F-7299-0766-E51C561D4C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85970" y="3250247"/>
                  <a:ext cx="165382" cy="615564"/>
                </a:xfrm>
                <a:custGeom>
                  <a:avLst/>
                  <a:gdLst>
                    <a:gd name="T0" fmla="*/ 0 w 170"/>
                    <a:gd name="T1" fmla="*/ 0 h 631"/>
                    <a:gd name="T2" fmla="*/ 0 w 170"/>
                    <a:gd name="T3" fmla="*/ 546 h 631"/>
                    <a:gd name="T4" fmla="*/ 85 w 170"/>
                    <a:gd name="T5" fmla="*/ 631 h 631"/>
                    <a:gd name="T6" fmla="*/ 170 w 170"/>
                    <a:gd name="T7" fmla="*/ 546 h 631"/>
                    <a:gd name="T8" fmla="*/ 170 w 170"/>
                    <a:gd name="T9" fmla="*/ 0 h 631"/>
                    <a:gd name="T10" fmla="*/ 0 w 170"/>
                    <a:gd name="T11" fmla="*/ 0 h 6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0" h="631">
                      <a:moveTo>
                        <a:pt x="0" y="0"/>
                      </a:moveTo>
                      <a:cubicBezTo>
                        <a:pt x="0" y="546"/>
                        <a:pt x="0" y="546"/>
                        <a:pt x="0" y="546"/>
                      </a:cubicBezTo>
                      <a:cubicBezTo>
                        <a:pt x="0" y="546"/>
                        <a:pt x="0" y="631"/>
                        <a:pt x="85" y="631"/>
                      </a:cubicBezTo>
                      <a:cubicBezTo>
                        <a:pt x="170" y="631"/>
                        <a:pt x="170" y="546"/>
                        <a:pt x="170" y="546"/>
                      </a:cubicBezTo>
                      <a:cubicBezTo>
                        <a:pt x="170" y="0"/>
                        <a:pt x="170" y="0"/>
                        <a:pt x="17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adFill>
                  <a:gsLst>
                    <a:gs pos="100000">
                      <a:srgbClr val="F46262"/>
                    </a:gs>
                    <a:gs pos="0">
                      <a:srgbClr val="F89696">
                        <a:alpha val="50000"/>
                      </a:srgbClr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8" name="Rectangle 36">
                  <a:extLst>
                    <a:ext uri="{FF2B5EF4-FFF2-40B4-BE49-F238E27FC236}">
                      <a16:creationId xmlns:a16="http://schemas.microsoft.com/office/drawing/2014/main" id="{DD6655EF-25ED-5D64-C390-CEF680316A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9361" y="2952724"/>
                  <a:ext cx="28316" cy="2975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9" name="Rectangle 38">
                  <a:extLst>
                    <a:ext uri="{FF2B5EF4-FFF2-40B4-BE49-F238E27FC236}">
                      <a16:creationId xmlns:a16="http://schemas.microsoft.com/office/drawing/2014/main" id="{623ED054-814B-03C0-F7C7-59656E0F4E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9361" y="3250247"/>
                  <a:ext cx="28316" cy="5425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0" name="Oval 39">
                  <a:extLst>
                    <a:ext uri="{FF2B5EF4-FFF2-40B4-BE49-F238E27FC236}">
                      <a16:creationId xmlns:a16="http://schemas.microsoft.com/office/drawing/2014/main" id="{50924125-8804-5D7C-717B-EB654F7CFB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8002" y="3206337"/>
                  <a:ext cx="24212" cy="24623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1" name="Oval 40">
                  <a:extLst>
                    <a:ext uri="{FF2B5EF4-FFF2-40B4-BE49-F238E27FC236}">
                      <a16:creationId xmlns:a16="http://schemas.microsoft.com/office/drawing/2014/main" id="{ABDDA339-3E2E-7FE5-6070-5DAB0D3005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4611" y="3076658"/>
                  <a:ext cx="15594" cy="15594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2" name="Oval 41">
                  <a:extLst>
                    <a:ext uri="{FF2B5EF4-FFF2-40B4-BE49-F238E27FC236}">
                      <a16:creationId xmlns:a16="http://schemas.microsoft.com/office/drawing/2014/main" id="{2035BF71-B3AB-16EE-D6D3-71735FEDC4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4913" y="3170223"/>
                  <a:ext cx="27495" cy="27495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3" name="Oval 42">
                  <a:extLst>
                    <a:ext uri="{FF2B5EF4-FFF2-40B4-BE49-F238E27FC236}">
                      <a16:creationId xmlns:a16="http://schemas.microsoft.com/office/drawing/2014/main" id="{DC527097-B2A4-3D28-5EF7-78E8D11ACF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8649" y="3093483"/>
                  <a:ext cx="14774" cy="14363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4" name="Oval 43">
                  <a:extLst>
                    <a:ext uri="{FF2B5EF4-FFF2-40B4-BE49-F238E27FC236}">
                      <a16:creationId xmlns:a16="http://schemas.microsoft.com/office/drawing/2014/main" id="{CF935F2C-7335-6980-098B-FE01394C17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1564" y="3201412"/>
                  <a:ext cx="24212" cy="24623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5" name="Oval 44">
                  <a:extLst>
                    <a:ext uri="{FF2B5EF4-FFF2-40B4-BE49-F238E27FC236}">
                      <a16:creationId xmlns:a16="http://schemas.microsoft.com/office/drawing/2014/main" id="{7EBD611F-B574-6360-602D-2BD3CC5565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8002" y="3152988"/>
                  <a:ext cx="10670" cy="9439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6" name="Oval 45">
                  <a:extLst>
                    <a:ext uri="{FF2B5EF4-FFF2-40B4-BE49-F238E27FC236}">
                      <a16:creationId xmlns:a16="http://schemas.microsoft.com/office/drawing/2014/main" id="{E8267994-FF6C-409C-BC1B-A353447083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7851" y="3102101"/>
                  <a:ext cx="22160" cy="22571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7" name="Oval 46">
                  <a:extLst>
                    <a:ext uri="{FF2B5EF4-FFF2-40B4-BE49-F238E27FC236}">
                      <a16:creationId xmlns:a16="http://schemas.microsoft.com/office/drawing/2014/main" id="{F94967A3-122E-7A03-E15F-762E0544DA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1889" y="3117695"/>
                  <a:ext cx="17646" cy="17646"/>
                </a:xfrm>
                <a:prstGeom prst="ellipse">
                  <a:avLst/>
                </a:prstGeom>
                <a:solidFill>
                  <a:srgbClr val="F4626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8" name="Rectangle 1257">
                  <a:extLst>
                    <a:ext uri="{FF2B5EF4-FFF2-40B4-BE49-F238E27FC236}">
                      <a16:creationId xmlns:a16="http://schemas.microsoft.com/office/drawing/2014/main" id="{0FE7FF80-8E02-2F62-2ECA-B88723B9560E}"/>
                    </a:ext>
                  </a:extLst>
                </p:cNvPr>
                <p:cNvSpPr/>
                <p:nvPr/>
              </p:nvSpPr>
              <p:spPr bwMode="auto">
                <a:xfrm>
                  <a:off x="1401564" y="2952724"/>
                  <a:ext cx="45719" cy="840040"/>
                </a:xfrm>
                <a:prstGeom prst="rect">
                  <a:avLst/>
                </a:pr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42" name="Freeform 56">
                <a:extLst>
                  <a:ext uri="{FF2B5EF4-FFF2-40B4-BE49-F238E27FC236}">
                    <a16:creationId xmlns:a16="http://schemas.microsoft.com/office/drawing/2014/main" id="{72518D8B-7E2B-054A-1598-A63FF403B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3428" y="2879374"/>
                <a:ext cx="476050" cy="716163"/>
              </a:xfrm>
              <a:custGeom>
                <a:avLst/>
                <a:gdLst>
                  <a:gd name="T0" fmla="*/ 574 w 574"/>
                  <a:gd name="T1" fmla="*/ 0 h 865"/>
                  <a:gd name="T2" fmla="*/ 574 w 574"/>
                  <a:gd name="T3" fmla="*/ 707 h 865"/>
                  <a:gd name="T4" fmla="*/ 416 w 574"/>
                  <a:gd name="T5" fmla="*/ 865 h 865"/>
                  <a:gd name="T6" fmla="*/ 158 w 574"/>
                  <a:gd name="T7" fmla="*/ 865 h 865"/>
                  <a:gd name="T8" fmla="*/ 0 w 574"/>
                  <a:gd name="T9" fmla="*/ 707 h 865"/>
                  <a:gd name="T10" fmla="*/ 0 w 574"/>
                  <a:gd name="T11" fmla="*/ 0 h 8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" h="865">
                    <a:moveTo>
                      <a:pt x="574" y="0"/>
                    </a:moveTo>
                    <a:cubicBezTo>
                      <a:pt x="574" y="707"/>
                      <a:pt x="574" y="707"/>
                      <a:pt x="574" y="707"/>
                    </a:cubicBezTo>
                    <a:cubicBezTo>
                      <a:pt x="574" y="794"/>
                      <a:pt x="503" y="865"/>
                      <a:pt x="416" y="865"/>
                    </a:cubicBezTo>
                    <a:cubicBezTo>
                      <a:pt x="158" y="865"/>
                      <a:pt x="158" y="865"/>
                      <a:pt x="158" y="865"/>
                    </a:cubicBezTo>
                    <a:cubicBezTo>
                      <a:pt x="71" y="865"/>
                      <a:pt x="0" y="794"/>
                      <a:pt x="0" y="70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38100" cap="rnd">
                <a:gradFill>
                  <a:gsLst>
                    <a:gs pos="0">
                      <a:srgbClr val="A2ABB0">
                        <a:alpha val="59000"/>
                      </a:srgbClr>
                    </a:gs>
                    <a:gs pos="78000">
                      <a:srgbClr val="66737C"/>
                    </a:gs>
                    <a:gs pos="100000">
                      <a:srgbClr val="43515C"/>
                    </a:gs>
                  </a:gsLst>
                  <a:lin ang="5400000" scaled="1"/>
                </a:gra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1243" name="Straight Connector 1242">
                <a:extLst>
                  <a:ext uri="{FF2B5EF4-FFF2-40B4-BE49-F238E27FC236}">
                    <a16:creationId xmlns:a16="http://schemas.microsoft.com/office/drawing/2014/main" id="{A746A067-C412-E390-88BD-6B04DD55B3F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60577" y="3025218"/>
                <a:ext cx="641752" cy="0"/>
              </a:xfrm>
              <a:prstGeom prst="line">
                <a:avLst/>
              </a:prstGeom>
              <a:noFill/>
              <a:ln w="38100" cap="rnd" cmpd="sng" algn="ctr">
                <a:gradFill>
                  <a:gsLst>
                    <a:gs pos="0">
                      <a:srgbClr val="A2ABB0"/>
                    </a:gs>
                    <a:gs pos="83000">
                      <a:srgbClr val="66737C"/>
                    </a:gs>
                    <a:gs pos="100000">
                      <a:srgbClr val="43515C"/>
                    </a:gs>
                  </a:gsLst>
                  <a:lin ang="0" scaled="0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1168" name="Straight Connector 1167">
              <a:extLst>
                <a:ext uri="{FF2B5EF4-FFF2-40B4-BE49-F238E27FC236}">
                  <a16:creationId xmlns:a16="http://schemas.microsoft.com/office/drawing/2014/main" id="{0B49691D-6DB1-DFCA-5238-973C7C33E6D2}"/>
                </a:ext>
              </a:extLst>
            </p:cNvPr>
            <p:cNvCxnSpPr/>
            <p:nvPr/>
          </p:nvCxnSpPr>
          <p:spPr bwMode="auto">
            <a:xfrm>
              <a:off x="3676427" y="3616494"/>
              <a:ext cx="2430224" cy="0"/>
            </a:xfrm>
            <a:prstGeom prst="line">
              <a:avLst/>
            </a:prstGeom>
            <a:noFill/>
            <a:ln w="1270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169" name="Group 1168">
              <a:extLst>
                <a:ext uri="{FF2B5EF4-FFF2-40B4-BE49-F238E27FC236}">
                  <a16:creationId xmlns:a16="http://schemas.microsoft.com/office/drawing/2014/main" id="{8F78C99F-2C4F-6D86-F456-23051851C301}"/>
                </a:ext>
              </a:extLst>
            </p:cNvPr>
            <p:cNvGrpSpPr/>
            <p:nvPr/>
          </p:nvGrpSpPr>
          <p:grpSpPr>
            <a:xfrm>
              <a:off x="3665749" y="2733271"/>
              <a:ext cx="1109561" cy="866601"/>
              <a:chOff x="1023651" y="3058492"/>
              <a:chExt cx="1139216" cy="889762"/>
            </a:xfrm>
          </p:grpSpPr>
          <p:grpSp>
            <p:nvGrpSpPr>
              <p:cNvPr id="1174" name="Group 1173">
                <a:extLst>
                  <a:ext uri="{FF2B5EF4-FFF2-40B4-BE49-F238E27FC236}">
                    <a16:creationId xmlns:a16="http://schemas.microsoft.com/office/drawing/2014/main" id="{D6E14FAC-6FA7-E422-424B-8A404A0D7E79}"/>
                  </a:ext>
                </a:extLst>
              </p:cNvPr>
              <p:cNvGrpSpPr/>
              <p:nvPr/>
            </p:nvGrpSpPr>
            <p:grpSpPr>
              <a:xfrm>
                <a:off x="1199568" y="3058492"/>
                <a:ext cx="823331" cy="841132"/>
                <a:chOff x="1199568" y="3058492"/>
                <a:chExt cx="823331" cy="841132"/>
              </a:xfrm>
            </p:grpSpPr>
            <p:grpSp>
              <p:nvGrpSpPr>
                <p:cNvPr id="1178" name="Group 1177">
                  <a:extLst>
                    <a:ext uri="{FF2B5EF4-FFF2-40B4-BE49-F238E27FC236}">
                      <a16:creationId xmlns:a16="http://schemas.microsoft.com/office/drawing/2014/main" id="{290C94FE-4BFD-A077-AE54-39FB82CAFA31}"/>
                    </a:ext>
                  </a:extLst>
                </p:cNvPr>
                <p:cNvGrpSpPr/>
                <p:nvPr/>
              </p:nvGrpSpPr>
              <p:grpSpPr>
                <a:xfrm>
                  <a:off x="1199568" y="3058535"/>
                  <a:ext cx="194547" cy="841089"/>
                  <a:chOff x="961336" y="2884578"/>
                  <a:chExt cx="231042" cy="998855"/>
                </a:xfrm>
              </p:grpSpPr>
              <p:sp>
                <p:nvSpPr>
                  <p:cNvPr id="1226" name="Rectangle 31">
                    <a:extLst>
                      <a:ext uri="{FF2B5EF4-FFF2-40B4-BE49-F238E27FC236}">
                        <a16:creationId xmlns:a16="http://schemas.microsoft.com/office/drawing/2014/main" id="{FFD03E6D-0A9A-A18D-ED57-7BCD258A51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8421" y="2884578"/>
                    <a:ext cx="176462" cy="27085"/>
                  </a:xfrm>
                  <a:prstGeom prst="roundRect">
                    <a:avLst>
                      <a:gd name="adj" fmla="val 234447"/>
                    </a:avLst>
                  </a:prstGeom>
                  <a:gradFill>
                    <a:gsLst>
                      <a:gs pos="100000">
                        <a:srgbClr val="459FED"/>
                      </a:gs>
                      <a:gs pos="0">
                        <a:srgbClr val="4FB7F6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pic>
                <p:nvPicPr>
                  <p:cNvPr id="1227" name="Picture 32">
                    <a:extLst>
                      <a:ext uri="{FF2B5EF4-FFF2-40B4-BE49-F238E27FC236}">
                        <a16:creationId xmlns:a16="http://schemas.microsoft.com/office/drawing/2014/main" id="{CD19C286-3403-09D7-9B20-3DB24097B35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13044" y="3130393"/>
                    <a:ext cx="17646" cy="17236"/>
                  </a:xfrm>
                  <a:prstGeom prst="rect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</p:pic>
              <p:sp>
                <p:nvSpPr>
                  <p:cNvPr id="1228" name="Freeform 33">
                    <a:extLst>
                      <a:ext uri="{FF2B5EF4-FFF2-40B4-BE49-F238E27FC236}">
                        <a16:creationId xmlns:a16="http://schemas.microsoft.com/office/drawing/2014/main" id="{D43583FF-84D9-FF4B-C95F-094030F677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61336" y="2898120"/>
                    <a:ext cx="231042" cy="985313"/>
                  </a:xfrm>
                  <a:custGeom>
                    <a:avLst/>
                    <a:gdLst>
                      <a:gd name="T0" fmla="*/ 237 w 237"/>
                      <a:gd name="T1" fmla="*/ 0 h 1010"/>
                      <a:gd name="T2" fmla="*/ 0 w 237"/>
                      <a:gd name="T3" fmla="*/ 0 h 1010"/>
                      <a:gd name="T4" fmla="*/ 0 w 237"/>
                      <a:gd name="T5" fmla="*/ 27 h 1010"/>
                      <a:gd name="T6" fmla="*/ 16 w 237"/>
                      <a:gd name="T7" fmla="*/ 27 h 1010"/>
                      <a:gd name="T8" fmla="*/ 16 w 237"/>
                      <a:gd name="T9" fmla="*/ 908 h 1010"/>
                      <a:gd name="T10" fmla="*/ 119 w 237"/>
                      <a:gd name="T11" fmla="*/ 1010 h 1010"/>
                      <a:gd name="T12" fmla="*/ 221 w 237"/>
                      <a:gd name="T13" fmla="*/ 908 h 1010"/>
                      <a:gd name="T14" fmla="*/ 221 w 237"/>
                      <a:gd name="T15" fmla="*/ 27 h 1010"/>
                      <a:gd name="T16" fmla="*/ 237 w 237"/>
                      <a:gd name="T17" fmla="*/ 27 h 1010"/>
                      <a:gd name="T18" fmla="*/ 237 w 237"/>
                      <a:gd name="T19" fmla="*/ 0 h 10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37" h="1010">
                        <a:moveTo>
                          <a:pt x="23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16" y="27"/>
                          <a:pt x="16" y="27"/>
                          <a:pt x="16" y="27"/>
                        </a:cubicBezTo>
                        <a:cubicBezTo>
                          <a:pt x="16" y="908"/>
                          <a:pt x="16" y="908"/>
                          <a:pt x="16" y="908"/>
                        </a:cubicBezTo>
                        <a:cubicBezTo>
                          <a:pt x="16" y="908"/>
                          <a:pt x="16" y="1010"/>
                          <a:pt x="119" y="1010"/>
                        </a:cubicBezTo>
                        <a:cubicBezTo>
                          <a:pt x="221" y="1010"/>
                          <a:pt x="221" y="908"/>
                          <a:pt x="221" y="908"/>
                        </a:cubicBezTo>
                        <a:cubicBezTo>
                          <a:pt x="221" y="27"/>
                          <a:pt x="221" y="27"/>
                          <a:pt x="221" y="27"/>
                        </a:cubicBezTo>
                        <a:cubicBezTo>
                          <a:pt x="237" y="27"/>
                          <a:pt x="237" y="27"/>
                          <a:pt x="237" y="27"/>
                        </a:cubicBezTo>
                        <a:cubicBezTo>
                          <a:pt x="237" y="0"/>
                          <a:pt x="237" y="0"/>
                          <a:pt x="237" y="0"/>
                        </a:cubicBezTo>
                      </a:path>
                    </a:pathLst>
                  </a:custGeom>
                  <a:gradFill>
                    <a:gsLst>
                      <a:gs pos="2000">
                        <a:srgbClr val="AFDEF9">
                          <a:alpha val="25000"/>
                        </a:srgbClr>
                      </a:gs>
                      <a:gs pos="100000">
                        <a:srgbClr val="AFDEF9">
                          <a:alpha val="50000"/>
                        </a:srgbClr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29" name="Freeform 34">
                    <a:extLst>
                      <a:ext uri="{FF2B5EF4-FFF2-40B4-BE49-F238E27FC236}">
                        <a16:creationId xmlns:a16="http://schemas.microsoft.com/office/drawing/2014/main" id="{8299B9A8-8D5A-CA03-476D-B58E93088F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4577" y="3243247"/>
                    <a:ext cx="165382" cy="615564"/>
                  </a:xfrm>
                  <a:custGeom>
                    <a:avLst/>
                    <a:gdLst>
                      <a:gd name="T0" fmla="*/ 0 w 170"/>
                      <a:gd name="T1" fmla="*/ 0 h 631"/>
                      <a:gd name="T2" fmla="*/ 0 w 170"/>
                      <a:gd name="T3" fmla="*/ 546 h 631"/>
                      <a:gd name="T4" fmla="*/ 85 w 170"/>
                      <a:gd name="T5" fmla="*/ 631 h 631"/>
                      <a:gd name="T6" fmla="*/ 170 w 170"/>
                      <a:gd name="T7" fmla="*/ 546 h 631"/>
                      <a:gd name="T8" fmla="*/ 170 w 170"/>
                      <a:gd name="T9" fmla="*/ 0 h 631"/>
                      <a:gd name="T10" fmla="*/ 0 w 170"/>
                      <a:gd name="T11" fmla="*/ 0 h 6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0" h="631">
                        <a:moveTo>
                          <a:pt x="0" y="0"/>
                        </a:moveTo>
                        <a:cubicBezTo>
                          <a:pt x="0" y="546"/>
                          <a:pt x="0" y="546"/>
                          <a:pt x="0" y="546"/>
                        </a:cubicBezTo>
                        <a:cubicBezTo>
                          <a:pt x="0" y="546"/>
                          <a:pt x="0" y="631"/>
                          <a:pt x="85" y="631"/>
                        </a:cubicBezTo>
                        <a:cubicBezTo>
                          <a:pt x="170" y="631"/>
                          <a:pt x="170" y="546"/>
                          <a:pt x="170" y="546"/>
                        </a:cubicBezTo>
                        <a:cubicBezTo>
                          <a:pt x="170" y="0"/>
                          <a:pt x="170" y="0"/>
                          <a:pt x="17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gradFill>
                    <a:gsLst>
                      <a:gs pos="100000">
                        <a:srgbClr val="459FED"/>
                      </a:gs>
                      <a:gs pos="0">
                        <a:srgbClr val="B2E0F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30" name="Rectangle 36">
                    <a:extLst>
                      <a:ext uri="{FF2B5EF4-FFF2-40B4-BE49-F238E27FC236}">
                        <a16:creationId xmlns:a16="http://schemas.microsoft.com/office/drawing/2014/main" id="{593C395A-4B78-FD01-4A11-F7ED8B68DD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2945724"/>
                    <a:ext cx="28316" cy="2975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31" name="Rectangle 38">
                    <a:extLst>
                      <a:ext uri="{FF2B5EF4-FFF2-40B4-BE49-F238E27FC236}">
                        <a16:creationId xmlns:a16="http://schemas.microsoft.com/office/drawing/2014/main" id="{211EBAB2-D33B-3CAC-3D10-596527561A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3243247"/>
                    <a:ext cx="28316" cy="5425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32" name="Oval 39">
                    <a:extLst>
                      <a:ext uri="{FF2B5EF4-FFF2-40B4-BE49-F238E27FC236}">
                        <a16:creationId xmlns:a16="http://schemas.microsoft.com/office/drawing/2014/main" id="{F1066BAA-BACC-78E2-C20A-B8B80719C1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99337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33" name="Oval 40">
                    <a:extLst>
                      <a:ext uri="{FF2B5EF4-FFF2-40B4-BE49-F238E27FC236}">
                        <a16:creationId xmlns:a16="http://schemas.microsoft.com/office/drawing/2014/main" id="{A5F66A86-1D48-1B12-493C-284BFF937B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3218" y="3069658"/>
                    <a:ext cx="15594" cy="15594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34" name="Oval 41">
                    <a:extLst>
                      <a:ext uri="{FF2B5EF4-FFF2-40B4-BE49-F238E27FC236}">
                        <a16:creationId xmlns:a16="http://schemas.microsoft.com/office/drawing/2014/main" id="{8232F9B7-3A8D-9D02-5B93-A7843BCC10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63520" y="3163223"/>
                    <a:ext cx="27495" cy="27495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35" name="Oval 42">
                    <a:extLst>
                      <a:ext uri="{FF2B5EF4-FFF2-40B4-BE49-F238E27FC236}">
                        <a16:creationId xmlns:a16="http://schemas.microsoft.com/office/drawing/2014/main" id="{DDABAF59-6707-0F9D-CF56-FD8B1143F4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7256" y="3086483"/>
                    <a:ext cx="14774" cy="1436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36" name="Oval 43">
                    <a:extLst>
                      <a:ext uri="{FF2B5EF4-FFF2-40B4-BE49-F238E27FC236}">
                        <a16:creationId xmlns:a16="http://schemas.microsoft.com/office/drawing/2014/main" id="{0EFF6983-D56B-1A19-B31E-09F4DB04F1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0171" y="3194412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37" name="Oval 44">
                    <a:extLst>
                      <a:ext uri="{FF2B5EF4-FFF2-40B4-BE49-F238E27FC236}">
                        <a16:creationId xmlns:a16="http://schemas.microsoft.com/office/drawing/2014/main" id="{5B2809C9-EE27-1D50-B28F-284F6D09AA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45988"/>
                    <a:ext cx="10670" cy="9439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38" name="Oval 45">
                    <a:extLst>
                      <a:ext uri="{FF2B5EF4-FFF2-40B4-BE49-F238E27FC236}">
                        <a16:creationId xmlns:a16="http://schemas.microsoft.com/office/drawing/2014/main" id="{3938ECF4-34F3-B2B1-676E-4DC8827A54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16458" y="3095101"/>
                    <a:ext cx="22160" cy="22571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39" name="Oval 46">
                    <a:extLst>
                      <a:ext uri="{FF2B5EF4-FFF2-40B4-BE49-F238E27FC236}">
                        <a16:creationId xmlns:a16="http://schemas.microsoft.com/office/drawing/2014/main" id="{C7756FFA-7F44-AC4A-B9A7-EFAC2433AB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0496" y="3110695"/>
                    <a:ext cx="17646" cy="17646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40" name="Rectangle 1239">
                    <a:extLst>
                      <a:ext uri="{FF2B5EF4-FFF2-40B4-BE49-F238E27FC236}">
                        <a16:creationId xmlns:a16="http://schemas.microsoft.com/office/drawing/2014/main" id="{228F15BE-C22D-3261-6932-4AEBCB4663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10171" y="2945724"/>
                    <a:ext cx="45719" cy="840040"/>
                  </a:xfrm>
                  <a:prstGeom prst="rect">
                    <a:avLst/>
                  </a:prstGeom>
                  <a:gradFill>
                    <a:gsLst>
                      <a:gs pos="100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79" name="Group 1178">
                  <a:extLst>
                    <a:ext uri="{FF2B5EF4-FFF2-40B4-BE49-F238E27FC236}">
                      <a16:creationId xmlns:a16="http://schemas.microsoft.com/office/drawing/2014/main" id="{35B4B00F-2DCC-7AE6-2F01-CC136E98B82B}"/>
                    </a:ext>
                  </a:extLst>
                </p:cNvPr>
                <p:cNvGrpSpPr/>
                <p:nvPr/>
              </p:nvGrpSpPr>
              <p:grpSpPr>
                <a:xfrm>
                  <a:off x="1409164" y="3058535"/>
                  <a:ext cx="194547" cy="841089"/>
                  <a:chOff x="961336" y="2884578"/>
                  <a:chExt cx="231042" cy="998855"/>
                </a:xfrm>
              </p:grpSpPr>
              <p:sp>
                <p:nvSpPr>
                  <p:cNvPr id="1211" name="Rectangle 31">
                    <a:extLst>
                      <a:ext uri="{FF2B5EF4-FFF2-40B4-BE49-F238E27FC236}">
                        <a16:creationId xmlns:a16="http://schemas.microsoft.com/office/drawing/2014/main" id="{6702EFDD-70E4-8097-F5E8-1256938AA0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8421" y="2884578"/>
                    <a:ext cx="176462" cy="27085"/>
                  </a:xfrm>
                  <a:prstGeom prst="roundRect">
                    <a:avLst>
                      <a:gd name="adj" fmla="val 234447"/>
                    </a:avLst>
                  </a:prstGeom>
                  <a:gradFill>
                    <a:gsLst>
                      <a:gs pos="100000">
                        <a:srgbClr val="459FED"/>
                      </a:gs>
                      <a:gs pos="0">
                        <a:srgbClr val="4FB7F6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pic>
                <p:nvPicPr>
                  <p:cNvPr id="1212" name="Picture 32">
                    <a:extLst>
                      <a:ext uri="{FF2B5EF4-FFF2-40B4-BE49-F238E27FC236}">
                        <a16:creationId xmlns:a16="http://schemas.microsoft.com/office/drawing/2014/main" id="{DB6B278B-2585-1BEE-1452-521A2BC9362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13044" y="3130393"/>
                    <a:ext cx="17646" cy="17236"/>
                  </a:xfrm>
                  <a:prstGeom prst="rect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</p:pic>
              <p:sp>
                <p:nvSpPr>
                  <p:cNvPr id="1213" name="Freeform 33">
                    <a:extLst>
                      <a:ext uri="{FF2B5EF4-FFF2-40B4-BE49-F238E27FC236}">
                        <a16:creationId xmlns:a16="http://schemas.microsoft.com/office/drawing/2014/main" id="{2147394F-20F4-CFFD-8EA4-D7FBBD5205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61336" y="2898120"/>
                    <a:ext cx="231042" cy="985313"/>
                  </a:xfrm>
                  <a:custGeom>
                    <a:avLst/>
                    <a:gdLst>
                      <a:gd name="T0" fmla="*/ 237 w 237"/>
                      <a:gd name="T1" fmla="*/ 0 h 1010"/>
                      <a:gd name="T2" fmla="*/ 0 w 237"/>
                      <a:gd name="T3" fmla="*/ 0 h 1010"/>
                      <a:gd name="T4" fmla="*/ 0 w 237"/>
                      <a:gd name="T5" fmla="*/ 27 h 1010"/>
                      <a:gd name="T6" fmla="*/ 16 w 237"/>
                      <a:gd name="T7" fmla="*/ 27 h 1010"/>
                      <a:gd name="T8" fmla="*/ 16 w 237"/>
                      <a:gd name="T9" fmla="*/ 908 h 1010"/>
                      <a:gd name="T10" fmla="*/ 119 w 237"/>
                      <a:gd name="T11" fmla="*/ 1010 h 1010"/>
                      <a:gd name="T12" fmla="*/ 221 w 237"/>
                      <a:gd name="T13" fmla="*/ 908 h 1010"/>
                      <a:gd name="T14" fmla="*/ 221 w 237"/>
                      <a:gd name="T15" fmla="*/ 27 h 1010"/>
                      <a:gd name="T16" fmla="*/ 237 w 237"/>
                      <a:gd name="T17" fmla="*/ 27 h 1010"/>
                      <a:gd name="T18" fmla="*/ 237 w 237"/>
                      <a:gd name="T19" fmla="*/ 0 h 10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37" h="1010">
                        <a:moveTo>
                          <a:pt x="23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16" y="27"/>
                          <a:pt x="16" y="27"/>
                          <a:pt x="16" y="27"/>
                        </a:cubicBezTo>
                        <a:cubicBezTo>
                          <a:pt x="16" y="908"/>
                          <a:pt x="16" y="908"/>
                          <a:pt x="16" y="908"/>
                        </a:cubicBezTo>
                        <a:cubicBezTo>
                          <a:pt x="16" y="908"/>
                          <a:pt x="16" y="1010"/>
                          <a:pt x="119" y="1010"/>
                        </a:cubicBezTo>
                        <a:cubicBezTo>
                          <a:pt x="221" y="1010"/>
                          <a:pt x="221" y="908"/>
                          <a:pt x="221" y="908"/>
                        </a:cubicBezTo>
                        <a:cubicBezTo>
                          <a:pt x="221" y="27"/>
                          <a:pt x="221" y="27"/>
                          <a:pt x="221" y="27"/>
                        </a:cubicBezTo>
                        <a:cubicBezTo>
                          <a:pt x="237" y="27"/>
                          <a:pt x="237" y="27"/>
                          <a:pt x="237" y="27"/>
                        </a:cubicBezTo>
                        <a:cubicBezTo>
                          <a:pt x="237" y="0"/>
                          <a:pt x="237" y="0"/>
                          <a:pt x="237" y="0"/>
                        </a:cubicBezTo>
                      </a:path>
                    </a:pathLst>
                  </a:custGeom>
                  <a:gradFill>
                    <a:gsLst>
                      <a:gs pos="2000">
                        <a:srgbClr val="AFDEF9">
                          <a:alpha val="25000"/>
                        </a:srgbClr>
                      </a:gs>
                      <a:gs pos="100000">
                        <a:srgbClr val="AFDEF9">
                          <a:alpha val="50000"/>
                        </a:srgbClr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14" name="Freeform 34">
                    <a:extLst>
                      <a:ext uri="{FF2B5EF4-FFF2-40B4-BE49-F238E27FC236}">
                        <a16:creationId xmlns:a16="http://schemas.microsoft.com/office/drawing/2014/main" id="{7C779CB4-4401-4EFF-CA13-33AF6A9D18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4577" y="3243247"/>
                    <a:ext cx="165382" cy="615564"/>
                  </a:xfrm>
                  <a:custGeom>
                    <a:avLst/>
                    <a:gdLst>
                      <a:gd name="T0" fmla="*/ 0 w 170"/>
                      <a:gd name="T1" fmla="*/ 0 h 631"/>
                      <a:gd name="T2" fmla="*/ 0 w 170"/>
                      <a:gd name="T3" fmla="*/ 546 h 631"/>
                      <a:gd name="T4" fmla="*/ 85 w 170"/>
                      <a:gd name="T5" fmla="*/ 631 h 631"/>
                      <a:gd name="T6" fmla="*/ 170 w 170"/>
                      <a:gd name="T7" fmla="*/ 546 h 631"/>
                      <a:gd name="T8" fmla="*/ 170 w 170"/>
                      <a:gd name="T9" fmla="*/ 0 h 631"/>
                      <a:gd name="T10" fmla="*/ 0 w 170"/>
                      <a:gd name="T11" fmla="*/ 0 h 6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0" h="631">
                        <a:moveTo>
                          <a:pt x="0" y="0"/>
                        </a:moveTo>
                        <a:cubicBezTo>
                          <a:pt x="0" y="546"/>
                          <a:pt x="0" y="546"/>
                          <a:pt x="0" y="546"/>
                        </a:cubicBezTo>
                        <a:cubicBezTo>
                          <a:pt x="0" y="546"/>
                          <a:pt x="0" y="631"/>
                          <a:pt x="85" y="631"/>
                        </a:cubicBezTo>
                        <a:cubicBezTo>
                          <a:pt x="170" y="631"/>
                          <a:pt x="170" y="546"/>
                          <a:pt x="170" y="546"/>
                        </a:cubicBezTo>
                        <a:cubicBezTo>
                          <a:pt x="170" y="0"/>
                          <a:pt x="170" y="0"/>
                          <a:pt x="17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gradFill>
                    <a:gsLst>
                      <a:gs pos="100000">
                        <a:srgbClr val="459FED"/>
                      </a:gs>
                      <a:gs pos="0">
                        <a:srgbClr val="B2E0F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15" name="Rectangle 36">
                    <a:extLst>
                      <a:ext uri="{FF2B5EF4-FFF2-40B4-BE49-F238E27FC236}">
                        <a16:creationId xmlns:a16="http://schemas.microsoft.com/office/drawing/2014/main" id="{F6D568B3-A5C4-10CA-92B0-F67D4A95B0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2945724"/>
                    <a:ext cx="28316" cy="2975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16" name="Rectangle 38">
                    <a:extLst>
                      <a:ext uri="{FF2B5EF4-FFF2-40B4-BE49-F238E27FC236}">
                        <a16:creationId xmlns:a16="http://schemas.microsoft.com/office/drawing/2014/main" id="{557FFAA1-6ED0-B3D6-38C9-26598633DB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3243247"/>
                    <a:ext cx="28316" cy="5425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17" name="Oval 39">
                    <a:extLst>
                      <a:ext uri="{FF2B5EF4-FFF2-40B4-BE49-F238E27FC236}">
                        <a16:creationId xmlns:a16="http://schemas.microsoft.com/office/drawing/2014/main" id="{CCC37CD6-260C-2A89-6FCF-612EA2712B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99337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18" name="Oval 40">
                    <a:extLst>
                      <a:ext uri="{FF2B5EF4-FFF2-40B4-BE49-F238E27FC236}">
                        <a16:creationId xmlns:a16="http://schemas.microsoft.com/office/drawing/2014/main" id="{24FD0E47-F569-4597-6B8B-EA643EF57C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3218" y="3069658"/>
                    <a:ext cx="15594" cy="15594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19" name="Oval 41">
                    <a:extLst>
                      <a:ext uri="{FF2B5EF4-FFF2-40B4-BE49-F238E27FC236}">
                        <a16:creationId xmlns:a16="http://schemas.microsoft.com/office/drawing/2014/main" id="{5302F52B-8EDD-C963-4C09-589EE502AE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63520" y="3163223"/>
                    <a:ext cx="27495" cy="27495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20" name="Oval 42">
                    <a:extLst>
                      <a:ext uri="{FF2B5EF4-FFF2-40B4-BE49-F238E27FC236}">
                        <a16:creationId xmlns:a16="http://schemas.microsoft.com/office/drawing/2014/main" id="{15118F4A-7C27-DF51-F25D-A1B04817A2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7256" y="3086483"/>
                    <a:ext cx="14774" cy="1436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21" name="Oval 43">
                    <a:extLst>
                      <a:ext uri="{FF2B5EF4-FFF2-40B4-BE49-F238E27FC236}">
                        <a16:creationId xmlns:a16="http://schemas.microsoft.com/office/drawing/2014/main" id="{23115B00-F8CD-8F20-9025-B514C0D031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0171" y="3194412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22" name="Oval 44">
                    <a:extLst>
                      <a:ext uri="{FF2B5EF4-FFF2-40B4-BE49-F238E27FC236}">
                        <a16:creationId xmlns:a16="http://schemas.microsoft.com/office/drawing/2014/main" id="{8AEE7A60-EC3B-4AFB-932A-BA28B17570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45988"/>
                    <a:ext cx="10670" cy="9439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23" name="Oval 45">
                    <a:extLst>
                      <a:ext uri="{FF2B5EF4-FFF2-40B4-BE49-F238E27FC236}">
                        <a16:creationId xmlns:a16="http://schemas.microsoft.com/office/drawing/2014/main" id="{0A665DF5-CF52-6EAD-E21F-2D44D33275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16458" y="3095101"/>
                    <a:ext cx="22160" cy="22571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24" name="Oval 46">
                    <a:extLst>
                      <a:ext uri="{FF2B5EF4-FFF2-40B4-BE49-F238E27FC236}">
                        <a16:creationId xmlns:a16="http://schemas.microsoft.com/office/drawing/2014/main" id="{FAF2EC1F-42F0-E647-4765-D9AC80E60E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0496" y="3110695"/>
                    <a:ext cx="17646" cy="17646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25" name="Rectangle 1224">
                    <a:extLst>
                      <a:ext uri="{FF2B5EF4-FFF2-40B4-BE49-F238E27FC236}">
                        <a16:creationId xmlns:a16="http://schemas.microsoft.com/office/drawing/2014/main" id="{D5137788-3BEB-9F78-867F-A86DA3E78ED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10171" y="2945724"/>
                    <a:ext cx="45719" cy="840040"/>
                  </a:xfrm>
                  <a:prstGeom prst="rect">
                    <a:avLst/>
                  </a:prstGeom>
                  <a:gradFill>
                    <a:gsLst>
                      <a:gs pos="100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80" name="Group 1179">
                  <a:extLst>
                    <a:ext uri="{FF2B5EF4-FFF2-40B4-BE49-F238E27FC236}">
                      <a16:creationId xmlns:a16="http://schemas.microsoft.com/office/drawing/2014/main" id="{F36BE6EF-0637-441A-E5FB-54D103C77D25}"/>
                    </a:ext>
                  </a:extLst>
                </p:cNvPr>
                <p:cNvGrpSpPr/>
                <p:nvPr/>
              </p:nvGrpSpPr>
              <p:grpSpPr>
                <a:xfrm>
                  <a:off x="1618761" y="3058535"/>
                  <a:ext cx="194547" cy="841089"/>
                  <a:chOff x="961336" y="2884578"/>
                  <a:chExt cx="231042" cy="998855"/>
                </a:xfrm>
              </p:grpSpPr>
              <p:sp>
                <p:nvSpPr>
                  <p:cNvPr id="1196" name="Rectangle 31">
                    <a:extLst>
                      <a:ext uri="{FF2B5EF4-FFF2-40B4-BE49-F238E27FC236}">
                        <a16:creationId xmlns:a16="http://schemas.microsoft.com/office/drawing/2014/main" id="{2A77923F-80D3-9342-3041-D8FC3E5B76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8421" y="2884578"/>
                    <a:ext cx="176462" cy="27085"/>
                  </a:xfrm>
                  <a:prstGeom prst="roundRect">
                    <a:avLst>
                      <a:gd name="adj" fmla="val 234447"/>
                    </a:avLst>
                  </a:prstGeom>
                  <a:gradFill>
                    <a:gsLst>
                      <a:gs pos="100000">
                        <a:srgbClr val="459FED"/>
                      </a:gs>
                      <a:gs pos="0">
                        <a:srgbClr val="4FB7F6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pic>
                <p:nvPicPr>
                  <p:cNvPr id="1197" name="Picture 32">
                    <a:extLst>
                      <a:ext uri="{FF2B5EF4-FFF2-40B4-BE49-F238E27FC236}">
                        <a16:creationId xmlns:a16="http://schemas.microsoft.com/office/drawing/2014/main" id="{E88FC214-D28A-A589-2855-8B2CD94D2AD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13044" y="3130393"/>
                    <a:ext cx="17646" cy="17236"/>
                  </a:xfrm>
                  <a:prstGeom prst="rect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</p:pic>
              <p:sp>
                <p:nvSpPr>
                  <p:cNvPr id="1198" name="Freeform 33">
                    <a:extLst>
                      <a:ext uri="{FF2B5EF4-FFF2-40B4-BE49-F238E27FC236}">
                        <a16:creationId xmlns:a16="http://schemas.microsoft.com/office/drawing/2014/main" id="{C896C33B-0B28-6848-6BE5-928265CF25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61336" y="2898120"/>
                    <a:ext cx="231042" cy="985313"/>
                  </a:xfrm>
                  <a:custGeom>
                    <a:avLst/>
                    <a:gdLst>
                      <a:gd name="T0" fmla="*/ 237 w 237"/>
                      <a:gd name="T1" fmla="*/ 0 h 1010"/>
                      <a:gd name="T2" fmla="*/ 0 w 237"/>
                      <a:gd name="T3" fmla="*/ 0 h 1010"/>
                      <a:gd name="T4" fmla="*/ 0 w 237"/>
                      <a:gd name="T5" fmla="*/ 27 h 1010"/>
                      <a:gd name="T6" fmla="*/ 16 w 237"/>
                      <a:gd name="T7" fmla="*/ 27 h 1010"/>
                      <a:gd name="T8" fmla="*/ 16 w 237"/>
                      <a:gd name="T9" fmla="*/ 908 h 1010"/>
                      <a:gd name="T10" fmla="*/ 119 w 237"/>
                      <a:gd name="T11" fmla="*/ 1010 h 1010"/>
                      <a:gd name="T12" fmla="*/ 221 w 237"/>
                      <a:gd name="T13" fmla="*/ 908 h 1010"/>
                      <a:gd name="T14" fmla="*/ 221 w 237"/>
                      <a:gd name="T15" fmla="*/ 27 h 1010"/>
                      <a:gd name="T16" fmla="*/ 237 w 237"/>
                      <a:gd name="T17" fmla="*/ 27 h 1010"/>
                      <a:gd name="T18" fmla="*/ 237 w 237"/>
                      <a:gd name="T19" fmla="*/ 0 h 10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37" h="1010">
                        <a:moveTo>
                          <a:pt x="23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16" y="27"/>
                          <a:pt x="16" y="27"/>
                          <a:pt x="16" y="27"/>
                        </a:cubicBezTo>
                        <a:cubicBezTo>
                          <a:pt x="16" y="908"/>
                          <a:pt x="16" y="908"/>
                          <a:pt x="16" y="908"/>
                        </a:cubicBezTo>
                        <a:cubicBezTo>
                          <a:pt x="16" y="908"/>
                          <a:pt x="16" y="1010"/>
                          <a:pt x="119" y="1010"/>
                        </a:cubicBezTo>
                        <a:cubicBezTo>
                          <a:pt x="221" y="1010"/>
                          <a:pt x="221" y="908"/>
                          <a:pt x="221" y="908"/>
                        </a:cubicBezTo>
                        <a:cubicBezTo>
                          <a:pt x="221" y="27"/>
                          <a:pt x="221" y="27"/>
                          <a:pt x="221" y="27"/>
                        </a:cubicBezTo>
                        <a:cubicBezTo>
                          <a:pt x="237" y="27"/>
                          <a:pt x="237" y="27"/>
                          <a:pt x="237" y="27"/>
                        </a:cubicBezTo>
                        <a:cubicBezTo>
                          <a:pt x="237" y="0"/>
                          <a:pt x="237" y="0"/>
                          <a:pt x="237" y="0"/>
                        </a:cubicBezTo>
                      </a:path>
                    </a:pathLst>
                  </a:custGeom>
                  <a:gradFill>
                    <a:gsLst>
                      <a:gs pos="2000">
                        <a:srgbClr val="AFDEF9">
                          <a:alpha val="25000"/>
                        </a:srgbClr>
                      </a:gs>
                      <a:gs pos="100000">
                        <a:srgbClr val="AFDEF9">
                          <a:alpha val="50000"/>
                        </a:srgbClr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99" name="Freeform 34">
                    <a:extLst>
                      <a:ext uri="{FF2B5EF4-FFF2-40B4-BE49-F238E27FC236}">
                        <a16:creationId xmlns:a16="http://schemas.microsoft.com/office/drawing/2014/main" id="{9E0E0159-228D-39E8-ECA6-008684C892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4577" y="3243247"/>
                    <a:ext cx="165382" cy="615564"/>
                  </a:xfrm>
                  <a:custGeom>
                    <a:avLst/>
                    <a:gdLst>
                      <a:gd name="T0" fmla="*/ 0 w 170"/>
                      <a:gd name="T1" fmla="*/ 0 h 631"/>
                      <a:gd name="T2" fmla="*/ 0 w 170"/>
                      <a:gd name="T3" fmla="*/ 546 h 631"/>
                      <a:gd name="T4" fmla="*/ 85 w 170"/>
                      <a:gd name="T5" fmla="*/ 631 h 631"/>
                      <a:gd name="T6" fmla="*/ 170 w 170"/>
                      <a:gd name="T7" fmla="*/ 546 h 631"/>
                      <a:gd name="T8" fmla="*/ 170 w 170"/>
                      <a:gd name="T9" fmla="*/ 0 h 631"/>
                      <a:gd name="T10" fmla="*/ 0 w 170"/>
                      <a:gd name="T11" fmla="*/ 0 h 6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0" h="631">
                        <a:moveTo>
                          <a:pt x="0" y="0"/>
                        </a:moveTo>
                        <a:cubicBezTo>
                          <a:pt x="0" y="546"/>
                          <a:pt x="0" y="546"/>
                          <a:pt x="0" y="546"/>
                        </a:cubicBezTo>
                        <a:cubicBezTo>
                          <a:pt x="0" y="546"/>
                          <a:pt x="0" y="631"/>
                          <a:pt x="85" y="631"/>
                        </a:cubicBezTo>
                        <a:cubicBezTo>
                          <a:pt x="170" y="631"/>
                          <a:pt x="170" y="546"/>
                          <a:pt x="170" y="546"/>
                        </a:cubicBezTo>
                        <a:cubicBezTo>
                          <a:pt x="170" y="0"/>
                          <a:pt x="170" y="0"/>
                          <a:pt x="17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gradFill>
                    <a:gsLst>
                      <a:gs pos="100000">
                        <a:srgbClr val="459FED"/>
                      </a:gs>
                      <a:gs pos="0">
                        <a:srgbClr val="B2E0F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0" name="Rectangle 36">
                    <a:extLst>
                      <a:ext uri="{FF2B5EF4-FFF2-40B4-BE49-F238E27FC236}">
                        <a16:creationId xmlns:a16="http://schemas.microsoft.com/office/drawing/2014/main" id="{9EC8081C-67D6-7F84-0378-2CBB7F9347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2945724"/>
                    <a:ext cx="28316" cy="2975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1" name="Rectangle 38">
                    <a:extLst>
                      <a:ext uri="{FF2B5EF4-FFF2-40B4-BE49-F238E27FC236}">
                        <a16:creationId xmlns:a16="http://schemas.microsoft.com/office/drawing/2014/main" id="{E74A56E3-1B4E-A120-D2D9-F46A091A05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7968" y="3243247"/>
                    <a:ext cx="28316" cy="5425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2" name="Oval 39">
                    <a:extLst>
                      <a:ext uri="{FF2B5EF4-FFF2-40B4-BE49-F238E27FC236}">
                        <a16:creationId xmlns:a16="http://schemas.microsoft.com/office/drawing/2014/main" id="{AC0A964A-C62D-925A-A59C-74E42C3C97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99337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3" name="Oval 40">
                    <a:extLst>
                      <a:ext uri="{FF2B5EF4-FFF2-40B4-BE49-F238E27FC236}">
                        <a16:creationId xmlns:a16="http://schemas.microsoft.com/office/drawing/2014/main" id="{213746CC-BC77-23DC-53C9-7A32298169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3218" y="3069658"/>
                    <a:ext cx="15594" cy="15594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4" name="Oval 41">
                    <a:extLst>
                      <a:ext uri="{FF2B5EF4-FFF2-40B4-BE49-F238E27FC236}">
                        <a16:creationId xmlns:a16="http://schemas.microsoft.com/office/drawing/2014/main" id="{EEC001C2-AF3C-0240-19A9-127136BA57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63520" y="3163223"/>
                    <a:ext cx="27495" cy="27495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5" name="Oval 42">
                    <a:extLst>
                      <a:ext uri="{FF2B5EF4-FFF2-40B4-BE49-F238E27FC236}">
                        <a16:creationId xmlns:a16="http://schemas.microsoft.com/office/drawing/2014/main" id="{5CDD9B2A-9CD8-04A1-02F6-6D42FDDAF0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7256" y="3086483"/>
                    <a:ext cx="14774" cy="1436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6" name="Oval 43">
                    <a:extLst>
                      <a:ext uri="{FF2B5EF4-FFF2-40B4-BE49-F238E27FC236}">
                        <a16:creationId xmlns:a16="http://schemas.microsoft.com/office/drawing/2014/main" id="{063867FB-8B51-C215-DCF6-C92A422FE4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0171" y="3194412"/>
                    <a:ext cx="24212" cy="24623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7" name="Oval 44">
                    <a:extLst>
                      <a:ext uri="{FF2B5EF4-FFF2-40B4-BE49-F238E27FC236}">
                        <a16:creationId xmlns:a16="http://schemas.microsoft.com/office/drawing/2014/main" id="{AEDAFE68-D297-9A01-A8A1-66F58926F8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6609" y="3145988"/>
                    <a:ext cx="10670" cy="9439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8" name="Oval 45">
                    <a:extLst>
                      <a:ext uri="{FF2B5EF4-FFF2-40B4-BE49-F238E27FC236}">
                        <a16:creationId xmlns:a16="http://schemas.microsoft.com/office/drawing/2014/main" id="{F20F5A62-0C30-0DD6-3EAA-105E21C5AB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16458" y="3095101"/>
                    <a:ext cx="22160" cy="22571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9" name="Oval 46">
                    <a:extLst>
                      <a:ext uri="{FF2B5EF4-FFF2-40B4-BE49-F238E27FC236}">
                        <a16:creationId xmlns:a16="http://schemas.microsoft.com/office/drawing/2014/main" id="{FDBE9BEC-1406-8D54-0453-C6E30939A7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0496" y="3110695"/>
                    <a:ext cx="17646" cy="17646"/>
                  </a:xfrm>
                  <a:prstGeom prst="ellipse">
                    <a:avLst/>
                  </a:prstGeom>
                  <a:solidFill>
                    <a:srgbClr val="B2E0F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10" name="Rectangle 1209">
                    <a:extLst>
                      <a:ext uri="{FF2B5EF4-FFF2-40B4-BE49-F238E27FC236}">
                        <a16:creationId xmlns:a16="http://schemas.microsoft.com/office/drawing/2014/main" id="{8EDAE29E-6EF7-9CD5-33B8-C265C1FD24D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10171" y="2945724"/>
                    <a:ext cx="45719" cy="840040"/>
                  </a:xfrm>
                  <a:prstGeom prst="rect">
                    <a:avLst/>
                  </a:prstGeom>
                  <a:gradFill>
                    <a:gsLst>
                      <a:gs pos="100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81" name="Group 1180">
                  <a:extLst>
                    <a:ext uri="{FF2B5EF4-FFF2-40B4-BE49-F238E27FC236}">
                      <a16:creationId xmlns:a16="http://schemas.microsoft.com/office/drawing/2014/main" id="{6DEC08D6-1639-FE5A-051C-FD677478BBE6}"/>
                    </a:ext>
                  </a:extLst>
                </p:cNvPr>
                <p:cNvGrpSpPr/>
                <p:nvPr/>
              </p:nvGrpSpPr>
              <p:grpSpPr>
                <a:xfrm>
                  <a:off x="1828353" y="3058492"/>
                  <a:ext cx="194546" cy="841074"/>
                  <a:chOff x="1828353" y="3058492"/>
                  <a:chExt cx="194546" cy="841074"/>
                </a:xfrm>
              </p:grpSpPr>
              <p:sp>
                <p:nvSpPr>
                  <p:cNvPr id="1182" name="Rectangle 31">
                    <a:extLst>
                      <a:ext uri="{FF2B5EF4-FFF2-40B4-BE49-F238E27FC236}">
                        <a16:creationId xmlns:a16="http://schemas.microsoft.com/office/drawing/2014/main" id="{C4368C31-2D78-CB9B-6A78-DC3A90C967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51160" y="3058492"/>
                    <a:ext cx="148588" cy="22807"/>
                  </a:xfrm>
                  <a:prstGeom prst="roundRect">
                    <a:avLst>
                      <a:gd name="adj" fmla="val 234447"/>
                    </a:avLst>
                  </a:prstGeom>
                  <a:gradFill>
                    <a:gsLst>
                      <a:gs pos="100000">
                        <a:srgbClr val="459FED"/>
                      </a:gs>
                      <a:gs pos="0">
                        <a:srgbClr val="4FB7F6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33">
                    <a:extLst>
                      <a:ext uri="{FF2B5EF4-FFF2-40B4-BE49-F238E27FC236}">
                        <a16:creationId xmlns:a16="http://schemas.microsoft.com/office/drawing/2014/main" id="{67BA0C00-A453-DC69-B560-EEECA5D0FF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28353" y="3069895"/>
                    <a:ext cx="194546" cy="829671"/>
                  </a:xfrm>
                  <a:custGeom>
                    <a:avLst/>
                    <a:gdLst>
                      <a:gd name="T0" fmla="*/ 237 w 237"/>
                      <a:gd name="T1" fmla="*/ 0 h 1010"/>
                      <a:gd name="T2" fmla="*/ 0 w 237"/>
                      <a:gd name="T3" fmla="*/ 0 h 1010"/>
                      <a:gd name="T4" fmla="*/ 0 w 237"/>
                      <a:gd name="T5" fmla="*/ 27 h 1010"/>
                      <a:gd name="T6" fmla="*/ 16 w 237"/>
                      <a:gd name="T7" fmla="*/ 27 h 1010"/>
                      <a:gd name="T8" fmla="*/ 16 w 237"/>
                      <a:gd name="T9" fmla="*/ 908 h 1010"/>
                      <a:gd name="T10" fmla="*/ 119 w 237"/>
                      <a:gd name="T11" fmla="*/ 1010 h 1010"/>
                      <a:gd name="T12" fmla="*/ 221 w 237"/>
                      <a:gd name="T13" fmla="*/ 908 h 1010"/>
                      <a:gd name="T14" fmla="*/ 221 w 237"/>
                      <a:gd name="T15" fmla="*/ 27 h 1010"/>
                      <a:gd name="T16" fmla="*/ 237 w 237"/>
                      <a:gd name="T17" fmla="*/ 27 h 1010"/>
                      <a:gd name="T18" fmla="*/ 237 w 237"/>
                      <a:gd name="T19" fmla="*/ 0 h 10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37" h="1010">
                        <a:moveTo>
                          <a:pt x="23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16" y="27"/>
                          <a:pt x="16" y="27"/>
                          <a:pt x="16" y="27"/>
                        </a:cubicBezTo>
                        <a:cubicBezTo>
                          <a:pt x="16" y="908"/>
                          <a:pt x="16" y="908"/>
                          <a:pt x="16" y="908"/>
                        </a:cubicBezTo>
                        <a:cubicBezTo>
                          <a:pt x="16" y="908"/>
                          <a:pt x="16" y="1010"/>
                          <a:pt x="119" y="1010"/>
                        </a:cubicBezTo>
                        <a:cubicBezTo>
                          <a:pt x="221" y="1010"/>
                          <a:pt x="221" y="908"/>
                          <a:pt x="221" y="908"/>
                        </a:cubicBezTo>
                        <a:cubicBezTo>
                          <a:pt x="221" y="27"/>
                          <a:pt x="221" y="27"/>
                          <a:pt x="221" y="27"/>
                        </a:cubicBezTo>
                        <a:cubicBezTo>
                          <a:pt x="237" y="27"/>
                          <a:pt x="237" y="27"/>
                          <a:pt x="237" y="27"/>
                        </a:cubicBezTo>
                        <a:cubicBezTo>
                          <a:pt x="237" y="0"/>
                          <a:pt x="237" y="0"/>
                          <a:pt x="237" y="0"/>
                        </a:cubicBezTo>
                      </a:path>
                    </a:pathLst>
                  </a:custGeom>
                  <a:gradFill>
                    <a:gsLst>
                      <a:gs pos="2000">
                        <a:srgbClr val="AFDEF9">
                          <a:alpha val="25000"/>
                        </a:srgbClr>
                      </a:gs>
                      <a:gs pos="100000">
                        <a:srgbClr val="AFDEF9">
                          <a:alpha val="50000"/>
                        </a:srgbClr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84" name="Freeform 34">
                    <a:extLst>
                      <a:ext uri="{FF2B5EF4-FFF2-40B4-BE49-F238E27FC236}">
                        <a16:creationId xmlns:a16="http://schemas.microsoft.com/office/drawing/2014/main" id="{607DDD2B-3D8F-F384-C309-24C0159B97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56343" y="3360505"/>
                    <a:ext cx="139258" cy="518328"/>
                  </a:xfrm>
                  <a:custGeom>
                    <a:avLst/>
                    <a:gdLst>
                      <a:gd name="T0" fmla="*/ 0 w 170"/>
                      <a:gd name="T1" fmla="*/ 0 h 631"/>
                      <a:gd name="T2" fmla="*/ 0 w 170"/>
                      <a:gd name="T3" fmla="*/ 546 h 631"/>
                      <a:gd name="T4" fmla="*/ 85 w 170"/>
                      <a:gd name="T5" fmla="*/ 631 h 631"/>
                      <a:gd name="T6" fmla="*/ 170 w 170"/>
                      <a:gd name="T7" fmla="*/ 546 h 631"/>
                      <a:gd name="T8" fmla="*/ 170 w 170"/>
                      <a:gd name="T9" fmla="*/ 0 h 631"/>
                      <a:gd name="T10" fmla="*/ 0 w 170"/>
                      <a:gd name="T11" fmla="*/ 0 h 6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0" h="631">
                        <a:moveTo>
                          <a:pt x="0" y="0"/>
                        </a:moveTo>
                        <a:cubicBezTo>
                          <a:pt x="0" y="546"/>
                          <a:pt x="0" y="546"/>
                          <a:pt x="0" y="546"/>
                        </a:cubicBezTo>
                        <a:cubicBezTo>
                          <a:pt x="0" y="546"/>
                          <a:pt x="0" y="631"/>
                          <a:pt x="85" y="631"/>
                        </a:cubicBezTo>
                        <a:cubicBezTo>
                          <a:pt x="170" y="631"/>
                          <a:pt x="170" y="546"/>
                          <a:pt x="170" y="546"/>
                        </a:cubicBezTo>
                        <a:cubicBezTo>
                          <a:pt x="170" y="0"/>
                          <a:pt x="170" y="0"/>
                          <a:pt x="17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gradFill>
                    <a:gsLst>
                      <a:gs pos="100000">
                        <a:srgbClr val="459FED"/>
                      </a:gs>
                      <a:gs pos="0">
                        <a:srgbClr val="B2E0F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185" name="Group 1184">
                    <a:extLst>
                      <a:ext uri="{FF2B5EF4-FFF2-40B4-BE49-F238E27FC236}">
                        <a16:creationId xmlns:a16="http://schemas.microsoft.com/office/drawing/2014/main" id="{405AA763-AD1F-FF16-960B-3C34A9E415B6}"/>
                      </a:ext>
                    </a:extLst>
                  </p:cNvPr>
                  <p:cNvGrpSpPr/>
                  <p:nvPr/>
                </p:nvGrpSpPr>
                <p:grpSpPr>
                  <a:xfrm>
                    <a:off x="1869474" y="3214336"/>
                    <a:ext cx="108158" cy="129929"/>
                    <a:chOff x="1869474" y="3214336"/>
                    <a:chExt cx="108158" cy="129929"/>
                  </a:xfrm>
                </p:grpSpPr>
                <p:pic>
                  <p:nvPicPr>
                    <p:cNvPr id="1187" name="Picture 32">
                      <a:extLst>
                        <a:ext uri="{FF2B5EF4-FFF2-40B4-BE49-F238E27FC236}">
                          <a16:creationId xmlns:a16="http://schemas.microsoft.com/office/drawing/2014/main" id="{C9C79B20-F7FF-023F-CAB2-AF40589E20A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871893" y="3265478"/>
                      <a:ext cx="14859" cy="14513"/>
                    </a:xfrm>
                    <a:prstGeom prst="rect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</p:pic>
                <p:sp>
                  <p:nvSpPr>
                    <p:cNvPr id="1188" name="Oval 39">
                      <a:extLst>
                        <a:ext uri="{FF2B5EF4-FFF2-40B4-BE49-F238E27FC236}">
                          <a16:creationId xmlns:a16="http://schemas.microsoft.com/office/drawing/2014/main" id="{B0308440-2186-8258-C69F-F9B712C8D46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50678" y="3323531"/>
                      <a:ext cx="20387" cy="20734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9" name="Oval 40">
                      <a:extLst>
                        <a:ext uri="{FF2B5EF4-FFF2-40B4-BE49-F238E27FC236}">
                          <a16:creationId xmlns:a16="http://schemas.microsoft.com/office/drawing/2014/main" id="{1131227E-853F-15CE-0385-0C4CD5ACFE7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30982" y="3214336"/>
                      <a:ext cx="13131" cy="13131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0" name="Oval 41">
                      <a:extLst>
                        <a:ext uri="{FF2B5EF4-FFF2-40B4-BE49-F238E27FC236}">
                          <a16:creationId xmlns:a16="http://schemas.microsoft.com/office/drawing/2014/main" id="{CD32DA1C-1F8A-4CF4-40E3-D3A1B05D536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14396" y="3293122"/>
                      <a:ext cx="23152" cy="23152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1" name="Oval 42">
                      <a:extLst>
                        <a:ext uri="{FF2B5EF4-FFF2-40B4-BE49-F238E27FC236}">
                          <a16:creationId xmlns:a16="http://schemas.microsoft.com/office/drawing/2014/main" id="{6F071DA1-73E5-83D0-F8FD-2258266395D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92280" y="3228504"/>
                      <a:ext cx="12440" cy="12094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2" name="Oval 43">
                      <a:extLst>
                        <a:ext uri="{FF2B5EF4-FFF2-40B4-BE49-F238E27FC236}">
                          <a16:creationId xmlns:a16="http://schemas.microsoft.com/office/drawing/2014/main" id="{213AF312-7C88-52A4-A05B-A2274315265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69474" y="3319384"/>
                      <a:ext cx="20387" cy="20734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3" name="Oval 44">
                      <a:extLst>
                        <a:ext uri="{FF2B5EF4-FFF2-40B4-BE49-F238E27FC236}">
                          <a16:creationId xmlns:a16="http://schemas.microsoft.com/office/drawing/2014/main" id="{D4EE67D8-A9E4-2EF8-1504-3F71432BBAA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50678" y="3278609"/>
                      <a:ext cx="8985" cy="7948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4" name="Oval 45">
                      <a:extLst>
                        <a:ext uri="{FF2B5EF4-FFF2-40B4-BE49-F238E27FC236}">
                          <a16:creationId xmlns:a16="http://schemas.microsoft.com/office/drawing/2014/main" id="{0EF07822-EFBE-DC6B-A95B-DF470530D5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58972" y="3235760"/>
                      <a:ext cx="18660" cy="19006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5" name="Oval 46">
                      <a:extLst>
                        <a:ext uri="{FF2B5EF4-FFF2-40B4-BE49-F238E27FC236}">
                          <a16:creationId xmlns:a16="http://schemas.microsoft.com/office/drawing/2014/main" id="{26C4FDFC-6181-6D36-339A-352686CB107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0270" y="3248891"/>
                      <a:ext cx="14859" cy="14859"/>
                    </a:xfrm>
                    <a:prstGeom prst="ellipse">
                      <a:avLst/>
                    </a:prstGeom>
                    <a:solidFill>
                      <a:srgbClr val="B2E0FA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186" name="Rectangle 1185">
                    <a:extLst>
                      <a:ext uri="{FF2B5EF4-FFF2-40B4-BE49-F238E27FC236}">
                        <a16:creationId xmlns:a16="http://schemas.microsoft.com/office/drawing/2014/main" id="{9230F682-8100-46A6-E199-F7427DBA39E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69474" y="3109979"/>
                    <a:ext cx="38497" cy="707346"/>
                  </a:xfrm>
                  <a:prstGeom prst="rect">
                    <a:avLst/>
                  </a:prstGeom>
                  <a:gradFill>
                    <a:gsLst>
                      <a:gs pos="100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75" name="Group 1174">
                <a:extLst>
                  <a:ext uri="{FF2B5EF4-FFF2-40B4-BE49-F238E27FC236}">
                    <a16:creationId xmlns:a16="http://schemas.microsoft.com/office/drawing/2014/main" id="{78C398FE-A8F5-6A55-AA28-81C5D4F7D57B}"/>
                  </a:ext>
                </a:extLst>
              </p:cNvPr>
              <p:cNvGrpSpPr/>
              <p:nvPr/>
            </p:nvGrpSpPr>
            <p:grpSpPr>
              <a:xfrm>
                <a:off x="1023651" y="3232090"/>
                <a:ext cx="1139216" cy="716164"/>
                <a:chOff x="1023651" y="3232090"/>
                <a:chExt cx="1139216" cy="716164"/>
              </a:xfrm>
            </p:grpSpPr>
            <p:sp>
              <p:nvSpPr>
                <p:cNvPr id="1176" name="Freeform 52">
                  <a:extLst>
                    <a:ext uri="{FF2B5EF4-FFF2-40B4-BE49-F238E27FC236}">
                      <a16:creationId xmlns:a16="http://schemas.microsoft.com/office/drawing/2014/main" id="{4AA30733-9826-786E-D99C-C294AB2F4A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41226" y="3232090"/>
                  <a:ext cx="922521" cy="716164"/>
                </a:xfrm>
                <a:custGeom>
                  <a:avLst/>
                  <a:gdLst>
                    <a:gd name="T0" fmla="*/ 1116 w 1116"/>
                    <a:gd name="T1" fmla="*/ 0 h 865"/>
                    <a:gd name="T2" fmla="*/ 1116 w 1116"/>
                    <a:gd name="T3" fmla="*/ 707 h 865"/>
                    <a:gd name="T4" fmla="*/ 958 w 1116"/>
                    <a:gd name="T5" fmla="*/ 865 h 865"/>
                    <a:gd name="T6" fmla="*/ 158 w 1116"/>
                    <a:gd name="T7" fmla="*/ 865 h 865"/>
                    <a:gd name="T8" fmla="*/ 0 w 1116"/>
                    <a:gd name="T9" fmla="*/ 707 h 865"/>
                    <a:gd name="T10" fmla="*/ 0 w 1116"/>
                    <a:gd name="T11" fmla="*/ 0 h 8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16" h="865">
                      <a:moveTo>
                        <a:pt x="1116" y="0"/>
                      </a:moveTo>
                      <a:cubicBezTo>
                        <a:pt x="1116" y="707"/>
                        <a:pt x="1116" y="707"/>
                        <a:pt x="1116" y="707"/>
                      </a:cubicBezTo>
                      <a:cubicBezTo>
                        <a:pt x="1116" y="794"/>
                        <a:pt x="1045" y="865"/>
                        <a:pt x="958" y="865"/>
                      </a:cubicBezTo>
                      <a:cubicBezTo>
                        <a:pt x="158" y="865"/>
                        <a:pt x="158" y="865"/>
                        <a:pt x="158" y="865"/>
                      </a:cubicBezTo>
                      <a:cubicBezTo>
                        <a:pt x="71" y="865"/>
                        <a:pt x="0" y="794"/>
                        <a:pt x="0" y="707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noFill/>
                <a:ln w="38100" cap="rnd">
                  <a:gradFill>
                    <a:gsLst>
                      <a:gs pos="0">
                        <a:srgbClr val="A2ABB0">
                          <a:alpha val="59000"/>
                        </a:srgbClr>
                      </a:gs>
                      <a:gs pos="78000">
                        <a:srgbClr val="66737C"/>
                      </a:gs>
                      <a:gs pos="100000">
                        <a:srgbClr val="43515C"/>
                      </a:gs>
                    </a:gsLst>
                    <a:lin ang="5400000" scaled="1"/>
                  </a:gra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cxnSp>
              <p:nvCxnSpPr>
                <p:cNvPr id="1177" name="Straight Connector 1176">
                  <a:extLst>
                    <a:ext uri="{FF2B5EF4-FFF2-40B4-BE49-F238E27FC236}">
                      <a16:creationId xmlns:a16="http://schemas.microsoft.com/office/drawing/2014/main" id="{80147977-5817-13DF-D336-FDB4443DF23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023651" y="3369041"/>
                  <a:ext cx="1139216" cy="0"/>
                </a:xfrm>
                <a:prstGeom prst="line">
                  <a:avLst/>
                </a:prstGeom>
                <a:noFill/>
                <a:ln w="38100" cap="rnd" cmpd="sng" algn="ctr">
                  <a:gradFill>
                    <a:gsLst>
                      <a:gs pos="0">
                        <a:srgbClr val="A2ABB0"/>
                      </a:gs>
                      <a:gs pos="83000">
                        <a:srgbClr val="66737C"/>
                      </a:gs>
                      <a:gs pos="100000">
                        <a:srgbClr val="43515C"/>
                      </a:gs>
                    </a:gsLst>
                    <a:lin ang="0" scaled="0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sp>
          <p:nvSpPr>
            <p:cNvPr id="1170" name="Star: 4 Points 1169">
              <a:extLst>
                <a:ext uri="{FF2B5EF4-FFF2-40B4-BE49-F238E27FC236}">
                  <a16:creationId xmlns:a16="http://schemas.microsoft.com/office/drawing/2014/main" id="{0A1CE3CD-F2BF-2D61-5ED1-E767BF9FA715}"/>
                </a:ext>
              </a:extLst>
            </p:cNvPr>
            <p:cNvSpPr/>
            <p:nvPr/>
          </p:nvSpPr>
          <p:spPr>
            <a:xfrm>
              <a:off x="5616182" y="2645446"/>
              <a:ext cx="170942" cy="170942"/>
            </a:xfrm>
            <a:prstGeom prst="star4">
              <a:avLst/>
            </a:prstGeom>
            <a:gradFill>
              <a:gsLst>
                <a:gs pos="78000">
                  <a:srgbClr val="FBBE26"/>
                </a:gs>
                <a:gs pos="0">
                  <a:schemeClr val="bg1"/>
                </a:gs>
                <a:gs pos="45000">
                  <a:srgbClr val="FFE39E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1" name="Star: 4 Points 1170">
              <a:extLst>
                <a:ext uri="{FF2B5EF4-FFF2-40B4-BE49-F238E27FC236}">
                  <a16:creationId xmlns:a16="http://schemas.microsoft.com/office/drawing/2014/main" id="{77076060-0C2E-1D11-0619-BB32A29C9AAC}"/>
                </a:ext>
              </a:extLst>
            </p:cNvPr>
            <p:cNvSpPr/>
            <p:nvPr/>
          </p:nvSpPr>
          <p:spPr>
            <a:xfrm>
              <a:off x="5290897" y="2807648"/>
              <a:ext cx="104655" cy="104655"/>
            </a:xfrm>
            <a:prstGeom prst="star4">
              <a:avLst/>
            </a:prstGeom>
            <a:gradFill>
              <a:gsLst>
                <a:gs pos="78000">
                  <a:srgbClr val="FBBE26"/>
                </a:gs>
                <a:gs pos="0">
                  <a:schemeClr val="bg1"/>
                </a:gs>
                <a:gs pos="45000">
                  <a:srgbClr val="FFE39E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2" name="Star: 4 Points 1171">
              <a:extLst>
                <a:ext uri="{FF2B5EF4-FFF2-40B4-BE49-F238E27FC236}">
                  <a16:creationId xmlns:a16="http://schemas.microsoft.com/office/drawing/2014/main" id="{92CAB45C-D0AE-1680-2321-FD898151B87B}"/>
                </a:ext>
              </a:extLst>
            </p:cNvPr>
            <p:cNvSpPr/>
            <p:nvPr/>
          </p:nvSpPr>
          <p:spPr>
            <a:xfrm>
              <a:off x="5356602" y="2508199"/>
              <a:ext cx="170942" cy="170942"/>
            </a:xfrm>
            <a:prstGeom prst="star4">
              <a:avLst/>
            </a:prstGeom>
            <a:gradFill>
              <a:gsLst>
                <a:gs pos="78000">
                  <a:srgbClr val="FBBE26"/>
                </a:gs>
                <a:gs pos="0">
                  <a:schemeClr val="bg1"/>
                </a:gs>
                <a:gs pos="45000">
                  <a:srgbClr val="FFE39E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3" name="TextBox 1172">
              <a:extLst>
                <a:ext uri="{FF2B5EF4-FFF2-40B4-BE49-F238E27FC236}">
                  <a16:creationId xmlns:a16="http://schemas.microsoft.com/office/drawing/2014/main" id="{26FF3B37-B477-B19F-A38C-AB5FDE7C7113}"/>
                </a:ext>
              </a:extLst>
            </p:cNvPr>
            <p:cNvSpPr txBox="1"/>
            <p:nvPr/>
          </p:nvSpPr>
          <p:spPr>
            <a:xfrm>
              <a:off x="4761423" y="2955399"/>
              <a:ext cx="3946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>
                  <a:solidFill>
                    <a:srgbClr val="66737C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grpSp>
        <p:nvGrpSpPr>
          <p:cNvPr id="1275" name="Group 1274">
            <a:extLst>
              <a:ext uri="{FF2B5EF4-FFF2-40B4-BE49-F238E27FC236}">
                <a16:creationId xmlns:a16="http://schemas.microsoft.com/office/drawing/2014/main" id="{EEE90F09-ECEC-D3FC-DFFA-4D74AE926990}"/>
              </a:ext>
            </a:extLst>
          </p:cNvPr>
          <p:cNvGrpSpPr/>
          <p:nvPr/>
        </p:nvGrpSpPr>
        <p:grpSpPr>
          <a:xfrm>
            <a:off x="6280862" y="1031239"/>
            <a:ext cx="2873401" cy="4264878"/>
            <a:chOff x="6280862" y="996330"/>
            <a:chExt cx="2873401" cy="5431583"/>
          </a:xfrm>
        </p:grpSpPr>
        <p:cxnSp>
          <p:nvCxnSpPr>
            <p:cNvPr id="1276" name="Straight Connector 1275">
              <a:extLst>
                <a:ext uri="{FF2B5EF4-FFF2-40B4-BE49-F238E27FC236}">
                  <a16:creationId xmlns:a16="http://schemas.microsoft.com/office/drawing/2014/main" id="{71A51599-6EC5-7216-D1AE-0BE0AB91D66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80862" y="996330"/>
              <a:ext cx="0" cy="5431583"/>
            </a:xfrm>
            <a:prstGeom prst="line">
              <a:avLst/>
            </a:prstGeom>
            <a:noFill/>
            <a:ln w="6350" cap="flat" cmpd="sng" algn="ctr">
              <a:solidFill>
                <a:srgbClr val="A2ABB0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DBC6437-F965-48ED-4897-AA9C9F162E62}"/>
                </a:ext>
              </a:extLst>
            </p:cNvPr>
            <p:cNvCxnSpPr/>
            <p:nvPr/>
          </p:nvCxnSpPr>
          <p:spPr bwMode="auto">
            <a:xfrm>
              <a:off x="9154263" y="996330"/>
              <a:ext cx="0" cy="5431583"/>
            </a:xfrm>
            <a:prstGeom prst="line">
              <a:avLst/>
            </a:prstGeom>
            <a:noFill/>
            <a:ln w="6350" cap="flat" cmpd="sng" algn="ctr">
              <a:solidFill>
                <a:srgbClr val="A2ABB0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</p:grpSp>
      <p:sp>
        <p:nvSpPr>
          <p:cNvPr id="1278" name="Rectangle: Rounded Corners 1277">
            <a:extLst>
              <a:ext uri="{FF2B5EF4-FFF2-40B4-BE49-F238E27FC236}">
                <a16:creationId xmlns:a16="http://schemas.microsoft.com/office/drawing/2014/main" id="{517DE215-FB97-4C26-98E7-4E24CBABD536}"/>
              </a:ext>
            </a:extLst>
          </p:cNvPr>
          <p:cNvSpPr/>
          <p:nvPr/>
        </p:nvSpPr>
        <p:spPr bwMode="auto">
          <a:xfrm>
            <a:off x="78611" y="980407"/>
            <a:ext cx="375527" cy="4326549"/>
          </a:xfrm>
          <a:prstGeom prst="roundRect">
            <a:avLst/>
          </a:prstGeom>
          <a:solidFill>
            <a:srgbClr val="459FED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79" name="Rectangle: Rounded Corners 1278">
            <a:extLst>
              <a:ext uri="{FF2B5EF4-FFF2-40B4-BE49-F238E27FC236}">
                <a16:creationId xmlns:a16="http://schemas.microsoft.com/office/drawing/2014/main" id="{03CF5F93-D89D-39FE-8ABB-3A38900EEF93}"/>
              </a:ext>
            </a:extLst>
          </p:cNvPr>
          <p:cNvSpPr/>
          <p:nvPr/>
        </p:nvSpPr>
        <p:spPr>
          <a:xfrm>
            <a:off x="658037" y="4133980"/>
            <a:ext cx="2625448" cy="307770"/>
          </a:xfrm>
          <a:prstGeom prst="roundRect">
            <a:avLst/>
          </a:prstGeom>
          <a:solidFill>
            <a:srgbClr val="D3EDFE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7BC6FB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r>
              <a:rPr lang="en-GB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INIMVE</a:t>
            </a:r>
            <a:endParaRPr lang="en-US" sz="12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80" name="TextBox 1279">
            <a:extLst>
              <a:ext uri="{FF2B5EF4-FFF2-40B4-BE49-F238E27FC236}">
                <a16:creationId xmlns:a16="http://schemas.microsoft.com/office/drawing/2014/main" id="{0F5E68F3-6146-8C02-4C79-57D9D892EDC1}"/>
              </a:ext>
            </a:extLst>
          </p:cNvPr>
          <p:cNvSpPr txBox="1"/>
          <p:nvPr/>
        </p:nvSpPr>
        <p:spPr>
          <a:xfrm rot="16200000">
            <a:off x="-374988" y="3298195"/>
            <a:ext cx="1282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Niamquisnostru</a:t>
            </a:r>
          </a:p>
        </p:txBody>
      </p:sp>
      <p:cxnSp>
        <p:nvCxnSpPr>
          <p:cNvPr id="1281" name="Straight Connector 1280">
            <a:extLst>
              <a:ext uri="{FF2B5EF4-FFF2-40B4-BE49-F238E27FC236}">
                <a16:creationId xmlns:a16="http://schemas.microsoft.com/office/drawing/2014/main" id="{1C6DD0C8-F89E-1D6E-33F5-8BEE3EC84AA3}"/>
              </a:ext>
            </a:extLst>
          </p:cNvPr>
          <p:cNvCxnSpPr>
            <a:cxnSpLocks/>
          </p:cNvCxnSpPr>
          <p:nvPr/>
        </p:nvCxnSpPr>
        <p:spPr bwMode="auto">
          <a:xfrm>
            <a:off x="93732" y="5404778"/>
            <a:ext cx="12004536" cy="0"/>
          </a:xfrm>
          <a:prstGeom prst="line">
            <a:avLst/>
          </a:prstGeom>
          <a:noFill/>
          <a:ln w="6350" cap="flat" cmpd="sng" algn="ctr">
            <a:solidFill>
              <a:srgbClr val="A2AAB0"/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1282" name="Straight Connector 1281">
            <a:extLst>
              <a:ext uri="{FF2B5EF4-FFF2-40B4-BE49-F238E27FC236}">
                <a16:creationId xmlns:a16="http://schemas.microsoft.com/office/drawing/2014/main" id="{1C5B4F82-9449-FE2C-1DD7-C890B21714E2}"/>
              </a:ext>
            </a:extLst>
          </p:cNvPr>
          <p:cNvCxnSpPr>
            <a:cxnSpLocks/>
          </p:cNvCxnSpPr>
          <p:nvPr/>
        </p:nvCxnSpPr>
        <p:spPr bwMode="auto">
          <a:xfrm>
            <a:off x="534060" y="996331"/>
            <a:ext cx="0" cy="5431582"/>
          </a:xfrm>
          <a:prstGeom prst="line">
            <a:avLst/>
          </a:prstGeom>
          <a:noFill/>
          <a:ln w="6350" cap="flat" cmpd="sng" algn="ctr">
            <a:solidFill>
              <a:srgbClr val="A2ABB0"/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sp>
        <p:nvSpPr>
          <p:cNvPr id="1287" name="TextBox 1286">
            <a:extLst>
              <a:ext uri="{FF2B5EF4-FFF2-40B4-BE49-F238E27FC236}">
                <a16:creationId xmlns:a16="http://schemas.microsoft.com/office/drawing/2014/main" id="{27ABCB90-68FC-485F-7C54-88124FD28EEE}"/>
              </a:ext>
            </a:extLst>
          </p:cNvPr>
          <p:cNvSpPr txBox="1"/>
          <p:nvPr/>
        </p:nvSpPr>
        <p:spPr>
          <a:xfrm rot="16200000">
            <a:off x="-198439" y="5779172"/>
            <a:ext cx="9044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Dexercitati</a:t>
            </a:r>
          </a:p>
          <a:p>
            <a:pPr algn="ctr"/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Onullamc</a:t>
            </a:r>
          </a:p>
        </p:txBody>
      </p:sp>
      <p:sp>
        <p:nvSpPr>
          <p:cNvPr id="1288" name="Rectangle: Rounded Corners 1287">
            <a:extLst>
              <a:ext uri="{FF2B5EF4-FFF2-40B4-BE49-F238E27FC236}">
                <a16:creationId xmlns:a16="http://schemas.microsoft.com/office/drawing/2014/main" id="{7E781E91-D2C4-9EFA-0229-ADC49EF6FEE1}"/>
              </a:ext>
            </a:extLst>
          </p:cNvPr>
          <p:cNvSpPr/>
          <p:nvPr/>
        </p:nvSpPr>
        <p:spPr bwMode="auto">
          <a:xfrm>
            <a:off x="721604" y="5763416"/>
            <a:ext cx="11254967" cy="495667"/>
          </a:xfrm>
          <a:prstGeom prst="roundRect">
            <a:avLst>
              <a:gd name="adj" fmla="val 15052"/>
            </a:avLst>
          </a:prstGeom>
          <a:solidFill>
            <a:srgbClr val="FFE39E"/>
          </a:solidFill>
          <a:ln w="6350" cmpd="sng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DA9C0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r>
              <a:rPr lang="en-US" sz="1400" b="1">
                <a:latin typeface="Arial" panose="020B0604020202020204" pitchFamily="34" charset="0"/>
              </a:rPr>
              <a:t>Olaborisnis Iutaliqu Ipexeac om modocon sequat duisaut eir uredol o Rinr-eprehe nderi (Tinvolup) – </a:t>
            </a:r>
            <a:r>
              <a:rPr lang="en-US" sz="1400" b="1" i="1">
                <a:latin typeface="Arial" panose="020B0604020202020204" pitchFamily="34" charset="0"/>
              </a:rPr>
              <a:t>Tateveli te Ssecillu</a:t>
            </a:r>
          </a:p>
        </p:txBody>
      </p:sp>
      <p:sp>
        <p:nvSpPr>
          <p:cNvPr id="1289" name="Freeform: Shape 1288">
            <a:extLst>
              <a:ext uri="{FF2B5EF4-FFF2-40B4-BE49-F238E27FC236}">
                <a16:creationId xmlns:a16="http://schemas.microsoft.com/office/drawing/2014/main" id="{C79C877A-351B-E317-B3B1-9E41224BF18B}"/>
              </a:ext>
            </a:extLst>
          </p:cNvPr>
          <p:cNvSpPr/>
          <p:nvPr/>
        </p:nvSpPr>
        <p:spPr>
          <a:xfrm>
            <a:off x="2826560" y="1464521"/>
            <a:ext cx="6620222" cy="1050577"/>
          </a:xfrm>
          <a:custGeom>
            <a:avLst/>
            <a:gdLst>
              <a:gd name="connsiteX0" fmla="*/ 0 w 2413000"/>
              <a:gd name="connsiteY0" fmla="*/ 0 h 422053"/>
              <a:gd name="connsiteX1" fmla="*/ 139700 w 2413000"/>
              <a:gd name="connsiteY1" fmla="*/ 127000 h 422053"/>
              <a:gd name="connsiteX2" fmla="*/ 533400 w 2413000"/>
              <a:gd name="connsiteY2" fmla="*/ 241300 h 422053"/>
              <a:gd name="connsiteX3" fmla="*/ 825500 w 2413000"/>
              <a:gd name="connsiteY3" fmla="*/ 330200 h 422053"/>
              <a:gd name="connsiteX4" fmla="*/ 2413000 w 2413000"/>
              <a:gd name="connsiteY4" fmla="*/ 419100 h 422053"/>
              <a:gd name="connsiteX0" fmla="*/ 0 w 2413000"/>
              <a:gd name="connsiteY0" fmla="*/ 0 h 648006"/>
              <a:gd name="connsiteX1" fmla="*/ 139700 w 2413000"/>
              <a:gd name="connsiteY1" fmla="*/ 127000 h 648006"/>
              <a:gd name="connsiteX2" fmla="*/ 533400 w 2413000"/>
              <a:gd name="connsiteY2" fmla="*/ 241300 h 648006"/>
              <a:gd name="connsiteX3" fmla="*/ 977900 w 2413000"/>
              <a:gd name="connsiteY3" fmla="*/ 622300 h 648006"/>
              <a:gd name="connsiteX4" fmla="*/ 2413000 w 2413000"/>
              <a:gd name="connsiteY4" fmla="*/ 419100 h 648006"/>
              <a:gd name="connsiteX0" fmla="*/ 0 w 2413000"/>
              <a:gd name="connsiteY0" fmla="*/ 0 h 419100"/>
              <a:gd name="connsiteX1" fmla="*/ 139700 w 2413000"/>
              <a:gd name="connsiteY1" fmla="*/ 127000 h 419100"/>
              <a:gd name="connsiteX2" fmla="*/ 533400 w 2413000"/>
              <a:gd name="connsiteY2" fmla="*/ 241300 h 419100"/>
              <a:gd name="connsiteX3" fmla="*/ 2413000 w 2413000"/>
              <a:gd name="connsiteY3" fmla="*/ 419100 h 419100"/>
              <a:gd name="connsiteX0" fmla="*/ 0 w 2413000"/>
              <a:gd name="connsiteY0" fmla="*/ 0 h 590495"/>
              <a:gd name="connsiteX1" fmla="*/ 139700 w 2413000"/>
              <a:gd name="connsiteY1" fmla="*/ 127000 h 590495"/>
              <a:gd name="connsiteX2" fmla="*/ 1016000 w 2413000"/>
              <a:gd name="connsiteY2" fmla="*/ 584200 h 590495"/>
              <a:gd name="connsiteX3" fmla="*/ 2413000 w 2413000"/>
              <a:gd name="connsiteY3" fmla="*/ 419100 h 590495"/>
              <a:gd name="connsiteX0" fmla="*/ 0 w 2413000"/>
              <a:gd name="connsiteY0" fmla="*/ 0 h 586825"/>
              <a:gd name="connsiteX1" fmla="*/ 685800 w 2413000"/>
              <a:gd name="connsiteY1" fmla="*/ 241300 h 586825"/>
              <a:gd name="connsiteX2" fmla="*/ 1016000 w 2413000"/>
              <a:gd name="connsiteY2" fmla="*/ 584200 h 586825"/>
              <a:gd name="connsiteX3" fmla="*/ 2413000 w 2413000"/>
              <a:gd name="connsiteY3" fmla="*/ 419100 h 586825"/>
              <a:gd name="connsiteX0" fmla="*/ 0 w 3759200"/>
              <a:gd name="connsiteY0" fmla="*/ 292255 h 345680"/>
              <a:gd name="connsiteX1" fmla="*/ 2032000 w 3759200"/>
              <a:gd name="connsiteY1" fmla="*/ 155 h 345680"/>
              <a:gd name="connsiteX2" fmla="*/ 2362200 w 3759200"/>
              <a:gd name="connsiteY2" fmla="*/ 343055 h 345680"/>
              <a:gd name="connsiteX3" fmla="*/ 3759200 w 3759200"/>
              <a:gd name="connsiteY3" fmla="*/ 177955 h 345680"/>
              <a:gd name="connsiteX0" fmla="*/ 0 w 3759200"/>
              <a:gd name="connsiteY0" fmla="*/ 119139 h 171714"/>
              <a:gd name="connsiteX1" fmla="*/ 1663700 w 3759200"/>
              <a:gd name="connsiteY1" fmla="*/ 93739 h 171714"/>
              <a:gd name="connsiteX2" fmla="*/ 2362200 w 3759200"/>
              <a:gd name="connsiteY2" fmla="*/ 169939 h 171714"/>
              <a:gd name="connsiteX3" fmla="*/ 3759200 w 3759200"/>
              <a:gd name="connsiteY3" fmla="*/ 4839 h 171714"/>
              <a:gd name="connsiteX0" fmla="*/ 0 w 3759200"/>
              <a:gd name="connsiteY0" fmla="*/ 114300 h 131110"/>
              <a:gd name="connsiteX1" fmla="*/ 1663700 w 3759200"/>
              <a:gd name="connsiteY1" fmla="*/ 88900 h 131110"/>
              <a:gd name="connsiteX2" fmla="*/ 3759200 w 3759200"/>
              <a:gd name="connsiteY2" fmla="*/ 0 h 131110"/>
              <a:gd name="connsiteX0" fmla="*/ 0 w 9537700"/>
              <a:gd name="connsiteY0" fmla="*/ 1574800 h 1684033"/>
              <a:gd name="connsiteX1" fmla="*/ 1663700 w 9537700"/>
              <a:gd name="connsiteY1" fmla="*/ 1549400 h 1684033"/>
              <a:gd name="connsiteX2" fmla="*/ 9537700 w 9537700"/>
              <a:gd name="connsiteY2" fmla="*/ 0 h 1684033"/>
              <a:gd name="connsiteX0" fmla="*/ 0 w 9537700"/>
              <a:gd name="connsiteY0" fmla="*/ 1574800 h 1684033"/>
              <a:gd name="connsiteX1" fmla="*/ 1663700 w 9537700"/>
              <a:gd name="connsiteY1" fmla="*/ 1549400 h 1684033"/>
              <a:gd name="connsiteX2" fmla="*/ 9537700 w 9537700"/>
              <a:gd name="connsiteY2" fmla="*/ 0 h 1684033"/>
              <a:gd name="connsiteX0" fmla="*/ 0 w 10871200"/>
              <a:gd name="connsiteY0" fmla="*/ 1828800 h 1956555"/>
              <a:gd name="connsiteX1" fmla="*/ 1663700 w 10871200"/>
              <a:gd name="connsiteY1" fmla="*/ 1803400 h 1956555"/>
              <a:gd name="connsiteX2" fmla="*/ 10871200 w 10871200"/>
              <a:gd name="connsiteY2" fmla="*/ 0 h 1956555"/>
              <a:gd name="connsiteX0" fmla="*/ 0 w 10871200"/>
              <a:gd name="connsiteY0" fmla="*/ 1828800 h 1956555"/>
              <a:gd name="connsiteX1" fmla="*/ 1663700 w 10871200"/>
              <a:gd name="connsiteY1" fmla="*/ 1803400 h 1956555"/>
              <a:gd name="connsiteX2" fmla="*/ 10871200 w 10871200"/>
              <a:gd name="connsiteY2" fmla="*/ 0 h 1956555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97"/>
              <a:gd name="connsiteX1" fmla="*/ 10871200 w 10871200"/>
              <a:gd name="connsiteY1" fmla="*/ 0 h 1828897"/>
              <a:gd name="connsiteX0" fmla="*/ 0 w 10871200"/>
              <a:gd name="connsiteY0" fmla="*/ 1828800 h 1828897"/>
              <a:gd name="connsiteX1" fmla="*/ 10871200 w 10871200"/>
              <a:gd name="connsiteY1" fmla="*/ 0 h 1828897"/>
              <a:gd name="connsiteX0" fmla="*/ 0 w 10871200"/>
              <a:gd name="connsiteY0" fmla="*/ 1828800 h 1828913"/>
              <a:gd name="connsiteX1" fmla="*/ 10871200 w 10871200"/>
              <a:gd name="connsiteY1" fmla="*/ 0 h 1828913"/>
              <a:gd name="connsiteX0" fmla="*/ 0 w 10871200"/>
              <a:gd name="connsiteY0" fmla="*/ 1828800 h 1829781"/>
              <a:gd name="connsiteX1" fmla="*/ 10871200 w 10871200"/>
              <a:gd name="connsiteY1" fmla="*/ 0 h 1829781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871200"/>
              <a:gd name="connsiteY0" fmla="*/ 1828800 h 1828857"/>
              <a:gd name="connsiteX1" fmla="*/ 10871200 w 10871200"/>
              <a:gd name="connsiteY1" fmla="*/ 0 h 1828857"/>
              <a:gd name="connsiteX0" fmla="*/ 0 w 10871200"/>
              <a:gd name="connsiteY0" fmla="*/ 1828800 h 1828800"/>
              <a:gd name="connsiteX1" fmla="*/ 10871200 w 10871200"/>
              <a:gd name="connsiteY1" fmla="*/ 0 h 1828800"/>
              <a:gd name="connsiteX0" fmla="*/ 0 w 10698954"/>
              <a:gd name="connsiteY0" fmla="*/ 746453 h 746453"/>
              <a:gd name="connsiteX1" fmla="*/ 10698954 w 10698954"/>
              <a:gd name="connsiteY1" fmla="*/ 0 h 746453"/>
              <a:gd name="connsiteX0" fmla="*/ 0 w 10698954"/>
              <a:gd name="connsiteY0" fmla="*/ 746453 h 746453"/>
              <a:gd name="connsiteX1" fmla="*/ 10698954 w 10698954"/>
              <a:gd name="connsiteY1" fmla="*/ 0 h 746453"/>
              <a:gd name="connsiteX0" fmla="*/ 0 w 10698954"/>
              <a:gd name="connsiteY0" fmla="*/ 746453 h 746453"/>
              <a:gd name="connsiteX1" fmla="*/ 10698954 w 10698954"/>
              <a:gd name="connsiteY1" fmla="*/ 0 h 746453"/>
              <a:gd name="connsiteX0" fmla="*/ 0 w 9214986"/>
              <a:gd name="connsiteY0" fmla="*/ 618723 h 618723"/>
              <a:gd name="connsiteX1" fmla="*/ 9214986 w 9214986"/>
              <a:gd name="connsiteY1" fmla="*/ 0 h 618723"/>
              <a:gd name="connsiteX0" fmla="*/ 0 w 9214986"/>
              <a:gd name="connsiteY0" fmla="*/ 618723 h 618723"/>
              <a:gd name="connsiteX1" fmla="*/ 9214986 w 9214986"/>
              <a:gd name="connsiteY1" fmla="*/ 0 h 618723"/>
              <a:gd name="connsiteX0" fmla="*/ 0 w 9214986"/>
              <a:gd name="connsiteY0" fmla="*/ 618723 h 618723"/>
              <a:gd name="connsiteX1" fmla="*/ 9214986 w 9214986"/>
              <a:gd name="connsiteY1" fmla="*/ 0 h 618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214986" h="618723">
                <a:moveTo>
                  <a:pt x="0" y="618723"/>
                </a:moveTo>
                <a:cubicBezTo>
                  <a:pt x="3474346" y="67466"/>
                  <a:pt x="6863679" y="3801"/>
                  <a:pt x="9214986" y="0"/>
                </a:cubicBezTo>
              </a:path>
            </a:pathLst>
          </a:custGeom>
          <a:noFill/>
          <a:ln w="38100" cap="rnd">
            <a:gradFill>
              <a:gsLst>
                <a:gs pos="28000">
                  <a:srgbClr val="AFDEF9"/>
                </a:gs>
                <a:gs pos="6000">
                  <a:srgbClr val="459FED"/>
                </a:gs>
                <a:gs pos="93000">
                  <a:srgbClr val="DEE2E5"/>
                </a:gs>
              </a:gsLst>
              <a:lin ang="10800000" scaled="0"/>
            </a:gra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5" name="Group 1294">
            <a:extLst>
              <a:ext uri="{FF2B5EF4-FFF2-40B4-BE49-F238E27FC236}">
                <a16:creationId xmlns:a16="http://schemas.microsoft.com/office/drawing/2014/main" id="{77D0F201-CAFD-DB7B-22CB-C912F2CF0902}"/>
              </a:ext>
            </a:extLst>
          </p:cNvPr>
          <p:cNvGrpSpPr/>
          <p:nvPr/>
        </p:nvGrpSpPr>
        <p:grpSpPr>
          <a:xfrm>
            <a:off x="9271468" y="4945270"/>
            <a:ext cx="2659702" cy="369332"/>
            <a:chOff x="9271468" y="4945270"/>
            <a:chExt cx="2659702" cy="369332"/>
          </a:xfrm>
        </p:grpSpPr>
        <p:sp>
          <p:nvSpPr>
            <p:cNvPr id="1292" name="Rectangle: Rounded Corners 1291">
              <a:extLst>
                <a:ext uri="{FF2B5EF4-FFF2-40B4-BE49-F238E27FC236}">
                  <a16:creationId xmlns:a16="http://schemas.microsoft.com/office/drawing/2014/main" id="{B044E1F3-EFE7-80CE-0859-C15B1B884333}"/>
                </a:ext>
              </a:extLst>
            </p:cNvPr>
            <p:cNvSpPr/>
            <p:nvPr/>
          </p:nvSpPr>
          <p:spPr bwMode="auto">
            <a:xfrm>
              <a:off x="9286869" y="4975693"/>
              <a:ext cx="2628900" cy="308487"/>
            </a:xfrm>
            <a:prstGeom prst="roundRect">
              <a:avLst>
                <a:gd name="adj" fmla="val 20584"/>
              </a:avLst>
            </a:prstGeom>
            <a:solidFill>
              <a:srgbClr val="A2ABB0"/>
            </a:solidFill>
            <a:ln w="6350" cmpd="sng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n-US" sz="900" i="1">
                <a:solidFill>
                  <a:srgbClr val="20303D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1293" name="TextBox 1292">
              <a:extLst>
                <a:ext uri="{FF2B5EF4-FFF2-40B4-BE49-F238E27FC236}">
                  <a16:creationId xmlns:a16="http://schemas.microsoft.com/office/drawing/2014/main" id="{651C2177-C285-1695-46F6-3D94C11C6674}"/>
                </a:ext>
              </a:extLst>
            </p:cNvPr>
            <p:cNvSpPr txBox="1"/>
            <p:nvPr/>
          </p:nvSpPr>
          <p:spPr>
            <a:xfrm>
              <a:off x="9271468" y="4945270"/>
              <a:ext cx="26597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i="1">
                  <a:solidFill>
                    <a:schemeClr val="bg1"/>
                  </a:solidFill>
                  <a:latin typeface="Arial" panose="020B0604020202020204" pitchFamily="34" charset="0"/>
                  <a:cs typeface="Arial"/>
                </a:rPr>
                <a:t>Mdoloreeuf Ugi at Nulla par Iaturex Cepteurs</a:t>
              </a:r>
            </a:p>
            <a:p>
              <a:pPr algn="ctr"/>
              <a:r>
                <a:rPr lang="en-US" sz="900" i="1">
                  <a:solidFill>
                    <a:schemeClr val="bg1"/>
                  </a:solidFill>
                  <a:latin typeface="Arial" panose="020B0604020202020204" pitchFamily="34" charset="0"/>
                  <a:cs typeface="Arial"/>
                </a:rPr>
                <a:t>(in to ccaecatc upida ta Tnonpr 1 oid 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2826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16ED6-43D3-CE75-EB4E-82A74369A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C9B6-ACCE-7BE0-1D69-2F48B20A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1" kern="0" spc="-11"/>
              <a:t>Entsuntincu, lp aqu io ff iciadeserun tmoll it animidestl aborumcura bit urnonnul</a:t>
            </a:r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672B5B-3599-49C4-FC93-505A74258C17}"/>
              </a:ext>
            </a:extLst>
          </p:cNvPr>
          <p:cNvSpPr>
            <a:spLocks/>
          </p:cNvSpPr>
          <p:nvPr/>
        </p:nvSpPr>
        <p:spPr>
          <a:xfrm>
            <a:off x="44920" y="914400"/>
            <a:ext cx="12102162" cy="5686206"/>
          </a:xfrm>
          <a:prstGeom prst="roundRect">
            <a:avLst>
              <a:gd name="adj" fmla="val 1123"/>
            </a:avLst>
          </a:prstGeom>
          <a:gradFill flip="none" rotWithShape="1">
            <a:gsLst>
              <a:gs pos="100000">
                <a:srgbClr val="56C1ED">
                  <a:alpha val="0"/>
                </a:srgbClr>
              </a:gs>
              <a:gs pos="0">
                <a:srgbClr val="496AA4"/>
              </a:gs>
            </a:gsLst>
            <a:lin ang="8100000" scaled="1"/>
            <a:tileRect/>
          </a:gra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aphic 35">
            <a:extLst>
              <a:ext uri="{FF2B5EF4-FFF2-40B4-BE49-F238E27FC236}">
                <a16:creationId xmlns:a16="http://schemas.microsoft.com/office/drawing/2014/main" id="{DD350D10-72AC-1E73-9B06-2E2162147440}"/>
              </a:ext>
            </a:extLst>
          </p:cNvPr>
          <p:cNvGrpSpPr/>
          <p:nvPr/>
        </p:nvGrpSpPr>
        <p:grpSpPr>
          <a:xfrm>
            <a:off x="10422000" y="906562"/>
            <a:ext cx="1463418" cy="778845"/>
            <a:chOff x="8001765" y="3620929"/>
            <a:chExt cx="1268917" cy="675322"/>
          </a:xfrm>
          <a:solidFill>
            <a:srgbClr val="FFFFFF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FE68B6F-9F85-8109-490F-0B836902B919}"/>
                </a:ext>
              </a:extLst>
            </p:cNvPr>
            <p:cNvSpPr/>
            <p:nvPr/>
          </p:nvSpPr>
          <p:spPr>
            <a:xfrm>
              <a:off x="8225789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D30F0B-9359-16C3-3E69-A931FF65CC82}"/>
                </a:ext>
              </a:extLst>
            </p:cNvPr>
            <p:cNvSpPr/>
            <p:nvPr/>
          </p:nvSpPr>
          <p:spPr>
            <a:xfrm>
              <a:off x="830008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E84F337-3EF6-DE92-E467-F09138479B61}"/>
                </a:ext>
              </a:extLst>
            </p:cNvPr>
            <p:cNvSpPr/>
            <p:nvPr/>
          </p:nvSpPr>
          <p:spPr>
            <a:xfrm>
              <a:off x="8374137" y="3621881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8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71AADB6-2A24-9D44-E8F1-88E607323B40}"/>
                </a:ext>
              </a:extLst>
            </p:cNvPr>
            <p:cNvSpPr/>
            <p:nvPr/>
          </p:nvSpPr>
          <p:spPr>
            <a:xfrm>
              <a:off x="8447722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8D4D414-BB28-C57A-35B4-202213A16413}"/>
                </a:ext>
              </a:extLst>
            </p:cNvPr>
            <p:cNvSpPr/>
            <p:nvPr/>
          </p:nvSpPr>
          <p:spPr>
            <a:xfrm>
              <a:off x="8521830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981F7F6-5763-365F-9661-C48EF761EFEE}"/>
                </a:ext>
              </a:extLst>
            </p:cNvPr>
            <p:cNvSpPr/>
            <p:nvPr/>
          </p:nvSpPr>
          <p:spPr>
            <a:xfrm>
              <a:off x="8595360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C392332-4923-034B-3728-E00EAD98F48E}"/>
                </a:ext>
              </a:extLst>
            </p:cNvPr>
            <p:cNvSpPr/>
            <p:nvPr/>
          </p:nvSpPr>
          <p:spPr>
            <a:xfrm>
              <a:off x="866965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7E13646-40C3-D959-877C-8D4AB22442C5}"/>
                </a:ext>
              </a:extLst>
            </p:cNvPr>
            <p:cNvSpPr/>
            <p:nvPr/>
          </p:nvSpPr>
          <p:spPr>
            <a:xfrm>
              <a:off x="8743950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DE56B43-CCE7-F435-9F45-8BDB8BCC8C7E}"/>
                </a:ext>
              </a:extLst>
            </p:cNvPr>
            <p:cNvSpPr/>
            <p:nvPr/>
          </p:nvSpPr>
          <p:spPr>
            <a:xfrm>
              <a:off x="8817292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651A26A-C5D2-BF89-1AA5-ED58FED8231F}"/>
                </a:ext>
              </a:extLst>
            </p:cNvPr>
            <p:cNvSpPr/>
            <p:nvPr/>
          </p:nvSpPr>
          <p:spPr>
            <a:xfrm>
              <a:off x="8891587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01D78F0-68D4-6D85-C9E6-93D5428FC4AD}"/>
                </a:ext>
              </a:extLst>
            </p:cNvPr>
            <p:cNvSpPr/>
            <p:nvPr/>
          </p:nvSpPr>
          <p:spPr>
            <a:xfrm>
              <a:off x="8965882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C51D1C2-9BF0-AB6D-2983-C04F97773972}"/>
                </a:ext>
              </a:extLst>
            </p:cNvPr>
            <p:cNvSpPr/>
            <p:nvPr/>
          </p:nvSpPr>
          <p:spPr>
            <a:xfrm>
              <a:off x="903922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6C08ED-84BE-E00C-28FE-737F2C55D0BA}"/>
                </a:ext>
              </a:extLst>
            </p:cNvPr>
            <p:cNvSpPr/>
            <p:nvPr/>
          </p:nvSpPr>
          <p:spPr>
            <a:xfrm>
              <a:off x="9113519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C8F132D-6934-6A68-C6EF-DE2693A7FE19}"/>
                </a:ext>
              </a:extLst>
            </p:cNvPr>
            <p:cNvSpPr/>
            <p:nvPr/>
          </p:nvSpPr>
          <p:spPr>
            <a:xfrm>
              <a:off x="9187628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81142A0-BB27-6BC8-E396-B80711B976D5}"/>
                </a:ext>
              </a:extLst>
            </p:cNvPr>
            <p:cNvSpPr/>
            <p:nvPr/>
          </p:nvSpPr>
          <p:spPr>
            <a:xfrm>
              <a:off x="9261157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281A3C-C26A-DA7F-1818-7DB1DDEF04DF}"/>
                </a:ext>
              </a:extLst>
            </p:cNvPr>
            <p:cNvSpPr/>
            <p:nvPr/>
          </p:nvSpPr>
          <p:spPr>
            <a:xfrm>
              <a:off x="8225789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3FF6A82-D8E6-D379-7083-8E671A43D325}"/>
                </a:ext>
              </a:extLst>
            </p:cNvPr>
            <p:cNvSpPr/>
            <p:nvPr/>
          </p:nvSpPr>
          <p:spPr>
            <a:xfrm>
              <a:off x="8299898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1" y="0"/>
                    <a:pt x="187" y="1905"/>
                    <a:pt x="187" y="4763"/>
                  </a:cubicBezTo>
                  <a:cubicBezTo>
                    <a:pt x="-766" y="7620"/>
                    <a:pt x="2091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93840D8-094D-5B84-93B8-BF2765BBD46F}"/>
                </a:ext>
              </a:extLst>
            </p:cNvPr>
            <p:cNvSpPr/>
            <p:nvPr/>
          </p:nvSpPr>
          <p:spPr>
            <a:xfrm>
              <a:off x="8374137" y="3695224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960BC35-9110-BAA0-A1A9-E9074265913B}"/>
                </a:ext>
              </a:extLst>
            </p:cNvPr>
            <p:cNvSpPr/>
            <p:nvPr/>
          </p:nvSpPr>
          <p:spPr>
            <a:xfrm>
              <a:off x="8447722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B0FD33F-00B7-E65E-EE5A-25AEDE45FCDA}"/>
                </a:ext>
              </a:extLst>
            </p:cNvPr>
            <p:cNvSpPr/>
            <p:nvPr/>
          </p:nvSpPr>
          <p:spPr>
            <a:xfrm>
              <a:off x="8521830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3E2A004-D436-6D0F-4841-2323A2514433}"/>
                </a:ext>
              </a:extLst>
            </p:cNvPr>
            <p:cNvSpPr/>
            <p:nvPr/>
          </p:nvSpPr>
          <p:spPr>
            <a:xfrm>
              <a:off x="8595360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6439554-C495-3BDB-0E20-ECA4A3982C9D}"/>
                </a:ext>
              </a:extLst>
            </p:cNvPr>
            <p:cNvSpPr/>
            <p:nvPr/>
          </p:nvSpPr>
          <p:spPr>
            <a:xfrm>
              <a:off x="8669655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327F529-020D-4A5A-8E99-2BA5EBD9401C}"/>
                </a:ext>
              </a:extLst>
            </p:cNvPr>
            <p:cNvSpPr/>
            <p:nvPr/>
          </p:nvSpPr>
          <p:spPr>
            <a:xfrm>
              <a:off x="8743763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D491E1A-358E-DF0E-1A35-67D6B7B48034}"/>
                </a:ext>
              </a:extLst>
            </p:cNvPr>
            <p:cNvSpPr/>
            <p:nvPr/>
          </p:nvSpPr>
          <p:spPr>
            <a:xfrm>
              <a:off x="8817292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0703F4E-C8EA-EFCB-A3F9-7097A146EDE5}"/>
                </a:ext>
              </a:extLst>
            </p:cNvPr>
            <p:cNvSpPr/>
            <p:nvPr/>
          </p:nvSpPr>
          <p:spPr>
            <a:xfrm>
              <a:off x="8891587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21F7A39-90F9-4E1A-ABD2-B659F3534C8C}"/>
                </a:ext>
              </a:extLst>
            </p:cNvPr>
            <p:cNvSpPr/>
            <p:nvPr/>
          </p:nvSpPr>
          <p:spPr>
            <a:xfrm>
              <a:off x="8965695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1FDB06F-099F-3E82-9ACD-0A893C168C46}"/>
                </a:ext>
              </a:extLst>
            </p:cNvPr>
            <p:cNvSpPr/>
            <p:nvPr/>
          </p:nvSpPr>
          <p:spPr>
            <a:xfrm>
              <a:off x="9039225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AECBF2-43D9-C429-EAB0-3A92075D0277}"/>
                </a:ext>
              </a:extLst>
            </p:cNvPr>
            <p:cNvSpPr/>
            <p:nvPr/>
          </p:nvSpPr>
          <p:spPr>
            <a:xfrm>
              <a:off x="9113519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92DFEFA-EE72-7E10-9F73-0CE331EDB8CF}"/>
                </a:ext>
              </a:extLst>
            </p:cNvPr>
            <p:cNvSpPr/>
            <p:nvPr/>
          </p:nvSpPr>
          <p:spPr>
            <a:xfrm>
              <a:off x="9187628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34D7B0A-2029-BF0F-5C59-0F1CB3799DA2}"/>
                </a:ext>
              </a:extLst>
            </p:cNvPr>
            <p:cNvSpPr/>
            <p:nvPr/>
          </p:nvSpPr>
          <p:spPr>
            <a:xfrm>
              <a:off x="9261157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5118C12-E798-3151-CB36-7F86E818513F}"/>
                </a:ext>
              </a:extLst>
            </p:cNvPr>
            <p:cNvSpPr/>
            <p:nvPr/>
          </p:nvSpPr>
          <p:spPr>
            <a:xfrm>
              <a:off x="8225789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BD32768-11F2-A493-B98C-ED0793BC6418}"/>
                </a:ext>
              </a:extLst>
            </p:cNvPr>
            <p:cNvSpPr/>
            <p:nvPr/>
          </p:nvSpPr>
          <p:spPr>
            <a:xfrm>
              <a:off x="8299898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1" y="0"/>
                    <a:pt x="187" y="1905"/>
                    <a:pt x="187" y="4763"/>
                  </a:cubicBezTo>
                  <a:cubicBezTo>
                    <a:pt x="-766" y="6667"/>
                    <a:pt x="2091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424835F-D67B-3C42-D19D-98916F7286BC}"/>
                </a:ext>
              </a:extLst>
            </p:cNvPr>
            <p:cNvSpPr/>
            <p:nvPr/>
          </p:nvSpPr>
          <p:spPr>
            <a:xfrm>
              <a:off x="8374137" y="3769519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7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D08B70D-4679-11F1-0ABA-97FD3F54E94B}"/>
                </a:ext>
              </a:extLst>
            </p:cNvPr>
            <p:cNvSpPr/>
            <p:nvPr/>
          </p:nvSpPr>
          <p:spPr>
            <a:xfrm>
              <a:off x="8447722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4F9716C-4B43-34BB-FA21-49271D2EC921}"/>
                </a:ext>
              </a:extLst>
            </p:cNvPr>
            <p:cNvSpPr/>
            <p:nvPr/>
          </p:nvSpPr>
          <p:spPr>
            <a:xfrm>
              <a:off x="8521830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98A9EC3-C02B-5F3B-4E2D-944CB4566498}"/>
                </a:ext>
              </a:extLst>
            </p:cNvPr>
            <p:cNvSpPr/>
            <p:nvPr/>
          </p:nvSpPr>
          <p:spPr>
            <a:xfrm>
              <a:off x="8595360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4794670-9402-780F-3929-B5BADD19E4A9}"/>
                </a:ext>
              </a:extLst>
            </p:cNvPr>
            <p:cNvSpPr/>
            <p:nvPr/>
          </p:nvSpPr>
          <p:spPr>
            <a:xfrm>
              <a:off x="8669655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3F3A597-A818-FF28-8602-6B89D15A7707}"/>
                </a:ext>
              </a:extLst>
            </p:cNvPr>
            <p:cNvSpPr/>
            <p:nvPr/>
          </p:nvSpPr>
          <p:spPr>
            <a:xfrm>
              <a:off x="8743763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06072A6-3CBB-4FD4-316E-CB521D5927B5}"/>
                </a:ext>
              </a:extLst>
            </p:cNvPr>
            <p:cNvSpPr/>
            <p:nvPr/>
          </p:nvSpPr>
          <p:spPr>
            <a:xfrm>
              <a:off x="8817292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111359D-C52E-9311-1226-F2F2B8FA27E9}"/>
                </a:ext>
              </a:extLst>
            </p:cNvPr>
            <p:cNvSpPr/>
            <p:nvPr/>
          </p:nvSpPr>
          <p:spPr>
            <a:xfrm>
              <a:off x="8891587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A788F3C-5FE2-C4DB-83D7-C06DD8F9C98B}"/>
                </a:ext>
              </a:extLst>
            </p:cNvPr>
            <p:cNvSpPr/>
            <p:nvPr/>
          </p:nvSpPr>
          <p:spPr>
            <a:xfrm>
              <a:off x="8965695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4D860BA-1EB0-4EB8-E506-864B1C0AB515}"/>
                </a:ext>
              </a:extLst>
            </p:cNvPr>
            <p:cNvSpPr/>
            <p:nvPr/>
          </p:nvSpPr>
          <p:spPr>
            <a:xfrm>
              <a:off x="9039225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EF64AF4B-0BFD-2D50-3500-976E0FD16E4C}"/>
                </a:ext>
              </a:extLst>
            </p:cNvPr>
            <p:cNvSpPr/>
            <p:nvPr/>
          </p:nvSpPr>
          <p:spPr>
            <a:xfrm>
              <a:off x="9113519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399FF6-D749-0D20-9D13-8D0466AAA994}"/>
                </a:ext>
              </a:extLst>
            </p:cNvPr>
            <p:cNvSpPr/>
            <p:nvPr/>
          </p:nvSpPr>
          <p:spPr>
            <a:xfrm>
              <a:off x="9187628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946EFFA-8E7B-31D6-82FB-06882D0DFB4E}"/>
                </a:ext>
              </a:extLst>
            </p:cNvPr>
            <p:cNvSpPr/>
            <p:nvPr/>
          </p:nvSpPr>
          <p:spPr>
            <a:xfrm>
              <a:off x="9261157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19859B3-BEC2-69DF-5AA9-04CDC9A3BEE7}"/>
                </a:ext>
              </a:extLst>
            </p:cNvPr>
            <p:cNvSpPr/>
            <p:nvPr/>
          </p:nvSpPr>
          <p:spPr>
            <a:xfrm>
              <a:off x="8225789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349799C-E068-47E7-C709-171D16AF82E1}"/>
                </a:ext>
              </a:extLst>
            </p:cNvPr>
            <p:cNvSpPr/>
            <p:nvPr/>
          </p:nvSpPr>
          <p:spPr>
            <a:xfrm>
              <a:off x="830008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ABCA6AB-C35D-D8F3-3D3B-A1FCC87CC399}"/>
                </a:ext>
              </a:extLst>
            </p:cNvPr>
            <p:cNvSpPr/>
            <p:nvPr/>
          </p:nvSpPr>
          <p:spPr>
            <a:xfrm>
              <a:off x="8374137" y="3842861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E8DA866-A935-2428-7B7B-E5FE1EF24145}"/>
                </a:ext>
              </a:extLst>
            </p:cNvPr>
            <p:cNvSpPr/>
            <p:nvPr/>
          </p:nvSpPr>
          <p:spPr>
            <a:xfrm>
              <a:off x="8447722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E607FCE-DAE0-DA5F-9459-93635F561C0A}"/>
                </a:ext>
              </a:extLst>
            </p:cNvPr>
            <p:cNvSpPr/>
            <p:nvPr/>
          </p:nvSpPr>
          <p:spPr>
            <a:xfrm>
              <a:off x="8521830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22CAC4D-4A9E-75F8-4340-C58DB145C3FD}"/>
                </a:ext>
              </a:extLst>
            </p:cNvPr>
            <p:cNvSpPr/>
            <p:nvPr/>
          </p:nvSpPr>
          <p:spPr>
            <a:xfrm>
              <a:off x="8595360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A842498-E320-984B-5261-26613982FFDC}"/>
                </a:ext>
              </a:extLst>
            </p:cNvPr>
            <p:cNvSpPr/>
            <p:nvPr/>
          </p:nvSpPr>
          <p:spPr>
            <a:xfrm>
              <a:off x="866965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27F239D-354D-9964-4788-4461B41F164B}"/>
                </a:ext>
              </a:extLst>
            </p:cNvPr>
            <p:cNvSpPr/>
            <p:nvPr/>
          </p:nvSpPr>
          <p:spPr>
            <a:xfrm>
              <a:off x="8743950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06D158B-B159-A110-20E2-9C4EE0BF82E1}"/>
                </a:ext>
              </a:extLst>
            </p:cNvPr>
            <p:cNvSpPr/>
            <p:nvPr/>
          </p:nvSpPr>
          <p:spPr>
            <a:xfrm>
              <a:off x="8817292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31362C7-8AFE-8915-3EF4-06B9015606CD}"/>
                </a:ext>
              </a:extLst>
            </p:cNvPr>
            <p:cNvSpPr/>
            <p:nvPr/>
          </p:nvSpPr>
          <p:spPr>
            <a:xfrm>
              <a:off x="8891587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2BFB764-DBE9-D1D0-6770-0EBE6378F4F8}"/>
                </a:ext>
              </a:extLst>
            </p:cNvPr>
            <p:cNvSpPr/>
            <p:nvPr/>
          </p:nvSpPr>
          <p:spPr>
            <a:xfrm>
              <a:off x="8965882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96E4B62-5BE2-0027-A5C9-C06462D11A83}"/>
                </a:ext>
              </a:extLst>
            </p:cNvPr>
            <p:cNvSpPr/>
            <p:nvPr/>
          </p:nvSpPr>
          <p:spPr>
            <a:xfrm>
              <a:off x="903922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EE06A71-924E-6BF1-D82D-73DF0683A607}"/>
                </a:ext>
              </a:extLst>
            </p:cNvPr>
            <p:cNvSpPr/>
            <p:nvPr/>
          </p:nvSpPr>
          <p:spPr>
            <a:xfrm>
              <a:off x="9113519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7BCC3DD-14C2-552A-46C9-3A5F9048098B}"/>
                </a:ext>
              </a:extLst>
            </p:cNvPr>
            <p:cNvSpPr/>
            <p:nvPr/>
          </p:nvSpPr>
          <p:spPr>
            <a:xfrm>
              <a:off x="9187628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F922C3E-D4CB-3FA2-6965-2C61B61BF87B}"/>
                </a:ext>
              </a:extLst>
            </p:cNvPr>
            <p:cNvSpPr/>
            <p:nvPr/>
          </p:nvSpPr>
          <p:spPr>
            <a:xfrm>
              <a:off x="9261157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CB15581-6A48-80DD-B1DF-32E86D9CA8E8}"/>
                </a:ext>
              </a:extLst>
            </p:cNvPr>
            <p:cNvSpPr/>
            <p:nvPr/>
          </p:nvSpPr>
          <p:spPr>
            <a:xfrm>
              <a:off x="8225789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1FBB658-4D6C-CAB2-FDC8-2FB9A38E1B52}"/>
                </a:ext>
              </a:extLst>
            </p:cNvPr>
            <p:cNvSpPr/>
            <p:nvPr/>
          </p:nvSpPr>
          <p:spPr>
            <a:xfrm>
              <a:off x="830008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C9BAE68-321A-2A31-286A-FD7B2D26F924}"/>
                </a:ext>
              </a:extLst>
            </p:cNvPr>
            <p:cNvSpPr/>
            <p:nvPr/>
          </p:nvSpPr>
          <p:spPr>
            <a:xfrm>
              <a:off x="8374137" y="3917156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86315E14-F0E7-ED03-A6E4-8CB2223F3646}"/>
                </a:ext>
              </a:extLst>
            </p:cNvPr>
            <p:cNvSpPr/>
            <p:nvPr/>
          </p:nvSpPr>
          <p:spPr>
            <a:xfrm>
              <a:off x="8447722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0DF6FD2-769C-343B-9ED1-B96D99DDF1BF}"/>
                </a:ext>
              </a:extLst>
            </p:cNvPr>
            <p:cNvSpPr/>
            <p:nvPr/>
          </p:nvSpPr>
          <p:spPr>
            <a:xfrm>
              <a:off x="8521830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4EA7DC1-C2C8-3F4B-9F6E-6321C7A3F5DF}"/>
                </a:ext>
              </a:extLst>
            </p:cNvPr>
            <p:cNvSpPr/>
            <p:nvPr/>
          </p:nvSpPr>
          <p:spPr>
            <a:xfrm>
              <a:off x="8595360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74631DA-2B6A-2D8B-1650-2D7C8002D589}"/>
                </a:ext>
              </a:extLst>
            </p:cNvPr>
            <p:cNvSpPr/>
            <p:nvPr/>
          </p:nvSpPr>
          <p:spPr>
            <a:xfrm>
              <a:off x="866965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531A309-223D-45D6-D613-6CDA0BA90B6F}"/>
                </a:ext>
              </a:extLst>
            </p:cNvPr>
            <p:cNvSpPr/>
            <p:nvPr/>
          </p:nvSpPr>
          <p:spPr>
            <a:xfrm>
              <a:off x="8743950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DFDEE99-A83A-5CE8-5659-9D004EAB9CFA}"/>
                </a:ext>
              </a:extLst>
            </p:cNvPr>
            <p:cNvSpPr/>
            <p:nvPr/>
          </p:nvSpPr>
          <p:spPr>
            <a:xfrm>
              <a:off x="8817292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89A1E1C-5734-26D4-A1E0-70249A8374BA}"/>
                </a:ext>
              </a:extLst>
            </p:cNvPr>
            <p:cNvSpPr/>
            <p:nvPr/>
          </p:nvSpPr>
          <p:spPr>
            <a:xfrm>
              <a:off x="8891587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A3C4491-F266-B5F0-77A9-29E16AA3BE7B}"/>
                </a:ext>
              </a:extLst>
            </p:cNvPr>
            <p:cNvSpPr/>
            <p:nvPr/>
          </p:nvSpPr>
          <p:spPr>
            <a:xfrm>
              <a:off x="8965882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9D27686-00B6-CCF9-AAC4-417810E6E569}"/>
                </a:ext>
              </a:extLst>
            </p:cNvPr>
            <p:cNvSpPr/>
            <p:nvPr/>
          </p:nvSpPr>
          <p:spPr>
            <a:xfrm>
              <a:off x="903922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FC8A0F8-41F6-9741-CE62-154AB1110349}"/>
                </a:ext>
              </a:extLst>
            </p:cNvPr>
            <p:cNvSpPr/>
            <p:nvPr/>
          </p:nvSpPr>
          <p:spPr>
            <a:xfrm>
              <a:off x="9113519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287B09F-2118-133B-C670-3E052FDF3196}"/>
                </a:ext>
              </a:extLst>
            </p:cNvPr>
            <p:cNvSpPr/>
            <p:nvPr/>
          </p:nvSpPr>
          <p:spPr>
            <a:xfrm>
              <a:off x="9187628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DA71D8CE-E139-8B85-D05C-7BBFDB14766C}"/>
                </a:ext>
              </a:extLst>
            </p:cNvPr>
            <p:cNvSpPr/>
            <p:nvPr/>
          </p:nvSpPr>
          <p:spPr>
            <a:xfrm>
              <a:off x="9261157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A1A09533-3DC6-FC0D-60C8-5006073AC4BE}"/>
                </a:ext>
              </a:extLst>
            </p:cNvPr>
            <p:cNvSpPr/>
            <p:nvPr/>
          </p:nvSpPr>
          <p:spPr>
            <a:xfrm>
              <a:off x="8225789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E5E26FD-95CF-D7BB-60B3-A45AB2D5F2D4}"/>
                </a:ext>
              </a:extLst>
            </p:cNvPr>
            <p:cNvSpPr/>
            <p:nvPr/>
          </p:nvSpPr>
          <p:spPr>
            <a:xfrm>
              <a:off x="830008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43511450-0FB5-0EF7-68B7-A9541BA60D1E}"/>
                </a:ext>
              </a:extLst>
            </p:cNvPr>
            <p:cNvSpPr/>
            <p:nvPr/>
          </p:nvSpPr>
          <p:spPr>
            <a:xfrm>
              <a:off x="8374137" y="3991451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8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8EA298A-0801-2C8C-7CEB-0EDE86A39CE8}"/>
                </a:ext>
              </a:extLst>
            </p:cNvPr>
            <p:cNvSpPr/>
            <p:nvPr/>
          </p:nvSpPr>
          <p:spPr>
            <a:xfrm>
              <a:off x="8447722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C010F79-A2A2-A50A-8030-10E0BB9636EE}"/>
                </a:ext>
              </a:extLst>
            </p:cNvPr>
            <p:cNvSpPr/>
            <p:nvPr/>
          </p:nvSpPr>
          <p:spPr>
            <a:xfrm>
              <a:off x="8521830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A1A22A4-2C50-386C-C9E3-BBF9B898C951}"/>
                </a:ext>
              </a:extLst>
            </p:cNvPr>
            <p:cNvSpPr/>
            <p:nvPr/>
          </p:nvSpPr>
          <p:spPr>
            <a:xfrm>
              <a:off x="8595360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AAEE8798-578C-0149-EA42-E8AC8751B21C}"/>
                </a:ext>
              </a:extLst>
            </p:cNvPr>
            <p:cNvSpPr/>
            <p:nvPr/>
          </p:nvSpPr>
          <p:spPr>
            <a:xfrm>
              <a:off x="866965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F26B0CC-8818-9C18-7B12-BB331BF3831C}"/>
                </a:ext>
              </a:extLst>
            </p:cNvPr>
            <p:cNvSpPr/>
            <p:nvPr/>
          </p:nvSpPr>
          <p:spPr>
            <a:xfrm>
              <a:off x="8743950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C00534-35E3-96E9-481F-9AAA86E69E4E}"/>
                </a:ext>
              </a:extLst>
            </p:cNvPr>
            <p:cNvSpPr/>
            <p:nvPr/>
          </p:nvSpPr>
          <p:spPr>
            <a:xfrm>
              <a:off x="8817292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C617F34-E2B7-9875-8E09-09925835DAF8}"/>
                </a:ext>
              </a:extLst>
            </p:cNvPr>
            <p:cNvSpPr/>
            <p:nvPr/>
          </p:nvSpPr>
          <p:spPr>
            <a:xfrm>
              <a:off x="8891587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83AABC5F-B863-274D-5DC6-6AC8A05F72E4}"/>
                </a:ext>
              </a:extLst>
            </p:cNvPr>
            <p:cNvSpPr/>
            <p:nvPr/>
          </p:nvSpPr>
          <p:spPr>
            <a:xfrm>
              <a:off x="8965882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3C8794E-A684-78D9-13BB-DCA18677D19C}"/>
                </a:ext>
              </a:extLst>
            </p:cNvPr>
            <p:cNvSpPr/>
            <p:nvPr/>
          </p:nvSpPr>
          <p:spPr>
            <a:xfrm>
              <a:off x="903922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3F6D46D2-3C16-45F1-3715-A0BF35FC574F}"/>
                </a:ext>
              </a:extLst>
            </p:cNvPr>
            <p:cNvSpPr/>
            <p:nvPr/>
          </p:nvSpPr>
          <p:spPr>
            <a:xfrm>
              <a:off x="9113519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ABC735E-6045-2364-3750-2557174C0AB8}"/>
                </a:ext>
              </a:extLst>
            </p:cNvPr>
            <p:cNvSpPr/>
            <p:nvPr/>
          </p:nvSpPr>
          <p:spPr>
            <a:xfrm>
              <a:off x="9187628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B617391-D288-DC6E-45EE-F08E3D86E7EC}"/>
                </a:ext>
              </a:extLst>
            </p:cNvPr>
            <p:cNvSpPr/>
            <p:nvPr/>
          </p:nvSpPr>
          <p:spPr>
            <a:xfrm>
              <a:off x="9261157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D5E06256-D62A-531A-1D88-5BD2C3865B3C}"/>
                </a:ext>
              </a:extLst>
            </p:cNvPr>
            <p:cNvSpPr/>
            <p:nvPr/>
          </p:nvSpPr>
          <p:spPr>
            <a:xfrm>
              <a:off x="8225789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6C8B99F-0370-4503-CEDF-C73137ECABC8}"/>
                </a:ext>
              </a:extLst>
            </p:cNvPr>
            <p:cNvSpPr/>
            <p:nvPr/>
          </p:nvSpPr>
          <p:spPr>
            <a:xfrm>
              <a:off x="8299898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1" y="0"/>
                    <a:pt x="187" y="1905"/>
                    <a:pt x="187" y="4763"/>
                  </a:cubicBezTo>
                  <a:cubicBezTo>
                    <a:pt x="-766" y="7620"/>
                    <a:pt x="2091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F39C9FF9-7E3F-27A4-F9AE-F6E7BBF8BBA5}"/>
                </a:ext>
              </a:extLst>
            </p:cNvPr>
            <p:cNvSpPr/>
            <p:nvPr/>
          </p:nvSpPr>
          <p:spPr>
            <a:xfrm>
              <a:off x="8374137" y="4064794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BE2B93D-C287-A047-6CC7-DD668213F972}"/>
                </a:ext>
              </a:extLst>
            </p:cNvPr>
            <p:cNvSpPr/>
            <p:nvPr/>
          </p:nvSpPr>
          <p:spPr>
            <a:xfrm>
              <a:off x="8447722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8A05DF18-6545-F2D8-4A80-E6CFB1FB3B95}"/>
                </a:ext>
              </a:extLst>
            </p:cNvPr>
            <p:cNvSpPr/>
            <p:nvPr/>
          </p:nvSpPr>
          <p:spPr>
            <a:xfrm>
              <a:off x="8521830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CADCA76-80AC-C854-33AF-063A6D1D5724}"/>
                </a:ext>
              </a:extLst>
            </p:cNvPr>
            <p:cNvSpPr/>
            <p:nvPr/>
          </p:nvSpPr>
          <p:spPr>
            <a:xfrm>
              <a:off x="8595360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E6A1D7D-3FED-2147-702A-4A72C0C5F07C}"/>
                </a:ext>
              </a:extLst>
            </p:cNvPr>
            <p:cNvSpPr/>
            <p:nvPr/>
          </p:nvSpPr>
          <p:spPr>
            <a:xfrm>
              <a:off x="8669655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52070E83-C00B-59EF-C095-F0432696127B}"/>
                </a:ext>
              </a:extLst>
            </p:cNvPr>
            <p:cNvSpPr/>
            <p:nvPr/>
          </p:nvSpPr>
          <p:spPr>
            <a:xfrm>
              <a:off x="8743763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B98AC8F-9065-6A85-11A5-B1164ADCA226}"/>
                </a:ext>
              </a:extLst>
            </p:cNvPr>
            <p:cNvSpPr/>
            <p:nvPr/>
          </p:nvSpPr>
          <p:spPr>
            <a:xfrm>
              <a:off x="8817292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1F303B10-A246-5A8A-5D6A-C27E06E98389}"/>
                </a:ext>
              </a:extLst>
            </p:cNvPr>
            <p:cNvSpPr/>
            <p:nvPr/>
          </p:nvSpPr>
          <p:spPr>
            <a:xfrm>
              <a:off x="8891587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CB4441F-89D2-25C4-A1EC-D1F7DB171862}"/>
                </a:ext>
              </a:extLst>
            </p:cNvPr>
            <p:cNvSpPr/>
            <p:nvPr/>
          </p:nvSpPr>
          <p:spPr>
            <a:xfrm>
              <a:off x="8965695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05B38CE-5C7F-4BCE-D351-A85C65C1C18A}"/>
                </a:ext>
              </a:extLst>
            </p:cNvPr>
            <p:cNvSpPr/>
            <p:nvPr/>
          </p:nvSpPr>
          <p:spPr>
            <a:xfrm>
              <a:off x="9039225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FF88C38-2DBB-84B2-7F3B-A4ECDAD6492B}"/>
                </a:ext>
              </a:extLst>
            </p:cNvPr>
            <p:cNvSpPr/>
            <p:nvPr/>
          </p:nvSpPr>
          <p:spPr>
            <a:xfrm>
              <a:off x="9113519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12F2214B-2D27-88CF-44A0-B6E99B51C257}"/>
                </a:ext>
              </a:extLst>
            </p:cNvPr>
            <p:cNvSpPr/>
            <p:nvPr/>
          </p:nvSpPr>
          <p:spPr>
            <a:xfrm>
              <a:off x="9187628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FAA4D27-BD21-2195-491F-CA8956C7CBF4}"/>
                </a:ext>
              </a:extLst>
            </p:cNvPr>
            <p:cNvSpPr/>
            <p:nvPr/>
          </p:nvSpPr>
          <p:spPr>
            <a:xfrm>
              <a:off x="9261157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E58DEC8-015E-E313-789A-F422D9E3816A}"/>
                </a:ext>
              </a:extLst>
            </p:cNvPr>
            <p:cNvSpPr/>
            <p:nvPr/>
          </p:nvSpPr>
          <p:spPr>
            <a:xfrm>
              <a:off x="8225789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FADF05A-C300-0B64-E7D9-D66C7341D7EA}"/>
                </a:ext>
              </a:extLst>
            </p:cNvPr>
            <p:cNvSpPr/>
            <p:nvPr/>
          </p:nvSpPr>
          <p:spPr>
            <a:xfrm>
              <a:off x="830008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2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480F1216-6AD8-7A65-E24E-CE7381A4438D}"/>
                </a:ext>
              </a:extLst>
            </p:cNvPr>
            <p:cNvSpPr/>
            <p:nvPr/>
          </p:nvSpPr>
          <p:spPr>
            <a:xfrm>
              <a:off x="8374137" y="4139088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17EC237-96F1-D1B5-8CE9-035B0FB63D84}"/>
                </a:ext>
              </a:extLst>
            </p:cNvPr>
            <p:cNvSpPr/>
            <p:nvPr/>
          </p:nvSpPr>
          <p:spPr>
            <a:xfrm>
              <a:off x="8447722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30BCB48-49AF-9F9E-8CBB-FB94633D5509}"/>
                </a:ext>
              </a:extLst>
            </p:cNvPr>
            <p:cNvSpPr/>
            <p:nvPr/>
          </p:nvSpPr>
          <p:spPr>
            <a:xfrm>
              <a:off x="8521830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52D5FC58-1AE4-C526-9D04-415E76F35E9C}"/>
                </a:ext>
              </a:extLst>
            </p:cNvPr>
            <p:cNvSpPr/>
            <p:nvPr/>
          </p:nvSpPr>
          <p:spPr>
            <a:xfrm>
              <a:off x="8595360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F7E11FCB-99CA-F4A3-B16E-4DCD4FEC10A1}"/>
                </a:ext>
              </a:extLst>
            </p:cNvPr>
            <p:cNvSpPr/>
            <p:nvPr/>
          </p:nvSpPr>
          <p:spPr>
            <a:xfrm>
              <a:off x="866965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2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60A327B-D2E9-C9B3-3349-CCC9B4A358CD}"/>
                </a:ext>
              </a:extLst>
            </p:cNvPr>
            <p:cNvSpPr/>
            <p:nvPr/>
          </p:nvSpPr>
          <p:spPr>
            <a:xfrm>
              <a:off x="8743950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4F4AC91E-C54D-0B9E-24B5-1946E7BB9406}"/>
                </a:ext>
              </a:extLst>
            </p:cNvPr>
            <p:cNvSpPr/>
            <p:nvPr/>
          </p:nvSpPr>
          <p:spPr>
            <a:xfrm>
              <a:off x="8817292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7A71EB5-5E61-0F34-FE2F-11F994A00250}"/>
                </a:ext>
              </a:extLst>
            </p:cNvPr>
            <p:cNvSpPr/>
            <p:nvPr/>
          </p:nvSpPr>
          <p:spPr>
            <a:xfrm>
              <a:off x="8891587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826DC80-119C-D563-0453-AB3EA87E945E}"/>
                </a:ext>
              </a:extLst>
            </p:cNvPr>
            <p:cNvSpPr/>
            <p:nvPr/>
          </p:nvSpPr>
          <p:spPr>
            <a:xfrm>
              <a:off x="8965882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2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6FB1CE2-4492-C717-6F08-301EEFA0D77E}"/>
                </a:ext>
              </a:extLst>
            </p:cNvPr>
            <p:cNvSpPr/>
            <p:nvPr/>
          </p:nvSpPr>
          <p:spPr>
            <a:xfrm>
              <a:off x="903922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9A0B8483-D6BC-1209-833C-42BE66D1607B}"/>
                </a:ext>
              </a:extLst>
            </p:cNvPr>
            <p:cNvSpPr/>
            <p:nvPr/>
          </p:nvSpPr>
          <p:spPr>
            <a:xfrm>
              <a:off x="9113519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C1B9962-739B-5F70-C0E6-67C23BDE3714}"/>
                </a:ext>
              </a:extLst>
            </p:cNvPr>
            <p:cNvSpPr/>
            <p:nvPr/>
          </p:nvSpPr>
          <p:spPr>
            <a:xfrm>
              <a:off x="9187628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38ACBA8-5E07-142C-6441-37B9994598F4}"/>
                </a:ext>
              </a:extLst>
            </p:cNvPr>
            <p:cNvSpPr/>
            <p:nvPr/>
          </p:nvSpPr>
          <p:spPr>
            <a:xfrm>
              <a:off x="9261157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2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158009DA-B908-A276-317B-8FC394B539ED}"/>
                </a:ext>
              </a:extLst>
            </p:cNvPr>
            <p:cNvSpPr/>
            <p:nvPr/>
          </p:nvSpPr>
          <p:spPr>
            <a:xfrm>
              <a:off x="8225789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4D56A0C-FCA4-E3C6-F565-F99A84A493C7}"/>
                </a:ext>
              </a:extLst>
            </p:cNvPr>
            <p:cNvSpPr/>
            <p:nvPr/>
          </p:nvSpPr>
          <p:spPr>
            <a:xfrm>
              <a:off x="830008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A7216AC-82B4-6DFC-0375-CA403614A8BC}"/>
                </a:ext>
              </a:extLst>
            </p:cNvPr>
            <p:cNvSpPr/>
            <p:nvPr/>
          </p:nvSpPr>
          <p:spPr>
            <a:xfrm>
              <a:off x="8374137" y="4213384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7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540A3C8A-E19F-B501-F910-1339E2203E0D}"/>
                </a:ext>
              </a:extLst>
            </p:cNvPr>
            <p:cNvSpPr/>
            <p:nvPr/>
          </p:nvSpPr>
          <p:spPr>
            <a:xfrm>
              <a:off x="8001765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D472BCB-E081-9968-9B77-036C368E02F1}"/>
                </a:ext>
              </a:extLst>
            </p:cNvPr>
            <p:cNvSpPr/>
            <p:nvPr/>
          </p:nvSpPr>
          <p:spPr>
            <a:xfrm>
              <a:off x="807529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AC19F220-9885-7C69-55F6-EA83853A5D8D}"/>
                </a:ext>
              </a:extLst>
            </p:cNvPr>
            <p:cNvSpPr/>
            <p:nvPr/>
          </p:nvSpPr>
          <p:spPr>
            <a:xfrm>
              <a:off x="8149403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023C0915-E19D-303D-FC0A-26CAD8A86023}"/>
                </a:ext>
              </a:extLst>
            </p:cNvPr>
            <p:cNvSpPr/>
            <p:nvPr/>
          </p:nvSpPr>
          <p:spPr>
            <a:xfrm>
              <a:off x="8001765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54FB762A-A45E-B03C-9555-A76D9AE9BEC6}"/>
                </a:ext>
              </a:extLst>
            </p:cNvPr>
            <p:cNvSpPr/>
            <p:nvPr/>
          </p:nvSpPr>
          <p:spPr>
            <a:xfrm>
              <a:off x="8075294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A1EADE10-9C2E-6AB8-6376-91AA9C415ABF}"/>
                </a:ext>
              </a:extLst>
            </p:cNvPr>
            <p:cNvSpPr/>
            <p:nvPr/>
          </p:nvSpPr>
          <p:spPr>
            <a:xfrm>
              <a:off x="8149403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CD2FD1E-E05B-281A-EB50-1989966DAAA9}"/>
                </a:ext>
              </a:extLst>
            </p:cNvPr>
            <p:cNvSpPr/>
            <p:nvPr/>
          </p:nvSpPr>
          <p:spPr>
            <a:xfrm>
              <a:off x="8001765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1A56206-A94F-6206-E4FA-A8F848421FF0}"/>
                </a:ext>
              </a:extLst>
            </p:cNvPr>
            <p:cNvSpPr/>
            <p:nvPr/>
          </p:nvSpPr>
          <p:spPr>
            <a:xfrm>
              <a:off x="8075294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3AC4DD95-2237-337C-6A47-832B843641CD}"/>
                </a:ext>
              </a:extLst>
            </p:cNvPr>
            <p:cNvSpPr/>
            <p:nvPr/>
          </p:nvSpPr>
          <p:spPr>
            <a:xfrm>
              <a:off x="8149403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C47B599-C916-F9E2-E701-35157CB743D2}"/>
                </a:ext>
              </a:extLst>
            </p:cNvPr>
            <p:cNvSpPr/>
            <p:nvPr/>
          </p:nvSpPr>
          <p:spPr>
            <a:xfrm>
              <a:off x="8001765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3BA86BC5-A01F-1172-0E13-F0CA5E06FCCF}"/>
                </a:ext>
              </a:extLst>
            </p:cNvPr>
            <p:cNvSpPr/>
            <p:nvPr/>
          </p:nvSpPr>
          <p:spPr>
            <a:xfrm>
              <a:off x="807529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FFD127B-23E6-5245-C2D5-3AFC802DEF25}"/>
                </a:ext>
              </a:extLst>
            </p:cNvPr>
            <p:cNvSpPr/>
            <p:nvPr/>
          </p:nvSpPr>
          <p:spPr>
            <a:xfrm>
              <a:off x="8149403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6F3CEA2-7A1D-D5F5-8075-6392DC50F02F}"/>
                </a:ext>
              </a:extLst>
            </p:cNvPr>
            <p:cNvSpPr/>
            <p:nvPr/>
          </p:nvSpPr>
          <p:spPr>
            <a:xfrm>
              <a:off x="8001765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A3337E9B-9C6D-F3FD-EB71-A70198EDCC3A}"/>
                </a:ext>
              </a:extLst>
            </p:cNvPr>
            <p:cNvSpPr/>
            <p:nvPr/>
          </p:nvSpPr>
          <p:spPr>
            <a:xfrm>
              <a:off x="807529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851B244C-7D8E-ABDB-14BB-0628DC665DE2}"/>
                </a:ext>
              </a:extLst>
            </p:cNvPr>
            <p:cNvSpPr/>
            <p:nvPr/>
          </p:nvSpPr>
          <p:spPr>
            <a:xfrm>
              <a:off x="8149403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08F8FE5E-5F48-CC7C-89EF-C301D5EDED7A}"/>
                </a:ext>
              </a:extLst>
            </p:cNvPr>
            <p:cNvSpPr/>
            <p:nvPr/>
          </p:nvSpPr>
          <p:spPr>
            <a:xfrm>
              <a:off x="8001765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54D4D30-64F8-396F-6332-0C8CEDCA890D}"/>
                </a:ext>
              </a:extLst>
            </p:cNvPr>
            <p:cNvSpPr/>
            <p:nvPr/>
          </p:nvSpPr>
          <p:spPr>
            <a:xfrm>
              <a:off x="807529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1BEDF99F-3C92-F0E4-9CD8-330A3EF1D87D}"/>
                </a:ext>
              </a:extLst>
            </p:cNvPr>
            <p:cNvSpPr/>
            <p:nvPr/>
          </p:nvSpPr>
          <p:spPr>
            <a:xfrm>
              <a:off x="8149403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1F43A5BD-0816-12AA-9D40-65EBEA9EBB74}"/>
                </a:ext>
              </a:extLst>
            </p:cNvPr>
            <p:cNvSpPr/>
            <p:nvPr/>
          </p:nvSpPr>
          <p:spPr>
            <a:xfrm>
              <a:off x="8001765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761E95A0-5342-B12E-3AE6-1B45892FBB35}"/>
                </a:ext>
              </a:extLst>
            </p:cNvPr>
            <p:cNvSpPr/>
            <p:nvPr/>
          </p:nvSpPr>
          <p:spPr>
            <a:xfrm>
              <a:off x="8075294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3F51B3C0-4ED9-A8A3-0DF8-530A2A969432}"/>
                </a:ext>
              </a:extLst>
            </p:cNvPr>
            <p:cNvSpPr/>
            <p:nvPr/>
          </p:nvSpPr>
          <p:spPr>
            <a:xfrm>
              <a:off x="8149403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25CCEB28-12B1-3E6E-E7A2-ADA34828351D}"/>
                </a:ext>
              </a:extLst>
            </p:cNvPr>
            <p:cNvSpPr/>
            <p:nvPr/>
          </p:nvSpPr>
          <p:spPr>
            <a:xfrm>
              <a:off x="8001765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F0B0C273-6BDE-4ADE-DFE3-6044E2F92C6D}"/>
                </a:ext>
              </a:extLst>
            </p:cNvPr>
            <p:cNvSpPr/>
            <p:nvPr/>
          </p:nvSpPr>
          <p:spPr>
            <a:xfrm>
              <a:off x="807529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2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AF048BC5-7647-07B7-FB13-0E2345A6688B}"/>
                </a:ext>
              </a:extLst>
            </p:cNvPr>
            <p:cNvSpPr/>
            <p:nvPr/>
          </p:nvSpPr>
          <p:spPr>
            <a:xfrm>
              <a:off x="8149403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944B7E73-959D-29F6-F856-B921B7929F3E}"/>
                </a:ext>
              </a:extLst>
            </p:cNvPr>
            <p:cNvSpPr/>
            <p:nvPr/>
          </p:nvSpPr>
          <p:spPr>
            <a:xfrm>
              <a:off x="8001765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088C88D-9D07-7152-BC49-D05601298600}"/>
                </a:ext>
              </a:extLst>
            </p:cNvPr>
            <p:cNvSpPr/>
            <p:nvPr/>
          </p:nvSpPr>
          <p:spPr>
            <a:xfrm>
              <a:off x="807529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4CDDB8AA-4FDB-F40F-9078-09D90BD46BEA}"/>
                </a:ext>
              </a:extLst>
            </p:cNvPr>
            <p:cNvSpPr/>
            <p:nvPr/>
          </p:nvSpPr>
          <p:spPr>
            <a:xfrm>
              <a:off x="8149403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E290B14B-41B5-FD1B-0508-651F9BB164A1}"/>
                </a:ext>
              </a:extLst>
            </p:cNvPr>
            <p:cNvSpPr/>
            <p:nvPr/>
          </p:nvSpPr>
          <p:spPr>
            <a:xfrm>
              <a:off x="8447722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9CF31C28-20C9-DFA7-8DB4-EB68A9055B39}"/>
                </a:ext>
              </a:extLst>
            </p:cNvPr>
            <p:cNvSpPr/>
            <p:nvPr/>
          </p:nvSpPr>
          <p:spPr>
            <a:xfrm>
              <a:off x="8521830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696B6487-1CC1-4A9D-69A9-5E44CACA0E95}"/>
                </a:ext>
              </a:extLst>
            </p:cNvPr>
            <p:cNvSpPr/>
            <p:nvPr/>
          </p:nvSpPr>
          <p:spPr>
            <a:xfrm>
              <a:off x="8595360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33A1062-0D59-70B8-2C68-7A36E1ECAD0E}"/>
                </a:ext>
              </a:extLst>
            </p:cNvPr>
            <p:cNvSpPr/>
            <p:nvPr/>
          </p:nvSpPr>
          <p:spPr>
            <a:xfrm>
              <a:off x="866965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D5B545EF-09CC-1619-7F02-6BF6CE800991}"/>
                </a:ext>
              </a:extLst>
            </p:cNvPr>
            <p:cNvSpPr/>
            <p:nvPr/>
          </p:nvSpPr>
          <p:spPr>
            <a:xfrm>
              <a:off x="8743950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B5CD8E7-25C9-7641-5B6E-EDFDFBCB3CAD}"/>
                </a:ext>
              </a:extLst>
            </p:cNvPr>
            <p:cNvSpPr/>
            <p:nvPr/>
          </p:nvSpPr>
          <p:spPr>
            <a:xfrm>
              <a:off x="8817292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F6591B9C-C907-EB0B-3023-D513E65E7CBE}"/>
                </a:ext>
              </a:extLst>
            </p:cNvPr>
            <p:cNvSpPr/>
            <p:nvPr/>
          </p:nvSpPr>
          <p:spPr>
            <a:xfrm>
              <a:off x="8891587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F6223E9-6D6D-33B4-30CA-CD2AA2CCEFB0}"/>
                </a:ext>
              </a:extLst>
            </p:cNvPr>
            <p:cNvSpPr/>
            <p:nvPr/>
          </p:nvSpPr>
          <p:spPr>
            <a:xfrm>
              <a:off x="8965882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03BCB904-6350-A391-8E00-14DE78DC6302}"/>
                </a:ext>
              </a:extLst>
            </p:cNvPr>
            <p:cNvSpPr/>
            <p:nvPr/>
          </p:nvSpPr>
          <p:spPr>
            <a:xfrm>
              <a:off x="903922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6E85D46B-B72A-D1B9-95C2-EA20A763BEAA}"/>
                </a:ext>
              </a:extLst>
            </p:cNvPr>
            <p:cNvSpPr/>
            <p:nvPr/>
          </p:nvSpPr>
          <p:spPr>
            <a:xfrm>
              <a:off x="9113519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47118CF-CF6F-6E96-215D-FF91F69590BC}"/>
                </a:ext>
              </a:extLst>
            </p:cNvPr>
            <p:cNvSpPr/>
            <p:nvPr/>
          </p:nvSpPr>
          <p:spPr>
            <a:xfrm>
              <a:off x="9187628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27A6A2F-67ED-F3B3-5B40-C7CE08BEAF4C}"/>
                </a:ext>
              </a:extLst>
            </p:cNvPr>
            <p:cNvSpPr/>
            <p:nvPr/>
          </p:nvSpPr>
          <p:spPr>
            <a:xfrm>
              <a:off x="9261157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A50BD457-3379-7687-A75F-6CC0D9D9B7A2}"/>
                </a:ext>
              </a:extLst>
            </p:cNvPr>
            <p:cNvSpPr/>
            <p:nvPr/>
          </p:nvSpPr>
          <p:spPr>
            <a:xfrm>
              <a:off x="8225789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F9274565-FC1F-9B7A-259C-E84FB15C6B02}"/>
                </a:ext>
              </a:extLst>
            </p:cNvPr>
            <p:cNvSpPr/>
            <p:nvPr/>
          </p:nvSpPr>
          <p:spPr>
            <a:xfrm>
              <a:off x="8300085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69107E97-495E-46EE-9BFB-771FC23A25E6}"/>
                </a:ext>
              </a:extLst>
            </p:cNvPr>
            <p:cNvSpPr/>
            <p:nvPr/>
          </p:nvSpPr>
          <p:spPr>
            <a:xfrm>
              <a:off x="8374137" y="4286726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1F4766FC-B607-6140-752E-B8DDF55F351A}"/>
                </a:ext>
              </a:extLst>
            </p:cNvPr>
            <p:cNvSpPr/>
            <p:nvPr/>
          </p:nvSpPr>
          <p:spPr>
            <a:xfrm>
              <a:off x="8447722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5E3C8A45-8C8B-5314-82B3-C01A18E9B8FE}"/>
                </a:ext>
              </a:extLst>
            </p:cNvPr>
            <p:cNvSpPr/>
            <p:nvPr/>
          </p:nvSpPr>
          <p:spPr>
            <a:xfrm>
              <a:off x="8521830" y="428672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07DD3782-E9B8-2E9C-9B74-4E3C1C92AFDA}"/>
                </a:ext>
              </a:extLst>
            </p:cNvPr>
            <p:cNvSpPr/>
            <p:nvPr/>
          </p:nvSpPr>
          <p:spPr>
            <a:xfrm>
              <a:off x="8595360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74519B19-46BA-F6EE-FD8E-24F86D699BF1}"/>
                </a:ext>
              </a:extLst>
            </p:cNvPr>
            <p:cNvSpPr/>
            <p:nvPr/>
          </p:nvSpPr>
          <p:spPr>
            <a:xfrm>
              <a:off x="8669655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0CA9216C-92DE-3BD7-6E93-0B6F888C2CBA}"/>
                </a:ext>
              </a:extLst>
            </p:cNvPr>
            <p:cNvSpPr/>
            <p:nvPr/>
          </p:nvSpPr>
          <p:spPr>
            <a:xfrm>
              <a:off x="8743950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13EEDFF7-9622-1754-A87D-A72B1464BC23}"/>
                </a:ext>
              </a:extLst>
            </p:cNvPr>
            <p:cNvSpPr/>
            <p:nvPr/>
          </p:nvSpPr>
          <p:spPr>
            <a:xfrm>
              <a:off x="8817292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2CD78840-8D62-E775-ACE0-319548B74A0E}"/>
                </a:ext>
              </a:extLst>
            </p:cNvPr>
            <p:cNvSpPr/>
            <p:nvPr/>
          </p:nvSpPr>
          <p:spPr>
            <a:xfrm>
              <a:off x="8891587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056132A5-6FD5-7D23-8EBA-4B171B3BD016}"/>
                </a:ext>
              </a:extLst>
            </p:cNvPr>
            <p:cNvSpPr/>
            <p:nvPr/>
          </p:nvSpPr>
          <p:spPr>
            <a:xfrm>
              <a:off x="8965882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7FA9FBF-9A2C-2464-CCA1-4A71CCE32A49}"/>
                </a:ext>
              </a:extLst>
            </p:cNvPr>
            <p:cNvSpPr/>
            <p:nvPr/>
          </p:nvSpPr>
          <p:spPr>
            <a:xfrm>
              <a:off x="9039225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2C2B13D2-2244-9FB6-BD7E-B82C7BE882D8}"/>
                </a:ext>
              </a:extLst>
            </p:cNvPr>
            <p:cNvSpPr/>
            <p:nvPr/>
          </p:nvSpPr>
          <p:spPr>
            <a:xfrm>
              <a:off x="9113519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ABB56F22-EA12-5C46-2C94-2E18F2B3994E}"/>
                </a:ext>
              </a:extLst>
            </p:cNvPr>
            <p:cNvSpPr/>
            <p:nvPr/>
          </p:nvSpPr>
          <p:spPr>
            <a:xfrm>
              <a:off x="9187628" y="428672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061F7B06-EF90-D7F9-81FE-9D3DF556A32C}"/>
                </a:ext>
              </a:extLst>
            </p:cNvPr>
            <p:cNvSpPr/>
            <p:nvPr/>
          </p:nvSpPr>
          <p:spPr>
            <a:xfrm>
              <a:off x="9261157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230" name="Graphic 35">
            <a:extLst>
              <a:ext uri="{FF2B5EF4-FFF2-40B4-BE49-F238E27FC236}">
                <a16:creationId xmlns:a16="http://schemas.microsoft.com/office/drawing/2014/main" id="{84CAF791-E09F-2254-5E8A-35F1987652A3}"/>
              </a:ext>
            </a:extLst>
          </p:cNvPr>
          <p:cNvGrpSpPr/>
          <p:nvPr/>
        </p:nvGrpSpPr>
        <p:grpSpPr>
          <a:xfrm>
            <a:off x="5924564" y="1635763"/>
            <a:ext cx="1531497" cy="815068"/>
            <a:chOff x="8001765" y="3620929"/>
            <a:chExt cx="1268917" cy="675322"/>
          </a:xfrm>
          <a:solidFill>
            <a:srgbClr val="FFFFFF"/>
          </a:solidFill>
        </p:grpSpPr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6A7224B4-5D69-C6D7-2C12-12388C95E8BC}"/>
                </a:ext>
              </a:extLst>
            </p:cNvPr>
            <p:cNvSpPr/>
            <p:nvPr/>
          </p:nvSpPr>
          <p:spPr>
            <a:xfrm>
              <a:off x="8225789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88CAE642-2C09-2333-75C0-D8EE9535FBFD}"/>
                </a:ext>
              </a:extLst>
            </p:cNvPr>
            <p:cNvSpPr/>
            <p:nvPr/>
          </p:nvSpPr>
          <p:spPr>
            <a:xfrm>
              <a:off x="830008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60D74105-7EC4-BCBF-A7C2-DA3CB1F3FA1D}"/>
                </a:ext>
              </a:extLst>
            </p:cNvPr>
            <p:cNvSpPr/>
            <p:nvPr/>
          </p:nvSpPr>
          <p:spPr>
            <a:xfrm>
              <a:off x="8374137" y="3621881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8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095C6AC9-63C5-5DE6-97EF-FD23CF45EF62}"/>
                </a:ext>
              </a:extLst>
            </p:cNvPr>
            <p:cNvSpPr/>
            <p:nvPr/>
          </p:nvSpPr>
          <p:spPr>
            <a:xfrm>
              <a:off x="8447722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E84070C8-6112-0CD1-9808-CFBC80571913}"/>
                </a:ext>
              </a:extLst>
            </p:cNvPr>
            <p:cNvSpPr/>
            <p:nvPr/>
          </p:nvSpPr>
          <p:spPr>
            <a:xfrm>
              <a:off x="8521830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1A52C23A-283A-B25E-0313-4AC3AF4BF533}"/>
                </a:ext>
              </a:extLst>
            </p:cNvPr>
            <p:cNvSpPr/>
            <p:nvPr/>
          </p:nvSpPr>
          <p:spPr>
            <a:xfrm>
              <a:off x="8595360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E158DF5-8522-EEE6-9FBD-499364DFCD57}"/>
                </a:ext>
              </a:extLst>
            </p:cNvPr>
            <p:cNvSpPr/>
            <p:nvPr/>
          </p:nvSpPr>
          <p:spPr>
            <a:xfrm>
              <a:off x="866965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D7736995-943F-0BB0-CD40-A4FF9BFA0CD2}"/>
                </a:ext>
              </a:extLst>
            </p:cNvPr>
            <p:cNvSpPr/>
            <p:nvPr/>
          </p:nvSpPr>
          <p:spPr>
            <a:xfrm>
              <a:off x="8743950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DE040E9-AD9A-9792-A184-86901A15E791}"/>
                </a:ext>
              </a:extLst>
            </p:cNvPr>
            <p:cNvSpPr/>
            <p:nvPr/>
          </p:nvSpPr>
          <p:spPr>
            <a:xfrm>
              <a:off x="8817292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84E52F49-AE9B-F483-551A-207454756C33}"/>
                </a:ext>
              </a:extLst>
            </p:cNvPr>
            <p:cNvSpPr/>
            <p:nvPr/>
          </p:nvSpPr>
          <p:spPr>
            <a:xfrm>
              <a:off x="8891587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EC2F798-815F-1380-7BE4-4BEE1E50D222}"/>
                </a:ext>
              </a:extLst>
            </p:cNvPr>
            <p:cNvSpPr/>
            <p:nvPr/>
          </p:nvSpPr>
          <p:spPr>
            <a:xfrm>
              <a:off x="8965882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7C3F0232-7EC0-95C8-06FC-75CA7987B8C5}"/>
                </a:ext>
              </a:extLst>
            </p:cNvPr>
            <p:cNvSpPr/>
            <p:nvPr/>
          </p:nvSpPr>
          <p:spPr>
            <a:xfrm>
              <a:off x="903922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85A3C914-108E-9C11-8A35-D686AF2CDEA0}"/>
                </a:ext>
              </a:extLst>
            </p:cNvPr>
            <p:cNvSpPr/>
            <p:nvPr/>
          </p:nvSpPr>
          <p:spPr>
            <a:xfrm>
              <a:off x="9113519" y="362188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A30FF144-F140-43CC-A437-B13DDC2EF9C9}"/>
                </a:ext>
              </a:extLst>
            </p:cNvPr>
            <p:cNvSpPr/>
            <p:nvPr/>
          </p:nvSpPr>
          <p:spPr>
            <a:xfrm>
              <a:off x="9187628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E11E7C60-359E-14C4-E9AD-405E6D6290BE}"/>
                </a:ext>
              </a:extLst>
            </p:cNvPr>
            <p:cNvSpPr/>
            <p:nvPr/>
          </p:nvSpPr>
          <p:spPr>
            <a:xfrm>
              <a:off x="9261157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5DB4BCE-2031-293C-BA66-9C0ECF1DA219}"/>
                </a:ext>
              </a:extLst>
            </p:cNvPr>
            <p:cNvSpPr/>
            <p:nvPr/>
          </p:nvSpPr>
          <p:spPr>
            <a:xfrm>
              <a:off x="8225789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6419D382-32E3-3CCA-E518-D806C6351770}"/>
                </a:ext>
              </a:extLst>
            </p:cNvPr>
            <p:cNvSpPr/>
            <p:nvPr/>
          </p:nvSpPr>
          <p:spPr>
            <a:xfrm>
              <a:off x="8299898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1" y="0"/>
                    <a:pt x="187" y="1905"/>
                    <a:pt x="187" y="4763"/>
                  </a:cubicBezTo>
                  <a:cubicBezTo>
                    <a:pt x="-766" y="7620"/>
                    <a:pt x="2091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D24FF631-4ED0-C5C0-CC38-CE59F96A3F2A}"/>
                </a:ext>
              </a:extLst>
            </p:cNvPr>
            <p:cNvSpPr/>
            <p:nvPr/>
          </p:nvSpPr>
          <p:spPr>
            <a:xfrm>
              <a:off x="8374137" y="3695224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106287E1-9233-F624-3046-3CEFAF3049B3}"/>
                </a:ext>
              </a:extLst>
            </p:cNvPr>
            <p:cNvSpPr/>
            <p:nvPr/>
          </p:nvSpPr>
          <p:spPr>
            <a:xfrm>
              <a:off x="8447722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649A0EA3-12DB-89B1-58DC-408C03A1D342}"/>
                </a:ext>
              </a:extLst>
            </p:cNvPr>
            <p:cNvSpPr/>
            <p:nvPr/>
          </p:nvSpPr>
          <p:spPr>
            <a:xfrm>
              <a:off x="8521830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0DD7CBD-262C-1852-690D-00A91A1167BF}"/>
                </a:ext>
              </a:extLst>
            </p:cNvPr>
            <p:cNvSpPr/>
            <p:nvPr/>
          </p:nvSpPr>
          <p:spPr>
            <a:xfrm>
              <a:off x="8595360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B48B49E9-0D85-41B8-C92D-49FAD5A0EF22}"/>
                </a:ext>
              </a:extLst>
            </p:cNvPr>
            <p:cNvSpPr/>
            <p:nvPr/>
          </p:nvSpPr>
          <p:spPr>
            <a:xfrm>
              <a:off x="8669655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54031B26-3564-DEA1-E49A-5B0F1D3CF974}"/>
                </a:ext>
              </a:extLst>
            </p:cNvPr>
            <p:cNvSpPr/>
            <p:nvPr/>
          </p:nvSpPr>
          <p:spPr>
            <a:xfrm>
              <a:off x="8743763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67623CEB-D345-B72B-0306-28B893B5BC7D}"/>
                </a:ext>
              </a:extLst>
            </p:cNvPr>
            <p:cNvSpPr/>
            <p:nvPr/>
          </p:nvSpPr>
          <p:spPr>
            <a:xfrm>
              <a:off x="8817292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E2552DB7-C22B-2BF8-DAB8-D5C426827B4A}"/>
                </a:ext>
              </a:extLst>
            </p:cNvPr>
            <p:cNvSpPr/>
            <p:nvPr/>
          </p:nvSpPr>
          <p:spPr>
            <a:xfrm>
              <a:off x="8891587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CB804A92-6834-9411-4185-C042924CEFEF}"/>
                </a:ext>
              </a:extLst>
            </p:cNvPr>
            <p:cNvSpPr/>
            <p:nvPr/>
          </p:nvSpPr>
          <p:spPr>
            <a:xfrm>
              <a:off x="8965695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74CB55BA-6AA3-9692-D14E-CF35A3298A76}"/>
                </a:ext>
              </a:extLst>
            </p:cNvPr>
            <p:cNvSpPr/>
            <p:nvPr/>
          </p:nvSpPr>
          <p:spPr>
            <a:xfrm>
              <a:off x="9039225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FFF377FF-0807-9310-5370-75DBA7455A74}"/>
                </a:ext>
              </a:extLst>
            </p:cNvPr>
            <p:cNvSpPr/>
            <p:nvPr/>
          </p:nvSpPr>
          <p:spPr>
            <a:xfrm>
              <a:off x="9113519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8C17526F-E4F0-574F-AA55-AC0158CF588A}"/>
                </a:ext>
              </a:extLst>
            </p:cNvPr>
            <p:cNvSpPr/>
            <p:nvPr/>
          </p:nvSpPr>
          <p:spPr>
            <a:xfrm>
              <a:off x="9187628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4F949364-C548-0518-4A12-AD5EDAC879F9}"/>
                </a:ext>
              </a:extLst>
            </p:cNvPr>
            <p:cNvSpPr/>
            <p:nvPr/>
          </p:nvSpPr>
          <p:spPr>
            <a:xfrm>
              <a:off x="9261157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FFC545EF-91B5-7B3D-D701-1A35B1484916}"/>
                </a:ext>
              </a:extLst>
            </p:cNvPr>
            <p:cNvSpPr/>
            <p:nvPr/>
          </p:nvSpPr>
          <p:spPr>
            <a:xfrm>
              <a:off x="8225789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A7DA06D-9DE1-C7DD-EB17-A866C11BD065}"/>
                </a:ext>
              </a:extLst>
            </p:cNvPr>
            <p:cNvSpPr/>
            <p:nvPr/>
          </p:nvSpPr>
          <p:spPr>
            <a:xfrm>
              <a:off x="8299898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1" y="0"/>
                    <a:pt x="187" y="1905"/>
                    <a:pt x="187" y="4763"/>
                  </a:cubicBezTo>
                  <a:cubicBezTo>
                    <a:pt x="-766" y="6667"/>
                    <a:pt x="2091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346C663-DD7E-FF45-D8B7-8A09EAB69630}"/>
                </a:ext>
              </a:extLst>
            </p:cNvPr>
            <p:cNvSpPr/>
            <p:nvPr/>
          </p:nvSpPr>
          <p:spPr>
            <a:xfrm>
              <a:off x="8374137" y="3769519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7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3ADD3E95-B11B-1210-4520-3E788FA30C1D}"/>
                </a:ext>
              </a:extLst>
            </p:cNvPr>
            <p:cNvSpPr/>
            <p:nvPr/>
          </p:nvSpPr>
          <p:spPr>
            <a:xfrm>
              <a:off x="8447722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6E8FF379-1FC8-B792-77D3-20D7D512A5E5}"/>
                </a:ext>
              </a:extLst>
            </p:cNvPr>
            <p:cNvSpPr/>
            <p:nvPr/>
          </p:nvSpPr>
          <p:spPr>
            <a:xfrm>
              <a:off x="8521830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02BEA628-5864-9AE3-76B3-E4A8A2778AEA}"/>
                </a:ext>
              </a:extLst>
            </p:cNvPr>
            <p:cNvSpPr/>
            <p:nvPr/>
          </p:nvSpPr>
          <p:spPr>
            <a:xfrm>
              <a:off x="8595360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82607F1B-4921-ADFB-6509-AF45E49A61E3}"/>
                </a:ext>
              </a:extLst>
            </p:cNvPr>
            <p:cNvSpPr/>
            <p:nvPr/>
          </p:nvSpPr>
          <p:spPr>
            <a:xfrm>
              <a:off x="8669655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1AEE62D4-C766-0865-38F5-130C3ABE0503}"/>
                </a:ext>
              </a:extLst>
            </p:cNvPr>
            <p:cNvSpPr/>
            <p:nvPr/>
          </p:nvSpPr>
          <p:spPr>
            <a:xfrm>
              <a:off x="8743763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A2101B00-AD6C-11EE-D9F1-F645A27F0B2C}"/>
                </a:ext>
              </a:extLst>
            </p:cNvPr>
            <p:cNvSpPr/>
            <p:nvPr/>
          </p:nvSpPr>
          <p:spPr>
            <a:xfrm>
              <a:off x="8817292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EABA55AF-9D8B-FE21-4579-19B283560CA5}"/>
                </a:ext>
              </a:extLst>
            </p:cNvPr>
            <p:cNvSpPr/>
            <p:nvPr/>
          </p:nvSpPr>
          <p:spPr>
            <a:xfrm>
              <a:off x="8891587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269D66EB-7E9A-E57C-B5ED-6EA78421935A}"/>
                </a:ext>
              </a:extLst>
            </p:cNvPr>
            <p:cNvSpPr/>
            <p:nvPr/>
          </p:nvSpPr>
          <p:spPr>
            <a:xfrm>
              <a:off x="8965695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5AEE1333-2F64-388E-3E35-920DB43916B3}"/>
                </a:ext>
              </a:extLst>
            </p:cNvPr>
            <p:cNvSpPr/>
            <p:nvPr/>
          </p:nvSpPr>
          <p:spPr>
            <a:xfrm>
              <a:off x="9039225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4F36A245-BCEB-9C39-0C71-E9DEAFE7BF9E}"/>
                </a:ext>
              </a:extLst>
            </p:cNvPr>
            <p:cNvSpPr/>
            <p:nvPr/>
          </p:nvSpPr>
          <p:spPr>
            <a:xfrm>
              <a:off x="9113519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1D68E06B-F8B7-CF7D-62C5-5296E3BBA245}"/>
                </a:ext>
              </a:extLst>
            </p:cNvPr>
            <p:cNvSpPr/>
            <p:nvPr/>
          </p:nvSpPr>
          <p:spPr>
            <a:xfrm>
              <a:off x="9187628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8035BFB9-F560-8257-ACDC-ED8767B562A1}"/>
                </a:ext>
              </a:extLst>
            </p:cNvPr>
            <p:cNvSpPr/>
            <p:nvPr/>
          </p:nvSpPr>
          <p:spPr>
            <a:xfrm>
              <a:off x="9261157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B48023-5E9A-D7AF-9526-A1A6F0459AF4}"/>
                </a:ext>
              </a:extLst>
            </p:cNvPr>
            <p:cNvSpPr/>
            <p:nvPr/>
          </p:nvSpPr>
          <p:spPr>
            <a:xfrm>
              <a:off x="8225789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6EC04688-35CE-BFA9-F672-B679F13BE891}"/>
                </a:ext>
              </a:extLst>
            </p:cNvPr>
            <p:cNvSpPr/>
            <p:nvPr/>
          </p:nvSpPr>
          <p:spPr>
            <a:xfrm>
              <a:off x="830008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FFB45BE5-6698-3368-C2CD-0D90BA19C564}"/>
                </a:ext>
              </a:extLst>
            </p:cNvPr>
            <p:cNvSpPr/>
            <p:nvPr/>
          </p:nvSpPr>
          <p:spPr>
            <a:xfrm>
              <a:off x="8374137" y="3842861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9DCCCCF-2436-1E0E-427B-F5060AF3D734}"/>
                </a:ext>
              </a:extLst>
            </p:cNvPr>
            <p:cNvSpPr/>
            <p:nvPr/>
          </p:nvSpPr>
          <p:spPr>
            <a:xfrm>
              <a:off x="8447722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577B9C8E-9E3B-3139-977A-59E8783D63C9}"/>
                </a:ext>
              </a:extLst>
            </p:cNvPr>
            <p:cNvSpPr/>
            <p:nvPr/>
          </p:nvSpPr>
          <p:spPr>
            <a:xfrm>
              <a:off x="8521830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5EB7869-BE72-79F9-3287-A5F9E95F4F82}"/>
                </a:ext>
              </a:extLst>
            </p:cNvPr>
            <p:cNvSpPr/>
            <p:nvPr/>
          </p:nvSpPr>
          <p:spPr>
            <a:xfrm>
              <a:off x="8595360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0847ED1F-1FEE-1112-8E53-40EF89C2C0DE}"/>
                </a:ext>
              </a:extLst>
            </p:cNvPr>
            <p:cNvSpPr/>
            <p:nvPr/>
          </p:nvSpPr>
          <p:spPr>
            <a:xfrm>
              <a:off x="866965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0797BC0-CB98-411D-E4E0-5147BDD0D639}"/>
                </a:ext>
              </a:extLst>
            </p:cNvPr>
            <p:cNvSpPr/>
            <p:nvPr/>
          </p:nvSpPr>
          <p:spPr>
            <a:xfrm>
              <a:off x="8743950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419F5B2B-EE84-37F8-359C-7681B034B228}"/>
                </a:ext>
              </a:extLst>
            </p:cNvPr>
            <p:cNvSpPr/>
            <p:nvPr/>
          </p:nvSpPr>
          <p:spPr>
            <a:xfrm>
              <a:off x="8817292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ABD2DB9D-EFAD-F41C-2897-93FDB68A185F}"/>
                </a:ext>
              </a:extLst>
            </p:cNvPr>
            <p:cNvSpPr/>
            <p:nvPr/>
          </p:nvSpPr>
          <p:spPr>
            <a:xfrm>
              <a:off x="8891587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8145CD8F-2D90-DE9E-378D-2D3BA2FCC5C5}"/>
                </a:ext>
              </a:extLst>
            </p:cNvPr>
            <p:cNvSpPr/>
            <p:nvPr/>
          </p:nvSpPr>
          <p:spPr>
            <a:xfrm>
              <a:off x="8965882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909A2AAF-059F-A6CA-C31D-D96B9302EE87}"/>
                </a:ext>
              </a:extLst>
            </p:cNvPr>
            <p:cNvSpPr/>
            <p:nvPr/>
          </p:nvSpPr>
          <p:spPr>
            <a:xfrm>
              <a:off x="903922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B82CD04C-0312-FF5A-604A-F76473F52173}"/>
                </a:ext>
              </a:extLst>
            </p:cNvPr>
            <p:cNvSpPr/>
            <p:nvPr/>
          </p:nvSpPr>
          <p:spPr>
            <a:xfrm>
              <a:off x="9113519" y="384286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258FE11-9C24-1C99-BDFA-BD6B9AA1DADF}"/>
                </a:ext>
              </a:extLst>
            </p:cNvPr>
            <p:cNvSpPr/>
            <p:nvPr/>
          </p:nvSpPr>
          <p:spPr>
            <a:xfrm>
              <a:off x="9187628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2ECDBF4E-E4F6-E032-32B5-7A2C9EAAFCB3}"/>
                </a:ext>
              </a:extLst>
            </p:cNvPr>
            <p:cNvSpPr/>
            <p:nvPr/>
          </p:nvSpPr>
          <p:spPr>
            <a:xfrm>
              <a:off x="9261157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ADEA0EF4-3C4D-5EF6-CB6A-7186522A9C4D}"/>
                </a:ext>
              </a:extLst>
            </p:cNvPr>
            <p:cNvSpPr/>
            <p:nvPr/>
          </p:nvSpPr>
          <p:spPr>
            <a:xfrm>
              <a:off x="8225789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4BD44921-CB14-F5D0-2A66-E0F3AB752086}"/>
                </a:ext>
              </a:extLst>
            </p:cNvPr>
            <p:cNvSpPr/>
            <p:nvPr/>
          </p:nvSpPr>
          <p:spPr>
            <a:xfrm>
              <a:off x="830008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154139FB-496C-8F7A-8992-412C02F0B1CC}"/>
                </a:ext>
              </a:extLst>
            </p:cNvPr>
            <p:cNvSpPr/>
            <p:nvPr/>
          </p:nvSpPr>
          <p:spPr>
            <a:xfrm>
              <a:off x="8374137" y="3917156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17CF6FD4-8DEB-ED65-D334-EB67139CAA6F}"/>
                </a:ext>
              </a:extLst>
            </p:cNvPr>
            <p:cNvSpPr/>
            <p:nvPr/>
          </p:nvSpPr>
          <p:spPr>
            <a:xfrm>
              <a:off x="8447722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E1892DC-62FB-12DE-1D37-B38828EA8619}"/>
                </a:ext>
              </a:extLst>
            </p:cNvPr>
            <p:cNvSpPr/>
            <p:nvPr/>
          </p:nvSpPr>
          <p:spPr>
            <a:xfrm>
              <a:off x="8521830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EF694ED1-5B94-B7B6-30B8-D64BAC12F8FF}"/>
                </a:ext>
              </a:extLst>
            </p:cNvPr>
            <p:cNvSpPr/>
            <p:nvPr/>
          </p:nvSpPr>
          <p:spPr>
            <a:xfrm>
              <a:off x="8595360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BEEA9FED-71F6-FACD-ED83-3DD1AD48E663}"/>
                </a:ext>
              </a:extLst>
            </p:cNvPr>
            <p:cNvSpPr/>
            <p:nvPr/>
          </p:nvSpPr>
          <p:spPr>
            <a:xfrm>
              <a:off x="866965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9B827FF3-D16E-B8D9-3E88-B7C1EDB715C5}"/>
                </a:ext>
              </a:extLst>
            </p:cNvPr>
            <p:cNvSpPr/>
            <p:nvPr/>
          </p:nvSpPr>
          <p:spPr>
            <a:xfrm>
              <a:off x="8743950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7E4E514C-5B8B-0266-02EF-BDA0E6CA7637}"/>
                </a:ext>
              </a:extLst>
            </p:cNvPr>
            <p:cNvSpPr/>
            <p:nvPr/>
          </p:nvSpPr>
          <p:spPr>
            <a:xfrm>
              <a:off x="8817292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C9B8640-D2F8-1363-6559-C229090C8B32}"/>
                </a:ext>
              </a:extLst>
            </p:cNvPr>
            <p:cNvSpPr/>
            <p:nvPr/>
          </p:nvSpPr>
          <p:spPr>
            <a:xfrm>
              <a:off x="8891587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5FCD9504-C404-2D9B-5BF9-94BE61EE8FF4}"/>
                </a:ext>
              </a:extLst>
            </p:cNvPr>
            <p:cNvSpPr/>
            <p:nvPr/>
          </p:nvSpPr>
          <p:spPr>
            <a:xfrm>
              <a:off x="8965882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CBD26495-9D93-4FA3-285D-77714BA19DC8}"/>
                </a:ext>
              </a:extLst>
            </p:cNvPr>
            <p:cNvSpPr/>
            <p:nvPr/>
          </p:nvSpPr>
          <p:spPr>
            <a:xfrm>
              <a:off x="903922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F308DE8-9306-F12B-05B6-6DD3BE1E1CF4}"/>
                </a:ext>
              </a:extLst>
            </p:cNvPr>
            <p:cNvSpPr/>
            <p:nvPr/>
          </p:nvSpPr>
          <p:spPr>
            <a:xfrm>
              <a:off x="9113519" y="391715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DD08A1-D71B-C70C-9AB9-E0EA0E1BDD85}"/>
                </a:ext>
              </a:extLst>
            </p:cNvPr>
            <p:cNvSpPr/>
            <p:nvPr/>
          </p:nvSpPr>
          <p:spPr>
            <a:xfrm>
              <a:off x="9187628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CF12DA52-4B79-5FAB-DAB3-832E93F8F668}"/>
                </a:ext>
              </a:extLst>
            </p:cNvPr>
            <p:cNvSpPr/>
            <p:nvPr/>
          </p:nvSpPr>
          <p:spPr>
            <a:xfrm>
              <a:off x="9261157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CB57326F-3312-F419-23A0-F4AB601AB307}"/>
                </a:ext>
              </a:extLst>
            </p:cNvPr>
            <p:cNvSpPr/>
            <p:nvPr/>
          </p:nvSpPr>
          <p:spPr>
            <a:xfrm>
              <a:off x="8225789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F8C344C5-6D5F-4DC7-C3DB-FDF2995171A8}"/>
                </a:ext>
              </a:extLst>
            </p:cNvPr>
            <p:cNvSpPr/>
            <p:nvPr/>
          </p:nvSpPr>
          <p:spPr>
            <a:xfrm>
              <a:off x="830008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2493BCD9-E0C7-FA44-A539-60482DAC9375}"/>
                </a:ext>
              </a:extLst>
            </p:cNvPr>
            <p:cNvSpPr/>
            <p:nvPr/>
          </p:nvSpPr>
          <p:spPr>
            <a:xfrm>
              <a:off x="8374137" y="3991451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8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1952F4FD-C132-E693-ADB1-1CCFF1827F89}"/>
                </a:ext>
              </a:extLst>
            </p:cNvPr>
            <p:cNvSpPr/>
            <p:nvPr/>
          </p:nvSpPr>
          <p:spPr>
            <a:xfrm>
              <a:off x="8447722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B2020F28-F1D3-D216-1656-37EF85FF32D2}"/>
                </a:ext>
              </a:extLst>
            </p:cNvPr>
            <p:cNvSpPr/>
            <p:nvPr/>
          </p:nvSpPr>
          <p:spPr>
            <a:xfrm>
              <a:off x="8521830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E8CB1FE-8FBE-AE71-40BF-1E230D47EDB8}"/>
                </a:ext>
              </a:extLst>
            </p:cNvPr>
            <p:cNvSpPr/>
            <p:nvPr/>
          </p:nvSpPr>
          <p:spPr>
            <a:xfrm>
              <a:off x="8595360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141F830F-7B90-6343-9D22-3241AFAF24C1}"/>
                </a:ext>
              </a:extLst>
            </p:cNvPr>
            <p:cNvSpPr/>
            <p:nvPr/>
          </p:nvSpPr>
          <p:spPr>
            <a:xfrm>
              <a:off x="866965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76EB0D5F-FA4C-9CAD-714B-B98D4C38AAA9}"/>
                </a:ext>
              </a:extLst>
            </p:cNvPr>
            <p:cNvSpPr/>
            <p:nvPr/>
          </p:nvSpPr>
          <p:spPr>
            <a:xfrm>
              <a:off x="8743950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9162E020-C513-8461-9EC1-CF746757E475}"/>
                </a:ext>
              </a:extLst>
            </p:cNvPr>
            <p:cNvSpPr/>
            <p:nvPr/>
          </p:nvSpPr>
          <p:spPr>
            <a:xfrm>
              <a:off x="8817292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49E0C85E-186D-7C77-3D5B-D556609466C1}"/>
                </a:ext>
              </a:extLst>
            </p:cNvPr>
            <p:cNvSpPr/>
            <p:nvPr/>
          </p:nvSpPr>
          <p:spPr>
            <a:xfrm>
              <a:off x="8891587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6C054378-EA1D-D5F9-0D6A-20F31E295399}"/>
                </a:ext>
              </a:extLst>
            </p:cNvPr>
            <p:cNvSpPr/>
            <p:nvPr/>
          </p:nvSpPr>
          <p:spPr>
            <a:xfrm>
              <a:off x="8965882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9AE75EC4-8825-17A7-2882-0324230F838F}"/>
                </a:ext>
              </a:extLst>
            </p:cNvPr>
            <p:cNvSpPr/>
            <p:nvPr/>
          </p:nvSpPr>
          <p:spPr>
            <a:xfrm>
              <a:off x="903922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FB201A34-5032-65D9-D211-BEE7303158DE}"/>
                </a:ext>
              </a:extLst>
            </p:cNvPr>
            <p:cNvSpPr/>
            <p:nvPr/>
          </p:nvSpPr>
          <p:spPr>
            <a:xfrm>
              <a:off x="9113519" y="3991451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8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FC19037B-ED4F-C006-9F95-8E61FBCD459E}"/>
                </a:ext>
              </a:extLst>
            </p:cNvPr>
            <p:cNvSpPr/>
            <p:nvPr/>
          </p:nvSpPr>
          <p:spPr>
            <a:xfrm>
              <a:off x="9187628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DC657819-2F2D-7C93-C810-50B9D565BC36}"/>
                </a:ext>
              </a:extLst>
            </p:cNvPr>
            <p:cNvSpPr/>
            <p:nvPr/>
          </p:nvSpPr>
          <p:spPr>
            <a:xfrm>
              <a:off x="9261157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FA59D429-EA0E-7157-78A5-FF90217B1840}"/>
                </a:ext>
              </a:extLst>
            </p:cNvPr>
            <p:cNvSpPr/>
            <p:nvPr/>
          </p:nvSpPr>
          <p:spPr>
            <a:xfrm>
              <a:off x="8225789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BE433DC2-48E4-BDD2-7E86-646F0E08C157}"/>
                </a:ext>
              </a:extLst>
            </p:cNvPr>
            <p:cNvSpPr/>
            <p:nvPr/>
          </p:nvSpPr>
          <p:spPr>
            <a:xfrm>
              <a:off x="8299898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1" y="0"/>
                    <a:pt x="187" y="1905"/>
                    <a:pt x="187" y="4763"/>
                  </a:cubicBezTo>
                  <a:cubicBezTo>
                    <a:pt x="-766" y="7620"/>
                    <a:pt x="2091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832D923F-87FC-997E-D096-A35790FA0F90}"/>
                </a:ext>
              </a:extLst>
            </p:cNvPr>
            <p:cNvSpPr/>
            <p:nvPr/>
          </p:nvSpPr>
          <p:spPr>
            <a:xfrm>
              <a:off x="8374137" y="4064794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0886E7B3-4975-A232-EB45-5EA15722C479}"/>
                </a:ext>
              </a:extLst>
            </p:cNvPr>
            <p:cNvSpPr/>
            <p:nvPr/>
          </p:nvSpPr>
          <p:spPr>
            <a:xfrm>
              <a:off x="8447722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5F490425-25B1-CF69-79E7-4D9CEB710BA1}"/>
                </a:ext>
              </a:extLst>
            </p:cNvPr>
            <p:cNvSpPr/>
            <p:nvPr/>
          </p:nvSpPr>
          <p:spPr>
            <a:xfrm>
              <a:off x="8521830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743B48A1-CFC6-88B8-0F3F-60F95D342570}"/>
                </a:ext>
              </a:extLst>
            </p:cNvPr>
            <p:cNvSpPr/>
            <p:nvPr/>
          </p:nvSpPr>
          <p:spPr>
            <a:xfrm>
              <a:off x="8595360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A61BAE0-A9DC-615B-6398-633ACBC5A361}"/>
                </a:ext>
              </a:extLst>
            </p:cNvPr>
            <p:cNvSpPr/>
            <p:nvPr/>
          </p:nvSpPr>
          <p:spPr>
            <a:xfrm>
              <a:off x="8669655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42C23711-9C93-8C07-AA75-572676A39FC8}"/>
                </a:ext>
              </a:extLst>
            </p:cNvPr>
            <p:cNvSpPr/>
            <p:nvPr/>
          </p:nvSpPr>
          <p:spPr>
            <a:xfrm>
              <a:off x="8743763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C61AE659-F17D-A44C-DCBB-D088DA723E42}"/>
                </a:ext>
              </a:extLst>
            </p:cNvPr>
            <p:cNvSpPr/>
            <p:nvPr/>
          </p:nvSpPr>
          <p:spPr>
            <a:xfrm>
              <a:off x="8817292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DF091102-3CDF-5974-8F8C-8808DA3C859C}"/>
                </a:ext>
              </a:extLst>
            </p:cNvPr>
            <p:cNvSpPr/>
            <p:nvPr/>
          </p:nvSpPr>
          <p:spPr>
            <a:xfrm>
              <a:off x="8891587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FA7BF080-826F-788B-48AF-ACA926717097}"/>
                </a:ext>
              </a:extLst>
            </p:cNvPr>
            <p:cNvSpPr/>
            <p:nvPr/>
          </p:nvSpPr>
          <p:spPr>
            <a:xfrm>
              <a:off x="8965695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30C1BB2-95FE-389C-CCD4-F29DDC2DFB13}"/>
                </a:ext>
              </a:extLst>
            </p:cNvPr>
            <p:cNvSpPr/>
            <p:nvPr/>
          </p:nvSpPr>
          <p:spPr>
            <a:xfrm>
              <a:off x="9039225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B0B131D-44F4-8722-6459-B4A7325FBF26}"/>
                </a:ext>
              </a:extLst>
            </p:cNvPr>
            <p:cNvSpPr/>
            <p:nvPr/>
          </p:nvSpPr>
          <p:spPr>
            <a:xfrm>
              <a:off x="9113519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157FA01D-6581-D0D7-BE44-A7E1C8FFE896}"/>
                </a:ext>
              </a:extLst>
            </p:cNvPr>
            <p:cNvSpPr/>
            <p:nvPr/>
          </p:nvSpPr>
          <p:spPr>
            <a:xfrm>
              <a:off x="9187628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D9AB720A-4D1B-03DE-D2D0-92C35B962BC9}"/>
                </a:ext>
              </a:extLst>
            </p:cNvPr>
            <p:cNvSpPr/>
            <p:nvPr/>
          </p:nvSpPr>
          <p:spPr>
            <a:xfrm>
              <a:off x="9261157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DAA92B2-C228-B22B-249D-7DA24EFD42FE}"/>
                </a:ext>
              </a:extLst>
            </p:cNvPr>
            <p:cNvSpPr/>
            <p:nvPr/>
          </p:nvSpPr>
          <p:spPr>
            <a:xfrm>
              <a:off x="8225789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F228D2E4-914C-12F5-924A-9416FB44C52B}"/>
                </a:ext>
              </a:extLst>
            </p:cNvPr>
            <p:cNvSpPr/>
            <p:nvPr/>
          </p:nvSpPr>
          <p:spPr>
            <a:xfrm>
              <a:off x="830008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2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01206846-3258-FDE2-6C78-44DFE3C0B01C}"/>
                </a:ext>
              </a:extLst>
            </p:cNvPr>
            <p:cNvSpPr/>
            <p:nvPr/>
          </p:nvSpPr>
          <p:spPr>
            <a:xfrm>
              <a:off x="8374137" y="4139088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09C55D3F-68B1-0993-9A10-CCA9D796B428}"/>
                </a:ext>
              </a:extLst>
            </p:cNvPr>
            <p:cNvSpPr/>
            <p:nvPr/>
          </p:nvSpPr>
          <p:spPr>
            <a:xfrm>
              <a:off x="8447722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F74D3C02-9428-CA21-A2F5-06851EA64628}"/>
                </a:ext>
              </a:extLst>
            </p:cNvPr>
            <p:cNvSpPr/>
            <p:nvPr/>
          </p:nvSpPr>
          <p:spPr>
            <a:xfrm>
              <a:off x="8521830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E99E6A2F-ACDE-52B4-393B-B23B5567E0AD}"/>
                </a:ext>
              </a:extLst>
            </p:cNvPr>
            <p:cNvSpPr/>
            <p:nvPr/>
          </p:nvSpPr>
          <p:spPr>
            <a:xfrm>
              <a:off x="8595360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860134A-DF5E-D3B6-2327-46D6A4051162}"/>
                </a:ext>
              </a:extLst>
            </p:cNvPr>
            <p:cNvSpPr/>
            <p:nvPr/>
          </p:nvSpPr>
          <p:spPr>
            <a:xfrm>
              <a:off x="866965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2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E3D062BB-74F9-A293-CB09-0A5A28EB80C4}"/>
                </a:ext>
              </a:extLst>
            </p:cNvPr>
            <p:cNvSpPr/>
            <p:nvPr/>
          </p:nvSpPr>
          <p:spPr>
            <a:xfrm>
              <a:off x="8743950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6C788493-D5FB-844A-003D-CFE1C23A7C0C}"/>
                </a:ext>
              </a:extLst>
            </p:cNvPr>
            <p:cNvSpPr/>
            <p:nvPr/>
          </p:nvSpPr>
          <p:spPr>
            <a:xfrm>
              <a:off x="8817292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81B5E155-2D15-A749-44BC-F9905016CF56}"/>
                </a:ext>
              </a:extLst>
            </p:cNvPr>
            <p:cNvSpPr/>
            <p:nvPr/>
          </p:nvSpPr>
          <p:spPr>
            <a:xfrm>
              <a:off x="8891587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2743194F-31F2-8B97-395D-F081885B8061}"/>
                </a:ext>
              </a:extLst>
            </p:cNvPr>
            <p:cNvSpPr/>
            <p:nvPr/>
          </p:nvSpPr>
          <p:spPr>
            <a:xfrm>
              <a:off x="8965882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2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F7D74522-4314-7579-A535-D7F19AA2FE2B}"/>
                </a:ext>
              </a:extLst>
            </p:cNvPr>
            <p:cNvSpPr/>
            <p:nvPr/>
          </p:nvSpPr>
          <p:spPr>
            <a:xfrm>
              <a:off x="903922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2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B57B4391-3DD7-B6AF-D4D0-667761804817}"/>
                </a:ext>
              </a:extLst>
            </p:cNvPr>
            <p:cNvSpPr/>
            <p:nvPr/>
          </p:nvSpPr>
          <p:spPr>
            <a:xfrm>
              <a:off x="9113519" y="4139088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0060AE87-4730-509E-3403-3D6A6E7D2341}"/>
                </a:ext>
              </a:extLst>
            </p:cNvPr>
            <p:cNvSpPr/>
            <p:nvPr/>
          </p:nvSpPr>
          <p:spPr>
            <a:xfrm>
              <a:off x="9187628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268DAED7-B97C-619B-4C35-F82C004B9734}"/>
                </a:ext>
              </a:extLst>
            </p:cNvPr>
            <p:cNvSpPr/>
            <p:nvPr/>
          </p:nvSpPr>
          <p:spPr>
            <a:xfrm>
              <a:off x="9261157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2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C2FA515B-820D-7FED-FEC9-3F43794CB18A}"/>
                </a:ext>
              </a:extLst>
            </p:cNvPr>
            <p:cNvSpPr/>
            <p:nvPr/>
          </p:nvSpPr>
          <p:spPr>
            <a:xfrm>
              <a:off x="8225789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FC4AB215-5914-4576-8EEF-BDF287D413A4}"/>
                </a:ext>
              </a:extLst>
            </p:cNvPr>
            <p:cNvSpPr/>
            <p:nvPr/>
          </p:nvSpPr>
          <p:spPr>
            <a:xfrm>
              <a:off x="830008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A10CB1FE-A1EA-D00F-A8EB-22A6C69F1D68}"/>
                </a:ext>
              </a:extLst>
            </p:cNvPr>
            <p:cNvSpPr/>
            <p:nvPr/>
          </p:nvSpPr>
          <p:spPr>
            <a:xfrm>
              <a:off x="8374137" y="4213384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6667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68D91BF7-25BD-F927-9B8A-5B9505BEF908}"/>
                </a:ext>
              </a:extLst>
            </p:cNvPr>
            <p:cNvSpPr/>
            <p:nvPr/>
          </p:nvSpPr>
          <p:spPr>
            <a:xfrm>
              <a:off x="8001765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EF04F598-E02A-F016-2A21-63A1BFEA4597}"/>
                </a:ext>
              </a:extLst>
            </p:cNvPr>
            <p:cNvSpPr/>
            <p:nvPr/>
          </p:nvSpPr>
          <p:spPr>
            <a:xfrm>
              <a:off x="8075295" y="362092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6D6E9D39-8FAF-2789-1444-4E30AAA654E0}"/>
                </a:ext>
              </a:extLst>
            </p:cNvPr>
            <p:cNvSpPr/>
            <p:nvPr/>
          </p:nvSpPr>
          <p:spPr>
            <a:xfrm>
              <a:off x="8149403" y="362188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E892A01-5B5E-EDC8-D6C0-ACC7B8F0CFA9}"/>
                </a:ext>
              </a:extLst>
            </p:cNvPr>
            <p:cNvSpPr/>
            <p:nvPr/>
          </p:nvSpPr>
          <p:spPr>
            <a:xfrm>
              <a:off x="8001765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2B512891-FE8B-5ADA-511C-323CD42EE04E}"/>
                </a:ext>
              </a:extLst>
            </p:cNvPr>
            <p:cNvSpPr/>
            <p:nvPr/>
          </p:nvSpPr>
          <p:spPr>
            <a:xfrm>
              <a:off x="8075294" y="369522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8020D889-2284-C74E-1BF7-E6DFE678A79C}"/>
                </a:ext>
              </a:extLst>
            </p:cNvPr>
            <p:cNvSpPr/>
            <p:nvPr/>
          </p:nvSpPr>
          <p:spPr>
            <a:xfrm>
              <a:off x="8149403" y="369522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192DAED3-D20A-0C9C-F4DF-41F3BA89E87D}"/>
                </a:ext>
              </a:extLst>
            </p:cNvPr>
            <p:cNvSpPr/>
            <p:nvPr/>
          </p:nvSpPr>
          <p:spPr>
            <a:xfrm>
              <a:off x="8001765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5996DC38-A870-9BF5-0EB9-8B25C34D8635}"/>
                </a:ext>
              </a:extLst>
            </p:cNvPr>
            <p:cNvSpPr/>
            <p:nvPr/>
          </p:nvSpPr>
          <p:spPr>
            <a:xfrm>
              <a:off x="8075294" y="3769519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A4852670-0475-2A28-6686-6BF5BCEBFF30}"/>
                </a:ext>
              </a:extLst>
            </p:cNvPr>
            <p:cNvSpPr/>
            <p:nvPr/>
          </p:nvSpPr>
          <p:spPr>
            <a:xfrm>
              <a:off x="8149403" y="3769519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5EC88DC-983F-A6DB-4246-83ADDB22892A}"/>
                </a:ext>
              </a:extLst>
            </p:cNvPr>
            <p:cNvSpPr/>
            <p:nvPr/>
          </p:nvSpPr>
          <p:spPr>
            <a:xfrm>
              <a:off x="8001765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05DAA1E0-249B-10B6-4B7F-B6362F3EB0C2}"/>
                </a:ext>
              </a:extLst>
            </p:cNvPr>
            <p:cNvSpPr/>
            <p:nvPr/>
          </p:nvSpPr>
          <p:spPr>
            <a:xfrm>
              <a:off x="8075295" y="384286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FE2F2008-5EDF-9B80-D735-AE7ACC633A32}"/>
                </a:ext>
              </a:extLst>
            </p:cNvPr>
            <p:cNvSpPr/>
            <p:nvPr/>
          </p:nvSpPr>
          <p:spPr>
            <a:xfrm>
              <a:off x="8149403" y="384286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8CCC0E87-D317-439C-CF5B-BE6B84683471}"/>
                </a:ext>
              </a:extLst>
            </p:cNvPr>
            <p:cNvSpPr/>
            <p:nvPr/>
          </p:nvSpPr>
          <p:spPr>
            <a:xfrm>
              <a:off x="8001765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8F327E7E-BD63-D058-1048-43FEDED91761}"/>
                </a:ext>
              </a:extLst>
            </p:cNvPr>
            <p:cNvSpPr/>
            <p:nvPr/>
          </p:nvSpPr>
          <p:spPr>
            <a:xfrm>
              <a:off x="8075295" y="3917156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FA66E016-B063-BB81-D6E9-A768F75B6D5F}"/>
                </a:ext>
              </a:extLst>
            </p:cNvPr>
            <p:cNvSpPr/>
            <p:nvPr/>
          </p:nvSpPr>
          <p:spPr>
            <a:xfrm>
              <a:off x="8149403" y="391715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C0B2BDB5-BDED-DDDD-2046-602E8729AD10}"/>
                </a:ext>
              </a:extLst>
            </p:cNvPr>
            <p:cNvSpPr/>
            <p:nvPr/>
          </p:nvSpPr>
          <p:spPr>
            <a:xfrm>
              <a:off x="8001765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EBB8D714-6A2F-CA9F-B954-994B80A1B6AA}"/>
                </a:ext>
              </a:extLst>
            </p:cNvPr>
            <p:cNvSpPr/>
            <p:nvPr/>
          </p:nvSpPr>
          <p:spPr>
            <a:xfrm>
              <a:off x="8075295" y="3990499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6214245-7918-EF35-E53B-04D57E902D94}"/>
                </a:ext>
              </a:extLst>
            </p:cNvPr>
            <p:cNvSpPr/>
            <p:nvPr/>
          </p:nvSpPr>
          <p:spPr>
            <a:xfrm>
              <a:off x="8149403" y="3991451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8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DD920166-72D6-F008-31B5-AC315C683780}"/>
                </a:ext>
              </a:extLst>
            </p:cNvPr>
            <p:cNvSpPr/>
            <p:nvPr/>
          </p:nvSpPr>
          <p:spPr>
            <a:xfrm>
              <a:off x="8001765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B6FD4754-F100-C76A-F157-67267D655CCF}"/>
                </a:ext>
              </a:extLst>
            </p:cNvPr>
            <p:cNvSpPr/>
            <p:nvPr/>
          </p:nvSpPr>
          <p:spPr>
            <a:xfrm>
              <a:off x="8075294" y="406479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75442701-1DFE-45C7-1B55-05ED07C5287E}"/>
                </a:ext>
              </a:extLst>
            </p:cNvPr>
            <p:cNvSpPr/>
            <p:nvPr/>
          </p:nvSpPr>
          <p:spPr>
            <a:xfrm>
              <a:off x="8149403" y="406479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9F6CA4BF-839F-2CFD-9D19-5A55DB6BCCEE}"/>
                </a:ext>
              </a:extLst>
            </p:cNvPr>
            <p:cNvSpPr/>
            <p:nvPr/>
          </p:nvSpPr>
          <p:spPr>
            <a:xfrm>
              <a:off x="8001765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B4D7C275-AC2B-EC45-44A0-E86C037260AD}"/>
                </a:ext>
              </a:extLst>
            </p:cNvPr>
            <p:cNvSpPr/>
            <p:nvPr/>
          </p:nvSpPr>
          <p:spPr>
            <a:xfrm>
              <a:off x="8075295" y="4139089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2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2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A6A78934-E792-B61B-1850-964A17AA29DC}"/>
                </a:ext>
              </a:extLst>
            </p:cNvPr>
            <p:cNvSpPr/>
            <p:nvPr/>
          </p:nvSpPr>
          <p:spPr>
            <a:xfrm>
              <a:off x="8149403" y="4139088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8D1C7B62-0102-C4C8-779B-1EAA9C92988E}"/>
                </a:ext>
              </a:extLst>
            </p:cNvPr>
            <p:cNvSpPr/>
            <p:nvPr/>
          </p:nvSpPr>
          <p:spPr>
            <a:xfrm>
              <a:off x="8001765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8AEFA8BF-179C-842A-3A68-6ECCC3DD82F3}"/>
                </a:ext>
              </a:extLst>
            </p:cNvPr>
            <p:cNvSpPr/>
            <p:nvPr/>
          </p:nvSpPr>
          <p:spPr>
            <a:xfrm>
              <a:off x="807529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06E278A2-024D-01F3-1921-B8D3F8A3630E}"/>
                </a:ext>
              </a:extLst>
            </p:cNvPr>
            <p:cNvSpPr/>
            <p:nvPr/>
          </p:nvSpPr>
          <p:spPr>
            <a:xfrm>
              <a:off x="8149403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2667143D-25CF-7FB9-A11D-0E0E7AD5C31F}"/>
                </a:ext>
              </a:extLst>
            </p:cNvPr>
            <p:cNvSpPr/>
            <p:nvPr/>
          </p:nvSpPr>
          <p:spPr>
            <a:xfrm>
              <a:off x="8447722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F420275-34BE-FBA3-FAD4-665B67FD74B6}"/>
                </a:ext>
              </a:extLst>
            </p:cNvPr>
            <p:cNvSpPr/>
            <p:nvPr/>
          </p:nvSpPr>
          <p:spPr>
            <a:xfrm>
              <a:off x="8521830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A48A9010-B3A0-6F44-7C95-46D7F40402DA}"/>
                </a:ext>
              </a:extLst>
            </p:cNvPr>
            <p:cNvSpPr/>
            <p:nvPr/>
          </p:nvSpPr>
          <p:spPr>
            <a:xfrm>
              <a:off x="8595360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44BF9EB9-1FE6-647B-F561-0F388769AEF6}"/>
                </a:ext>
              </a:extLst>
            </p:cNvPr>
            <p:cNvSpPr/>
            <p:nvPr/>
          </p:nvSpPr>
          <p:spPr>
            <a:xfrm>
              <a:off x="866965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24FBC4E0-F1DD-6117-4702-DFB0049C1CD2}"/>
                </a:ext>
              </a:extLst>
            </p:cNvPr>
            <p:cNvSpPr/>
            <p:nvPr/>
          </p:nvSpPr>
          <p:spPr>
            <a:xfrm>
              <a:off x="8743950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E3F1FF00-652C-352B-D61B-6E9B54CA9C75}"/>
                </a:ext>
              </a:extLst>
            </p:cNvPr>
            <p:cNvSpPr/>
            <p:nvPr/>
          </p:nvSpPr>
          <p:spPr>
            <a:xfrm>
              <a:off x="8817292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3A2D58AD-C121-15EB-5A0D-97FBC1C34521}"/>
                </a:ext>
              </a:extLst>
            </p:cNvPr>
            <p:cNvSpPr/>
            <p:nvPr/>
          </p:nvSpPr>
          <p:spPr>
            <a:xfrm>
              <a:off x="8891587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0B03B249-5186-410F-B42F-C04786A0F1E8}"/>
                </a:ext>
              </a:extLst>
            </p:cNvPr>
            <p:cNvSpPr/>
            <p:nvPr/>
          </p:nvSpPr>
          <p:spPr>
            <a:xfrm>
              <a:off x="8965882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1DFE2629-EF6D-4927-6167-E391FDFA45F6}"/>
                </a:ext>
              </a:extLst>
            </p:cNvPr>
            <p:cNvSpPr/>
            <p:nvPr/>
          </p:nvSpPr>
          <p:spPr>
            <a:xfrm>
              <a:off x="9039225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EC6B439B-08BC-1A04-E7AF-ECF31F198AFC}"/>
                </a:ext>
              </a:extLst>
            </p:cNvPr>
            <p:cNvSpPr/>
            <p:nvPr/>
          </p:nvSpPr>
          <p:spPr>
            <a:xfrm>
              <a:off x="9113519" y="4213384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6667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4C3F0AEB-2498-801A-8E71-0EF7D22FBB00}"/>
                </a:ext>
              </a:extLst>
            </p:cNvPr>
            <p:cNvSpPr/>
            <p:nvPr/>
          </p:nvSpPr>
          <p:spPr>
            <a:xfrm>
              <a:off x="9187628" y="4213384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6667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FA934C5-1D2F-9132-D5EF-DC4244691C97}"/>
                </a:ext>
              </a:extLst>
            </p:cNvPr>
            <p:cNvSpPr/>
            <p:nvPr/>
          </p:nvSpPr>
          <p:spPr>
            <a:xfrm>
              <a:off x="9261157" y="4212431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AD5EA929-65DC-95D7-D3EB-E77290D50604}"/>
                </a:ext>
              </a:extLst>
            </p:cNvPr>
            <p:cNvSpPr/>
            <p:nvPr/>
          </p:nvSpPr>
          <p:spPr>
            <a:xfrm>
              <a:off x="8225789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23C25C16-10DD-49F9-084C-E98B04095E4F}"/>
                </a:ext>
              </a:extLst>
            </p:cNvPr>
            <p:cNvSpPr/>
            <p:nvPr/>
          </p:nvSpPr>
          <p:spPr>
            <a:xfrm>
              <a:off x="8300085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BC7D878D-7741-7EC8-AEAD-BCB9B24D08BD}"/>
                </a:ext>
              </a:extLst>
            </p:cNvPr>
            <p:cNvSpPr/>
            <p:nvPr/>
          </p:nvSpPr>
          <p:spPr>
            <a:xfrm>
              <a:off x="8374137" y="4286726"/>
              <a:ext cx="9767" cy="9525"/>
            </a:xfrm>
            <a:custGeom>
              <a:avLst/>
              <a:gdLst>
                <a:gd name="connsiteX0" fmla="*/ 5005 w 9767"/>
                <a:gd name="connsiteY0" fmla="*/ 9525 h 9525"/>
                <a:gd name="connsiteX1" fmla="*/ 9768 w 9767"/>
                <a:gd name="connsiteY1" fmla="*/ 4763 h 9525"/>
                <a:gd name="connsiteX2" fmla="*/ 5005 w 9767"/>
                <a:gd name="connsiteY2" fmla="*/ 0 h 9525"/>
                <a:gd name="connsiteX3" fmla="*/ 243 w 9767"/>
                <a:gd name="connsiteY3" fmla="*/ 4763 h 9525"/>
                <a:gd name="connsiteX4" fmla="*/ 5005 w 976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" h="9525">
                  <a:moveTo>
                    <a:pt x="5005" y="9525"/>
                  </a:moveTo>
                  <a:cubicBezTo>
                    <a:pt x="7863" y="9525"/>
                    <a:pt x="9768" y="7620"/>
                    <a:pt x="9768" y="4763"/>
                  </a:cubicBezTo>
                  <a:cubicBezTo>
                    <a:pt x="9768" y="1905"/>
                    <a:pt x="7863" y="0"/>
                    <a:pt x="5005" y="0"/>
                  </a:cubicBezTo>
                  <a:cubicBezTo>
                    <a:pt x="2148" y="0"/>
                    <a:pt x="243" y="1905"/>
                    <a:pt x="243" y="4763"/>
                  </a:cubicBezTo>
                  <a:cubicBezTo>
                    <a:pt x="-710" y="7620"/>
                    <a:pt x="1195" y="9525"/>
                    <a:pt x="5005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8E8224A0-6151-8E46-8BB5-ADCECCEDF309}"/>
                </a:ext>
              </a:extLst>
            </p:cNvPr>
            <p:cNvSpPr/>
            <p:nvPr/>
          </p:nvSpPr>
          <p:spPr>
            <a:xfrm>
              <a:off x="8447722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2A98C039-407F-E0A2-C488-F9A413EC26DB}"/>
                </a:ext>
              </a:extLst>
            </p:cNvPr>
            <p:cNvSpPr/>
            <p:nvPr/>
          </p:nvSpPr>
          <p:spPr>
            <a:xfrm>
              <a:off x="8521830" y="428672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D5A0EDCF-5E42-3398-0395-234966C796AD}"/>
                </a:ext>
              </a:extLst>
            </p:cNvPr>
            <p:cNvSpPr/>
            <p:nvPr/>
          </p:nvSpPr>
          <p:spPr>
            <a:xfrm>
              <a:off x="8595360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DF3AA319-9AEF-29DF-56F5-F1EB846F241C}"/>
                </a:ext>
              </a:extLst>
            </p:cNvPr>
            <p:cNvSpPr/>
            <p:nvPr/>
          </p:nvSpPr>
          <p:spPr>
            <a:xfrm>
              <a:off x="8669655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3" y="9525"/>
                    <a:pt x="0" y="7393"/>
                    <a:pt x="0" y="4763"/>
                  </a:cubicBezTo>
                  <a:cubicBezTo>
                    <a:pt x="0" y="2132"/>
                    <a:pt x="2133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CD66A50E-6928-8ECE-9D31-D804D21F3065}"/>
                </a:ext>
              </a:extLst>
            </p:cNvPr>
            <p:cNvSpPr/>
            <p:nvPr/>
          </p:nvSpPr>
          <p:spPr>
            <a:xfrm>
              <a:off x="8743950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26CD1907-1245-33C3-533A-38F6397C53BB}"/>
                </a:ext>
              </a:extLst>
            </p:cNvPr>
            <p:cNvSpPr/>
            <p:nvPr/>
          </p:nvSpPr>
          <p:spPr>
            <a:xfrm>
              <a:off x="8817292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085FD276-3F11-2AA8-96AB-8E41C715FF80}"/>
                </a:ext>
              </a:extLst>
            </p:cNvPr>
            <p:cNvSpPr/>
            <p:nvPr/>
          </p:nvSpPr>
          <p:spPr>
            <a:xfrm>
              <a:off x="8891587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80760499-4B75-3C57-5145-16CDAEBB29D9}"/>
                </a:ext>
              </a:extLst>
            </p:cNvPr>
            <p:cNvSpPr/>
            <p:nvPr/>
          </p:nvSpPr>
          <p:spPr>
            <a:xfrm>
              <a:off x="8965882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5FE27CA1-29AB-D294-0664-C7CA0555DC23}"/>
                </a:ext>
              </a:extLst>
            </p:cNvPr>
            <p:cNvSpPr/>
            <p:nvPr/>
          </p:nvSpPr>
          <p:spPr>
            <a:xfrm>
              <a:off x="9039225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936334B4-3C77-88EF-B0CF-9592126A3A9C}"/>
                </a:ext>
              </a:extLst>
            </p:cNvPr>
            <p:cNvSpPr/>
            <p:nvPr/>
          </p:nvSpPr>
          <p:spPr>
            <a:xfrm>
              <a:off x="9113519" y="4286726"/>
              <a:ext cx="9525" cy="9525"/>
            </a:xfrm>
            <a:custGeom>
              <a:avLst/>
              <a:gdLst>
                <a:gd name="connsiteX0" fmla="*/ 4763 w 9525"/>
                <a:gd name="connsiteY0" fmla="*/ 9525 h 9525"/>
                <a:gd name="connsiteX1" fmla="*/ 9525 w 9525"/>
                <a:gd name="connsiteY1" fmla="*/ 4763 h 9525"/>
                <a:gd name="connsiteX2" fmla="*/ 4763 w 9525"/>
                <a:gd name="connsiteY2" fmla="*/ 0 h 9525"/>
                <a:gd name="connsiteX3" fmla="*/ 0 w 9525"/>
                <a:gd name="connsiteY3" fmla="*/ 4763 h 9525"/>
                <a:gd name="connsiteX4" fmla="*/ 4763 w 9525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4763" y="9525"/>
                  </a:moveTo>
                  <a:cubicBezTo>
                    <a:pt x="7620" y="9525"/>
                    <a:pt x="9525" y="7620"/>
                    <a:pt x="9525" y="4763"/>
                  </a:cubicBezTo>
                  <a:cubicBezTo>
                    <a:pt x="9525" y="1905"/>
                    <a:pt x="7620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cubicBezTo>
                    <a:pt x="0" y="7620"/>
                    <a:pt x="1905" y="9525"/>
                    <a:pt x="4763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8C3591CC-CE2B-9436-7BA7-E6A65E779F6E}"/>
                </a:ext>
              </a:extLst>
            </p:cNvPr>
            <p:cNvSpPr/>
            <p:nvPr/>
          </p:nvSpPr>
          <p:spPr>
            <a:xfrm>
              <a:off x="9187628" y="4286726"/>
              <a:ext cx="9711" cy="9525"/>
            </a:xfrm>
            <a:custGeom>
              <a:avLst/>
              <a:gdLst>
                <a:gd name="connsiteX0" fmla="*/ 4949 w 9711"/>
                <a:gd name="connsiteY0" fmla="*/ 9525 h 9525"/>
                <a:gd name="connsiteX1" fmla="*/ 9712 w 9711"/>
                <a:gd name="connsiteY1" fmla="*/ 4763 h 9525"/>
                <a:gd name="connsiteX2" fmla="*/ 4949 w 9711"/>
                <a:gd name="connsiteY2" fmla="*/ 0 h 9525"/>
                <a:gd name="connsiteX3" fmla="*/ 187 w 9711"/>
                <a:gd name="connsiteY3" fmla="*/ 4763 h 9525"/>
                <a:gd name="connsiteX4" fmla="*/ 4949 w 9711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1" h="9525">
                  <a:moveTo>
                    <a:pt x="4949" y="9525"/>
                  </a:moveTo>
                  <a:cubicBezTo>
                    <a:pt x="7807" y="9525"/>
                    <a:pt x="9712" y="7620"/>
                    <a:pt x="9712" y="4763"/>
                  </a:cubicBezTo>
                  <a:cubicBezTo>
                    <a:pt x="9712" y="1905"/>
                    <a:pt x="7807" y="0"/>
                    <a:pt x="4949" y="0"/>
                  </a:cubicBezTo>
                  <a:cubicBezTo>
                    <a:pt x="2092" y="0"/>
                    <a:pt x="187" y="1905"/>
                    <a:pt x="187" y="4763"/>
                  </a:cubicBezTo>
                  <a:cubicBezTo>
                    <a:pt x="-766" y="7620"/>
                    <a:pt x="2092" y="9525"/>
                    <a:pt x="4949" y="95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AA2FC8D6-F41F-4AB9-E8B6-DB00BEF0F335}"/>
                </a:ext>
              </a:extLst>
            </p:cNvPr>
            <p:cNvSpPr/>
            <p:nvPr/>
          </p:nvSpPr>
          <p:spPr>
            <a:xfrm>
              <a:off x="9261157" y="4286726"/>
              <a:ext cx="9525" cy="9525"/>
            </a:xfrm>
            <a:custGeom>
              <a:avLst/>
              <a:gdLst>
                <a:gd name="connsiteX0" fmla="*/ 9525 w 9525"/>
                <a:gd name="connsiteY0" fmla="*/ 4762 h 9525"/>
                <a:gd name="connsiteX1" fmla="*/ 4762 w 9525"/>
                <a:gd name="connsiteY1" fmla="*/ 9525 h 9525"/>
                <a:gd name="connsiteX2" fmla="*/ 0 w 9525"/>
                <a:gd name="connsiteY2" fmla="*/ 4763 h 9525"/>
                <a:gd name="connsiteX3" fmla="*/ 4762 w 9525"/>
                <a:gd name="connsiteY3" fmla="*/ 0 h 9525"/>
                <a:gd name="connsiteX4" fmla="*/ 9525 w 9525"/>
                <a:gd name="connsiteY4" fmla="*/ 4762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2"/>
                  </a:moveTo>
                  <a:cubicBezTo>
                    <a:pt x="9525" y="7393"/>
                    <a:pt x="7392" y="9525"/>
                    <a:pt x="4762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2" y="0"/>
                  </a:cubicBezTo>
                  <a:cubicBezTo>
                    <a:pt x="7392" y="0"/>
                    <a:pt x="9525" y="2132"/>
                    <a:pt x="9525" y="47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sp>
        <p:nvSpPr>
          <p:cNvPr id="408" name="Freeform 9">
            <a:extLst>
              <a:ext uri="{FF2B5EF4-FFF2-40B4-BE49-F238E27FC236}">
                <a16:creationId xmlns:a16="http://schemas.microsoft.com/office/drawing/2014/main" id="{6B65CD35-173A-D352-ED33-EAADF0E6551E}"/>
              </a:ext>
            </a:extLst>
          </p:cNvPr>
          <p:cNvSpPr>
            <a:spLocks/>
          </p:cNvSpPr>
          <p:nvPr/>
        </p:nvSpPr>
        <p:spPr bwMode="auto">
          <a:xfrm>
            <a:off x="649397" y="1247434"/>
            <a:ext cx="8243887" cy="1186371"/>
          </a:xfrm>
          <a:custGeom>
            <a:avLst/>
            <a:gdLst>
              <a:gd name="T0" fmla="*/ 3028 w 3034"/>
              <a:gd name="T1" fmla="*/ 62 h 438"/>
              <a:gd name="T2" fmla="*/ 2937 w 3034"/>
              <a:gd name="T3" fmla="*/ 3 h 438"/>
              <a:gd name="T4" fmla="*/ 2924 w 3034"/>
              <a:gd name="T5" fmla="*/ 11 h 438"/>
              <a:gd name="T6" fmla="*/ 2924 w 3034"/>
              <a:gd name="T7" fmla="*/ 21 h 438"/>
              <a:gd name="T8" fmla="*/ 2573 w 3034"/>
              <a:gd name="T9" fmla="*/ 29 h 438"/>
              <a:gd name="T10" fmla="*/ 2386 w 3034"/>
              <a:gd name="T11" fmla="*/ 38 h 438"/>
              <a:gd name="T12" fmla="*/ 2293 w 3034"/>
              <a:gd name="T13" fmla="*/ 43 h 438"/>
              <a:gd name="T14" fmla="*/ 2200 w 3034"/>
              <a:gd name="T15" fmla="*/ 48 h 438"/>
              <a:gd name="T16" fmla="*/ 2014 w 3034"/>
              <a:gd name="T17" fmla="*/ 61 h 438"/>
              <a:gd name="T18" fmla="*/ 1921 w 3034"/>
              <a:gd name="T19" fmla="*/ 68 h 438"/>
              <a:gd name="T20" fmla="*/ 1828 w 3034"/>
              <a:gd name="T21" fmla="*/ 76 h 438"/>
              <a:gd name="T22" fmla="*/ 1642 w 3034"/>
              <a:gd name="T23" fmla="*/ 94 h 438"/>
              <a:gd name="T24" fmla="*/ 1596 w 3034"/>
              <a:gd name="T25" fmla="*/ 99 h 438"/>
              <a:gd name="T26" fmla="*/ 1549 w 3034"/>
              <a:gd name="T27" fmla="*/ 104 h 438"/>
              <a:gd name="T28" fmla="*/ 1457 w 3034"/>
              <a:gd name="T29" fmla="*/ 115 h 438"/>
              <a:gd name="T30" fmla="*/ 719 w 3034"/>
              <a:gd name="T31" fmla="*/ 231 h 438"/>
              <a:gd name="T32" fmla="*/ 674 w 3034"/>
              <a:gd name="T33" fmla="*/ 240 h 438"/>
              <a:gd name="T34" fmla="*/ 628 w 3034"/>
              <a:gd name="T35" fmla="*/ 250 h 438"/>
              <a:gd name="T36" fmla="*/ 537 w 3034"/>
              <a:gd name="T37" fmla="*/ 269 h 438"/>
              <a:gd name="T38" fmla="*/ 446 w 3034"/>
              <a:gd name="T39" fmla="*/ 291 h 438"/>
              <a:gd name="T40" fmla="*/ 401 w 3034"/>
              <a:gd name="T41" fmla="*/ 302 h 438"/>
              <a:gd name="T42" fmla="*/ 356 w 3034"/>
              <a:gd name="T43" fmla="*/ 314 h 438"/>
              <a:gd name="T44" fmla="*/ 266 w 3034"/>
              <a:gd name="T45" fmla="*/ 338 h 438"/>
              <a:gd name="T46" fmla="*/ 176 w 3034"/>
              <a:gd name="T47" fmla="*/ 364 h 438"/>
              <a:gd name="T48" fmla="*/ 7 w 3034"/>
              <a:gd name="T49" fmla="*/ 421 h 438"/>
              <a:gd name="T50" fmla="*/ 2 w 3034"/>
              <a:gd name="T51" fmla="*/ 432 h 438"/>
              <a:gd name="T52" fmla="*/ 13 w 3034"/>
              <a:gd name="T53" fmla="*/ 437 h 438"/>
              <a:gd name="T54" fmla="*/ 182 w 3034"/>
              <a:gd name="T55" fmla="*/ 385 h 438"/>
              <a:gd name="T56" fmla="*/ 272 w 3034"/>
              <a:gd name="T57" fmla="*/ 361 h 438"/>
              <a:gd name="T58" fmla="*/ 362 w 3034"/>
              <a:gd name="T59" fmla="*/ 340 h 438"/>
              <a:gd name="T60" fmla="*/ 407 w 3034"/>
              <a:gd name="T61" fmla="*/ 329 h 438"/>
              <a:gd name="T62" fmla="*/ 453 w 3034"/>
              <a:gd name="T63" fmla="*/ 320 h 438"/>
              <a:gd name="T64" fmla="*/ 544 w 3034"/>
              <a:gd name="T65" fmla="*/ 301 h 438"/>
              <a:gd name="T66" fmla="*/ 635 w 3034"/>
              <a:gd name="T67" fmla="*/ 284 h 438"/>
              <a:gd name="T68" fmla="*/ 681 w 3034"/>
              <a:gd name="T69" fmla="*/ 275 h 438"/>
              <a:gd name="T70" fmla="*/ 726 w 3034"/>
              <a:gd name="T71" fmla="*/ 267 h 438"/>
              <a:gd name="T72" fmla="*/ 1463 w 3034"/>
              <a:gd name="T73" fmla="*/ 173 h 438"/>
              <a:gd name="T74" fmla="*/ 1555 w 3034"/>
              <a:gd name="T75" fmla="*/ 165 h 438"/>
              <a:gd name="T76" fmla="*/ 1601 w 3034"/>
              <a:gd name="T77" fmla="*/ 160 h 438"/>
              <a:gd name="T78" fmla="*/ 1648 w 3034"/>
              <a:gd name="T79" fmla="*/ 157 h 438"/>
              <a:gd name="T80" fmla="*/ 1833 w 3034"/>
              <a:gd name="T81" fmla="*/ 145 h 438"/>
              <a:gd name="T82" fmla="*/ 1925 w 3034"/>
              <a:gd name="T83" fmla="*/ 139 h 438"/>
              <a:gd name="T84" fmla="*/ 2018 w 3034"/>
              <a:gd name="T85" fmla="*/ 135 h 438"/>
              <a:gd name="T86" fmla="*/ 2204 w 3034"/>
              <a:gd name="T87" fmla="*/ 127 h 438"/>
              <a:gd name="T88" fmla="*/ 2296 w 3034"/>
              <a:gd name="T89" fmla="*/ 124 h 438"/>
              <a:gd name="T90" fmla="*/ 2389 w 3034"/>
              <a:gd name="T91" fmla="*/ 123 h 438"/>
              <a:gd name="T92" fmla="*/ 2575 w 3034"/>
              <a:gd name="T93" fmla="*/ 119 h 438"/>
              <a:gd name="T94" fmla="*/ 2924 w 3034"/>
              <a:gd name="T95" fmla="*/ 120 h 438"/>
              <a:gd name="T96" fmla="*/ 2924 w 3034"/>
              <a:gd name="T97" fmla="*/ 129 h 438"/>
              <a:gd name="T98" fmla="*/ 2937 w 3034"/>
              <a:gd name="T99" fmla="*/ 137 h 438"/>
              <a:gd name="T100" fmla="*/ 3028 w 3034"/>
              <a:gd name="T101" fmla="*/ 78 h 438"/>
              <a:gd name="T102" fmla="*/ 3028 w 3034"/>
              <a:gd name="T103" fmla="*/ 62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034" h="438">
                <a:moveTo>
                  <a:pt x="3028" y="62"/>
                </a:moveTo>
                <a:cubicBezTo>
                  <a:pt x="2937" y="3"/>
                  <a:pt x="2937" y="3"/>
                  <a:pt x="2937" y="3"/>
                </a:cubicBezTo>
                <a:cubicBezTo>
                  <a:pt x="2931" y="0"/>
                  <a:pt x="2924" y="4"/>
                  <a:pt x="2924" y="11"/>
                </a:cubicBezTo>
                <a:cubicBezTo>
                  <a:pt x="2924" y="21"/>
                  <a:pt x="2924" y="21"/>
                  <a:pt x="2924" y="21"/>
                </a:cubicBezTo>
                <a:cubicBezTo>
                  <a:pt x="2573" y="29"/>
                  <a:pt x="2573" y="29"/>
                  <a:pt x="2573" y="29"/>
                </a:cubicBezTo>
                <a:cubicBezTo>
                  <a:pt x="2386" y="38"/>
                  <a:pt x="2386" y="38"/>
                  <a:pt x="2386" y="38"/>
                </a:cubicBezTo>
                <a:cubicBezTo>
                  <a:pt x="2293" y="43"/>
                  <a:pt x="2293" y="43"/>
                  <a:pt x="2293" y="43"/>
                </a:cubicBezTo>
                <a:cubicBezTo>
                  <a:pt x="2262" y="44"/>
                  <a:pt x="2231" y="45"/>
                  <a:pt x="2200" y="48"/>
                </a:cubicBezTo>
                <a:cubicBezTo>
                  <a:pt x="2014" y="61"/>
                  <a:pt x="2014" y="61"/>
                  <a:pt x="2014" y="61"/>
                </a:cubicBezTo>
                <a:cubicBezTo>
                  <a:pt x="1921" y="68"/>
                  <a:pt x="1921" y="68"/>
                  <a:pt x="1921" y="68"/>
                </a:cubicBezTo>
                <a:cubicBezTo>
                  <a:pt x="1828" y="76"/>
                  <a:pt x="1828" y="76"/>
                  <a:pt x="1828" y="76"/>
                </a:cubicBezTo>
                <a:cubicBezTo>
                  <a:pt x="1642" y="94"/>
                  <a:pt x="1642" y="94"/>
                  <a:pt x="1642" y="94"/>
                </a:cubicBezTo>
                <a:cubicBezTo>
                  <a:pt x="1626" y="95"/>
                  <a:pt x="1611" y="97"/>
                  <a:pt x="1596" y="99"/>
                </a:cubicBezTo>
                <a:cubicBezTo>
                  <a:pt x="1549" y="104"/>
                  <a:pt x="1549" y="104"/>
                  <a:pt x="1549" y="104"/>
                </a:cubicBezTo>
                <a:cubicBezTo>
                  <a:pt x="1457" y="115"/>
                  <a:pt x="1457" y="115"/>
                  <a:pt x="1457" y="115"/>
                </a:cubicBezTo>
                <a:cubicBezTo>
                  <a:pt x="1210" y="145"/>
                  <a:pt x="963" y="181"/>
                  <a:pt x="719" y="231"/>
                </a:cubicBezTo>
                <a:cubicBezTo>
                  <a:pt x="704" y="233"/>
                  <a:pt x="689" y="237"/>
                  <a:pt x="674" y="240"/>
                </a:cubicBezTo>
                <a:cubicBezTo>
                  <a:pt x="628" y="250"/>
                  <a:pt x="628" y="250"/>
                  <a:pt x="628" y="250"/>
                </a:cubicBezTo>
                <a:cubicBezTo>
                  <a:pt x="537" y="269"/>
                  <a:pt x="537" y="269"/>
                  <a:pt x="537" y="269"/>
                </a:cubicBezTo>
                <a:cubicBezTo>
                  <a:pt x="446" y="291"/>
                  <a:pt x="446" y="291"/>
                  <a:pt x="446" y="291"/>
                </a:cubicBezTo>
                <a:cubicBezTo>
                  <a:pt x="401" y="302"/>
                  <a:pt x="401" y="302"/>
                  <a:pt x="401" y="302"/>
                </a:cubicBezTo>
                <a:cubicBezTo>
                  <a:pt x="386" y="306"/>
                  <a:pt x="371" y="310"/>
                  <a:pt x="356" y="314"/>
                </a:cubicBezTo>
                <a:cubicBezTo>
                  <a:pt x="326" y="322"/>
                  <a:pt x="296" y="330"/>
                  <a:pt x="266" y="338"/>
                </a:cubicBezTo>
                <a:cubicBezTo>
                  <a:pt x="176" y="364"/>
                  <a:pt x="176" y="364"/>
                  <a:pt x="176" y="364"/>
                </a:cubicBezTo>
                <a:cubicBezTo>
                  <a:pt x="119" y="382"/>
                  <a:pt x="63" y="400"/>
                  <a:pt x="7" y="421"/>
                </a:cubicBezTo>
                <a:cubicBezTo>
                  <a:pt x="2" y="423"/>
                  <a:pt x="0" y="428"/>
                  <a:pt x="2" y="432"/>
                </a:cubicBezTo>
                <a:cubicBezTo>
                  <a:pt x="4" y="436"/>
                  <a:pt x="8" y="438"/>
                  <a:pt x="13" y="437"/>
                </a:cubicBezTo>
                <a:cubicBezTo>
                  <a:pt x="68" y="417"/>
                  <a:pt x="125" y="401"/>
                  <a:pt x="182" y="38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302" y="354"/>
                  <a:pt x="332" y="347"/>
                  <a:pt x="362" y="340"/>
                </a:cubicBezTo>
                <a:cubicBezTo>
                  <a:pt x="377" y="336"/>
                  <a:pt x="392" y="333"/>
                  <a:pt x="407" y="329"/>
                </a:cubicBezTo>
                <a:cubicBezTo>
                  <a:pt x="453" y="320"/>
                  <a:pt x="453" y="320"/>
                  <a:pt x="453" y="320"/>
                </a:cubicBezTo>
                <a:cubicBezTo>
                  <a:pt x="544" y="301"/>
                  <a:pt x="544" y="301"/>
                  <a:pt x="544" y="301"/>
                </a:cubicBezTo>
                <a:cubicBezTo>
                  <a:pt x="635" y="284"/>
                  <a:pt x="635" y="284"/>
                  <a:pt x="635" y="284"/>
                </a:cubicBezTo>
                <a:cubicBezTo>
                  <a:pt x="681" y="275"/>
                  <a:pt x="681" y="275"/>
                  <a:pt x="681" y="275"/>
                </a:cubicBezTo>
                <a:cubicBezTo>
                  <a:pt x="696" y="273"/>
                  <a:pt x="711" y="269"/>
                  <a:pt x="726" y="267"/>
                </a:cubicBezTo>
                <a:cubicBezTo>
                  <a:pt x="970" y="225"/>
                  <a:pt x="1216" y="196"/>
                  <a:pt x="1463" y="173"/>
                </a:cubicBezTo>
                <a:cubicBezTo>
                  <a:pt x="1555" y="165"/>
                  <a:pt x="1555" y="165"/>
                  <a:pt x="1555" y="165"/>
                </a:cubicBezTo>
                <a:cubicBezTo>
                  <a:pt x="1601" y="160"/>
                  <a:pt x="1601" y="160"/>
                  <a:pt x="1601" y="160"/>
                </a:cubicBezTo>
                <a:cubicBezTo>
                  <a:pt x="1617" y="159"/>
                  <a:pt x="1632" y="158"/>
                  <a:pt x="1648" y="157"/>
                </a:cubicBezTo>
                <a:cubicBezTo>
                  <a:pt x="1833" y="145"/>
                  <a:pt x="1833" y="145"/>
                  <a:pt x="1833" y="145"/>
                </a:cubicBezTo>
                <a:cubicBezTo>
                  <a:pt x="1925" y="139"/>
                  <a:pt x="1925" y="139"/>
                  <a:pt x="1925" y="139"/>
                </a:cubicBezTo>
                <a:cubicBezTo>
                  <a:pt x="2018" y="135"/>
                  <a:pt x="2018" y="135"/>
                  <a:pt x="2018" y="135"/>
                </a:cubicBezTo>
                <a:cubicBezTo>
                  <a:pt x="2204" y="127"/>
                  <a:pt x="2204" y="127"/>
                  <a:pt x="2204" y="127"/>
                </a:cubicBezTo>
                <a:cubicBezTo>
                  <a:pt x="2235" y="125"/>
                  <a:pt x="2266" y="125"/>
                  <a:pt x="2296" y="124"/>
                </a:cubicBezTo>
                <a:cubicBezTo>
                  <a:pt x="2389" y="123"/>
                  <a:pt x="2389" y="123"/>
                  <a:pt x="2389" y="123"/>
                </a:cubicBezTo>
                <a:cubicBezTo>
                  <a:pt x="2575" y="119"/>
                  <a:pt x="2575" y="119"/>
                  <a:pt x="2575" y="119"/>
                </a:cubicBezTo>
                <a:cubicBezTo>
                  <a:pt x="2924" y="120"/>
                  <a:pt x="2924" y="120"/>
                  <a:pt x="2924" y="120"/>
                </a:cubicBezTo>
                <a:cubicBezTo>
                  <a:pt x="2924" y="129"/>
                  <a:pt x="2924" y="129"/>
                  <a:pt x="2924" y="129"/>
                </a:cubicBezTo>
                <a:cubicBezTo>
                  <a:pt x="2924" y="136"/>
                  <a:pt x="2931" y="140"/>
                  <a:pt x="2937" y="137"/>
                </a:cubicBezTo>
                <a:cubicBezTo>
                  <a:pt x="3028" y="78"/>
                  <a:pt x="3028" y="78"/>
                  <a:pt x="3028" y="78"/>
                </a:cubicBezTo>
                <a:cubicBezTo>
                  <a:pt x="3034" y="75"/>
                  <a:pt x="3034" y="65"/>
                  <a:pt x="3028" y="62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50000"/>
                </a:schemeClr>
              </a:gs>
              <a:gs pos="0">
                <a:schemeClr val="bg1"/>
              </a:gs>
            </a:gsLst>
            <a:lin ang="10800000" scaled="0"/>
          </a:gra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7ECAF8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pic>
        <p:nvPicPr>
          <p:cNvPr id="409" name="Picture 408" descr="A robot with blue eyes and blue lights&#10;&#10;Description automatically generated with medium confidence">
            <a:extLst>
              <a:ext uri="{FF2B5EF4-FFF2-40B4-BE49-F238E27FC236}">
                <a16:creationId xmlns:a16="http://schemas.microsoft.com/office/drawing/2014/main" id="{6DBC99C4-FB7F-5B36-86CE-FF109706856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2087" y="1006508"/>
            <a:ext cx="1547286" cy="1315519"/>
          </a:xfrm>
          <a:prstGeom prst="rect">
            <a:avLst/>
          </a:prstGeom>
        </p:spPr>
      </p:pic>
      <p:grpSp>
        <p:nvGrpSpPr>
          <p:cNvPr id="410" name="Group 409">
            <a:extLst>
              <a:ext uri="{FF2B5EF4-FFF2-40B4-BE49-F238E27FC236}">
                <a16:creationId xmlns:a16="http://schemas.microsoft.com/office/drawing/2014/main" id="{57005389-C9E7-31D6-80D2-8D2E82FDE041}"/>
              </a:ext>
            </a:extLst>
          </p:cNvPr>
          <p:cNvGrpSpPr>
            <a:grpSpLocks/>
          </p:cNvGrpSpPr>
          <p:nvPr/>
        </p:nvGrpSpPr>
        <p:grpSpPr>
          <a:xfrm>
            <a:off x="1341128" y="2174726"/>
            <a:ext cx="1762594" cy="877961"/>
            <a:chOff x="513281" y="1703369"/>
            <a:chExt cx="3034828" cy="1829125"/>
          </a:xfrm>
        </p:grpSpPr>
        <p:pic>
          <p:nvPicPr>
            <p:cNvPr id="411" name="Graphic 410">
              <a:extLst>
                <a:ext uri="{FF2B5EF4-FFF2-40B4-BE49-F238E27FC236}">
                  <a16:creationId xmlns:a16="http://schemas.microsoft.com/office/drawing/2014/main" id="{DCADE8C2-620F-EBCC-ACE0-BB0D829D8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1188" y="1703369"/>
              <a:ext cx="2485126" cy="1324737"/>
            </a:xfrm>
            <a:prstGeom prst="rect">
              <a:avLst/>
            </a:prstGeom>
          </p:spPr>
        </p:pic>
        <p:pic>
          <p:nvPicPr>
            <p:cNvPr id="412" name="Graphic 411">
              <a:extLst>
                <a:ext uri="{FF2B5EF4-FFF2-40B4-BE49-F238E27FC236}">
                  <a16:creationId xmlns:a16="http://schemas.microsoft.com/office/drawing/2014/main" id="{F6068FB4-1800-FA6D-5B0B-E3744DC76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3281" y="2332887"/>
              <a:ext cx="3034828" cy="1199607"/>
            </a:xfrm>
            <a:prstGeom prst="rect">
              <a:avLst/>
            </a:prstGeom>
          </p:spPr>
        </p:pic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B02F1BF1-C5FA-703B-D6EC-E51AF6970A32}"/>
              </a:ext>
            </a:extLst>
          </p:cNvPr>
          <p:cNvGrpSpPr/>
          <p:nvPr/>
        </p:nvGrpSpPr>
        <p:grpSpPr>
          <a:xfrm>
            <a:off x="6563473" y="962884"/>
            <a:ext cx="1103175" cy="150772"/>
            <a:chOff x="-2750754" y="4385336"/>
            <a:chExt cx="1103175" cy="150772"/>
          </a:xfrm>
        </p:grpSpPr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62466A89-A86D-F8CE-68D6-920D879252C8}"/>
                </a:ext>
              </a:extLst>
            </p:cNvPr>
            <p:cNvSpPr/>
            <p:nvPr/>
          </p:nvSpPr>
          <p:spPr>
            <a:xfrm>
              <a:off x="-2585887" y="4385336"/>
              <a:ext cx="67475" cy="45028"/>
            </a:xfrm>
            <a:custGeom>
              <a:avLst/>
              <a:gdLst>
                <a:gd name="connsiteX0" fmla="*/ 50906 w 53525"/>
                <a:gd name="connsiteY0" fmla="*/ 35719 h 35718"/>
                <a:gd name="connsiteX1" fmla="*/ 3281 w 53525"/>
                <a:gd name="connsiteY1" fmla="*/ 35719 h 35718"/>
                <a:gd name="connsiteX2" fmla="*/ 423 w 53525"/>
                <a:gd name="connsiteY2" fmla="*/ 33814 h 35718"/>
                <a:gd name="connsiteX3" fmla="*/ 423 w 53525"/>
                <a:gd name="connsiteY3" fmla="*/ 30956 h 35718"/>
                <a:gd name="connsiteX4" fmla="*/ 24236 w 53525"/>
                <a:gd name="connsiteY4" fmla="*/ 1429 h 35718"/>
                <a:gd name="connsiteX5" fmla="*/ 28998 w 53525"/>
                <a:gd name="connsiteY5" fmla="*/ 1429 h 35718"/>
                <a:gd name="connsiteX6" fmla="*/ 52811 w 53525"/>
                <a:gd name="connsiteY6" fmla="*/ 30956 h 35718"/>
                <a:gd name="connsiteX7" fmla="*/ 52811 w 53525"/>
                <a:gd name="connsiteY7" fmla="*/ 33814 h 35718"/>
                <a:gd name="connsiteX8" fmla="*/ 50906 w 53525"/>
                <a:gd name="connsiteY8" fmla="*/ 35719 h 35718"/>
                <a:gd name="connsiteX9" fmla="*/ 9948 w 53525"/>
                <a:gd name="connsiteY9" fmla="*/ 30004 h 35718"/>
                <a:gd name="connsiteX10" fmla="*/ 44239 w 53525"/>
                <a:gd name="connsiteY10" fmla="*/ 30004 h 35718"/>
                <a:gd name="connsiteX11" fmla="*/ 27093 w 53525"/>
                <a:gd name="connsiteY11" fmla="*/ 9049 h 35718"/>
                <a:gd name="connsiteX12" fmla="*/ 9948 w 53525"/>
                <a:gd name="connsiteY12" fmla="*/ 30004 h 3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525" h="35718">
                  <a:moveTo>
                    <a:pt x="50906" y="35719"/>
                  </a:moveTo>
                  <a:lnTo>
                    <a:pt x="3281" y="35719"/>
                  </a:lnTo>
                  <a:cubicBezTo>
                    <a:pt x="2328" y="35719"/>
                    <a:pt x="1376" y="34766"/>
                    <a:pt x="423" y="33814"/>
                  </a:cubicBezTo>
                  <a:cubicBezTo>
                    <a:pt x="-529" y="32861"/>
                    <a:pt x="423" y="30956"/>
                    <a:pt x="423" y="30956"/>
                  </a:cubicBezTo>
                  <a:lnTo>
                    <a:pt x="24236" y="1429"/>
                  </a:lnTo>
                  <a:cubicBezTo>
                    <a:pt x="25189" y="-476"/>
                    <a:pt x="28046" y="-476"/>
                    <a:pt x="28998" y="1429"/>
                  </a:cubicBezTo>
                  <a:lnTo>
                    <a:pt x="52811" y="30956"/>
                  </a:lnTo>
                  <a:cubicBezTo>
                    <a:pt x="53764" y="31909"/>
                    <a:pt x="53764" y="32861"/>
                    <a:pt x="52811" y="33814"/>
                  </a:cubicBezTo>
                  <a:cubicBezTo>
                    <a:pt x="52811" y="35719"/>
                    <a:pt x="51858" y="35719"/>
                    <a:pt x="50906" y="35719"/>
                  </a:cubicBezTo>
                  <a:close/>
                  <a:moveTo>
                    <a:pt x="9948" y="30004"/>
                  </a:moveTo>
                  <a:lnTo>
                    <a:pt x="44239" y="30004"/>
                  </a:lnTo>
                  <a:lnTo>
                    <a:pt x="27093" y="9049"/>
                  </a:lnTo>
                  <a:lnTo>
                    <a:pt x="9948" y="3000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0D096E35-5F3D-AAE2-6ED6-FFAEDF41D6D3}"/>
                </a:ext>
              </a:extLst>
            </p:cNvPr>
            <p:cNvSpPr/>
            <p:nvPr/>
          </p:nvSpPr>
          <p:spPr>
            <a:xfrm>
              <a:off x="-2101990" y="4475390"/>
              <a:ext cx="48263" cy="33019"/>
            </a:xfrm>
            <a:custGeom>
              <a:avLst/>
              <a:gdLst>
                <a:gd name="connsiteX0" fmla="*/ 35666 w 38285"/>
                <a:gd name="connsiteY0" fmla="*/ 26194 h 26193"/>
                <a:gd name="connsiteX1" fmla="*/ 3281 w 38285"/>
                <a:gd name="connsiteY1" fmla="*/ 26194 h 26193"/>
                <a:gd name="connsiteX2" fmla="*/ 423 w 38285"/>
                <a:gd name="connsiteY2" fmla="*/ 24289 h 26193"/>
                <a:gd name="connsiteX3" fmla="*/ 423 w 38285"/>
                <a:gd name="connsiteY3" fmla="*/ 21431 h 26193"/>
                <a:gd name="connsiteX4" fmla="*/ 16616 w 38285"/>
                <a:gd name="connsiteY4" fmla="*/ 1429 h 26193"/>
                <a:gd name="connsiteX5" fmla="*/ 21378 w 38285"/>
                <a:gd name="connsiteY5" fmla="*/ 1429 h 26193"/>
                <a:gd name="connsiteX6" fmla="*/ 37571 w 38285"/>
                <a:gd name="connsiteY6" fmla="*/ 21431 h 26193"/>
                <a:gd name="connsiteX7" fmla="*/ 37571 w 38285"/>
                <a:gd name="connsiteY7" fmla="*/ 24289 h 26193"/>
                <a:gd name="connsiteX8" fmla="*/ 35666 w 38285"/>
                <a:gd name="connsiteY8" fmla="*/ 26194 h 26193"/>
                <a:gd name="connsiteX9" fmla="*/ 9948 w 38285"/>
                <a:gd name="connsiteY9" fmla="*/ 20479 h 26193"/>
                <a:gd name="connsiteX10" fmla="*/ 28998 w 38285"/>
                <a:gd name="connsiteY10" fmla="*/ 20479 h 26193"/>
                <a:gd name="connsiteX11" fmla="*/ 19473 w 38285"/>
                <a:gd name="connsiteY11" fmla="*/ 9049 h 26193"/>
                <a:gd name="connsiteX12" fmla="*/ 9948 w 38285"/>
                <a:gd name="connsiteY12" fmla="*/ 20479 h 2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85" h="26193">
                  <a:moveTo>
                    <a:pt x="35666" y="26194"/>
                  </a:moveTo>
                  <a:lnTo>
                    <a:pt x="3281" y="26194"/>
                  </a:lnTo>
                  <a:cubicBezTo>
                    <a:pt x="2328" y="26194"/>
                    <a:pt x="1376" y="25241"/>
                    <a:pt x="423" y="24289"/>
                  </a:cubicBezTo>
                  <a:cubicBezTo>
                    <a:pt x="-529" y="23336"/>
                    <a:pt x="423" y="21431"/>
                    <a:pt x="423" y="21431"/>
                  </a:cubicBezTo>
                  <a:lnTo>
                    <a:pt x="16616" y="1429"/>
                  </a:lnTo>
                  <a:cubicBezTo>
                    <a:pt x="17569" y="-476"/>
                    <a:pt x="20426" y="-476"/>
                    <a:pt x="21378" y="1429"/>
                  </a:cubicBezTo>
                  <a:lnTo>
                    <a:pt x="37571" y="21431"/>
                  </a:lnTo>
                  <a:cubicBezTo>
                    <a:pt x="38523" y="22384"/>
                    <a:pt x="38523" y="23336"/>
                    <a:pt x="37571" y="24289"/>
                  </a:cubicBezTo>
                  <a:cubicBezTo>
                    <a:pt x="37571" y="26194"/>
                    <a:pt x="36619" y="26194"/>
                    <a:pt x="35666" y="26194"/>
                  </a:cubicBezTo>
                  <a:close/>
                  <a:moveTo>
                    <a:pt x="9948" y="20479"/>
                  </a:moveTo>
                  <a:lnTo>
                    <a:pt x="28998" y="20479"/>
                  </a:lnTo>
                  <a:lnTo>
                    <a:pt x="19473" y="9049"/>
                  </a:lnTo>
                  <a:lnTo>
                    <a:pt x="9948" y="2047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5144FB7B-019A-1F5E-E9CE-E2692A74E95E}"/>
                </a:ext>
              </a:extLst>
            </p:cNvPr>
            <p:cNvSpPr/>
            <p:nvPr/>
          </p:nvSpPr>
          <p:spPr>
            <a:xfrm>
              <a:off x="-2750754" y="4447171"/>
              <a:ext cx="68675" cy="44426"/>
            </a:xfrm>
            <a:custGeom>
              <a:avLst/>
              <a:gdLst>
                <a:gd name="connsiteX0" fmla="*/ 27385 w 54477"/>
                <a:gd name="connsiteY0" fmla="*/ 35243 h 35242"/>
                <a:gd name="connsiteX1" fmla="*/ 24527 w 54477"/>
                <a:gd name="connsiteY1" fmla="*/ 34290 h 35242"/>
                <a:gd name="connsiteX2" fmla="*/ 714 w 54477"/>
                <a:gd name="connsiteY2" fmla="*/ 4763 h 35242"/>
                <a:gd name="connsiteX3" fmla="*/ 714 w 54477"/>
                <a:gd name="connsiteY3" fmla="*/ 1905 h 35242"/>
                <a:gd name="connsiteX4" fmla="*/ 3572 w 54477"/>
                <a:gd name="connsiteY4" fmla="*/ 0 h 35242"/>
                <a:gd name="connsiteX5" fmla="*/ 51197 w 54477"/>
                <a:gd name="connsiteY5" fmla="*/ 0 h 35242"/>
                <a:gd name="connsiteX6" fmla="*/ 54055 w 54477"/>
                <a:gd name="connsiteY6" fmla="*/ 1905 h 35242"/>
                <a:gd name="connsiteX7" fmla="*/ 54055 w 54477"/>
                <a:gd name="connsiteY7" fmla="*/ 4763 h 35242"/>
                <a:gd name="connsiteX8" fmla="*/ 30242 w 54477"/>
                <a:gd name="connsiteY8" fmla="*/ 34290 h 35242"/>
                <a:gd name="connsiteX9" fmla="*/ 27385 w 54477"/>
                <a:gd name="connsiteY9" fmla="*/ 35243 h 35242"/>
                <a:gd name="connsiteX10" fmla="*/ 10239 w 54477"/>
                <a:gd name="connsiteY10" fmla="*/ 5715 h 35242"/>
                <a:gd name="connsiteX11" fmla="*/ 27385 w 54477"/>
                <a:gd name="connsiteY11" fmla="*/ 26670 h 35242"/>
                <a:gd name="connsiteX12" fmla="*/ 44530 w 54477"/>
                <a:gd name="connsiteY12" fmla="*/ 5715 h 35242"/>
                <a:gd name="connsiteX13" fmla="*/ 10239 w 54477"/>
                <a:gd name="connsiteY13" fmla="*/ 5715 h 3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477" h="35242">
                  <a:moveTo>
                    <a:pt x="27385" y="35243"/>
                  </a:moveTo>
                  <a:cubicBezTo>
                    <a:pt x="26432" y="35243"/>
                    <a:pt x="25480" y="35243"/>
                    <a:pt x="24527" y="34290"/>
                  </a:cubicBezTo>
                  <a:lnTo>
                    <a:pt x="714" y="4763"/>
                  </a:lnTo>
                  <a:cubicBezTo>
                    <a:pt x="-238" y="3810"/>
                    <a:pt x="-238" y="2857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51197" y="0"/>
                  </a:lnTo>
                  <a:cubicBezTo>
                    <a:pt x="52149" y="0"/>
                    <a:pt x="53102" y="952"/>
                    <a:pt x="54055" y="1905"/>
                  </a:cubicBezTo>
                  <a:cubicBezTo>
                    <a:pt x="55007" y="2857"/>
                    <a:pt x="54055" y="4763"/>
                    <a:pt x="54055" y="4763"/>
                  </a:cubicBezTo>
                  <a:lnTo>
                    <a:pt x="30242" y="34290"/>
                  </a:lnTo>
                  <a:cubicBezTo>
                    <a:pt x="29289" y="34290"/>
                    <a:pt x="28337" y="35243"/>
                    <a:pt x="27385" y="35243"/>
                  </a:cubicBezTo>
                  <a:close/>
                  <a:moveTo>
                    <a:pt x="10239" y="5715"/>
                  </a:moveTo>
                  <a:lnTo>
                    <a:pt x="27385" y="26670"/>
                  </a:lnTo>
                  <a:lnTo>
                    <a:pt x="44530" y="5715"/>
                  </a:lnTo>
                  <a:lnTo>
                    <a:pt x="10239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A2A87C52-F10F-5B7E-E21B-202CEC4560D6}"/>
                </a:ext>
              </a:extLst>
            </p:cNvPr>
            <p:cNvSpPr/>
            <p:nvPr/>
          </p:nvSpPr>
          <p:spPr>
            <a:xfrm>
              <a:off x="-2382128" y="4405150"/>
              <a:ext cx="107098" cy="67241"/>
            </a:xfrm>
            <a:custGeom>
              <a:avLst/>
              <a:gdLst>
                <a:gd name="connsiteX0" fmla="*/ 42624 w 84957"/>
                <a:gd name="connsiteY0" fmla="*/ 53340 h 53339"/>
                <a:gd name="connsiteX1" fmla="*/ 39767 w 84957"/>
                <a:gd name="connsiteY1" fmla="*/ 52388 h 53339"/>
                <a:gd name="connsiteX2" fmla="*/ 714 w 84957"/>
                <a:gd name="connsiteY2" fmla="*/ 4763 h 53339"/>
                <a:gd name="connsiteX3" fmla="*/ 714 w 84957"/>
                <a:gd name="connsiteY3" fmla="*/ 1905 h 53339"/>
                <a:gd name="connsiteX4" fmla="*/ 3572 w 84957"/>
                <a:gd name="connsiteY4" fmla="*/ 0 h 53339"/>
                <a:gd name="connsiteX5" fmla="*/ 81677 w 84957"/>
                <a:gd name="connsiteY5" fmla="*/ 0 h 53339"/>
                <a:gd name="connsiteX6" fmla="*/ 84534 w 84957"/>
                <a:gd name="connsiteY6" fmla="*/ 1905 h 53339"/>
                <a:gd name="connsiteX7" fmla="*/ 84534 w 84957"/>
                <a:gd name="connsiteY7" fmla="*/ 4763 h 53339"/>
                <a:gd name="connsiteX8" fmla="*/ 45482 w 84957"/>
                <a:gd name="connsiteY8" fmla="*/ 52388 h 53339"/>
                <a:gd name="connsiteX9" fmla="*/ 42624 w 84957"/>
                <a:gd name="connsiteY9" fmla="*/ 53340 h 53339"/>
                <a:gd name="connsiteX10" fmla="*/ 10239 w 84957"/>
                <a:gd name="connsiteY10" fmla="*/ 5715 h 53339"/>
                <a:gd name="connsiteX11" fmla="*/ 42624 w 84957"/>
                <a:gd name="connsiteY11" fmla="*/ 45720 h 53339"/>
                <a:gd name="connsiteX12" fmla="*/ 75009 w 84957"/>
                <a:gd name="connsiteY12" fmla="*/ 5715 h 53339"/>
                <a:gd name="connsiteX13" fmla="*/ 10239 w 84957"/>
                <a:gd name="connsiteY13" fmla="*/ 571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57" h="53339">
                  <a:moveTo>
                    <a:pt x="42624" y="53340"/>
                  </a:moveTo>
                  <a:cubicBezTo>
                    <a:pt x="41672" y="53340"/>
                    <a:pt x="40719" y="53340"/>
                    <a:pt x="39767" y="52388"/>
                  </a:cubicBezTo>
                  <a:lnTo>
                    <a:pt x="714" y="4763"/>
                  </a:lnTo>
                  <a:cubicBezTo>
                    <a:pt x="-238" y="3810"/>
                    <a:pt x="-238" y="2857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81677" y="0"/>
                  </a:lnTo>
                  <a:cubicBezTo>
                    <a:pt x="82630" y="0"/>
                    <a:pt x="83582" y="952"/>
                    <a:pt x="84534" y="1905"/>
                  </a:cubicBezTo>
                  <a:cubicBezTo>
                    <a:pt x="85487" y="2857"/>
                    <a:pt x="84534" y="4763"/>
                    <a:pt x="84534" y="4763"/>
                  </a:cubicBezTo>
                  <a:lnTo>
                    <a:pt x="45482" y="52388"/>
                  </a:lnTo>
                  <a:cubicBezTo>
                    <a:pt x="44530" y="53340"/>
                    <a:pt x="43577" y="53340"/>
                    <a:pt x="42624" y="53340"/>
                  </a:cubicBezTo>
                  <a:close/>
                  <a:moveTo>
                    <a:pt x="10239" y="5715"/>
                  </a:moveTo>
                  <a:lnTo>
                    <a:pt x="42624" y="45720"/>
                  </a:lnTo>
                  <a:lnTo>
                    <a:pt x="75009" y="5715"/>
                  </a:lnTo>
                  <a:lnTo>
                    <a:pt x="10239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grpSp>
          <p:nvGrpSpPr>
            <p:cNvPr id="418" name="Graphic 35">
              <a:extLst>
                <a:ext uri="{FF2B5EF4-FFF2-40B4-BE49-F238E27FC236}">
                  <a16:creationId xmlns:a16="http://schemas.microsoft.com/office/drawing/2014/main" id="{948F14C3-42F7-A444-3CC2-9E6D12E7749C}"/>
                </a:ext>
              </a:extLst>
            </p:cNvPr>
            <p:cNvGrpSpPr/>
            <p:nvPr/>
          </p:nvGrpSpPr>
          <p:grpSpPr>
            <a:xfrm>
              <a:off x="-1899733" y="4483277"/>
              <a:ext cx="252154" cy="52831"/>
              <a:chOff x="8714422" y="3406616"/>
              <a:chExt cx="200025" cy="41909"/>
            </a:xfrm>
            <a:solidFill>
              <a:srgbClr val="FFFFFF"/>
            </a:solidFill>
          </p:grpSpPr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B388AED4-DA8E-5068-04DE-3577395B6FE2}"/>
                  </a:ext>
                </a:extLst>
              </p:cNvPr>
              <p:cNvSpPr/>
              <p:nvPr/>
            </p:nvSpPr>
            <p:spPr>
              <a:xfrm>
                <a:off x="8714422" y="3406616"/>
                <a:ext cx="131444" cy="13334"/>
              </a:xfrm>
              <a:custGeom>
                <a:avLst/>
                <a:gdLst>
                  <a:gd name="connsiteX0" fmla="*/ 124777 w 131444"/>
                  <a:gd name="connsiteY0" fmla="*/ 13335 h 13334"/>
                  <a:gd name="connsiteX1" fmla="*/ 6667 w 131444"/>
                  <a:gd name="connsiteY1" fmla="*/ 13335 h 13334"/>
                  <a:gd name="connsiteX2" fmla="*/ 0 w 131444"/>
                  <a:gd name="connsiteY2" fmla="*/ 6668 h 13334"/>
                  <a:gd name="connsiteX3" fmla="*/ 6667 w 131444"/>
                  <a:gd name="connsiteY3" fmla="*/ 0 h 13334"/>
                  <a:gd name="connsiteX4" fmla="*/ 124777 w 131444"/>
                  <a:gd name="connsiteY4" fmla="*/ 0 h 13334"/>
                  <a:gd name="connsiteX5" fmla="*/ 131445 w 131444"/>
                  <a:gd name="connsiteY5" fmla="*/ 6668 h 13334"/>
                  <a:gd name="connsiteX6" fmla="*/ 124777 w 131444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44" h="13334">
                    <a:moveTo>
                      <a:pt x="124777" y="13335"/>
                    </a:moveTo>
                    <a:lnTo>
                      <a:pt x="6667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7"/>
                      <a:pt x="2857" y="0"/>
                      <a:pt x="6667" y="0"/>
                    </a:cubicBezTo>
                    <a:lnTo>
                      <a:pt x="124777" y="0"/>
                    </a:lnTo>
                    <a:cubicBezTo>
                      <a:pt x="128588" y="0"/>
                      <a:pt x="131445" y="2857"/>
                      <a:pt x="131445" y="6668"/>
                    </a:cubicBezTo>
                    <a:cubicBezTo>
                      <a:pt x="131445" y="10477"/>
                      <a:pt x="128588" y="13335"/>
                      <a:pt x="124777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F6EB066D-70C5-8075-EF09-1887C3E4C9FC}"/>
                  </a:ext>
                </a:extLst>
              </p:cNvPr>
              <p:cNvSpPr/>
              <p:nvPr/>
            </p:nvSpPr>
            <p:spPr>
              <a:xfrm>
                <a:off x="8871585" y="3406616"/>
                <a:ext cx="42862" cy="13334"/>
              </a:xfrm>
              <a:custGeom>
                <a:avLst/>
                <a:gdLst>
                  <a:gd name="connsiteX0" fmla="*/ 36195 w 42862"/>
                  <a:gd name="connsiteY0" fmla="*/ 13335 h 13334"/>
                  <a:gd name="connsiteX1" fmla="*/ 6667 w 42862"/>
                  <a:gd name="connsiteY1" fmla="*/ 13335 h 13334"/>
                  <a:gd name="connsiteX2" fmla="*/ 0 w 42862"/>
                  <a:gd name="connsiteY2" fmla="*/ 6668 h 13334"/>
                  <a:gd name="connsiteX3" fmla="*/ 6667 w 42862"/>
                  <a:gd name="connsiteY3" fmla="*/ 0 h 13334"/>
                  <a:gd name="connsiteX4" fmla="*/ 36195 w 42862"/>
                  <a:gd name="connsiteY4" fmla="*/ 0 h 13334"/>
                  <a:gd name="connsiteX5" fmla="*/ 42863 w 42862"/>
                  <a:gd name="connsiteY5" fmla="*/ 6668 h 13334"/>
                  <a:gd name="connsiteX6" fmla="*/ 36195 w 42862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2" h="13334">
                    <a:moveTo>
                      <a:pt x="36195" y="13335"/>
                    </a:moveTo>
                    <a:lnTo>
                      <a:pt x="6667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7"/>
                      <a:pt x="2857" y="0"/>
                      <a:pt x="6667" y="0"/>
                    </a:cubicBezTo>
                    <a:lnTo>
                      <a:pt x="36195" y="0"/>
                    </a:lnTo>
                    <a:cubicBezTo>
                      <a:pt x="40005" y="0"/>
                      <a:pt x="42863" y="2857"/>
                      <a:pt x="42863" y="6668"/>
                    </a:cubicBezTo>
                    <a:cubicBezTo>
                      <a:pt x="41910" y="10477"/>
                      <a:pt x="40005" y="13335"/>
                      <a:pt x="3619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A4F2B04C-7972-2291-F067-8068C9E5248A}"/>
                  </a:ext>
                </a:extLst>
              </p:cNvPr>
              <p:cNvSpPr/>
              <p:nvPr/>
            </p:nvSpPr>
            <p:spPr>
              <a:xfrm>
                <a:off x="8787764" y="3435191"/>
                <a:ext cx="126682" cy="13334"/>
              </a:xfrm>
              <a:custGeom>
                <a:avLst/>
                <a:gdLst>
                  <a:gd name="connsiteX0" fmla="*/ 120015 w 126682"/>
                  <a:gd name="connsiteY0" fmla="*/ 13335 h 13334"/>
                  <a:gd name="connsiteX1" fmla="*/ 6668 w 126682"/>
                  <a:gd name="connsiteY1" fmla="*/ 13335 h 13334"/>
                  <a:gd name="connsiteX2" fmla="*/ 0 w 126682"/>
                  <a:gd name="connsiteY2" fmla="*/ 6668 h 13334"/>
                  <a:gd name="connsiteX3" fmla="*/ 6668 w 126682"/>
                  <a:gd name="connsiteY3" fmla="*/ 0 h 13334"/>
                  <a:gd name="connsiteX4" fmla="*/ 120015 w 126682"/>
                  <a:gd name="connsiteY4" fmla="*/ 0 h 13334"/>
                  <a:gd name="connsiteX5" fmla="*/ 126683 w 126682"/>
                  <a:gd name="connsiteY5" fmla="*/ 6668 h 13334"/>
                  <a:gd name="connsiteX6" fmla="*/ 120015 w 126682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6682" h="13334">
                    <a:moveTo>
                      <a:pt x="120015" y="13335"/>
                    </a:moveTo>
                    <a:lnTo>
                      <a:pt x="6668" y="13335"/>
                    </a:lnTo>
                    <a:cubicBezTo>
                      <a:pt x="2858" y="13335"/>
                      <a:pt x="0" y="10477"/>
                      <a:pt x="0" y="6668"/>
                    </a:cubicBezTo>
                    <a:cubicBezTo>
                      <a:pt x="0" y="2857"/>
                      <a:pt x="2858" y="0"/>
                      <a:pt x="6668" y="0"/>
                    </a:cubicBezTo>
                    <a:lnTo>
                      <a:pt x="120015" y="0"/>
                    </a:lnTo>
                    <a:cubicBezTo>
                      <a:pt x="123825" y="0"/>
                      <a:pt x="126683" y="2857"/>
                      <a:pt x="126683" y="6668"/>
                    </a:cubicBezTo>
                    <a:cubicBezTo>
                      <a:pt x="125730" y="10477"/>
                      <a:pt x="123825" y="13335"/>
                      <a:pt x="12001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AB6950BD-6CAE-89FA-A8D5-28D5DA4B1787}"/>
              </a:ext>
            </a:extLst>
          </p:cNvPr>
          <p:cNvGrpSpPr/>
          <p:nvPr/>
        </p:nvGrpSpPr>
        <p:grpSpPr>
          <a:xfrm>
            <a:off x="8633015" y="979777"/>
            <a:ext cx="1345407" cy="779610"/>
            <a:chOff x="-2574558" y="4500006"/>
            <a:chExt cx="1912783" cy="1108383"/>
          </a:xfrm>
        </p:grpSpPr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92814BE8-036E-6158-623A-E6128599F2B3}"/>
                </a:ext>
              </a:extLst>
            </p:cNvPr>
            <p:cNvSpPr/>
            <p:nvPr/>
          </p:nvSpPr>
          <p:spPr>
            <a:xfrm>
              <a:off x="-1522702" y="4719742"/>
              <a:ext cx="636389" cy="636389"/>
            </a:xfrm>
            <a:custGeom>
              <a:avLst/>
              <a:gdLst>
                <a:gd name="connsiteX0" fmla="*/ 252413 w 504825"/>
                <a:gd name="connsiteY0" fmla="*/ 504825 h 504825"/>
                <a:gd name="connsiteX1" fmla="*/ 0 w 504825"/>
                <a:gd name="connsiteY1" fmla="*/ 252413 h 504825"/>
                <a:gd name="connsiteX2" fmla="*/ 252413 w 504825"/>
                <a:gd name="connsiteY2" fmla="*/ 0 h 504825"/>
                <a:gd name="connsiteX3" fmla="*/ 504825 w 504825"/>
                <a:gd name="connsiteY3" fmla="*/ 252413 h 504825"/>
                <a:gd name="connsiteX4" fmla="*/ 252413 w 504825"/>
                <a:gd name="connsiteY4" fmla="*/ 504825 h 504825"/>
                <a:gd name="connsiteX5" fmla="*/ 252413 w 504825"/>
                <a:gd name="connsiteY5" fmla="*/ 10477 h 504825"/>
                <a:gd name="connsiteX6" fmla="*/ 9525 w 504825"/>
                <a:gd name="connsiteY6" fmla="*/ 253365 h 504825"/>
                <a:gd name="connsiteX7" fmla="*/ 252413 w 504825"/>
                <a:gd name="connsiteY7" fmla="*/ 496253 h 504825"/>
                <a:gd name="connsiteX8" fmla="*/ 495300 w 504825"/>
                <a:gd name="connsiteY8" fmla="*/ 253365 h 504825"/>
                <a:gd name="connsiteX9" fmla="*/ 252413 w 504825"/>
                <a:gd name="connsiteY9" fmla="*/ 10477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4825" h="504825">
                  <a:moveTo>
                    <a:pt x="252413" y="504825"/>
                  </a:moveTo>
                  <a:cubicBezTo>
                    <a:pt x="113348" y="504825"/>
                    <a:pt x="0" y="391478"/>
                    <a:pt x="0" y="252413"/>
                  </a:cubicBezTo>
                  <a:cubicBezTo>
                    <a:pt x="0" y="113348"/>
                    <a:pt x="113348" y="0"/>
                    <a:pt x="252413" y="0"/>
                  </a:cubicBezTo>
                  <a:cubicBezTo>
                    <a:pt x="391478" y="0"/>
                    <a:pt x="504825" y="113348"/>
                    <a:pt x="504825" y="252413"/>
                  </a:cubicBezTo>
                  <a:cubicBezTo>
                    <a:pt x="503873" y="392430"/>
                    <a:pt x="391478" y="504825"/>
                    <a:pt x="252413" y="504825"/>
                  </a:cubicBezTo>
                  <a:close/>
                  <a:moveTo>
                    <a:pt x="252413" y="10477"/>
                  </a:moveTo>
                  <a:cubicBezTo>
                    <a:pt x="119063" y="10477"/>
                    <a:pt x="9525" y="119063"/>
                    <a:pt x="9525" y="253365"/>
                  </a:cubicBezTo>
                  <a:cubicBezTo>
                    <a:pt x="9525" y="386715"/>
                    <a:pt x="118110" y="496253"/>
                    <a:pt x="252413" y="496253"/>
                  </a:cubicBezTo>
                  <a:cubicBezTo>
                    <a:pt x="385763" y="496253"/>
                    <a:pt x="495300" y="387667"/>
                    <a:pt x="495300" y="253365"/>
                  </a:cubicBezTo>
                  <a:cubicBezTo>
                    <a:pt x="494348" y="119063"/>
                    <a:pt x="385763" y="10477"/>
                    <a:pt x="252413" y="10477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55B3C73A-07EA-1DEB-44B5-35E4FD010268}"/>
                </a:ext>
              </a:extLst>
            </p:cNvPr>
            <p:cNvSpPr/>
            <p:nvPr/>
          </p:nvSpPr>
          <p:spPr>
            <a:xfrm>
              <a:off x="-1394222" y="4848219"/>
              <a:ext cx="379431" cy="379431"/>
            </a:xfrm>
            <a:custGeom>
              <a:avLst/>
              <a:gdLst>
                <a:gd name="connsiteX0" fmla="*/ 150495 w 300989"/>
                <a:gd name="connsiteY0" fmla="*/ 300990 h 300989"/>
                <a:gd name="connsiteX1" fmla="*/ 0 w 300989"/>
                <a:gd name="connsiteY1" fmla="*/ 150495 h 300989"/>
                <a:gd name="connsiteX2" fmla="*/ 150495 w 300989"/>
                <a:gd name="connsiteY2" fmla="*/ 0 h 300989"/>
                <a:gd name="connsiteX3" fmla="*/ 155257 w 300989"/>
                <a:gd name="connsiteY3" fmla="*/ 4763 h 300989"/>
                <a:gd name="connsiteX4" fmla="*/ 150495 w 300989"/>
                <a:gd name="connsiteY4" fmla="*/ 9525 h 300989"/>
                <a:gd name="connsiteX5" fmla="*/ 9525 w 300989"/>
                <a:gd name="connsiteY5" fmla="*/ 150495 h 300989"/>
                <a:gd name="connsiteX6" fmla="*/ 150495 w 300989"/>
                <a:gd name="connsiteY6" fmla="*/ 291465 h 300989"/>
                <a:gd name="connsiteX7" fmla="*/ 291465 w 300989"/>
                <a:gd name="connsiteY7" fmla="*/ 150495 h 300989"/>
                <a:gd name="connsiteX8" fmla="*/ 296227 w 300989"/>
                <a:gd name="connsiteY8" fmla="*/ 145733 h 300989"/>
                <a:gd name="connsiteX9" fmla="*/ 300990 w 300989"/>
                <a:gd name="connsiteY9" fmla="*/ 150495 h 300989"/>
                <a:gd name="connsiteX10" fmla="*/ 150495 w 300989"/>
                <a:gd name="connsiteY10" fmla="*/ 300990 h 300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0989" h="300989">
                  <a:moveTo>
                    <a:pt x="150495" y="300990"/>
                  </a:moveTo>
                  <a:cubicBezTo>
                    <a:pt x="67627" y="300990"/>
                    <a:pt x="0" y="233363"/>
                    <a:pt x="0" y="150495"/>
                  </a:cubicBezTo>
                  <a:cubicBezTo>
                    <a:pt x="0" y="67627"/>
                    <a:pt x="67627" y="0"/>
                    <a:pt x="150495" y="0"/>
                  </a:cubicBezTo>
                  <a:cubicBezTo>
                    <a:pt x="153352" y="0"/>
                    <a:pt x="155257" y="1905"/>
                    <a:pt x="155257" y="4763"/>
                  </a:cubicBezTo>
                  <a:cubicBezTo>
                    <a:pt x="155257" y="7620"/>
                    <a:pt x="153352" y="9525"/>
                    <a:pt x="150495" y="9525"/>
                  </a:cubicBezTo>
                  <a:cubicBezTo>
                    <a:pt x="73343" y="9525"/>
                    <a:pt x="9525" y="72390"/>
                    <a:pt x="9525" y="150495"/>
                  </a:cubicBezTo>
                  <a:cubicBezTo>
                    <a:pt x="9525" y="227648"/>
                    <a:pt x="72390" y="291465"/>
                    <a:pt x="150495" y="291465"/>
                  </a:cubicBezTo>
                  <a:cubicBezTo>
                    <a:pt x="227648" y="291465"/>
                    <a:pt x="291465" y="228600"/>
                    <a:pt x="291465" y="150495"/>
                  </a:cubicBezTo>
                  <a:cubicBezTo>
                    <a:pt x="291465" y="147638"/>
                    <a:pt x="293370" y="145733"/>
                    <a:pt x="296227" y="145733"/>
                  </a:cubicBezTo>
                  <a:cubicBezTo>
                    <a:pt x="299085" y="145733"/>
                    <a:pt x="300990" y="147638"/>
                    <a:pt x="300990" y="150495"/>
                  </a:cubicBezTo>
                  <a:cubicBezTo>
                    <a:pt x="300038" y="234315"/>
                    <a:pt x="233363" y="300990"/>
                    <a:pt x="150495" y="300990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A23CB822-CEAA-A16F-555B-59787E9DC5AF}"/>
                </a:ext>
              </a:extLst>
            </p:cNvPr>
            <p:cNvSpPr/>
            <p:nvPr/>
          </p:nvSpPr>
          <p:spPr>
            <a:xfrm>
              <a:off x="-1245332" y="4998311"/>
              <a:ext cx="81649" cy="81650"/>
            </a:xfrm>
            <a:custGeom>
              <a:avLst/>
              <a:gdLst>
                <a:gd name="connsiteX0" fmla="*/ 32385 w 64769"/>
                <a:gd name="connsiteY0" fmla="*/ 64770 h 64770"/>
                <a:gd name="connsiteX1" fmla="*/ 0 w 64769"/>
                <a:gd name="connsiteY1" fmla="*/ 32385 h 64770"/>
                <a:gd name="connsiteX2" fmla="*/ 32385 w 64769"/>
                <a:gd name="connsiteY2" fmla="*/ 0 h 64770"/>
                <a:gd name="connsiteX3" fmla="*/ 64770 w 64769"/>
                <a:gd name="connsiteY3" fmla="*/ 32385 h 64770"/>
                <a:gd name="connsiteX4" fmla="*/ 32385 w 64769"/>
                <a:gd name="connsiteY4" fmla="*/ 64770 h 64770"/>
                <a:gd name="connsiteX5" fmla="*/ 32385 w 64769"/>
                <a:gd name="connsiteY5" fmla="*/ 9525 h 64770"/>
                <a:gd name="connsiteX6" fmla="*/ 9525 w 64769"/>
                <a:gd name="connsiteY6" fmla="*/ 32385 h 64770"/>
                <a:gd name="connsiteX7" fmla="*/ 32385 w 64769"/>
                <a:gd name="connsiteY7" fmla="*/ 55245 h 64770"/>
                <a:gd name="connsiteX8" fmla="*/ 55245 w 64769"/>
                <a:gd name="connsiteY8" fmla="*/ 32385 h 64770"/>
                <a:gd name="connsiteX9" fmla="*/ 32385 w 64769"/>
                <a:gd name="connsiteY9" fmla="*/ 9525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69" h="64770">
                  <a:moveTo>
                    <a:pt x="32385" y="64770"/>
                  </a:moveTo>
                  <a:cubicBezTo>
                    <a:pt x="14288" y="64770"/>
                    <a:pt x="0" y="50483"/>
                    <a:pt x="0" y="32385"/>
                  </a:cubicBezTo>
                  <a:cubicBezTo>
                    <a:pt x="0" y="14288"/>
                    <a:pt x="14288" y="0"/>
                    <a:pt x="32385" y="0"/>
                  </a:cubicBezTo>
                  <a:cubicBezTo>
                    <a:pt x="50482" y="0"/>
                    <a:pt x="64770" y="14288"/>
                    <a:pt x="64770" y="32385"/>
                  </a:cubicBezTo>
                  <a:cubicBezTo>
                    <a:pt x="64770" y="50483"/>
                    <a:pt x="50482" y="64770"/>
                    <a:pt x="32385" y="64770"/>
                  </a:cubicBezTo>
                  <a:close/>
                  <a:moveTo>
                    <a:pt x="32385" y="9525"/>
                  </a:moveTo>
                  <a:cubicBezTo>
                    <a:pt x="20002" y="9525"/>
                    <a:pt x="9525" y="20002"/>
                    <a:pt x="9525" y="32385"/>
                  </a:cubicBezTo>
                  <a:cubicBezTo>
                    <a:pt x="9525" y="44768"/>
                    <a:pt x="20002" y="55245"/>
                    <a:pt x="32385" y="55245"/>
                  </a:cubicBezTo>
                  <a:cubicBezTo>
                    <a:pt x="44767" y="55245"/>
                    <a:pt x="55245" y="44768"/>
                    <a:pt x="55245" y="32385"/>
                  </a:cubicBezTo>
                  <a:cubicBezTo>
                    <a:pt x="55245" y="19050"/>
                    <a:pt x="44767" y="9525"/>
                    <a:pt x="32385" y="9525"/>
                  </a:cubicBezTo>
                  <a:close/>
                </a:path>
              </a:pathLst>
            </a:custGeom>
            <a:solidFill>
              <a:srgbClr val="72CE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41D1A9DD-4A2A-4C79-199D-E2A16E9F7741}"/>
                </a:ext>
              </a:extLst>
            </p:cNvPr>
            <p:cNvSpPr/>
            <p:nvPr/>
          </p:nvSpPr>
          <p:spPr>
            <a:xfrm>
              <a:off x="-2181906" y="4622482"/>
              <a:ext cx="365036" cy="365022"/>
            </a:xfrm>
            <a:custGeom>
              <a:avLst/>
              <a:gdLst>
                <a:gd name="connsiteX0" fmla="*/ 144780 w 289569"/>
                <a:gd name="connsiteY0" fmla="*/ 289560 h 289559"/>
                <a:gd name="connsiteX1" fmla="*/ 0 w 289569"/>
                <a:gd name="connsiteY1" fmla="*/ 144780 h 289559"/>
                <a:gd name="connsiteX2" fmla="*/ 144780 w 289569"/>
                <a:gd name="connsiteY2" fmla="*/ 0 h 289559"/>
                <a:gd name="connsiteX3" fmla="*/ 289560 w 289569"/>
                <a:gd name="connsiteY3" fmla="*/ 144780 h 289559"/>
                <a:gd name="connsiteX4" fmla="*/ 144780 w 289569"/>
                <a:gd name="connsiteY4" fmla="*/ 289560 h 289559"/>
                <a:gd name="connsiteX5" fmla="*/ 144780 w 289569"/>
                <a:gd name="connsiteY5" fmla="*/ 9525 h 289559"/>
                <a:gd name="connsiteX6" fmla="*/ 9525 w 289569"/>
                <a:gd name="connsiteY6" fmla="*/ 144780 h 289559"/>
                <a:gd name="connsiteX7" fmla="*/ 144780 w 289569"/>
                <a:gd name="connsiteY7" fmla="*/ 280035 h 289559"/>
                <a:gd name="connsiteX8" fmla="*/ 280035 w 289569"/>
                <a:gd name="connsiteY8" fmla="*/ 144780 h 289559"/>
                <a:gd name="connsiteX9" fmla="*/ 144780 w 289569"/>
                <a:gd name="connsiteY9" fmla="*/ 9525 h 289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9569" h="289559">
                  <a:moveTo>
                    <a:pt x="144780" y="289560"/>
                  </a:moveTo>
                  <a:cubicBezTo>
                    <a:pt x="64770" y="289560"/>
                    <a:pt x="0" y="224790"/>
                    <a:pt x="0" y="144780"/>
                  </a:cubicBezTo>
                  <a:cubicBezTo>
                    <a:pt x="0" y="64770"/>
                    <a:pt x="64770" y="0"/>
                    <a:pt x="144780" y="0"/>
                  </a:cubicBezTo>
                  <a:cubicBezTo>
                    <a:pt x="224790" y="0"/>
                    <a:pt x="289560" y="64770"/>
                    <a:pt x="289560" y="144780"/>
                  </a:cubicBezTo>
                  <a:cubicBezTo>
                    <a:pt x="290513" y="224790"/>
                    <a:pt x="224790" y="289560"/>
                    <a:pt x="144780" y="289560"/>
                  </a:cubicBezTo>
                  <a:close/>
                  <a:moveTo>
                    <a:pt x="144780" y="9525"/>
                  </a:moveTo>
                  <a:cubicBezTo>
                    <a:pt x="69532" y="9525"/>
                    <a:pt x="9525" y="70485"/>
                    <a:pt x="9525" y="144780"/>
                  </a:cubicBezTo>
                  <a:cubicBezTo>
                    <a:pt x="9525" y="220028"/>
                    <a:pt x="70485" y="280035"/>
                    <a:pt x="144780" y="280035"/>
                  </a:cubicBezTo>
                  <a:cubicBezTo>
                    <a:pt x="220027" y="280035"/>
                    <a:pt x="280035" y="219075"/>
                    <a:pt x="280035" y="144780"/>
                  </a:cubicBezTo>
                  <a:cubicBezTo>
                    <a:pt x="280988" y="70485"/>
                    <a:pt x="220027" y="9525"/>
                    <a:pt x="144780" y="952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A31F1B5D-113D-672F-B350-B6EED218B68E}"/>
                </a:ext>
              </a:extLst>
            </p:cNvPr>
            <p:cNvSpPr/>
            <p:nvPr/>
          </p:nvSpPr>
          <p:spPr>
            <a:xfrm>
              <a:off x="-2040217" y="4764169"/>
              <a:ext cx="81649" cy="81650"/>
            </a:xfrm>
            <a:custGeom>
              <a:avLst/>
              <a:gdLst>
                <a:gd name="connsiteX0" fmla="*/ 64770 w 64769"/>
                <a:gd name="connsiteY0" fmla="*/ 32385 h 64770"/>
                <a:gd name="connsiteX1" fmla="*/ 32385 w 64769"/>
                <a:gd name="connsiteY1" fmla="*/ 64770 h 64770"/>
                <a:gd name="connsiteX2" fmla="*/ 0 w 64769"/>
                <a:gd name="connsiteY2" fmla="*/ 32385 h 64770"/>
                <a:gd name="connsiteX3" fmla="*/ 32385 w 64769"/>
                <a:gd name="connsiteY3" fmla="*/ 0 h 64770"/>
                <a:gd name="connsiteX4" fmla="*/ 64770 w 64769"/>
                <a:gd name="connsiteY4" fmla="*/ 32385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69" h="64770">
                  <a:moveTo>
                    <a:pt x="64770" y="32385"/>
                  </a:moveTo>
                  <a:cubicBezTo>
                    <a:pt x="64770" y="50271"/>
                    <a:pt x="50271" y="64770"/>
                    <a:pt x="32385" y="64770"/>
                  </a:cubicBezTo>
                  <a:cubicBezTo>
                    <a:pt x="14499" y="64770"/>
                    <a:pt x="0" y="50271"/>
                    <a:pt x="0" y="32385"/>
                  </a:cubicBezTo>
                  <a:cubicBezTo>
                    <a:pt x="0" y="14499"/>
                    <a:pt x="14499" y="0"/>
                    <a:pt x="32385" y="0"/>
                  </a:cubicBezTo>
                  <a:cubicBezTo>
                    <a:pt x="50270" y="0"/>
                    <a:pt x="64770" y="14499"/>
                    <a:pt x="64770" y="3238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8C5B31D8-DAD7-155F-4F76-9C6BED0BE826}"/>
                </a:ext>
              </a:extLst>
            </p:cNvPr>
            <p:cNvSpPr/>
            <p:nvPr/>
          </p:nvSpPr>
          <p:spPr>
            <a:xfrm>
              <a:off x="-2111062" y="4693326"/>
              <a:ext cx="223336" cy="223336"/>
            </a:xfrm>
            <a:custGeom>
              <a:avLst/>
              <a:gdLst>
                <a:gd name="connsiteX0" fmla="*/ 88582 w 177165"/>
                <a:gd name="connsiteY0" fmla="*/ 177165 h 177165"/>
                <a:gd name="connsiteX1" fmla="*/ 0 w 177165"/>
                <a:gd name="connsiteY1" fmla="*/ 88582 h 177165"/>
                <a:gd name="connsiteX2" fmla="*/ 88582 w 177165"/>
                <a:gd name="connsiteY2" fmla="*/ 0 h 177165"/>
                <a:gd name="connsiteX3" fmla="*/ 93345 w 177165"/>
                <a:gd name="connsiteY3" fmla="*/ 4763 h 177165"/>
                <a:gd name="connsiteX4" fmla="*/ 88582 w 177165"/>
                <a:gd name="connsiteY4" fmla="*/ 9525 h 177165"/>
                <a:gd name="connsiteX5" fmla="*/ 9525 w 177165"/>
                <a:gd name="connsiteY5" fmla="*/ 88582 h 177165"/>
                <a:gd name="connsiteX6" fmla="*/ 88582 w 177165"/>
                <a:gd name="connsiteY6" fmla="*/ 167640 h 177165"/>
                <a:gd name="connsiteX7" fmla="*/ 167640 w 177165"/>
                <a:gd name="connsiteY7" fmla="*/ 88582 h 177165"/>
                <a:gd name="connsiteX8" fmla="*/ 172403 w 177165"/>
                <a:gd name="connsiteY8" fmla="*/ 83820 h 177165"/>
                <a:gd name="connsiteX9" fmla="*/ 177165 w 177165"/>
                <a:gd name="connsiteY9" fmla="*/ 88582 h 177165"/>
                <a:gd name="connsiteX10" fmla="*/ 88582 w 177165"/>
                <a:gd name="connsiteY10" fmla="*/ 177165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165" h="177165">
                  <a:moveTo>
                    <a:pt x="88582" y="177165"/>
                  </a:moveTo>
                  <a:cubicBezTo>
                    <a:pt x="40005" y="177165"/>
                    <a:pt x="0" y="137160"/>
                    <a:pt x="0" y="88582"/>
                  </a:cubicBezTo>
                  <a:cubicBezTo>
                    <a:pt x="0" y="40005"/>
                    <a:pt x="40005" y="0"/>
                    <a:pt x="88582" y="0"/>
                  </a:cubicBezTo>
                  <a:cubicBezTo>
                    <a:pt x="91440" y="0"/>
                    <a:pt x="93345" y="1905"/>
                    <a:pt x="93345" y="4763"/>
                  </a:cubicBezTo>
                  <a:cubicBezTo>
                    <a:pt x="93345" y="7620"/>
                    <a:pt x="91440" y="9525"/>
                    <a:pt x="88582" y="9525"/>
                  </a:cubicBezTo>
                  <a:cubicBezTo>
                    <a:pt x="44768" y="9525"/>
                    <a:pt x="9525" y="44768"/>
                    <a:pt x="9525" y="88582"/>
                  </a:cubicBezTo>
                  <a:cubicBezTo>
                    <a:pt x="9525" y="132397"/>
                    <a:pt x="44768" y="167640"/>
                    <a:pt x="88582" y="167640"/>
                  </a:cubicBezTo>
                  <a:cubicBezTo>
                    <a:pt x="132398" y="167640"/>
                    <a:pt x="167640" y="132397"/>
                    <a:pt x="167640" y="88582"/>
                  </a:cubicBezTo>
                  <a:cubicBezTo>
                    <a:pt x="167640" y="85725"/>
                    <a:pt x="169545" y="83820"/>
                    <a:pt x="172403" y="83820"/>
                  </a:cubicBezTo>
                  <a:cubicBezTo>
                    <a:pt x="175260" y="83820"/>
                    <a:pt x="177165" y="85725"/>
                    <a:pt x="177165" y="88582"/>
                  </a:cubicBezTo>
                  <a:cubicBezTo>
                    <a:pt x="177165" y="137160"/>
                    <a:pt x="138113" y="177165"/>
                    <a:pt x="88582" y="17716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53B923C0-5CE6-19BA-9C05-A4FD15035217}"/>
                </a:ext>
              </a:extLst>
            </p:cNvPr>
            <p:cNvSpPr/>
            <p:nvPr/>
          </p:nvSpPr>
          <p:spPr>
            <a:xfrm>
              <a:off x="-1926150" y="5323710"/>
              <a:ext cx="256956" cy="256957"/>
            </a:xfrm>
            <a:custGeom>
              <a:avLst/>
              <a:gdLst>
                <a:gd name="connsiteX0" fmla="*/ 101918 w 203834"/>
                <a:gd name="connsiteY0" fmla="*/ 203835 h 203835"/>
                <a:gd name="connsiteX1" fmla="*/ 0 w 203834"/>
                <a:gd name="connsiteY1" fmla="*/ 101918 h 203835"/>
                <a:gd name="connsiteX2" fmla="*/ 101918 w 203834"/>
                <a:gd name="connsiteY2" fmla="*/ 0 h 203835"/>
                <a:gd name="connsiteX3" fmla="*/ 203835 w 203834"/>
                <a:gd name="connsiteY3" fmla="*/ 101918 h 203835"/>
                <a:gd name="connsiteX4" fmla="*/ 101918 w 203834"/>
                <a:gd name="connsiteY4" fmla="*/ 203835 h 203835"/>
                <a:gd name="connsiteX5" fmla="*/ 101918 w 203834"/>
                <a:gd name="connsiteY5" fmla="*/ 9525 h 203835"/>
                <a:gd name="connsiteX6" fmla="*/ 9525 w 203834"/>
                <a:gd name="connsiteY6" fmla="*/ 101918 h 203835"/>
                <a:gd name="connsiteX7" fmla="*/ 101918 w 203834"/>
                <a:gd name="connsiteY7" fmla="*/ 194310 h 203835"/>
                <a:gd name="connsiteX8" fmla="*/ 194310 w 203834"/>
                <a:gd name="connsiteY8" fmla="*/ 101918 h 203835"/>
                <a:gd name="connsiteX9" fmla="*/ 101918 w 203834"/>
                <a:gd name="connsiteY9" fmla="*/ 952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834" h="203835">
                  <a:moveTo>
                    <a:pt x="101918" y="203835"/>
                  </a:moveTo>
                  <a:cubicBezTo>
                    <a:pt x="45720" y="203835"/>
                    <a:pt x="0" y="158115"/>
                    <a:pt x="0" y="101918"/>
                  </a:cubicBezTo>
                  <a:cubicBezTo>
                    <a:pt x="0" y="45720"/>
                    <a:pt x="45720" y="0"/>
                    <a:pt x="101918" y="0"/>
                  </a:cubicBezTo>
                  <a:cubicBezTo>
                    <a:pt x="158115" y="0"/>
                    <a:pt x="203835" y="45720"/>
                    <a:pt x="203835" y="101918"/>
                  </a:cubicBezTo>
                  <a:cubicBezTo>
                    <a:pt x="202882" y="158115"/>
                    <a:pt x="157163" y="203835"/>
                    <a:pt x="101918" y="203835"/>
                  </a:cubicBezTo>
                  <a:close/>
                  <a:moveTo>
                    <a:pt x="101918" y="9525"/>
                  </a:moveTo>
                  <a:cubicBezTo>
                    <a:pt x="51435" y="9525"/>
                    <a:pt x="9525" y="50483"/>
                    <a:pt x="9525" y="101918"/>
                  </a:cubicBezTo>
                  <a:cubicBezTo>
                    <a:pt x="9525" y="152400"/>
                    <a:pt x="50482" y="194310"/>
                    <a:pt x="101918" y="194310"/>
                  </a:cubicBezTo>
                  <a:cubicBezTo>
                    <a:pt x="152400" y="194310"/>
                    <a:pt x="194310" y="153353"/>
                    <a:pt x="194310" y="101918"/>
                  </a:cubicBezTo>
                  <a:cubicBezTo>
                    <a:pt x="193357" y="51435"/>
                    <a:pt x="152400" y="9525"/>
                    <a:pt x="101918" y="952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94373A90-221A-FE36-5E2D-A60AF0F0FB78}"/>
                </a:ext>
              </a:extLst>
            </p:cNvPr>
            <p:cNvSpPr/>
            <p:nvPr/>
          </p:nvSpPr>
          <p:spPr>
            <a:xfrm>
              <a:off x="-1873317" y="5376542"/>
              <a:ext cx="151292" cy="151292"/>
            </a:xfrm>
            <a:custGeom>
              <a:avLst/>
              <a:gdLst>
                <a:gd name="connsiteX0" fmla="*/ 60008 w 120015"/>
                <a:gd name="connsiteY0" fmla="*/ 120015 h 120014"/>
                <a:gd name="connsiteX1" fmla="*/ 55245 w 120015"/>
                <a:gd name="connsiteY1" fmla="*/ 115252 h 120014"/>
                <a:gd name="connsiteX2" fmla="*/ 60008 w 120015"/>
                <a:gd name="connsiteY2" fmla="*/ 110490 h 120014"/>
                <a:gd name="connsiteX3" fmla="*/ 110490 w 120015"/>
                <a:gd name="connsiteY3" fmla="*/ 60008 h 120014"/>
                <a:gd name="connsiteX4" fmla="*/ 60008 w 120015"/>
                <a:gd name="connsiteY4" fmla="*/ 9525 h 120014"/>
                <a:gd name="connsiteX5" fmla="*/ 9525 w 120015"/>
                <a:gd name="connsiteY5" fmla="*/ 60008 h 120014"/>
                <a:gd name="connsiteX6" fmla="*/ 4763 w 120015"/>
                <a:gd name="connsiteY6" fmla="*/ 64770 h 120014"/>
                <a:gd name="connsiteX7" fmla="*/ 0 w 120015"/>
                <a:gd name="connsiteY7" fmla="*/ 60008 h 120014"/>
                <a:gd name="connsiteX8" fmla="*/ 60008 w 120015"/>
                <a:gd name="connsiteY8" fmla="*/ 0 h 120014"/>
                <a:gd name="connsiteX9" fmla="*/ 120015 w 120015"/>
                <a:gd name="connsiteY9" fmla="*/ 60008 h 120014"/>
                <a:gd name="connsiteX10" fmla="*/ 60008 w 120015"/>
                <a:gd name="connsiteY10" fmla="*/ 120015 h 120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015" h="120014">
                  <a:moveTo>
                    <a:pt x="60008" y="120015"/>
                  </a:moveTo>
                  <a:cubicBezTo>
                    <a:pt x="57150" y="120015"/>
                    <a:pt x="55245" y="118110"/>
                    <a:pt x="55245" y="115252"/>
                  </a:cubicBezTo>
                  <a:cubicBezTo>
                    <a:pt x="55245" y="112395"/>
                    <a:pt x="57150" y="110490"/>
                    <a:pt x="60008" y="110490"/>
                  </a:cubicBezTo>
                  <a:cubicBezTo>
                    <a:pt x="87630" y="110490"/>
                    <a:pt x="110490" y="87630"/>
                    <a:pt x="110490" y="60008"/>
                  </a:cubicBezTo>
                  <a:cubicBezTo>
                    <a:pt x="110490" y="32385"/>
                    <a:pt x="87630" y="9525"/>
                    <a:pt x="60008" y="9525"/>
                  </a:cubicBezTo>
                  <a:cubicBezTo>
                    <a:pt x="32385" y="9525"/>
                    <a:pt x="9525" y="32385"/>
                    <a:pt x="9525" y="60008"/>
                  </a:cubicBezTo>
                  <a:cubicBezTo>
                    <a:pt x="9525" y="62865"/>
                    <a:pt x="7620" y="64770"/>
                    <a:pt x="4763" y="64770"/>
                  </a:cubicBezTo>
                  <a:cubicBezTo>
                    <a:pt x="1905" y="64770"/>
                    <a:pt x="0" y="62865"/>
                    <a:pt x="0" y="60008"/>
                  </a:cubicBezTo>
                  <a:cubicBezTo>
                    <a:pt x="0" y="26670"/>
                    <a:pt x="26670" y="0"/>
                    <a:pt x="60008" y="0"/>
                  </a:cubicBezTo>
                  <a:cubicBezTo>
                    <a:pt x="93345" y="0"/>
                    <a:pt x="120015" y="26670"/>
                    <a:pt x="120015" y="60008"/>
                  </a:cubicBezTo>
                  <a:cubicBezTo>
                    <a:pt x="119063" y="93345"/>
                    <a:pt x="92393" y="120015"/>
                    <a:pt x="60008" y="12001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75E24748-815E-04F0-DA52-CCC9765C407B}"/>
                </a:ext>
              </a:extLst>
            </p:cNvPr>
            <p:cNvSpPr/>
            <p:nvPr/>
          </p:nvSpPr>
          <p:spPr>
            <a:xfrm>
              <a:off x="-1828888" y="5420970"/>
              <a:ext cx="62438" cy="62437"/>
            </a:xfrm>
            <a:custGeom>
              <a:avLst/>
              <a:gdLst>
                <a:gd name="connsiteX0" fmla="*/ 49530 w 49530"/>
                <a:gd name="connsiteY0" fmla="*/ 24765 h 49529"/>
                <a:gd name="connsiteX1" fmla="*/ 24765 w 49530"/>
                <a:gd name="connsiteY1" fmla="*/ 49530 h 49529"/>
                <a:gd name="connsiteX2" fmla="*/ 0 w 49530"/>
                <a:gd name="connsiteY2" fmla="*/ 24765 h 49529"/>
                <a:gd name="connsiteX3" fmla="*/ 24765 w 49530"/>
                <a:gd name="connsiteY3" fmla="*/ 0 h 49529"/>
                <a:gd name="connsiteX4" fmla="*/ 49530 w 49530"/>
                <a:gd name="connsiteY4" fmla="*/ 24765 h 49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49529">
                  <a:moveTo>
                    <a:pt x="49530" y="24765"/>
                  </a:moveTo>
                  <a:cubicBezTo>
                    <a:pt x="49530" y="38442"/>
                    <a:pt x="38442" y="49530"/>
                    <a:pt x="24765" y="49530"/>
                  </a:cubicBezTo>
                  <a:cubicBezTo>
                    <a:pt x="11088" y="49530"/>
                    <a:pt x="0" y="38442"/>
                    <a:pt x="0" y="24765"/>
                  </a:cubicBezTo>
                  <a:cubicBezTo>
                    <a:pt x="0" y="11088"/>
                    <a:pt x="11088" y="0"/>
                    <a:pt x="24765" y="0"/>
                  </a:cubicBezTo>
                  <a:cubicBezTo>
                    <a:pt x="38442" y="0"/>
                    <a:pt x="49530" y="11088"/>
                    <a:pt x="49530" y="2476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4A82FAAA-64DF-086A-1F57-9F40AAFD3AD8}"/>
                </a:ext>
              </a:extLst>
            </p:cNvPr>
            <p:cNvSpPr/>
            <p:nvPr/>
          </p:nvSpPr>
          <p:spPr>
            <a:xfrm>
              <a:off x="-1245332" y="5466596"/>
              <a:ext cx="115269" cy="115269"/>
            </a:xfrm>
            <a:custGeom>
              <a:avLst/>
              <a:gdLst>
                <a:gd name="connsiteX0" fmla="*/ 45720 w 91439"/>
                <a:gd name="connsiteY0" fmla="*/ 91440 h 91439"/>
                <a:gd name="connsiteX1" fmla="*/ 0 w 91439"/>
                <a:gd name="connsiteY1" fmla="*/ 45720 h 91439"/>
                <a:gd name="connsiteX2" fmla="*/ 45720 w 91439"/>
                <a:gd name="connsiteY2" fmla="*/ 0 h 91439"/>
                <a:gd name="connsiteX3" fmla="*/ 91440 w 91439"/>
                <a:gd name="connsiteY3" fmla="*/ 45720 h 91439"/>
                <a:gd name="connsiteX4" fmla="*/ 45720 w 91439"/>
                <a:gd name="connsiteY4" fmla="*/ 91440 h 91439"/>
                <a:gd name="connsiteX5" fmla="*/ 45720 w 91439"/>
                <a:gd name="connsiteY5" fmla="*/ 9525 h 91439"/>
                <a:gd name="connsiteX6" fmla="*/ 9525 w 91439"/>
                <a:gd name="connsiteY6" fmla="*/ 45720 h 91439"/>
                <a:gd name="connsiteX7" fmla="*/ 45720 w 91439"/>
                <a:gd name="connsiteY7" fmla="*/ 81915 h 91439"/>
                <a:gd name="connsiteX8" fmla="*/ 81915 w 91439"/>
                <a:gd name="connsiteY8" fmla="*/ 45720 h 91439"/>
                <a:gd name="connsiteX9" fmla="*/ 45720 w 91439"/>
                <a:gd name="connsiteY9" fmla="*/ 9525 h 9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39" h="91439">
                  <a:moveTo>
                    <a:pt x="45720" y="91440"/>
                  </a:moveTo>
                  <a:cubicBezTo>
                    <a:pt x="20955" y="91440"/>
                    <a:pt x="0" y="71438"/>
                    <a:pt x="0" y="45720"/>
                  </a:cubicBezTo>
                  <a:cubicBezTo>
                    <a:pt x="0" y="20955"/>
                    <a:pt x="20002" y="0"/>
                    <a:pt x="45720" y="0"/>
                  </a:cubicBezTo>
                  <a:cubicBezTo>
                    <a:pt x="70485" y="0"/>
                    <a:pt x="91440" y="20002"/>
                    <a:pt x="91440" y="45720"/>
                  </a:cubicBezTo>
                  <a:cubicBezTo>
                    <a:pt x="91440" y="71438"/>
                    <a:pt x="70485" y="91440"/>
                    <a:pt x="45720" y="91440"/>
                  </a:cubicBezTo>
                  <a:close/>
                  <a:moveTo>
                    <a:pt x="45720" y="9525"/>
                  </a:moveTo>
                  <a:cubicBezTo>
                    <a:pt x="25717" y="9525"/>
                    <a:pt x="9525" y="25718"/>
                    <a:pt x="9525" y="45720"/>
                  </a:cubicBezTo>
                  <a:cubicBezTo>
                    <a:pt x="9525" y="65723"/>
                    <a:pt x="25717" y="81915"/>
                    <a:pt x="45720" y="81915"/>
                  </a:cubicBezTo>
                  <a:cubicBezTo>
                    <a:pt x="65722" y="81915"/>
                    <a:pt x="81915" y="65723"/>
                    <a:pt x="81915" y="45720"/>
                  </a:cubicBezTo>
                  <a:cubicBezTo>
                    <a:pt x="81915" y="25718"/>
                    <a:pt x="65722" y="9525"/>
                    <a:pt x="45720" y="9525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A997B271-9DC3-870D-7116-70752B126432}"/>
                </a:ext>
              </a:extLst>
            </p:cNvPr>
            <p:cNvSpPr/>
            <p:nvPr/>
          </p:nvSpPr>
          <p:spPr>
            <a:xfrm>
              <a:off x="-1206909" y="5505023"/>
              <a:ext cx="38423" cy="38422"/>
            </a:xfrm>
            <a:custGeom>
              <a:avLst/>
              <a:gdLst>
                <a:gd name="connsiteX0" fmla="*/ 30480 w 30480"/>
                <a:gd name="connsiteY0" fmla="*/ 15240 h 30479"/>
                <a:gd name="connsiteX1" fmla="*/ 15240 w 30480"/>
                <a:gd name="connsiteY1" fmla="*/ 30480 h 30479"/>
                <a:gd name="connsiteX2" fmla="*/ 0 w 30480"/>
                <a:gd name="connsiteY2" fmla="*/ 15240 h 30479"/>
                <a:gd name="connsiteX3" fmla="*/ 15240 w 30480"/>
                <a:gd name="connsiteY3" fmla="*/ 0 h 30479"/>
                <a:gd name="connsiteX4" fmla="*/ 30480 w 30480"/>
                <a:gd name="connsiteY4" fmla="*/ 15240 h 3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" h="30479">
                  <a:moveTo>
                    <a:pt x="30480" y="15240"/>
                  </a:moveTo>
                  <a:cubicBezTo>
                    <a:pt x="30480" y="23657"/>
                    <a:pt x="23656" y="30480"/>
                    <a:pt x="15240" y="30480"/>
                  </a:cubicBezTo>
                  <a:cubicBezTo>
                    <a:pt x="6823" y="30480"/>
                    <a:pt x="0" y="23657"/>
                    <a:pt x="0" y="15240"/>
                  </a:cubicBezTo>
                  <a:cubicBezTo>
                    <a:pt x="0" y="6823"/>
                    <a:pt x="6824" y="0"/>
                    <a:pt x="15240" y="0"/>
                  </a:cubicBezTo>
                  <a:cubicBezTo>
                    <a:pt x="23657" y="0"/>
                    <a:pt x="30480" y="6823"/>
                    <a:pt x="30480" y="15240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BDFC90E0-B8F0-3BD1-95C0-51E1BFD3C4B7}"/>
                </a:ext>
              </a:extLst>
            </p:cNvPr>
            <p:cNvSpPr/>
            <p:nvPr/>
          </p:nvSpPr>
          <p:spPr>
            <a:xfrm>
              <a:off x="-2004648" y="4799872"/>
              <a:ext cx="806143" cy="658321"/>
            </a:xfrm>
            <a:custGeom>
              <a:avLst/>
              <a:gdLst>
                <a:gd name="connsiteX0" fmla="*/ 164187 w 639484"/>
                <a:gd name="connsiteY0" fmla="*/ 522223 h 522223"/>
                <a:gd name="connsiteX1" fmla="*/ 160377 w 639484"/>
                <a:gd name="connsiteY1" fmla="*/ 520318 h 522223"/>
                <a:gd name="connsiteX2" fmla="*/ 161329 w 639484"/>
                <a:gd name="connsiteY2" fmla="*/ 513651 h 522223"/>
                <a:gd name="connsiteX3" fmla="*/ 624245 w 639484"/>
                <a:gd name="connsiteY3" fmla="*/ 191706 h 522223"/>
                <a:gd name="connsiteX4" fmla="*/ 3215 w 639484"/>
                <a:gd name="connsiteY4" fmla="*/ 8826 h 522223"/>
                <a:gd name="connsiteX5" fmla="*/ 357 w 639484"/>
                <a:gd name="connsiteY5" fmla="*/ 3111 h 522223"/>
                <a:gd name="connsiteX6" fmla="*/ 6072 w 639484"/>
                <a:gd name="connsiteY6" fmla="*/ 253 h 522223"/>
                <a:gd name="connsiteX7" fmla="*/ 636627 w 639484"/>
                <a:gd name="connsiteY7" fmla="*/ 185991 h 522223"/>
                <a:gd name="connsiteX8" fmla="*/ 639485 w 639484"/>
                <a:gd name="connsiteY8" fmla="*/ 189801 h 522223"/>
                <a:gd name="connsiteX9" fmla="*/ 637580 w 639484"/>
                <a:gd name="connsiteY9" fmla="*/ 194563 h 522223"/>
                <a:gd name="connsiteX10" fmla="*/ 167045 w 639484"/>
                <a:gd name="connsiteY10" fmla="*/ 522223 h 522223"/>
                <a:gd name="connsiteX11" fmla="*/ 164187 w 639484"/>
                <a:gd name="connsiteY11" fmla="*/ 522223 h 52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9484" h="522223">
                  <a:moveTo>
                    <a:pt x="164187" y="522223"/>
                  </a:moveTo>
                  <a:cubicBezTo>
                    <a:pt x="162282" y="522223"/>
                    <a:pt x="161329" y="521271"/>
                    <a:pt x="160377" y="520318"/>
                  </a:cubicBezTo>
                  <a:cubicBezTo>
                    <a:pt x="158472" y="518413"/>
                    <a:pt x="159425" y="515556"/>
                    <a:pt x="161329" y="513651"/>
                  </a:cubicBezTo>
                  <a:lnTo>
                    <a:pt x="624245" y="191706"/>
                  </a:lnTo>
                  <a:lnTo>
                    <a:pt x="3215" y="8826"/>
                  </a:lnTo>
                  <a:cubicBezTo>
                    <a:pt x="357" y="7873"/>
                    <a:pt x="-596" y="5016"/>
                    <a:pt x="357" y="3111"/>
                  </a:cubicBezTo>
                  <a:cubicBezTo>
                    <a:pt x="1310" y="1206"/>
                    <a:pt x="4167" y="-699"/>
                    <a:pt x="6072" y="253"/>
                  </a:cubicBezTo>
                  <a:lnTo>
                    <a:pt x="636627" y="185991"/>
                  </a:lnTo>
                  <a:cubicBezTo>
                    <a:pt x="638532" y="186943"/>
                    <a:pt x="639485" y="187896"/>
                    <a:pt x="639485" y="189801"/>
                  </a:cubicBezTo>
                  <a:cubicBezTo>
                    <a:pt x="639485" y="191706"/>
                    <a:pt x="639485" y="193611"/>
                    <a:pt x="637580" y="194563"/>
                  </a:cubicBezTo>
                  <a:lnTo>
                    <a:pt x="167045" y="522223"/>
                  </a:lnTo>
                  <a:cubicBezTo>
                    <a:pt x="165140" y="522223"/>
                    <a:pt x="164187" y="522223"/>
                    <a:pt x="164187" y="522223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212A998A-7DAF-11AA-7B25-789CB1C7E083}"/>
                </a:ext>
              </a:extLst>
            </p:cNvPr>
            <p:cNvSpPr/>
            <p:nvPr/>
          </p:nvSpPr>
          <p:spPr>
            <a:xfrm>
              <a:off x="-1210512" y="4714939"/>
              <a:ext cx="458680" cy="815298"/>
            </a:xfrm>
            <a:custGeom>
              <a:avLst/>
              <a:gdLst>
                <a:gd name="connsiteX0" fmla="*/ 18098 w 363855"/>
                <a:gd name="connsiteY0" fmla="*/ 646748 h 646747"/>
                <a:gd name="connsiteX1" fmla="*/ 13335 w 363855"/>
                <a:gd name="connsiteY1" fmla="*/ 641985 h 646747"/>
                <a:gd name="connsiteX2" fmla="*/ 0 w 363855"/>
                <a:gd name="connsiteY2" fmla="*/ 257175 h 646747"/>
                <a:gd name="connsiteX3" fmla="*/ 953 w 363855"/>
                <a:gd name="connsiteY3" fmla="*/ 253365 h 646747"/>
                <a:gd name="connsiteX4" fmla="*/ 254318 w 363855"/>
                <a:gd name="connsiteY4" fmla="*/ 952 h 646747"/>
                <a:gd name="connsiteX5" fmla="*/ 258128 w 363855"/>
                <a:gd name="connsiteY5" fmla="*/ 0 h 646747"/>
                <a:gd name="connsiteX6" fmla="*/ 359093 w 363855"/>
                <a:gd name="connsiteY6" fmla="*/ 0 h 646747"/>
                <a:gd name="connsiteX7" fmla="*/ 363855 w 363855"/>
                <a:gd name="connsiteY7" fmla="*/ 4763 h 646747"/>
                <a:gd name="connsiteX8" fmla="*/ 359093 w 363855"/>
                <a:gd name="connsiteY8" fmla="*/ 9525 h 646747"/>
                <a:gd name="connsiteX9" fmla="*/ 259080 w 363855"/>
                <a:gd name="connsiteY9" fmla="*/ 9525 h 646747"/>
                <a:gd name="connsiteX10" fmla="*/ 8573 w 363855"/>
                <a:gd name="connsiteY10" fmla="*/ 260033 h 646747"/>
                <a:gd name="connsiteX11" fmla="*/ 21907 w 363855"/>
                <a:gd name="connsiteY11" fmla="*/ 642938 h 646747"/>
                <a:gd name="connsiteX12" fmla="*/ 18098 w 363855"/>
                <a:gd name="connsiteY12" fmla="*/ 646748 h 646747"/>
                <a:gd name="connsiteX13" fmla="*/ 18098 w 363855"/>
                <a:gd name="connsiteY13" fmla="*/ 646748 h 646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3855" h="646747">
                  <a:moveTo>
                    <a:pt x="18098" y="646748"/>
                  </a:moveTo>
                  <a:cubicBezTo>
                    <a:pt x="15240" y="646748"/>
                    <a:pt x="13335" y="644843"/>
                    <a:pt x="13335" y="641985"/>
                  </a:cubicBezTo>
                  <a:lnTo>
                    <a:pt x="0" y="257175"/>
                  </a:lnTo>
                  <a:cubicBezTo>
                    <a:pt x="0" y="256223"/>
                    <a:pt x="0" y="254317"/>
                    <a:pt x="953" y="253365"/>
                  </a:cubicBezTo>
                  <a:lnTo>
                    <a:pt x="254318" y="952"/>
                  </a:lnTo>
                  <a:cubicBezTo>
                    <a:pt x="255270" y="0"/>
                    <a:pt x="256223" y="0"/>
                    <a:pt x="258128" y="0"/>
                  </a:cubicBezTo>
                  <a:lnTo>
                    <a:pt x="359093" y="0"/>
                  </a:lnTo>
                  <a:cubicBezTo>
                    <a:pt x="361950" y="0"/>
                    <a:pt x="363855" y="1905"/>
                    <a:pt x="363855" y="4763"/>
                  </a:cubicBezTo>
                  <a:cubicBezTo>
                    <a:pt x="363855" y="7620"/>
                    <a:pt x="361950" y="9525"/>
                    <a:pt x="359093" y="9525"/>
                  </a:cubicBezTo>
                  <a:lnTo>
                    <a:pt x="259080" y="9525"/>
                  </a:lnTo>
                  <a:lnTo>
                    <a:pt x="8573" y="260033"/>
                  </a:lnTo>
                  <a:lnTo>
                    <a:pt x="21907" y="642938"/>
                  </a:lnTo>
                  <a:cubicBezTo>
                    <a:pt x="22860" y="644843"/>
                    <a:pt x="20955" y="646748"/>
                    <a:pt x="18098" y="646748"/>
                  </a:cubicBezTo>
                  <a:cubicBezTo>
                    <a:pt x="18098" y="646748"/>
                    <a:pt x="18098" y="646748"/>
                    <a:pt x="18098" y="646748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033A6467-660F-7DF0-14A3-3F15C500BA76}"/>
                </a:ext>
              </a:extLst>
            </p:cNvPr>
            <p:cNvSpPr/>
            <p:nvPr/>
          </p:nvSpPr>
          <p:spPr>
            <a:xfrm>
              <a:off x="-989575" y="5154407"/>
              <a:ext cx="327800" cy="104464"/>
            </a:xfrm>
            <a:custGeom>
              <a:avLst/>
              <a:gdLst>
                <a:gd name="connsiteX0" fmla="*/ 141922 w 260032"/>
                <a:gd name="connsiteY0" fmla="*/ 82868 h 82867"/>
                <a:gd name="connsiteX1" fmla="*/ 4763 w 260032"/>
                <a:gd name="connsiteY1" fmla="*/ 82868 h 82867"/>
                <a:gd name="connsiteX2" fmla="*/ 0 w 260032"/>
                <a:gd name="connsiteY2" fmla="*/ 78105 h 82867"/>
                <a:gd name="connsiteX3" fmla="*/ 4763 w 260032"/>
                <a:gd name="connsiteY3" fmla="*/ 73343 h 82867"/>
                <a:gd name="connsiteX4" fmla="*/ 140018 w 260032"/>
                <a:gd name="connsiteY4" fmla="*/ 73343 h 82867"/>
                <a:gd name="connsiteX5" fmla="*/ 212407 w 260032"/>
                <a:gd name="connsiteY5" fmla="*/ 952 h 82867"/>
                <a:gd name="connsiteX6" fmla="*/ 216218 w 260032"/>
                <a:gd name="connsiteY6" fmla="*/ 0 h 82867"/>
                <a:gd name="connsiteX7" fmla="*/ 255270 w 260032"/>
                <a:gd name="connsiteY7" fmla="*/ 0 h 82867"/>
                <a:gd name="connsiteX8" fmla="*/ 260032 w 260032"/>
                <a:gd name="connsiteY8" fmla="*/ 4763 h 82867"/>
                <a:gd name="connsiteX9" fmla="*/ 255270 w 260032"/>
                <a:gd name="connsiteY9" fmla="*/ 9525 h 82867"/>
                <a:gd name="connsiteX10" fmla="*/ 218122 w 260032"/>
                <a:gd name="connsiteY10" fmla="*/ 9525 h 82867"/>
                <a:gd name="connsiteX11" fmla="*/ 145732 w 260032"/>
                <a:gd name="connsiteY11" fmla="*/ 81915 h 82867"/>
                <a:gd name="connsiteX12" fmla="*/ 141922 w 260032"/>
                <a:gd name="connsiteY12" fmla="*/ 82868 h 8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0032" h="82867">
                  <a:moveTo>
                    <a:pt x="141922" y="82868"/>
                  </a:moveTo>
                  <a:lnTo>
                    <a:pt x="4763" y="82868"/>
                  </a:lnTo>
                  <a:cubicBezTo>
                    <a:pt x="1905" y="82868"/>
                    <a:pt x="0" y="80963"/>
                    <a:pt x="0" y="78105"/>
                  </a:cubicBezTo>
                  <a:cubicBezTo>
                    <a:pt x="0" y="75248"/>
                    <a:pt x="1905" y="73343"/>
                    <a:pt x="4763" y="73343"/>
                  </a:cubicBezTo>
                  <a:lnTo>
                    <a:pt x="140018" y="73343"/>
                  </a:lnTo>
                  <a:lnTo>
                    <a:pt x="212407" y="952"/>
                  </a:lnTo>
                  <a:cubicBezTo>
                    <a:pt x="213360" y="0"/>
                    <a:pt x="214313" y="0"/>
                    <a:pt x="216218" y="0"/>
                  </a:cubicBezTo>
                  <a:lnTo>
                    <a:pt x="255270" y="0"/>
                  </a:lnTo>
                  <a:cubicBezTo>
                    <a:pt x="258127" y="0"/>
                    <a:pt x="260032" y="1905"/>
                    <a:pt x="260032" y="4763"/>
                  </a:cubicBezTo>
                  <a:cubicBezTo>
                    <a:pt x="260032" y="7620"/>
                    <a:pt x="258127" y="9525"/>
                    <a:pt x="255270" y="9525"/>
                  </a:cubicBezTo>
                  <a:lnTo>
                    <a:pt x="218122" y="9525"/>
                  </a:lnTo>
                  <a:lnTo>
                    <a:pt x="145732" y="81915"/>
                  </a:lnTo>
                  <a:cubicBezTo>
                    <a:pt x="143827" y="81915"/>
                    <a:pt x="142875" y="82868"/>
                    <a:pt x="141922" y="82868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73544A94-1167-A664-4D5B-3195F9F8C5E1}"/>
                </a:ext>
              </a:extLst>
            </p:cNvPr>
            <p:cNvSpPr/>
            <p:nvPr/>
          </p:nvSpPr>
          <p:spPr>
            <a:xfrm>
              <a:off x="-1737634" y="4568447"/>
              <a:ext cx="165100" cy="250952"/>
            </a:xfrm>
            <a:custGeom>
              <a:avLst/>
              <a:gdLst>
                <a:gd name="connsiteX0" fmla="*/ 124777 w 130968"/>
                <a:gd name="connsiteY0" fmla="*/ 199073 h 199072"/>
                <a:gd name="connsiteX1" fmla="*/ 121920 w 130968"/>
                <a:gd name="connsiteY1" fmla="*/ 198120 h 199072"/>
                <a:gd name="connsiteX2" fmla="*/ 952 w 130968"/>
                <a:gd name="connsiteY2" fmla="*/ 77153 h 199072"/>
                <a:gd name="connsiteX3" fmla="*/ 0 w 130968"/>
                <a:gd name="connsiteY3" fmla="*/ 74295 h 199072"/>
                <a:gd name="connsiteX4" fmla="*/ 0 w 130968"/>
                <a:gd name="connsiteY4" fmla="*/ 4763 h 199072"/>
                <a:gd name="connsiteX5" fmla="*/ 4763 w 130968"/>
                <a:gd name="connsiteY5" fmla="*/ 0 h 199072"/>
                <a:gd name="connsiteX6" fmla="*/ 9525 w 130968"/>
                <a:gd name="connsiteY6" fmla="*/ 4763 h 199072"/>
                <a:gd name="connsiteX7" fmla="*/ 9525 w 130968"/>
                <a:gd name="connsiteY7" fmla="*/ 72390 h 199072"/>
                <a:gd name="connsiteX8" fmla="*/ 129540 w 130968"/>
                <a:gd name="connsiteY8" fmla="*/ 192405 h 199072"/>
                <a:gd name="connsiteX9" fmla="*/ 129540 w 130968"/>
                <a:gd name="connsiteY9" fmla="*/ 199073 h 199072"/>
                <a:gd name="connsiteX10" fmla="*/ 124777 w 130968"/>
                <a:gd name="connsiteY10" fmla="*/ 199073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0968" h="199072">
                  <a:moveTo>
                    <a:pt x="124777" y="199073"/>
                  </a:moveTo>
                  <a:cubicBezTo>
                    <a:pt x="123825" y="199073"/>
                    <a:pt x="121920" y="199073"/>
                    <a:pt x="121920" y="198120"/>
                  </a:cubicBezTo>
                  <a:lnTo>
                    <a:pt x="952" y="77153"/>
                  </a:lnTo>
                  <a:cubicBezTo>
                    <a:pt x="0" y="76200"/>
                    <a:pt x="0" y="75248"/>
                    <a:pt x="0" y="7429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72390"/>
                  </a:lnTo>
                  <a:lnTo>
                    <a:pt x="129540" y="192405"/>
                  </a:lnTo>
                  <a:cubicBezTo>
                    <a:pt x="131445" y="194310"/>
                    <a:pt x="131445" y="197168"/>
                    <a:pt x="129540" y="199073"/>
                  </a:cubicBezTo>
                  <a:cubicBezTo>
                    <a:pt x="127635" y="198120"/>
                    <a:pt x="125730" y="199073"/>
                    <a:pt x="124777" y="199073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E5796F57-014F-8548-C178-BFFF19F246D3}"/>
                </a:ext>
              </a:extLst>
            </p:cNvPr>
            <p:cNvSpPr/>
            <p:nvPr/>
          </p:nvSpPr>
          <p:spPr>
            <a:xfrm>
              <a:off x="-2323593" y="4627284"/>
              <a:ext cx="204726" cy="105664"/>
            </a:xfrm>
            <a:custGeom>
              <a:avLst/>
              <a:gdLst>
                <a:gd name="connsiteX0" fmla="*/ 159068 w 162401"/>
                <a:gd name="connsiteY0" fmla="*/ 83820 h 83819"/>
                <a:gd name="connsiteX1" fmla="*/ 155258 w 162401"/>
                <a:gd name="connsiteY1" fmla="*/ 82868 h 83819"/>
                <a:gd name="connsiteX2" fmla="*/ 81915 w 162401"/>
                <a:gd name="connsiteY2" fmla="*/ 9525 h 83819"/>
                <a:gd name="connsiteX3" fmla="*/ 4763 w 162401"/>
                <a:gd name="connsiteY3" fmla="*/ 9525 h 83819"/>
                <a:gd name="connsiteX4" fmla="*/ 0 w 162401"/>
                <a:gd name="connsiteY4" fmla="*/ 4763 h 83819"/>
                <a:gd name="connsiteX5" fmla="*/ 4763 w 162401"/>
                <a:gd name="connsiteY5" fmla="*/ 0 h 83819"/>
                <a:gd name="connsiteX6" fmla="*/ 83820 w 162401"/>
                <a:gd name="connsiteY6" fmla="*/ 0 h 83819"/>
                <a:gd name="connsiteX7" fmla="*/ 86678 w 162401"/>
                <a:gd name="connsiteY7" fmla="*/ 952 h 83819"/>
                <a:gd name="connsiteX8" fmla="*/ 160973 w 162401"/>
                <a:gd name="connsiteY8" fmla="*/ 75247 h 83819"/>
                <a:gd name="connsiteX9" fmla="*/ 160973 w 162401"/>
                <a:gd name="connsiteY9" fmla="*/ 81915 h 83819"/>
                <a:gd name="connsiteX10" fmla="*/ 159068 w 162401"/>
                <a:gd name="connsiteY10" fmla="*/ 83820 h 8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401" h="83819">
                  <a:moveTo>
                    <a:pt x="159068" y="83820"/>
                  </a:moveTo>
                  <a:cubicBezTo>
                    <a:pt x="158115" y="83820"/>
                    <a:pt x="156210" y="83820"/>
                    <a:pt x="155258" y="82868"/>
                  </a:cubicBezTo>
                  <a:lnTo>
                    <a:pt x="81915" y="9525"/>
                  </a:ln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83820" y="0"/>
                  </a:lnTo>
                  <a:cubicBezTo>
                    <a:pt x="84773" y="0"/>
                    <a:pt x="86678" y="952"/>
                    <a:pt x="86678" y="952"/>
                  </a:cubicBezTo>
                  <a:lnTo>
                    <a:pt x="160973" y="75247"/>
                  </a:lnTo>
                  <a:cubicBezTo>
                    <a:pt x="162878" y="77152"/>
                    <a:pt x="162878" y="80010"/>
                    <a:pt x="160973" y="81915"/>
                  </a:cubicBezTo>
                  <a:cubicBezTo>
                    <a:pt x="160973" y="83820"/>
                    <a:pt x="160020" y="83820"/>
                    <a:pt x="159068" y="83820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C9E9BB23-8138-C675-3EC4-3B5ED1FC449C}"/>
                </a:ext>
              </a:extLst>
            </p:cNvPr>
            <p:cNvSpPr/>
            <p:nvPr/>
          </p:nvSpPr>
          <p:spPr>
            <a:xfrm>
              <a:off x="-2046223" y="5499616"/>
              <a:ext cx="184311" cy="89455"/>
            </a:xfrm>
            <a:custGeom>
              <a:avLst/>
              <a:gdLst>
                <a:gd name="connsiteX0" fmla="*/ 80010 w 146208"/>
                <a:gd name="connsiteY0" fmla="*/ 70961 h 70961"/>
                <a:gd name="connsiteX1" fmla="*/ 4763 w 146208"/>
                <a:gd name="connsiteY1" fmla="*/ 70961 h 70961"/>
                <a:gd name="connsiteX2" fmla="*/ 0 w 146208"/>
                <a:gd name="connsiteY2" fmla="*/ 66199 h 70961"/>
                <a:gd name="connsiteX3" fmla="*/ 4763 w 146208"/>
                <a:gd name="connsiteY3" fmla="*/ 61436 h 70961"/>
                <a:gd name="connsiteX4" fmla="*/ 78105 w 146208"/>
                <a:gd name="connsiteY4" fmla="*/ 61436 h 70961"/>
                <a:gd name="connsiteX5" fmla="*/ 138113 w 146208"/>
                <a:gd name="connsiteY5" fmla="*/ 1429 h 70961"/>
                <a:gd name="connsiteX6" fmla="*/ 144780 w 146208"/>
                <a:gd name="connsiteY6" fmla="*/ 1429 h 70961"/>
                <a:gd name="connsiteX7" fmla="*/ 144780 w 146208"/>
                <a:gd name="connsiteY7" fmla="*/ 8096 h 70961"/>
                <a:gd name="connsiteX8" fmla="*/ 83820 w 146208"/>
                <a:gd name="connsiteY8" fmla="*/ 69056 h 70961"/>
                <a:gd name="connsiteX9" fmla="*/ 80010 w 146208"/>
                <a:gd name="connsiteY9" fmla="*/ 70961 h 7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208" h="70961">
                  <a:moveTo>
                    <a:pt x="80010" y="70961"/>
                  </a:moveTo>
                  <a:lnTo>
                    <a:pt x="4763" y="70961"/>
                  </a:lnTo>
                  <a:cubicBezTo>
                    <a:pt x="1905" y="70961"/>
                    <a:pt x="0" y="69056"/>
                    <a:pt x="0" y="66199"/>
                  </a:cubicBezTo>
                  <a:cubicBezTo>
                    <a:pt x="0" y="63341"/>
                    <a:pt x="1905" y="61436"/>
                    <a:pt x="4763" y="61436"/>
                  </a:cubicBezTo>
                  <a:lnTo>
                    <a:pt x="78105" y="61436"/>
                  </a:lnTo>
                  <a:lnTo>
                    <a:pt x="138113" y="1429"/>
                  </a:lnTo>
                  <a:cubicBezTo>
                    <a:pt x="140018" y="-476"/>
                    <a:pt x="142875" y="-476"/>
                    <a:pt x="144780" y="1429"/>
                  </a:cubicBezTo>
                  <a:cubicBezTo>
                    <a:pt x="146685" y="3334"/>
                    <a:pt x="146685" y="6191"/>
                    <a:pt x="144780" y="8096"/>
                  </a:cubicBezTo>
                  <a:lnTo>
                    <a:pt x="83820" y="69056"/>
                  </a:lnTo>
                  <a:cubicBezTo>
                    <a:pt x="82868" y="70009"/>
                    <a:pt x="81915" y="70961"/>
                    <a:pt x="80010" y="70961"/>
                  </a:cubicBezTo>
                  <a:close/>
                </a:path>
              </a:pathLst>
            </a:custGeom>
            <a:solidFill>
              <a:srgbClr val="3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3D29F714-84DE-1754-BCFD-8345316075FC}"/>
                </a:ext>
              </a:extLst>
            </p:cNvPr>
            <p:cNvSpPr/>
            <p:nvPr/>
          </p:nvSpPr>
          <p:spPr>
            <a:xfrm>
              <a:off x="-1114985" y="4500006"/>
              <a:ext cx="68675" cy="44426"/>
            </a:xfrm>
            <a:custGeom>
              <a:avLst/>
              <a:gdLst>
                <a:gd name="connsiteX0" fmla="*/ 50906 w 54477"/>
                <a:gd name="connsiteY0" fmla="*/ 35243 h 35242"/>
                <a:gd name="connsiteX1" fmla="*/ 3281 w 54477"/>
                <a:gd name="connsiteY1" fmla="*/ 35243 h 35242"/>
                <a:gd name="connsiteX2" fmla="*/ 423 w 54477"/>
                <a:gd name="connsiteY2" fmla="*/ 33338 h 35242"/>
                <a:gd name="connsiteX3" fmla="*/ 423 w 54477"/>
                <a:gd name="connsiteY3" fmla="*/ 30480 h 35242"/>
                <a:gd name="connsiteX4" fmla="*/ 24236 w 54477"/>
                <a:gd name="connsiteY4" fmla="*/ 953 h 35242"/>
                <a:gd name="connsiteX5" fmla="*/ 27093 w 54477"/>
                <a:gd name="connsiteY5" fmla="*/ 0 h 35242"/>
                <a:gd name="connsiteX6" fmla="*/ 27093 w 54477"/>
                <a:gd name="connsiteY6" fmla="*/ 0 h 35242"/>
                <a:gd name="connsiteX7" fmla="*/ 29951 w 54477"/>
                <a:gd name="connsiteY7" fmla="*/ 953 h 35242"/>
                <a:gd name="connsiteX8" fmla="*/ 53764 w 54477"/>
                <a:gd name="connsiteY8" fmla="*/ 30480 h 35242"/>
                <a:gd name="connsiteX9" fmla="*/ 53764 w 54477"/>
                <a:gd name="connsiteY9" fmla="*/ 33338 h 35242"/>
                <a:gd name="connsiteX10" fmla="*/ 50906 w 54477"/>
                <a:gd name="connsiteY10" fmla="*/ 35243 h 35242"/>
                <a:gd name="connsiteX11" fmla="*/ 9948 w 54477"/>
                <a:gd name="connsiteY11" fmla="*/ 28575 h 35242"/>
                <a:gd name="connsiteX12" fmla="*/ 44239 w 54477"/>
                <a:gd name="connsiteY12" fmla="*/ 28575 h 35242"/>
                <a:gd name="connsiteX13" fmla="*/ 27093 w 54477"/>
                <a:gd name="connsiteY13" fmla="*/ 7620 h 35242"/>
                <a:gd name="connsiteX14" fmla="*/ 9948 w 54477"/>
                <a:gd name="connsiteY14" fmla="*/ 28575 h 3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4477" h="35242">
                  <a:moveTo>
                    <a:pt x="50906" y="35243"/>
                  </a:moveTo>
                  <a:lnTo>
                    <a:pt x="3281" y="35243"/>
                  </a:lnTo>
                  <a:cubicBezTo>
                    <a:pt x="2328" y="35243"/>
                    <a:pt x="1376" y="34290"/>
                    <a:pt x="423" y="33338"/>
                  </a:cubicBezTo>
                  <a:cubicBezTo>
                    <a:pt x="-529" y="32385"/>
                    <a:pt x="423" y="30480"/>
                    <a:pt x="423" y="30480"/>
                  </a:cubicBezTo>
                  <a:lnTo>
                    <a:pt x="24236" y="953"/>
                  </a:lnTo>
                  <a:cubicBezTo>
                    <a:pt x="25189" y="0"/>
                    <a:pt x="26141" y="0"/>
                    <a:pt x="27093" y="0"/>
                  </a:cubicBezTo>
                  <a:lnTo>
                    <a:pt x="27093" y="0"/>
                  </a:lnTo>
                  <a:cubicBezTo>
                    <a:pt x="28046" y="0"/>
                    <a:pt x="28998" y="0"/>
                    <a:pt x="29951" y="953"/>
                  </a:cubicBezTo>
                  <a:lnTo>
                    <a:pt x="53764" y="30480"/>
                  </a:lnTo>
                  <a:cubicBezTo>
                    <a:pt x="54716" y="31433"/>
                    <a:pt x="54716" y="32385"/>
                    <a:pt x="53764" y="33338"/>
                  </a:cubicBezTo>
                  <a:cubicBezTo>
                    <a:pt x="52811" y="34290"/>
                    <a:pt x="51858" y="35243"/>
                    <a:pt x="50906" y="35243"/>
                  </a:cubicBezTo>
                  <a:close/>
                  <a:moveTo>
                    <a:pt x="9948" y="28575"/>
                  </a:moveTo>
                  <a:lnTo>
                    <a:pt x="44239" y="28575"/>
                  </a:lnTo>
                  <a:lnTo>
                    <a:pt x="27093" y="7620"/>
                  </a:lnTo>
                  <a:lnTo>
                    <a:pt x="9948" y="2857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D2C9CE03-F54B-CAFD-0BD0-3A0C4CCA3B94}"/>
                </a:ext>
              </a:extLst>
            </p:cNvPr>
            <p:cNvSpPr/>
            <p:nvPr/>
          </p:nvSpPr>
          <p:spPr>
            <a:xfrm>
              <a:off x="-1412769" y="4664504"/>
              <a:ext cx="49463" cy="32419"/>
            </a:xfrm>
            <a:custGeom>
              <a:avLst/>
              <a:gdLst>
                <a:gd name="connsiteX0" fmla="*/ 35666 w 39237"/>
                <a:gd name="connsiteY0" fmla="*/ 25718 h 25717"/>
                <a:gd name="connsiteX1" fmla="*/ 3281 w 39237"/>
                <a:gd name="connsiteY1" fmla="*/ 25718 h 25717"/>
                <a:gd name="connsiteX2" fmla="*/ 423 w 39237"/>
                <a:gd name="connsiteY2" fmla="*/ 23813 h 25717"/>
                <a:gd name="connsiteX3" fmla="*/ 423 w 39237"/>
                <a:gd name="connsiteY3" fmla="*/ 20955 h 25717"/>
                <a:gd name="connsiteX4" fmla="*/ 16616 w 39237"/>
                <a:gd name="connsiteY4" fmla="*/ 953 h 25717"/>
                <a:gd name="connsiteX5" fmla="*/ 19473 w 39237"/>
                <a:gd name="connsiteY5" fmla="*/ 0 h 25717"/>
                <a:gd name="connsiteX6" fmla="*/ 19473 w 39237"/>
                <a:gd name="connsiteY6" fmla="*/ 0 h 25717"/>
                <a:gd name="connsiteX7" fmla="*/ 22331 w 39237"/>
                <a:gd name="connsiteY7" fmla="*/ 953 h 25717"/>
                <a:gd name="connsiteX8" fmla="*/ 38523 w 39237"/>
                <a:gd name="connsiteY8" fmla="*/ 20955 h 25717"/>
                <a:gd name="connsiteX9" fmla="*/ 38523 w 39237"/>
                <a:gd name="connsiteY9" fmla="*/ 23813 h 25717"/>
                <a:gd name="connsiteX10" fmla="*/ 35666 w 39237"/>
                <a:gd name="connsiteY10" fmla="*/ 25718 h 25717"/>
                <a:gd name="connsiteX11" fmla="*/ 9948 w 39237"/>
                <a:gd name="connsiteY11" fmla="*/ 19050 h 25717"/>
                <a:gd name="connsiteX12" fmla="*/ 28998 w 39237"/>
                <a:gd name="connsiteY12" fmla="*/ 19050 h 25717"/>
                <a:gd name="connsiteX13" fmla="*/ 19473 w 39237"/>
                <a:gd name="connsiteY13" fmla="*/ 7620 h 25717"/>
                <a:gd name="connsiteX14" fmla="*/ 9948 w 39237"/>
                <a:gd name="connsiteY14" fmla="*/ 19050 h 2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237" h="25717">
                  <a:moveTo>
                    <a:pt x="35666" y="25718"/>
                  </a:moveTo>
                  <a:lnTo>
                    <a:pt x="3281" y="25718"/>
                  </a:lnTo>
                  <a:cubicBezTo>
                    <a:pt x="2328" y="25718"/>
                    <a:pt x="1375" y="24765"/>
                    <a:pt x="423" y="23813"/>
                  </a:cubicBezTo>
                  <a:cubicBezTo>
                    <a:pt x="-529" y="22860"/>
                    <a:pt x="423" y="20955"/>
                    <a:pt x="423" y="20955"/>
                  </a:cubicBezTo>
                  <a:lnTo>
                    <a:pt x="16616" y="953"/>
                  </a:lnTo>
                  <a:cubicBezTo>
                    <a:pt x="17568" y="0"/>
                    <a:pt x="18521" y="0"/>
                    <a:pt x="19473" y="0"/>
                  </a:cubicBezTo>
                  <a:lnTo>
                    <a:pt x="19473" y="0"/>
                  </a:lnTo>
                  <a:cubicBezTo>
                    <a:pt x="20425" y="0"/>
                    <a:pt x="21378" y="0"/>
                    <a:pt x="22331" y="953"/>
                  </a:cubicBezTo>
                  <a:lnTo>
                    <a:pt x="38523" y="20955"/>
                  </a:lnTo>
                  <a:cubicBezTo>
                    <a:pt x="39475" y="21907"/>
                    <a:pt x="39475" y="22860"/>
                    <a:pt x="38523" y="23813"/>
                  </a:cubicBezTo>
                  <a:cubicBezTo>
                    <a:pt x="37571" y="24765"/>
                    <a:pt x="36618" y="25718"/>
                    <a:pt x="35666" y="25718"/>
                  </a:cubicBezTo>
                  <a:close/>
                  <a:moveTo>
                    <a:pt x="9948" y="19050"/>
                  </a:moveTo>
                  <a:lnTo>
                    <a:pt x="28998" y="19050"/>
                  </a:lnTo>
                  <a:lnTo>
                    <a:pt x="19473" y="7620"/>
                  </a:lnTo>
                  <a:lnTo>
                    <a:pt x="9948" y="1905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18332FBE-3015-44C1-2BD8-13508B260A70}"/>
                </a:ext>
              </a:extLst>
            </p:cNvPr>
            <p:cNvSpPr/>
            <p:nvPr/>
          </p:nvSpPr>
          <p:spPr>
            <a:xfrm>
              <a:off x="-851191" y="4843417"/>
              <a:ext cx="49463" cy="32419"/>
            </a:xfrm>
            <a:custGeom>
              <a:avLst/>
              <a:gdLst>
                <a:gd name="connsiteX0" fmla="*/ 19764 w 39237"/>
                <a:gd name="connsiteY0" fmla="*/ 25718 h 25717"/>
                <a:gd name="connsiteX1" fmla="*/ 19764 w 39237"/>
                <a:gd name="connsiteY1" fmla="*/ 25718 h 25717"/>
                <a:gd name="connsiteX2" fmla="*/ 16907 w 39237"/>
                <a:gd name="connsiteY2" fmla="*/ 24765 h 25717"/>
                <a:gd name="connsiteX3" fmla="*/ 714 w 39237"/>
                <a:gd name="connsiteY3" fmla="*/ 4763 h 25717"/>
                <a:gd name="connsiteX4" fmla="*/ 714 w 39237"/>
                <a:gd name="connsiteY4" fmla="*/ 1905 h 25717"/>
                <a:gd name="connsiteX5" fmla="*/ 3572 w 39237"/>
                <a:gd name="connsiteY5" fmla="*/ 0 h 25717"/>
                <a:gd name="connsiteX6" fmla="*/ 35957 w 39237"/>
                <a:gd name="connsiteY6" fmla="*/ 0 h 25717"/>
                <a:gd name="connsiteX7" fmla="*/ 38814 w 39237"/>
                <a:gd name="connsiteY7" fmla="*/ 1905 h 25717"/>
                <a:gd name="connsiteX8" fmla="*/ 38814 w 39237"/>
                <a:gd name="connsiteY8" fmla="*/ 4763 h 25717"/>
                <a:gd name="connsiteX9" fmla="*/ 22622 w 39237"/>
                <a:gd name="connsiteY9" fmla="*/ 24765 h 25717"/>
                <a:gd name="connsiteX10" fmla="*/ 19764 w 39237"/>
                <a:gd name="connsiteY10" fmla="*/ 25718 h 25717"/>
                <a:gd name="connsiteX11" fmla="*/ 10239 w 39237"/>
                <a:gd name="connsiteY11" fmla="*/ 6668 h 25717"/>
                <a:gd name="connsiteX12" fmla="*/ 19764 w 39237"/>
                <a:gd name="connsiteY12" fmla="*/ 18098 h 25717"/>
                <a:gd name="connsiteX13" fmla="*/ 29289 w 39237"/>
                <a:gd name="connsiteY13" fmla="*/ 6668 h 25717"/>
                <a:gd name="connsiteX14" fmla="*/ 10239 w 39237"/>
                <a:gd name="connsiteY14" fmla="*/ 6668 h 2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237" h="25717">
                  <a:moveTo>
                    <a:pt x="19764" y="25718"/>
                  </a:moveTo>
                  <a:lnTo>
                    <a:pt x="19764" y="25718"/>
                  </a:lnTo>
                  <a:cubicBezTo>
                    <a:pt x="18812" y="25718"/>
                    <a:pt x="17859" y="25718"/>
                    <a:pt x="16907" y="24765"/>
                  </a:cubicBezTo>
                  <a:lnTo>
                    <a:pt x="714" y="4763"/>
                  </a:lnTo>
                  <a:cubicBezTo>
                    <a:pt x="-238" y="3810"/>
                    <a:pt x="-238" y="2858"/>
                    <a:pt x="714" y="1905"/>
                  </a:cubicBezTo>
                  <a:cubicBezTo>
                    <a:pt x="1667" y="953"/>
                    <a:pt x="2619" y="0"/>
                    <a:pt x="3572" y="0"/>
                  </a:cubicBezTo>
                  <a:lnTo>
                    <a:pt x="35957" y="0"/>
                  </a:lnTo>
                  <a:cubicBezTo>
                    <a:pt x="36909" y="0"/>
                    <a:pt x="37862" y="953"/>
                    <a:pt x="38814" y="1905"/>
                  </a:cubicBezTo>
                  <a:cubicBezTo>
                    <a:pt x="39767" y="2858"/>
                    <a:pt x="38814" y="4763"/>
                    <a:pt x="38814" y="4763"/>
                  </a:cubicBezTo>
                  <a:lnTo>
                    <a:pt x="22622" y="24765"/>
                  </a:lnTo>
                  <a:cubicBezTo>
                    <a:pt x="21669" y="25718"/>
                    <a:pt x="20717" y="25718"/>
                    <a:pt x="19764" y="25718"/>
                  </a:cubicBezTo>
                  <a:close/>
                  <a:moveTo>
                    <a:pt x="10239" y="6668"/>
                  </a:moveTo>
                  <a:lnTo>
                    <a:pt x="19764" y="18098"/>
                  </a:lnTo>
                  <a:lnTo>
                    <a:pt x="29289" y="6668"/>
                  </a:lnTo>
                  <a:lnTo>
                    <a:pt x="10239" y="666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grpSp>
          <p:nvGrpSpPr>
            <p:cNvPr id="443" name="Graphic 35">
              <a:extLst>
                <a:ext uri="{FF2B5EF4-FFF2-40B4-BE49-F238E27FC236}">
                  <a16:creationId xmlns:a16="http://schemas.microsoft.com/office/drawing/2014/main" id="{AE013D2F-E7D4-EB3D-07B4-E51E59E0AFA0}"/>
                </a:ext>
              </a:extLst>
            </p:cNvPr>
            <p:cNvGrpSpPr/>
            <p:nvPr/>
          </p:nvGrpSpPr>
          <p:grpSpPr>
            <a:xfrm>
              <a:off x="-2574558" y="4597215"/>
              <a:ext cx="249754" cy="61235"/>
              <a:chOff x="8179117" y="3497104"/>
              <a:chExt cx="198120" cy="48576"/>
            </a:xfrm>
            <a:solidFill>
              <a:srgbClr val="FFFFFF"/>
            </a:solidFill>
          </p:grpSpPr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64043DA3-5CC4-0AFC-3CCF-D282F5BD45E4}"/>
                  </a:ext>
                </a:extLst>
              </p:cNvPr>
              <p:cNvSpPr/>
              <p:nvPr/>
            </p:nvSpPr>
            <p:spPr>
              <a:xfrm>
                <a:off x="8179117" y="3497104"/>
                <a:ext cx="148589" cy="13334"/>
              </a:xfrm>
              <a:custGeom>
                <a:avLst/>
                <a:gdLst>
                  <a:gd name="connsiteX0" fmla="*/ 141922 w 148589"/>
                  <a:gd name="connsiteY0" fmla="*/ 13335 h 13334"/>
                  <a:gd name="connsiteX1" fmla="*/ 6668 w 148589"/>
                  <a:gd name="connsiteY1" fmla="*/ 13335 h 13334"/>
                  <a:gd name="connsiteX2" fmla="*/ 0 w 148589"/>
                  <a:gd name="connsiteY2" fmla="*/ 6668 h 13334"/>
                  <a:gd name="connsiteX3" fmla="*/ 6668 w 148589"/>
                  <a:gd name="connsiteY3" fmla="*/ 0 h 13334"/>
                  <a:gd name="connsiteX4" fmla="*/ 141922 w 148589"/>
                  <a:gd name="connsiteY4" fmla="*/ 0 h 13334"/>
                  <a:gd name="connsiteX5" fmla="*/ 148590 w 148589"/>
                  <a:gd name="connsiteY5" fmla="*/ 6668 h 13334"/>
                  <a:gd name="connsiteX6" fmla="*/ 141922 w 148589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8589" h="13334">
                    <a:moveTo>
                      <a:pt x="141922" y="13335"/>
                    </a:moveTo>
                    <a:lnTo>
                      <a:pt x="6668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7"/>
                      <a:pt x="2857" y="0"/>
                      <a:pt x="6668" y="0"/>
                    </a:cubicBezTo>
                    <a:lnTo>
                      <a:pt x="141922" y="0"/>
                    </a:lnTo>
                    <a:cubicBezTo>
                      <a:pt x="145732" y="0"/>
                      <a:pt x="148590" y="2857"/>
                      <a:pt x="148590" y="6668"/>
                    </a:cubicBezTo>
                    <a:cubicBezTo>
                      <a:pt x="148590" y="10477"/>
                      <a:pt x="145732" y="13335"/>
                      <a:pt x="141922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6A26C633-A80E-2287-DE3E-DE5674A2D7D9}"/>
                  </a:ext>
                </a:extLst>
              </p:cNvPr>
              <p:cNvSpPr/>
              <p:nvPr/>
            </p:nvSpPr>
            <p:spPr>
              <a:xfrm>
                <a:off x="8344852" y="3497104"/>
                <a:ext cx="32385" cy="13334"/>
              </a:xfrm>
              <a:custGeom>
                <a:avLst/>
                <a:gdLst>
                  <a:gd name="connsiteX0" fmla="*/ 25718 w 32385"/>
                  <a:gd name="connsiteY0" fmla="*/ 13335 h 13334"/>
                  <a:gd name="connsiteX1" fmla="*/ 6668 w 32385"/>
                  <a:gd name="connsiteY1" fmla="*/ 13335 h 13334"/>
                  <a:gd name="connsiteX2" fmla="*/ 0 w 32385"/>
                  <a:gd name="connsiteY2" fmla="*/ 6668 h 13334"/>
                  <a:gd name="connsiteX3" fmla="*/ 6668 w 32385"/>
                  <a:gd name="connsiteY3" fmla="*/ 0 h 13334"/>
                  <a:gd name="connsiteX4" fmla="*/ 25718 w 32385"/>
                  <a:gd name="connsiteY4" fmla="*/ 0 h 13334"/>
                  <a:gd name="connsiteX5" fmla="*/ 32385 w 32385"/>
                  <a:gd name="connsiteY5" fmla="*/ 6668 h 13334"/>
                  <a:gd name="connsiteX6" fmla="*/ 25718 w 32385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385" h="13334">
                    <a:moveTo>
                      <a:pt x="25718" y="13335"/>
                    </a:moveTo>
                    <a:lnTo>
                      <a:pt x="6668" y="13335"/>
                    </a:lnTo>
                    <a:cubicBezTo>
                      <a:pt x="2858" y="13335"/>
                      <a:pt x="0" y="10477"/>
                      <a:pt x="0" y="6668"/>
                    </a:cubicBezTo>
                    <a:cubicBezTo>
                      <a:pt x="0" y="2857"/>
                      <a:pt x="2858" y="0"/>
                      <a:pt x="6668" y="0"/>
                    </a:cubicBezTo>
                    <a:lnTo>
                      <a:pt x="25718" y="0"/>
                    </a:lnTo>
                    <a:cubicBezTo>
                      <a:pt x="29528" y="0"/>
                      <a:pt x="32385" y="2857"/>
                      <a:pt x="32385" y="6668"/>
                    </a:cubicBezTo>
                    <a:cubicBezTo>
                      <a:pt x="32385" y="10477"/>
                      <a:pt x="29528" y="13335"/>
                      <a:pt x="25718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51F1CF6D-516A-10CB-2618-FAEAE16E6369}"/>
                  </a:ext>
                </a:extLst>
              </p:cNvPr>
              <p:cNvSpPr/>
              <p:nvPr/>
            </p:nvSpPr>
            <p:spPr>
              <a:xfrm>
                <a:off x="8256269" y="3532346"/>
                <a:ext cx="65722" cy="13334"/>
              </a:xfrm>
              <a:custGeom>
                <a:avLst/>
                <a:gdLst>
                  <a:gd name="connsiteX0" fmla="*/ 59055 w 65722"/>
                  <a:gd name="connsiteY0" fmla="*/ 13335 h 13334"/>
                  <a:gd name="connsiteX1" fmla="*/ 6668 w 65722"/>
                  <a:gd name="connsiteY1" fmla="*/ 13335 h 13334"/>
                  <a:gd name="connsiteX2" fmla="*/ 0 w 65722"/>
                  <a:gd name="connsiteY2" fmla="*/ 6667 h 13334"/>
                  <a:gd name="connsiteX3" fmla="*/ 6668 w 65722"/>
                  <a:gd name="connsiteY3" fmla="*/ 0 h 13334"/>
                  <a:gd name="connsiteX4" fmla="*/ 59055 w 65722"/>
                  <a:gd name="connsiteY4" fmla="*/ 0 h 13334"/>
                  <a:gd name="connsiteX5" fmla="*/ 65723 w 65722"/>
                  <a:gd name="connsiteY5" fmla="*/ 6667 h 13334"/>
                  <a:gd name="connsiteX6" fmla="*/ 59055 w 65722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722" h="13334">
                    <a:moveTo>
                      <a:pt x="59055" y="13335"/>
                    </a:moveTo>
                    <a:lnTo>
                      <a:pt x="6668" y="13335"/>
                    </a:lnTo>
                    <a:cubicBezTo>
                      <a:pt x="2857" y="13335"/>
                      <a:pt x="0" y="10477"/>
                      <a:pt x="0" y="6667"/>
                    </a:cubicBezTo>
                    <a:cubicBezTo>
                      <a:pt x="0" y="2857"/>
                      <a:pt x="2857" y="0"/>
                      <a:pt x="6668" y="0"/>
                    </a:cubicBezTo>
                    <a:lnTo>
                      <a:pt x="59055" y="0"/>
                    </a:lnTo>
                    <a:cubicBezTo>
                      <a:pt x="62865" y="0"/>
                      <a:pt x="65723" y="2857"/>
                      <a:pt x="65723" y="6667"/>
                    </a:cubicBezTo>
                    <a:cubicBezTo>
                      <a:pt x="64770" y="10477"/>
                      <a:pt x="61913" y="13335"/>
                      <a:pt x="5905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279D3FE5-90C0-8504-945A-AD84078E3C3B}"/>
                  </a:ext>
                </a:extLst>
              </p:cNvPr>
              <p:cNvSpPr/>
              <p:nvPr/>
            </p:nvSpPr>
            <p:spPr>
              <a:xfrm>
                <a:off x="8335327" y="3532346"/>
                <a:ext cx="22860" cy="13334"/>
              </a:xfrm>
              <a:custGeom>
                <a:avLst/>
                <a:gdLst>
                  <a:gd name="connsiteX0" fmla="*/ 16193 w 22860"/>
                  <a:gd name="connsiteY0" fmla="*/ 13335 h 13334"/>
                  <a:gd name="connsiteX1" fmla="*/ 6668 w 22860"/>
                  <a:gd name="connsiteY1" fmla="*/ 13335 h 13334"/>
                  <a:gd name="connsiteX2" fmla="*/ 0 w 22860"/>
                  <a:gd name="connsiteY2" fmla="*/ 6667 h 13334"/>
                  <a:gd name="connsiteX3" fmla="*/ 6668 w 22860"/>
                  <a:gd name="connsiteY3" fmla="*/ 0 h 13334"/>
                  <a:gd name="connsiteX4" fmla="*/ 16193 w 22860"/>
                  <a:gd name="connsiteY4" fmla="*/ 0 h 13334"/>
                  <a:gd name="connsiteX5" fmla="*/ 22860 w 22860"/>
                  <a:gd name="connsiteY5" fmla="*/ 6667 h 13334"/>
                  <a:gd name="connsiteX6" fmla="*/ 16193 w 22860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860" h="13334">
                    <a:moveTo>
                      <a:pt x="16193" y="13335"/>
                    </a:moveTo>
                    <a:lnTo>
                      <a:pt x="6668" y="13335"/>
                    </a:lnTo>
                    <a:cubicBezTo>
                      <a:pt x="2858" y="13335"/>
                      <a:pt x="0" y="10477"/>
                      <a:pt x="0" y="6667"/>
                    </a:cubicBezTo>
                    <a:cubicBezTo>
                      <a:pt x="0" y="2857"/>
                      <a:pt x="2858" y="0"/>
                      <a:pt x="6668" y="0"/>
                    </a:cubicBezTo>
                    <a:lnTo>
                      <a:pt x="16193" y="0"/>
                    </a:lnTo>
                    <a:cubicBezTo>
                      <a:pt x="20003" y="0"/>
                      <a:pt x="22860" y="2857"/>
                      <a:pt x="22860" y="6667"/>
                    </a:cubicBezTo>
                    <a:cubicBezTo>
                      <a:pt x="22860" y="10477"/>
                      <a:pt x="20003" y="13335"/>
                      <a:pt x="16193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  <p:grpSp>
          <p:nvGrpSpPr>
            <p:cNvPr id="444" name="Graphic 35">
              <a:extLst>
                <a:ext uri="{FF2B5EF4-FFF2-40B4-BE49-F238E27FC236}">
                  <a16:creationId xmlns:a16="http://schemas.microsoft.com/office/drawing/2014/main" id="{95190816-7BBA-FCB7-B8F4-9F34BAE0A1D7}"/>
                </a:ext>
              </a:extLst>
            </p:cNvPr>
            <p:cNvGrpSpPr/>
            <p:nvPr/>
          </p:nvGrpSpPr>
          <p:grpSpPr>
            <a:xfrm>
              <a:off x="-2301968" y="5556756"/>
              <a:ext cx="252153" cy="51633"/>
              <a:chOff x="8395335" y="4258151"/>
              <a:chExt cx="200024" cy="40957"/>
            </a:xfrm>
            <a:solidFill>
              <a:srgbClr val="FFFFFF"/>
            </a:solidFill>
          </p:grpSpPr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7505D105-2058-0603-BF13-D9DDE96464E0}"/>
                  </a:ext>
                </a:extLst>
              </p:cNvPr>
              <p:cNvSpPr/>
              <p:nvPr/>
            </p:nvSpPr>
            <p:spPr>
              <a:xfrm>
                <a:off x="8395335" y="4258151"/>
                <a:ext cx="131444" cy="13335"/>
              </a:xfrm>
              <a:custGeom>
                <a:avLst/>
                <a:gdLst>
                  <a:gd name="connsiteX0" fmla="*/ 124777 w 131444"/>
                  <a:gd name="connsiteY0" fmla="*/ 13335 h 13335"/>
                  <a:gd name="connsiteX1" fmla="*/ 6667 w 131444"/>
                  <a:gd name="connsiteY1" fmla="*/ 13335 h 13335"/>
                  <a:gd name="connsiteX2" fmla="*/ 0 w 131444"/>
                  <a:gd name="connsiteY2" fmla="*/ 6668 h 13335"/>
                  <a:gd name="connsiteX3" fmla="*/ 6667 w 131444"/>
                  <a:gd name="connsiteY3" fmla="*/ 0 h 13335"/>
                  <a:gd name="connsiteX4" fmla="*/ 124777 w 131444"/>
                  <a:gd name="connsiteY4" fmla="*/ 0 h 13335"/>
                  <a:gd name="connsiteX5" fmla="*/ 131445 w 131444"/>
                  <a:gd name="connsiteY5" fmla="*/ 6668 h 13335"/>
                  <a:gd name="connsiteX6" fmla="*/ 124777 w 131444"/>
                  <a:gd name="connsiteY6" fmla="*/ 13335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444" h="13335">
                    <a:moveTo>
                      <a:pt x="124777" y="13335"/>
                    </a:moveTo>
                    <a:lnTo>
                      <a:pt x="6667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8"/>
                      <a:pt x="2857" y="0"/>
                      <a:pt x="6667" y="0"/>
                    </a:cubicBezTo>
                    <a:lnTo>
                      <a:pt x="124777" y="0"/>
                    </a:lnTo>
                    <a:cubicBezTo>
                      <a:pt x="128588" y="0"/>
                      <a:pt x="131445" y="2858"/>
                      <a:pt x="131445" y="6668"/>
                    </a:cubicBezTo>
                    <a:cubicBezTo>
                      <a:pt x="131445" y="10477"/>
                      <a:pt x="128588" y="13335"/>
                      <a:pt x="124777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210389F8-A5FA-3870-295C-190FAAD09C4E}"/>
                  </a:ext>
                </a:extLst>
              </p:cNvPr>
              <p:cNvSpPr/>
              <p:nvPr/>
            </p:nvSpPr>
            <p:spPr>
              <a:xfrm>
                <a:off x="8552497" y="4258151"/>
                <a:ext cx="42862" cy="13335"/>
              </a:xfrm>
              <a:custGeom>
                <a:avLst/>
                <a:gdLst>
                  <a:gd name="connsiteX0" fmla="*/ 36195 w 42862"/>
                  <a:gd name="connsiteY0" fmla="*/ 13335 h 13335"/>
                  <a:gd name="connsiteX1" fmla="*/ 6667 w 42862"/>
                  <a:gd name="connsiteY1" fmla="*/ 13335 h 13335"/>
                  <a:gd name="connsiteX2" fmla="*/ 0 w 42862"/>
                  <a:gd name="connsiteY2" fmla="*/ 6668 h 13335"/>
                  <a:gd name="connsiteX3" fmla="*/ 6667 w 42862"/>
                  <a:gd name="connsiteY3" fmla="*/ 0 h 13335"/>
                  <a:gd name="connsiteX4" fmla="*/ 36195 w 42862"/>
                  <a:gd name="connsiteY4" fmla="*/ 0 h 13335"/>
                  <a:gd name="connsiteX5" fmla="*/ 42863 w 42862"/>
                  <a:gd name="connsiteY5" fmla="*/ 6668 h 13335"/>
                  <a:gd name="connsiteX6" fmla="*/ 36195 w 42862"/>
                  <a:gd name="connsiteY6" fmla="*/ 13335 h 1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2" h="13335">
                    <a:moveTo>
                      <a:pt x="36195" y="13335"/>
                    </a:moveTo>
                    <a:lnTo>
                      <a:pt x="6667" y="13335"/>
                    </a:lnTo>
                    <a:cubicBezTo>
                      <a:pt x="2857" y="13335"/>
                      <a:pt x="0" y="10477"/>
                      <a:pt x="0" y="6668"/>
                    </a:cubicBezTo>
                    <a:cubicBezTo>
                      <a:pt x="0" y="2858"/>
                      <a:pt x="2857" y="0"/>
                      <a:pt x="6667" y="0"/>
                    </a:cubicBezTo>
                    <a:lnTo>
                      <a:pt x="36195" y="0"/>
                    </a:lnTo>
                    <a:cubicBezTo>
                      <a:pt x="40005" y="0"/>
                      <a:pt x="42863" y="2858"/>
                      <a:pt x="42863" y="6668"/>
                    </a:cubicBezTo>
                    <a:cubicBezTo>
                      <a:pt x="41910" y="10477"/>
                      <a:pt x="39052" y="13335"/>
                      <a:pt x="3619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40DBD595-91B7-AFC8-E629-F6DC3F6A5624}"/>
                  </a:ext>
                </a:extLst>
              </p:cNvPr>
              <p:cNvSpPr/>
              <p:nvPr/>
            </p:nvSpPr>
            <p:spPr>
              <a:xfrm>
                <a:off x="8468677" y="4285774"/>
                <a:ext cx="126682" cy="13334"/>
              </a:xfrm>
              <a:custGeom>
                <a:avLst/>
                <a:gdLst>
                  <a:gd name="connsiteX0" fmla="*/ 120015 w 126682"/>
                  <a:gd name="connsiteY0" fmla="*/ 13335 h 13334"/>
                  <a:gd name="connsiteX1" fmla="*/ 6668 w 126682"/>
                  <a:gd name="connsiteY1" fmla="*/ 13335 h 13334"/>
                  <a:gd name="connsiteX2" fmla="*/ 0 w 126682"/>
                  <a:gd name="connsiteY2" fmla="*/ 6667 h 13334"/>
                  <a:gd name="connsiteX3" fmla="*/ 6668 w 126682"/>
                  <a:gd name="connsiteY3" fmla="*/ 0 h 13334"/>
                  <a:gd name="connsiteX4" fmla="*/ 120015 w 126682"/>
                  <a:gd name="connsiteY4" fmla="*/ 0 h 13334"/>
                  <a:gd name="connsiteX5" fmla="*/ 126683 w 126682"/>
                  <a:gd name="connsiteY5" fmla="*/ 6667 h 13334"/>
                  <a:gd name="connsiteX6" fmla="*/ 120015 w 126682"/>
                  <a:gd name="connsiteY6" fmla="*/ 13335 h 13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6682" h="13334">
                    <a:moveTo>
                      <a:pt x="120015" y="13335"/>
                    </a:moveTo>
                    <a:lnTo>
                      <a:pt x="6668" y="13335"/>
                    </a:lnTo>
                    <a:cubicBezTo>
                      <a:pt x="2858" y="13335"/>
                      <a:pt x="0" y="10478"/>
                      <a:pt x="0" y="6667"/>
                    </a:cubicBezTo>
                    <a:cubicBezTo>
                      <a:pt x="0" y="2858"/>
                      <a:pt x="2858" y="0"/>
                      <a:pt x="6668" y="0"/>
                    </a:cubicBezTo>
                    <a:lnTo>
                      <a:pt x="120015" y="0"/>
                    </a:lnTo>
                    <a:cubicBezTo>
                      <a:pt x="123825" y="0"/>
                      <a:pt x="126683" y="2858"/>
                      <a:pt x="126683" y="6667"/>
                    </a:cubicBezTo>
                    <a:cubicBezTo>
                      <a:pt x="125730" y="10478"/>
                      <a:pt x="122873" y="13335"/>
                      <a:pt x="120015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aseline="-25000"/>
              </a:p>
            </p:txBody>
          </p:sp>
        </p:grp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4FA73717-AB52-1FE7-3FF5-6F1B8D9AC7E6}"/>
              </a:ext>
            </a:extLst>
          </p:cNvPr>
          <p:cNvGrpSpPr/>
          <p:nvPr/>
        </p:nvGrpSpPr>
        <p:grpSpPr>
          <a:xfrm>
            <a:off x="4316091" y="1891254"/>
            <a:ext cx="918776" cy="334323"/>
            <a:chOff x="-3928108" y="4883121"/>
            <a:chExt cx="918776" cy="334323"/>
          </a:xfrm>
        </p:grpSpPr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1C00B3E4-5DCC-DFE3-81DD-912F3857D434}"/>
                </a:ext>
              </a:extLst>
            </p:cNvPr>
            <p:cNvSpPr/>
            <p:nvPr/>
          </p:nvSpPr>
          <p:spPr>
            <a:xfrm>
              <a:off x="-3764099" y="4883121"/>
              <a:ext cx="113102" cy="73844"/>
            </a:xfrm>
            <a:custGeom>
              <a:avLst/>
              <a:gdLst>
                <a:gd name="connsiteX0" fmla="*/ 87101 w 89720"/>
                <a:gd name="connsiteY0" fmla="*/ 58579 h 58578"/>
                <a:gd name="connsiteX1" fmla="*/ 3281 w 89720"/>
                <a:gd name="connsiteY1" fmla="*/ 58579 h 58578"/>
                <a:gd name="connsiteX2" fmla="*/ 423 w 89720"/>
                <a:gd name="connsiteY2" fmla="*/ 56674 h 58578"/>
                <a:gd name="connsiteX3" fmla="*/ 423 w 89720"/>
                <a:gd name="connsiteY3" fmla="*/ 52864 h 58578"/>
                <a:gd name="connsiteX4" fmla="*/ 42333 w 89720"/>
                <a:gd name="connsiteY4" fmla="*/ 1429 h 58578"/>
                <a:gd name="connsiteX5" fmla="*/ 47096 w 89720"/>
                <a:gd name="connsiteY5" fmla="*/ 1429 h 58578"/>
                <a:gd name="connsiteX6" fmla="*/ 89006 w 89720"/>
                <a:gd name="connsiteY6" fmla="*/ 52864 h 58578"/>
                <a:gd name="connsiteX7" fmla="*/ 89006 w 89720"/>
                <a:gd name="connsiteY7" fmla="*/ 56674 h 58578"/>
                <a:gd name="connsiteX8" fmla="*/ 87101 w 89720"/>
                <a:gd name="connsiteY8" fmla="*/ 58579 h 58578"/>
                <a:gd name="connsiteX9" fmla="*/ 9948 w 89720"/>
                <a:gd name="connsiteY9" fmla="*/ 50959 h 58578"/>
                <a:gd name="connsiteX10" fmla="*/ 79481 w 89720"/>
                <a:gd name="connsiteY10" fmla="*/ 50959 h 58578"/>
                <a:gd name="connsiteX11" fmla="*/ 45191 w 89720"/>
                <a:gd name="connsiteY11" fmla="*/ 8096 h 58578"/>
                <a:gd name="connsiteX12" fmla="*/ 9948 w 89720"/>
                <a:gd name="connsiteY12" fmla="*/ 50959 h 58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720" h="58578">
                  <a:moveTo>
                    <a:pt x="87101" y="58579"/>
                  </a:moveTo>
                  <a:lnTo>
                    <a:pt x="3281" y="58579"/>
                  </a:lnTo>
                  <a:cubicBezTo>
                    <a:pt x="2328" y="58579"/>
                    <a:pt x="423" y="57626"/>
                    <a:pt x="423" y="56674"/>
                  </a:cubicBezTo>
                  <a:cubicBezTo>
                    <a:pt x="-529" y="55721"/>
                    <a:pt x="423" y="53816"/>
                    <a:pt x="423" y="52864"/>
                  </a:cubicBezTo>
                  <a:lnTo>
                    <a:pt x="42333" y="1429"/>
                  </a:lnTo>
                  <a:cubicBezTo>
                    <a:pt x="43286" y="-476"/>
                    <a:pt x="46143" y="-476"/>
                    <a:pt x="47096" y="1429"/>
                  </a:cubicBezTo>
                  <a:lnTo>
                    <a:pt x="89006" y="52864"/>
                  </a:lnTo>
                  <a:cubicBezTo>
                    <a:pt x="89958" y="53816"/>
                    <a:pt x="89958" y="55721"/>
                    <a:pt x="89006" y="56674"/>
                  </a:cubicBezTo>
                  <a:cubicBezTo>
                    <a:pt x="89006" y="57626"/>
                    <a:pt x="88053" y="58579"/>
                    <a:pt x="87101" y="58579"/>
                  </a:cubicBezTo>
                  <a:close/>
                  <a:moveTo>
                    <a:pt x="9948" y="50959"/>
                  </a:moveTo>
                  <a:lnTo>
                    <a:pt x="79481" y="50959"/>
                  </a:lnTo>
                  <a:lnTo>
                    <a:pt x="45191" y="8096"/>
                  </a:lnTo>
                  <a:lnTo>
                    <a:pt x="9948" y="5095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F2C03B98-EF4B-EDA6-9044-AEA074A46CE1}"/>
                </a:ext>
              </a:extLst>
            </p:cNvPr>
            <p:cNvSpPr/>
            <p:nvPr/>
          </p:nvSpPr>
          <p:spPr>
            <a:xfrm>
              <a:off x="-3061196" y="5182623"/>
              <a:ext cx="51864" cy="34821"/>
            </a:xfrm>
            <a:custGeom>
              <a:avLst/>
              <a:gdLst>
                <a:gd name="connsiteX0" fmla="*/ 20716 w 41142"/>
                <a:gd name="connsiteY0" fmla="*/ 27623 h 27622"/>
                <a:gd name="connsiteX1" fmla="*/ 20716 w 41142"/>
                <a:gd name="connsiteY1" fmla="*/ 27623 h 27622"/>
                <a:gd name="connsiteX2" fmla="*/ 17859 w 41142"/>
                <a:gd name="connsiteY2" fmla="*/ 26670 h 27622"/>
                <a:gd name="connsiteX3" fmla="*/ 714 w 41142"/>
                <a:gd name="connsiteY3" fmla="*/ 5715 h 27622"/>
                <a:gd name="connsiteX4" fmla="*/ 714 w 41142"/>
                <a:gd name="connsiteY4" fmla="*/ 1905 h 27622"/>
                <a:gd name="connsiteX5" fmla="*/ 3572 w 41142"/>
                <a:gd name="connsiteY5" fmla="*/ 0 h 27622"/>
                <a:gd name="connsiteX6" fmla="*/ 37862 w 41142"/>
                <a:gd name="connsiteY6" fmla="*/ 0 h 27622"/>
                <a:gd name="connsiteX7" fmla="*/ 40719 w 41142"/>
                <a:gd name="connsiteY7" fmla="*/ 1905 h 27622"/>
                <a:gd name="connsiteX8" fmla="*/ 40719 w 41142"/>
                <a:gd name="connsiteY8" fmla="*/ 5715 h 27622"/>
                <a:gd name="connsiteX9" fmla="*/ 23574 w 41142"/>
                <a:gd name="connsiteY9" fmla="*/ 26670 h 27622"/>
                <a:gd name="connsiteX10" fmla="*/ 20716 w 41142"/>
                <a:gd name="connsiteY10" fmla="*/ 27623 h 27622"/>
                <a:gd name="connsiteX11" fmla="*/ 10239 w 41142"/>
                <a:gd name="connsiteY11" fmla="*/ 6667 h 27622"/>
                <a:gd name="connsiteX12" fmla="*/ 20716 w 41142"/>
                <a:gd name="connsiteY12" fmla="*/ 19050 h 27622"/>
                <a:gd name="connsiteX13" fmla="*/ 31194 w 41142"/>
                <a:gd name="connsiteY13" fmla="*/ 6667 h 27622"/>
                <a:gd name="connsiteX14" fmla="*/ 10239 w 41142"/>
                <a:gd name="connsiteY14" fmla="*/ 6667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2" h="27622">
                  <a:moveTo>
                    <a:pt x="20716" y="27623"/>
                  </a:moveTo>
                  <a:lnTo>
                    <a:pt x="20716" y="27623"/>
                  </a:lnTo>
                  <a:cubicBezTo>
                    <a:pt x="19764" y="27623"/>
                    <a:pt x="18812" y="27623"/>
                    <a:pt x="17859" y="26670"/>
                  </a:cubicBezTo>
                  <a:lnTo>
                    <a:pt x="714" y="5715"/>
                  </a:lnTo>
                  <a:cubicBezTo>
                    <a:pt x="-238" y="4763"/>
                    <a:pt x="-238" y="2858"/>
                    <a:pt x="714" y="1905"/>
                  </a:cubicBezTo>
                  <a:cubicBezTo>
                    <a:pt x="1666" y="952"/>
                    <a:pt x="2619" y="0"/>
                    <a:pt x="3572" y="0"/>
                  </a:cubicBezTo>
                  <a:lnTo>
                    <a:pt x="37862" y="0"/>
                  </a:lnTo>
                  <a:cubicBezTo>
                    <a:pt x="38814" y="0"/>
                    <a:pt x="40719" y="952"/>
                    <a:pt x="40719" y="1905"/>
                  </a:cubicBezTo>
                  <a:cubicBezTo>
                    <a:pt x="41672" y="2858"/>
                    <a:pt x="40719" y="4763"/>
                    <a:pt x="40719" y="5715"/>
                  </a:cubicBezTo>
                  <a:lnTo>
                    <a:pt x="23574" y="26670"/>
                  </a:lnTo>
                  <a:cubicBezTo>
                    <a:pt x="22622" y="27623"/>
                    <a:pt x="21669" y="27623"/>
                    <a:pt x="20716" y="27623"/>
                  </a:cubicBezTo>
                  <a:close/>
                  <a:moveTo>
                    <a:pt x="10239" y="6667"/>
                  </a:moveTo>
                  <a:lnTo>
                    <a:pt x="20716" y="19050"/>
                  </a:lnTo>
                  <a:lnTo>
                    <a:pt x="31194" y="6667"/>
                  </a:lnTo>
                  <a:lnTo>
                    <a:pt x="10239" y="666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1AB8AE8-3457-6A2F-6C90-EBE3037A630A}"/>
                </a:ext>
              </a:extLst>
            </p:cNvPr>
            <p:cNvSpPr/>
            <p:nvPr/>
          </p:nvSpPr>
          <p:spPr>
            <a:xfrm>
              <a:off x="-3928108" y="4925607"/>
              <a:ext cx="51864" cy="34821"/>
            </a:xfrm>
            <a:custGeom>
              <a:avLst/>
              <a:gdLst>
                <a:gd name="connsiteX0" fmla="*/ 20717 w 41142"/>
                <a:gd name="connsiteY0" fmla="*/ 27623 h 27622"/>
                <a:gd name="connsiteX1" fmla="*/ 20717 w 41142"/>
                <a:gd name="connsiteY1" fmla="*/ 27623 h 27622"/>
                <a:gd name="connsiteX2" fmla="*/ 17859 w 41142"/>
                <a:gd name="connsiteY2" fmla="*/ 26670 h 27622"/>
                <a:gd name="connsiteX3" fmla="*/ 714 w 41142"/>
                <a:gd name="connsiteY3" fmla="*/ 5715 h 27622"/>
                <a:gd name="connsiteX4" fmla="*/ 714 w 41142"/>
                <a:gd name="connsiteY4" fmla="*/ 1905 h 27622"/>
                <a:gd name="connsiteX5" fmla="*/ 3572 w 41142"/>
                <a:gd name="connsiteY5" fmla="*/ 0 h 27622"/>
                <a:gd name="connsiteX6" fmla="*/ 37862 w 41142"/>
                <a:gd name="connsiteY6" fmla="*/ 0 h 27622"/>
                <a:gd name="connsiteX7" fmla="*/ 40719 w 41142"/>
                <a:gd name="connsiteY7" fmla="*/ 1905 h 27622"/>
                <a:gd name="connsiteX8" fmla="*/ 40719 w 41142"/>
                <a:gd name="connsiteY8" fmla="*/ 5715 h 27622"/>
                <a:gd name="connsiteX9" fmla="*/ 23574 w 41142"/>
                <a:gd name="connsiteY9" fmla="*/ 26670 h 27622"/>
                <a:gd name="connsiteX10" fmla="*/ 20717 w 41142"/>
                <a:gd name="connsiteY10" fmla="*/ 27623 h 27622"/>
                <a:gd name="connsiteX11" fmla="*/ 11192 w 41142"/>
                <a:gd name="connsiteY11" fmla="*/ 5715 h 27622"/>
                <a:gd name="connsiteX12" fmla="*/ 21669 w 41142"/>
                <a:gd name="connsiteY12" fmla="*/ 18098 h 27622"/>
                <a:gd name="connsiteX13" fmla="*/ 32147 w 41142"/>
                <a:gd name="connsiteY13" fmla="*/ 5715 h 27622"/>
                <a:gd name="connsiteX14" fmla="*/ 11192 w 41142"/>
                <a:gd name="connsiteY14" fmla="*/ 5715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2" h="27622">
                  <a:moveTo>
                    <a:pt x="20717" y="27623"/>
                  </a:moveTo>
                  <a:lnTo>
                    <a:pt x="20717" y="27623"/>
                  </a:lnTo>
                  <a:cubicBezTo>
                    <a:pt x="19764" y="27623"/>
                    <a:pt x="18812" y="27623"/>
                    <a:pt x="17859" y="26670"/>
                  </a:cubicBezTo>
                  <a:lnTo>
                    <a:pt x="714" y="5715"/>
                  </a:lnTo>
                  <a:cubicBezTo>
                    <a:pt x="-238" y="4763"/>
                    <a:pt x="-238" y="2858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37862" y="0"/>
                  </a:lnTo>
                  <a:cubicBezTo>
                    <a:pt x="38814" y="0"/>
                    <a:pt x="40719" y="952"/>
                    <a:pt x="40719" y="1905"/>
                  </a:cubicBezTo>
                  <a:cubicBezTo>
                    <a:pt x="41672" y="2858"/>
                    <a:pt x="40719" y="4763"/>
                    <a:pt x="40719" y="5715"/>
                  </a:cubicBezTo>
                  <a:lnTo>
                    <a:pt x="23574" y="26670"/>
                  </a:lnTo>
                  <a:cubicBezTo>
                    <a:pt x="22622" y="26670"/>
                    <a:pt x="21669" y="27623"/>
                    <a:pt x="20717" y="27623"/>
                  </a:cubicBezTo>
                  <a:close/>
                  <a:moveTo>
                    <a:pt x="11192" y="5715"/>
                  </a:moveTo>
                  <a:lnTo>
                    <a:pt x="21669" y="18098"/>
                  </a:lnTo>
                  <a:lnTo>
                    <a:pt x="32147" y="5715"/>
                  </a:lnTo>
                  <a:lnTo>
                    <a:pt x="11192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28AB39AA-47DD-DF85-BBE4-67B6C67B4518}"/>
                </a:ext>
              </a:extLst>
            </p:cNvPr>
            <p:cNvSpPr/>
            <p:nvPr/>
          </p:nvSpPr>
          <p:spPr>
            <a:xfrm flipV="1">
              <a:off x="-3173528" y="5121599"/>
              <a:ext cx="73477" cy="48029"/>
            </a:xfrm>
            <a:custGeom>
              <a:avLst/>
              <a:gdLst>
                <a:gd name="connsiteX0" fmla="*/ 54716 w 58287"/>
                <a:gd name="connsiteY0" fmla="*/ 38100 h 38100"/>
                <a:gd name="connsiteX1" fmla="*/ 3281 w 58287"/>
                <a:gd name="connsiteY1" fmla="*/ 38100 h 38100"/>
                <a:gd name="connsiteX2" fmla="*/ 423 w 58287"/>
                <a:gd name="connsiteY2" fmla="*/ 36195 h 38100"/>
                <a:gd name="connsiteX3" fmla="*/ 423 w 58287"/>
                <a:gd name="connsiteY3" fmla="*/ 32385 h 38100"/>
                <a:gd name="connsiteX4" fmla="*/ 26141 w 58287"/>
                <a:gd name="connsiteY4" fmla="*/ 952 h 38100"/>
                <a:gd name="connsiteX5" fmla="*/ 28998 w 58287"/>
                <a:gd name="connsiteY5" fmla="*/ 0 h 38100"/>
                <a:gd name="connsiteX6" fmla="*/ 28998 w 58287"/>
                <a:gd name="connsiteY6" fmla="*/ 0 h 38100"/>
                <a:gd name="connsiteX7" fmla="*/ 31856 w 58287"/>
                <a:gd name="connsiteY7" fmla="*/ 952 h 38100"/>
                <a:gd name="connsiteX8" fmla="*/ 57573 w 58287"/>
                <a:gd name="connsiteY8" fmla="*/ 32385 h 38100"/>
                <a:gd name="connsiteX9" fmla="*/ 57573 w 58287"/>
                <a:gd name="connsiteY9" fmla="*/ 36195 h 38100"/>
                <a:gd name="connsiteX10" fmla="*/ 54716 w 58287"/>
                <a:gd name="connsiteY10" fmla="*/ 38100 h 38100"/>
                <a:gd name="connsiteX11" fmla="*/ 10901 w 58287"/>
                <a:gd name="connsiteY11" fmla="*/ 31432 h 38100"/>
                <a:gd name="connsiteX12" fmla="*/ 48048 w 58287"/>
                <a:gd name="connsiteY12" fmla="*/ 31432 h 38100"/>
                <a:gd name="connsiteX13" fmla="*/ 29951 w 58287"/>
                <a:gd name="connsiteY13" fmla="*/ 8572 h 38100"/>
                <a:gd name="connsiteX14" fmla="*/ 10901 w 58287"/>
                <a:gd name="connsiteY14" fmla="*/ 3143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87" h="38100">
                  <a:moveTo>
                    <a:pt x="54716" y="38100"/>
                  </a:moveTo>
                  <a:lnTo>
                    <a:pt x="3281" y="38100"/>
                  </a:lnTo>
                  <a:cubicBezTo>
                    <a:pt x="2328" y="38100"/>
                    <a:pt x="423" y="37147"/>
                    <a:pt x="423" y="36195"/>
                  </a:cubicBezTo>
                  <a:cubicBezTo>
                    <a:pt x="-529" y="35242"/>
                    <a:pt x="423" y="33338"/>
                    <a:pt x="423" y="32385"/>
                  </a:cubicBezTo>
                  <a:lnTo>
                    <a:pt x="26141" y="952"/>
                  </a:lnTo>
                  <a:cubicBezTo>
                    <a:pt x="27094" y="0"/>
                    <a:pt x="28046" y="0"/>
                    <a:pt x="28998" y="0"/>
                  </a:cubicBezTo>
                  <a:lnTo>
                    <a:pt x="28998" y="0"/>
                  </a:lnTo>
                  <a:cubicBezTo>
                    <a:pt x="29951" y="0"/>
                    <a:pt x="30903" y="0"/>
                    <a:pt x="31856" y="952"/>
                  </a:cubicBezTo>
                  <a:lnTo>
                    <a:pt x="57573" y="32385"/>
                  </a:lnTo>
                  <a:cubicBezTo>
                    <a:pt x="58526" y="33338"/>
                    <a:pt x="58526" y="35242"/>
                    <a:pt x="57573" y="36195"/>
                  </a:cubicBezTo>
                  <a:cubicBezTo>
                    <a:pt x="56621" y="37147"/>
                    <a:pt x="55669" y="38100"/>
                    <a:pt x="54716" y="38100"/>
                  </a:cubicBezTo>
                  <a:close/>
                  <a:moveTo>
                    <a:pt x="10901" y="31432"/>
                  </a:moveTo>
                  <a:lnTo>
                    <a:pt x="48048" y="31432"/>
                  </a:lnTo>
                  <a:lnTo>
                    <a:pt x="29951" y="8572"/>
                  </a:lnTo>
                  <a:lnTo>
                    <a:pt x="10901" y="314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5C77D13A-9361-9A56-8CD7-25827C643D40}"/>
              </a:ext>
            </a:extLst>
          </p:cNvPr>
          <p:cNvGrpSpPr/>
          <p:nvPr/>
        </p:nvGrpSpPr>
        <p:grpSpPr>
          <a:xfrm>
            <a:off x="281089" y="3279172"/>
            <a:ext cx="3773386" cy="3210990"/>
            <a:chOff x="281089" y="3279172"/>
            <a:chExt cx="3773386" cy="3210990"/>
          </a:xfrm>
        </p:grpSpPr>
        <p:sp>
          <p:nvSpPr>
            <p:cNvPr id="458" name="Rectangle: Top Corners Rounded 457">
              <a:extLst>
                <a:ext uri="{FF2B5EF4-FFF2-40B4-BE49-F238E27FC236}">
                  <a16:creationId xmlns:a16="http://schemas.microsoft.com/office/drawing/2014/main" id="{614769A3-D5BB-1F59-BC1A-FBE128C4D749}"/>
                </a:ext>
              </a:extLst>
            </p:cNvPr>
            <p:cNvSpPr/>
            <p:nvPr/>
          </p:nvSpPr>
          <p:spPr>
            <a:xfrm>
              <a:off x="281089" y="4009972"/>
              <a:ext cx="3750380" cy="2480190"/>
            </a:xfrm>
            <a:prstGeom prst="round2SameRect">
              <a:avLst>
                <a:gd name="adj1" fmla="val 0"/>
                <a:gd name="adj2" fmla="val 4101"/>
              </a:avLst>
            </a:prstGeom>
            <a:gradFill flip="none" rotWithShape="1">
              <a:gsLst>
                <a:gs pos="100000">
                  <a:schemeClr val="bg1">
                    <a:alpha val="32000"/>
                  </a:schemeClr>
                </a:gs>
                <a:gs pos="0">
                  <a:srgbClr val="E1E8EB"/>
                </a:gs>
              </a:gsLst>
              <a:lin ang="5400000" scaled="1"/>
              <a:tileRect/>
            </a:gradFill>
            <a:ln w="9525" cap="flat">
              <a:solidFill>
                <a:srgbClr val="66737C"/>
              </a:solidFill>
              <a:prstDash val="solid"/>
              <a:miter/>
            </a:ln>
          </p:spPr>
          <p:txBody>
            <a:bodyPr rtlCol="0" anchor="t"/>
            <a:lstStyle/>
            <a:p>
              <a:pPr algn="ctr"/>
              <a:endParaRPr 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Rectangle: Top Corners Rounded 458">
              <a:extLst>
                <a:ext uri="{FF2B5EF4-FFF2-40B4-BE49-F238E27FC236}">
                  <a16:creationId xmlns:a16="http://schemas.microsoft.com/office/drawing/2014/main" id="{39A04A2A-D213-A9C4-8742-CB16F19814E5}"/>
                </a:ext>
              </a:extLst>
            </p:cNvPr>
            <p:cNvSpPr/>
            <p:nvPr/>
          </p:nvSpPr>
          <p:spPr>
            <a:xfrm>
              <a:off x="281089" y="3279172"/>
              <a:ext cx="3750380" cy="730800"/>
            </a:xfrm>
            <a:prstGeom prst="round2SameRect">
              <a:avLst/>
            </a:prstGeom>
            <a:solidFill>
              <a:srgbClr val="66737C"/>
            </a:solidFill>
            <a:ln w="9525" cap="flat">
              <a:solidFill>
                <a:srgbClr val="66737C"/>
              </a:solidFill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Lasitametni SltE MPU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i="1" u="none" strike="noStrike" kern="1200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Sconv-allis Quisaclec</a:t>
              </a: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241542FD-FA5F-78F1-0927-77E9B886AF0E}"/>
                </a:ext>
              </a:extLst>
            </p:cNvPr>
            <p:cNvSpPr txBox="1"/>
            <p:nvPr/>
          </p:nvSpPr>
          <p:spPr>
            <a:xfrm>
              <a:off x="949991" y="4194888"/>
              <a:ext cx="28302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1200">
                  <a:latin typeface="Arial" panose="020B0604020202020204" pitchFamily="34" charset="0"/>
                </a:rPr>
                <a:t>Tuspe llentesq ueinips umidorcipo rta dapibusviv am uss uscipittorto</a:t>
              </a:r>
            </a:p>
          </p:txBody>
        </p:sp>
        <p:sp>
          <p:nvSpPr>
            <p:cNvPr id="461" name="TextBox 460">
              <a:extLst>
                <a:ext uri="{FF2B5EF4-FFF2-40B4-BE49-F238E27FC236}">
                  <a16:creationId xmlns:a16="http://schemas.microsoft.com/office/drawing/2014/main" id="{38BA8ABA-AEAA-0F3F-A154-4729349EF44D}"/>
                </a:ext>
              </a:extLst>
            </p:cNvPr>
            <p:cNvSpPr txBox="1"/>
            <p:nvPr/>
          </p:nvSpPr>
          <p:spPr>
            <a:xfrm>
              <a:off x="949991" y="5027141"/>
              <a:ext cx="28810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1200">
                  <a:latin typeface="Arial" panose="020B0604020202020204" pitchFamily="34" charset="0"/>
                </a:rPr>
                <a:t>Regetfel Isport Titorvolutpa tcrasultr ic iesl igulasedmag nadictumpo </a:t>
              </a:r>
            </a:p>
          </p:txBody>
        </p:sp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A64B7E31-FAF9-F41A-673F-47DCA2B1440C}"/>
                </a:ext>
              </a:extLst>
            </p:cNvPr>
            <p:cNvSpPr txBox="1"/>
            <p:nvPr/>
          </p:nvSpPr>
          <p:spPr>
            <a:xfrm>
              <a:off x="949991" y="5859395"/>
              <a:ext cx="29523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1200">
                  <a:latin typeface="Arial" panose="020B0604020202020204" pitchFamily="34" charset="0"/>
                </a:rPr>
                <a:t>Rtalorem ipsumdol orsitam etc onsect eturadipiscin ge litsed doe iusmodt</a:t>
              </a:r>
            </a:p>
          </p:txBody>
        </p: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CA4B3775-ACA9-E8BD-1288-B6721827E6A0}"/>
                </a:ext>
              </a:extLst>
            </p:cNvPr>
            <p:cNvCxnSpPr/>
            <p:nvPr/>
          </p:nvCxnSpPr>
          <p:spPr bwMode="auto">
            <a:xfrm>
              <a:off x="281089" y="4861687"/>
              <a:ext cx="3773386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DB7C33AA-8C2E-78ED-3456-65DA6C3303F0}"/>
                </a:ext>
              </a:extLst>
            </p:cNvPr>
            <p:cNvCxnSpPr/>
            <p:nvPr/>
          </p:nvCxnSpPr>
          <p:spPr bwMode="auto">
            <a:xfrm>
              <a:off x="281089" y="5657244"/>
              <a:ext cx="3773386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224C6AF5-9713-455A-3313-E72145A236E5}"/>
                </a:ext>
              </a:extLst>
            </p:cNvPr>
            <p:cNvSpPr/>
            <p:nvPr/>
          </p:nvSpPr>
          <p:spPr>
            <a:xfrm>
              <a:off x="418139" y="4180275"/>
              <a:ext cx="490892" cy="490890"/>
            </a:xfrm>
            <a:prstGeom prst="ellipse">
              <a:avLst/>
            </a:prstGeom>
            <a:gradFill flip="none" rotWithShape="1">
              <a:gsLst>
                <a:gs pos="100000">
                  <a:srgbClr val="839099"/>
                </a:gs>
                <a:gs pos="0">
                  <a:srgbClr val="E1E8EB">
                    <a:alpha val="0"/>
                  </a:srgbClr>
                </a:gs>
              </a:gsLst>
              <a:lin ang="13500000" scaled="1"/>
              <a:tileRect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6" name="Oval 465">
              <a:extLst>
                <a:ext uri="{FF2B5EF4-FFF2-40B4-BE49-F238E27FC236}">
                  <a16:creationId xmlns:a16="http://schemas.microsoft.com/office/drawing/2014/main" id="{5E5A0070-0FB7-D843-825B-8FD6FCC17411}"/>
                </a:ext>
              </a:extLst>
            </p:cNvPr>
            <p:cNvSpPr/>
            <p:nvPr/>
          </p:nvSpPr>
          <p:spPr>
            <a:xfrm>
              <a:off x="418139" y="5037928"/>
              <a:ext cx="490892" cy="490890"/>
            </a:xfrm>
            <a:prstGeom prst="ellipse">
              <a:avLst/>
            </a:prstGeom>
            <a:gradFill flip="none" rotWithShape="1">
              <a:gsLst>
                <a:gs pos="100000">
                  <a:srgbClr val="839099"/>
                </a:gs>
                <a:gs pos="0">
                  <a:srgbClr val="E1E8EB">
                    <a:alpha val="0"/>
                  </a:srgbClr>
                </a:gs>
              </a:gsLst>
              <a:lin ang="13500000" scaled="1"/>
              <a:tileRect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EB93E2F4-C8D6-AF39-A5C0-C28269E16795}"/>
                </a:ext>
              </a:extLst>
            </p:cNvPr>
            <p:cNvSpPr/>
            <p:nvPr/>
          </p:nvSpPr>
          <p:spPr>
            <a:xfrm>
              <a:off x="418139" y="5844782"/>
              <a:ext cx="490892" cy="490890"/>
            </a:xfrm>
            <a:prstGeom prst="ellipse">
              <a:avLst/>
            </a:prstGeom>
            <a:gradFill flip="none" rotWithShape="1">
              <a:gsLst>
                <a:gs pos="100000">
                  <a:srgbClr val="839099"/>
                </a:gs>
                <a:gs pos="0">
                  <a:srgbClr val="E1E8EB">
                    <a:alpha val="0"/>
                  </a:srgbClr>
                </a:gs>
              </a:gsLst>
              <a:lin ang="13500000" scaled="1"/>
              <a:tileRect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68" name="Picture 46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8A204E83-3562-9063-285C-3200410EB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6471" y="4246401"/>
              <a:ext cx="314228" cy="314228"/>
            </a:xfrm>
            <a:prstGeom prst="rect">
              <a:avLst/>
            </a:prstGeom>
          </p:spPr>
        </p:pic>
        <p:sp>
          <p:nvSpPr>
            <p:cNvPr id="469" name="Freeform 13">
              <a:extLst>
                <a:ext uri="{FF2B5EF4-FFF2-40B4-BE49-F238E27FC236}">
                  <a16:creationId xmlns:a16="http://schemas.microsoft.com/office/drawing/2014/main" id="{20ABCB39-B211-D36A-F71A-11424F23CF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045" y="5104295"/>
              <a:ext cx="329080" cy="330992"/>
            </a:xfrm>
            <a:custGeom>
              <a:avLst/>
              <a:gdLst>
                <a:gd name="T0" fmla="*/ 60 w 198"/>
                <a:gd name="T1" fmla="*/ 59 h 200"/>
                <a:gd name="T2" fmla="*/ 84 w 198"/>
                <a:gd name="T3" fmla="*/ 55 h 200"/>
                <a:gd name="T4" fmla="*/ 75 w 198"/>
                <a:gd name="T5" fmla="*/ 77 h 200"/>
                <a:gd name="T6" fmla="*/ 123 w 198"/>
                <a:gd name="T7" fmla="*/ 47 h 200"/>
                <a:gd name="T8" fmla="*/ 114 w 198"/>
                <a:gd name="T9" fmla="*/ 65 h 200"/>
                <a:gd name="T10" fmla="*/ 138 w 198"/>
                <a:gd name="T11" fmla="*/ 69 h 200"/>
                <a:gd name="T12" fmla="*/ 128 w 198"/>
                <a:gd name="T13" fmla="*/ 47 h 200"/>
                <a:gd name="T14" fmla="*/ 42 w 198"/>
                <a:gd name="T15" fmla="*/ 200 h 200"/>
                <a:gd name="T16" fmla="*/ 156 w 198"/>
                <a:gd name="T17" fmla="*/ 168 h 200"/>
                <a:gd name="T18" fmla="*/ 156 w 198"/>
                <a:gd name="T19" fmla="*/ 173 h 200"/>
                <a:gd name="T20" fmla="*/ 42 w 198"/>
                <a:gd name="T21" fmla="*/ 194 h 200"/>
                <a:gd name="T22" fmla="*/ 132 w 198"/>
                <a:gd name="T23" fmla="*/ 141 h 200"/>
                <a:gd name="T24" fmla="*/ 132 w 198"/>
                <a:gd name="T25" fmla="*/ 146 h 200"/>
                <a:gd name="T26" fmla="*/ 123 w 198"/>
                <a:gd name="T27" fmla="*/ 181 h 200"/>
                <a:gd name="T28" fmla="*/ 135 w 198"/>
                <a:gd name="T29" fmla="*/ 184 h 200"/>
                <a:gd name="T30" fmla="*/ 45 w 198"/>
                <a:gd name="T31" fmla="*/ 184 h 200"/>
                <a:gd name="T32" fmla="*/ 112 w 198"/>
                <a:gd name="T33" fmla="*/ 181 h 200"/>
                <a:gd name="T34" fmla="*/ 48 w 198"/>
                <a:gd name="T35" fmla="*/ 146 h 200"/>
                <a:gd name="T36" fmla="*/ 147 w 198"/>
                <a:gd name="T37" fmla="*/ 101 h 200"/>
                <a:gd name="T38" fmla="*/ 146 w 198"/>
                <a:gd name="T39" fmla="*/ 107 h 200"/>
                <a:gd name="T40" fmla="*/ 146 w 198"/>
                <a:gd name="T41" fmla="*/ 101 h 200"/>
                <a:gd name="T42" fmla="*/ 148 w 198"/>
                <a:gd name="T43" fmla="*/ 145 h 200"/>
                <a:gd name="T44" fmla="*/ 143 w 198"/>
                <a:gd name="T45" fmla="*/ 142 h 200"/>
                <a:gd name="T46" fmla="*/ 147 w 198"/>
                <a:gd name="T47" fmla="*/ 181 h 200"/>
                <a:gd name="T48" fmla="*/ 146 w 198"/>
                <a:gd name="T49" fmla="*/ 187 h 200"/>
                <a:gd name="T50" fmla="*/ 146 w 198"/>
                <a:gd name="T51" fmla="*/ 181 h 200"/>
                <a:gd name="T52" fmla="*/ 45 w 198"/>
                <a:gd name="T53" fmla="*/ 104 h 200"/>
                <a:gd name="T54" fmla="*/ 111 w 198"/>
                <a:gd name="T55" fmla="*/ 101 h 200"/>
                <a:gd name="T56" fmla="*/ 121 w 198"/>
                <a:gd name="T57" fmla="*/ 106 h 200"/>
                <a:gd name="T58" fmla="*/ 165 w 198"/>
                <a:gd name="T59" fmla="*/ 150 h 200"/>
                <a:gd name="T60" fmla="*/ 33 w 198"/>
                <a:gd name="T61" fmla="*/ 137 h 200"/>
                <a:gd name="T62" fmla="*/ 165 w 198"/>
                <a:gd name="T63" fmla="*/ 150 h 200"/>
                <a:gd name="T64" fmla="*/ 38 w 198"/>
                <a:gd name="T65" fmla="*/ 137 h 200"/>
                <a:gd name="T66" fmla="*/ 160 w 198"/>
                <a:gd name="T67" fmla="*/ 150 h 200"/>
                <a:gd name="T68" fmla="*/ 176 w 198"/>
                <a:gd name="T69" fmla="*/ 51 h 200"/>
                <a:gd name="T70" fmla="*/ 168 w 198"/>
                <a:gd name="T71" fmla="*/ 51 h 200"/>
                <a:gd name="T72" fmla="*/ 79 w 198"/>
                <a:gd name="T73" fmla="*/ 30 h 200"/>
                <a:gd name="T74" fmla="*/ 35 w 198"/>
                <a:gd name="T75" fmla="*/ 53 h 200"/>
                <a:gd name="T76" fmla="*/ 22 w 198"/>
                <a:gd name="T77" fmla="*/ 51 h 200"/>
                <a:gd name="T78" fmla="*/ 22 w 198"/>
                <a:gd name="T79" fmla="*/ 91 h 200"/>
                <a:gd name="T80" fmla="*/ 37 w 198"/>
                <a:gd name="T81" fmla="*/ 64 h 200"/>
                <a:gd name="T82" fmla="*/ 63 w 198"/>
                <a:gd name="T83" fmla="*/ 31 h 200"/>
                <a:gd name="T84" fmla="*/ 82 w 198"/>
                <a:gd name="T85" fmla="*/ 37 h 200"/>
                <a:gd name="T86" fmla="*/ 163 w 198"/>
                <a:gd name="T87" fmla="*/ 46 h 200"/>
                <a:gd name="T88" fmla="*/ 165 w 198"/>
                <a:gd name="T89" fmla="*/ 59 h 200"/>
                <a:gd name="T90" fmla="*/ 173 w 198"/>
                <a:gd name="T91" fmla="*/ 94 h 200"/>
                <a:gd name="T92" fmla="*/ 42 w 198"/>
                <a:gd name="T93" fmla="*/ 120 h 200"/>
                <a:gd name="T94" fmla="*/ 156 w 198"/>
                <a:gd name="T95" fmla="*/ 87 h 200"/>
                <a:gd name="T96" fmla="*/ 156 w 198"/>
                <a:gd name="T97" fmla="*/ 93 h 200"/>
                <a:gd name="T98" fmla="*/ 42 w 198"/>
                <a:gd name="T99" fmla="*/ 11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98" h="200">
                  <a:moveTo>
                    <a:pt x="69" y="77"/>
                  </a:moveTo>
                  <a:cubicBezTo>
                    <a:pt x="69" y="53"/>
                    <a:pt x="69" y="53"/>
                    <a:pt x="69" y="53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3" y="60"/>
                    <a:pt x="61" y="60"/>
                    <a:pt x="60" y="59"/>
                  </a:cubicBezTo>
                  <a:cubicBezTo>
                    <a:pt x="59" y="58"/>
                    <a:pt x="59" y="56"/>
                    <a:pt x="60" y="55"/>
                  </a:cubicBezTo>
                  <a:cubicBezTo>
                    <a:pt x="70" y="45"/>
                    <a:pt x="70" y="45"/>
                    <a:pt x="70" y="45"/>
                  </a:cubicBezTo>
                  <a:cubicBezTo>
                    <a:pt x="71" y="44"/>
                    <a:pt x="73" y="44"/>
                    <a:pt x="74" y="4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5" y="56"/>
                    <a:pt x="85" y="58"/>
                    <a:pt x="84" y="59"/>
                  </a:cubicBezTo>
                  <a:cubicBezTo>
                    <a:pt x="83" y="60"/>
                    <a:pt x="81" y="60"/>
                    <a:pt x="80" y="59"/>
                  </a:cubicBezTo>
                  <a:cubicBezTo>
                    <a:pt x="75" y="53"/>
                    <a:pt x="75" y="53"/>
                    <a:pt x="75" y="53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75" y="78"/>
                    <a:pt x="74" y="80"/>
                    <a:pt x="72" y="80"/>
                  </a:cubicBezTo>
                  <a:cubicBezTo>
                    <a:pt x="71" y="80"/>
                    <a:pt x="69" y="78"/>
                    <a:pt x="69" y="77"/>
                  </a:cubicBezTo>
                  <a:close/>
                  <a:moveTo>
                    <a:pt x="126" y="44"/>
                  </a:moveTo>
                  <a:cubicBezTo>
                    <a:pt x="124" y="44"/>
                    <a:pt x="123" y="45"/>
                    <a:pt x="123" y="47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18" y="65"/>
                    <a:pt x="118" y="65"/>
                    <a:pt x="118" y="65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4" y="64"/>
                    <a:pt x="114" y="65"/>
                  </a:cubicBezTo>
                  <a:cubicBezTo>
                    <a:pt x="113" y="66"/>
                    <a:pt x="113" y="68"/>
                    <a:pt x="114" y="69"/>
                  </a:cubicBezTo>
                  <a:cubicBezTo>
                    <a:pt x="124" y="79"/>
                    <a:pt x="124" y="79"/>
                    <a:pt x="124" y="79"/>
                  </a:cubicBezTo>
                  <a:cubicBezTo>
                    <a:pt x="125" y="80"/>
                    <a:pt x="127" y="80"/>
                    <a:pt x="128" y="79"/>
                  </a:cubicBezTo>
                  <a:cubicBezTo>
                    <a:pt x="138" y="69"/>
                    <a:pt x="138" y="69"/>
                    <a:pt x="138" y="69"/>
                  </a:cubicBezTo>
                  <a:cubicBezTo>
                    <a:pt x="139" y="68"/>
                    <a:pt x="139" y="66"/>
                    <a:pt x="138" y="65"/>
                  </a:cubicBezTo>
                  <a:cubicBezTo>
                    <a:pt x="137" y="64"/>
                    <a:pt x="135" y="64"/>
                    <a:pt x="134" y="65"/>
                  </a:cubicBezTo>
                  <a:cubicBezTo>
                    <a:pt x="128" y="70"/>
                    <a:pt x="128" y="70"/>
                    <a:pt x="128" y="70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7" y="44"/>
                    <a:pt x="126" y="44"/>
                  </a:cubicBezTo>
                  <a:close/>
                  <a:moveTo>
                    <a:pt x="165" y="191"/>
                  </a:moveTo>
                  <a:cubicBezTo>
                    <a:pt x="165" y="196"/>
                    <a:pt x="161" y="200"/>
                    <a:pt x="156" y="200"/>
                  </a:cubicBezTo>
                  <a:cubicBezTo>
                    <a:pt x="42" y="200"/>
                    <a:pt x="42" y="200"/>
                    <a:pt x="42" y="200"/>
                  </a:cubicBezTo>
                  <a:cubicBezTo>
                    <a:pt x="37" y="200"/>
                    <a:pt x="33" y="196"/>
                    <a:pt x="33" y="191"/>
                  </a:cubicBezTo>
                  <a:cubicBezTo>
                    <a:pt x="33" y="177"/>
                    <a:pt x="33" y="177"/>
                    <a:pt x="33" y="177"/>
                  </a:cubicBezTo>
                  <a:cubicBezTo>
                    <a:pt x="33" y="172"/>
                    <a:pt x="37" y="168"/>
                    <a:pt x="42" y="168"/>
                  </a:cubicBezTo>
                  <a:cubicBezTo>
                    <a:pt x="156" y="168"/>
                    <a:pt x="156" y="168"/>
                    <a:pt x="156" y="168"/>
                  </a:cubicBezTo>
                  <a:cubicBezTo>
                    <a:pt x="161" y="168"/>
                    <a:pt x="165" y="172"/>
                    <a:pt x="165" y="177"/>
                  </a:cubicBezTo>
                  <a:lnTo>
                    <a:pt x="165" y="191"/>
                  </a:lnTo>
                  <a:close/>
                  <a:moveTo>
                    <a:pt x="160" y="177"/>
                  </a:moveTo>
                  <a:cubicBezTo>
                    <a:pt x="160" y="175"/>
                    <a:pt x="158" y="173"/>
                    <a:pt x="156" y="173"/>
                  </a:cubicBezTo>
                  <a:cubicBezTo>
                    <a:pt x="42" y="173"/>
                    <a:pt x="42" y="173"/>
                    <a:pt x="42" y="173"/>
                  </a:cubicBezTo>
                  <a:cubicBezTo>
                    <a:pt x="40" y="173"/>
                    <a:pt x="38" y="175"/>
                    <a:pt x="38" y="177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8" y="193"/>
                    <a:pt x="40" y="194"/>
                    <a:pt x="42" y="194"/>
                  </a:cubicBezTo>
                  <a:cubicBezTo>
                    <a:pt x="156" y="194"/>
                    <a:pt x="156" y="194"/>
                    <a:pt x="156" y="194"/>
                  </a:cubicBezTo>
                  <a:cubicBezTo>
                    <a:pt x="158" y="194"/>
                    <a:pt x="160" y="193"/>
                    <a:pt x="160" y="191"/>
                  </a:cubicBezTo>
                  <a:lnTo>
                    <a:pt x="160" y="177"/>
                  </a:lnTo>
                  <a:close/>
                  <a:moveTo>
                    <a:pt x="132" y="141"/>
                  </a:moveTo>
                  <a:cubicBezTo>
                    <a:pt x="123" y="141"/>
                    <a:pt x="123" y="141"/>
                    <a:pt x="123" y="141"/>
                  </a:cubicBezTo>
                  <a:cubicBezTo>
                    <a:pt x="122" y="141"/>
                    <a:pt x="121" y="142"/>
                    <a:pt x="121" y="144"/>
                  </a:cubicBezTo>
                  <a:cubicBezTo>
                    <a:pt x="121" y="145"/>
                    <a:pt x="122" y="146"/>
                    <a:pt x="123" y="146"/>
                  </a:cubicBezTo>
                  <a:cubicBezTo>
                    <a:pt x="132" y="146"/>
                    <a:pt x="132" y="146"/>
                    <a:pt x="132" y="146"/>
                  </a:cubicBezTo>
                  <a:cubicBezTo>
                    <a:pt x="134" y="146"/>
                    <a:pt x="135" y="145"/>
                    <a:pt x="135" y="144"/>
                  </a:cubicBezTo>
                  <a:cubicBezTo>
                    <a:pt x="135" y="142"/>
                    <a:pt x="134" y="141"/>
                    <a:pt x="132" y="141"/>
                  </a:cubicBezTo>
                  <a:close/>
                  <a:moveTo>
                    <a:pt x="132" y="181"/>
                  </a:moveTo>
                  <a:cubicBezTo>
                    <a:pt x="123" y="181"/>
                    <a:pt x="123" y="181"/>
                    <a:pt x="123" y="181"/>
                  </a:cubicBezTo>
                  <a:cubicBezTo>
                    <a:pt x="122" y="181"/>
                    <a:pt x="121" y="182"/>
                    <a:pt x="121" y="184"/>
                  </a:cubicBezTo>
                  <a:cubicBezTo>
                    <a:pt x="121" y="185"/>
                    <a:pt x="122" y="187"/>
                    <a:pt x="123" y="187"/>
                  </a:cubicBezTo>
                  <a:cubicBezTo>
                    <a:pt x="132" y="187"/>
                    <a:pt x="132" y="187"/>
                    <a:pt x="132" y="187"/>
                  </a:cubicBezTo>
                  <a:cubicBezTo>
                    <a:pt x="134" y="187"/>
                    <a:pt x="135" y="185"/>
                    <a:pt x="135" y="184"/>
                  </a:cubicBezTo>
                  <a:cubicBezTo>
                    <a:pt x="135" y="182"/>
                    <a:pt x="134" y="181"/>
                    <a:pt x="132" y="181"/>
                  </a:cubicBezTo>
                  <a:close/>
                  <a:moveTo>
                    <a:pt x="112" y="181"/>
                  </a:moveTo>
                  <a:cubicBezTo>
                    <a:pt x="48" y="181"/>
                    <a:pt x="48" y="181"/>
                    <a:pt x="48" y="181"/>
                  </a:cubicBezTo>
                  <a:cubicBezTo>
                    <a:pt x="47" y="181"/>
                    <a:pt x="45" y="182"/>
                    <a:pt x="45" y="184"/>
                  </a:cubicBezTo>
                  <a:cubicBezTo>
                    <a:pt x="45" y="185"/>
                    <a:pt x="47" y="187"/>
                    <a:pt x="48" y="187"/>
                  </a:cubicBezTo>
                  <a:cubicBezTo>
                    <a:pt x="112" y="187"/>
                    <a:pt x="112" y="187"/>
                    <a:pt x="112" y="187"/>
                  </a:cubicBezTo>
                  <a:cubicBezTo>
                    <a:pt x="113" y="187"/>
                    <a:pt x="114" y="185"/>
                    <a:pt x="114" y="184"/>
                  </a:cubicBezTo>
                  <a:cubicBezTo>
                    <a:pt x="114" y="182"/>
                    <a:pt x="113" y="181"/>
                    <a:pt x="112" y="181"/>
                  </a:cubicBezTo>
                  <a:close/>
                  <a:moveTo>
                    <a:pt x="112" y="141"/>
                  </a:moveTo>
                  <a:cubicBezTo>
                    <a:pt x="48" y="141"/>
                    <a:pt x="48" y="141"/>
                    <a:pt x="48" y="141"/>
                  </a:cubicBezTo>
                  <a:cubicBezTo>
                    <a:pt x="47" y="141"/>
                    <a:pt x="45" y="142"/>
                    <a:pt x="45" y="144"/>
                  </a:cubicBezTo>
                  <a:cubicBezTo>
                    <a:pt x="45" y="145"/>
                    <a:pt x="47" y="146"/>
                    <a:pt x="48" y="146"/>
                  </a:cubicBezTo>
                  <a:cubicBezTo>
                    <a:pt x="112" y="146"/>
                    <a:pt x="112" y="146"/>
                    <a:pt x="112" y="146"/>
                  </a:cubicBezTo>
                  <a:cubicBezTo>
                    <a:pt x="113" y="146"/>
                    <a:pt x="114" y="145"/>
                    <a:pt x="114" y="144"/>
                  </a:cubicBezTo>
                  <a:cubicBezTo>
                    <a:pt x="114" y="142"/>
                    <a:pt x="113" y="141"/>
                    <a:pt x="112" y="141"/>
                  </a:cubicBezTo>
                  <a:close/>
                  <a:moveTo>
                    <a:pt x="147" y="101"/>
                  </a:moveTo>
                  <a:cubicBezTo>
                    <a:pt x="148" y="102"/>
                    <a:pt x="148" y="102"/>
                    <a:pt x="149" y="103"/>
                  </a:cubicBezTo>
                  <a:cubicBezTo>
                    <a:pt x="149" y="104"/>
                    <a:pt x="149" y="105"/>
                    <a:pt x="148" y="106"/>
                  </a:cubicBezTo>
                  <a:cubicBezTo>
                    <a:pt x="148" y="106"/>
                    <a:pt x="147" y="107"/>
                    <a:pt x="146" y="107"/>
                  </a:cubicBezTo>
                  <a:cubicBezTo>
                    <a:pt x="146" y="107"/>
                    <a:pt x="146" y="107"/>
                    <a:pt x="146" y="107"/>
                  </a:cubicBezTo>
                  <a:cubicBezTo>
                    <a:pt x="144" y="107"/>
                    <a:pt x="143" y="106"/>
                    <a:pt x="143" y="104"/>
                  </a:cubicBezTo>
                  <a:cubicBezTo>
                    <a:pt x="142" y="103"/>
                    <a:pt x="143" y="103"/>
                    <a:pt x="143" y="102"/>
                  </a:cubicBezTo>
                  <a:cubicBezTo>
                    <a:pt x="144" y="101"/>
                    <a:pt x="144" y="101"/>
                    <a:pt x="145" y="101"/>
                  </a:cubicBezTo>
                  <a:cubicBezTo>
                    <a:pt x="145" y="101"/>
                    <a:pt x="145" y="101"/>
                    <a:pt x="146" y="101"/>
                  </a:cubicBezTo>
                  <a:cubicBezTo>
                    <a:pt x="146" y="101"/>
                    <a:pt x="147" y="101"/>
                    <a:pt x="147" y="101"/>
                  </a:cubicBezTo>
                  <a:close/>
                  <a:moveTo>
                    <a:pt x="147" y="141"/>
                  </a:moveTo>
                  <a:cubicBezTo>
                    <a:pt x="148" y="142"/>
                    <a:pt x="148" y="142"/>
                    <a:pt x="149" y="143"/>
                  </a:cubicBezTo>
                  <a:cubicBezTo>
                    <a:pt x="149" y="144"/>
                    <a:pt x="149" y="145"/>
                    <a:pt x="148" y="145"/>
                  </a:cubicBezTo>
                  <a:cubicBezTo>
                    <a:pt x="148" y="146"/>
                    <a:pt x="147" y="147"/>
                    <a:pt x="146" y="147"/>
                  </a:cubicBezTo>
                  <a:cubicBezTo>
                    <a:pt x="146" y="147"/>
                    <a:pt x="146" y="147"/>
                    <a:pt x="146" y="147"/>
                  </a:cubicBezTo>
                  <a:cubicBezTo>
                    <a:pt x="144" y="147"/>
                    <a:pt x="143" y="146"/>
                    <a:pt x="143" y="144"/>
                  </a:cubicBezTo>
                  <a:cubicBezTo>
                    <a:pt x="142" y="143"/>
                    <a:pt x="143" y="143"/>
                    <a:pt x="143" y="142"/>
                  </a:cubicBezTo>
                  <a:cubicBezTo>
                    <a:pt x="144" y="141"/>
                    <a:pt x="144" y="141"/>
                    <a:pt x="145" y="141"/>
                  </a:cubicBezTo>
                  <a:cubicBezTo>
                    <a:pt x="145" y="141"/>
                    <a:pt x="145" y="141"/>
                    <a:pt x="146" y="141"/>
                  </a:cubicBezTo>
                  <a:cubicBezTo>
                    <a:pt x="146" y="141"/>
                    <a:pt x="147" y="141"/>
                    <a:pt x="147" y="141"/>
                  </a:cubicBezTo>
                  <a:close/>
                  <a:moveTo>
                    <a:pt x="147" y="181"/>
                  </a:moveTo>
                  <a:cubicBezTo>
                    <a:pt x="148" y="182"/>
                    <a:pt x="148" y="183"/>
                    <a:pt x="149" y="183"/>
                  </a:cubicBezTo>
                  <a:cubicBezTo>
                    <a:pt x="149" y="184"/>
                    <a:pt x="149" y="185"/>
                    <a:pt x="148" y="186"/>
                  </a:cubicBezTo>
                  <a:cubicBezTo>
                    <a:pt x="148" y="186"/>
                    <a:pt x="147" y="187"/>
                    <a:pt x="146" y="187"/>
                  </a:cubicBezTo>
                  <a:cubicBezTo>
                    <a:pt x="146" y="187"/>
                    <a:pt x="146" y="187"/>
                    <a:pt x="146" y="187"/>
                  </a:cubicBezTo>
                  <a:cubicBezTo>
                    <a:pt x="144" y="187"/>
                    <a:pt x="143" y="186"/>
                    <a:pt x="143" y="184"/>
                  </a:cubicBezTo>
                  <a:cubicBezTo>
                    <a:pt x="142" y="184"/>
                    <a:pt x="143" y="183"/>
                    <a:pt x="143" y="182"/>
                  </a:cubicBezTo>
                  <a:cubicBezTo>
                    <a:pt x="144" y="181"/>
                    <a:pt x="144" y="181"/>
                    <a:pt x="145" y="181"/>
                  </a:cubicBezTo>
                  <a:cubicBezTo>
                    <a:pt x="145" y="181"/>
                    <a:pt x="145" y="181"/>
                    <a:pt x="146" y="181"/>
                  </a:cubicBezTo>
                  <a:cubicBezTo>
                    <a:pt x="146" y="181"/>
                    <a:pt x="147" y="181"/>
                    <a:pt x="147" y="181"/>
                  </a:cubicBezTo>
                  <a:close/>
                  <a:moveTo>
                    <a:pt x="111" y="101"/>
                  </a:moveTo>
                  <a:cubicBezTo>
                    <a:pt x="47" y="101"/>
                    <a:pt x="47" y="101"/>
                    <a:pt x="47" y="101"/>
                  </a:cubicBezTo>
                  <a:cubicBezTo>
                    <a:pt x="46" y="101"/>
                    <a:pt x="45" y="102"/>
                    <a:pt x="45" y="104"/>
                  </a:cubicBezTo>
                  <a:cubicBezTo>
                    <a:pt x="45" y="105"/>
                    <a:pt x="46" y="106"/>
                    <a:pt x="47" y="106"/>
                  </a:cubicBezTo>
                  <a:cubicBezTo>
                    <a:pt x="111" y="106"/>
                    <a:pt x="111" y="106"/>
                    <a:pt x="111" y="106"/>
                  </a:cubicBezTo>
                  <a:cubicBezTo>
                    <a:pt x="112" y="106"/>
                    <a:pt x="114" y="105"/>
                    <a:pt x="114" y="104"/>
                  </a:cubicBezTo>
                  <a:cubicBezTo>
                    <a:pt x="114" y="102"/>
                    <a:pt x="112" y="101"/>
                    <a:pt x="111" y="101"/>
                  </a:cubicBezTo>
                  <a:close/>
                  <a:moveTo>
                    <a:pt x="130" y="101"/>
                  </a:moveTo>
                  <a:cubicBezTo>
                    <a:pt x="121" y="101"/>
                    <a:pt x="121" y="101"/>
                    <a:pt x="121" y="101"/>
                  </a:cubicBezTo>
                  <a:cubicBezTo>
                    <a:pt x="120" y="101"/>
                    <a:pt x="119" y="102"/>
                    <a:pt x="119" y="104"/>
                  </a:cubicBezTo>
                  <a:cubicBezTo>
                    <a:pt x="119" y="105"/>
                    <a:pt x="120" y="106"/>
                    <a:pt x="121" y="106"/>
                  </a:cubicBezTo>
                  <a:cubicBezTo>
                    <a:pt x="130" y="106"/>
                    <a:pt x="130" y="106"/>
                    <a:pt x="130" y="106"/>
                  </a:cubicBezTo>
                  <a:cubicBezTo>
                    <a:pt x="132" y="106"/>
                    <a:pt x="133" y="105"/>
                    <a:pt x="133" y="104"/>
                  </a:cubicBezTo>
                  <a:cubicBezTo>
                    <a:pt x="133" y="102"/>
                    <a:pt x="132" y="101"/>
                    <a:pt x="130" y="101"/>
                  </a:cubicBezTo>
                  <a:close/>
                  <a:moveTo>
                    <a:pt x="165" y="150"/>
                  </a:moveTo>
                  <a:cubicBezTo>
                    <a:pt x="165" y="156"/>
                    <a:pt x="161" y="160"/>
                    <a:pt x="156" y="160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37" y="160"/>
                    <a:pt x="33" y="156"/>
                    <a:pt x="33" y="150"/>
                  </a:cubicBezTo>
                  <a:cubicBezTo>
                    <a:pt x="33" y="137"/>
                    <a:pt x="33" y="137"/>
                    <a:pt x="33" y="137"/>
                  </a:cubicBezTo>
                  <a:cubicBezTo>
                    <a:pt x="33" y="132"/>
                    <a:pt x="37" y="128"/>
                    <a:pt x="42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61" y="128"/>
                    <a:pt x="165" y="132"/>
                    <a:pt x="165" y="137"/>
                  </a:cubicBezTo>
                  <a:lnTo>
                    <a:pt x="165" y="150"/>
                  </a:lnTo>
                  <a:close/>
                  <a:moveTo>
                    <a:pt x="160" y="137"/>
                  </a:moveTo>
                  <a:cubicBezTo>
                    <a:pt x="160" y="135"/>
                    <a:pt x="158" y="133"/>
                    <a:pt x="156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0" y="133"/>
                    <a:pt x="38" y="135"/>
                    <a:pt x="38" y="137"/>
                  </a:cubicBezTo>
                  <a:cubicBezTo>
                    <a:pt x="38" y="150"/>
                    <a:pt x="38" y="150"/>
                    <a:pt x="38" y="150"/>
                  </a:cubicBezTo>
                  <a:cubicBezTo>
                    <a:pt x="38" y="153"/>
                    <a:pt x="40" y="154"/>
                    <a:pt x="42" y="154"/>
                  </a:cubicBezTo>
                  <a:cubicBezTo>
                    <a:pt x="156" y="154"/>
                    <a:pt x="156" y="154"/>
                    <a:pt x="156" y="154"/>
                  </a:cubicBezTo>
                  <a:cubicBezTo>
                    <a:pt x="158" y="154"/>
                    <a:pt x="160" y="153"/>
                    <a:pt x="160" y="150"/>
                  </a:cubicBezTo>
                  <a:lnTo>
                    <a:pt x="160" y="137"/>
                  </a:lnTo>
                  <a:close/>
                  <a:moveTo>
                    <a:pt x="176" y="96"/>
                  </a:moveTo>
                  <a:cubicBezTo>
                    <a:pt x="188" y="96"/>
                    <a:pt x="198" y="86"/>
                    <a:pt x="198" y="73"/>
                  </a:cubicBezTo>
                  <a:cubicBezTo>
                    <a:pt x="198" y="61"/>
                    <a:pt x="188" y="51"/>
                    <a:pt x="176" y="51"/>
                  </a:cubicBezTo>
                  <a:cubicBezTo>
                    <a:pt x="176" y="51"/>
                    <a:pt x="176" y="51"/>
                    <a:pt x="176" y="51"/>
                  </a:cubicBezTo>
                  <a:cubicBezTo>
                    <a:pt x="173" y="51"/>
                    <a:pt x="171" y="51"/>
                    <a:pt x="169" y="52"/>
                  </a:cubicBezTo>
                  <a:cubicBezTo>
                    <a:pt x="168" y="52"/>
                    <a:pt x="168" y="52"/>
                    <a:pt x="168" y="52"/>
                  </a:cubicBezTo>
                  <a:cubicBezTo>
                    <a:pt x="168" y="51"/>
                    <a:pt x="168" y="51"/>
                    <a:pt x="168" y="51"/>
                  </a:cubicBezTo>
                  <a:cubicBezTo>
                    <a:pt x="168" y="49"/>
                    <a:pt x="168" y="48"/>
                    <a:pt x="168" y="46"/>
                  </a:cubicBezTo>
                  <a:cubicBezTo>
                    <a:pt x="168" y="34"/>
                    <a:pt x="163" y="22"/>
                    <a:pt x="154" y="13"/>
                  </a:cubicBezTo>
                  <a:cubicBezTo>
                    <a:pt x="145" y="5"/>
                    <a:pt x="133" y="0"/>
                    <a:pt x="121" y="0"/>
                  </a:cubicBezTo>
                  <a:cubicBezTo>
                    <a:pt x="102" y="1"/>
                    <a:pt x="86" y="12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65" y="22"/>
                    <a:pt x="47" y="26"/>
                    <a:pt x="39" y="39"/>
                  </a:cubicBezTo>
                  <a:cubicBezTo>
                    <a:pt x="36" y="43"/>
                    <a:pt x="35" y="48"/>
                    <a:pt x="35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1" y="52"/>
                    <a:pt x="26" y="51"/>
                    <a:pt x="22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10" y="51"/>
                    <a:pt x="0" y="61"/>
                    <a:pt x="0" y="73"/>
                  </a:cubicBezTo>
                  <a:cubicBezTo>
                    <a:pt x="0" y="86"/>
                    <a:pt x="10" y="96"/>
                    <a:pt x="22" y="96"/>
                  </a:cubicBezTo>
                  <a:cubicBezTo>
                    <a:pt x="24" y="96"/>
                    <a:pt x="25" y="95"/>
                    <a:pt x="25" y="94"/>
                  </a:cubicBezTo>
                  <a:cubicBezTo>
                    <a:pt x="25" y="92"/>
                    <a:pt x="24" y="91"/>
                    <a:pt x="22" y="91"/>
                  </a:cubicBezTo>
                  <a:cubicBezTo>
                    <a:pt x="13" y="91"/>
                    <a:pt x="5" y="83"/>
                    <a:pt x="5" y="73"/>
                  </a:cubicBezTo>
                  <a:cubicBezTo>
                    <a:pt x="5" y="64"/>
                    <a:pt x="13" y="56"/>
                    <a:pt x="23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9" y="56"/>
                    <a:pt x="34" y="59"/>
                    <a:pt x="37" y="64"/>
                  </a:cubicBezTo>
                  <a:cubicBezTo>
                    <a:pt x="38" y="65"/>
                    <a:pt x="40" y="66"/>
                    <a:pt x="41" y="65"/>
                  </a:cubicBezTo>
                  <a:cubicBezTo>
                    <a:pt x="42" y="64"/>
                    <a:pt x="43" y="63"/>
                    <a:pt x="42" y="62"/>
                  </a:cubicBezTo>
                  <a:cubicBezTo>
                    <a:pt x="41" y="59"/>
                    <a:pt x="40" y="56"/>
                    <a:pt x="40" y="53"/>
                  </a:cubicBezTo>
                  <a:cubicBezTo>
                    <a:pt x="41" y="41"/>
                    <a:pt x="51" y="31"/>
                    <a:pt x="63" y="31"/>
                  </a:cubicBezTo>
                  <a:cubicBezTo>
                    <a:pt x="63" y="31"/>
                    <a:pt x="63" y="31"/>
                    <a:pt x="63" y="31"/>
                  </a:cubicBezTo>
                  <a:cubicBezTo>
                    <a:pt x="69" y="31"/>
                    <a:pt x="74" y="33"/>
                    <a:pt x="78" y="37"/>
                  </a:cubicBezTo>
                  <a:cubicBezTo>
                    <a:pt x="79" y="37"/>
                    <a:pt x="79" y="37"/>
                    <a:pt x="80" y="37"/>
                  </a:cubicBezTo>
                  <a:cubicBezTo>
                    <a:pt x="81" y="37"/>
                    <a:pt x="82" y="37"/>
                    <a:pt x="82" y="37"/>
                  </a:cubicBezTo>
                  <a:cubicBezTo>
                    <a:pt x="82" y="36"/>
                    <a:pt x="83" y="36"/>
                    <a:pt x="83" y="35"/>
                  </a:cubicBezTo>
                  <a:cubicBezTo>
                    <a:pt x="86" y="25"/>
                    <a:pt x="93" y="16"/>
                    <a:pt x="102" y="11"/>
                  </a:cubicBezTo>
                  <a:cubicBezTo>
                    <a:pt x="112" y="6"/>
                    <a:pt x="123" y="5"/>
                    <a:pt x="133" y="8"/>
                  </a:cubicBezTo>
                  <a:cubicBezTo>
                    <a:pt x="150" y="13"/>
                    <a:pt x="162" y="28"/>
                    <a:pt x="163" y="46"/>
                  </a:cubicBezTo>
                  <a:cubicBezTo>
                    <a:pt x="163" y="49"/>
                    <a:pt x="162" y="53"/>
                    <a:pt x="161" y="56"/>
                  </a:cubicBezTo>
                  <a:cubicBezTo>
                    <a:pt x="161" y="57"/>
                    <a:pt x="161" y="58"/>
                    <a:pt x="161" y="58"/>
                  </a:cubicBezTo>
                  <a:cubicBezTo>
                    <a:pt x="162" y="59"/>
                    <a:pt x="162" y="60"/>
                    <a:pt x="163" y="60"/>
                  </a:cubicBezTo>
                  <a:cubicBezTo>
                    <a:pt x="164" y="60"/>
                    <a:pt x="165" y="60"/>
                    <a:pt x="165" y="59"/>
                  </a:cubicBezTo>
                  <a:cubicBezTo>
                    <a:pt x="168" y="57"/>
                    <a:pt x="172" y="56"/>
                    <a:pt x="176" y="56"/>
                  </a:cubicBezTo>
                  <a:cubicBezTo>
                    <a:pt x="185" y="56"/>
                    <a:pt x="193" y="64"/>
                    <a:pt x="193" y="73"/>
                  </a:cubicBezTo>
                  <a:cubicBezTo>
                    <a:pt x="193" y="83"/>
                    <a:pt x="185" y="91"/>
                    <a:pt x="176" y="91"/>
                  </a:cubicBezTo>
                  <a:cubicBezTo>
                    <a:pt x="174" y="91"/>
                    <a:pt x="173" y="92"/>
                    <a:pt x="173" y="94"/>
                  </a:cubicBezTo>
                  <a:cubicBezTo>
                    <a:pt x="173" y="95"/>
                    <a:pt x="174" y="96"/>
                    <a:pt x="176" y="96"/>
                  </a:cubicBezTo>
                  <a:close/>
                  <a:moveTo>
                    <a:pt x="165" y="110"/>
                  </a:moveTo>
                  <a:cubicBezTo>
                    <a:pt x="165" y="115"/>
                    <a:pt x="161" y="120"/>
                    <a:pt x="156" y="120"/>
                  </a:cubicBezTo>
                  <a:cubicBezTo>
                    <a:pt x="42" y="120"/>
                    <a:pt x="42" y="120"/>
                    <a:pt x="42" y="120"/>
                  </a:cubicBezTo>
                  <a:cubicBezTo>
                    <a:pt x="37" y="120"/>
                    <a:pt x="33" y="115"/>
                    <a:pt x="33" y="110"/>
                  </a:cubicBezTo>
                  <a:cubicBezTo>
                    <a:pt x="33" y="97"/>
                    <a:pt x="33" y="97"/>
                    <a:pt x="33" y="97"/>
                  </a:cubicBezTo>
                  <a:cubicBezTo>
                    <a:pt x="33" y="92"/>
                    <a:pt x="37" y="87"/>
                    <a:pt x="42" y="87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61" y="87"/>
                    <a:pt x="165" y="92"/>
                    <a:pt x="165" y="97"/>
                  </a:cubicBezTo>
                  <a:lnTo>
                    <a:pt x="165" y="110"/>
                  </a:lnTo>
                  <a:close/>
                  <a:moveTo>
                    <a:pt x="160" y="97"/>
                  </a:moveTo>
                  <a:cubicBezTo>
                    <a:pt x="160" y="95"/>
                    <a:pt x="158" y="93"/>
                    <a:pt x="156" y="93"/>
                  </a:cubicBezTo>
                  <a:cubicBezTo>
                    <a:pt x="42" y="93"/>
                    <a:pt x="42" y="93"/>
                    <a:pt x="42" y="93"/>
                  </a:cubicBezTo>
                  <a:cubicBezTo>
                    <a:pt x="40" y="93"/>
                    <a:pt x="38" y="95"/>
                    <a:pt x="38" y="97"/>
                  </a:cubicBezTo>
                  <a:cubicBezTo>
                    <a:pt x="38" y="110"/>
                    <a:pt x="38" y="110"/>
                    <a:pt x="38" y="110"/>
                  </a:cubicBezTo>
                  <a:cubicBezTo>
                    <a:pt x="38" y="112"/>
                    <a:pt x="40" y="114"/>
                    <a:pt x="42" y="114"/>
                  </a:cubicBezTo>
                  <a:cubicBezTo>
                    <a:pt x="156" y="114"/>
                    <a:pt x="156" y="114"/>
                    <a:pt x="156" y="114"/>
                  </a:cubicBezTo>
                  <a:cubicBezTo>
                    <a:pt x="158" y="114"/>
                    <a:pt x="160" y="112"/>
                    <a:pt x="160" y="110"/>
                  </a:cubicBezTo>
                  <a:lnTo>
                    <a:pt x="160" y="97"/>
                  </a:lnTo>
                  <a:close/>
                </a:path>
              </a:pathLst>
            </a:custGeom>
            <a:solidFill>
              <a:srgbClr val="505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0" name="Freeform 45">
              <a:extLst>
                <a:ext uri="{FF2B5EF4-FFF2-40B4-BE49-F238E27FC236}">
                  <a16:creationId xmlns:a16="http://schemas.microsoft.com/office/drawing/2014/main" id="{8663E356-AC37-F49C-1CAA-A79AF41DBA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577" y="5925547"/>
              <a:ext cx="304016" cy="319090"/>
            </a:xfrm>
            <a:custGeom>
              <a:avLst/>
              <a:gdLst>
                <a:gd name="T0" fmla="*/ 580 w 1951"/>
                <a:gd name="T1" fmla="*/ 1024 h 2048"/>
                <a:gd name="T2" fmla="*/ 780 w 1951"/>
                <a:gd name="T3" fmla="*/ 665 h 2048"/>
                <a:gd name="T4" fmla="*/ 1608 w 1951"/>
                <a:gd name="T5" fmla="*/ 990 h 2048"/>
                <a:gd name="T6" fmla="*/ 1249 w 1951"/>
                <a:gd name="T7" fmla="*/ 683 h 2048"/>
                <a:gd name="T8" fmla="*/ 1707 w 1951"/>
                <a:gd name="T9" fmla="*/ 649 h 2048"/>
                <a:gd name="T10" fmla="*/ 1263 w 1951"/>
                <a:gd name="T11" fmla="*/ 614 h 2048"/>
                <a:gd name="T12" fmla="*/ 1539 w 1951"/>
                <a:gd name="T13" fmla="*/ 273 h 2048"/>
                <a:gd name="T14" fmla="*/ 1724 w 1951"/>
                <a:gd name="T15" fmla="*/ 69 h 2048"/>
                <a:gd name="T16" fmla="*/ 1331 w 1951"/>
                <a:gd name="T17" fmla="*/ 225 h 2048"/>
                <a:gd name="T18" fmla="*/ 1229 w 1951"/>
                <a:gd name="T19" fmla="*/ 68 h 2048"/>
                <a:gd name="T20" fmla="*/ 819 w 1951"/>
                <a:gd name="T21" fmla="*/ 68 h 2048"/>
                <a:gd name="T22" fmla="*/ 493 w 1951"/>
                <a:gd name="T23" fmla="*/ 204 h 2048"/>
                <a:gd name="T24" fmla="*/ 396 w 1951"/>
                <a:gd name="T25" fmla="*/ 204 h 2048"/>
                <a:gd name="T26" fmla="*/ 204 w 1951"/>
                <a:gd name="T27" fmla="*/ 493 h 2048"/>
                <a:gd name="T28" fmla="*/ 68 w 1951"/>
                <a:gd name="T29" fmla="*/ 819 h 2048"/>
                <a:gd name="T30" fmla="*/ 68 w 1951"/>
                <a:gd name="T31" fmla="*/ 1229 h 2048"/>
                <a:gd name="T32" fmla="*/ 204 w 1951"/>
                <a:gd name="T33" fmla="*/ 1555 h 2048"/>
                <a:gd name="T34" fmla="*/ 396 w 1951"/>
                <a:gd name="T35" fmla="*/ 1844 h 2048"/>
                <a:gd name="T36" fmla="*/ 493 w 1951"/>
                <a:gd name="T37" fmla="*/ 1844 h 2048"/>
                <a:gd name="T38" fmla="*/ 819 w 1951"/>
                <a:gd name="T39" fmla="*/ 1980 h 2048"/>
                <a:gd name="T40" fmla="*/ 1229 w 1951"/>
                <a:gd name="T41" fmla="*/ 1980 h 2048"/>
                <a:gd name="T42" fmla="*/ 1331 w 1951"/>
                <a:gd name="T43" fmla="*/ 1823 h 2048"/>
                <a:gd name="T44" fmla="*/ 1724 w 1951"/>
                <a:gd name="T45" fmla="*/ 1979 h 2048"/>
                <a:gd name="T46" fmla="*/ 1539 w 1951"/>
                <a:gd name="T47" fmla="*/ 1775 h 2048"/>
                <a:gd name="T48" fmla="*/ 1263 w 1951"/>
                <a:gd name="T49" fmla="*/ 1434 h 2048"/>
                <a:gd name="T50" fmla="*/ 1707 w 1951"/>
                <a:gd name="T51" fmla="*/ 1399 h 2048"/>
                <a:gd name="T52" fmla="*/ 1249 w 1951"/>
                <a:gd name="T53" fmla="*/ 1365 h 2048"/>
                <a:gd name="T54" fmla="*/ 1608 w 1951"/>
                <a:gd name="T55" fmla="*/ 1058 h 2048"/>
                <a:gd name="T56" fmla="*/ 1775 w 1951"/>
                <a:gd name="T57" fmla="*/ 853 h 2048"/>
                <a:gd name="T58" fmla="*/ 1707 w 1951"/>
                <a:gd name="T59" fmla="*/ 341 h 2048"/>
                <a:gd name="T60" fmla="*/ 1707 w 1951"/>
                <a:gd name="T61" fmla="*/ 1707 h 2048"/>
                <a:gd name="T62" fmla="*/ 1604 w 1951"/>
                <a:gd name="T63" fmla="*/ 1809 h 2048"/>
                <a:gd name="T64" fmla="*/ 922 w 1951"/>
                <a:gd name="T65" fmla="*/ 1024 h 2048"/>
                <a:gd name="T66" fmla="*/ 1024 w 1951"/>
                <a:gd name="T67" fmla="*/ 1126 h 2048"/>
                <a:gd name="T68" fmla="*/ 1536 w 1951"/>
                <a:gd name="T69" fmla="*/ 751 h 2048"/>
                <a:gd name="T70" fmla="*/ 1187 w 1951"/>
                <a:gd name="T71" fmla="*/ 1757 h 2048"/>
                <a:gd name="T72" fmla="*/ 887 w 1951"/>
                <a:gd name="T73" fmla="*/ 1980 h 2048"/>
                <a:gd name="T74" fmla="*/ 621 w 1951"/>
                <a:gd name="T75" fmla="*/ 1658 h 2048"/>
                <a:gd name="T76" fmla="*/ 252 w 1951"/>
                <a:gd name="T77" fmla="*/ 1603 h 2048"/>
                <a:gd name="T78" fmla="*/ 291 w 1951"/>
                <a:gd name="T79" fmla="*/ 1187 h 2048"/>
                <a:gd name="T80" fmla="*/ 68 w 1951"/>
                <a:gd name="T81" fmla="*/ 887 h 2048"/>
                <a:gd name="T82" fmla="*/ 390 w 1951"/>
                <a:gd name="T83" fmla="*/ 621 h 2048"/>
                <a:gd name="T84" fmla="*/ 445 w 1951"/>
                <a:gd name="T85" fmla="*/ 252 h 2048"/>
                <a:gd name="T86" fmla="*/ 861 w 1951"/>
                <a:gd name="T87" fmla="*/ 291 h 2048"/>
                <a:gd name="T88" fmla="*/ 1161 w 1951"/>
                <a:gd name="T89" fmla="*/ 68 h 2048"/>
                <a:gd name="T90" fmla="*/ 1248 w 1951"/>
                <a:gd name="T91" fmla="*/ 308 h 2048"/>
                <a:gd name="T92" fmla="*/ 1195 w 1951"/>
                <a:gd name="T93" fmla="*/ 434 h 2048"/>
                <a:gd name="T94" fmla="*/ 1195 w 1951"/>
                <a:gd name="T95" fmla="*/ 1614 h 2048"/>
                <a:gd name="T96" fmla="*/ 1248 w 1951"/>
                <a:gd name="T97" fmla="*/ 1740 h 2048"/>
                <a:gd name="T98" fmla="*/ 1638 w 1951"/>
                <a:gd name="T99" fmla="*/ 1399 h 2048"/>
                <a:gd name="T100" fmla="*/ 1536 w 1951"/>
                <a:gd name="T101" fmla="*/ 1297 h 2048"/>
                <a:gd name="T102" fmla="*/ 582 w 1951"/>
                <a:gd name="T103" fmla="*/ 1346 h 2048"/>
                <a:gd name="T104" fmla="*/ 1195 w 1951"/>
                <a:gd name="T105" fmla="*/ 640 h 2048"/>
                <a:gd name="T106" fmla="*/ 853 w 1951"/>
                <a:gd name="T107" fmla="*/ 1024 h 2048"/>
                <a:gd name="T108" fmla="*/ 1195 w 1951"/>
                <a:gd name="T109" fmla="*/ 1408 h 2048"/>
                <a:gd name="T110" fmla="*/ 1775 w 1951"/>
                <a:gd name="T111" fmla="*/ 922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51" h="2048">
                  <a:moveTo>
                    <a:pt x="733" y="653"/>
                  </a:moveTo>
                  <a:cubicBezTo>
                    <a:pt x="619" y="727"/>
                    <a:pt x="549" y="854"/>
                    <a:pt x="546" y="990"/>
                  </a:cubicBezTo>
                  <a:cubicBezTo>
                    <a:pt x="546" y="1009"/>
                    <a:pt x="561" y="1024"/>
                    <a:pt x="580" y="1024"/>
                  </a:cubicBezTo>
                  <a:cubicBezTo>
                    <a:pt x="599" y="1024"/>
                    <a:pt x="614" y="1009"/>
                    <a:pt x="614" y="990"/>
                  </a:cubicBezTo>
                  <a:cubicBezTo>
                    <a:pt x="617" y="877"/>
                    <a:pt x="674" y="773"/>
                    <a:pt x="769" y="712"/>
                  </a:cubicBezTo>
                  <a:cubicBezTo>
                    <a:pt x="784" y="702"/>
                    <a:pt x="789" y="681"/>
                    <a:pt x="780" y="665"/>
                  </a:cubicBezTo>
                  <a:cubicBezTo>
                    <a:pt x="770" y="649"/>
                    <a:pt x="749" y="644"/>
                    <a:pt x="733" y="653"/>
                  </a:cubicBezTo>
                  <a:close/>
                  <a:moveTo>
                    <a:pt x="1775" y="853"/>
                  </a:moveTo>
                  <a:cubicBezTo>
                    <a:pt x="1694" y="853"/>
                    <a:pt x="1624" y="910"/>
                    <a:pt x="1608" y="990"/>
                  </a:cubicBezTo>
                  <a:cubicBezTo>
                    <a:pt x="1191" y="990"/>
                    <a:pt x="1191" y="990"/>
                    <a:pt x="1191" y="990"/>
                  </a:cubicBezTo>
                  <a:cubicBezTo>
                    <a:pt x="1183" y="952"/>
                    <a:pt x="1163" y="919"/>
                    <a:pt x="1134" y="894"/>
                  </a:cubicBezTo>
                  <a:cubicBezTo>
                    <a:pt x="1249" y="683"/>
                    <a:pt x="1249" y="683"/>
                    <a:pt x="1249" y="683"/>
                  </a:cubicBezTo>
                  <a:cubicBezTo>
                    <a:pt x="1369" y="683"/>
                    <a:pt x="1369" y="683"/>
                    <a:pt x="1369" y="683"/>
                  </a:cubicBezTo>
                  <a:cubicBezTo>
                    <a:pt x="1386" y="769"/>
                    <a:pt x="1466" y="827"/>
                    <a:pt x="1553" y="818"/>
                  </a:cubicBezTo>
                  <a:cubicBezTo>
                    <a:pt x="1640" y="810"/>
                    <a:pt x="1707" y="736"/>
                    <a:pt x="1707" y="649"/>
                  </a:cubicBezTo>
                  <a:cubicBezTo>
                    <a:pt x="1707" y="561"/>
                    <a:pt x="1640" y="488"/>
                    <a:pt x="1553" y="479"/>
                  </a:cubicBezTo>
                  <a:cubicBezTo>
                    <a:pt x="1466" y="470"/>
                    <a:pt x="1386" y="529"/>
                    <a:pt x="1369" y="614"/>
                  </a:cubicBezTo>
                  <a:cubicBezTo>
                    <a:pt x="1263" y="614"/>
                    <a:pt x="1263" y="614"/>
                    <a:pt x="1263" y="614"/>
                  </a:cubicBezTo>
                  <a:cubicBezTo>
                    <a:pt x="1263" y="390"/>
                    <a:pt x="1263" y="390"/>
                    <a:pt x="1263" y="390"/>
                  </a:cubicBezTo>
                  <a:cubicBezTo>
                    <a:pt x="1379" y="273"/>
                    <a:pt x="1379" y="273"/>
                    <a:pt x="1379" y="273"/>
                  </a:cubicBezTo>
                  <a:cubicBezTo>
                    <a:pt x="1539" y="273"/>
                    <a:pt x="1539" y="273"/>
                    <a:pt x="1539" y="273"/>
                  </a:cubicBezTo>
                  <a:cubicBezTo>
                    <a:pt x="1557" y="359"/>
                    <a:pt x="1637" y="418"/>
                    <a:pt x="1724" y="409"/>
                  </a:cubicBezTo>
                  <a:cubicBezTo>
                    <a:pt x="1811" y="400"/>
                    <a:pt x="1877" y="327"/>
                    <a:pt x="1877" y="239"/>
                  </a:cubicBezTo>
                  <a:cubicBezTo>
                    <a:pt x="1877" y="151"/>
                    <a:pt x="1811" y="78"/>
                    <a:pt x="1724" y="69"/>
                  </a:cubicBezTo>
                  <a:cubicBezTo>
                    <a:pt x="1637" y="60"/>
                    <a:pt x="1557" y="119"/>
                    <a:pt x="1539" y="205"/>
                  </a:cubicBezTo>
                  <a:cubicBezTo>
                    <a:pt x="1379" y="205"/>
                    <a:pt x="1379" y="205"/>
                    <a:pt x="1379" y="205"/>
                  </a:cubicBezTo>
                  <a:cubicBezTo>
                    <a:pt x="1361" y="205"/>
                    <a:pt x="1344" y="212"/>
                    <a:pt x="1331" y="225"/>
                  </a:cubicBezTo>
                  <a:cubicBezTo>
                    <a:pt x="1302" y="254"/>
                    <a:pt x="1302" y="254"/>
                    <a:pt x="1302" y="254"/>
                  </a:cubicBezTo>
                  <a:cubicBezTo>
                    <a:pt x="1278" y="245"/>
                    <a:pt x="1254" y="238"/>
                    <a:pt x="1229" y="231"/>
                  </a:cubicBezTo>
                  <a:cubicBezTo>
                    <a:pt x="1229" y="68"/>
                    <a:pt x="1229" y="68"/>
                    <a:pt x="1229" y="68"/>
                  </a:cubicBezTo>
                  <a:cubicBezTo>
                    <a:pt x="1229" y="31"/>
                    <a:pt x="1198" y="0"/>
                    <a:pt x="1161" y="0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50" y="0"/>
                    <a:pt x="819" y="31"/>
                    <a:pt x="819" y="68"/>
                  </a:cubicBezTo>
                  <a:cubicBezTo>
                    <a:pt x="819" y="231"/>
                    <a:pt x="819" y="231"/>
                    <a:pt x="819" y="231"/>
                  </a:cubicBezTo>
                  <a:cubicBezTo>
                    <a:pt x="745" y="250"/>
                    <a:pt x="674" y="279"/>
                    <a:pt x="608" y="318"/>
                  </a:cubicBezTo>
                  <a:cubicBezTo>
                    <a:pt x="493" y="204"/>
                    <a:pt x="493" y="204"/>
                    <a:pt x="493" y="204"/>
                  </a:cubicBezTo>
                  <a:cubicBezTo>
                    <a:pt x="481" y="191"/>
                    <a:pt x="463" y="183"/>
                    <a:pt x="445" y="183"/>
                  </a:cubicBezTo>
                  <a:cubicBezTo>
                    <a:pt x="445" y="183"/>
                    <a:pt x="445" y="183"/>
                    <a:pt x="445" y="183"/>
                  </a:cubicBezTo>
                  <a:cubicBezTo>
                    <a:pt x="427" y="183"/>
                    <a:pt x="409" y="191"/>
                    <a:pt x="396" y="204"/>
                  </a:cubicBezTo>
                  <a:cubicBezTo>
                    <a:pt x="204" y="396"/>
                    <a:pt x="204" y="396"/>
                    <a:pt x="204" y="396"/>
                  </a:cubicBezTo>
                  <a:cubicBezTo>
                    <a:pt x="191" y="409"/>
                    <a:pt x="183" y="426"/>
                    <a:pt x="183" y="445"/>
                  </a:cubicBezTo>
                  <a:cubicBezTo>
                    <a:pt x="183" y="463"/>
                    <a:pt x="191" y="480"/>
                    <a:pt x="204" y="493"/>
                  </a:cubicBezTo>
                  <a:cubicBezTo>
                    <a:pt x="318" y="608"/>
                    <a:pt x="318" y="608"/>
                    <a:pt x="318" y="608"/>
                  </a:cubicBezTo>
                  <a:cubicBezTo>
                    <a:pt x="279" y="674"/>
                    <a:pt x="250" y="745"/>
                    <a:pt x="231" y="819"/>
                  </a:cubicBezTo>
                  <a:cubicBezTo>
                    <a:pt x="68" y="819"/>
                    <a:pt x="68" y="819"/>
                    <a:pt x="68" y="819"/>
                  </a:cubicBezTo>
                  <a:cubicBezTo>
                    <a:pt x="31" y="819"/>
                    <a:pt x="0" y="850"/>
                    <a:pt x="0" y="887"/>
                  </a:cubicBezTo>
                  <a:cubicBezTo>
                    <a:pt x="0" y="1161"/>
                    <a:pt x="0" y="1161"/>
                    <a:pt x="0" y="1161"/>
                  </a:cubicBezTo>
                  <a:cubicBezTo>
                    <a:pt x="0" y="1198"/>
                    <a:pt x="31" y="1229"/>
                    <a:pt x="68" y="1229"/>
                  </a:cubicBezTo>
                  <a:cubicBezTo>
                    <a:pt x="231" y="1229"/>
                    <a:pt x="231" y="1229"/>
                    <a:pt x="231" y="1229"/>
                  </a:cubicBezTo>
                  <a:cubicBezTo>
                    <a:pt x="250" y="1303"/>
                    <a:pt x="279" y="1374"/>
                    <a:pt x="318" y="1440"/>
                  </a:cubicBezTo>
                  <a:cubicBezTo>
                    <a:pt x="204" y="1555"/>
                    <a:pt x="204" y="1555"/>
                    <a:pt x="204" y="1555"/>
                  </a:cubicBezTo>
                  <a:cubicBezTo>
                    <a:pt x="191" y="1567"/>
                    <a:pt x="183" y="1585"/>
                    <a:pt x="183" y="1603"/>
                  </a:cubicBezTo>
                  <a:cubicBezTo>
                    <a:pt x="183" y="1621"/>
                    <a:pt x="191" y="1639"/>
                    <a:pt x="204" y="1652"/>
                  </a:cubicBezTo>
                  <a:cubicBezTo>
                    <a:pt x="396" y="1844"/>
                    <a:pt x="396" y="1844"/>
                    <a:pt x="396" y="1844"/>
                  </a:cubicBezTo>
                  <a:cubicBezTo>
                    <a:pt x="409" y="1857"/>
                    <a:pt x="426" y="1865"/>
                    <a:pt x="445" y="1865"/>
                  </a:cubicBezTo>
                  <a:cubicBezTo>
                    <a:pt x="445" y="1865"/>
                    <a:pt x="445" y="1865"/>
                    <a:pt x="445" y="1865"/>
                  </a:cubicBezTo>
                  <a:cubicBezTo>
                    <a:pt x="463" y="1865"/>
                    <a:pt x="480" y="1857"/>
                    <a:pt x="493" y="1844"/>
                  </a:cubicBezTo>
                  <a:cubicBezTo>
                    <a:pt x="608" y="1730"/>
                    <a:pt x="608" y="1730"/>
                    <a:pt x="608" y="1730"/>
                  </a:cubicBezTo>
                  <a:cubicBezTo>
                    <a:pt x="674" y="1769"/>
                    <a:pt x="745" y="1798"/>
                    <a:pt x="819" y="1817"/>
                  </a:cubicBezTo>
                  <a:cubicBezTo>
                    <a:pt x="819" y="1980"/>
                    <a:pt x="819" y="1980"/>
                    <a:pt x="819" y="1980"/>
                  </a:cubicBezTo>
                  <a:cubicBezTo>
                    <a:pt x="819" y="2017"/>
                    <a:pt x="850" y="2048"/>
                    <a:pt x="887" y="2048"/>
                  </a:cubicBezTo>
                  <a:cubicBezTo>
                    <a:pt x="1161" y="2048"/>
                    <a:pt x="1161" y="2048"/>
                    <a:pt x="1161" y="2048"/>
                  </a:cubicBezTo>
                  <a:cubicBezTo>
                    <a:pt x="1198" y="2048"/>
                    <a:pt x="1229" y="2017"/>
                    <a:pt x="1229" y="1980"/>
                  </a:cubicBezTo>
                  <a:cubicBezTo>
                    <a:pt x="1229" y="1817"/>
                    <a:pt x="1229" y="1817"/>
                    <a:pt x="1229" y="1817"/>
                  </a:cubicBezTo>
                  <a:cubicBezTo>
                    <a:pt x="1254" y="1810"/>
                    <a:pt x="1278" y="1803"/>
                    <a:pt x="1302" y="1794"/>
                  </a:cubicBezTo>
                  <a:cubicBezTo>
                    <a:pt x="1331" y="1823"/>
                    <a:pt x="1331" y="1823"/>
                    <a:pt x="1331" y="1823"/>
                  </a:cubicBezTo>
                  <a:cubicBezTo>
                    <a:pt x="1344" y="1836"/>
                    <a:pt x="1361" y="1843"/>
                    <a:pt x="1379" y="1843"/>
                  </a:cubicBezTo>
                  <a:cubicBezTo>
                    <a:pt x="1539" y="1843"/>
                    <a:pt x="1539" y="1843"/>
                    <a:pt x="1539" y="1843"/>
                  </a:cubicBezTo>
                  <a:cubicBezTo>
                    <a:pt x="1557" y="1929"/>
                    <a:pt x="1637" y="1988"/>
                    <a:pt x="1724" y="1979"/>
                  </a:cubicBezTo>
                  <a:cubicBezTo>
                    <a:pt x="1811" y="1970"/>
                    <a:pt x="1877" y="1897"/>
                    <a:pt x="1877" y="1809"/>
                  </a:cubicBezTo>
                  <a:cubicBezTo>
                    <a:pt x="1877" y="1721"/>
                    <a:pt x="1811" y="1648"/>
                    <a:pt x="1724" y="1639"/>
                  </a:cubicBezTo>
                  <a:cubicBezTo>
                    <a:pt x="1637" y="1630"/>
                    <a:pt x="1557" y="1689"/>
                    <a:pt x="1539" y="1775"/>
                  </a:cubicBezTo>
                  <a:cubicBezTo>
                    <a:pt x="1379" y="1775"/>
                    <a:pt x="1379" y="1775"/>
                    <a:pt x="1379" y="1775"/>
                  </a:cubicBezTo>
                  <a:cubicBezTo>
                    <a:pt x="1263" y="1658"/>
                    <a:pt x="1263" y="1658"/>
                    <a:pt x="1263" y="1658"/>
                  </a:cubicBezTo>
                  <a:cubicBezTo>
                    <a:pt x="1263" y="1434"/>
                    <a:pt x="1263" y="1434"/>
                    <a:pt x="1263" y="1434"/>
                  </a:cubicBezTo>
                  <a:cubicBezTo>
                    <a:pt x="1369" y="1434"/>
                    <a:pt x="1369" y="1434"/>
                    <a:pt x="1369" y="1434"/>
                  </a:cubicBezTo>
                  <a:cubicBezTo>
                    <a:pt x="1386" y="1519"/>
                    <a:pt x="1466" y="1578"/>
                    <a:pt x="1553" y="1569"/>
                  </a:cubicBezTo>
                  <a:cubicBezTo>
                    <a:pt x="1640" y="1560"/>
                    <a:pt x="1707" y="1487"/>
                    <a:pt x="1707" y="1399"/>
                  </a:cubicBezTo>
                  <a:cubicBezTo>
                    <a:pt x="1707" y="1312"/>
                    <a:pt x="1640" y="1238"/>
                    <a:pt x="1553" y="1230"/>
                  </a:cubicBezTo>
                  <a:cubicBezTo>
                    <a:pt x="1466" y="1221"/>
                    <a:pt x="1386" y="1279"/>
                    <a:pt x="1369" y="1365"/>
                  </a:cubicBezTo>
                  <a:cubicBezTo>
                    <a:pt x="1249" y="1365"/>
                    <a:pt x="1249" y="1365"/>
                    <a:pt x="1249" y="1365"/>
                  </a:cubicBezTo>
                  <a:cubicBezTo>
                    <a:pt x="1134" y="1154"/>
                    <a:pt x="1134" y="1154"/>
                    <a:pt x="1134" y="1154"/>
                  </a:cubicBezTo>
                  <a:cubicBezTo>
                    <a:pt x="1163" y="1129"/>
                    <a:pt x="1183" y="1096"/>
                    <a:pt x="1191" y="1058"/>
                  </a:cubicBezTo>
                  <a:cubicBezTo>
                    <a:pt x="1608" y="1058"/>
                    <a:pt x="1608" y="1058"/>
                    <a:pt x="1608" y="1058"/>
                  </a:cubicBezTo>
                  <a:cubicBezTo>
                    <a:pt x="1626" y="1146"/>
                    <a:pt x="1709" y="1205"/>
                    <a:pt x="1798" y="1193"/>
                  </a:cubicBezTo>
                  <a:cubicBezTo>
                    <a:pt x="1887" y="1181"/>
                    <a:pt x="1951" y="1102"/>
                    <a:pt x="1945" y="1013"/>
                  </a:cubicBezTo>
                  <a:cubicBezTo>
                    <a:pt x="1939" y="923"/>
                    <a:pt x="1865" y="853"/>
                    <a:pt x="1775" y="853"/>
                  </a:cubicBezTo>
                  <a:close/>
                  <a:moveTo>
                    <a:pt x="1707" y="137"/>
                  </a:moveTo>
                  <a:cubicBezTo>
                    <a:pt x="1763" y="137"/>
                    <a:pt x="1809" y="182"/>
                    <a:pt x="1809" y="239"/>
                  </a:cubicBezTo>
                  <a:cubicBezTo>
                    <a:pt x="1809" y="295"/>
                    <a:pt x="1763" y="341"/>
                    <a:pt x="1707" y="341"/>
                  </a:cubicBezTo>
                  <a:cubicBezTo>
                    <a:pt x="1650" y="341"/>
                    <a:pt x="1604" y="295"/>
                    <a:pt x="1604" y="239"/>
                  </a:cubicBezTo>
                  <a:cubicBezTo>
                    <a:pt x="1604" y="182"/>
                    <a:pt x="1650" y="137"/>
                    <a:pt x="1707" y="137"/>
                  </a:cubicBezTo>
                  <a:close/>
                  <a:moveTo>
                    <a:pt x="1707" y="1707"/>
                  </a:moveTo>
                  <a:cubicBezTo>
                    <a:pt x="1763" y="1707"/>
                    <a:pt x="1809" y="1753"/>
                    <a:pt x="1809" y="1809"/>
                  </a:cubicBezTo>
                  <a:cubicBezTo>
                    <a:pt x="1809" y="1866"/>
                    <a:pt x="1763" y="1911"/>
                    <a:pt x="1707" y="1911"/>
                  </a:cubicBezTo>
                  <a:cubicBezTo>
                    <a:pt x="1650" y="1911"/>
                    <a:pt x="1604" y="1866"/>
                    <a:pt x="1604" y="1809"/>
                  </a:cubicBezTo>
                  <a:cubicBezTo>
                    <a:pt x="1604" y="1753"/>
                    <a:pt x="1650" y="1707"/>
                    <a:pt x="1707" y="1707"/>
                  </a:cubicBezTo>
                  <a:close/>
                  <a:moveTo>
                    <a:pt x="1024" y="1126"/>
                  </a:moveTo>
                  <a:cubicBezTo>
                    <a:pt x="967" y="1126"/>
                    <a:pt x="922" y="1081"/>
                    <a:pt x="922" y="1024"/>
                  </a:cubicBezTo>
                  <a:cubicBezTo>
                    <a:pt x="922" y="967"/>
                    <a:pt x="967" y="922"/>
                    <a:pt x="1024" y="922"/>
                  </a:cubicBezTo>
                  <a:cubicBezTo>
                    <a:pt x="1081" y="922"/>
                    <a:pt x="1126" y="967"/>
                    <a:pt x="1126" y="1024"/>
                  </a:cubicBezTo>
                  <a:cubicBezTo>
                    <a:pt x="1126" y="1081"/>
                    <a:pt x="1081" y="1126"/>
                    <a:pt x="1024" y="1126"/>
                  </a:cubicBezTo>
                  <a:close/>
                  <a:moveTo>
                    <a:pt x="1536" y="546"/>
                  </a:moveTo>
                  <a:cubicBezTo>
                    <a:pt x="1593" y="546"/>
                    <a:pt x="1638" y="592"/>
                    <a:pt x="1638" y="649"/>
                  </a:cubicBezTo>
                  <a:cubicBezTo>
                    <a:pt x="1638" y="705"/>
                    <a:pt x="1593" y="751"/>
                    <a:pt x="1536" y="751"/>
                  </a:cubicBezTo>
                  <a:cubicBezTo>
                    <a:pt x="1479" y="751"/>
                    <a:pt x="1434" y="705"/>
                    <a:pt x="1434" y="649"/>
                  </a:cubicBezTo>
                  <a:cubicBezTo>
                    <a:pt x="1434" y="592"/>
                    <a:pt x="1479" y="546"/>
                    <a:pt x="1536" y="546"/>
                  </a:cubicBezTo>
                  <a:close/>
                  <a:moveTo>
                    <a:pt x="1187" y="1757"/>
                  </a:moveTo>
                  <a:cubicBezTo>
                    <a:pt x="1172" y="1760"/>
                    <a:pt x="1161" y="1774"/>
                    <a:pt x="1161" y="1790"/>
                  </a:cubicBezTo>
                  <a:cubicBezTo>
                    <a:pt x="1161" y="1980"/>
                    <a:pt x="1161" y="1980"/>
                    <a:pt x="1161" y="1980"/>
                  </a:cubicBezTo>
                  <a:cubicBezTo>
                    <a:pt x="887" y="1980"/>
                    <a:pt x="887" y="1980"/>
                    <a:pt x="887" y="1980"/>
                  </a:cubicBezTo>
                  <a:cubicBezTo>
                    <a:pt x="887" y="1790"/>
                    <a:pt x="887" y="1790"/>
                    <a:pt x="887" y="1790"/>
                  </a:cubicBezTo>
                  <a:cubicBezTo>
                    <a:pt x="887" y="1774"/>
                    <a:pt x="876" y="1760"/>
                    <a:pt x="861" y="1757"/>
                  </a:cubicBezTo>
                  <a:cubicBezTo>
                    <a:pt x="776" y="1738"/>
                    <a:pt x="695" y="1704"/>
                    <a:pt x="621" y="1658"/>
                  </a:cubicBezTo>
                  <a:cubicBezTo>
                    <a:pt x="608" y="1649"/>
                    <a:pt x="590" y="1651"/>
                    <a:pt x="579" y="1662"/>
                  </a:cubicBezTo>
                  <a:cubicBezTo>
                    <a:pt x="445" y="1796"/>
                    <a:pt x="445" y="1796"/>
                    <a:pt x="445" y="1796"/>
                  </a:cubicBezTo>
                  <a:cubicBezTo>
                    <a:pt x="252" y="1603"/>
                    <a:pt x="252" y="1603"/>
                    <a:pt x="252" y="1603"/>
                  </a:cubicBezTo>
                  <a:cubicBezTo>
                    <a:pt x="386" y="1469"/>
                    <a:pt x="386" y="1469"/>
                    <a:pt x="386" y="1469"/>
                  </a:cubicBezTo>
                  <a:cubicBezTo>
                    <a:pt x="397" y="1458"/>
                    <a:pt x="399" y="1440"/>
                    <a:pt x="390" y="1427"/>
                  </a:cubicBezTo>
                  <a:cubicBezTo>
                    <a:pt x="344" y="1353"/>
                    <a:pt x="310" y="1272"/>
                    <a:pt x="291" y="1187"/>
                  </a:cubicBezTo>
                  <a:cubicBezTo>
                    <a:pt x="288" y="1172"/>
                    <a:pt x="274" y="1161"/>
                    <a:pt x="258" y="1161"/>
                  </a:cubicBezTo>
                  <a:cubicBezTo>
                    <a:pt x="68" y="1161"/>
                    <a:pt x="68" y="1161"/>
                    <a:pt x="68" y="1161"/>
                  </a:cubicBezTo>
                  <a:cubicBezTo>
                    <a:pt x="68" y="887"/>
                    <a:pt x="68" y="887"/>
                    <a:pt x="68" y="887"/>
                  </a:cubicBezTo>
                  <a:cubicBezTo>
                    <a:pt x="258" y="887"/>
                    <a:pt x="258" y="887"/>
                    <a:pt x="258" y="887"/>
                  </a:cubicBezTo>
                  <a:cubicBezTo>
                    <a:pt x="274" y="887"/>
                    <a:pt x="288" y="876"/>
                    <a:pt x="291" y="861"/>
                  </a:cubicBezTo>
                  <a:cubicBezTo>
                    <a:pt x="310" y="776"/>
                    <a:pt x="344" y="695"/>
                    <a:pt x="390" y="621"/>
                  </a:cubicBezTo>
                  <a:cubicBezTo>
                    <a:pt x="399" y="608"/>
                    <a:pt x="397" y="590"/>
                    <a:pt x="386" y="579"/>
                  </a:cubicBezTo>
                  <a:cubicBezTo>
                    <a:pt x="252" y="445"/>
                    <a:pt x="252" y="445"/>
                    <a:pt x="252" y="445"/>
                  </a:cubicBezTo>
                  <a:cubicBezTo>
                    <a:pt x="445" y="252"/>
                    <a:pt x="445" y="252"/>
                    <a:pt x="445" y="252"/>
                  </a:cubicBezTo>
                  <a:cubicBezTo>
                    <a:pt x="579" y="386"/>
                    <a:pt x="579" y="386"/>
                    <a:pt x="579" y="386"/>
                  </a:cubicBezTo>
                  <a:cubicBezTo>
                    <a:pt x="590" y="397"/>
                    <a:pt x="608" y="399"/>
                    <a:pt x="621" y="390"/>
                  </a:cubicBezTo>
                  <a:cubicBezTo>
                    <a:pt x="695" y="343"/>
                    <a:pt x="776" y="310"/>
                    <a:pt x="861" y="291"/>
                  </a:cubicBezTo>
                  <a:cubicBezTo>
                    <a:pt x="876" y="288"/>
                    <a:pt x="887" y="274"/>
                    <a:pt x="887" y="258"/>
                  </a:cubicBezTo>
                  <a:cubicBezTo>
                    <a:pt x="887" y="68"/>
                    <a:pt x="887" y="68"/>
                    <a:pt x="887" y="68"/>
                  </a:cubicBezTo>
                  <a:cubicBezTo>
                    <a:pt x="1161" y="68"/>
                    <a:pt x="1161" y="68"/>
                    <a:pt x="1161" y="68"/>
                  </a:cubicBezTo>
                  <a:cubicBezTo>
                    <a:pt x="1161" y="258"/>
                    <a:pt x="1161" y="258"/>
                    <a:pt x="1161" y="258"/>
                  </a:cubicBezTo>
                  <a:cubicBezTo>
                    <a:pt x="1161" y="274"/>
                    <a:pt x="1172" y="288"/>
                    <a:pt x="1187" y="291"/>
                  </a:cubicBezTo>
                  <a:cubicBezTo>
                    <a:pt x="1208" y="296"/>
                    <a:pt x="1229" y="302"/>
                    <a:pt x="1248" y="308"/>
                  </a:cubicBezTo>
                  <a:cubicBezTo>
                    <a:pt x="1215" y="341"/>
                    <a:pt x="1215" y="341"/>
                    <a:pt x="1215" y="341"/>
                  </a:cubicBezTo>
                  <a:cubicBezTo>
                    <a:pt x="1202" y="354"/>
                    <a:pt x="1195" y="371"/>
                    <a:pt x="1195" y="390"/>
                  </a:cubicBezTo>
                  <a:cubicBezTo>
                    <a:pt x="1195" y="434"/>
                    <a:pt x="1195" y="434"/>
                    <a:pt x="1195" y="434"/>
                  </a:cubicBezTo>
                  <a:cubicBezTo>
                    <a:pt x="944" y="361"/>
                    <a:pt x="674" y="455"/>
                    <a:pt x="523" y="668"/>
                  </a:cubicBezTo>
                  <a:cubicBezTo>
                    <a:pt x="372" y="881"/>
                    <a:pt x="372" y="1167"/>
                    <a:pt x="523" y="1380"/>
                  </a:cubicBezTo>
                  <a:cubicBezTo>
                    <a:pt x="674" y="1593"/>
                    <a:pt x="944" y="1687"/>
                    <a:pt x="1195" y="1614"/>
                  </a:cubicBezTo>
                  <a:cubicBezTo>
                    <a:pt x="1195" y="1658"/>
                    <a:pt x="1195" y="1658"/>
                    <a:pt x="1195" y="1658"/>
                  </a:cubicBezTo>
                  <a:cubicBezTo>
                    <a:pt x="1195" y="1677"/>
                    <a:pt x="1202" y="1694"/>
                    <a:pt x="1215" y="1707"/>
                  </a:cubicBezTo>
                  <a:cubicBezTo>
                    <a:pt x="1248" y="1740"/>
                    <a:pt x="1248" y="1740"/>
                    <a:pt x="1248" y="1740"/>
                  </a:cubicBezTo>
                  <a:cubicBezTo>
                    <a:pt x="1229" y="1746"/>
                    <a:pt x="1208" y="1752"/>
                    <a:pt x="1187" y="1757"/>
                  </a:cubicBezTo>
                  <a:close/>
                  <a:moveTo>
                    <a:pt x="1536" y="1297"/>
                  </a:moveTo>
                  <a:cubicBezTo>
                    <a:pt x="1593" y="1297"/>
                    <a:pt x="1638" y="1343"/>
                    <a:pt x="1638" y="1399"/>
                  </a:cubicBezTo>
                  <a:cubicBezTo>
                    <a:pt x="1638" y="1456"/>
                    <a:pt x="1593" y="1502"/>
                    <a:pt x="1536" y="1502"/>
                  </a:cubicBezTo>
                  <a:cubicBezTo>
                    <a:pt x="1479" y="1502"/>
                    <a:pt x="1434" y="1456"/>
                    <a:pt x="1434" y="1399"/>
                  </a:cubicBezTo>
                  <a:cubicBezTo>
                    <a:pt x="1434" y="1343"/>
                    <a:pt x="1479" y="1297"/>
                    <a:pt x="1536" y="1297"/>
                  </a:cubicBezTo>
                  <a:close/>
                  <a:moveTo>
                    <a:pt x="1195" y="1408"/>
                  </a:moveTo>
                  <a:cubicBezTo>
                    <a:pt x="1195" y="1542"/>
                    <a:pt x="1195" y="1542"/>
                    <a:pt x="1195" y="1542"/>
                  </a:cubicBezTo>
                  <a:cubicBezTo>
                    <a:pt x="969" y="1617"/>
                    <a:pt x="722" y="1538"/>
                    <a:pt x="582" y="1346"/>
                  </a:cubicBezTo>
                  <a:cubicBezTo>
                    <a:pt x="442" y="1154"/>
                    <a:pt x="442" y="894"/>
                    <a:pt x="582" y="702"/>
                  </a:cubicBezTo>
                  <a:cubicBezTo>
                    <a:pt x="722" y="510"/>
                    <a:pt x="969" y="431"/>
                    <a:pt x="1195" y="506"/>
                  </a:cubicBezTo>
                  <a:cubicBezTo>
                    <a:pt x="1195" y="640"/>
                    <a:pt x="1195" y="640"/>
                    <a:pt x="1195" y="640"/>
                  </a:cubicBezTo>
                  <a:cubicBezTo>
                    <a:pt x="1074" y="862"/>
                    <a:pt x="1074" y="862"/>
                    <a:pt x="1074" y="862"/>
                  </a:cubicBezTo>
                  <a:cubicBezTo>
                    <a:pt x="1058" y="856"/>
                    <a:pt x="1041" y="854"/>
                    <a:pt x="1024" y="853"/>
                  </a:cubicBezTo>
                  <a:cubicBezTo>
                    <a:pt x="930" y="853"/>
                    <a:pt x="853" y="930"/>
                    <a:pt x="853" y="1024"/>
                  </a:cubicBezTo>
                  <a:cubicBezTo>
                    <a:pt x="853" y="1118"/>
                    <a:pt x="930" y="1195"/>
                    <a:pt x="1024" y="1195"/>
                  </a:cubicBezTo>
                  <a:cubicBezTo>
                    <a:pt x="1041" y="1194"/>
                    <a:pt x="1058" y="1192"/>
                    <a:pt x="1074" y="1186"/>
                  </a:cubicBezTo>
                  <a:lnTo>
                    <a:pt x="1195" y="1408"/>
                  </a:lnTo>
                  <a:close/>
                  <a:moveTo>
                    <a:pt x="1775" y="1126"/>
                  </a:moveTo>
                  <a:cubicBezTo>
                    <a:pt x="1718" y="1126"/>
                    <a:pt x="1673" y="1081"/>
                    <a:pt x="1673" y="1024"/>
                  </a:cubicBezTo>
                  <a:cubicBezTo>
                    <a:pt x="1673" y="967"/>
                    <a:pt x="1718" y="922"/>
                    <a:pt x="1775" y="922"/>
                  </a:cubicBezTo>
                  <a:cubicBezTo>
                    <a:pt x="1831" y="922"/>
                    <a:pt x="1877" y="967"/>
                    <a:pt x="1877" y="1024"/>
                  </a:cubicBezTo>
                  <a:cubicBezTo>
                    <a:pt x="1877" y="1081"/>
                    <a:pt x="1831" y="1126"/>
                    <a:pt x="1775" y="1126"/>
                  </a:cubicBezTo>
                  <a:close/>
                </a:path>
              </a:pathLst>
            </a:custGeom>
            <a:solidFill>
              <a:srgbClr val="505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AA37AE1-A2F2-C1FA-41F3-6CD6D53C45D6}"/>
              </a:ext>
            </a:extLst>
          </p:cNvPr>
          <p:cNvGrpSpPr/>
          <p:nvPr/>
        </p:nvGrpSpPr>
        <p:grpSpPr>
          <a:xfrm>
            <a:off x="8160531" y="2307997"/>
            <a:ext cx="3764769" cy="4182165"/>
            <a:chOff x="8160531" y="2307997"/>
            <a:chExt cx="3764769" cy="4182165"/>
          </a:xfrm>
        </p:grpSpPr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E6BDF4B6-BD83-49FB-4AAC-B1A8F892A629}"/>
                </a:ext>
              </a:extLst>
            </p:cNvPr>
            <p:cNvGrpSpPr/>
            <p:nvPr/>
          </p:nvGrpSpPr>
          <p:grpSpPr>
            <a:xfrm>
              <a:off x="8160531" y="2307997"/>
              <a:ext cx="3750380" cy="4182165"/>
              <a:chOff x="8160531" y="2307997"/>
              <a:chExt cx="3750380" cy="4182165"/>
            </a:xfrm>
            <a:effectLst>
              <a:outerShdw blurRad="76200" sx="102000" sy="102000" algn="ctr" rotWithShape="0">
                <a:schemeClr val="bg1">
                  <a:alpha val="26000"/>
                </a:schemeClr>
              </a:outerShdw>
            </a:effectLst>
          </p:grpSpPr>
          <p:sp>
            <p:nvSpPr>
              <p:cNvPr id="485" name="Rectangle: Top Corners Snipped 484">
                <a:extLst>
                  <a:ext uri="{FF2B5EF4-FFF2-40B4-BE49-F238E27FC236}">
                    <a16:creationId xmlns:a16="http://schemas.microsoft.com/office/drawing/2014/main" id="{E71CAA8E-6DBA-3611-9C14-BC789991BF72}"/>
                  </a:ext>
                </a:extLst>
              </p:cNvPr>
              <p:cNvSpPr/>
              <p:nvPr/>
            </p:nvSpPr>
            <p:spPr>
              <a:xfrm>
                <a:off x="8160531" y="3030340"/>
                <a:ext cx="3750380" cy="3459822"/>
              </a:xfrm>
              <a:prstGeom prst="snip2SameRect">
                <a:avLst>
                  <a:gd name="adj1" fmla="val 0"/>
                  <a:gd name="adj2" fmla="val 3074"/>
                </a:avLst>
              </a:prstGeom>
              <a:gradFill flip="none" rotWithShape="1">
                <a:gsLst>
                  <a:gs pos="100000">
                    <a:schemeClr val="bg1">
                      <a:alpha val="32000"/>
                    </a:schemeClr>
                  </a:gs>
                  <a:gs pos="0">
                    <a:srgbClr val="EDE5F3"/>
                  </a:gs>
                </a:gsLst>
                <a:lin ang="5400000" scaled="1"/>
                <a:tileRect/>
              </a:gradFill>
              <a:ln w="9525" cap="flat">
                <a:solidFill>
                  <a:srgbClr val="9A8DC8"/>
                </a:solidFill>
                <a:prstDash val="solid"/>
                <a:miter/>
              </a:ln>
              <a:effectLst/>
            </p:spPr>
            <p:txBody>
              <a:bodyPr rtlCol="0" anchor="t"/>
              <a:lstStyle/>
              <a:p>
                <a:pPr algn="ctr"/>
                <a:endParaRPr lang="en-US" sz="1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6" name="Rectangle: Top Corners Snipped 485">
                <a:extLst>
                  <a:ext uri="{FF2B5EF4-FFF2-40B4-BE49-F238E27FC236}">
                    <a16:creationId xmlns:a16="http://schemas.microsoft.com/office/drawing/2014/main" id="{319EBF20-8161-B29E-F630-BF24B5C619C6}"/>
                  </a:ext>
                </a:extLst>
              </p:cNvPr>
              <p:cNvSpPr/>
              <p:nvPr/>
            </p:nvSpPr>
            <p:spPr>
              <a:xfrm>
                <a:off x="8160531" y="2307997"/>
                <a:ext cx="3750380" cy="729445"/>
              </a:xfrm>
              <a:prstGeom prst="snip2SameRect">
                <a:avLst>
                  <a:gd name="adj1" fmla="val 14446"/>
                  <a:gd name="adj2" fmla="val 0"/>
                </a:avLst>
              </a:prstGeom>
              <a:gradFill flip="none" rotWithShape="1">
                <a:gsLst>
                  <a:gs pos="100000">
                    <a:srgbClr val="7E68A4"/>
                  </a:gs>
                  <a:gs pos="0">
                    <a:srgbClr val="496AA4"/>
                  </a:gs>
                </a:gsLst>
                <a:lin ang="5400000" scaled="1"/>
                <a:tileRect/>
              </a:gradFill>
              <a:ln w="9525" cap="flat">
                <a:solidFill>
                  <a:srgbClr val="9A8DC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600" b="1" i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Emporincid Iduntut Laboreetdo</a:t>
                </a:r>
              </a:p>
              <a:p>
                <a:pPr algn="ctr"/>
                <a:r>
                  <a:rPr lang="en-US" sz="1400" i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Lore-magnaaliqu Autenim</a:t>
                </a:r>
              </a:p>
            </p:txBody>
          </p:sp>
        </p:grp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62251C83-F693-1EDA-F82F-AF48B224E8B9}"/>
                </a:ext>
              </a:extLst>
            </p:cNvPr>
            <p:cNvSpPr txBox="1"/>
            <p:nvPr/>
          </p:nvSpPr>
          <p:spPr>
            <a:xfrm>
              <a:off x="8915786" y="3344612"/>
              <a:ext cx="28302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1200" b="1">
                  <a:latin typeface="Arial" panose="020B0604020202020204" pitchFamily="34" charset="0"/>
                </a:rPr>
                <a:t>Adminimve niamqui snostrud ex ercitationul lamc olabo</a:t>
              </a:r>
              <a:endPara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1BCB27E8-E959-1D51-46B8-77B3DE9A2B7C}"/>
                </a:ext>
              </a:extLst>
            </p:cNvPr>
            <p:cNvSpPr txBox="1"/>
            <p:nvPr/>
          </p:nvSpPr>
          <p:spPr>
            <a:xfrm>
              <a:off x="8915786" y="4403515"/>
              <a:ext cx="26126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1200" b="1">
                  <a:latin typeface="Arial" panose="020B0604020202020204" pitchFamily="34" charset="0"/>
                </a:rPr>
                <a:t>Risnisi utaliquip exea commodo consequa-tduisa uteiruredolo ri nrep rehende ritin</a:t>
              </a:r>
              <a:endPara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60E0A9FE-0542-77E3-F1E5-CC327248AE3C}"/>
                </a:ext>
              </a:extLst>
            </p:cNvPr>
            <p:cNvSpPr txBox="1"/>
            <p:nvPr/>
          </p:nvSpPr>
          <p:spPr>
            <a:xfrm>
              <a:off x="8915786" y="5647084"/>
              <a:ext cx="3009514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>
                <a:defRPr/>
              </a:pPr>
              <a:r>
                <a:rPr lang="en-US" sz="1200" b="1">
                  <a:latin typeface="Arial" panose="020B0604020202020204" pitchFamily="34" charset="0"/>
                </a:rPr>
                <a:t>Volu ptatevelit esse cil lumdolo re eufu-giatnull apariat urexc epteursintoc</a:t>
              </a:r>
              <a:endPara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D24633E6-D897-40BC-854D-53E2AC2D5B4C}"/>
                </a:ext>
              </a:extLst>
            </p:cNvPr>
            <p:cNvGrpSpPr/>
            <p:nvPr/>
          </p:nvGrpSpPr>
          <p:grpSpPr>
            <a:xfrm>
              <a:off x="8160531" y="4194888"/>
              <a:ext cx="3750380" cy="1185993"/>
              <a:chOff x="8160531" y="4194888"/>
              <a:chExt cx="2997981" cy="1185993"/>
            </a:xfrm>
          </p:grpSpPr>
          <p:cxnSp>
            <p:nvCxnSpPr>
              <p:cNvPr id="483" name="Straight Connector 482">
                <a:extLst>
                  <a:ext uri="{FF2B5EF4-FFF2-40B4-BE49-F238E27FC236}">
                    <a16:creationId xmlns:a16="http://schemas.microsoft.com/office/drawing/2014/main" id="{A82E82C9-4E0D-2095-7B79-464005CC1116}"/>
                  </a:ext>
                </a:extLst>
              </p:cNvPr>
              <p:cNvCxnSpPr/>
              <p:nvPr/>
            </p:nvCxnSpPr>
            <p:spPr bwMode="auto">
              <a:xfrm>
                <a:off x="8160531" y="4194888"/>
                <a:ext cx="2997981" cy="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A2ABB0"/>
                    </a:gs>
                    <a:gs pos="50000">
                      <a:srgbClr val="A2ABB0"/>
                    </a:gs>
                    <a:gs pos="100000">
                      <a:srgbClr val="A2ABB0">
                        <a:alpha val="0"/>
                      </a:srgbClr>
                    </a:gs>
                  </a:gsLst>
                  <a:lin ang="0" scaled="0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84" name="Straight Connector 483">
                <a:extLst>
                  <a:ext uri="{FF2B5EF4-FFF2-40B4-BE49-F238E27FC236}">
                    <a16:creationId xmlns:a16="http://schemas.microsoft.com/office/drawing/2014/main" id="{4B816293-A23F-F710-94AF-369329F5DB0D}"/>
                  </a:ext>
                </a:extLst>
              </p:cNvPr>
              <p:cNvCxnSpPr/>
              <p:nvPr/>
            </p:nvCxnSpPr>
            <p:spPr bwMode="auto">
              <a:xfrm>
                <a:off x="8160531" y="5380881"/>
                <a:ext cx="2997981" cy="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A2ABB0"/>
                    </a:gs>
                    <a:gs pos="50000">
                      <a:srgbClr val="A2ABB0"/>
                    </a:gs>
                    <a:gs pos="100000">
                      <a:srgbClr val="A2ABB0">
                        <a:alpha val="0"/>
                      </a:srgbClr>
                    </a:gs>
                  </a:gsLst>
                  <a:lin ang="0" scaled="0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77" name="Oval 476">
              <a:extLst>
                <a:ext uri="{FF2B5EF4-FFF2-40B4-BE49-F238E27FC236}">
                  <a16:creationId xmlns:a16="http://schemas.microsoft.com/office/drawing/2014/main" id="{F6DBBC2D-EFA9-5C39-383D-161833B43A80}"/>
                </a:ext>
              </a:extLst>
            </p:cNvPr>
            <p:cNvSpPr/>
            <p:nvPr/>
          </p:nvSpPr>
          <p:spPr>
            <a:xfrm>
              <a:off x="8322644" y="3329999"/>
              <a:ext cx="490892" cy="490890"/>
            </a:xfrm>
            <a:prstGeom prst="ellipse">
              <a:avLst/>
            </a:prstGeom>
            <a:gradFill flip="none" rotWithShape="1">
              <a:gsLst>
                <a:gs pos="100000">
                  <a:srgbClr val="5376AC"/>
                </a:gs>
                <a:gs pos="0">
                  <a:srgbClr val="7C69A4">
                    <a:alpha val="0"/>
                  </a:srgbClr>
                </a:gs>
              </a:gsLst>
              <a:lin ang="13500000" scaled="1"/>
              <a:tileRect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8" name="Oval 477">
              <a:extLst>
                <a:ext uri="{FF2B5EF4-FFF2-40B4-BE49-F238E27FC236}">
                  <a16:creationId xmlns:a16="http://schemas.microsoft.com/office/drawing/2014/main" id="{7A678D88-7C94-525F-2A53-A13193E2AC18}"/>
                </a:ext>
              </a:extLst>
            </p:cNvPr>
            <p:cNvSpPr/>
            <p:nvPr/>
          </p:nvSpPr>
          <p:spPr>
            <a:xfrm>
              <a:off x="8322644" y="4481235"/>
              <a:ext cx="490892" cy="490890"/>
            </a:xfrm>
            <a:prstGeom prst="ellipse">
              <a:avLst/>
            </a:prstGeom>
            <a:gradFill flip="none" rotWithShape="1">
              <a:gsLst>
                <a:gs pos="100000">
                  <a:srgbClr val="5376AC"/>
                </a:gs>
                <a:gs pos="0">
                  <a:srgbClr val="7C69A4">
                    <a:alpha val="0"/>
                  </a:srgbClr>
                </a:gs>
              </a:gsLst>
              <a:lin ang="13500000" scaled="1"/>
              <a:tileRect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9" name="Oval 478">
              <a:extLst>
                <a:ext uri="{FF2B5EF4-FFF2-40B4-BE49-F238E27FC236}">
                  <a16:creationId xmlns:a16="http://schemas.microsoft.com/office/drawing/2014/main" id="{D69F0EDE-4833-8AAF-0417-10BA6AFC8279}"/>
                </a:ext>
              </a:extLst>
            </p:cNvPr>
            <p:cNvSpPr/>
            <p:nvPr/>
          </p:nvSpPr>
          <p:spPr>
            <a:xfrm>
              <a:off x="8322644" y="5724804"/>
              <a:ext cx="490892" cy="490890"/>
            </a:xfrm>
            <a:prstGeom prst="ellipse">
              <a:avLst/>
            </a:prstGeom>
            <a:gradFill flip="none" rotWithShape="1">
              <a:gsLst>
                <a:gs pos="100000">
                  <a:srgbClr val="5376AC"/>
                </a:gs>
                <a:gs pos="0">
                  <a:srgbClr val="7C69A4">
                    <a:alpha val="0"/>
                  </a:srgbClr>
                </a:gs>
              </a:gsLst>
              <a:lin ang="13500000" scaled="1"/>
              <a:tileRect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80" name="Picture 47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CA5AE9D5-4D44-AC5B-8B5C-9193DF76A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duotone>
                <a:prstClr val="black"/>
                <a:srgbClr val="7C69A4">
                  <a:tint val="45000"/>
                  <a:satMod val="400000"/>
                </a:srgbClr>
              </a:duotone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GlowEdges/>
                      </a14:imgEffect>
                      <a14:imgEffect>
                        <a14:colorTemperature colorTemp="11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01755" y="3406737"/>
              <a:ext cx="332670" cy="332670"/>
            </a:xfrm>
            <a:prstGeom prst="rect">
              <a:avLst/>
            </a:prstGeom>
          </p:spPr>
        </p:pic>
        <p:pic>
          <p:nvPicPr>
            <p:cNvPr id="481" name="Picture 48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26E780B-B167-F2CB-0132-C0165B6C2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23273" y="4565360"/>
              <a:ext cx="317502" cy="317502"/>
            </a:xfrm>
            <a:prstGeom prst="rect">
              <a:avLst/>
            </a:prstGeom>
          </p:spPr>
        </p:pic>
        <p:sp>
          <p:nvSpPr>
            <p:cNvPr id="482" name="Freeform 40">
              <a:extLst>
                <a:ext uri="{FF2B5EF4-FFF2-40B4-BE49-F238E27FC236}">
                  <a16:creationId xmlns:a16="http://schemas.microsoft.com/office/drawing/2014/main" id="{AF5AC0A4-4594-38A9-035D-210D95348D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4281" y="5799830"/>
              <a:ext cx="327028" cy="326650"/>
            </a:xfrm>
            <a:custGeom>
              <a:avLst/>
              <a:gdLst>
                <a:gd name="T0" fmla="*/ 649 w 2050"/>
                <a:gd name="T1" fmla="*/ 750 h 2048"/>
                <a:gd name="T2" fmla="*/ 473 w 2050"/>
                <a:gd name="T3" fmla="*/ 830 h 2048"/>
                <a:gd name="T4" fmla="*/ 544 w 2050"/>
                <a:gd name="T5" fmla="*/ 936 h 2048"/>
                <a:gd name="T6" fmla="*/ 649 w 2050"/>
                <a:gd name="T7" fmla="*/ 1016 h 2048"/>
                <a:gd name="T8" fmla="*/ 726 w 2050"/>
                <a:gd name="T9" fmla="*/ 1093 h 2048"/>
                <a:gd name="T10" fmla="*/ 806 w 2050"/>
                <a:gd name="T11" fmla="*/ 1198 h 2048"/>
                <a:gd name="T12" fmla="*/ 912 w 2050"/>
                <a:gd name="T13" fmla="*/ 1270 h 2048"/>
                <a:gd name="T14" fmla="*/ 992 w 2050"/>
                <a:gd name="T15" fmla="*/ 1093 h 2048"/>
                <a:gd name="T16" fmla="*/ 1138 w 2050"/>
                <a:gd name="T17" fmla="*/ 1238 h 2048"/>
                <a:gd name="T18" fmla="*/ 1215 w 2050"/>
                <a:gd name="T19" fmla="*/ 1093 h 2048"/>
                <a:gd name="T20" fmla="*/ 1360 w 2050"/>
                <a:gd name="T21" fmla="*/ 1016 h 2048"/>
                <a:gd name="T22" fmla="*/ 1255 w 2050"/>
                <a:gd name="T23" fmla="*/ 936 h 2048"/>
                <a:gd name="T24" fmla="*/ 1471 w 2050"/>
                <a:gd name="T25" fmla="*/ 790 h 2048"/>
                <a:gd name="T26" fmla="*/ 1255 w 2050"/>
                <a:gd name="T27" fmla="*/ 645 h 2048"/>
                <a:gd name="T28" fmla="*/ 1360 w 2050"/>
                <a:gd name="T29" fmla="*/ 565 h 2048"/>
                <a:gd name="T30" fmla="*/ 1215 w 2050"/>
                <a:gd name="T31" fmla="*/ 487 h 2048"/>
                <a:gd name="T32" fmla="*/ 1138 w 2050"/>
                <a:gd name="T33" fmla="*/ 342 h 2048"/>
                <a:gd name="T34" fmla="*/ 992 w 2050"/>
                <a:gd name="T35" fmla="*/ 487 h 2048"/>
                <a:gd name="T36" fmla="*/ 912 w 2050"/>
                <a:gd name="T37" fmla="*/ 311 h 2048"/>
                <a:gd name="T38" fmla="*/ 806 w 2050"/>
                <a:gd name="T39" fmla="*/ 382 h 2048"/>
                <a:gd name="T40" fmla="*/ 726 w 2050"/>
                <a:gd name="T41" fmla="*/ 487 h 2048"/>
                <a:gd name="T42" fmla="*/ 649 w 2050"/>
                <a:gd name="T43" fmla="*/ 565 h 2048"/>
                <a:gd name="T44" fmla="*/ 544 w 2050"/>
                <a:gd name="T45" fmla="*/ 645 h 2048"/>
                <a:gd name="T46" fmla="*/ 1175 w 2050"/>
                <a:gd name="T47" fmla="*/ 1013 h 2048"/>
                <a:gd name="T48" fmla="*/ 1922 w 2050"/>
                <a:gd name="T49" fmla="*/ 797 h 2048"/>
                <a:gd name="T50" fmla="*/ 1802 w 2050"/>
                <a:gd name="T51" fmla="*/ 630 h 2048"/>
                <a:gd name="T52" fmla="*/ 1922 w 2050"/>
                <a:gd name="T53" fmla="*/ 429 h 2048"/>
                <a:gd name="T54" fmla="*/ 1962 w 2050"/>
                <a:gd name="T55" fmla="*/ 248 h 2048"/>
                <a:gd name="T56" fmla="*/ 1795 w 2050"/>
                <a:gd name="T57" fmla="*/ 127 h 2048"/>
                <a:gd name="T58" fmla="*/ 1534 w 2050"/>
                <a:gd name="T59" fmla="*/ 349 h 2048"/>
                <a:gd name="T60" fmla="*/ 577 w 2050"/>
                <a:gd name="T61" fmla="*/ 172 h 2048"/>
                <a:gd name="T62" fmla="*/ 972 w 2050"/>
                <a:gd name="T63" fmla="*/ 158 h 2048"/>
                <a:gd name="T64" fmla="*/ 1465 w 2050"/>
                <a:gd name="T65" fmla="*/ 1335 h 2048"/>
                <a:gd name="T66" fmla="*/ 1252 w 2050"/>
                <a:gd name="T67" fmla="*/ 1968 h 2048"/>
                <a:gd name="T68" fmla="*/ 1212 w 2050"/>
                <a:gd name="T69" fmla="*/ 1384 h 2048"/>
                <a:gd name="T70" fmla="*/ 1172 w 2050"/>
                <a:gd name="T71" fmla="*/ 1968 h 2048"/>
                <a:gd name="T72" fmla="*/ 939 w 2050"/>
                <a:gd name="T73" fmla="*/ 1671 h 2048"/>
                <a:gd name="T74" fmla="*/ 771 w 2050"/>
                <a:gd name="T75" fmla="*/ 1792 h 2048"/>
                <a:gd name="T76" fmla="*/ 563 w 2050"/>
                <a:gd name="T77" fmla="*/ 1806 h 2048"/>
                <a:gd name="T78" fmla="*/ 288 w 2050"/>
                <a:gd name="T79" fmla="*/ 1668 h 2048"/>
                <a:gd name="T80" fmla="*/ 97 w 2050"/>
                <a:gd name="T81" fmla="*/ 1192 h 2048"/>
                <a:gd name="T82" fmla="*/ 256 w 2050"/>
                <a:gd name="T83" fmla="*/ 823 h 2048"/>
                <a:gd name="T84" fmla="*/ 300 w 2050"/>
                <a:gd name="T85" fmla="*/ 428 h 2048"/>
                <a:gd name="T86" fmla="*/ 19 w 2050"/>
                <a:gd name="T87" fmla="*/ 1242 h 2048"/>
                <a:gd name="T88" fmla="*/ 208 w 2050"/>
                <a:gd name="T89" fmla="*/ 1675 h 2048"/>
                <a:gd name="T90" fmla="*/ 485 w 2050"/>
                <a:gd name="T91" fmla="*/ 1825 h 2048"/>
                <a:gd name="T92" fmla="*/ 1472 w 2050"/>
                <a:gd name="T93" fmla="*/ 2048 h 2048"/>
                <a:gd name="T94" fmla="*/ 1710 w 2050"/>
                <a:gd name="T95" fmla="*/ 990 h 2048"/>
                <a:gd name="T96" fmla="*/ 1795 w 2050"/>
                <a:gd name="T97" fmla="*/ 1212 h 2048"/>
                <a:gd name="T98" fmla="*/ 1962 w 2050"/>
                <a:gd name="T99" fmla="*/ 1091 h 2048"/>
                <a:gd name="T100" fmla="*/ 1922 w 2050"/>
                <a:gd name="T101" fmla="*/ 910 h 2048"/>
                <a:gd name="T102" fmla="*/ 1706 w 2050"/>
                <a:gd name="T103" fmla="*/ 710 h 2048"/>
                <a:gd name="T104" fmla="*/ 1922 w 2050"/>
                <a:gd name="T105" fmla="*/ 622 h 2048"/>
                <a:gd name="T106" fmla="*/ 1875 w 2050"/>
                <a:gd name="T107" fmla="*/ 670 h 2048"/>
                <a:gd name="T108" fmla="*/ 1922 w 2050"/>
                <a:gd name="T109" fmla="*/ 80 h 2048"/>
                <a:gd name="T110" fmla="*/ 1875 w 2050"/>
                <a:gd name="T111" fmla="*/ 127 h 2048"/>
                <a:gd name="T112" fmla="*/ 811 w 2050"/>
                <a:gd name="T113" fmla="*/ 1624 h 2048"/>
                <a:gd name="T114" fmla="*/ 1212 w 2050"/>
                <a:gd name="T115" fmla="*/ 1559 h 2048"/>
                <a:gd name="T116" fmla="*/ 1259 w 2050"/>
                <a:gd name="T117" fmla="*/ 1511 h 2048"/>
                <a:gd name="T118" fmla="*/ 1970 w 2050"/>
                <a:gd name="T119" fmla="*/ 1212 h 2048"/>
                <a:gd name="T120" fmla="*/ 1922 w 2050"/>
                <a:gd name="T121" fmla="*/ 1164 h 2048"/>
                <a:gd name="T122" fmla="*/ 477 w 2050"/>
                <a:gd name="T123" fmla="*/ 341 h 2048"/>
                <a:gd name="T124" fmla="*/ 421 w 2050"/>
                <a:gd name="T125" fmla="*/ 341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50" h="2048">
                  <a:moveTo>
                    <a:pt x="544" y="645"/>
                  </a:moveTo>
                  <a:cubicBezTo>
                    <a:pt x="649" y="645"/>
                    <a:pt x="649" y="645"/>
                    <a:pt x="649" y="645"/>
                  </a:cubicBezTo>
                  <a:cubicBezTo>
                    <a:pt x="649" y="750"/>
                    <a:pt x="649" y="750"/>
                    <a:pt x="649" y="750"/>
                  </a:cubicBezTo>
                  <a:cubicBezTo>
                    <a:pt x="473" y="750"/>
                    <a:pt x="473" y="750"/>
                    <a:pt x="473" y="750"/>
                  </a:cubicBezTo>
                  <a:cubicBezTo>
                    <a:pt x="450" y="750"/>
                    <a:pt x="433" y="768"/>
                    <a:pt x="433" y="790"/>
                  </a:cubicBezTo>
                  <a:cubicBezTo>
                    <a:pt x="433" y="812"/>
                    <a:pt x="450" y="830"/>
                    <a:pt x="473" y="830"/>
                  </a:cubicBezTo>
                  <a:cubicBezTo>
                    <a:pt x="649" y="830"/>
                    <a:pt x="649" y="830"/>
                    <a:pt x="649" y="830"/>
                  </a:cubicBezTo>
                  <a:cubicBezTo>
                    <a:pt x="649" y="936"/>
                    <a:pt x="649" y="936"/>
                    <a:pt x="649" y="936"/>
                  </a:cubicBezTo>
                  <a:cubicBezTo>
                    <a:pt x="544" y="936"/>
                    <a:pt x="544" y="936"/>
                    <a:pt x="544" y="936"/>
                  </a:cubicBezTo>
                  <a:cubicBezTo>
                    <a:pt x="522" y="936"/>
                    <a:pt x="504" y="954"/>
                    <a:pt x="504" y="976"/>
                  </a:cubicBezTo>
                  <a:cubicBezTo>
                    <a:pt x="504" y="998"/>
                    <a:pt x="522" y="1016"/>
                    <a:pt x="544" y="1016"/>
                  </a:cubicBezTo>
                  <a:cubicBezTo>
                    <a:pt x="649" y="1016"/>
                    <a:pt x="649" y="1016"/>
                    <a:pt x="649" y="1016"/>
                  </a:cubicBezTo>
                  <a:cubicBezTo>
                    <a:pt x="649" y="1053"/>
                    <a:pt x="649" y="1053"/>
                    <a:pt x="649" y="1053"/>
                  </a:cubicBezTo>
                  <a:cubicBezTo>
                    <a:pt x="649" y="1075"/>
                    <a:pt x="667" y="1093"/>
                    <a:pt x="689" y="1093"/>
                  </a:cubicBezTo>
                  <a:cubicBezTo>
                    <a:pt x="726" y="1093"/>
                    <a:pt x="726" y="1093"/>
                    <a:pt x="726" y="1093"/>
                  </a:cubicBezTo>
                  <a:cubicBezTo>
                    <a:pt x="726" y="1198"/>
                    <a:pt x="726" y="1198"/>
                    <a:pt x="726" y="1198"/>
                  </a:cubicBezTo>
                  <a:cubicBezTo>
                    <a:pt x="726" y="1220"/>
                    <a:pt x="744" y="1238"/>
                    <a:pt x="766" y="1238"/>
                  </a:cubicBezTo>
                  <a:cubicBezTo>
                    <a:pt x="788" y="1238"/>
                    <a:pt x="806" y="1220"/>
                    <a:pt x="806" y="1198"/>
                  </a:cubicBezTo>
                  <a:cubicBezTo>
                    <a:pt x="806" y="1093"/>
                    <a:pt x="806" y="1093"/>
                    <a:pt x="806" y="1093"/>
                  </a:cubicBezTo>
                  <a:cubicBezTo>
                    <a:pt x="912" y="1093"/>
                    <a:pt x="912" y="1093"/>
                    <a:pt x="912" y="1093"/>
                  </a:cubicBezTo>
                  <a:cubicBezTo>
                    <a:pt x="912" y="1270"/>
                    <a:pt x="912" y="1270"/>
                    <a:pt x="912" y="1270"/>
                  </a:cubicBezTo>
                  <a:cubicBezTo>
                    <a:pt x="912" y="1292"/>
                    <a:pt x="930" y="1310"/>
                    <a:pt x="952" y="1310"/>
                  </a:cubicBezTo>
                  <a:cubicBezTo>
                    <a:pt x="974" y="1310"/>
                    <a:pt x="992" y="1292"/>
                    <a:pt x="992" y="1270"/>
                  </a:cubicBezTo>
                  <a:cubicBezTo>
                    <a:pt x="992" y="1093"/>
                    <a:pt x="992" y="1093"/>
                    <a:pt x="992" y="1093"/>
                  </a:cubicBezTo>
                  <a:cubicBezTo>
                    <a:pt x="1098" y="1093"/>
                    <a:pt x="1098" y="1093"/>
                    <a:pt x="1098" y="1093"/>
                  </a:cubicBezTo>
                  <a:cubicBezTo>
                    <a:pt x="1098" y="1198"/>
                    <a:pt x="1098" y="1198"/>
                    <a:pt x="1098" y="1198"/>
                  </a:cubicBezTo>
                  <a:cubicBezTo>
                    <a:pt x="1098" y="1220"/>
                    <a:pt x="1115" y="1238"/>
                    <a:pt x="1138" y="1238"/>
                  </a:cubicBezTo>
                  <a:cubicBezTo>
                    <a:pt x="1160" y="1238"/>
                    <a:pt x="1178" y="1220"/>
                    <a:pt x="1178" y="1198"/>
                  </a:cubicBezTo>
                  <a:cubicBezTo>
                    <a:pt x="1178" y="1093"/>
                    <a:pt x="1178" y="1093"/>
                    <a:pt x="1178" y="1093"/>
                  </a:cubicBezTo>
                  <a:cubicBezTo>
                    <a:pt x="1215" y="1093"/>
                    <a:pt x="1215" y="1093"/>
                    <a:pt x="1215" y="1093"/>
                  </a:cubicBezTo>
                  <a:cubicBezTo>
                    <a:pt x="1237" y="1093"/>
                    <a:pt x="1255" y="1075"/>
                    <a:pt x="1255" y="1053"/>
                  </a:cubicBezTo>
                  <a:cubicBezTo>
                    <a:pt x="1255" y="1016"/>
                    <a:pt x="1255" y="1016"/>
                    <a:pt x="1255" y="1016"/>
                  </a:cubicBezTo>
                  <a:cubicBezTo>
                    <a:pt x="1360" y="1016"/>
                    <a:pt x="1360" y="1016"/>
                    <a:pt x="1360" y="1016"/>
                  </a:cubicBezTo>
                  <a:cubicBezTo>
                    <a:pt x="1382" y="1016"/>
                    <a:pt x="1400" y="998"/>
                    <a:pt x="1400" y="976"/>
                  </a:cubicBezTo>
                  <a:cubicBezTo>
                    <a:pt x="1400" y="954"/>
                    <a:pt x="1382" y="936"/>
                    <a:pt x="1360" y="936"/>
                  </a:cubicBezTo>
                  <a:cubicBezTo>
                    <a:pt x="1255" y="936"/>
                    <a:pt x="1255" y="936"/>
                    <a:pt x="1255" y="936"/>
                  </a:cubicBezTo>
                  <a:cubicBezTo>
                    <a:pt x="1255" y="830"/>
                    <a:pt x="1255" y="830"/>
                    <a:pt x="1255" y="830"/>
                  </a:cubicBezTo>
                  <a:cubicBezTo>
                    <a:pt x="1431" y="830"/>
                    <a:pt x="1431" y="830"/>
                    <a:pt x="1431" y="830"/>
                  </a:cubicBezTo>
                  <a:cubicBezTo>
                    <a:pt x="1453" y="830"/>
                    <a:pt x="1471" y="812"/>
                    <a:pt x="1471" y="790"/>
                  </a:cubicBezTo>
                  <a:cubicBezTo>
                    <a:pt x="1471" y="768"/>
                    <a:pt x="1453" y="750"/>
                    <a:pt x="1431" y="750"/>
                  </a:cubicBezTo>
                  <a:cubicBezTo>
                    <a:pt x="1255" y="750"/>
                    <a:pt x="1255" y="750"/>
                    <a:pt x="1255" y="750"/>
                  </a:cubicBezTo>
                  <a:cubicBezTo>
                    <a:pt x="1255" y="645"/>
                    <a:pt x="1255" y="645"/>
                    <a:pt x="1255" y="645"/>
                  </a:cubicBezTo>
                  <a:cubicBezTo>
                    <a:pt x="1360" y="645"/>
                    <a:pt x="1360" y="645"/>
                    <a:pt x="1360" y="645"/>
                  </a:cubicBezTo>
                  <a:cubicBezTo>
                    <a:pt x="1382" y="645"/>
                    <a:pt x="1400" y="627"/>
                    <a:pt x="1400" y="605"/>
                  </a:cubicBezTo>
                  <a:cubicBezTo>
                    <a:pt x="1400" y="583"/>
                    <a:pt x="1382" y="565"/>
                    <a:pt x="1360" y="565"/>
                  </a:cubicBezTo>
                  <a:cubicBezTo>
                    <a:pt x="1255" y="565"/>
                    <a:pt x="1255" y="565"/>
                    <a:pt x="1255" y="565"/>
                  </a:cubicBezTo>
                  <a:cubicBezTo>
                    <a:pt x="1255" y="527"/>
                    <a:pt x="1255" y="527"/>
                    <a:pt x="1255" y="527"/>
                  </a:cubicBezTo>
                  <a:cubicBezTo>
                    <a:pt x="1255" y="505"/>
                    <a:pt x="1237" y="487"/>
                    <a:pt x="1215" y="487"/>
                  </a:cubicBezTo>
                  <a:cubicBezTo>
                    <a:pt x="1178" y="487"/>
                    <a:pt x="1178" y="487"/>
                    <a:pt x="1178" y="487"/>
                  </a:cubicBezTo>
                  <a:cubicBezTo>
                    <a:pt x="1178" y="382"/>
                    <a:pt x="1178" y="382"/>
                    <a:pt x="1178" y="382"/>
                  </a:cubicBezTo>
                  <a:cubicBezTo>
                    <a:pt x="1178" y="360"/>
                    <a:pt x="1160" y="342"/>
                    <a:pt x="1138" y="342"/>
                  </a:cubicBezTo>
                  <a:cubicBezTo>
                    <a:pt x="1115" y="342"/>
                    <a:pt x="1098" y="360"/>
                    <a:pt x="1098" y="382"/>
                  </a:cubicBezTo>
                  <a:cubicBezTo>
                    <a:pt x="1098" y="487"/>
                    <a:pt x="1098" y="487"/>
                    <a:pt x="1098" y="487"/>
                  </a:cubicBezTo>
                  <a:cubicBezTo>
                    <a:pt x="992" y="487"/>
                    <a:pt x="992" y="487"/>
                    <a:pt x="992" y="487"/>
                  </a:cubicBezTo>
                  <a:cubicBezTo>
                    <a:pt x="992" y="311"/>
                    <a:pt x="992" y="311"/>
                    <a:pt x="992" y="311"/>
                  </a:cubicBezTo>
                  <a:cubicBezTo>
                    <a:pt x="992" y="289"/>
                    <a:pt x="974" y="271"/>
                    <a:pt x="952" y="271"/>
                  </a:cubicBezTo>
                  <a:cubicBezTo>
                    <a:pt x="930" y="271"/>
                    <a:pt x="912" y="289"/>
                    <a:pt x="912" y="311"/>
                  </a:cubicBezTo>
                  <a:cubicBezTo>
                    <a:pt x="912" y="487"/>
                    <a:pt x="912" y="487"/>
                    <a:pt x="912" y="487"/>
                  </a:cubicBezTo>
                  <a:cubicBezTo>
                    <a:pt x="806" y="487"/>
                    <a:pt x="806" y="487"/>
                    <a:pt x="806" y="487"/>
                  </a:cubicBezTo>
                  <a:cubicBezTo>
                    <a:pt x="806" y="382"/>
                    <a:pt x="806" y="382"/>
                    <a:pt x="806" y="382"/>
                  </a:cubicBezTo>
                  <a:cubicBezTo>
                    <a:pt x="806" y="360"/>
                    <a:pt x="788" y="342"/>
                    <a:pt x="766" y="342"/>
                  </a:cubicBezTo>
                  <a:cubicBezTo>
                    <a:pt x="744" y="342"/>
                    <a:pt x="726" y="360"/>
                    <a:pt x="726" y="382"/>
                  </a:cubicBezTo>
                  <a:cubicBezTo>
                    <a:pt x="726" y="487"/>
                    <a:pt x="726" y="487"/>
                    <a:pt x="726" y="487"/>
                  </a:cubicBezTo>
                  <a:cubicBezTo>
                    <a:pt x="689" y="487"/>
                    <a:pt x="689" y="487"/>
                    <a:pt x="689" y="487"/>
                  </a:cubicBezTo>
                  <a:cubicBezTo>
                    <a:pt x="667" y="487"/>
                    <a:pt x="649" y="505"/>
                    <a:pt x="649" y="527"/>
                  </a:cubicBezTo>
                  <a:cubicBezTo>
                    <a:pt x="649" y="565"/>
                    <a:pt x="649" y="565"/>
                    <a:pt x="649" y="565"/>
                  </a:cubicBezTo>
                  <a:cubicBezTo>
                    <a:pt x="544" y="565"/>
                    <a:pt x="544" y="565"/>
                    <a:pt x="544" y="565"/>
                  </a:cubicBezTo>
                  <a:cubicBezTo>
                    <a:pt x="522" y="565"/>
                    <a:pt x="504" y="583"/>
                    <a:pt x="504" y="605"/>
                  </a:cubicBezTo>
                  <a:cubicBezTo>
                    <a:pt x="504" y="627"/>
                    <a:pt x="522" y="645"/>
                    <a:pt x="544" y="645"/>
                  </a:cubicBezTo>
                  <a:close/>
                  <a:moveTo>
                    <a:pt x="729" y="567"/>
                  </a:moveTo>
                  <a:cubicBezTo>
                    <a:pt x="1175" y="567"/>
                    <a:pt x="1175" y="567"/>
                    <a:pt x="1175" y="567"/>
                  </a:cubicBezTo>
                  <a:cubicBezTo>
                    <a:pt x="1175" y="1013"/>
                    <a:pt x="1175" y="1013"/>
                    <a:pt x="1175" y="1013"/>
                  </a:cubicBezTo>
                  <a:cubicBezTo>
                    <a:pt x="729" y="1013"/>
                    <a:pt x="729" y="1013"/>
                    <a:pt x="729" y="1013"/>
                  </a:cubicBezTo>
                  <a:lnTo>
                    <a:pt x="729" y="567"/>
                  </a:lnTo>
                  <a:close/>
                  <a:moveTo>
                    <a:pt x="1922" y="797"/>
                  </a:moveTo>
                  <a:cubicBezTo>
                    <a:pt x="1993" y="797"/>
                    <a:pt x="2050" y="740"/>
                    <a:pt x="2050" y="670"/>
                  </a:cubicBezTo>
                  <a:cubicBezTo>
                    <a:pt x="2050" y="599"/>
                    <a:pt x="1993" y="542"/>
                    <a:pt x="1922" y="542"/>
                  </a:cubicBezTo>
                  <a:cubicBezTo>
                    <a:pt x="1866" y="542"/>
                    <a:pt x="1818" y="579"/>
                    <a:pt x="1802" y="630"/>
                  </a:cubicBezTo>
                  <a:cubicBezTo>
                    <a:pt x="1687" y="630"/>
                    <a:pt x="1687" y="630"/>
                    <a:pt x="1687" y="630"/>
                  </a:cubicBezTo>
                  <a:cubicBezTo>
                    <a:pt x="1666" y="559"/>
                    <a:pt x="1635" y="491"/>
                    <a:pt x="1594" y="429"/>
                  </a:cubicBezTo>
                  <a:cubicBezTo>
                    <a:pt x="1922" y="429"/>
                    <a:pt x="1922" y="429"/>
                    <a:pt x="1922" y="429"/>
                  </a:cubicBezTo>
                  <a:cubicBezTo>
                    <a:pt x="1944" y="429"/>
                    <a:pt x="1961" y="412"/>
                    <a:pt x="1962" y="391"/>
                  </a:cubicBezTo>
                  <a:cubicBezTo>
                    <a:pt x="1962" y="391"/>
                    <a:pt x="1962" y="390"/>
                    <a:pt x="1962" y="389"/>
                  </a:cubicBezTo>
                  <a:cubicBezTo>
                    <a:pt x="1962" y="248"/>
                    <a:pt x="1962" y="248"/>
                    <a:pt x="1962" y="248"/>
                  </a:cubicBezTo>
                  <a:cubicBezTo>
                    <a:pt x="2013" y="232"/>
                    <a:pt x="2050" y="184"/>
                    <a:pt x="2050" y="127"/>
                  </a:cubicBezTo>
                  <a:cubicBezTo>
                    <a:pt x="2050" y="57"/>
                    <a:pt x="1993" y="0"/>
                    <a:pt x="1922" y="0"/>
                  </a:cubicBezTo>
                  <a:cubicBezTo>
                    <a:pt x="1852" y="0"/>
                    <a:pt x="1795" y="57"/>
                    <a:pt x="1795" y="127"/>
                  </a:cubicBezTo>
                  <a:cubicBezTo>
                    <a:pt x="1795" y="184"/>
                    <a:pt x="1832" y="232"/>
                    <a:pt x="1882" y="248"/>
                  </a:cubicBezTo>
                  <a:cubicBezTo>
                    <a:pt x="1882" y="349"/>
                    <a:pt x="1882" y="349"/>
                    <a:pt x="1882" y="349"/>
                  </a:cubicBezTo>
                  <a:cubicBezTo>
                    <a:pt x="1534" y="349"/>
                    <a:pt x="1534" y="349"/>
                    <a:pt x="1534" y="349"/>
                  </a:cubicBezTo>
                  <a:cubicBezTo>
                    <a:pt x="1527" y="341"/>
                    <a:pt x="1520" y="332"/>
                    <a:pt x="1512" y="324"/>
                  </a:cubicBezTo>
                  <a:cubicBezTo>
                    <a:pt x="1372" y="173"/>
                    <a:pt x="1181" y="86"/>
                    <a:pt x="975" y="78"/>
                  </a:cubicBezTo>
                  <a:cubicBezTo>
                    <a:pt x="836" y="73"/>
                    <a:pt x="698" y="105"/>
                    <a:pt x="577" y="172"/>
                  </a:cubicBezTo>
                  <a:cubicBezTo>
                    <a:pt x="557" y="183"/>
                    <a:pt x="550" y="207"/>
                    <a:pt x="561" y="226"/>
                  </a:cubicBezTo>
                  <a:cubicBezTo>
                    <a:pt x="571" y="246"/>
                    <a:pt x="596" y="253"/>
                    <a:pt x="615" y="242"/>
                  </a:cubicBezTo>
                  <a:cubicBezTo>
                    <a:pt x="724" y="182"/>
                    <a:pt x="847" y="153"/>
                    <a:pt x="972" y="158"/>
                  </a:cubicBezTo>
                  <a:cubicBezTo>
                    <a:pt x="1353" y="172"/>
                    <a:pt x="1652" y="493"/>
                    <a:pt x="1638" y="874"/>
                  </a:cubicBezTo>
                  <a:cubicBezTo>
                    <a:pt x="1638" y="875"/>
                    <a:pt x="1638" y="875"/>
                    <a:pt x="1638" y="876"/>
                  </a:cubicBezTo>
                  <a:cubicBezTo>
                    <a:pt x="1638" y="1045"/>
                    <a:pt x="1577" y="1208"/>
                    <a:pt x="1465" y="1335"/>
                  </a:cubicBezTo>
                  <a:cubicBezTo>
                    <a:pt x="1459" y="1342"/>
                    <a:pt x="1455" y="1352"/>
                    <a:pt x="1455" y="1361"/>
                  </a:cubicBezTo>
                  <a:cubicBezTo>
                    <a:pt x="1455" y="1968"/>
                    <a:pt x="1455" y="1968"/>
                    <a:pt x="1455" y="1968"/>
                  </a:cubicBezTo>
                  <a:cubicBezTo>
                    <a:pt x="1252" y="1968"/>
                    <a:pt x="1252" y="1968"/>
                    <a:pt x="1252" y="1968"/>
                  </a:cubicBezTo>
                  <a:cubicBezTo>
                    <a:pt x="1252" y="1632"/>
                    <a:pt x="1252" y="1632"/>
                    <a:pt x="1252" y="1632"/>
                  </a:cubicBezTo>
                  <a:cubicBezTo>
                    <a:pt x="1303" y="1615"/>
                    <a:pt x="1339" y="1567"/>
                    <a:pt x="1339" y="1511"/>
                  </a:cubicBezTo>
                  <a:cubicBezTo>
                    <a:pt x="1339" y="1441"/>
                    <a:pt x="1282" y="1384"/>
                    <a:pt x="1212" y="1384"/>
                  </a:cubicBezTo>
                  <a:cubicBezTo>
                    <a:pt x="1142" y="1384"/>
                    <a:pt x="1084" y="1441"/>
                    <a:pt x="1084" y="1511"/>
                  </a:cubicBezTo>
                  <a:cubicBezTo>
                    <a:pt x="1084" y="1567"/>
                    <a:pt x="1121" y="1615"/>
                    <a:pt x="1172" y="1632"/>
                  </a:cubicBezTo>
                  <a:cubicBezTo>
                    <a:pt x="1172" y="1968"/>
                    <a:pt x="1172" y="1968"/>
                    <a:pt x="1172" y="1968"/>
                  </a:cubicBezTo>
                  <a:cubicBezTo>
                    <a:pt x="851" y="1968"/>
                    <a:pt x="851" y="1968"/>
                    <a:pt x="851" y="1968"/>
                  </a:cubicBezTo>
                  <a:cubicBezTo>
                    <a:pt x="851" y="1792"/>
                    <a:pt x="851" y="1792"/>
                    <a:pt x="851" y="1792"/>
                  </a:cubicBezTo>
                  <a:cubicBezTo>
                    <a:pt x="902" y="1776"/>
                    <a:pt x="939" y="1728"/>
                    <a:pt x="939" y="1671"/>
                  </a:cubicBezTo>
                  <a:cubicBezTo>
                    <a:pt x="939" y="1601"/>
                    <a:pt x="881" y="1544"/>
                    <a:pt x="811" y="1544"/>
                  </a:cubicBezTo>
                  <a:cubicBezTo>
                    <a:pt x="741" y="1544"/>
                    <a:pt x="684" y="1601"/>
                    <a:pt x="684" y="1671"/>
                  </a:cubicBezTo>
                  <a:cubicBezTo>
                    <a:pt x="684" y="1728"/>
                    <a:pt x="720" y="1776"/>
                    <a:pt x="771" y="1792"/>
                  </a:cubicBezTo>
                  <a:cubicBezTo>
                    <a:pt x="771" y="1968"/>
                    <a:pt x="771" y="1968"/>
                    <a:pt x="771" y="1968"/>
                  </a:cubicBezTo>
                  <a:cubicBezTo>
                    <a:pt x="601" y="1968"/>
                    <a:pt x="601" y="1968"/>
                    <a:pt x="601" y="1968"/>
                  </a:cubicBezTo>
                  <a:cubicBezTo>
                    <a:pt x="563" y="1806"/>
                    <a:pt x="563" y="1806"/>
                    <a:pt x="563" y="1806"/>
                  </a:cubicBezTo>
                  <a:cubicBezTo>
                    <a:pt x="550" y="1749"/>
                    <a:pt x="514" y="1721"/>
                    <a:pt x="455" y="1721"/>
                  </a:cubicBezTo>
                  <a:cubicBezTo>
                    <a:pt x="337" y="1721"/>
                    <a:pt x="337" y="1721"/>
                    <a:pt x="337" y="1721"/>
                  </a:cubicBezTo>
                  <a:cubicBezTo>
                    <a:pt x="308" y="1721"/>
                    <a:pt x="290" y="1694"/>
                    <a:pt x="288" y="1668"/>
                  </a:cubicBezTo>
                  <a:cubicBezTo>
                    <a:pt x="248" y="1228"/>
                    <a:pt x="248" y="1228"/>
                    <a:pt x="248" y="1228"/>
                  </a:cubicBezTo>
                  <a:cubicBezTo>
                    <a:pt x="246" y="1207"/>
                    <a:pt x="229" y="1192"/>
                    <a:pt x="208" y="1192"/>
                  </a:cubicBezTo>
                  <a:cubicBezTo>
                    <a:pt x="97" y="1192"/>
                    <a:pt x="97" y="1192"/>
                    <a:pt x="97" y="1192"/>
                  </a:cubicBezTo>
                  <a:cubicBezTo>
                    <a:pt x="97" y="1190"/>
                    <a:pt x="98" y="1188"/>
                    <a:pt x="99" y="1185"/>
                  </a:cubicBezTo>
                  <a:cubicBezTo>
                    <a:pt x="252" y="838"/>
                    <a:pt x="252" y="838"/>
                    <a:pt x="252" y="838"/>
                  </a:cubicBezTo>
                  <a:cubicBezTo>
                    <a:pt x="254" y="833"/>
                    <a:pt x="255" y="828"/>
                    <a:pt x="256" y="823"/>
                  </a:cubicBezTo>
                  <a:cubicBezTo>
                    <a:pt x="260" y="698"/>
                    <a:pt x="299" y="576"/>
                    <a:pt x="367" y="471"/>
                  </a:cubicBezTo>
                  <a:cubicBezTo>
                    <a:pt x="379" y="453"/>
                    <a:pt x="374" y="428"/>
                    <a:pt x="356" y="416"/>
                  </a:cubicBezTo>
                  <a:cubicBezTo>
                    <a:pt x="337" y="404"/>
                    <a:pt x="312" y="409"/>
                    <a:pt x="300" y="428"/>
                  </a:cubicBezTo>
                  <a:cubicBezTo>
                    <a:pt x="225" y="542"/>
                    <a:pt x="182" y="675"/>
                    <a:pt x="176" y="813"/>
                  </a:cubicBezTo>
                  <a:cubicBezTo>
                    <a:pt x="26" y="1153"/>
                    <a:pt x="26" y="1153"/>
                    <a:pt x="26" y="1153"/>
                  </a:cubicBezTo>
                  <a:cubicBezTo>
                    <a:pt x="15" y="1178"/>
                    <a:pt x="0" y="1213"/>
                    <a:pt x="19" y="1242"/>
                  </a:cubicBezTo>
                  <a:cubicBezTo>
                    <a:pt x="38" y="1272"/>
                    <a:pt x="76" y="1272"/>
                    <a:pt x="91" y="1272"/>
                  </a:cubicBezTo>
                  <a:cubicBezTo>
                    <a:pt x="172" y="1272"/>
                    <a:pt x="172" y="1272"/>
                    <a:pt x="172" y="1272"/>
                  </a:cubicBezTo>
                  <a:cubicBezTo>
                    <a:pt x="208" y="1675"/>
                    <a:pt x="208" y="1675"/>
                    <a:pt x="208" y="1675"/>
                  </a:cubicBezTo>
                  <a:cubicBezTo>
                    <a:pt x="215" y="1747"/>
                    <a:pt x="270" y="1801"/>
                    <a:pt x="337" y="1801"/>
                  </a:cubicBezTo>
                  <a:cubicBezTo>
                    <a:pt x="455" y="1801"/>
                    <a:pt x="455" y="1801"/>
                    <a:pt x="455" y="1801"/>
                  </a:cubicBezTo>
                  <a:cubicBezTo>
                    <a:pt x="479" y="1801"/>
                    <a:pt x="481" y="1805"/>
                    <a:pt x="485" y="1825"/>
                  </a:cubicBezTo>
                  <a:cubicBezTo>
                    <a:pt x="525" y="1994"/>
                    <a:pt x="525" y="1994"/>
                    <a:pt x="525" y="1994"/>
                  </a:cubicBezTo>
                  <a:cubicBezTo>
                    <a:pt x="533" y="2027"/>
                    <a:pt x="558" y="2048"/>
                    <a:pt x="588" y="2048"/>
                  </a:cubicBezTo>
                  <a:cubicBezTo>
                    <a:pt x="1472" y="2048"/>
                    <a:pt x="1472" y="2048"/>
                    <a:pt x="1472" y="2048"/>
                  </a:cubicBezTo>
                  <a:cubicBezTo>
                    <a:pt x="1507" y="2048"/>
                    <a:pt x="1535" y="2020"/>
                    <a:pt x="1535" y="1985"/>
                  </a:cubicBezTo>
                  <a:cubicBezTo>
                    <a:pt x="1535" y="1376"/>
                    <a:pt x="1535" y="1376"/>
                    <a:pt x="1535" y="1376"/>
                  </a:cubicBezTo>
                  <a:cubicBezTo>
                    <a:pt x="1629" y="1266"/>
                    <a:pt x="1689" y="1132"/>
                    <a:pt x="1710" y="990"/>
                  </a:cubicBezTo>
                  <a:cubicBezTo>
                    <a:pt x="1882" y="990"/>
                    <a:pt x="1882" y="990"/>
                    <a:pt x="1882" y="990"/>
                  </a:cubicBezTo>
                  <a:cubicBezTo>
                    <a:pt x="1882" y="1091"/>
                    <a:pt x="1882" y="1091"/>
                    <a:pt x="1882" y="1091"/>
                  </a:cubicBezTo>
                  <a:cubicBezTo>
                    <a:pt x="1832" y="1108"/>
                    <a:pt x="1795" y="1156"/>
                    <a:pt x="1795" y="1212"/>
                  </a:cubicBezTo>
                  <a:cubicBezTo>
                    <a:pt x="1795" y="1282"/>
                    <a:pt x="1852" y="1339"/>
                    <a:pt x="1922" y="1339"/>
                  </a:cubicBezTo>
                  <a:cubicBezTo>
                    <a:pt x="1993" y="1339"/>
                    <a:pt x="2050" y="1282"/>
                    <a:pt x="2050" y="1212"/>
                  </a:cubicBezTo>
                  <a:cubicBezTo>
                    <a:pt x="2050" y="1156"/>
                    <a:pt x="2013" y="1108"/>
                    <a:pt x="1962" y="1091"/>
                  </a:cubicBezTo>
                  <a:cubicBezTo>
                    <a:pt x="1962" y="950"/>
                    <a:pt x="1962" y="950"/>
                    <a:pt x="1962" y="950"/>
                  </a:cubicBezTo>
                  <a:cubicBezTo>
                    <a:pt x="1962" y="949"/>
                    <a:pt x="1962" y="948"/>
                    <a:pt x="1962" y="948"/>
                  </a:cubicBezTo>
                  <a:cubicBezTo>
                    <a:pt x="1961" y="927"/>
                    <a:pt x="1944" y="910"/>
                    <a:pt x="1922" y="910"/>
                  </a:cubicBezTo>
                  <a:cubicBezTo>
                    <a:pt x="1717" y="910"/>
                    <a:pt x="1717" y="910"/>
                    <a:pt x="1717" y="910"/>
                  </a:cubicBezTo>
                  <a:cubicBezTo>
                    <a:pt x="1718" y="899"/>
                    <a:pt x="1718" y="888"/>
                    <a:pt x="1718" y="876"/>
                  </a:cubicBezTo>
                  <a:cubicBezTo>
                    <a:pt x="1720" y="820"/>
                    <a:pt x="1716" y="764"/>
                    <a:pt x="1706" y="710"/>
                  </a:cubicBezTo>
                  <a:cubicBezTo>
                    <a:pt x="1802" y="710"/>
                    <a:pt x="1802" y="710"/>
                    <a:pt x="1802" y="710"/>
                  </a:cubicBezTo>
                  <a:cubicBezTo>
                    <a:pt x="1818" y="760"/>
                    <a:pt x="1866" y="797"/>
                    <a:pt x="1922" y="797"/>
                  </a:cubicBezTo>
                  <a:close/>
                  <a:moveTo>
                    <a:pt x="1922" y="622"/>
                  </a:moveTo>
                  <a:cubicBezTo>
                    <a:pt x="1949" y="622"/>
                    <a:pt x="1970" y="644"/>
                    <a:pt x="1970" y="670"/>
                  </a:cubicBezTo>
                  <a:cubicBezTo>
                    <a:pt x="1970" y="696"/>
                    <a:pt x="1949" y="717"/>
                    <a:pt x="1922" y="717"/>
                  </a:cubicBezTo>
                  <a:cubicBezTo>
                    <a:pt x="1896" y="717"/>
                    <a:pt x="1875" y="696"/>
                    <a:pt x="1875" y="670"/>
                  </a:cubicBezTo>
                  <a:cubicBezTo>
                    <a:pt x="1875" y="644"/>
                    <a:pt x="1896" y="622"/>
                    <a:pt x="1922" y="622"/>
                  </a:cubicBezTo>
                  <a:close/>
                  <a:moveTo>
                    <a:pt x="1875" y="127"/>
                  </a:moveTo>
                  <a:cubicBezTo>
                    <a:pt x="1875" y="101"/>
                    <a:pt x="1896" y="80"/>
                    <a:pt x="1922" y="80"/>
                  </a:cubicBezTo>
                  <a:cubicBezTo>
                    <a:pt x="1949" y="80"/>
                    <a:pt x="1970" y="101"/>
                    <a:pt x="1970" y="127"/>
                  </a:cubicBezTo>
                  <a:cubicBezTo>
                    <a:pt x="1970" y="154"/>
                    <a:pt x="1949" y="175"/>
                    <a:pt x="1922" y="175"/>
                  </a:cubicBezTo>
                  <a:cubicBezTo>
                    <a:pt x="1896" y="175"/>
                    <a:pt x="1875" y="154"/>
                    <a:pt x="1875" y="127"/>
                  </a:cubicBezTo>
                  <a:close/>
                  <a:moveTo>
                    <a:pt x="811" y="1719"/>
                  </a:moveTo>
                  <a:cubicBezTo>
                    <a:pt x="785" y="1719"/>
                    <a:pt x="764" y="1698"/>
                    <a:pt x="764" y="1671"/>
                  </a:cubicBezTo>
                  <a:cubicBezTo>
                    <a:pt x="764" y="1645"/>
                    <a:pt x="785" y="1624"/>
                    <a:pt x="811" y="1624"/>
                  </a:cubicBezTo>
                  <a:cubicBezTo>
                    <a:pt x="837" y="1624"/>
                    <a:pt x="859" y="1645"/>
                    <a:pt x="859" y="1671"/>
                  </a:cubicBezTo>
                  <a:cubicBezTo>
                    <a:pt x="859" y="1698"/>
                    <a:pt x="837" y="1719"/>
                    <a:pt x="811" y="1719"/>
                  </a:cubicBezTo>
                  <a:close/>
                  <a:moveTo>
                    <a:pt x="1212" y="1559"/>
                  </a:moveTo>
                  <a:cubicBezTo>
                    <a:pt x="1186" y="1559"/>
                    <a:pt x="1164" y="1537"/>
                    <a:pt x="1164" y="1511"/>
                  </a:cubicBezTo>
                  <a:cubicBezTo>
                    <a:pt x="1164" y="1485"/>
                    <a:pt x="1186" y="1464"/>
                    <a:pt x="1212" y="1464"/>
                  </a:cubicBezTo>
                  <a:cubicBezTo>
                    <a:pt x="1238" y="1464"/>
                    <a:pt x="1259" y="1485"/>
                    <a:pt x="1259" y="1511"/>
                  </a:cubicBezTo>
                  <a:cubicBezTo>
                    <a:pt x="1259" y="1537"/>
                    <a:pt x="1238" y="1559"/>
                    <a:pt x="1212" y="1559"/>
                  </a:cubicBezTo>
                  <a:close/>
                  <a:moveTo>
                    <a:pt x="1922" y="1164"/>
                  </a:moveTo>
                  <a:cubicBezTo>
                    <a:pt x="1949" y="1164"/>
                    <a:pt x="1970" y="1186"/>
                    <a:pt x="1970" y="1212"/>
                  </a:cubicBezTo>
                  <a:cubicBezTo>
                    <a:pt x="1970" y="1238"/>
                    <a:pt x="1949" y="1259"/>
                    <a:pt x="1922" y="1259"/>
                  </a:cubicBezTo>
                  <a:cubicBezTo>
                    <a:pt x="1896" y="1259"/>
                    <a:pt x="1875" y="1238"/>
                    <a:pt x="1875" y="1212"/>
                  </a:cubicBezTo>
                  <a:cubicBezTo>
                    <a:pt x="1875" y="1186"/>
                    <a:pt x="1896" y="1164"/>
                    <a:pt x="1922" y="1164"/>
                  </a:cubicBezTo>
                  <a:close/>
                  <a:moveTo>
                    <a:pt x="449" y="353"/>
                  </a:moveTo>
                  <a:cubicBezTo>
                    <a:pt x="459" y="353"/>
                    <a:pt x="469" y="349"/>
                    <a:pt x="477" y="341"/>
                  </a:cubicBezTo>
                  <a:cubicBezTo>
                    <a:pt x="477" y="341"/>
                    <a:pt x="477" y="341"/>
                    <a:pt x="477" y="341"/>
                  </a:cubicBezTo>
                  <a:cubicBezTo>
                    <a:pt x="493" y="325"/>
                    <a:pt x="493" y="300"/>
                    <a:pt x="477" y="285"/>
                  </a:cubicBezTo>
                  <a:cubicBezTo>
                    <a:pt x="462" y="269"/>
                    <a:pt x="436" y="269"/>
                    <a:pt x="421" y="285"/>
                  </a:cubicBezTo>
                  <a:cubicBezTo>
                    <a:pt x="405" y="300"/>
                    <a:pt x="405" y="326"/>
                    <a:pt x="421" y="341"/>
                  </a:cubicBezTo>
                  <a:cubicBezTo>
                    <a:pt x="428" y="349"/>
                    <a:pt x="439" y="353"/>
                    <a:pt x="449" y="353"/>
                  </a:cubicBezTo>
                  <a:close/>
                </a:path>
              </a:pathLst>
            </a:custGeom>
            <a:solidFill>
              <a:srgbClr val="2728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87" name="Freeform: Shape 486">
            <a:extLst>
              <a:ext uri="{FF2B5EF4-FFF2-40B4-BE49-F238E27FC236}">
                <a16:creationId xmlns:a16="http://schemas.microsoft.com/office/drawing/2014/main" id="{C44C9849-67FB-7006-2D9A-A41BA572E3D3}"/>
              </a:ext>
            </a:extLst>
          </p:cNvPr>
          <p:cNvSpPr/>
          <p:nvPr/>
        </p:nvSpPr>
        <p:spPr bwMode="auto">
          <a:xfrm rot="375325">
            <a:off x="1834284" y="971344"/>
            <a:ext cx="5344550" cy="1484188"/>
          </a:xfrm>
          <a:custGeom>
            <a:avLst/>
            <a:gdLst>
              <a:gd name="connsiteX0" fmla="*/ 0 w 1647825"/>
              <a:gd name="connsiteY0" fmla="*/ 428625 h 428625"/>
              <a:gd name="connsiteX1" fmla="*/ 1647825 w 1647825"/>
              <a:gd name="connsiteY1" fmla="*/ 0 h 428625"/>
              <a:gd name="connsiteX0" fmla="*/ 0 w 1647825"/>
              <a:gd name="connsiteY0" fmla="*/ 428625 h 428625"/>
              <a:gd name="connsiteX1" fmla="*/ 1647825 w 1647825"/>
              <a:gd name="connsiteY1" fmla="*/ 0 h 428625"/>
              <a:gd name="connsiteX0" fmla="*/ 0 w 1749425"/>
              <a:gd name="connsiteY0" fmla="*/ 403225 h 403225"/>
              <a:gd name="connsiteX1" fmla="*/ 1749425 w 1749425"/>
              <a:gd name="connsiteY1" fmla="*/ 0 h 403225"/>
              <a:gd name="connsiteX0" fmla="*/ 0 w 1768475"/>
              <a:gd name="connsiteY0" fmla="*/ 460375 h 460375"/>
              <a:gd name="connsiteX1" fmla="*/ 1768475 w 1768475"/>
              <a:gd name="connsiteY1" fmla="*/ 0 h 460375"/>
              <a:gd name="connsiteX0" fmla="*/ 0 w 1768475"/>
              <a:gd name="connsiteY0" fmla="*/ 460375 h 460375"/>
              <a:gd name="connsiteX1" fmla="*/ 1768475 w 1768475"/>
              <a:gd name="connsiteY1" fmla="*/ 0 h 46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8475" h="460375">
                <a:moveTo>
                  <a:pt x="0" y="460375"/>
                </a:moveTo>
                <a:cubicBezTo>
                  <a:pt x="428625" y="279400"/>
                  <a:pt x="1028700" y="92075"/>
                  <a:pt x="1768475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2000">
                  <a:schemeClr val="bg1">
                    <a:alpha val="0"/>
                  </a:schemeClr>
                </a:gs>
              </a:gsLst>
              <a:lin ang="5400000" scaled="1"/>
            </a:gradFill>
            <a:miter lim="800000"/>
            <a:headEnd/>
            <a:tailEnd type="triangle" w="sm" len="lg"/>
          </a:ln>
          <a:effectLst/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327E50DD-6B87-DC3B-0BB6-69CABF9BC59D}"/>
              </a:ext>
            </a:extLst>
          </p:cNvPr>
          <p:cNvGrpSpPr/>
          <p:nvPr/>
        </p:nvGrpSpPr>
        <p:grpSpPr>
          <a:xfrm>
            <a:off x="5137199" y="1631287"/>
            <a:ext cx="1526539" cy="753275"/>
            <a:chOff x="4714176" y="1741427"/>
            <a:chExt cx="2669254" cy="1448868"/>
          </a:xfrm>
        </p:grpSpPr>
        <p:pic>
          <p:nvPicPr>
            <p:cNvPr id="489" name="Graphic 488">
              <a:extLst>
                <a:ext uri="{FF2B5EF4-FFF2-40B4-BE49-F238E27FC236}">
                  <a16:creationId xmlns:a16="http://schemas.microsoft.com/office/drawing/2014/main" id="{6F5F955D-44CD-C197-10FA-5C666E47D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714176" y="1741427"/>
              <a:ext cx="1820898" cy="1105305"/>
            </a:xfrm>
            <a:prstGeom prst="rect">
              <a:avLst/>
            </a:prstGeom>
          </p:spPr>
        </p:pic>
        <p:pic>
          <p:nvPicPr>
            <p:cNvPr id="490" name="Graphic 489">
              <a:extLst>
                <a:ext uri="{FF2B5EF4-FFF2-40B4-BE49-F238E27FC236}">
                  <a16:creationId xmlns:a16="http://schemas.microsoft.com/office/drawing/2014/main" id="{73CFC110-A9B0-C9F2-6274-889280C6F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407891" y="1956205"/>
              <a:ext cx="1975539" cy="1234090"/>
            </a:xfrm>
            <a:prstGeom prst="rect">
              <a:avLst/>
            </a:prstGeom>
          </p:spPr>
        </p:pic>
      </p:grpSp>
      <p:sp>
        <p:nvSpPr>
          <p:cNvPr id="492" name="Rectangle: Top Corners Rounded 491">
            <a:extLst>
              <a:ext uri="{FF2B5EF4-FFF2-40B4-BE49-F238E27FC236}">
                <a16:creationId xmlns:a16="http://schemas.microsoft.com/office/drawing/2014/main" id="{D25D09E6-6726-77CF-2295-649651791E99}"/>
              </a:ext>
            </a:extLst>
          </p:cNvPr>
          <p:cNvSpPr/>
          <p:nvPr/>
        </p:nvSpPr>
        <p:spPr>
          <a:xfrm>
            <a:off x="4232313" y="3419612"/>
            <a:ext cx="3750380" cy="3070549"/>
          </a:xfrm>
          <a:prstGeom prst="round2SameRect">
            <a:avLst>
              <a:gd name="adj1" fmla="val 0"/>
              <a:gd name="adj2" fmla="val 3463"/>
            </a:avLst>
          </a:prstGeom>
          <a:gradFill flip="none" rotWithShape="1">
            <a:gsLst>
              <a:gs pos="100000">
                <a:schemeClr val="bg1">
                  <a:alpha val="32000"/>
                </a:schemeClr>
              </a:gs>
              <a:gs pos="21000">
                <a:srgbClr val="E1E8EB"/>
              </a:gs>
            </a:gsLst>
            <a:lin ang="5400000" scaled="1"/>
            <a:tileRect/>
          </a:gradFill>
          <a:ln w="9525" cap="flat">
            <a:solidFill>
              <a:srgbClr val="80A5CB"/>
            </a:solidFill>
            <a:prstDash val="solid"/>
            <a:miter/>
          </a:ln>
        </p:spPr>
        <p:txBody>
          <a:bodyPr rtlCol="0" anchor="t"/>
          <a:lstStyle/>
          <a:p>
            <a:pPr algn="ctr"/>
            <a:endParaRPr lang="en-US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CD4F0EDD-4060-E966-E606-0D7B31E394CF}"/>
              </a:ext>
            </a:extLst>
          </p:cNvPr>
          <p:cNvSpPr txBox="1"/>
          <p:nvPr/>
        </p:nvSpPr>
        <p:spPr>
          <a:xfrm>
            <a:off x="4948363" y="3704556"/>
            <a:ext cx="2824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>
                <a:latin typeface="Arial" panose="020B0604020202020204" pitchFamily="34" charset="0"/>
              </a:rPr>
              <a:t>Caecatc upidat atno npr-oi-den tsuntinc ul paqu ioffici ade seruntm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55ADB11F-9C2B-1450-E821-5965E0979DAD}"/>
              </a:ext>
            </a:extLst>
          </p:cNvPr>
          <p:cNvSpPr txBox="1"/>
          <p:nvPr/>
        </p:nvSpPr>
        <p:spPr>
          <a:xfrm>
            <a:off x="4948363" y="4580252"/>
            <a:ext cx="2824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>
                <a:latin typeface="Arial" panose="020B0604020202020204" pitchFamily="34" charset="0"/>
              </a:rPr>
              <a:t>Ollitanimi Destlabor um cura biturnon null asit ametnisl tempusc onvallisquis ac lect uspe llent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8AD9E62E-0E10-5A58-CA94-323A35A309C7}"/>
              </a:ext>
            </a:extLst>
          </p:cNvPr>
          <p:cNvSpPr txBox="1"/>
          <p:nvPr/>
        </p:nvSpPr>
        <p:spPr>
          <a:xfrm>
            <a:off x="4948363" y="5640615"/>
            <a:ext cx="293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>
                <a:latin typeface="Arial" panose="020B0604020202020204" pitchFamily="34" charset="0"/>
              </a:rPr>
              <a:t>Esque-Inipsumidorc ipor tad apibusv iv amussuscip ittor tor egetf el isp orttitorvol</a:t>
            </a:r>
          </a:p>
        </p:txBody>
      </p: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9C9AD92A-CD22-5A42-93E7-35CE85CD4732}"/>
              </a:ext>
            </a:extLst>
          </p:cNvPr>
          <p:cNvCxnSpPr>
            <a:cxnSpLocks/>
          </p:cNvCxnSpPr>
          <p:nvPr/>
        </p:nvCxnSpPr>
        <p:spPr bwMode="auto">
          <a:xfrm>
            <a:off x="4232313" y="4373587"/>
            <a:ext cx="3750380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3396DAE1-E0C7-D17F-C504-A4FA2C8894F0}"/>
              </a:ext>
            </a:extLst>
          </p:cNvPr>
          <p:cNvCxnSpPr>
            <a:cxnSpLocks/>
          </p:cNvCxnSpPr>
          <p:nvPr/>
        </p:nvCxnSpPr>
        <p:spPr bwMode="auto">
          <a:xfrm>
            <a:off x="4232313" y="5435287"/>
            <a:ext cx="3750380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95A936C1-D5E9-1AAF-3689-B101E1E80FE8}"/>
              </a:ext>
            </a:extLst>
          </p:cNvPr>
          <p:cNvGrpSpPr/>
          <p:nvPr/>
        </p:nvGrpSpPr>
        <p:grpSpPr>
          <a:xfrm>
            <a:off x="4370446" y="3688419"/>
            <a:ext cx="490892" cy="490890"/>
            <a:chOff x="4358943" y="3793966"/>
            <a:chExt cx="490892" cy="490890"/>
          </a:xfrm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4BB70849-7918-B9B7-D456-AA3F05BFB84A}"/>
                </a:ext>
              </a:extLst>
            </p:cNvPr>
            <p:cNvSpPr/>
            <p:nvPr/>
          </p:nvSpPr>
          <p:spPr>
            <a:xfrm>
              <a:off x="4358943" y="3793966"/>
              <a:ext cx="490892" cy="490890"/>
            </a:xfrm>
            <a:prstGeom prst="ellipse">
              <a:avLst/>
            </a:prstGeom>
            <a:gradFill flip="none" rotWithShape="1">
              <a:gsLst>
                <a:gs pos="100000">
                  <a:srgbClr val="5376AC"/>
                </a:gs>
                <a:gs pos="0">
                  <a:srgbClr val="E1E8EB">
                    <a:alpha val="0"/>
                  </a:srgbClr>
                </a:gs>
              </a:gsLst>
              <a:lin ang="13500000" scaled="1"/>
              <a:tileRect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7" name="Freeform 169">
              <a:extLst>
                <a:ext uri="{FF2B5EF4-FFF2-40B4-BE49-F238E27FC236}">
                  <a16:creationId xmlns:a16="http://schemas.microsoft.com/office/drawing/2014/main" id="{DF8E2B8F-DFCD-AA3D-84F9-CA4E8D1DA7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8806" y="3867452"/>
              <a:ext cx="330418" cy="330418"/>
            </a:xfrm>
            <a:custGeom>
              <a:avLst/>
              <a:gdLst>
                <a:gd name="T0" fmla="*/ 176 w 201"/>
                <a:gd name="T1" fmla="*/ 25 h 201"/>
                <a:gd name="T2" fmla="*/ 173 w 201"/>
                <a:gd name="T3" fmla="*/ 1 h 201"/>
                <a:gd name="T4" fmla="*/ 141 w 201"/>
                <a:gd name="T5" fmla="*/ 29 h 201"/>
                <a:gd name="T6" fmla="*/ 139 w 201"/>
                <a:gd name="T7" fmla="*/ 35 h 201"/>
                <a:gd name="T8" fmla="*/ 90 w 201"/>
                <a:gd name="T9" fmla="*/ 21 h 201"/>
                <a:gd name="T10" fmla="*/ 90 w 201"/>
                <a:gd name="T11" fmla="*/ 201 h 201"/>
                <a:gd name="T12" fmla="*/ 167 w 201"/>
                <a:gd name="T13" fmla="*/ 64 h 201"/>
                <a:gd name="T14" fmla="*/ 170 w 201"/>
                <a:gd name="T15" fmla="*/ 61 h 201"/>
                <a:gd name="T16" fmla="*/ 171 w 201"/>
                <a:gd name="T17" fmla="*/ 60 h 201"/>
                <a:gd name="T18" fmla="*/ 200 w 201"/>
                <a:gd name="T19" fmla="*/ 28 h 201"/>
                <a:gd name="T20" fmla="*/ 172 w 201"/>
                <a:gd name="T21" fmla="*/ 111 h 201"/>
                <a:gd name="T22" fmla="*/ 8 w 201"/>
                <a:gd name="T23" fmla="*/ 111 h 201"/>
                <a:gd name="T24" fmla="*/ 136 w 201"/>
                <a:gd name="T25" fmla="*/ 43 h 201"/>
                <a:gd name="T26" fmla="*/ 132 w 201"/>
                <a:gd name="T27" fmla="*/ 63 h 201"/>
                <a:gd name="T28" fmla="*/ 126 w 201"/>
                <a:gd name="T29" fmla="*/ 68 h 201"/>
                <a:gd name="T30" fmla="*/ 34 w 201"/>
                <a:gd name="T31" fmla="*/ 111 h 201"/>
                <a:gd name="T32" fmla="*/ 146 w 201"/>
                <a:gd name="T33" fmla="*/ 111 h 201"/>
                <a:gd name="T34" fmla="*/ 132 w 201"/>
                <a:gd name="T35" fmla="*/ 74 h 201"/>
                <a:gd name="T36" fmla="*/ 158 w 201"/>
                <a:gd name="T37" fmla="*/ 64 h 201"/>
                <a:gd name="T38" fmla="*/ 172 w 201"/>
                <a:gd name="T39" fmla="*/ 111 h 201"/>
                <a:gd name="T40" fmla="*/ 91 w 201"/>
                <a:gd name="T41" fmla="*/ 115 h 201"/>
                <a:gd name="T42" fmla="*/ 107 w 201"/>
                <a:gd name="T43" fmla="*/ 103 h 201"/>
                <a:gd name="T44" fmla="*/ 90 w 201"/>
                <a:gd name="T45" fmla="*/ 129 h 201"/>
                <a:gd name="T46" fmla="*/ 90 w 201"/>
                <a:gd name="T47" fmla="*/ 92 h 201"/>
                <a:gd name="T48" fmla="*/ 100 w 201"/>
                <a:gd name="T49" fmla="*/ 95 h 201"/>
                <a:gd name="T50" fmla="*/ 84 w 201"/>
                <a:gd name="T51" fmla="*/ 113 h 201"/>
                <a:gd name="T52" fmla="*/ 106 w 201"/>
                <a:gd name="T53" fmla="*/ 90 h 201"/>
                <a:gd name="T54" fmla="*/ 90 w 201"/>
                <a:gd name="T55" fmla="*/ 85 h 201"/>
                <a:gd name="T56" fmla="*/ 90 w 201"/>
                <a:gd name="T57" fmla="*/ 137 h 201"/>
                <a:gd name="T58" fmla="*/ 112 w 201"/>
                <a:gd name="T59" fmla="*/ 97 h 201"/>
                <a:gd name="T60" fmla="*/ 127 w 201"/>
                <a:gd name="T61" fmla="*/ 79 h 201"/>
                <a:gd name="T62" fmla="*/ 139 w 201"/>
                <a:gd name="T63" fmla="*/ 111 h 201"/>
                <a:gd name="T64" fmla="*/ 42 w 201"/>
                <a:gd name="T65" fmla="*/ 111 h 201"/>
                <a:gd name="T66" fmla="*/ 120 w 201"/>
                <a:gd name="T67" fmla="*/ 73 h 201"/>
                <a:gd name="T68" fmla="*/ 106 w 201"/>
                <a:gd name="T69" fmla="*/ 90 h 201"/>
                <a:gd name="T70" fmla="*/ 141 w 201"/>
                <a:gd name="T71" fmla="*/ 60 h 201"/>
                <a:gd name="T72" fmla="*/ 168 w 201"/>
                <a:gd name="T73" fmla="*/ 13 h 201"/>
                <a:gd name="T74" fmla="*/ 172 w 201"/>
                <a:gd name="T75" fmla="*/ 33 h 201"/>
                <a:gd name="T76" fmla="*/ 167 w 201"/>
                <a:gd name="T77" fmla="*/ 5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1" h="201">
                  <a:moveTo>
                    <a:pt x="197" y="25"/>
                  </a:moveTo>
                  <a:cubicBezTo>
                    <a:pt x="176" y="25"/>
                    <a:pt x="176" y="25"/>
                    <a:pt x="176" y="25"/>
                  </a:cubicBezTo>
                  <a:cubicBezTo>
                    <a:pt x="175" y="4"/>
                    <a:pt x="175" y="4"/>
                    <a:pt x="175" y="4"/>
                  </a:cubicBezTo>
                  <a:cubicBezTo>
                    <a:pt x="175" y="3"/>
                    <a:pt x="175" y="1"/>
                    <a:pt x="173" y="1"/>
                  </a:cubicBezTo>
                  <a:cubicBezTo>
                    <a:pt x="172" y="0"/>
                    <a:pt x="170" y="1"/>
                    <a:pt x="169" y="2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41" y="30"/>
                    <a:pt x="140" y="30"/>
                    <a:pt x="140" y="31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37" y="34"/>
                    <a:pt x="137" y="34"/>
                    <a:pt x="137" y="34"/>
                  </a:cubicBezTo>
                  <a:cubicBezTo>
                    <a:pt x="123" y="25"/>
                    <a:pt x="107" y="21"/>
                    <a:pt x="90" y="21"/>
                  </a:cubicBezTo>
                  <a:cubicBezTo>
                    <a:pt x="41" y="21"/>
                    <a:pt x="0" y="61"/>
                    <a:pt x="0" y="111"/>
                  </a:cubicBezTo>
                  <a:cubicBezTo>
                    <a:pt x="0" y="160"/>
                    <a:pt x="41" y="201"/>
                    <a:pt x="90" y="201"/>
                  </a:cubicBezTo>
                  <a:cubicBezTo>
                    <a:pt x="140" y="201"/>
                    <a:pt x="180" y="160"/>
                    <a:pt x="180" y="111"/>
                  </a:cubicBezTo>
                  <a:cubicBezTo>
                    <a:pt x="180" y="94"/>
                    <a:pt x="175" y="78"/>
                    <a:pt x="167" y="64"/>
                  </a:cubicBezTo>
                  <a:cubicBezTo>
                    <a:pt x="165" y="62"/>
                    <a:pt x="165" y="62"/>
                    <a:pt x="165" y="62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60"/>
                    <a:pt x="171" y="60"/>
                    <a:pt x="171" y="60"/>
                  </a:cubicBezTo>
                  <a:cubicBezTo>
                    <a:pt x="171" y="60"/>
                    <a:pt x="171" y="60"/>
                    <a:pt x="171" y="60"/>
                  </a:cubicBezTo>
                  <a:cubicBezTo>
                    <a:pt x="199" y="32"/>
                    <a:pt x="199" y="32"/>
                    <a:pt x="199" y="32"/>
                  </a:cubicBezTo>
                  <a:cubicBezTo>
                    <a:pt x="200" y="31"/>
                    <a:pt x="201" y="29"/>
                    <a:pt x="200" y="28"/>
                  </a:cubicBezTo>
                  <a:cubicBezTo>
                    <a:pt x="200" y="26"/>
                    <a:pt x="198" y="25"/>
                    <a:pt x="197" y="25"/>
                  </a:cubicBezTo>
                  <a:close/>
                  <a:moveTo>
                    <a:pt x="172" y="111"/>
                  </a:moveTo>
                  <a:cubicBezTo>
                    <a:pt x="172" y="156"/>
                    <a:pt x="135" y="193"/>
                    <a:pt x="90" y="193"/>
                  </a:cubicBezTo>
                  <a:cubicBezTo>
                    <a:pt x="45" y="193"/>
                    <a:pt x="8" y="156"/>
                    <a:pt x="8" y="111"/>
                  </a:cubicBezTo>
                  <a:cubicBezTo>
                    <a:pt x="8" y="65"/>
                    <a:pt x="45" y="28"/>
                    <a:pt x="90" y="28"/>
                  </a:cubicBezTo>
                  <a:cubicBezTo>
                    <a:pt x="107" y="28"/>
                    <a:pt x="123" y="33"/>
                    <a:pt x="136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2" y="63"/>
                    <a:pt x="132" y="63"/>
                    <a:pt x="132" y="63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8"/>
                    <a:pt x="126" y="68"/>
                    <a:pt x="126" y="68"/>
                  </a:cubicBezTo>
                  <a:cubicBezTo>
                    <a:pt x="116" y="59"/>
                    <a:pt x="103" y="55"/>
                    <a:pt x="90" y="55"/>
                  </a:cubicBezTo>
                  <a:cubicBezTo>
                    <a:pt x="59" y="55"/>
                    <a:pt x="34" y="80"/>
                    <a:pt x="34" y="111"/>
                  </a:cubicBezTo>
                  <a:cubicBezTo>
                    <a:pt x="34" y="142"/>
                    <a:pt x="59" y="167"/>
                    <a:pt x="90" y="167"/>
                  </a:cubicBezTo>
                  <a:cubicBezTo>
                    <a:pt x="121" y="167"/>
                    <a:pt x="146" y="142"/>
                    <a:pt x="146" y="111"/>
                  </a:cubicBezTo>
                  <a:cubicBezTo>
                    <a:pt x="146" y="98"/>
                    <a:pt x="142" y="85"/>
                    <a:pt x="133" y="75"/>
                  </a:cubicBezTo>
                  <a:cubicBezTo>
                    <a:pt x="132" y="74"/>
                    <a:pt x="132" y="74"/>
                    <a:pt x="132" y="74"/>
                  </a:cubicBezTo>
                  <a:cubicBezTo>
                    <a:pt x="138" y="69"/>
                    <a:pt x="138" y="69"/>
                    <a:pt x="138" y="69"/>
                  </a:cubicBezTo>
                  <a:cubicBezTo>
                    <a:pt x="158" y="64"/>
                    <a:pt x="158" y="64"/>
                    <a:pt x="158" y="64"/>
                  </a:cubicBezTo>
                  <a:cubicBezTo>
                    <a:pt x="158" y="65"/>
                    <a:pt x="158" y="65"/>
                    <a:pt x="158" y="65"/>
                  </a:cubicBezTo>
                  <a:cubicBezTo>
                    <a:pt x="168" y="78"/>
                    <a:pt x="172" y="94"/>
                    <a:pt x="172" y="111"/>
                  </a:cubicBezTo>
                  <a:close/>
                  <a:moveTo>
                    <a:pt x="85" y="115"/>
                  </a:moveTo>
                  <a:cubicBezTo>
                    <a:pt x="87" y="117"/>
                    <a:pt x="89" y="117"/>
                    <a:pt x="91" y="115"/>
                  </a:cubicBezTo>
                  <a:cubicBezTo>
                    <a:pt x="106" y="101"/>
                    <a:pt x="106" y="101"/>
                    <a:pt x="106" y="101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08" y="105"/>
                    <a:pt x="108" y="108"/>
                    <a:pt x="108" y="111"/>
                  </a:cubicBezTo>
                  <a:cubicBezTo>
                    <a:pt x="108" y="121"/>
                    <a:pt x="100" y="129"/>
                    <a:pt x="90" y="129"/>
                  </a:cubicBezTo>
                  <a:cubicBezTo>
                    <a:pt x="80" y="129"/>
                    <a:pt x="72" y="121"/>
                    <a:pt x="72" y="111"/>
                  </a:cubicBezTo>
                  <a:cubicBezTo>
                    <a:pt x="72" y="101"/>
                    <a:pt x="80" y="92"/>
                    <a:pt x="90" y="92"/>
                  </a:cubicBezTo>
                  <a:cubicBezTo>
                    <a:pt x="93" y="92"/>
                    <a:pt x="95" y="93"/>
                    <a:pt x="98" y="94"/>
                  </a:cubicBezTo>
                  <a:cubicBezTo>
                    <a:pt x="100" y="95"/>
                    <a:pt x="100" y="95"/>
                    <a:pt x="100" y="95"/>
                  </a:cubicBezTo>
                  <a:cubicBezTo>
                    <a:pt x="85" y="110"/>
                    <a:pt x="85" y="110"/>
                    <a:pt x="85" y="110"/>
                  </a:cubicBezTo>
                  <a:cubicBezTo>
                    <a:pt x="85" y="111"/>
                    <a:pt x="84" y="112"/>
                    <a:pt x="84" y="113"/>
                  </a:cubicBezTo>
                  <a:cubicBezTo>
                    <a:pt x="84" y="114"/>
                    <a:pt x="85" y="115"/>
                    <a:pt x="85" y="115"/>
                  </a:cubicBezTo>
                  <a:close/>
                  <a:moveTo>
                    <a:pt x="106" y="90"/>
                  </a:moveTo>
                  <a:cubicBezTo>
                    <a:pt x="104" y="89"/>
                    <a:pt x="104" y="89"/>
                    <a:pt x="104" y="89"/>
                  </a:cubicBezTo>
                  <a:cubicBezTo>
                    <a:pt x="100" y="86"/>
                    <a:pt x="95" y="85"/>
                    <a:pt x="90" y="85"/>
                  </a:cubicBezTo>
                  <a:cubicBezTo>
                    <a:pt x="76" y="85"/>
                    <a:pt x="64" y="96"/>
                    <a:pt x="64" y="111"/>
                  </a:cubicBezTo>
                  <a:cubicBezTo>
                    <a:pt x="64" y="125"/>
                    <a:pt x="76" y="137"/>
                    <a:pt x="90" y="137"/>
                  </a:cubicBezTo>
                  <a:cubicBezTo>
                    <a:pt x="104" y="137"/>
                    <a:pt x="116" y="125"/>
                    <a:pt x="116" y="111"/>
                  </a:cubicBezTo>
                  <a:cubicBezTo>
                    <a:pt x="116" y="106"/>
                    <a:pt x="115" y="101"/>
                    <a:pt x="112" y="97"/>
                  </a:cubicBezTo>
                  <a:cubicBezTo>
                    <a:pt x="111" y="95"/>
                    <a:pt x="111" y="95"/>
                    <a:pt x="111" y="95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128" y="81"/>
                    <a:pt x="128" y="81"/>
                    <a:pt x="128" y="81"/>
                  </a:cubicBezTo>
                  <a:cubicBezTo>
                    <a:pt x="135" y="90"/>
                    <a:pt x="139" y="100"/>
                    <a:pt x="139" y="111"/>
                  </a:cubicBezTo>
                  <a:cubicBezTo>
                    <a:pt x="139" y="137"/>
                    <a:pt x="117" y="159"/>
                    <a:pt x="90" y="159"/>
                  </a:cubicBezTo>
                  <a:cubicBezTo>
                    <a:pt x="63" y="159"/>
                    <a:pt x="42" y="137"/>
                    <a:pt x="42" y="111"/>
                  </a:cubicBezTo>
                  <a:cubicBezTo>
                    <a:pt x="42" y="84"/>
                    <a:pt x="63" y="62"/>
                    <a:pt x="90" y="62"/>
                  </a:cubicBezTo>
                  <a:cubicBezTo>
                    <a:pt x="101" y="62"/>
                    <a:pt x="111" y="66"/>
                    <a:pt x="120" y="73"/>
                  </a:cubicBezTo>
                  <a:cubicBezTo>
                    <a:pt x="122" y="74"/>
                    <a:pt x="122" y="74"/>
                    <a:pt x="122" y="74"/>
                  </a:cubicBezTo>
                  <a:lnTo>
                    <a:pt x="106" y="90"/>
                  </a:lnTo>
                  <a:close/>
                  <a:moveTo>
                    <a:pt x="167" y="54"/>
                  </a:moveTo>
                  <a:cubicBezTo>
                    <a:pt x="141" y="60"/>
                    <a:pt x="141" y="60"/>
                    <a:pt x="141" y="60"/>
                  </a:cubicBezTo>
                  <a:cubicBezTo>
                    <a:pt x="147" y="34"/>
                    <a:pt x="147" y="34"/>
                    <a:pt x="147" y="34"/>
                  </a:cubicBezTo>
                  <a:cubicBezTo>
                    <a:pt x="168" y="13"/>
                    <a:pt x="168" y="13"/>
                    <a:pt x="168" y="13"/>
                  </a:cubicBezTo>
                  <a:cubicBezTo>
                    <a:pt x="168" y="29"/>
                    <a:pt x="168" y="29"/>
                    <a:pt x="168" y="29"/>
                  </a:cubicBezTo>
                  <a:cubicBezTo>
                    <a:pt x="168" y="31"/>
                    <a:pt x="170" y="33"/>
                    <a:pt x="172" y="33"/>
                  </a:cubicBezTo>
                  <a:cubicBezTo>
                    <a:pt x="188" y="33"/>
                    <a:pt x="188" y="33"/>
                    <a:pt x="188" y="33"/>
                  </a:cubicBezTo>
                  <a:lnTo>
                    <a:pt x="167" y="54"/>
                  </a:lnTo>
                  <a:close/>
                </a:path>
              </a:pathLst>
            </a:custGeom>
            <a:solidFill>
              <a:srgbClr val="50525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F093D939-9A61-9534-0443-5902752E0669}"/>
              </a:ext>
            </a:extLst>
          </p:cNvPr>
          <p:cNvGrpSpPr/>
          <p:nvPr/>
        </p:nvGrpSpPr>
        <p:grpSpPr>
          <a:xfrm>
            <a:off x="4370446" y="4643168"/>
            <a:ext cx="490892" cy="490890"/>
            <a:chOff x="4358943" y="4786315"/>
            <a:chExt cx="490892" cy="490890"/>
          </a:xfrm>
        </p:grpSpPr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C019393B-3FEF-991F-30E6-08FE1C9FF60D}"/>
                </a:ext>
              </a:extLst>
            </p:cNvPr>
            <p:cNvSpPr/>
            <p:nvPr/>
          </p:nvSpPr>
          <p:spPr>
            <a:xfrm>
              <a:off x="4358943" y="4786315"/>
              <a:ext cx="490892" cy="490890"/>
            </a:xfrm>
            <a:prstGeom prst="ellipse">
              <a:avLst/>
            </a:prstGeom>
            <a:gradFill flip="none" rotWithShape="1">
              <a:gsLst>
                <a:gs pos="100000">
                  <a:srgbClr val="5376AC"/>
                </a:gs>
                <a:gs pos="0">
                  <a:srgbClr val="E1E8EB">
                    <a:alpha val="0"/>
                  </a:srgbClr>
                </a:gs>
              </a:gsLst>
              <a:lin ang="13500000" scaled="1"/>
              <a:tileRect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05" name="Picture 50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6CDBEE1-F04A-93FD-AE41-40DD3AF22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email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6215" y="4846331"/>
              <a:ext cx="355600" cy="355600"/>
            </a:xfrm>
            <a:prstGeom prst="rect">
              <a:avLst/>
            </a:prstGeom>
          </p:spPr>
        </p:pic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E0369096-30F8-2920-31B7-0672139233BD}"/>
              </a:ext>
            </a:extLst>
          </p:cNvPr>
          <p:cNvGrpSpPr/>
          <p:nvPr/>
        </p:nvGrpSpPr>
        <p:grpSpPr>
          <a:xfrm>
            <a:off x="4370446" y="5717710"/>
            <a:ext cx="490892" cy="490890"/>
            <a:chOff x="4358943" y="5778664"/>
            <a:chExt cx="490892" cy="490890"/>
          </a:xfrm>
        </p:grpSpPr>
        <p:sp>
          <p:nvSpPr>
            <p:cNvPr id="502" name="Oval 501">
              <a:extLst>
                <a:ext uri="{FF2B5EF4-FFF2-40B4-BE49-F238E27FC236}">
                  <a16:creationId xmlns:a16="http://schemas.microsoft.com/office/drawing/2014/main" id="{7CEAAADE-BF02-C566-15E7-F04CEE40EB73}"/>
                </a:ext>
              </a:extLst>
            </p:cNvPr>
            <p:cNvSpPr/>
            <p:nvPr/>
          </p:nvSpPr>
          <p:spPr>
            <a:xfrm>
              <a:off x="4358943" y="5778664"/>
              <a:ext cx="490892" cy="490890"/>
            </a:xfrm>
            <a:prstGeom prst="ellipse">
              <a:avLst/>
            </a:prstGeom>
            <a:gradFill flip="none" rotWithShape="1">
              <a:gsLst>
                <a:gs pos="100000">
                  <a:srgbClr val="5376AC"/>
                </a:gs>
                <a:gs pos="0">
                  <a:srgbClr val="E1E8EB">
                    <a:alpha val="0"/>
                  </a:srgbClr>
                </a:gs>
              </a:gsLst>
              <a:lin ang="13500000" scaled="1"/>
              <a:tileRect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3" name="Freeform 57">
              <a:extLst>
                <a:ext uri="{FF2B5EF4-FFF2-40B4-BE49-F238E27FC236}">
                  <a16:creationId xmlns:a16="http://schemas.microsoft.com/office/drawing/2014/main" id="{6E698733-0DCF-721A-7AFF-492E603C2E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62111" y="5874967"/>
              <a:ext cx="309230" cy="307558"/>
            </a:xfrm>
            <a:custGeom>
              <a:avLst/>
              <a:gdLst>
                <a:gd name="T0" fmla="*/ 128 w 2053"/>
                <a:gd name="T1" fmla="*/ 1362 h 2050"/>
                <a:gd name="T2" fmla="*/ 132 w 2053"/>
                <a:gd name="T3" fmla="*/ 1550 h 2050"/>
                <a:gd name="T4" fmla="*/ 203 w 2053"/>
                <a:gd name="T5" fmla="*/ 1667 h 2050"/>
                <a:gd name="T6" fmla="*/ 358 w 2053"/>
                <a:gd name="T7" fmla="*/ 1876 h 2050"/>
                <a:gd name="T8" fmla="*/ 1673 w 2053"/>
                <a:gd name="T9" fmla="*/ 2048 h 2050"/>
                <a:gd name="T10" fmla="*/ 1649 w 2053"/>
                <a:gd name="T11" fmla="*/ 1901 h 2050"/>
                <a:gd name="T12" fmla="*/ 1516 w 2053"/>
                <a:gd name="T13" fmla="*/ 1581 h 2050"/>
                <a:gd name="T14" fmla="*/ 1614 w 2053"/>
                <a:gd name="T15" fmla="*/ 1976 h 2050"/>
                <a:gd name="T16" fmla="*/ 753 w 2053"/>
                <a:gd name="T17" fmla="*/ 1753 h 2050"/>
                <a:gd name="T18" fmla="*/ 985 w 2053"/>
                <a:gd name="T19" fmla="*/ 1505 h 2050"/>
                <a:gd name="T20" fmla="*/ 638 w 2053"/>
                <a:gd name="T21" fmla="*/ 1721 h 2050"/>
                <a:gd name="T22" fmla="*/ 266 w 2053"/>
                <a:gd name="T23" fmla="*/ 1703 h 2050"/>
                <a:gd name="T24" fmla="*/ 202 w 2053"/>
                <a:gd name="T25" fmla="*/ 1535 h 2050"/>
                <a:gd name="T26" fmla="*/ 167 w 2053"/>
                <a:gd name="T27" fmla="*/ 1434 h 2050"/>
                <a:gd name="T28" fmla="*/ 122 w 2053"/>
                <a:gd name="T29" fmla="*/ 1238 h 2050"/>
                <a:gd name="T30" fmla="*/ 261 w 2053"/>
                <a:gd name="T31" fmla="*/ 902 h 2050"/>
                <a:gd name="T32" fmla="*/ 201 w 2053"/>
                <a:gd name="T33" fmla="*/ 711 h 2050"/>
                <a:gd name="T34" fmla="*/ 284 w 2053"/>
                <a:gd name="T35" fmla="*/ 463 h 2050"/>
                <a:gd name="T36" fmla="*/ 1194 w 2053"/>
                <a:gd name="T37" fmla="*/ 80 h 2050"/>
                <a:gd name="T38" fmla="*/ 699 w 2053"/>
                <a:gd name="T39" fmla="*/ 50 h 2050"/>
                <a:gd name="T40" fmla="*/ 187 w 2053"/>
                <a:gd name="T41" fmla="*/ 563 h 2050"/>
                <a:gd name="T42" fmla="*/ 178 w 2053"/>
                <a:gd name="T43" fmla="*/ 821 h 2050"/>
                <a:gd name="T44" fmla="*/ 6 w 2053"/>
                <a:gd name="T45" fmla="*/ 1214 h 2050"/>
                <a:gd name="T46" fmla="*/ 412 w 2053"/>
                <a:gd name="T47" fmla="*/ 510 h 2050"/>
                <a:gd name="T48" fmla="*/ 677 w 2053"/>
                <a:gd name="T49" fmla="*/ 212 h 2050"/>
                <a:gd name="T50" fmla="*/ 323 w 2053"/>
                <a:gd name="T51" fmla="*/ 579 h 2050"/>
                <a:gd name="T52" fmla="*/ 386 w 2053"/>
                <a:gd name="T53" fmla="*/ 609 h 2050"/>
                <a:gd name="T54" fmla="*/ 278 w 2053"/>
                <a:gd name="T55" fmla="*/ 719 h 2050"/>
                <a:gd name="T56" fmla="*/ 1120 w 2053"/>
                <a:gd name="T57" fmla="*/ 1077 h 2050"/>
                <a:gd name="T58" fmla="*/ 1234 w 2053"/>
                <a:gd name="T59" fmla="*/ 1463 h 2050"/>
                <a:gd name="T60" fmla="*/ 1507 w 2053"/>
                <a:gd name="T61" fmla="*/ 1463 h 2050"/>
                <a:gd name="T62" fmla="*/ 1620 w 2053"/>
                <a:gd name="T63" fmla="*/ 1077 h 2050"/>
                <a:gd name="T64" fmla="*/ 927 w 2053"/>
                <a:gd name="T65" fmla="*/ 692 h 2050"/>
                <a:gd name="T66" fmla="*/ 1234 w 2053"/>
                <a:gd name="T67" fmla="*/ 685 h 2050"/>
                <a:gd name="T68" fmla="*/ 1336 w 2053"/>
                <a:gd name="T69" fmla="*/ 1197 h 2050"/>
                <a:gd name="T70" fmla="*/ 1370 w 2053"/>
                <a:gd name="T71" fmla="*/ 1538 h 2050"/>
                <a:gd name="T72" fmla="*/ 1507 w 2053"/>
                <a:gd name="T73" fmla="*/ 1367 h 2050"/>
                <a:gd name="T74" fmla="*/ 1234 w 2053"/>
                <a:gd name="T75" fmla="*/ 1299 h 2050"/>
                <a:gd name="T76" fmla="*/ 1507 w 2053"/>
                <a:gd name="T77" fmla="*/ 1367 h 2050"/>
                <a:gd name="T78" fmla="*/ 1473 w 2053"/>
                <a:gd name="T79" fmla="*/ 1124 h 2050"/>
                <a:gd name="T80" fmla="*/ 1507 w 2053"/>
                <a:gd name="T81" fmla="*/ 616 h 2050"/>
                <a:gd name="T82" fmla="*/ 1336 w 2053"/>
                <a:gd name="T83" fmla="*/ 719 h 2050"/>
                <a:gd name="T84" fmla="*/ 1268 w 2053"/>
                <a:gd name="T85" fmla="*/ 821 h 2050"/>
                <a:gd name="T86" fmla="*/ 995 w 2053"/>
                <a:gd name="T87" fmla="*/ 693 h 2050"/>
                <a:gd name="T88" fmla="*/ 1473 w 2053"/>
                <a:gd name="T89" fmla="*/ 719 h 2050"/>
                <a:gd name="T90" fmla="*/ 1473 w 2053"/>
                <a:gd name="T91" fmla="*/ 753 h 2050"/>
                <a:gd name="T92" fmla="*/ 2019 w 2053"/>
                <a:gd name="T93" fmla="*/ 651 h 2050"/>
                <a:gd name="T94" fmla="*/ 1756 w 2053"/>
                <a:gd name="T95" fmla="*/ 333 h 2050"/>
                <a:gd name="T96" fmla="*/ 1838 w 2053"/>
                <a:gd name="T97" fmla="*/ 193 h 2050"/>
                <a:gd name="T98" fmla="*/ 1756 w 2053"/>
                <a:gd name="T99" fmla="*/ 333 h 2050"/>
                <a:gd name="T100" fmla="*/ 1370 w 2053"/>
                <a:gd name="T101" fmla="*/ 2 h 2050"/>
                <a:gd name="T102" fmla="*/ 1008 w 2053"/>
                <a:gd name="T103" fmla="*/ 323 h 2050"/>
                <a:gd name="T104" fmla="*/ 903 w 2053"/>
                <a:gd name="T105" fmla="*/ 193 h 2050"/>
                <a:gd name="T106" fmla="*/ 984 w 2053"/>
                <a:gd name="T107" fmla="*/ 333 h 2050"/>
                <a:gd name="T108" fmla="*/ 722 w 2053"/>
                <a:gd name="T109" fmla="*/ 719 h 2050"/>
                <a:gd name="T110" fmla="*/ 722 w 2053"/>
                <a:gd name="T111" fmla="*/ 651 h 2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53" h="2050">
                  <a:moveTo>
                    <a:pt x="55" y="1278"/>
                  </a:moveTo>
                  <a:cubicBezTo>
                    <a:pt x="66" y="1286"/>
                    <a:pt x="78" y="1293"/>
                    <a:pt x="91" y="1299"/>
                  </a:cubicBezTo>
                  <a:cubicBezTo>
                    <a:pt x="105" y="1306"/>
                    <a:pt x="130" y="1319"/>
                    <a:pt x="132" y="1328"/>
                  </a:cubicBezTo>
                  <a:cubicBezTo>
                    <a:pt x="134" y="1339"/>
                    <a:pt x="133" y="1351"/>
                    <a:pt x="128" y="1362"/>
                  </a:cubicBezTo>
                  <a:cubicBezTo>
                    <a:pt x="123" y="1373"/>
                    <a:pt x="117" y="1383"/>
                    <a:pt x="113" y="1391"/>
                  </a:cubicBezTo>
                  <a:cubicBezTo>
                    <a:pt x="100" y="1413"/>
                    <a:pt x="79" y="1450"/>
                    <a:pt x="111" y="1476"/>
                  </a:cubicBezTo>
                  <a:cubicBezTo>
                    <a:pt x="118" y="1482"/>
                    <a:pt x="131" y="1492"/>
                    <a:pt x="143" y="1501"/>
                  </a:cubicBezTo>
                  <a:cubicBezTo>
                    <a:pt x="134" y="1516"/>
                    <a:pt x="130" y="1533"/>
                    <a:pt x="132" y="1550"/>
                  </a:cubicBezTo>
                  <a:cubicBezTo>
                    <a:pt x="133" y="1564"/>
                    <a:pt x="141" y="1576"/>
                    <a:pt x="152" y="1584"/>
                  </a:cubicBezTo>
                  <a:cubicBezTo>
                    <a:pt x="159" y="1589"/>
                    <a:pt x="168" y="1594"/>
                    <a:pt x="175" y="1599"/>
                  </a:cubicBezTo>
                  <a:cubicBezTo>
                    <a:pt x="196" y="1610"/>
                    <a:pt x="204" y="1615"/>
                    <a:pt x="206" y="1626"/>
                  </a:cubicBezTo>
                  <a:cubicBezTo>
                    <a:pt x="208" y="1640"/>
                    <a:pt x="207" y="1654"/>
                    <a:pt x="203" y="1667"/>
                  </a:cubicBezTo>
                  <a:cubicBezTo>
                    <a:pt x="201" y="1676"/>
                    <a:pt x="199" y="1685"/>
                    <a:pt x="198" y="1694"/>
                  </a:cubicBezTo>
                  <a:cubicBezTo>
                    <a:pt x="194" y="1725"/>
                    <a:pt x="198" y="1757"/>
                    <a:pt x="209" y="1786"/>
                  </a:cubicBezTo>
                  <a:cubicBezTo>
                    <a:pt x="224" y="1841"/>
                    <a:pt x="273" y="1878"/>
                    <a:pt x="330" y="1879"/>
                  </a:cubicBezTo>
                  <a:cubicBezTo>
                    <a:pt x="339" y="1879"/>
                    <a:pt x="348" y="1878"/>
                    <a:pt x="358" y="1876"/>
                  </a:cubicBezTo>
                  <a:cubicBezTo>
                    <a:pt x="455" y="1853"/>
                    <a:pt x="551" y="1824"/>
                    <a:pt x="645" y="1790"/>
                  </a:cubicBezTo>
                  <a:cubicBezTo>
                    <a:pt x="722" y="1835"/>
                    <a:pt x="771" y="1973"/>
                    <a:pt x="784" y="2024"/>
                  </a:cubicBezTo>
                  <a:cubicBezTo>
                    <a:pt x="787" y="2039"/>
                    <a:pt x="801" y="2050"/>
                    <a:pt x="817" y="2050"/>
                  </a:cubicBezTo>
                  <a:cubicBezTo>
                    <a:pt x="1673" y="2048"/>
                    <a:pt x="1673" y="2048"/>
                    <a:pt x="1673" y="2048"/>
                  </a:cubicBezTo>
                  <a:cubicBezTo>
                    <a:pt x="1684" y="2048"/>
                    <a:pt x="1694" y="2042"/>
                    <a:pt x="1701" y="2034"/>
                  </a:cubicBezTo>
                  <a:cubicBezTo>
                    <a:pt x="1707" y="2025"/>
                    <a:pt x="1709" y="2014"/>
                    <a:pt x="1706" y="2003"/>
                  </a:cubicBezTo>
                  <a:cubicBezTo>
                    <a:pt x="1697" y="1980"/>
                    <a:pt x="1686" y="1958"/>
                    <a:pt x="1671" y="1938"/>
                  </a:cubicBezTo>
                  <a:cubicBezTo>
                    <a:pt x="1663" y="1927"/>
                    <a:pt x="1656" y="1914"/>
                    <a:pt x="1649" y="1901"/>
                  </a:cubicBezTo>
                  <a:cubicBezTo>
                    <a:pt x="1634" y="1870"/>
                    <a:pt x="1621" y="1838"/>
                    <a:pt x="1611" y="1804"/>
                  </a:cubicBezTo>
                  <a:cubicBezTo>
                    <a:pt x="1592" y="1739"/>
                    <a:pt x="1578" y="1672"/>
                    <a:pt x="1571" y="1605"/>
                  </a:cubicBezTo>
                  <a:cubicBezTo>
                    <a:pt x="1570" y="1592"/>
                    <a:pt x="1562" y="1581"/>
                    <a:pt x="1550" y="1576"/>
                  </a:cubicBezTo>
                  <a:cubicBezTo>
                    <a:pt x="1539" y="1571"/>
                    <a:pt x="1526" y="1573"/>
                    <a:pt x="1516" y="1581"/>
                  </a:cubicBezTo>
                  <a:cubicBezTo>
                    <a:pt x="1506" y="1588"/>
                    <a:pt x="1501" y="1601"/>
                    <a:pt x="1503" y="1613"/>
                  </a:cubicBezTo>
                  <a:cubicBezTo>
                    <a:pt x="1511" y="1685"/>
                    <a:pt x="1525" y="1756"/>
                    <a:pt x="1546" y="1825"/>
                  </a:cubicBezTo>
                  <a:cubicBezTo>
                    <a:pt x="1557" y="1861"/>
                    <a:pt x="1571" y="1897"/>
                    <a:pt x="1588" y="1931"/>
                  </a:cubicBezTo>
                  <a:cubicBezTo>
                    <a:pt x="1596" y="1947"/>
                    <a:pt x="1604" y="1962"/>
                    <a:pt x="1614" y="1976"/>
                  </a:cubicBezTo>
                  <a:cubicBezTo>
                    <a:pt x="1617" y="1980"/>
                    <a:pt x="1617" y="1980"/>
                    <a:pt x="1617" y="1980"/>
                  </a:cubicBezTo>
                  <a:cubicBezTo>
                    <a:pt x="842" y="1982"/>
                    <a:pt x="842" y="1982"/>
                    <a:pt x="842" y="1982"/>
                  </a:cubicBezTo>
                  <a:cubicBezTo>
                    <a:pt x="820" y="1901"/>
                    <a:pt x="779" y="1826"/>
                    <a:pt x="722" y="1764"/>
                  </a:cubicBezTo>
                  <a:cubicBezTo>
                    <a:pt x="753" y="1753"/>
                    <a:pt x="753" y="1753"/>
                    <a:pt x="753" y="1753"/>
                  </a:cubicBezTo>
                  <a:cubicBezTo>
                    <a:pt x="776" y="1745"/>
                    <a:pt x="793" y="1739"/>
                    <a:pt x="802" y="1736"/>
                  </a:cubicBezTo>
                  <a:cubicBezTo>
                    <a:pt x="948" y="1690"/>
                    <a:pt x="1021" y="1623"/>
                    <a:pt x="1019" y="1538"/>
                  </a:cubicBezTo>
                  <a:cubicBezTo>
                    <a:pt x="1019" y="1529"/>
                    <a:pt x="1016" y="1520"/>
                    <a:pt x="1009" y="1514"/>
                  </a:cubicBezTo>
                  <a:cubicBezTo>
                    <a:pt x="1003" y="1508"/>
                    <a:pt x="994" y="1504"/>
                    <a:pt x="985" y="1505"/>
                  </a:cubicBezTo>
                  <a:cubicBezTo>
                    <a:pt x="966" y="1505"/>
                    <a:pt x="951" y="1521"/>
                    <a:pt x="951" y="1540"/>
                  </a:cubicBezTo>
                  <a:cubicBezTo>
                    <a:pt x="952" y="1575"/>
                    <a:pt x="923" y="1626"/>
                    <a:pt x="781" y="1671"/>
                  </a:cubicBezTo>
                  <a:cubicBezTo>
                    <a:pt x="772" y="1674"/>
                    <a:pt x="754" y="1680"/>
                    <a:pt x="731" y="1688"/>
                  </a:cubicBezTo>
                  <a:cubicBezTo>
                    <a:pt x="705" y="1697"/>
                    <a:pt x="673" y="1709"/>
                    <a:pt x="638" y="1721"/>
                  </a:cubicBezTo>
                  <a:cubicBezTo>
                    <a:pt x="637" y="1721"/>
                    <a:pt x="637" y="1721"/>
                    <a:pt x="637" y="1721"/>
                  </a:cubicBezTo>
                  <a:cubicBezTo>
                    <a:pt x="541" y="1756"/>
                    <a:pt x="443" y="1786"/>
                    <a:pt x="344" y="1809"/>
                  </a:cubicBezTo>
                  <a:cubicBezTo>
                    <a:pt x="312" y="1816"/>
                    <a:pt x="281" y="1796"/>
                    <a:pt x="274" y="1764"/>
                  </a:cubicBezTo>
                  <a:cubicBezTo>
                    <a:pt x="266" y="1745"/>
                    <a:pt x="263" y="1724"/>
                    <a:pt x="266" y="1703"/>
                  </a:cubicBezTo>
                  <a:cubicBezTo>
                    <a:pt x="266" y="1696"/>
                    <a:pt x="268" y="1689"/>
                    <a:pt x="270" y="1682"/>
                  </a:cubicBezTo>
                  <a:cubicBezTo>
                    <a:pt x="277" y="1658"/>
                    <a:pt x="278" y="1633"/>
                    <a:pt x="273" y="1609"/>
                  </a:cubicBezTo>
                  <a:cubicBezTo>
                    <a:pt x="263" y="1578"/>
                    <a:pt x="240" y="1552"/>
                    <a:pt x="209" y="1539"/>
                  </a:cubicBezTo>
                  <a:cubicBezTo>
                    <a:pt x="202" y="1535"/>
                    <a:pt x="202" y="1535"/>
                    <a:pt x="202" y="1535"/>
                  </a:cubicBezTo>
                  <a:cubicBezTo>
                    <a:pt x="206" y="1528"/>
                    <a:pt x="210" y="1521"/>
                    <a:pt x="215" y="1514"/>
                  </a:cubicBezTo>
                  <a:cubicBezTo>
                    <a:pt x="221" y="1507"/>
                    <a:pt x="224" y="1498"/>
                    <a:pt x="222" y="1488"/>
                  </a:cubicBezTo>
                  <a:cubicBezTo>
                    <a:pt x="221" y="1479"/>
                    <a:pt x="216" y="1471"/>
                    <a:pt x="209" y="1465"/>
                  </a:cubicBezTo>
                  <a:cubicBezTo>
                    <a:pt x="201" y="1459"/>
                    <a:pt x="181" y="1445"/>
                    <a:pt x="167" y="1434"/>
                  </a:cubicBezTo>
                  <a:cubicBezTo>
                    <a:pt x="169" y="1431"/>
                    <a:pt x="171" y="1427"/>
                    <a:pt x="172" y="1424"/>
                  </a:cubicBezTo>
                  <a:cubicBezTo>
                    <a:pt x="178" y="1415"/>
                    <a:pt x="184" y="1404"/>
                    <a:pt x="190" y="1391"/>
                  </a:cubicBezTo>
                  <a:cubicBezTo>
                    <a:pt x="201" y="1368"/>
                    <a:pt x="204" y="1341"/>
                    <a:pt x="199" y="1315"/>
                  </a:cubicBezTo>
                  <a:cubicBezTo>
                    <a:pt x="191" y="1273"/>
                    <a:pt x="151" y="1253"/>
                    <a:pt x="122" y="1238"/>
                  </a:cubicBezTo>
                  <a:cubicBezTo>
                    <a:pt x="112" y="1233"/>
                    <a:pt x="103" y="1228"/>
                    <a:pt x="94" y="1222"/>
                  </a:cubicBezTo>
                  <a:cubicBezTo>
                    <a:pt x="86" y="1217"/>
                    <a:pt x="80" y="1211"/>
                    <a:pt x="73" y="1205"/>
                  </a:cubicBezTo>
                  <a:cubicBezTo>
                    <a:pt x="73" y="1200"/>
                    <a:pt x="79" y="1188"/>
                    <a:pt x="105" y="1156"/>
                  </a:cubicBezTo>
                  <a:cubicBezTo>
                    <a:pt x="166" y="1077"/>
                    <a:pt x="218" y="992"/>
                    <a:pt x="261" y="902"/>
                  </a:cubicBezTo>
                  <a:cubicBezTo>
                    <a:pt x="269" y="888"/>
                    <a:pt x="274" y="872"/>
                    <a:pt x="274" y="856"/>
                  </a:cubicBezTo>
                  <a:cubicBezTo>
                    <a:pt x="271" y="822"/>
                    <a:pt x="253" y="790"/>
                    <a:pt x="224" y="771"/>
                  </a:cubicBezTo>
                  <a:cubicBezTo>
                    <a:pt x="211" y="758"/>
                    <a:pt x="198" y="746"/>
                    <a:pt x="196" y="735"/>
                  </a:cubicBezTo>
                  <a:cubicBezTo>
                    <a:pt x="196" y="727"/>
                    <a:pt x="198" y="719"/>
                    <a:pt x="201" y="711"/>
                  </a:cubicBezTo>
                  <a:cubicBezTo>
                    <a:pt x="207" y="697"/>
                    <a:pt x="213" y="682"/>
                    <a:pt x="220" y="668"/>
                  </a:cubicBezTo>
                  <a:cubicBezTo>
                    <a:pt x="234" y="639"/>
                    <a:pt x="245" y="609"/>
                    <a:pt x="253" y="578"/>
                  </a:cubicBezTo>
                  <a:cubicBezTo>
                    <a:pt x="257" y="564"/>
                    <a:pt x="257" y="564"/>
                    <a:pt x="257" y="564"/>
                  </a:cubicBezTo>
                  <a:cubicBezTo>
                    <a:pt x="264" y="529"/>
                    <a:pt x="273" y="496"/>
                    <a:pt x="284" y="463"/>
                  </a:cubicBezTo>
                  <a:cubicBezTo>
                    <a:pt x="311" y="389"/>
                    <a:pt x="353" y="320"/>
                    <a:pt x="407" y="263"/>
                  </a:cubicBezTo>
                  <a:cubicBezTo>
                    <a:pt x="472" y="194"/>
                    <a:pt x="575" y="145"/>
                    <a:pt x="713" y="117"/>
                  </a:cubicBezTo>
                  <a:cubicBezTo>
                    <a:pt x="818" y="94"/>
                    <a:pt x="925" y="79"/>
                    <a:pt x="1033" y="71"/>
                  </a:cubicBezTo>
                  <a:cubicBezTo>
                    <a:pt x="1087" y="68"/>
                    <a:pt x="1141" y="71"/>
                    <a:pt x="1194" y="80"/>
                  </a:cubicBezTo>
                  <a:cubicBezTo>
                    <a:pt x="1212" y="83"/>
                    <a:pt x="1229" y="71"/>
                    <a:pt x="1233" y="52"/>
                  </a:cubicBezTo>
                  <a:cubicBezTo>
                    <a:pt x="1236" y="34"/>
                    <a:pt x="1224" y="17"/>
                    <a:pt x="1206" y="13"/>
                  </a:cubicBezTo>
                  <a:cubicBezTo>
                    <a:pt x="1147" y="3"/>
                    <a:pt x="1088" y="0"/>
                    <a:pt x="1030" y="3"/>
                  </a:cubicBezTo>
                  <a:cubicBezTo>
                    <a:pt x="919" y="11"/>
                    <a:pt x="808" y="27"/>
                    <a:pt x="699" y="50"/>
                  </a:cubicBezTo>
                  <a:cubicBezTo>
                    <a:pt x="546" y="81"/>
                    <a:pt x="434" y="135"/>
                    <a:pt x="357" y="216"/>
                  </a:cubicBezTo>
                  <a:cubicBezTo>
                    <a:pt x="297" y="280"/>
                    <a:pt x="251" y="356"/>
                    <a:pt x="220" y="439"/>
                  </a:cubicBezTo>
                  <a:cubicBezTo>
                    <a:pt x="208" y="475"/>
                    <a:pt x="198" y="511"/>
                    <a:pt x="190" y="548"/>
                  </a:cubicBezTo>
                  <a:cubicBezTo>
                    <a:pt x="187" y="563"/>
                    <a:pt x="187" y="563"/>
                    <a:pt x="187" y="563"/>
                  </a:cubicBezTo>
                  <a:cubicBezTo>
                    <a:pt x="179" y="589"/>
                    <a:pt x="170" y="615"/>
                    <a:pt x="158" y="640"/>
                  </a:cubicBezTo>
                  <a:cubicBezTo>
                    <a:pt x="151" y="656"/>
                    <a:pt x="144" y="671"/>
                    <a:pt x="138" y="688"/>
                  </a:cubicBezTo>
                  <a:cubicBezTo>
                    <a:pt x="130" y="705"/>
                    <a:pt x="127" y="725"/>
                    <a:pt x="128" y="745"/>
                  </a:cubicBezTo>
                  <a:cubicBezTo>
                    <a:pt x="135" y="775"/>
                    <a:pt x="153" y="802"/>
                    <a:pt x="178" y="821"/>
                  </a:cubicBezTo>
                  <a:cubicBezTo>
                    <a:pt x="195" y="836"/>
                    <a:pt x="206" y="847"/>
                    <a:pt x="206" y="856"/>
                  </a:cubicBezTo>
                  <a:cubicBezTo>
                    <a:pt x="205" y="862"/>
                    <a:pt x="203" y="867"/>
                    <a:pt x="200" y="871"/>
                  </a:cubicBezTo>
                  <a:cubicBezTo>
                    <a:pt x="159" y="957"/>
                    <a:pt x="109" y="1039"/>
                    <a:pt x="51" y="1114"/>
                  </a:cubicBezTo>
                  <a:cubicBezTo>
                    <a:pt x="26" y="1144"/>
                    <a:pt x="0" y="1179"/>
                    <a:pt x="6" y="1214"/>
                  </a:cubicBezTo>
                  <a:cubicBezTo>
                    <a:pt x="13" y="1241"/>
                    <a:pt x="31" y="1265"/>
                    <a:pt x="55" y="1278"/>
                  </a:cubicBezTo>
                  <a:close/>
                  <a:moveTo>
                    <a:pt x="386" y="609"/>
                  </a:moveTo>
                  <a:cubicBezTo>
                    <a:pt x="390" y="594"/>
                    <a:pt x="390" y="594"/>
                    <a:pt x="390" y="594"/>
                  </a:cubicBezTo>
                  <a:cubicBezTo>
                    <a:pt x="396" y="566"/>
                    <a:pt x="403" y="538"/>
                    <a:pt x="412" y="510"/>
                  </a:cubicBezTo>
                  <a:cubicBezTo>
                    <a:pt x="433" y="453"/>
                    <a:pt x="465" y="401"/>
                    <a:pt x="506" y="357"/>
                  </a:cubicBezTo>
                  <a:cubicBezTo>
                    <a:pt x="550" y="315"/>
                    <a:pt x="604" y="285"/>
                    <a:pt x="663" y="270"/>
                  </a:cubicBezTo>
                  <a:cubicBezTo>
                    <a:pt x="675" y="267"/>
                    <a:pt x="684" y="257"/>
                    <a:pt x="687" y="245"/>
                  </a:cubicBezTo>
                  <a:cubicBezTo>
                    <a:pt x="690" y="233"/>
                    <a:pt x="686" y="221"/>
                    <a:pt x="677" y="212"/>
                  </a:cubicBezTo>
                  <a:cubicBezTo>
                    <a:pt x="668" y="204"/>
                    <a:pt x="655" y="201"/>
                    <a:pt x="643" y="205"/>
                  </a:cubicBezTo>
                  <a:cubicBezTo>
                    <a:pt x="573" y="223"/>
                    <a:pt x="509" y="259"/>
                    <a:pt x="456" y="310"/>
                  </a:cubicBezTo>
                  <a:cubicBezTo>
                    <a:pt x="409" y="361"/>
                    <a:pt x="372" y="421"/>
                    <a:pt x="348" y="487"/>
                  </a:cubicBezTo>
                  <a:cubicBezTo>
                    <a:pt x="338" y="517"/>
                    <a:pt x="330" y="548"/>
                    <a:pt x="323" y="579"/>
                  </a:cubicBezTo>
                  <a:cubicBezTo>
                    <a:pt x="320" y="594"/>
                    <a:pt x="320" y="594"/>
                    <a:pt x="320" y="594"/>
                  </a:cubicBezTo>
                  <a:cubicBezTo>
                    <a:pt x="315" y="612"/>
                    <a:pt x="327" y="631"/>
                    <a:pt x="345" y="635"/>
                  </a:cubicBezTo>
                  <a:cubicBezTo>
                    <a:pt x="348" y="635"/>
                    <a:pt x="350" y="636"/>
                    <a:pt x="353" y="636"/>
                  </a:cubicBezTo>
                  <a:cubicBezTo>
                    <a:pt x="369" y="636"/>
                    <a:pt x="383" y="625"/>
                    <a:pt x="386" y="609"/>
                  </a:cubicBezTo>
                  <a:close/>
                  <a:moveTo>
                    <a:pt x="312" y="685"/>
                  </a:moveTo>
                  <a:cubicBezTo>
                    <a:pt x="331" y="685"/>
                    <a:pt x="346" y="700"/>
                    <a:pt x="346" y="719"/>
                  </a:cubicBezTo>
                  <a:cubicBezTo>
                    <a:pt x="346" y="738"/>
                    <a:pt x="331" y="753"/>
                    <a:pt x="312" y="753"/>
                  </a:cubicBezTo>
                  <a:cubicBezTo>
                    <a:pt x="293" y="753"/>
                    <a:pt x="278" y="738"/>
                    <a:pt x="278" y="719"/>
                  </a:cubicBezTo>
                  <a:cubicBezTo>
                    <a:pt x="278" y="700"/>
                    <a:pt x="293" y="685"/>
                    <a:pt x="312" y="685"/>
                  </a:cubicBezTo>
                  <a:close/>
                  <a:moveTo>
                    <a:pt x="927" y="692"/>
                  </a:moveTo>
                  <a:cubicBezTo>
                    <a:pt x="924" y="808"/>
                    <a:pt x="965" y="921"/>
                    <a:pt x="1042" y="1009"/>
                  </a:cubicBezTo>
                  <a:cubicBezTo>
                    <a:pt x="1066" y="1034"/>
                    <a:pt x="1092" y="1057"/>
                    <a:pt x="1120" y="1077"/>
                  </a:cubicBezTo>
                  <a:cubicBezTo>
                    <a:pt x="1170" y="1116"/>
                    <a:pt x="1218" y="1153"/>
                    <a:pt x="1230" y="1204"/>
                  </a:cubicBezTo>
                  <a:cubicBezTo>
                    <a:pt x="1191" y="1219"/>
                    <a:pt x="1166" y="1257"/>
                    <a:pt x="1166" y="1299"/>
                  </a:cubicBezTo>
                  <a:cubicBezTo>
                    <a:pt x="1166" y="1367"/>
                    <a:pt x="1166" y="1367"/>
                    <a:pt x="1166" y="1367"/>
                  </a:cubicBezTo>
                  <a:cubicBezTo>
                    <a:pt x="1166" y="1411"/>
                    <a:pt x="1193" y="1449"/>
                    <a:pt x="1234" y="1463"/>
                  </a:cubicBezTo>
                  <a:cubicBezTo>
                    <a:pt x="1234" y="1470"/>
                    <a:pt x="1234" y="1470"/>
                    <a:pt x="1234" y="1470"/>
                  </a:cubicBezTo>
                  <a:cubicBezTo>
                    <a:pt x="1234" y="1545"/>
                    <a:pt x="1295" y="1606"/>
                    <a:pt x="1370" y="1606"/>
                  </a:cubicBezTo>
                  <a:cubicBezTo>
                    <a:pt x="1446" y="1606"/>
                    <a:pt x="1507" y="1545"/>
                    <a:pt x="1507" y="1470"/>
                  </a:cubicBezTo>
                  <a:cubicBezTo>
                    <a:pt x="1507" y="1463"/>
                    <a:pt x="1507" y="1463"/>
                    <a:pt x="1507" y="1463"/>
                  </a:cubicBezTo>
                  <a:cubicBezTo>
                    <a:pt x="1548" y="1449"/>
                    <a:pt x="1575" y="1411"/>
                    <a:pt x="1575" y="1367"/>
                  </a:cubicBezTo>
                  <a:cubicBezTo>
                    <a:pt x="1575" y="1299"/>
                    <a:pt x="1575" y="1299"/>
                    <a:pt x="1575" y="1299"/>
                  </a:cubicBezTo>
                  <a:cubicBezTo>
                    <a:pt x="1575" y="1257"/>
                    <a:pt x="1549" y="1219"/>
                    <a:pt x="1510" y="1204"/>
                  </a:cubicBezTo>
                  <a:cubicBezTo>
                    <a:pt x="1523" y="1153"/>
                    <a:pt x="1570" y="1116"/>
                    <a:pt x="1620" y="1077"/>
                  </a:cubicBezTo>
                  <a:cubicBezTo>
                    <a:pt x="1648" y="1057"/>
                    <a:pt x="1674" y="1034"/>
                    <a:pt x="1699" y="1009"/>
                  </a:cubicBezTo>
                  <a:cubicBezTo>
                    <a:pt x="1775" y="921"/>
                    <a:pt x="1816" y="808"/>
                    <a:pt x="1814" y="692"/>
                  </a:cubicBezTo>
                  <a:cubicBezTo>
                    <a:pt x="1813" y="446"/>
                    <a:pt x="1616" y="246"/>
                    <a:pt x="1370" y="241"/>
                  </a:cubicBezTo>
                  <a:cubicBezTo>
                    <a:pt x="1125" y="246"/>
                    <a:pt x="928" y="446"/>
                    <a:pt x="927" y="692"/>
                  </a:cubicBezTo>
                  <a:close/>
                  <a:moveTo>
                    <a:pt x="1268" y="753"/>
                  </a:moveTo>
                  <a:cubicBezTo>
                    <a:pt x="1234" y="753"/>
                    <a:pt x="1234" y="753"/>
                    <a:pt x="1234" y="753"/>
                  </a:cubicBezTo>
                  <a:cubicBezTo>
                    <a:pt x="1215" y="753"/>
                    <a:pt x="1200" y="738"/>
                    <a:pt x="1200" y="719"/>
                  </a:cubicBezTo>
                  <a:cubicBezTo>
                    <a:pt x="1200" y="700"/>
                    <a:pt x="1215" y="685"/>
                    <a:pt x="1234" y="685"/>
                  </a:cubicBezTo>
                  <a:cubicBezTo>
                    <a:pt x="1253" y="685"/>
                    <a:pt x="1268" y="700"/>
                    <a:pt x="1268" y="719"/>
                  </a:cubicBezTo>
                  <a:lnTo>
                    <a:pt x="1268" y="753"/>
                  </a:lnTo>
                  <a:close/>
                  <a:moveTo>
                    <a:pt x="1404" y="1197"/>
                  </a:moveTo>
                  <a:cubicBezTo>
                    <a:pt x="1336" y="1197"/>
                    <a:pt x="1336" y="1197"/>
                    <a:pt x="1336" y="1197"/>
                  </a:cubicBezTo>
                  <a:cubicBezTo>
                    <a:pt x="1336" y="821"/>
                    <a:pt x="1336" y="821"/>
                    <a:pt x="1336" y="821"/>
                  </a:cubicBezTo>
                  <a:cubicBezTo>
                    <a:pt x="1404" y="821"/>
                    <a:pt x="1404" y="821"/>
                    <a:pt x="1404" y="821"/>
                  </a:cubicBezTo>
                  <a:lnTo>
                    <a:pt x="1404" y="1197"/>
                  </a:lnTo>
                  <a:close/>
                  <a:moveTo>
                    <a:pt x="1370" y="1538"/>
                  </a:moveTo>
                  <a:cubicBezTo>
                    <a:pt x="1333" y="1538"/>
                    <a:pt x="1302" y="1507"/>
                    <a:pt x="1302" y="1470"/>
                  </a:cubicBezTo>
                  <a:cubicBezTo>
                    <a:pt x="1439" y="1470"/>
                    <a:pt x="1439" y="1470"/>
                    <a:pt x="1439" y="1470"/>
                  </a:cubicBezTo>
                  <a:cubicBezTo>
                    <a:pt x="1439" y="1507"/>
                    <a:pt x="1408" y="1538"/>
                    <a:pt x="1370" y="1538"/>
                  </a:cubicBezTo>
                  <a:close/>
                  <a:moveTo>
                    <a:pt x="1507" y="1367"/>
                  </a:moveTo>
                  <a:cubicBezTo>
                    <a:pt x="1507" y="1386"/>
                    <a:pt x="1492" y="1401"/>
                    <a:pt x="1473" y="1401"/>
                  </a:cubicBezTo>
                  <a:cubicBezTo>
                    <a:pt x="1268" y="1401"/>
                    <a:pt x="1268" y="1401"/>
                    <a:pt x="1268" y="1401"/>
                  </a:cubicBezTo>
                  <a:cubicBezTo>
                    <a:pt x="1249" y="1401"/>
                    <a:pt x="1234" y="1386"/>
                    <a:pt x="1234" y="1367"/>
                  </a:cubicBezTo>
                  <a:cubicBezTo>
                    <a:pt x="1234" y="1299"/>
                    <a:pt x="1234" y="1299"/>
                    <a:pt x="1234" y="1299"/>
                  </a:cubicBezTo>
                  <a:cubicBezTo>
                    <a:pt x="1234" y="1280"/>
                    <a:pt x="1249" y="1265"/>
                    <a:pt x="1268" y="1265"/>
                  </a:cubicBezTo>
                  <a:cubicBezTo>
                    <a:pt x="1473" y="1265"/>
                    <a:pt x="1473" y="1265"/>
                    <a:pt x="1473" y="1265"/>
                  </a:cubicBezTo>
                  <a:cubicBezTo>
                    <a:pt x="1492" y="1265"/>
                    <a:pt x="1507" y="1280"/>
                    <a:pt x="1507" y="1299"/>
                  </a:cubicBezTo>
                  <a:lnTo>
                    <a:pt x="1507" y="1367"/>
                  </a:lnTo>
                  <a:close/>
                  <a:moveTo>
                    <a:pt x="1746" y="693"/>
                  </a:moveTo>
                  <a:cubicBezTo>
                    <a:pt x="1748" y="792"/>
                    <a:pt x="1713" y="888"/>
                    <a:pt x="1648" y="963"/>
                  </a:cubicBezTo>
                  <a:cubicBezTo>
                    <a:pt x="1627" y="985"/>
                    <a:pt x="1603" y="1005"/>
                    <a:pt x="1579" y="1023"/>
                  </a:cubicBezTo>
                  <a:cubicBezTo>
                    <a:pt x="1538" y="1051"/>
                    <a:pt x="1503" y="1085"/>
                    <a:pt x="1473" y="1124"/>
                  </a:cubicBezTo>
                  <a:cubicBezTo>
                    <a:pt x="1473" y="821"/>
                    <a:pt x="1473" y="821"/>
                    <a:pt x="1473" y="821"/>
                  </a:cubicBezTo>
                  <a:cubicBezTo>
                    <a:pt x="1507" y="821"/>
                    <a:pt x="1507" y="821"/>
                    <a:pt x="1507" y="821"/>
                  </a:cubicBezTo>
                  <a:cubicBezTo>
                    <a:pt x="1563" y="821"/>
                    <a:pt x="1609" y="775"/>
                    <a:pt x="1609" y="719"/>
                  </a:cubicBezTo>
                  <a:cubicBezTo>
                    <a:pt x="1609" y="662"/>
                    <a:pt x="1563" y="616"/>
                    <a:pt x="1507" y="616"/>
                  </a:cubicBezTo>
                  <a:cubicBezTo>
                    <a:pt x="1450" y="616"/>
                    <a:pt x="1404" y="662"/>
                    <a:pt x="1404" y="719"/>
                  </a:cubicBezTo>
                  <a:cubicBezTo>
                    <a:pt x="1404" y="753"/>
                    <a:pt x="1404" y="753"/>
                    <a:pt x="1404" y="753"/>
                  </a:cubicBezTo>
                  <a:cubicBezTo>
                    <a:pt x="1336" y="753"/>
                    <a:pt x="1336" y="753"/>
                    <a:pt x="1336" y="753"/>
                  </a:cubicBezTo>
                  <a:cubicBezTo>
                    <a:pt x="1336" y="719"/>
                    <a:pt x="1336" y="719"/>
                    <a:pt x="1336" y="719"/>
                  </a:cubicBezTo>
                  <a:cubicBezTo>
                    <a:pt x="1336" y="662"/>
                    <a:pt x="1290" y="616"/>
                    <a:pt x="1234" y="616"/>
                  </a:cubicBezTo>
                  <a:cubicBezTo>
                    <a:pt x="1177" y="616"/>
                    <a:pt x="1131" y="662"/>
                    <a:pt x="1131" y="719"/>
                  </a:cubicBezTo>
                  <a:cubicBezTo>
                    <a:pt x="1131" y="775"/>
                    <a:pt x="1177" y="821"/>
                    <a:pt x="1234" y="821"/>
                  </a:cubicBezTo>
                  <a:cubicBezTo>
                    <a:pt x="1268" y="821"/>
                    <a:pt x="1268" y="821"/>
                    <a:pt x="1268" y="821"/>
                  </a:cubicBezTo>
                  <a:cubicBezTo>
                    <a:pt x="1268" y="1124"/>
                    <a:pt x="1268" y="1124"/>
                    <a:pt x="1268" y="1124"/>
                  </a:cubicBezTo>
                  <a:cubicBezTo>
                    <a:pt x="1238" y="1085"/>
                    <a:pt x="1202" y="1051"/>
                    <a:pt x="1162" y="1023"/>
                  </a:cubicBezTo>
                  <a:cubicBezTo>
                    <a:pt x="1137" y="1005"/>
                    <a:pt x="1114" y="985"/>
                    <a:pt x="1093" y="963"/>
                  </a:cubicBezTo>
                  <a:cubicBezTo>
                    <a:pt x="1028" y="888"/>
                    <a:pt x="993" y="792"/>
                    <a:pt x="995" y="693"/>
                  </a:cubicBezTo>
                  <a:cubicBezTo>
                    <a:pt x="998" y="485"/>
                    <a:pt x="1170" y="309"/>
                    <a:pt x="1370" y="309"/>
                  </a:cubicBezTo>
                  <a:cubicBezTo>
                    <a:pt x="1571" y="309"/>
                    <a:pt x="1743" y="485"/>
                    <a:pt x="1746" y="693"/>
                  </a:cubicBezTo>
                  <a:close/>
                  <a:moveTo>
                    <a:pt x="1473" y="753"/>
                  </a:moveTo>
                  <a:cubicBezTo>
                    <a:pt x="1473" y="719"/>
                    <a:pt x="1473" y="719"/>
                    <a:pt x="1473" y="719"/>
                  </a:cubicBezTo>
                  <a:cubicBezTo>
                    <a:pt x="1473" y="700"/>
                    <a:pt x="1488" y="685"/>
                    <a:pt x="1507" y="685"/>
                  </a:cubicBezTo>
                  <a:cubicBezTo>
                    <a:pt x="1526" y="685"/>
                    <a:pt x="1541" y="700"/>
                    <a:pt x="1541" y="719"/>
                  </a:cubicBezTo>
                  <a:cubicBezTo>
                    <a:pt x="1541" y="738"/>
                    <a:pt x="1526" y="753"/>
                    <a:pt x="1507" y="753"/>
                  </a:cubicBezTo>
                  <a:lnTo>
                    <a:pt x="1473" y="753"/>
                  </a:lnTo>
                  <a:close/>
                  <a:moveTo>
                    <a:pt x="1916" y="719"/>
                  </a:moveTo>
                  <a:cubicBezTo>
                    <a:pt x="2019" y="719"/>
                    <a:pt x="2019" y="719"/>
                    <a:pt x="2019" y="719"/>
                  </a:cubicBezTo>
                  <a:cubicBezTo>
                    <a:pt x="2038" y="719"/>
                    <a:pt x="2053" y="704"/>
                    <a:pt x="2053" y="685"/>
                  </a:cubicBezTo>
                  <a:cubicBezTo>
                    <a:pt x="2053" y="666"/>
                    <a:pt x="2038" y="651"/>
                    <a:pt x="2019" y="651"/>
                  </a:cubicBezTo>
                  <a:cubicBezTo>
                    <a:pt x="1916" y="651"/>
                    <a:pt x="1916" y="651"/>
                    <a:pt x="1916" y="651"/>
                  </a:cubicBezTo>
                  <a:cubicBezTo>
                    <a:pt x="1898" y="651"/>
                    <a:pt x="1882" y="666"/>
                    <a:pt x="1882" y="685"/>
                  </a:cubicBezTo>
                  <a:cubicBezTo>
                    <a:pt x="1882" y="704"/>
                    <a:pt x="1898" y="719"/>
                    <a:pt x="1916" y="719"/>
                  </a:cubicBezTo>
                  <a:close/>
                  <a:moveTo>
                    <a:pt x="1756" y="333"/>
                  </a:moveTo>
                  <a:cubicBezTo>
                    <a:pt x="1766" y="333"/>
                    <a:pt x="1774" y="329"/>
                    <a:pt x="1781" y="323"/>
                  </a:cubicBezTo>
                  <a:cubicBezTo>
                    <a:pt x="1853" y="250"/>
                    <a:pt x="1853" y="250"/>
                    <a:pt x="1853" y="250"/>
                  </a:cubicBezTo>
                  <a:cubicBezTo>
                    <a:pt x="1862" y="242"/>
                    <a:pt x="1865" y="229"/>
                    <a:pt x="1862" y="217"/>
                  </a:cubicBezTo>
                  <a:cubicBezTo>
                    <a:pt x="1859" y="205"/>
                    <a:pt x="1850" y="196"/>
                    <a:pt x="1838" y="193"/>
                  </a:cubicBezTo>
                  <a:cubicBezTo>
                    <a:pt x="1826" y="190"/>
                    <a:pt x="1813" y="193"/>
                    <a:pt x="1805" y="202"/>
                  </a:cubicBezTo>
                  <a:cubicBezTo>
                    <a:pt x="1732" y="274"/>
                    <a:pt x="1732" y="274"/>
                    <a:pt x="1732" y="274"/>
                  </a:cubicBezTo>
                  <a:cubicBezTo>
                    <a:pt x="1723" y="284"/>
                    <a:pt x="1720" y="299"/>
                    <a:pt x="1725" y="312"/>
                  </a:cubicBezTo>
                  <a:cubicBezTo>
                    <a:pt x="1730" y="324"/>
                    <a:pt x="1743" y="333"/>
                    <a:pt x="1756" y="333"/>
                  </a:cubicBezTo>
                  <a:close/>
                  <a:moveTo>
                    <a:pt x="1370" y="173"/>
                  </a:moveTo>
                  <a:cubicBezTo>
                    <a:pt x="1389" y="173"/>
                    <a:pt x="1404" y="157"/>
                    <a:pt x="1404" y="139"/>
                  </a:cubicBezTo>
                  <a:cubicBezTo>
                    <a:pt x="1404" y="36"/>
                    <a:pt x="1404" y="36"/>
                    <a:pt x="1404" y="36"/>
                  </a:cubicBezTo>
                  <a:cubicBezTo>
                    <a:pt x="1404" y="17"/>
                    <a:pt x="1389" y="2"/>
                    <a:pt x="1370" y="2"/>
                  </a:cubicBezTo>
                  <a:cubicBezTo>
                    <a:pt x="1351" y="2"/>
                    <a:pt x="1336" y="17"/>
                    <a:pt x="1336" y="36"/>
                  </a:cubicBezTo>
                  <a:cubicBezTo>
                    <a:pt x="1336" y="139"/>
                    <a:pt x="1336" y="139"/>
                    <a:pt x="1336" y="139"/>
                  </a:cubicBezTo>
                  <a:cubicBezTo>
                    <a:pt x="1336" y="157"/>
                    <a:pt x="1351" y="173"/>
                    <a:pt x="1370" y="173"/>
                  </a:cubicBezTo>
                  <a:close/>
                  <a:moveTo>
                    <a:pt x="1008" y="323"/>
                  </a:moveTo>
                  <a:cubicBezTo>
                    <a:pt x="1015" y="316"/>
                    <a:pt x="1018" y="308"/>
                    <a:pt x="1018" y="298"/>
                  </a:cubicBezTo>
                  <a:cubicBezTo>
                    <a:pt x="1018" y="289"/>
                    <a:pt x="1015" y="281"/>
                    <a:pt x="1008" y="274"/>
                  </a:cubicBezTo>
                  <a:cubicBezTo>
                    <a:pt x="936" y="202"/>
                    <a:pt x="936" y="202"/>
                    <a:pt x="936" y="202"/>
                  </a:cubicBezTo>
                  <a:cubicBezTo>
                    <a:pt x="927" y="193"/>
                    <a:pt x="915" y="190"/>
                    <a:pt x="903" y="193"/>
                  </a:cubicBezTo>
                  <a:cubicBezTo>
                    <a:pt x="891" y="196"/>
                    <a:pt x="881" y="205"/>
                    <a:pt x="878" y="217"/>
                  </a:cubicBezTo>
                  <a:cubicBezTo>
                    <a:pt x="875" y="229"/>
                    <a:pt x="879" y="242"/>
                    <a:pt x="888" y="250"/>
                  </a:cubicBezTo>
                  <a:cubicBezTo>
                    <a:pt x="960" y="323"/>
                    <a:pt x="960" y="323"/>
                    <a:pt x="960" y="323"/>
                  </a:cubicBezTo>
                  <a:cubicBezTo>
                    <a:pt x="966" y="329"/>
                    <a:pt x="975" y="333"/>
                    <a:pt x="984" y="333"/>
                  </a:cubicBezTo>
                  <a:cubicBezTo>
                    <a:pt x="993" y="333"/>
                    <a:pt x="1002" y="329"/>
                    <a:pt x="1008" y="323"/>
                  </a:cubicBezTo>
                  <a:close/>
                  <a:moveTo>
                    <a:pt x="722" y="651"/>
                  </a:moveTo>
                  <a:cubicBezTo>
                    <a:pt x="703" y="651"/>
                    <a:pt x="688" y="666"/>
                    <a:pt x="688" y="685"/>
                  </a:cubicBezTo>
                  <a:cubicBezTo>
                    <a:pt x="688" y="704"/>
                    <a:pt x="703" y="719"/>
                    <a:pt x="722" y="719"/>
                  </a:cubicBezTo>
                  <a:cubicBezTo>
                    <a:pt x="824" y="719"/>
                    <a:pt x="824" y="719"/>
                    <a:pt x="824" y="719"/>
                  </a:cubicBezTo>
                  <a:cubicBezTo>
                    <a:pt x="843" y="719"/>
                    <a:pt x="858" y="704"/>
                    <a:pt x="858" y="685"/>
                  </a:cubicBezTo>
                  <a:cubicBezTo>
                    <a:pt x="858" y="666"/>
                    <a:pt x="843" y="651"/>
                    <a:pt x="824" y="651"/>
                  </a:cubicBezTo>
                  <a:lnTo>
                    <a:pt x="722" y="651"/>
                  </a:lnTo>
                  <a:close/>
                </a:path>
              </a:pathLst>
            </a:custGeom>
            <a:solidFill>
              <a:srgbClr val="50525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01" name="Rectangle: Top Corners Rounded 500">
            <a:extLst>
              <a:ext uri="{FF2B5EF4-FFF2-40B4-BE49-F238E27FC236}">
                <a16:creationId xmlns:a16="http://schemas.microsoft.com/office/drawing/2014/main" id="{8E9D711E-F66F-4392-DDDC-82B41A7A900A}"/>
              </a:ext>
            </a:extLst>
          </p:cNvPr>
          <p:cNvSpPr/>
          <p:nvPr/>
        </p:nvSpPr>
        <p:spPr>
          <a:xfrm>
            <a:off x="4232313" y="2688812"/>
            <a:ext cx="3750380" cy="730800"/>
          </a:xfrm>
          <a:prstGeom prst="round2SameRect">
            <a:avLst/>
          </a:prstGeom>
          <a:gradFill>
            <a:gsLst>
              <a:gs pos="100000">
                <a:srgbClr val="81A7CD"/>
              </a:gs>
              <a:gs pos="1000">
                <a:srgbClr val="4365A1"/>
              </a:gs>
            </a:gsLst>
            <a:lin ang="5400000" scaled="1"/>
          </a:gradFill>
          <a:ln w="9525">
            <a:solidFill>
              <a:srgbClr val="7499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600" b="1" i="1">
                <a:latin typeface="Arial" panose="020B0604020202020204" pitchFamily="34" charset="0"/>
              </a:rPr>
              <a:t>Utpatcr AS ULT</a:t>
            </a:r>
            <a:endParaRPr lang="en-US" b="1" i="1">
              <a:latin typeface="Arial" panose="020B0604020202020204" pitchFamily="34" charset="0"/>
            </a:endParaRPr>
          </a:p>
          <a:p>
            <a:pPr algn="ctr"/>
            <a:r>
              <a:rPr lang="en-US" sz="1400" i="1">
                <a:latin typeface="Arial" panose="020B0604020202020204" pitchFamily="34" charset="0"/>
              </a:rPr>
              <a:t>Riciesl ig Ulased</a:t>
            </a:r>
          </a:p>
        </p:txBody>
      </p: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17CCE42D-95E9-D50C-214A-AA4450029AE4}"/>
              </a:ext>
            </a:extLst>
          </p:cNvPr>
          <p:cNvGrpSpPr/>
          <p:nvPr/>
        </p:nvGrpSpPr>
        <p:grpSpPr>
          <a:xfrm>
            <a:off x="2156279" y="2091580"/>
            <a:ext cx="918776" cy="334323"/>
            <a:chOff x="-3928108" y="4883121"/>
            <a:chExt cx="918776" cy="334323"/>
          </a:xfrm>
        </p:grpSpPr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931E40BC-10D1-DC1C-AE2C-93856EE135BA}"/>
                </a:ext>
              </a:extLst>
            </p:cNvPr>
            <p:cNvSpPr/>
            <p:nvPr/>
          </p:nvSpPr>
          <p:spPr>
            <a:xfrm>
              <a:off x="-3764099" y="4883121"/>
              <a:ext cx="113102" cy="73844"/>
            </a:xfrm>
            <a:custGeom>
              <a:avLst/>
              <a:gdLst>
                <a:gd name="connsiteX0" fmla="*/ 87101 w 89720"/>
                <a:gd name="connsiteY0" fmla="*/ 58579 h 58578"/>
                <a:gd name="connsiteX1" fmla="*/ 3281 w 89720"/>
                <a:gd name="connsiteY1" fmla="*/ 58579 h 58578"/>
                <a:gd name="connsiteX2" fmla="*/ 423 w 89720"/>
                <a:gd name="connsiteY2" fmla="*/ 56674 h 58578"/>
                <a:gd name="connsiteX3" fmla="*/ 423 w 89720"/>
                <a:gd name="connsiteY3" fmla="*/ 52864 h 58578"/>
                <a:gd name="connsiteX4" fmla="*/ 42333 w 89720"/>
                <a:gd name="connsiteY4" fmla="*/ 1429 h 58578"/>
                <a:gd name="connsiteX5" fmla="*/ 47096 w 89720"/>
                <a:gd name="connsiteY5" fmla="*/ 1429 h 58578"/>
                <a:gd name="connsiteX6" fmla="*/ 89006 w 89720"/>
                <a:gd name="connsiteY6" fmla="*/ 52864 h 58578"/>
                <a:gd name="connsiteX7" fmla="*/ 89006 w 89720"/>
                <a:gd name="connsiteY7" fmla="*/ 56674 h 58578"/>
                <a:gd name="connsiteX8" fmla="*/ 87101 w 89720"/>
                <a:gd name="connsiteY8" fmla="*/ 58579 h 58578"/>
                <a:gd name="connsiteX9" fmla="*/ 9948 w 89720"/>
                <a:gd name="connsiteY9" fmla="*/ 50959 h 58578"/>
                <a:gd name="connsiteX10" fmla="*/ 79481 w 89720"/>
                <a:gd name="connsiteY10" fmla="*/ 50959 h 58578"/>
                <a:gd name="connsiteX11" fmla="*/ 45191 w 89720"/>
                <a:gd name="connsiteY11" fmla="*/ 8096 h 58578"/>
                <a:gd name="connsiteX12" fmla="*/ 9948 w 89720"/>
                <a:gd name="connsiteY12" fmla="*/ 50959 h 58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720" h="58578">
                  <a:moveTo>
                    <a:pt x="87101" y="58579"/>
                  </a:moveTo>
                  <a:lnTo>
                    <a:pt x="3281" y="58579"/>
                  </a:lnTo>
                  <a:cubicBezTo>
                    <a:pt x="2328" y="58579"/>
                    <a:pt x="423" y="57626"/>
                    <a:pt x="423" y="56674"/>
                  </a:cubicBezTo>
                  <a:cubicBezTo>
                    <a:pt x="-529" y="55721"/>
                    <a:pt x="423" y="53816"/>
                    <a:pt x="423" y="52864"/>
                  </a:cubicBezTo>
                  <a:lnTo>
                    <a:pt x="42333" y="1429"/>
                  </a:lnTo>
                  <a:cubicBezTo>
                    <a:pt x="43286" y="-476"/>
                    <a:pt x="46143" y="-476"/>
                    <a:pt x="47096" y="1429"/>
                  </a:cubicBezTo>
                  <a:lnTo>
                    <a:pt x="89006" y="52864"/>
                  </a:lnTo>
                  <a:cubicBezTo>
                    <a:pt x="89958" y="53816"/>
                    <a:pt x="89958" y="55721"/>
                    <a:pt x="89006" y="56674"/>
                  </a:cubicBezTo>
                  <a:cubicBezTo>
                    <a:pt x="89006" y="57626"/>
                    <a:pt x="88053" y="58579"/>
                    <a:pt x="87101" y="58579"/>
                  </a:cubicBezTo>
                  <a:close/>
                  <a:moveTo>
                    <a:pt x="9948" y="50959"/>
                  </a:moveTo>
                  <a:lnTo>
                    <a:pt x="79481" y="50959"/>
                  </a:lnTo>
                  <a:lnTo>
                    <a:pt x="45191" y="8096"/>
                  </a:lnTo>
                  <a:lnTo>
                    <a:pt x="9948" y="5095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5F4FC435-01AD-4C3B-6F8F-8AAA29E5F7DB}"/>
                </a:ext>
              </a:extLst>
            </p:cNvPr>
            <p:cNvSpPr/>
            <p:nvPr/>
          </p:nvSpPr>
          <p:spPr>
            <a:xfrm>
              <a:off x="-3061196" y="5182623"/>
              <a:ext cx="51864" cy="34821"/>
            </a:xfrm>
            <a:custGeom>
              <a:avLst/>
              <a:gdLst>
                <a:gd name="connsiteX0" fmla="*/ 20716 w 41142"/>
                <a:gd name="connsiteY0" fmla="*/ 27623 h 27622"/>
                <a:gd name="connsiteX1" fmla="*/ 20716 w 41142"/>
                <a:gd name="connsiteY1" fmla="*/ 27623 h 27622"/>
                <a:gd name="connsiteX2" fmla="*/ 17859 w 41142"/>
                <a:gd name="connsiteY2" fmla="*/ 26670 h 27622"/>
                <a:gd name="connsiteX3" fmla="*/ 714 w 41142"/>
                <a:gd name="connsiteY3" fmla="*/ 5715 h 27622"/>
                <a:gd name="connsiteX4" fmla="*/ 714 w 41142"/>
                <a:gd name="connsiteY4" fmla="*/ 1905 h 27622"/>
                <a:gd name="connsiteX5" fmla="*/ 3572 w 41142"/>
                <a:gd name="connsiteY5" fmla="*/ 0 h 27622"/>
                <a:gd name="connsiteX6" fmla="*/ 37862 w 41142"/>
                <a:gd name="connsiteY6" fmla="*/ 0 h 27622"/>
                <a:gd name="connsiteX7" fmla="*/ 40719 w 41142"/>
                <a:gd name="connsiteY7" fmla="*/ 1905 h 27622"/>
                <a:gd name="connsiteX8" fmla="*/ 40719 w 41142"/>
                <a:gd name="connsiteY8" fmla="*/ 5715 h 27622"/>
                <a:gd name="connsiteX9" fmla="*/ 23574 w 41142"/>
                <a:gd name="connsiteY9" fmla="*/ 26670 h 27622"/>
                <a:gd name="connsiteX10" fmla="*/ 20716 w 41142"/>
                <a:gd name="connsiteY10" fmla="*/ 27623 h 27622"/>
                <a:gd name="connsiteX11" fmla="*/ 10239 w 41142"/>
                <a:gd name="connsiteY11" fmla="*/ 6667 h 27622"/>
                <a:gd name="connsiteX12" fmla="*/ 20716 w 41142"/>
                <a:gd name="connsiteY12" fmla="*/ 19050 h 27622"/>
                <a:gd name="connsiteX13" fmla="*/ 31194 w 41142"/>
                <a:gd name="connsiteY13" fmla="*/ 6667 h 27622"/>
                <a:gd name="connsiteX14" fmla="*/ 10239 w 41142"/>
                <a:gd name="connsiteY14" fmla="*/ 6667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2" h="27622">
                  <a:moveTo>
                    <a:pt x="20716" y="27623"/>
                  </a:moveTo>
                  <a:lnTo>
                    <a:pt x="20716" y="27623"/>
                  </a:lnTo>
                  <a:cubicBezTo>
                    <a:pt x="19764" y="27623"/>
                    <a:pt x="18812" y="27623"/>
                    <a:pt x="17859" y="26670"/>
                  </a:cubicBezTo>
                  <a:lnTo>
                    <a:pt x="714" y="5715"/>
                  </a:lnTo>
                  <a:cubicBezTo>
                    <a:pt x="-238" y="4763"/>
                    <a:pt x="-238" y="2858"/>
                    <a:pt x="714" y="1905"/>
                  </a:cubicBezTo>
                  <a:cubicBezTo>
                    <a:pt x="1666" y="952"/>
                    <a:pt x="2619" y="0"/>
                    <a:pt x="3572" y="0"/>
                  </a:cubicBezTo>
                  <a:lnTo>
                    <a:pt x="37862" y="0"/>
                  </a:lnTo>
                  <a:cubicBezTo>
                    <a:pt x="38814" y="0"/>
                    <a:pt x="40719" y="952"/>
                    <a:pt x="40719" y="1905"/>
                  </a:cubicBezTo>
                  <a:cubicBezTo>
                    <a:pt x="41672" y="2858"/>
                    <a:pt x="40719" y="4763"/>
                    <a:pt x="40719" y="5715"/>
                  </a:cubicBezTo>
                  <a:lnTo>
                    <a:pt x="23574" y="26670"/>
                  </a:lnTo>
                  <a:cubicBezTo>
                    <a:pt x="22622" y="27623"/>
                    <a:pt x="21669" y="27623"/>
                    <a:pt x="20716" y="27623"/>
                  </a:cubicBezTo>
                  <a:close/>
                  <a:moveTo>
                    <a:pt x="10239" y="6667"/>
                  </a:moveTo>
                  <a:lnTo>
                    <a:pt x="20716" y="19050"/>
                  </a:lnTo>
                  <a:lnTo>
                    <a:pt x="31194" y="6667"/>
                  </a:lnTo>
                  <a:lnTo>
                    <a:pt x="10239" y="666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426D2735-6CE3-6F7E-081B-E2711698278D}"/>
                </a:ext>
              </a:extLst>
            </p:cNvPr>
            <p:cNvSpPr/>
            <p:nvPr/>
          </p:nvSpPr>
          <p:spPr>
            <a:xfrm>
              <a:off x="-3928108" y="4925607"/>
              <a:ext cx="51864" cy="34821"/>
            </a:xfrm>
            <a:custGeom>
              <a:avLst/>
              <a:gdLst>
                <a:gd name="connsiteX0" fmla="*/ 20717 w 41142"/>
                <a:gd name="connsiteY0" fmla="*/ 27623 h 27622"/>
                <a:gd name="connsiteX1" fmla="*/ 20717 w 41142"/>
                <a:gd name="connsiteY1" fmla="*/ 27623 h 27622"/>
                <a:gd name="connsiteX2" fmla="*/ 17859 w 41142"/>
                <a:gd name="connsiteY2" fmla="*/ 26670 h 27622"/>
                <a:gd name="connsiteX3" fmla="*/ 714 w 41142"/>
                <a:gd name="connsiteY3" fmla="*/ 5715 h 27622"/>
                <a:gd name="connsiteX4" fmla="*/ 714 w 41142"/>
                <a:gd name="connsiteY4" fmla="*/ 1905 h 27622"/>
                <a:gd name="connsiteX5" fmla="*/ 3572 w 41142"/>
                <a:gd name="connsiteY5" fmla="*/ 0 h 27622"/>
                <a:gd name="connsiteX6" fmla="*/ 37862 w 41142"/>
                <a:gd name="connsiteY6" fmla="*/ 0 h 27622"/>
                <a:gd name="connsiteX7" fmla="*/ 40719 w 41142"/>
                <a:gd name="connsiteY7" fmla="*/ 1905 h 27622"/>
                <a:gd name="connsiteX8" fmla="*/ 40719 w 41142"/>
                <a:gd name="connsiteY8" fmla="*/ 5715 h 27622"/>
                <a:gd name="connsiteX9" fmla="*/ 23574 w 41142"/>
                <a:gd name="connsiteY9" fmla="*/ 26670 h 27622"/>
                <a:gd name="connsiteX10" fmla="*/ 20717 w 41142"/>
                <a:gd name="connsiteY10" fmla="*/ 27623 h 27622"/>
                <a:gd name="connsiteX11" fmla="*/ 11192 w 41142"/>
                <a:gd name="connsiteY11" fmla="*/ 5715 h 27622"/>
                <a:gd name="connsiteX12" fmla="*/ 21669 w 41142"/>
                <a:gd name="connsiteY12" fmla="*/ 18098 h 27622"/>
                <a:gd name="connsiteX13" fmla="*/ 32147 w 41142"/>
                <a:gd name="connsiteY13" fmla="*/ 5715 h 27622"/>
                <a:gd name="connsiteX14" fmla="*/ 11192 w 41142"/>
                <a:gd name="connsiteY14" fmla="*/ 5715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2" h="27622">
                  <a:moveTo>
                    <a:pt x="20717" y="27623"/>
                  </a:moveTo>
                  <a:lnTo>
                    <a:pt x="20717" y="27623"/>
                  </a:lnTo>
                  <a:cubicBezTo>
                    <a:pt x="19764" y="27623"/>
                    <a:pt x="18812" y="27623"/>
                    <a:pt x="17859" y="26670"/>
                  </a:cubicBezTo>
                  <a:lnTo>
                    <a:pt x="714" y="5715"/>
                  </a:lnTo>
                  <a:cubicBezTo>
                    <a:pt x="-238" y="4763"/>
                    <a:pt x="-238" y="2858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37862" y="0"/>
                  </a:lnTo>
                  <a:cubicBezTo>
                    <a:pt x="38814" y="0"/>
                    <a:pt x="40719" y="952"/>
                    <a:pt x="40719" y="1905"/>
                  </a:cubicBezTo>
                  <a:cubicBezTo>
                    <a:pt x="41672" y="2858"/>
                    <a:pt x="40719" y="4763"/>
                    <a:pt x="40719" y="5715"/>
                  </a:cubicBezTo>
                  <a:lnTo>
                    <a:pt x="23574" y="26670"/>
                  </a:lnTo>
                  <a:cubicBezTo>
                    <a:pt x="22622" y="26670"/>
                    <a:pt x="21669" y="27623"/>
                    <a:pt x="20717" y="27623"/>
                  </a:cubicBezTo>
                  <a:close/>
                  <a:moveTo>
                    <a:pt x="11192" y="5715"/>
                  </a:moveTo>
                  <a:lnTo>
                    <a:pt x="21669" y="18098"/>
                  </a:lnTo>
                  <a:lnTo>
                    <a:pt x="32147" y="5715"/>
                  </a:lnTo>
                  <a:lnTo>
                    <a:pt x="11192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7A56089A-8269-54A3-D06E-0AB454355D38}"/>
                </a:ext>
              </a:extLst>
            </p:cNvPr>
            <p:cNvSpPr/>
            <p:nvPr/>
          </p:nvSpPr>
          <p:spPr>
            <a:xfrm flipV="1">
              <a:off x="-3173528" y="5121599"/>
              <a:ext cx="73477" cy="48029"/>
            </a:xfrm>
            <a:custGeom>
              <a:avLst/>
              <a:gdLst>
                <a:gd name="connsiteX0" fmla="*/ 54716 w 58287"/>
                <a:gd name="connsiteY0" fmla="*/ 38100 h 38100"/>
                <a:gd name="connsiteX1" fmla="*/ 3281 w 58287"/>
                <a:gd name="connsiteY1" fmla="*/ 38100 h 38100"/>
                <a:gd name="connsiteX2" fmla="*/ 423 w 58287"/>
                <a:gd name="connsiteY2" fmla="*/ 36195 h 38100"/>
                <a:gd name="connsiteX3" fmla="*/ 423 w 58287"/>
                <a:gd name="connsiteY3" fmla="*/ 32385 h 38100"/>
                <a:gd name="connsiteX4" fmla="*/ 26141 w 58287"/>
                <a:gd name="connsiteY4" fmla="*/ 952 h 38100"/>
                <a:gd name="connsiteX5" fmla="*/ 28998 w 58287"/>
                <a:gd name="connsiteY5" fmla="*/ 0 h 38100"/>
                <a:gd name="connsiteX6" fmla="*/ 28998 w 58287"/>
                <a:gd name="connsiteY6" fmla="*/ 0 h 38100"/>
                <a:gd name="connsiteX7" fmla="*/ 31856 w 58287"/>
                <a:gd name="connsiteY7" fmla="*/ 952 h 38100"/>
                <a:gd name="connsiteX8" fmla="*/ 57573 w 58287"/>
                <a:gd name="connsiteY8" fmla="*/ 32385 h 38100"/>
                <a:gd name="connsiteX9" fmla="*/ 57573 w 58287"/>
                <a:gd name="connsiteY9" fmla="*/ 36195 h 38100"/>
                <a:gd name="connsiteX10" fmla="*/ 54716 w 58287"/>
                <a:gd name="connsiteY10" fmla="*/ 38100 h 38100"/>
                <a:gd name="connsiteX11" fmla="*/ 10901 w 58287"/>
                <a:gd name="connsiteY11" fmla="*/ 31432 h 38100"/>
                <a:gd name="connsiteX12" fmla="*/ 48048 w 58287"/>
                <a:gd name="connsiteY12" fmla="*/ 31432 h 38100"/>
                <a:gd name="connsiteX13" fmla="*/ 29951 w 58287"/>
                <a:gd name="connsiteY13" fmla="*/ 8572 h 38100"/>
                <a:gd name="connsiteX14" fmla="*/ 10901 w 58287"/>
                <a:gd name="connsiteY14" fmla="*/ 3143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87" h="38100">
                  <a:moveTo>
                    <a:pt x="54716" y="38100"/>
                  </a:moveTo>
                  <a:lnTo>
                    <a:pt x="3281" y="38100"/>
                  </a:lnTo>
                  <a:cubicBezTo>
                    <a:pt x="2328" y="38100"/>
                    <a:pt x="423" y="37147"/>
                    <a:pt x="423" y="36195"/>
                  </a:cubicBezTo>
                  <a:cubicBezTo>
                    <a:pt x="-529" y="35242"/>
                    <a:pt x="423" y="33338"/>
                    <a:pt x="423" y="32385"/>
                  </a:cubicBezTo>
                  <a:lnTo>
                    <a:pt x="26141" y="952"/>
                  </a:lnTo>
                  <a:cubicBezTo>
                    <a:pt x="27094" y="0"/>
                    <a:pt x="28046" y="0"/>
                    <a:pt x="28998" y="0"/>
                  </a:cubicBezTo>
                  <a:lnTo>
                    <a:pt x="28998" y="0"/>
                  </a:lnTo>
                  <a:cubicBezTo>
                    <a:pt x="29951" y="0"/>
                    <a:pt x="30903" y="0"/>
                    <a:pt x="31856" y="952"/>
                  </a:cubicBezTo>
                  <a:lnTo>
                    <a:pt x="57573" y="32385"/>
                  </a:lnTo>
                  <a:cubicBezTo>
                    <a:pt x="58526" y="33338"/>
                    <a:pt x="58526" y="35242"/>
                    <a:pt x="57573" y="36195"/>
                  </a:cubicBezTo>
                  <a:cubicBezTo>
                    <a:pt x="56621" y="37147"/>
                    <a:pt x="55669" y="38100"/>
                    <a:pt x="54716" y="38100"/>
                  </a:cubicBezTo>
                  <a:close/>
                  <a:moveTo>
                    <a:pt x="10901" y="31432"/>
                  </a:moveTo>
                  <a:lnTo>
                    <a:pt x="48048" y="31432"/>
                  </a:lnTo>
                  <a:lnTo>
                    <a:pt x="29951" y="8572"/>
                  </a:lnTo>
                  <a:lnTo>
                    <a:pt x="10901" y="314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sp>
        <p:nvSpPr>
          <p:cNvPr id="513" name="Freeform: Shape 512">
            <a:extLst>
              <a:ext uri="{FF2B5EF4-FFF2-40B4-BE49-F238E27FC236}">
                <a16:creationId xmlns:a16="http://schemas.microsoft.com/office/drawing/2014/main" id="{7B35C13C-ECEA-868E-E61B-2AD85C451D9A}"/>
              </a:ext>
            </a:extLst>
          </p:cNvPr>
          <p:cNvSpPr/>
          <p:nvPr/>
        </p:nvSpPr>
        <p:spPr>
          <a:xfrm>
            <a:off x="471360" y="1724701"/>
            <a:ext cx="48263" cy="33019"/>
          </a:xfrm>
          <a:custGeom>
            <a:avLst/>
            <a:gdLst>
              <a:gd name="connsiteX0" fmla="*/ 35666 w 38285"/>
              <a:gd name="connsiteY0" fmla="*/ 26194 h 26193"/>
              <a:gd name="connsiteX1" fmla="*/ 3281 w 38285"/>
              <a:gd name="connsiteY1" fmla="*/ 26194 h 26193"/>
              <a:gd name="connsiteX2" fmla="*/ 423 w 38285"/>
              <a:gd name="connsiteY2" fmla="*/ 24289 h 26193"/>
              <a:gd name="connsiteX3" fmla="*/ 423 w 38285"/>
              <a:gd name="connsiteY3" fmla="*/ 21431 h 26193"/>
              <a:gd name="connsiteX4" fmla="*/ 16616 w 38285"/>
              <a:gd name="connsiteY4" fmla="*/ 1429 h 26193"/>
              <a:gd name="connsiteX5" fmla="*/ 21378 w 38285"/>
              <a:gd name="connsiteY5" fmla="*/ 1429 h 26193"/>
              <a:gd name="connsiteX6" fmla="*/ 37571 w 38285"/>
              <a:gd name="connsiteY6" fmla="*/ 21431 h 26193"/>
              <a:gd name="connsiteX7" fmla="*/ 37571 w 38285"/>
              <a:gd name="connsiteY7" fmla="*/ 24289 h 26193"/>
              <a:gd name="connsiteX8" fmla="*/ 35666 w 38285"/>
              <a:gd name="connsiteY8" fmla="*/ 26194 h 26193"/>
              <a:gd name="connsiteX9" fmla="*/ 9948 w 38285"/>
              <a:gd name="connsiteY9" fmla="*/ 20479 h 26193"/>
              <a:gd name="connsiteX10" fmla="*/ 28998 w 38285"/>
              <a:gd name="connsiteY10" fmla="*/ 20479 h 26193"/>
              <a:gd name="connsiteX11" fmla="*/ 19473 w 38285"/>
              <a:gd name="connsiteY11" fmla="*/ 9049 h 26193"/>
              <a:gd name="connsiteX12" fmla="*/ 9948 w 38285"/>
              <a:gd name="connsiteY12" fmla="*/ 20479 h 26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285" h="26193">
                <a:moveTo>
                  <a:pt x="35666" y="26194"/>
                </a:moveTo>
                <a:lnTo>
                  <a:pt x="3281" y="26194"/>
                </a:lnTo>
                <a:cubicBezTo>
                  <a:pt x="2328" y="26194"/>
                  <a:pt x="1376" y="25241"/>
                  <a:pt x="423" y="24289"/>
                </a:cubicBezTo>
                <a:cubicBezTo>
                  <a:pt x="-529" y="23336"/>
                  <a:pt x="423" y="21431"/>
                  <a:pt x="423" y="21431"/>
                </a:cubicBezTo>
                <a:lnTo>
                  <a:pt x="16616" y="1429"/>
                </a:lnTo>
                <a:cubicBezTo>
                  <a:pt x="17569" y="-476"/>
                  <a:pt x="20426" y="-476"/>
                  <a:pt x="21378" y="1429"/>
                </a:cubicBezTo>
                <a:lnTo>
                  <a:pt x="37571" y="21431"/>
                </a:lnTo>
                <a:cubicBezTo>
                  <a:pt x="38523" y="22384"/>
                  <a:pt x="38523" y="23336"/>
                  <a:pt x="37571" y="24289"/>
                </a:cubicBezTo>
                <a:cubicBezTo>
                  <a:pt x="37571" y="26194"/>
                  <a:pt x="36619" y="26194"/>
                  <a:pt x="35666" y="26194"/>
                </a:cubicBezTo>
                <a:close/>
                <a:moveTo>
                  <a:pt x="9948" y="20479"/>
                </a:moveTo>
                <a:lnTo>
                  <a:pt x="28998" y="20479"/>
                </a:lnTo>
                <a:lnTo>
                  <a:pt x="19473" y="9049"/>
                </a:lnTo>
                <a:lnTo>
                  <a:pt x="9948" y="20479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-25000"/>
          </a:p>
        </p:txBody>
      </p: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C4988D35-1220-183F-CEAB-C7E0DF0A3D19}"/>
              </a:ext>
            </a:extLst>
          </p:cNvPr>
          <p:cNvGrpSpPr/>
          <p:nvPr/>
        </p:nvGrpSpPr>
        <p:grpSpPr>
          <a:xfrm>
            <a:off x="354668" y="1580238"/>
            <a:ext cx="742324" cy="411476"/>
            <a:chOff x="-184918" y="1168460"/>
            <a:chExt cx="742324" cy="411476"/>
          </a:xfrm>
        </p:grpSpPr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CDF1C1D3-30A8-EA66-1105-B36C50E4C3D5}"/>
                </a:ext>
              </a:extLst>
            </p:cNvPr>
            <p:cNvSpPr/>
            <p:nvPr/>
          </p:nvSpPr>
          <p:spPr>
            <a:xfrm>
              <a:off x="-20051" y="1473675"/>
              <a:ext cx="67475" cy="45028"/>
            </a:xfrm>
            <a:custGeom>
              <a:avLst/>
              <a:gdLst>
                <a:gd name="connsiteX0" fmla="*/ 50906 w 53525"/>
                <a:gd name="connsiteY0" fmla="*/ 35719 h 35718"/>
                <a:gd name="connsiteX1" fmla="*/ 3281 w 53525"/>
                <a:gd name="connsiteY1" fmla="*/ 35719 h 35718"/>
                <a:gd name="connsiteX2" fmla="*/ 423 w 53525"/>
                <a:gd name="connsiteY2" fmla="*/ 33814 h 35718"/>
                <a:gd name="connsiteX3" fmla="*/ 423 w 53525"/>
                <a:gd name="connsiteY3" fmla="*/ 30956 h 35718"/>
                <a:gd name="connsiteX4" fmla="*/ 24236 w 53525"/>
                <a:gd name="connsiteY4" fmla="*/ 1429 h 35718"/>
                <a:gd name="connsiteX5" fmla="*/ 28998 w 53525"/>
                <a:gd name="connsiteY5" fmla="*/ 1429 h 35718"/>
                <a:gd name="connsiteX6" fmla="*/ 52811 w 53525"/>
                <a:gd name="connsiteY6" fmla="*/ 30956 h 35718"/>
                <a:gd name="connsiteX7" fmla="*/ 52811 w 53525"/>
                <a:gd name="connsiteY7" fmla="*/ 33814 h 35718"/>
                <a:gd name="connsiteX8" fmla="*/ 50906 w 53525"/>
                <a:gd name="connsiteY8" fmla="*/ 35719 h 35718"/>
                <a:gd name="connsiteX9" fmla="*/ 9948 w 53525"/>
                <a:gd name="connsiteY9" fmla="*/ 30004 h 35718"/>
                <a:gd name="connsiteX10" fmla="*/ 44239 w 53525"/>
                <a:gd name="connsiteY10" fmla="*/ 30004 h 35718"/>
                <a:gd name="connsiteX11" fmla="*/ 27093 w 53525"/>
                <a:gd name="connsiteY11" fmla="*/ 9049 h 35718"/>
                <a:gd name="connsiteX12" fmla="*/ 9948 w 53525"/>
                <a:gd name="connsiteY12" fmla="*/ 30004 h 3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525" h="35718">
                  <a:moveTo>
                    <a:pt x="50906" y="35719"/>
                  </a:moveTo>
                  <a:lnTo>
                    <a:pt x="3281" y="35719"/>
                  </a:lnTo>
                  <a:cubicBezTo>
                    <a:pt x="2328" y="35719"/>
                    <a:pt x="1376" y="34766"/>
                    <a:pt x="423" y="33814"/>
                  </a:cubicBezTo>
                  <a:cubicBezTo>
                    <a:pt x="-529" y="32861"/>
                    <a:pt x="423" y="30956"/>
                    <a:pt x="423" y="30956"/>
                  </a:cubicBezTo>
                  <a:lnTo>
                    <a:pt x="24236" y="1429"/>
                  </a:lnTo>
                  <a:cubicBezTo>
                    <a:pt x="25189" y="-476"/>
                    <a:pt x="28046" y="-476"/>
                    <a:pt x="28998" y="1429"/>
                  </a:cubicBezTo>
                  <a:lnTo>
                    <a:pt x="52811" y="30956"/>
                  </a:lnTo>
                  <a:cubicBezTo>
                    <a:pt x="53764" y="31909"/>
                    <a:pt x="53764" y="32861"/>
                    <a:pt x="52811" y="33814"/>
                  </a:cubicBezTo>
                  <a:cubicBezTo>
                    <a:pt x="52811" y="35719"/>
                    <a:pt x="51858" y="35719"/>
                    <a:pt x="50906" y="35719"/>
                  </a:cubicBezTo>
                  <a:close/>
                  <a:moveTo>
                    <a:pt x="9948" y="30004"/>
                  </a:moveTo>
                  <a:lnTo>
                    <a:pt x="44239" y="30004"/>
                  </a:lnTo>
                  <a:lnTo>
                    <a:pt x="27093" y="9049"/>
                  </a:lnTo>
                  <a:lnTo>
                    <a:pt x="9948" y="3000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BA919697-6FF9-0108-EE6E-D7F9227EFC85}"/>
                </a:ext>
              </a:extLst>
            </p:cNvPr>
            <p:cNvSpPr/>
            <p:nvPr/>
          </p:nvSpPr>
          <p:spPr>
            <a:xfrm>
              <a:off x="-184918" y="1535510"/>
              <a:ext cx="68675" cy="44426"/>
            </a:xfrm>
            <a:custGeom>
              <a:avLst/>
              <a:gdLst>
                <a:gd name="connsiteX0" fmla="*/ 27385 w 54477"/>
                <a:gd name="connsiteY0" fmla="*/ 35243 h 35242"/>
                <a:gd name="connsiteX1" fmla="*/ 24527 w 54477"/>
                <a:gd name="connsiteY1" fmla="*/ 34290 h 35242"/>
                <a:gd name="connsiteX2" fmla="*/ 714 w 54477"/>
                <a:gd name="connsiteY2" fmla="*/ 4763 h 35242"/>
                <a:gd name="connsiteX3" fmla="*/ 714 w 54477"/>
                <a:gd name="connsiteY3" fmla="*/ 1905 h 35242"/>
                <a:gd name="connsiteX4" fmla="*/ 3572 w 54477"/>
                <a:gd name="connsiteY4" fmla="*/ 0 h 35242"/>
                <a:gd name="connsiteX5" fmla="*/ 51197 w 54477"/>
                <a:gd name="connsiteY5" fmla="*/ 0 h 35242"/>
                <a:gd name="connsiteX6" fmla="*/ 54055 w 54477"/>
                <a:gd name="connsiteY6" fmla="*/ 1905 h 35242"/>
                <a:gd name="connsiteX7" fmla="*/ 54055 w 54477"/>
                <a:gd name="connsiteY7" fmla="*/ 4763 h 35242"/>
                <a:gd name="connsiteX8" fmla="*/ 30242 w 54477"/>
                <a:gd name="connsiteY8" fmla="*/ 34290 h 35242"/>
                <a:gd name="connsiteX9" fmla="*/ 27385 w 54477"/>
                <a:gd name="connsiteY9" fmla="*/ 35243 h 35242"/>
                <a:gd name="connsiteX10" fmla="*/ 10239 w 54477"/>
                <a:gd name="connsiteY10" fmla="*/ 5715 h 35242"/>
                <a:gd name="connsiteX11" fmla="*/ 27385 w 54477"/>
                <a:gd name="connsiteY11" fmla="*/ 26670 h 35242"/>
                <a:gd name="connsiteX12" fmla="*/ 44530 w 54477"/>
                <a:gd name="connsiteY12" fmla="*/ 5715 h 35242"/>
                <a:gd name="connsiteX13" fmla="*/ 10239 w 54477"/>
                <a:gd name="connsiteY13" fmla="*/ 5715 h 3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477" h="35242">
                  <a:moveTo>
                    <a:pt x="27385" y="35243"/>
                  </a:moveTo>
                  <a:cubicBezTo>
                    <a:pt x="26432" y="35243"/>
                    <a:pt x="25480" y="35243"/>
                    <a:pt x="24527" y="34290"/>
                  </a:cubicBezTo>
                  <a:lnTo>
                    <a:pt x="714" y="4763"/>
                  </a:lnTo>
                  <a:cubicBezTo>
                    <a:pt x="-238" y="3810"/>
                    <a:pt x="-238" y="2857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51197" y="0"/>
                  </a:lnTo>
                  <a:cubicBezTo>
                    <a:pt x="52149" y="0"/>
                    <a:pt x="53102" y="952"/>
                    <a:pt x="54055" y="1905"/>
                  </a:cubicBezTo>
                  <a:cubicBezTo>
                    <a:pt x="55007" y="2857"/>
                    <a:pt x="54055" y="4763"/>
                    <a:pt x="54055" y="4763"/>
                  </a:cubicBezTo>
                  <a:lnTo>
                    <a:pt x="30242" y="34290"/>
                  </a:lnTo>
                  <a:cubicBezTo>
                    <a:pt x="29289" y="34290"/>
                    <a:pt x="28337" y="35243"/>
                    <a:pt x="27385" y="35243"/>
                  </a:cubicBezTo>
                  <a:close/>
                  <a:moveTo>
                    <a:pt x="10239" y="5715"/>
                  </a:moveTo>
                  <a:lnTo>
                    <a:pt x="27385" y="26670"/>
                  </a:lnTo>
                  <a:lnTo>
                    <a:pt x="44530" y="5715"/>
                  </a:lnTo>
                  <a:lnTo>
                    <a:pt x="10239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8250AC17-3ACB-3F51-F21B-30E5CC96CA9C}"/>
                </a:ext>
              </a:extLst>
            </p:cNvPr>
            <p:cNvSpPr/>
            <p:nvPr/>
          </p:nvSpPr>
          <p:spPr>
            <a:xfrm>
              <a:off x="450308" y="1168460"/>
              <a:ext cx="107098" cy="67241"/>
            </a:xfrm>
            <a:custGeom>
              <a:avLst/>
              <a:gdLst>
                <a:gd name="connsiteX0" fmla="*/ 42624 w 84957"/>
                <a:gd name="connsiteY0" fmla="*/ 53340 h 53339"/>
                <a:gd name="connsiteX1" fmla="*/ 39767 w 84957"/>
                <a:gd name="connsiteY1" fmla="*/ 52388 h 53339"/>
                <a:gd name="connsiteX2" fmla="*/ 714 w 84957"/>
                <a:gd name="connsiteY2" fmla="*/ 4763 h 53339"/>
                <a:gd name="connsiteX3" fmla="*/ 714 w 84957"/>
                <a:gd name="connsiteY3" fmla="*/ 1905 h 53339"/>
                <a:gd name="connsiteX4" fmla="*/ 3572 w 84957"/>
                <a:gd name="connsiteY4" fmla="*/ 0 h 53339"/>
                <a:gd name="connsiteX5" fmla="*/ 81677 w 84957"/>
                <a:gd name="connsiteY5" fmla="*/ 0 h 53339"/>
                <a:gd name="connsiteX6" fmla="*/ 84534 w 84957"/>
                <a:gd name="connsiteY6" fmla="*/ 1905 h 53339"/>
                <a:gd name="connsiteX7" fmla="*/ 84534 w 84957"/>
                <a:gd name="connsiteY7" fmla="*/ 4763 h 53339"/>
                <a:gd name="connsiteX8" fmla="*/ 45482 w 84957"/>
                <a:gd name="connsiteY8" fmla="*/ 52388 h 53339"/>
                <a:gd name="connsiteX9" fmla="*/ 42624 w 84957"/>
                <a:gd name="connsiteY9" fmla="*/ 53340 h 53339"/>
                <a:gd name="connsiteX10" fmla="*/ 10239 w 84957"/>
                <a:gd name="connsiteY10" fmla="*/ 5715 h 53339"/>
                <a:gd name="connsiteX11" fmla="*/ 42624 w 84957"/>
                <a:gd name="connsiteY11" fmla="*/ 45720 h 53339"/>
                <a:gd name="connsiteX12" fmla="*/ 75009 w 84957"/>
                <a:gd name="connsiteY12" fmla="*/ 5715 h 53339"/>
                <a:gd name="connsiteX13" fmla="*/ 10239 w 84957"/>
                <a:gd name="connsiteY13" fmla="*/ 571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57" h="53339">
                  <a:moveTo>
                    <a:pt x="42624" y="53340"/>
                  </a:moveTo>
                  <a:cubicBezTo>
                    <a:pt x="41672" y="53340"/>
                    <a:pt x="40719" y="53340"/>
                    <a:pt x="39767" y="52388"/>
                  </a:cubicBezTo>
                  <a:lnTo>
                    <a:pt x="714" y="4763"/>
                  </a:lnTo>
                  <a:cubicBezTo>
                    <a:pt x="-238" y="3810"/>
                    <a:pt x="-238" y="2857"/>
                    <a:pt x="714" y="1905"/>
                  </a:cubicBezTo>
                  <a:cubicBezTo>
                    <a:pt x="1667" y="952"/>
                    <a:pt x="2619" y="0"/>
                    <a:pt x="3572" y="0"/>
                  </a:cubicBezTo>
                  <a:lnTo>
                    <a:pt x="81677" y="0"/>
                  </a:lnTo>
                  <a:cubicBezTo>
                    <a:pt x="82630" y="0"/>
                    <a:pt x="83582" y="952"/>
                    <a:pt x="84534" y="1905"/>
                  </a:cubicBezTo>
                  <a:cubicBezTo>
                    <a:pt x="85487" y="2857"/>
                    <a:pt x="84534" y="4763"/>
                    <a:pt x="84534" y="4763"/>
                  </a:cubicBezTo>
                  <a:lnTo>
                    <a:pt x="45482" y="52388"/>
                  </a:lnTo>
                  <a:cubicBezTo>
                    <a:pt x="44530" y="53340"/>
                    <a:pt x="43577" y="53340"/>
                    <a:pt x="42624" y="53340"/>
                  </a:cubicBezTo>
                  <a:close/>
                  <a:moveTo>
                    <a:pt x="10239" y="5715"/>
                  </a:moveTo>
                  <a:lnTo>
                    <a:pt x="42624" y="45720"/>
                  </a:lnTo>
                  <a:lnTo>
                    <a:pt x="75009" y="5715"/>
                  </a:lnTo>
                  <a:lnTo>
                    <a:pt x="10239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grpSp>
        <p:nvGrpSpPr>
          <p:cNvPr id="518" name="Graphic 35">
            <a:extLst>
              <a:ext uri="{FF2B5EF4-FFF2-40B4-BE49-F238E27FC236}">
                <a16:creationId xmlns:a16="http://schemas.microsoft.com/office/drawing/2014/main" id="{140DA4F4-AD7A-4641-30D5-C11923C0B16D}"/>
              </a:ext>
            </a:extLst>
          </p:cNvPr>
          <p:cNvGrpSpPr/>
          <p:nvPr/>
        </p:nvGrpSpPr>
        <p:grpSpPr>
          <a:xfrm>
            <a:off x="666103" y="1571616"/>
            <a:ext cx="252154" cy="52831"/>
            <a:chOff x="8714422" y="3406616"/>
            <a:chExt cx="200025" cy="41909"/>
          </a:xfrm>
          <a:solidFill>
            <a:srgbClr val="FFFFFF"/>
          </a:solidFill>
        </p:grpSpPr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608CB6A2-42E2-D204-3885-0619E9A0CE1B}"/>
                </a:ext>
              </a:extLst>
            </p:cNvPr>
            <p:cNvSpPr/>
            <p:nvPr/>
          </p:nvSpPr>
          <p:spPr>
            <a:xfrm>
              <a:off x="8714422" y="3406616"/>
              <a:ext cx="131444" cy="13334"/>
            </a:xfrm>
            <a:custGeom>
              <a:avLst/>
              <a:gdLst>
                <a:gd name="connsiteX0" fmla="*/ 124777 w 131444"/>
                <a:gd name="connsiteY0" fmla="*/ 13335 h 13334"/>
                <a:gd name="connsiteX1" fmla="*/ 6667 w 131444"/>
                <a:gd name="connsiteY1" fmla="*/ 13335 h 13334"/>
                <a:gd name="connsiteX2" fmla="*/ 0 w 131444"/>
                <a:gd name="connsiteY2" fmla="*/ 6668 h 13334"/>
                <a:gd name="connsiteX3" fmla="*/ 6667 w 131444"/>
                <a:gd name="connsiteY3" fmla="*/ 0 h 13334"/>
                <a:gd name="connsiteX4" fmla="*/ 124777 w 131444"/>
                <a:gd name="connsiteY4" fmla="*/ 0 h 13334"/>
                <a:gd name="connsiteX5" fmla="*/ 131445 w 131444"/>
                <a:gd name="connsiteY5" fmla="*/ 6668 h 13334"/>
                <a:gd name="connsiteX6" fmla="*/ 124777 w 131444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444" h="13334">
                  <a:moveTo>
                    <a:pt x="124777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7"/>
                    <a:pt x="2857" y="0"/>
                    <a:pt x="6667" y="0"/>
                  </a:cubicBezTo>
                  <a:lnTo>
                    <a:pt x="124777" y="0"/>
                  </a:lnTo>
                  <a:cubicBezTo>
                    <a:pt x="128588" y="0"/>
                    <a:pt x="131445" y="2857"/>
                    <a:pt x="131445" y="6668"/>
                  </a:cubicBezTo>
                  <a:cubicBezTo>
                    <a:pt x="131445" y="10477"/>
                    <a:pt x="128588" y="13335"/>
                    <a:pt x="124777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9F9975CB-0426-7D9B-6C14-B999F54B6061}"/>
                </a:ext>
              </a:extLst>
            </p:cNvPr>
            <p:cNvSpPr/>
            <p:nvPr/>
          </p:nvSpPr>
          <p:spPr>
            <a:xfrm>
              <a:off x="8871585" y="3406616"/>
              <a:ext cx="42862" cy="13334"/>
            </a:xfrm>
            <a:custGeom>
              <a:avLst/>
              <a:gdLst>
                <a:gd name="connsiteX0" fmla="*/ 36195 w 42862"/>
                <a:gd name="connsiteY0" fmla="*/ 13335 h 13334"/>
                <a:gd name="connsiteX1" fmla="*/ 6667 w 42862"/>
                <a:gd name="connsiteY1" fmla="*/ 13335 h 13334"/>
                <a:gd name="connsiteX2" fmla="*/ 0 w 42862"/>
                <a:gd name="connsiteY2" fmla="*/ 6668 h 13334"/>
                <a:gd name="connsiteX3" fmla="*/ 6667 w 42862"/>
                <a:gd name="connsiteY3" fmla="*/ 0 h 13334"/>
                <a:gd name="connsiteX4" fmla="*/ 36195 w 42862"/>
                <a:gd name="connsiteY4" fmla="*/ 0 h 13334"/>
                <a:gd name="connsiteX5" fmla="*/ 42863 w 42862"/>
                <a:gd name="connsiteY5" fmla="*/ 6668 h 13334"/>
                <a:gd name="connsiteX6" fmla="*/ 36195 w 42862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" h="13334">
                  <a:moveTo>
                    <a:pt x="36195" y="13335"/>
                  </a:moveTo>
                  <a:lnTo>
                    <a:pt x="6667" y="13335"/>
                  </a:lnTo>
                  <a:cubicBezTo>
                    <a:pt x="2857" y="13335"/>
                    <a:pt x="0" y="10477"/>
                    <a:pt x="0" y="6668"/>
                  </a:cubicBezTo>
                  <a:cubicBezTo>
                    <a:pt x="0" y="2857"/>
                    <a:pt x="2857" y="0"/>
                    <a:pt x="6667" y="0"/>
                  </a:cubicBezTo>
                  <a:lnTo>
                    <a:pt x="36195" y="0"/>
                  </a:lnTo>
                  <a:cubicBezTo>
                    <a:pt x="40005" y="0"/>
                    <a:pt x="42863" y="2857"/>
                    <a:pt x="42863" y="6668"/>
                  </a:cubicBezTo>
                  <a:cubicBezTo>
                    <a:pt x="41910" y="10477"/>
                    <a:pt x="40005" y="13335"/>
                    <a:pt x="36195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5FBEA99D-3CCF-5E61-00A4-13212C92DD77}"/>
                </a:ext>
              </a:extLst>
            </p:cNvPr>
            <p:cNvSpPr/>
            <p:nvPr/>
          </p:nvSpPr>
          <p:spPr>
            <a:xfrm>
              <a:off x="8787764" y="3435191"/>
              <a:ext cx="126682" cy="13334"/>
            </a:xfrm>
            <a:custGeom>
              <a:avLst/>
              <a:gdLst>
                <a:gd name="connsiteX0" fmla="*/ 120015 w 126682"/>
                <a:gd name="connsiteY0" fmla="*/ 13335 h 13334"/>
                <a:gd name="connsiteX1" fmla="*/ 6668 w 126682"/>
                <a:gd name="connsiteY1" fmla="*/ 13335 h 13334"/>
                <a:gd name="connsiteX2" fmla="*/ 0 w 126682"/>
                <a:gd name="connsiteY2" fmla="*/ 6668 h 13334"/>
                <a:gd name="connsiteX3" fmla="*/ 6668 w 126682"/>
                <a:gd name="connsiteY3" fmla="*/ 0 h 13334"/>
                <a:gd name="connsiteX4" fmla="*/ 120015 w 126682"/>
                <a:gd name="connsiteY4" fmla="*/ 0 h 13334"/>
                <a:gd name="connsiteX5" fmla="*/ 126683 w 126682"/>
                <a:gd name="connsiteY5" fmla="*/ 6668 h 13334"/>
                <a:gd name="connsiteX6" fmla="*/ 120015 w 126682"/>
                <a:gd name="connsiteY6" fmla="*/ 13335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682" h="13334">
                  <a:moveTo>
                    <a:pt x="120015" y="13335"/>
                  </a:moveTo>
                  <a:lnTo>
                    <a:pt x="6668" y="13335"/>
                  </a:lnTo>
                  <a:cubicBezTo>
                    <a:pt x="2858" y="13335"/>
                    <a:pt x="0" y="10477"/>
                    <a:pt x="0" y="6668"/>
                  </a:cubicBezTo>
                  <a:cubicBezTo>
                    <a:pt x="0" y="2857"/>
                    <a:pt x="2858" y="0"/>
                    <a:pt x="6668" y="0"/>
                  </a:cubicBezTo>
                  <a:lnTo>
                    <a:pt x="120015" y="0"/>
                  </a:lnTo>
                  <a:cubicBezTo>
                    <a:pt x="123825" y="0"/>
                    <a:pt x="126683" y="2857"/>
                    <a:pt x="126683" y="6668"/>
                  </a:cubicBezTo>
                  <a:cubicBezTo>
                    <a:pt x="125730" y="10477"/>
                    <a:pt x="123825" y="13335"/>
                    <a:pt x="120015" y="133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</p:spTree>
    <p:extLst>
      <p:ext uri="{BB962C8B-B14F-4D97-AF65-F5344CB8AC3E}">
        <p14:creationId xmlns:p14="http://schemas.microsoft.com/office/powerpoint/2010/main" val="1145519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/>
              <a:t>Mag nadict umport al orem ipsu mdol orsitametco nsectet ura dipis ci ngel itseddoeiu sm odtemporin cidi dunt-ut-labor eetdolore ma gnaali quauten imadm</a:t>
            </a:r>
            <a:endParaRPr lang="en-US" b="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97FE509-7B54-613A-7916-B24383FEE824}"/>
              </a:ext>
            </a:extLst>
          </p:cNvPr>
          <p:cNvSpPr/>
          <p:nvPr/>
        </p:nvSpPr>
        <p:spPr>
          <a:xfrm>
            <a:off x="196327" y="887481"/>
            <a:ext cx="11799347" cy="5620895"/>
          </a:xfrm>
          <a:prstGeom prst="roundRect">
            <a:avLst>
              <a:gd name="adj" fmla="val 1130"/>
            </a:avLst>
          </a:prstGeom>
          <a:gradFill flip="none" rotWithShape="1">
            <a:gsLst>
              <a:gs pos="50000">
                <a:srgbClr val="FFFFFF">
                  <a:alpha val="80000"/>
                </a:srgbClr>
              </a:gs>
              <a:gs pos="0">
                <a:srgbClr val="D3EDFE">
                  <a:alpha val="0"/>
                </a:srgbClr>
              </a:gs>
              <a:gs pos="100000">
                <a:srgbClr val="D3EDFE"/>
              </a:gs>
            </a:gsLst>
            <a:lin ang="16200000" scaled="1"/>
            <a:tileRect/>
          </a:gra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91272F-AC90-20DC-A453-1F54E3F9637C}"/>
              </a:ext>
            </a:extLst>
          </p:cNvPr>
          <p:cNvSpPr txBox="1"/>
          <p:nvPr/>
        </p:nvSpPr>
        <p:spPr>
          <a:xfrm>
            <a:off x="8164199" y="3793449"/>
            <a:ext cx="3722332" cy="21698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Inimveniamq uisnos trud exercita tionulla mc olabori snisiutal iquipexeaco mmodocons equatdu isa uteirur edolo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 nrepr eh enderi tinvoluptatev ELI tessecil lumdolore – eufug ia tnullapar IA turexcept (eur si ntoccaeca tcupidat atnonpro)</a:t>
            </a:r>
          </a:p>
          <a:p>
            <a:pPr marL="365760" lvl="1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 tsu NTI NCULP aq uioffici ade seruntmoll Itanim id Est laborumcur</a:t>
            </a:r>
          </a:p>
          <a:p>
            <a:pPr marL="365760" lvl="1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Abiturnon NUL Lasitametnisl tempu sco NVA Llisqu isa clectus pellent esqueinipsumid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FAB5A9-EE50-1C64-6B7B-9A29CE92A754}"/>
              </a:ext>
            </a:extLst>
          </p:cNvPr>
          <p:cNvSpPr txBox="1"/>
          <p:nvPr/>
        </p:nvSpPr>
        <p:spPr>
          <a:xfrm>
            <a:off x="4240936" y="4107274"/>
            <a:ext cx="3679062" cy="19851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Orciporta Dap-ib-Usv Ivamu Ssusci Pittort or egetfel isporttito rvo lutpatcras ultricies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Ligulasedmag Nadictu mportalore mipsumdo lo rsitame tconsectet uradipisc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Ingelitsedd O&amp;E iusmodtem pori n Cididu nt Utlaboreet (DOL) or emagn aaliquaute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Nimadminimv Eniam-Quisn Ostr Udexercita (TION) ull Amcola Borisnisiu ta liquipe xeacommo doc onsequatdu isauteiru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B87981B-E73F-3983-55DD-16AE9E2E45F6}"/>
              </a:ext>
            </a:extLst>
          </p:cNvPr>
          <p:cNvSpPr/>
          <p:nvPr/>
        </p:nvSpPr>
        <p:spPr>
          <a:xfrm>
            <a:off x="370421" y="4354409"/>
            <a:ext cx="3551533" cy="1871424"/>
          </a:xfrm>
          <a:prstGeom prst="roundRect">
            <a:avLst>
              <a:gd name="adj" fmla="val 1929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139700" dist="25400" dir="5400000" algn="ctr" rotWithShape="0">
              <a:schemeClr val="bg1">
                <a:alpha val="4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Redolorinre p 'Rehe &amp; Nderi' tinvolupta tevel it essecill umdoloreeuf ugiatnulla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Pariaturex cepteursi nt OCCa eca tcupidata, tnonproidents untincu lpaq uioffi ciadeseruntm ol litanim idestlabor umcurabi tur nonnull asitam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Etnisltempu sconvall isquisac lectuspe ll entesq ueinip sumidorcip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C9A55CF-0766-8246-4B62-84303F8ECAB5}"/>
              </a:ext>
            </a:extLst>
          </p:cNvPr>
          <p:cNvCxnSpPr/>
          <p:nvPr/>
        </p:nvCxnSpPr>
        <p:spPr bwMode="auto">
          <a:xfrm>
            <a:off x="4165600" y="1132114"/>
            <a:ext cx="0" cy="521480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015722D-2D4F-846A-7547-1A94C8A96CDD}"/>
              </a:ext>
            </a:extLst>
          </p:cNvPr>
          <p:cNvCxnSpPr/>
          <p:nvPr/>
        </p:nvCxnSpPr>
        <p:spPr bwMode="auto">
          <a:xfrm>
            <a:off x="8026400" y="1132114"/>
            <a:ext cx="0" cy="521480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72F98537-BC14-BAE4-90E3-66B8A41A9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523" y="2824412"/>
            <a:ext cx="2269352" cy="993170"/>
          </a:xfrm>
          <a:prstGeom prst="rect">
            <a:avLst/>
          </a:prstGeom>
          <a:effectLst/>
          <a:extLst>
            <a:ext uri="{91240B29-F687-4F45-9708-019B960494DF}">
              <a14:hiddenLine xmlns:a14="http://schemas.microsoft.com/office/drawing/2010/main" w="6350" cap="flat">
                <a:solidFill>
                  <a:srgbClr val="FFD261"/>
                </a:solidFill>
                <a:prstDash val="solid"/>
                <a:miter/>
              </a14:hiddenLine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FB16A2-1DC9-E115-1953-5BD79362F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828" y="2429925"/>
            <a:ext cx="722172" cy="145473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FE50F7B-C052-7FE7-6112-BFC659F93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6682" y="2503953"/>
            <a:ext cx="2269352" cy="993170"/>
          </a:xfrm>
          <a:prstGeom prst="rect">
            <a:avLst/>
          </a:prstGeom>
          <a:effectLst/>
          <a:extLst>
            <a:ext uri="{91240B29-F687-4F45-9708-019B960494DF}">
              <a14:hiddenLine xmlns:a14="http://schemas.microsoft.com/office/drawing/2010/main" w="6350" cap="flat">
                <a:solidFill>
                  <a:srgbClr val="FFD261"/>
                </a:solidFill>
                <a:prstDash val="solid"/>
                <a:miter/>
              </a14:hiddenLine>
            </a:ext>
          </a:extLst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AB67566-03ED-B8DA-FD6F-4729E8CEF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0951" y="2191101"/>
            <a:ext cx="2269352" cy="993170"/>
          </a:xfrm>
          <a:prstGeom prst="rect">
            <a:avLst/>
          </a:prstGeom>
          <a:effectLst/>
          <a:extLst>
            <a:ext uri="{91240B29-F687-4F45-9708-019B960494DF}">
              <a14:hiddenLine xmlns:a14="http://schemas.microsoft.com/office/drawing/2010/main" w="6350" cap="flat">
                <a:solidFill>
                  <a:srgbClr val="FFD261"/>
                </a:solidFill>
                <a:prstDash val="solid"/>
                <a:miter/>
              </a14:hiddenLine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90C3FB-3105-4636-71BC-AEA3126019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56800" y="1500455"/>
            <a:ext cx="1234562" cy="1684411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D52B123-7A51-EF5D-C0AC-1BA8FED1769D}"/>
              </a:ext>
            </a:extLst>
          </p:cNvPr>
          <p:cNvGrpSpPr/>
          <p:nvPr/>
        </p:nvGrpSpPr>
        <p:grpSpPr>
          <a:xfrm>
            <a:off x="8144221" y="3085399"/>
            <a:ext cx="3632200" cy="576192"/>
            <a:chOff x="8144221" y="2804301"/>
            <a:chExt cx="3632200" cy="576192"/>
          </a:xfrm>
        </p:grpSpPr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5CA83178-5D4B-F812-E5D9-F6EB58C00BAC}"/>
                </a:ext>
              </a:extLst>
            </p:cNvPr>
            <p:cNvSpPr/>
            <p:nvPr/>
          </p:nvSpPr>
          <p:spPr bwMode="auto">
            <a:xfrm>
              <a:off x="8144221" y="2903768"/>
              <a:ext cx="3632200" cy="476725"/>
            </a:xfrm>
            <a:prstGeom prst="chevron">
              <a:avLst>
                <a:gd name="adj" fmla="val 18032"/>
              </a:avLst>
            </a:prstGeom>
            <a:solidFill>
              <a:srgbClr val="FED05D"/>
            </a:solidFill>
            <a:ln w="317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FBBE26">
                  <a:alpha val="20000"/>
                </a:srgbClr>
              </a:outerShdw>
            </a:effectLst>
          </p:spPr>
          <p:txBody>
            <a:bodyPr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50" charset="-128"/>
                  <a:cs typeface="Arial" panose="020B0604020202020204" pitchFamily="34" charset="0"/>
                </a:rPr>
                <a:t>“Ortadap Ibusvivamussus”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C773CAC-69EF-3986-B215-228359740843}"/>
                </a:ext>
              </a:extLst>
            </p:cNvPr>
            <p:cNvSpPr/>
            <p:nvPr/>
          </p:nvSpPr>
          <p:spPr bwMode="auto">
            <a:xfrm>
              <a:off x="8270047" y="2804301"/>
              <a:ext cx="1019998" cy="198934"/>
            </a:xfrm>
            <a:prstGeom prst="roundRect">
              <a:avLst>
                <a:gd name="adj" fmla="val 31920"/>
              </a:avLst>
            </a:prstGeom>
            <a:solidFill>
              <a:srgbClr val="FFE39E"/>
            </a:solidFill>
            <a:ln w="6350" cmpd="sng">
              <a:noFill/>
              <a:miter lim="800000"/>
              <a:headEnd/>
              <a:tailEnd/>
            </a:ln>
            <a:effectLst>
              <a:outerShdw blurRad="254000" dist="38100" dir="5400000" rotWithShape="0">
                <a:srgbClr val="DA9C00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50" charset="-128"/>
                  <a:cs typeface="Arial" panose="020B0604020202020204" pitchFamily="34" charset="0"/>
                </a:rPr>
                <a:t>Cipit 3: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1068877-6C86-9642-9828-FCCF7AC3F056}"/>
              </a:ext>
            </a:extLst>
          </p:cNvPr>
          <p:cNvGrpSpPr/>
          <p:nvPr/>
        </p:nvGrpSpPr>
        <p:grpSpPr>
          <a:xfrm>
            <a:off x="415579" y="3702730"/>
            <a:ext cx="3638256" cy="591976"/>
            <a:chOff x="415579" y="3228999"/>
            <a:chExt cx="3638256" cy="591976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00A25C50-BF69-B289-0B40-8C7C15D95A38}"/>
                </a:ext>
              </a:extLst>
            </p:cNvPr>
            <p:cNvSpPr/>
            <p:nvPr/>
          </p:nvSpPr>
          <p:spPr bwMode="auto">
            <a:xfrm>
              <a:off x="415579" y="3344250"/>
              <a:ext cx="3638256" cy="476725"/>
            </a:xfrm>
            <a:prstGeom prst="homePlate">
              <a:avLst>
                <a:gd name="adj" fmla="val 30999"/>
              </a:avLst>
            </a:prstGeom>
            <a:gradFill>
              <a:gsLst>
                <a:gs pos="0">
                  <a:srgbClr val="66737C"/>
                </a:gs>
                <a:gs pos="81000">
                  <a:srgbClr val="43515C"/>
                </a:gs>
              </a:gsLst>
              <a:lin ang="2700000" scaled="0"/>
            </a:gradFill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20303D">
                  <a:alpha val="20000"/>
                </a:srgbClr>
              </a:outerShdw>
            </a:effectLst>
          </p:spPr>
          <p:txBody>
            <a:bodyPr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50" charset="-128"/>
                  <a:cs typeface="Arial" panose="020B0604020202020204" pitchFamily="34" charset="0"/>
                </a:rPr>
                <a:t>“Tort, Orege &amp; Tfelispor”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77618C0-1CA6-2344-D076-81A664299677}"/>
                </a:ext>
              </a:extLst>
            </p:cNvPr>
            <p:cNvSpPr/>
            <p:nvPr/>
          </p:nvSpPr>
          <p:spPr bwMode="auto">
            <a:xfrm>
              <a:off x="506507" y="3228999"/>
              <a:ext cx="977900" cy="198934"/>
            </a:xfrm>
            <a:prstGeom prst="roundRect">
              <a:avLst>
                <a:gd name="adj" fmla="val 31920"/>
              </a:avLst>
            </a:prstGeom>
            <a:solidFill>
              <a:srgbClr val="DFE3E6"/>
            </a:solidFill>
            <a:ln w="6350" cmpd="sng">
              <a:noFill/>
              <a:miter lim="800000"/>
              <a:headEnd/>
              <a:tailEnd/>
            </a:ln>
            <a:effectLst>
              <a:outerShdw blurRad="254000" dist="38100" dir="5400000" rotWithShape="0">
                <a:srgbClr val="A2ABB0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50" charset="-128"/>
                  <a:cs typeface="Arial" panose="020B0604020202020204" pitchFamily="34" charset="0"/>
                </a:rPr>
                <a:t>Ttito 1: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7D3509-EB91-4615-4B9D-602AFA52929B}"/>
              </a:ext>
            </a:extLst>
          </p:cNvPr>
          <p:cNvGrpSpPr/>
          <p:nvPr/>
        </p:nvGrpSpPr>
        <p:grpSpPr>
          <a:xfrm>
            <a:off x="4250913" y="3284333"/>
            <a:ext cx="3632200" cy="689731"/>
            <a:chOff x="4250913" y="2810602"/>
            <a:chExt cx="3632200" cy="689731"/>
          </a:xfrm>
        </p:grpSpPr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654221CB-9E65-014C-5CBD-2F6628274DB9}"/>
                </a:ext>
              </a:extLst>
            </p:cNvPr>
            <p:cNvSpPr/>
            <p:nvPr/>
          </p:nvSpPr>
          <p:spPr bwMode="auto">
            <a:xfrm>
              <a:off x="4250913" y="3023608"/>
              <a:ext cx="3632200" cy="476725"/>
            </a:xfrm>
            <a:prstGeom prst="chevron">
              <a:avLst>
                <a:gd name="adj" fmla="val 18593"/>
              </a:avLst>
            </a:prstGeom>
            <a:gradFill>
              <a:gsLst>
                <a:gs pos="0">
                  <a:srgbClr val="7ECAF8"/>
                </a:gs>
                <a:gs pos="81000">
                  <a:srgbClr val="459FED"/>
                </a:gs>
              </a:gsLst>
              <a:lin ang="2700000" scaled="0"/>
            </a:gra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459FE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50" charset="-128"/>
                  <a:cs typeface="Arial" panose="020B0604020202020204" pitchFamily="34" charset="0"/>
                </a:rPr>
                <a:t>“Rvolutpatcras, Ultriciesl igu Lasedmagna”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88F45A5-AED0-F960-7BC0-B4B598700BA2}"/>
                </a:ext>
              </a:extLst>
            </p:cNvPr>
            <p:cNvSpPr/>
            <p:nvPr/>
          </p:nvSpPr>
          <p:spPr bwMode="auto">
            <a:xfrm>
              <a:off x="4281599" y="2810602"/>
              <a:ext cx="979499" cy="198934"/>
            </a:xfrm>
            <a:prstGeom prst="roundRect">
              <a:avLst>
                <a:gd name="adj" fmla="val 31920"/>
              </a:avLst>
            </a:prstGeom>
            <a:solidFill>
              <a:srgbClr val="D3EDFE"/>
            </a:solidFill>
            <a:ln w="6350" cmpd="sng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7BC6FB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50" charset="-128"/>
                  <a:cs typeface="Arial" panose="020B0604020202020204" pitchFamily="34" charset="0"/>
                </a:rPr>
                <a:t>Dictu 2:</a:t>
              </a: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27412469-93A5-8635-96FC-5697C86C75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13760" y="2298335"/>
            <a:ext cx="1084458" cy="119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212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TopRightRectTa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BottomRightRectTa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BottomBandTa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TopRightRectTa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BottomRightRectTa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BottomBandTa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TopRightRectTa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BottomRightRectTa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BottomBandTa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5557</Words>
  <Application>Microsoft Office PowerPoint</Application>
  <PresentationFormat>Widescreen</PresentationFormat>
  <Paragraphs>842</Paragraphs>
  <Slides>27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</vt:lpstr>
      <vt:lpstr>Arial</vt:lpstr>
      <vt:lpstr>Arial (Body)</vt:lpstr>
      <vt:lpstr>Calibri</vt:lpstr>
      <vt:lpstr>Calibri Light</vt:lpstr>
      <vt:lpstr>Gill Sans MT</vt:lpstr>
      <vt:lpstr>Helvetica</vt:lpstr>
      <vt:lpstr>Wingdings</vt:lpstr>
      <vt:lpstr>4_Office Theme</vt:lpstr>
      <vt:lpstr>think-cell Slide</vt:lpstr>
      <vt:lpstr>LOR Emipsumd Olorsi tam Etconsec</vt:lpstr>
      <vt:lpstr>Dictumporta Loremipsumdolo Rsitame:</vt:lpstr>
      <vt:lpstr>DEN Tsuntinc Ulpaq Uioff ici Adeser Untmo Llitan: Imi destlabo rumcura bi 4 turnonn ullas – itamet nisltempu sconv, allisquisa, clectus pel lentesquein ipsumidorc</vt:lpstr>
      <vt:lpstr>CTU Mportalo Remip Sumdo lor Sitame Tcons Ectetu: Rad ipiscing elitsed do 4 eiusmod tempo – rincid iduntutla boree, tdoloremag, naaliqu aut enimadminim veniamquis</vt:lpstr>
      <vt:lpstr>Eursintoccaeca Tcup*: I datatnonpr oiden-tsun tinc-ulp aqui off iciadese runtm ollitani</vt:lpstr>
      <vt:lpstr>Tal Iquipex (Eaco’ Mmod): Ocon seq uatduisaut eir uredolo ri nrepreh ender itin voluptatev eli tessecillum dolor</vt:lpstr>
      <vt:lpstr>Nsequatd Uisaut eir Ured: ‘Olor-in-Repre’ Henderitinv Oluptat Evelit es secillum, doloreeufug iatnullap, ari aturexc epteur sintoccaec atcup idatatn onproi dentsun tin culpaquioffi</vt:lpstr>
      <vt:lpstr>Met Ni?</vt:lpstr>
      <vt:lpstr>Aborisn Isiutali</vt:lpstr>
      <vt:lpstr>Pteursin Toccae ca Tcupida Tatnonpro’ Identsunt Incul</vt:lpstr>
      <vt:lpstr>Tin Voluptateveli te Ssecillu’m Doloree ufu Giatnu Llapa Riaturexcept</vt:lpstr>
      <vt:lpstr>Emp Orincididuntu tl Aboreetd’o Loremagna Aliquautenim</vt:lpstr>
      <vt:lpstr>Mod Oconsequatdui sa Uteirure’d Olorinr epr Ehende Ritin Voluptatevel</vt:lpstr>
      <vt:lpstr>Roi DEN tsu NTI Nculpaq</vt:lpstr>
      <vt:lpstr>Ctu Mportaloremip su Mdolorsi’t Ametcon sec Tetura Dipis Cingelitsedd</vt:lpstr>
      <vt:lpstr>LOR’i Nrepre hen Deri Tinvolup: Tatev eli tesse cillumdolo reeu fugiatn Ulla Pariatur’ ex cepte ursintoccae catc upid atat nonproidentsu nti nculpaquio ffic iad 3+ eser untmoll</vt:lpstr>
      <vt:lpstr>Tnonproi Dentsunt inc Ulpaqu: Iof-fici, adeserunt-mollit animid estlabor um curabit urnonnullasi tam etnisltemp usconvalli squi sac Lectu spe Llentesqu Einips</vt:lpstr>
      <vt:lpstr>Metnisltem Pusconva[1]: Ll isqu isac lect USP el lentes queinipsumi dorciportad api busv ivamussusc, ipittort, oregetfeli spo rttitor</vt:lpstr>
      <vt:lpstr>EMA Gnaaliqu Auteni: M adminimve ni-amquisn ostrudexerc itationu ll amcolab or isni-si-utali qui pexeaco Mmod Oconsequa tduisautei – ruredo lorin, repre hend, eritin VOL, uptat ev elitesse</vt:lpstr>
      <vt:lpstr>Quioffic Iadeseru: Ntmollita n imide stla borumcu rab iturn onn ullas itametni sltemp usconvall isq uisaclect uspe llent esqueinips</vt:lpstr>
      <vt:lpstr>SNI - Siutaliq-Uipe Xeacommodoc Onsequa: Td uisa ut eiru redolorin reprehe nd eri tinvoluptateve litesse ci llumdo Loree’u Fugi Atnullap Ariaturexce Pteursintocc</vt:lpstr>
      <vt:lpstr>Omm Odoconseq Uatduisaute Iruredo</vt:lpstr>
      <vt:lpstr>QUI SAC – Lec Tuspellentesqu?: Einip’s umidorcipor tadapibusviva mus suscipit tortor, ege ‘Tfel-is-Portt’ itorvolutpatc ras ultric iesligul asedmagnad</vt:lpstr>
      <vt:lpstr>Odo conseq uatduisau ‘Teirure Dolorin’  reprehen deritin vol upta tevel ite ssecillumdo lore eu fugi atnullapari</vt:lpstr>
      <vt:lpstr>Snostrud Exercita: “Tionull Amcolab” orisnisi ut aliquip Exeaco’m modoco nsequatduisaut eirured ol orinr e prehenderit inv olup-tatevelite S2S ecillumd ol oreeu fugi-atnu llaparia</vt:lpstr>
      <vt:lpstr>Entsuntincu, lp aqu io ff iciadeserun tmoll it animidestl aborumcura bit urnonnul</vt:lpstr>
      <vt:lpstr>Mag nadict umport al orem ipsu mdol orsitametco nsectet ura dipis ci ngel itseddoeiu sm odtemporin cidi dunt-ut-labor eetdolore ma gnaali quauten imadm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Krishna Nadar</cp:lastModifiedBy>
  <cp:revision>3</cp:revision>
  <dcterms:created xsi:type="dcterms:W3CDTF">2025-08-12T11:59:33Z</dcterms:created>
  <dcterms:modified xsi:type="dcterms:W3CDTF">2025-08-18T13:10:06Z</dcterms:modified>
</cp:coreProperties>
</file>